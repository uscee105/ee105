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794" r:id="rId2"/>
    <p:sldId id="824" r:id="rId3"/>
    <p:sldId id="805" r:id="rId4"/>
    <p:sldId id="825" r:id="rId5"/>
    <p:sldId id="806" r:id="rId6"/>
    <p:sldId id="826" r:id="rId7"/>
    <p:sldId id="827" r:id="rId8"/>
    <p:sldId id="828" r:id="rId9"/>
    <p:sldId id="809" r:id="rId10"/>
    <p:sldId id="821" r:id="rId11"/>
    <p:sldId id="822" r:id="rId12"/>
    <p:sldId id="823" r:id="rId13"/>
    <p:sldId id="811" r:id="rId14"/>
    <p:sldId id="819" r:id="rId15"/>
    <p:sldId id="829" r:id="rId16"/>
    <p:sldId id="820" r:id="rId17"/>
    <p:sldId id="415" r:id="rId18"/>
    <p:sldId id="796" r:id="rId19"/>
    <p:sldId id="416" r:id="rId20"/>
    <p:sldId id="337" r:id="rId21"/>
    <p:sldId id="343" r:id="rId22"/>
    <p:sldId id="830" r:id="rId23"/>
    <p:sldId id="800" r:id="rId24"/>
    <p:sldId id="831" r:id="rId25"/>
    <p:sldId id="801" r:id="rId26"/>
    <p:sldId id="334" r:id="rId27"/>
    <p:sldId id="335" r:id="rId28"/>
    <p:sldId id="832" r:id="rId29"/>
    <p:sldId id="344" r:id="rId30"/>
    <p:sldId id="339" r:id="rId31"/>
    <p:sldId id="361" r:id="rId32"/>
    <p:sldId id="797" r:id="rId33"/>
    <p:sldId id="798" r:id="rId34"/>
    <p:sldId id="799" r:id="rId35"/>
    <p:sldId id="340" r:id="rId36"/>
    <p:sldId id="802" r:id="rId37"/>
    <p:sldId id="803" r:id="rId38"/>
    <p:sldId id="804" r:id="rId39"/>
    <p:sldId id="359" r:id="rId40"/>
    <p:sldId id="366" r:id="rId41"/>
    <p:sldId id="362" r:id="rId42"/>
    <p:sldId id="367" r:id="rId43"/>
    <p:sldId id="377" r:id="rId44"/>
    <p:sldId id="37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85" autoAdjust="0"/>
    <p:restoredTop sz="87782" autoAdjust="0"/>
  </p:normalViewPr>
  <p:slideViewPr>
    <p:cSldViewPr snapToGrid="0">
      <p:cViewPr varScale="1">
        <p:scale>
          <a:sx n="110" d="100"/>
          <a:sy n="110" d="100"/>
        </p:scale>
        <p:origin x="101" y="33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6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57 5065 0 0,'-1'-34'949'0'0,"-1"12"2922"0"0,-1 50 1664 0 0,-1 5-4415 0 0,-5 223 241 0 0,-22 297 1903 0 0,28-524-3370 0 0,-4 65-902 0 0,6-93 922 0 0,1-1-1 0 0,0 0 1 0 0,0 1 0 0 0,0-1-1 0 0,0 1 1 0 0,0-1 0 0 0,0 0-1 0 0,0 1 1 0 0,0-1 0 0 0,0 1-1 0 0,0-1 1 0 0,0 0 0 0 0,0 1-1 0 0,1-1 1 0 0,-1 0 0 0 0,0 1 0 0 0,0-1-1 0 0,0 0 1 0 0,0 1 0 0 0,1-1-1 0 0,-1 0 1 0 0,0 1 0 0 0,0-1-1 0 0,1 0 1 0 0,-1 1 0 0 0,0-1-1 0 0,0 0 1 0 0,1 0 0 0 0,-1 1-1 0 0,0-1 1 0 0,1 0 0 0 0,-1 0-1 0 0,0 0 1 0 0,1 0 0 0 0,-1 1 0 0 0,1-1-1 0 0,-1 0 1 0 0,0 0 0 0 0,1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7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0 132 2304 0 0,'4'-27'1342'0'0,"17"-21"15082"0"0,-8 81-15774 0 0,79 170 112 0 0,-16-42-575 0 0,-45-80-128 0 0,-17-40-56 0 0,2-1-1 0 0,2-1 1 0 0,28 47-1 0 0,-45-85-22 0 0,0 1 1 0 0,-1-1-1 0 0,1 0 1 0 0,0 1-1 0 0,0-1 1 0 0,0 0-1 0 0,0 1 0 0 0,0-1 1 0 0,1 0-1 0 0,-1 0 1 0 0,0 0-1 0 0,0 0 1 0 0,1 0-1 0 0,-1-1 0 0 0,1 1 1 0 0,-1 0-1 0 0,0 0 1 0 0,1-1-1 0 0,0 1 1 0 0,-1-1-1 0 0,1 0 0 0 0,-1 1 1 0 0,3-1-1 0 0,-3-1-11 0 0,1 1-1 0 0,-1-1 0 0 0,1 0 1 0 0,-1 0-1 0 0,0 0 0 0 0,1 0 1 0 0,-1 0-1 0 0,0 0 1 0 0,0 0-1 0 0,0 0 0 0 0,0 0 1 0 0,1-1-1 0 0,-2 1 0 0 0,1-1 1 0 0,0 1-1 0 0,0 0 0 0 0,0-1 1 0 0,-1 1-1 0 0,1-1 0 0 0,-1 0 1 0 0,1 1-1 0 0,0-3 0 0 0,7-32-110 0 0,-1 1-1 0 0,-2-1 0 0 0,-2 0 1 0 0,-2-71-1 0 0,1 1 174 0 0,1 63 261 0 0,1 0 1 0 0,16-64 0 0 0,-16 91-141 0 0,1 0 0 0 0,0 1 0 0 0,1 0 0 0 0,0 0-1 0 0,1 1 1 0 0,1 0 0 0 0,1 0 0 0 0,0 1 0 0 0,0 0-1 0 0,13-13 1 0 0,-22 25-139 0 0,1 0 0 0 0,0 0-1 0 0,0 0 1 0 0,0 0 0 0 0,0 1 0 0 0,0-1-1 0 0,0 0 1 0 0,0 0 0 0 0,0 1 0 0 0,0-1-1 0 0,0 1 1 0 0,0-1 0 0 0,0 1 0 0 0,0-1-1 0 0,1 1 1 0 0,-1 0 0 0 0,0-1 0 0 0,0 1-1 0 0,1 0 1 0 0,-1 0 0 0 0,0 0 0 0 0,0 0-1 0 0,1 0 1 0 0,-1 0 0 0 0,2 1 0 0 0,-2-1 0 0 0,1 1 0 0 0,-1 0 0 0 0,1 1 0 0 0,-1-1 0 0 0,0 0-1 0 0,1 0 1 0 0,-1 1 0 0 0,0-1 0 0 0,0 0 0 0 0,0 1 0 0 0,0-1 0 0 0,0 1 0 0 0,0 0 0 0 0,0-1 0 0 0,0 3 0 0 0,4 10 34 0 0,-1-1 0 0 0,-1 1 0 0 0,3 21 0 0 0,-5-28-31 0 0,17 122-178 0 0,15 82 597 0 0,3-73-7088 0 0,-22-98-554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7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1 523 5065 0 0,'52'-31'7034'0'0,"-39"25"-6130"0"0,1-2 0 0 0,-1 0 0 0 0,-1 0 0 0 0,0-1 0 0 0,0-1 0 0 0,11-12 0 0 0,-8 4-799 0 0,-2 0 1 0 0,1-1 0 0 0,-2-1 0 0 0,-1 0 0 0 0,0 0 0 0 0,9-29-1 0 0,-14 35-274 0 0,-2 0 0 0 0,1-1 0 0 0,-2 1 0 0 0,0-1 0 0 0,-1 0 0 0 0,0 0 0 0 0,-2 0 0 0 0,1 0 0 0 0,-2 0 0 0 0,-3-25 0 0 0,2 33 157 0 0,0 1 1 0 0,0 0 0 0 0,-1 0-1 0 0,0-1 1 0 0,0 2-1 0 0,0-1 1 0 0,-5-6 0 0 0,7 11 26 0 0,1 0 1 0 0,-1 0 0 0 0,1 0 0 0 0,-1 1 0 0 0,0-1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1 0 0 0,0-1 0 0 0,0 0 0 0 0,0 1-1 0 0,1 0 1 0 0,-1-1 0 0 0,0 1 0 0 0,0-1 0 0 0,0 1-1 0 0,0 0 1 0 0,1 0 0 0 0,-1-1 0 0 0,0 1 0 0 0,1 0-1 0 0,-1 0 1 0 0,0 0 0 0 0,1 0 0 0 0,-1 0 0 0 0,0 1 0 0 0,-4 7 79 0 0,1 0 0 0 0,0 0 0 0 0,0 0 0 0 0,0 0 0 0 0,1 0 1 0 0,1 1-1 0 0,0-1 0 0 0,0 1 0 0 0,1 0 0 0 0,0 0 1 0 0,0-1-1 0 0,1 1 0 0 0,1 0 0 0 0,2 17 0 0 0,0-13 31 0 0,0-1 0 0 0,1 1 0 0 0,0-1 0 0 0,1 0 0 0 0,1 0 0 0 0,0-1 0 0 0,1 0 0 0 0,0 0 0 0 0,16 20 0 0 0,-5-10 77 0 0,30 29 0 0 0,-8-22-1384 0 0,-34-25 61 0 0,1 0-1 0 0,0-1 1 0 0,0 0-1 0 0,11 3 0 0 0,8 0-5057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7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84 9218 0 0,'5'-14'629'0'0,"11"-27"-746"0"0,-15 39 454 0 0,0 0 0 0 0,1 0-1 0 0,-1 0 1 0 0,0 0 0 0 0,1 0 0 0 0,-1 0 0 0 0,1 0 0 0 0,0 0-1 0 0,-1 0 1 0 0,1 1 0 0 0,0-1 0 0 0,0 1 0 0 0,4-3 0 0 0,-5 4-214 0 0,0 0 1 0 0,-1 0-1 0 0,1 0 1 0 0,0 0-1 0 0,0 0 1 0 0,-1 0-1 0 0,1 0 1 0 0,0 0-1 0 0,0 0 1 0 0,-1 1-1 0 0,1-1 1 0 0,0 0-1 0 0,-1 1 1 0 0,1-1-1 0 0,0 0 1 0 0,-1 1-1 0 0,1-1 1 0 0,-1 1-1 0 0,1-1 1 0 0,0 1-1 0 0,-1-1 1 0 0,1 1-1 0 0,-1-1 1 0 0,1 1-1 0 0,-1-1 1 0 0,0 1-1 0 0,1 0 1 0 0,-1-1-1 0 0,0 1 1 0 0,1 0-1 0 0,-1-1 1 0 0,0 1-1 0 0,0 0 1 0 0,0 0-1 0 0,1-1 1 0 0,-1 1-1 0 0,0 0 1 0 0,0 1-1 0 0,6 36 1829 0 0,-5-32-1512 0 0,32 411 1745 0 0,-3-27-3475 0 0,-27-363 71 0 0,1-1-4125 0 0,0-3-1544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8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3 150 10138 0 0,'0'0'18'0'0,"0"0"-1"0"0,0 0 1 0 0,0 0-1 0 0,0 0 0 0 0,0 0 1 0 0,0 0-1 0 0,0 0 1 0 0,0 0-1 0 0,-1 0 1 0 0,1 0-1 0 0,0 0 1 0 0,0 0-1 0 0,0 0 0 0 0,0 0 1 0 0,0 0-1 0 0,0 0 1 0 0,0 0-1 0 0,0 0 1 0 0,0 0-1 0 0,0 0 1 0 0,-1 0-1 0 0,1 0 1 0 0,0 0-1 0 0,0 0 0 0 0,0 0 1 0 0,0 0-1 0 0,0-1 1 0 0,0 1-1 0 0,0 0 1 0 0,0 0-1 0 0,0 0 1 0 0,0 0-1 0 0,0 0 1 0 0,0 0-1 0 0,0 0 0 0 0,0 0 1 0 0,0 0-1 0 0,0 0 1 0 0,0-1-1 0 0,0 1 1 0 0,0 0-1 0 0,0 0 1 0 0,0 0-1 0 0,0 0 0 0 0,0 0 1 0 0,0 0-1 0 0,0 0 1 0 0,0 0-1 0 0,0 0 1 0 0,0-1-1 0 0,0 1 1 0 0,0 0-1 0 0,0 0 1 0 0,0 0-1 0 0,0 0 0 0 0,0 0 1 0 0,0 0-1 0 0,0 0 1 0 0,0 0-1 0 0,1 0 1 0 0,-1 0-1 0 0,7-9 502 0 0,11-7-23 0 0,-1 4-157 0 0,0 1 0 0 0,2 1 0 0 0,-1 0 0 0 0,1 2 0 0 0,0 0 0 0 0,1 0 0 0 0,28-5 0 0 0,14 1-259 0 0,70-5 0 0 0,-61 9-864 0 0,-37 3 768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8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90 3225 0 0,'-1'-6'708'0'0,"-1"0"1"0"0,0 0 0 0 0,0 0 0 0 0,0 0-1 0 0,-1 0 1 0 0,1 1 0 0 0,-1-1-1 0 0,-1 1 1 0 0,1 0 0 0 0,-1 0-1 0 0,-6-8 1 0 0,8 12-510 0 0,0-1 0 0 0,1 1 0 0 0,-1 0 0 0 0,0-1 0 0 0,0 1 0 0 0,0 0-1 0 0,0 0 1 0 0,0 0 0 0 0,0 0 0 0 0,0 1 0 0 0,0-1 0 0 0,-1 1 0 0 0,1-1 0 0 0,0 1 0 0 0,0 0 0 0 0,0-1-1 0 0,-1 1 1 0 0,1 0 0 0 0,0 1 0 0 0,0-1 0 0 0,-1 0 0 0 0,1 1 0 0 0,0-1 0 0 0,0 1 0 0 0,0-1 0 0 0,0 1-1 0 0,0 0 1 0 0,0 0 0 0 0,0 0 0 0 0,0 0 0 0 0,0 1 0 0 0,0-1 0 0 0,0 0 0 0 0,-2 4 0 0 0,-4 2-61 0 0,1 1 0 0 0,0 0 1 0 0,0 0-1 0 0,1 1 0 0 0,0 0 1 0 0,0 0-1 0 0,1 0 0 0 0,0 1 0 0 0,1-1 1 0 0,0 1-1 0 0,1 1 0 0 0,-4 13 1 0 0,3-6 50 0 0,1 0 0 0 0,1 0 0 0 0,0 1 0 0 0,1-1 0 0 0,1 0 1 0 0,4 28-1 0 0,-3-38-289 0 0,0-1 0 0 0,1 1 1 0 0,0 0-1 0 0,0-1 1 0 0,1 1-1 0 0,0-1 1 0 0,0 0-1 0 0,1 0 0 0 0,8 12 1 0 0,-10-17 55 0 0,0 1 0 0 0,0-1 0 0 0,0 0 0 0 0,1 0 0 0 0,-1 0 0 0 0,1 0 0 0 0,-1 0 0 0 0,1 0 0 0 0,0-1 1 0 0,-1 0-1 0 0,1 1 0 0 0,0-1 0 0 0,0 0 0 0 0,0 0 0 0 0,0 0 0 0 0,0-1 0 0 0,0 1 0 0 0,0-1 0 0 0,0 0 0 0 0,1 0 0 0 0,-1 0 0 0 0,0 0 0 0 0,0 0 1 0 0,0 0-1 0 0,0-1 0 0 0,0 0 0 0 0,4-1 0 0 0,1-1-169 0 0,0 0 0 0 0,-1 0 0 0 0,0-1 0 0 0,1 0 0 0 0,-2 0 0 0 0,1-1-1 0 0,0 0 1 0 0,-1 0 0 0 0,0 0 0 0 0,0-1 0 0 0,0 0 0 0 0,4-7 0 0 0,4-6-197 0 0,-1-1 0 0 0,20-40 0 0 0,-33 58 487 0 0,1 0 1 0 0,0 1-1 0 0,0-1 0 0 0,0 0 0 0 0,0 0 0 0 0,0 1 0 0 0,0-1 0 0 0,0 0 0 0 0,1 1 0 0 0,-1 0 0 0 0,1-1 0 0 0,-1 1 0 0 0,1 0 1 0 0,-1-1-1 0 0,1 1 0 0 0,0 0 0 0 0,0 0 0 0 0,-1 0 0 0 0,1 1 0 0 0,0-1 0 0 0,0 0 0 0 0,0 1 0 0 0,0-1 0 0 0,0 1 1 0 0,0 0-1 0 0,0-1 0 0 0,3 1 0 0 0,-2 1 104 0 0,0 0 0 0 0,0 0 0 0 0,0 0 0 0 0,0 0 0 0 0,0 1 0 0 0,0-1 0 0 0,0 1 0 0 0,-1 0 0 0 0,1 0 0 0 0,-1 0 0 0 0,1 0 0 0 0,-1 0 0 0 0,0 0 0 0 0,0 1 0 0 0,0-1 0 0 0,4 6 0 0 0,-1 0 133 0 0,-2-3-499 0 0,0 0-1 0 0,1 0 1 0 0,-1 0-1 0 0,1 0 1 0 0,0-1 0 0 0,0 1-1 0 0,1-1 1 0 0,-1 0-1 0 0,1 0 1 0 0,0-1 0 0 0,0 1-1 0 0,0-1 1 0 0,0 0-1 0 0,1 0 1 0 0,7 2 0 0 0,9 0-966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8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6913 0 0,'3'2'6212'0'0,"5"13"-3290"0"0,6 21-124 0 0,-5 6-1002 0 0,5 50-1 0 0,-3 114-606 0 0,-5-63-953 0 0,23 104-405 0 0,-10-142-6687 0 0,-10-66-378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9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 5529 0 0,'-18'19'4346'0'0,"-24"33"0"0"0,26-29-2930 0 0,1 0 1 0 0,2 1-1 0 0,-13 29 1 0 0,24-50-1376 0 0,0 1 0 0 0,1 0 0 0 0,-1 1 1 0 0,1-1-1 0 0,0 0 0 0 0,0 0 0 0 0,1 0 0 0 0,-1 1 0 0 0,1-1 1 0 0,0 0-1 0 0,0 1 0 0 0,0-1 0 0 0,0 0 0 0 0,1 1 0 0 0,0-1 1 0 0,0 0-1 0 0,0 0 0 0 0,1 0 0 0 0,-1 0 0 0 0,1 0 0 0 0,0 0 1 0 0,0 0-1 0 0,0 0 0 0 0,0-1 0 0 0,1 1 0 0 0,0-1 1 0 0,0 1-1 0 0,0-1 0 0 0,0 0 0 0 0,0 0 0 0 0,0-1 0 0 0,1 1 1 0 0,-1-1-1 0 0,1 1 0 0 0,0-1 0 0 0,0 0 0 0 0,0-1 0 0 0,8 4 1 0 0,50 16-159 0 0,-36-13-66 0 0,36 16 0 0 0,-54-20 156 0 0,0 0-1 0 0,-1 1 1 0 0,1-1 0 0 0,-1 1 0 0 0,-1 1-1 0 0,1-1 1 0 0,-1 1 0 0 0,10 12-1 0 0,-15-17 30 0 0,0 1 0 0 0,1 0 0 0 0,-1-1-1 0 0,0 1 1 0 0,-1 0 0 0 0,1 0-1 0 0,0 0 1 0 0,0-1 0 0 0,-1 1 0 0 0,1 0-1 0 0,-1 0 1 0 0,0 0 0 0 0,0 0 0 0 0,1 0-1 0 0,-1 0 1 0 0,0 0 0 0 0,-1 0-1 0 0,1 0 1 0 0,0 0 0 0 0,-1 0 0 0 0,1 0-1 0 0,-1 0 1 0 0,1 0 0 0 0,-1 0-1 0 0,0 0 1 0 0,0 0 0 0 0,-2 2 0 0 0,0 0-159 0 0,0 1 0 0 0,0-1 0 0 0,0 0 0 0 0,-1-1 0 0 0,0 1 0 0 0,0-1 0 0 0,0 0 0 0 0,0 0 0 0 0,-9 5 0 0 0,-7 2-6739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9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27 12899 0 0,'0'-1'232'0'0,"-6"-13"1253"0"0,6 13-1382 0 0,0 1 0 0 0,0 0 0 0 0,0-1 0 0 0,-1 1 1 0 0,1 0-1 0 0,0-1 0 0 0,0 1 0 0 0,0-1 0 0 0,0 1 0 0 0,0 0 0 0 0,0-1 0 0 0,1 1 1 0 0,-1 0-1 0 0,0-1 0 0 0,0 1 0 0 0,0-1 0 0 0,0 1 0 0 0,0 0 0 0 0,0-1 0 0 0,1 1 1 0 0,-1 0-1 0 0,0-1 0 0 0,0 1 0 0 0,1 0 0 0 0,-1 0 0 0 0,0-1 0 0 0,0 1 0 0 0,1 0 1 0 0,-1 0-1 0 0,0-1 0 0 0,1 1 0 0 0,-1 0 0 0 0,0 0 0 0 0,1 0 0 0 0,-1 0 0 0 0,0-1 0 0 0,1 1 1 0 0,1 2 193 0 0,-1 1 0 0 0,0-1 0 0 0,0 1 1 0 0,0-1-1 0 0,0 1 0 0 0,0-1 1 0 0,-1 1-1 0 0,1 0 0 0 0,-1-1 0 0 0,1 6 1 0 0,-1-7-176 0 0,22 330 1696 0 0,-19-260-1753 0 0,9 372-1884 0 0,-12-395 600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7:5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11979 0 0,'0'-1'1064'0'0,"0"0"-848"0"0,1-1-216 0 0,2 0 744 0 0,0-1 112 0 0,2-3 16 0 0,2-2 9 0 0,4-3-73 0 0,1 0-8 0 0,4 1-8 0 0,-4 4 0 0 0,0 1-552 0 0,1 3-112 0 0,0 2-16 0 0,7 5-5505 0 0,-2 1-1104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0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6913 0 0,'0'-1'168'0'0,"0"0"-1"0"0,0 0 0 0 0,0 0 0 0 0,0 0 1 0 0,0 0-1 0 0,0 0 0 0 0,0 0 0 0 0,0 0 1 0 0,0-1-1 0 0,1 1 0 0 0,-1 0 0 0 0,0 0 1 0 0,1 0-1 0 0,-1 0 0 0 0,0 1 0 0 0,1-1 1 0 0,-1 0-1 0 0,1 0 0 0 0,0 0 0 0 0,-1 0 1 0 0,1 0-1 0 0,0 1 0 0 0,-1-1 0 0 0,1 0 1 0 0,0 0-1 0 0,1 0 0 0 0,-1 1 84 0 0,1 0 1 0 0,-1 0-1 0 0,0 0 0 0 0,1 0 1 0 0,-1 0-1 0 0,0 0 0 0 0,0 0 1 0 0,1 1-1 0 0,-1-1 0 0 0,0 0 1 0 0,1 1-1 0 0,-1-1 0 0 0,0 1 1 0 0,0-1-1 0 0,0 1 0 0 0,0 0 0 0 0,2 1 1 0 0,5 3 518 0 0,-1 1 0 0 0,0 0 0 0 0,0 1 0 0 0,10 13 0 0 0,25 40 507 0 0,-27-36-1425 0 0,1-2 0 0 0,30 34 0 0 0,-46-56 109 0 0,1-1-1 0 0,-1 1 0 0 0,1 0 1 0 0,-1 0-1 0 0,1 0 0 0 0,-1 0 1 0 0,1 0-1 0 0,-1-1 0 0 0,1 1 1 0 0,-1 0-1 0 0,0 0 0 0 0,1 0 1 0 0,-1-1-1 0 0,1 1 0 0 0,-1 0 1 0 0,0-1-1 0 0,1 1 0 0 0,-1 0 1 0 0,0-1-1 0 0,1 1 0 0 0,-1-1 1 0 0,0 1-1 0 0,0 0 0 0 0,1-1 1 0 0,-1 1-1 0 0,0-1 0 0 0,0 1 1 0 0,0-1-1 0 0,0 1 0 0 0,0-1 1 0 0,1 1-1 0 0,-1-1 0 0 0,0 1 1 0 0,0-1-1 0 0,0 1 0 0 0,0-1 1 0 0,-1 0-1 0 0,9-28-54 0 0,-7 23-25 0 0,3-8 90 0 0,3-13-185 0 0,16-44 0 0 0,-21 64 190 0 0,1 1 0 0 0,0-1 0 0 0,1 1 0 0 0,-1 0 0 0 0,1 0 1 0 0,1 0-1 0 0,-1 1 0 0 0,1 0 0 0 0,0-1 0 0 0,0 2 0 0 0,0-1 0 0 0,7-4 0 0 0,-11 8 39 0 0,0 1 0 0 0,0-1 0 0 0,0 1 0 0 0,0-1 1 0 0,0 1-1 0 0,0-1 0 0 0,0 1 0 0 0,0-1 0 0 0,0 1 0 0 0,1 0 1 0 0,-1 0-1 0 0,0 0 0 0 0,0 0 0 0 0,0 0 0 0 0,1 0 0 0 0,-1 0 0 0 0,0 0 1 0 0,0 0-1 0 0,0 0 0 0 0,1 1 0 0 0,-1-1 0 0 0,0 0 0 0 0,0 1 0 0 0,0-1 1 0 0,2 2-1 0 0,-1-1 63 0 0,0 1 1 0 0,0 0 0 0 0,0 0 0 0 0,0 0 0 0 0,0 0-1 0 0,0 0 1 0 0,-1 1 0 0 0,1-1 0 0 0,-1 1-1 0 0,2 3 1 0 0,2 6 236 0 0,0 0 0 0 0,-2 1 0 0 0,5 19 0 0 0,8 73-1443 0 0,-13-70-56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0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202 97 5529 0 0,'-4'-31'501'0'0,"3"25"240"0"0,0 0 1 0 0,-1 1-1 0 0,0-1 0 0 0,0 1 1 0 0,-1-1-1 0 0,-3-6 1 0 0,5 10-490 0 0,0 1 1 0 0,0-1 0 0 0,0 1-1 0 0,0 0 1 0 0,0-1-1 0 0,0 1 1 0 0,-1 0 0 0 0,1 0-1 0 0,0 0 1 0 0,-1 0 0 0 0,1 0-1 0 0,0 0 1 0 0,-1 0-1 0 0,1 1 1 0 0,-1-1 0 0 0,0 1-1 0 0,1-1 1 0 0,-2 0 0 0 0,1 1-161 0 0,0 0-1 0 0,0 1 1 0 0,0-1 0 0 0,0 0 0 0 0,0 1 0 0 0,0-1 0 0 0,0 1 0 0 0,0 0 0 0 0,0-1 0 0 0,0 1 0 0 0,0 0 0 0 0,1 0 0 0 0,-1 0 0 0 0,0 0 0 0 0,1 1 0 0 0,-1-1 0 0 0,1 0 0 0 0,-3 4-1 0 0,-9 8 152 0 0,2 0 0 0 0,0 1 0 0 0,0 0 0 0 0,1 1 0 0 0,1 0 0 0 0,1 1 0 0 0,0 0 0 0 0,1 0 0 0 0,0 0 0 0 0,2 1-1 0 0,0 0 1 0 0,1 0 0 0 0,-4 26 0 0 0,8-39-223 0 0,0-1 0 0 0,0 1 0 0 0,0-1 0 0 0,0 1 0 0 0,1-1 1 0 0,-1 0-1 0 0,1 1 0 0 0,0-1 0 0 0,0 1 0 0 0,0-1 0 0 0,0 0 0 0 0,1 0 0 0 0,-1 1 0 0 0,1-1 0 0 0,0 0 0 0 0,0 0 0 0 0,0-1 0 0 0,0 1 0 0 0,0 0 0 0 0,1-1 0 0 0,-1 1 1 0 0,1-1-1 0 0,0 0 0 0 0,0 0 0 0 0,0 0 0 0 0,0 0 0 0 0,4 2 0 0 0,6 0-14 0 0,1 0 0 0 0,0 0 0 0 0,-1-1 0 0 0,1-1 0 0 0,23 2 0 0 0,-21-3-55 0 0,0 1 0 0 0,20 5 0 0 0,-33-6 27 0 0,0 0 0 0 0,-1-1 0 0 0,1 2 0 0 0,0-1 0 0 0,-1 0 0 0 0,1 1 0 0 0,-1-1 1 0 0,1 1-1 0 0,-1 0 0 0 0,1-1 0 0 0,-1 1 0 0 0,0 1 0 0 0,0-1 0 0 0,0 0 0 0 0,-1 0 0 0 0,1 1 0 0 0,0-1 0 0 0,-1 1 0 0 0,3 5 0 0 0,-3-4 5 0 0,0 1-1 0 0,0-1 0 0 0,0 1 1 0 0,0 0-1 0 0,-1-1 0 0 0,0 1 1 0 0,0 0-1 0 0,0-1 1 0 0,-1 1-1 0 0,0 0 0 0 0,-1 6 1 0 0,-2 1-28 0 0,0-1-1 0 0,0 0 1 0 0,-1 0 0 0 0,0 0 0 0 0,-1-1 0 0 0,0 0 0 0 0,-1 0 0 0 0,0 0 0 0 0,-9 9-1 0 0,13-15-221 0 0,-1-1 0 0 0,1 1-1 0 0,-1-1 1 0 0,1 0-1 0 0,-1 0 1 0 0,0-1 0 0 0,0 1-1 0 0,-1-1 1 0 0,-7 4-1 0 0,4-6-666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1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0,'1'0'294'0'0,"1"1"0"0"0,-1 0 0 0 0,0-1 0 0 0,0 1 0 0 0,1 0 0 0 0,-1 0 0 0 0,0 0 0 0 0,0 0 0 0 0,0 0 0 0 0,0 0 0 0 0,0 0 0 0 0,-1 0 0 0 0,1 1 1 0 0,0-1-1 0 0,0 0 0 0 0,-1 0 0 0 0,1 1 0 0 0,-1-1 0 0 0,1 1 0 0 0,-1-1 0 0 0,1 2 0 0 0,6 38 4121 0 0,-5-25-3562 0 0,3 15 833 0 0,-3-13-935 0 0,1 1 1 0 0,1-1-1 0 0,10 28 0 0 0,-12-41-673 0 0,-1-1 0 0 0,1 0 0 0 0,0 0 0 0 0,0 0 0 0 0,1 0 0 0 0,0 0 0 0 0,-1-1 0 0 0,1 1 0 0 0,0-1 0 0 0,0 0-1 0 0,1 0 1 0 0,-1 0 0 0 0,1 0 0 0 0,0 0 0 0 0,-1-1 0 0 0,1 0 0 0 0,0 0 0 0 0,0 0 0 0 0,1 0 0 0 0,3 1 0 0 0,-5-3-53 0 0,-1 1 0 0 0,1-1 0 0 0,0 0 0 0 0,-1-1 0 0 0,1 1 0 0 0,-1 0 0 0 0,1-1 0 0 0,-1 1 0 0 0,1-1 0 0 0,-1 0 1 0 0,0 0-1 0 0,1 0 0 0 0,-1 0 0 0 0,0 0 0 0 0,0 0 0 0 0,0-1 0 0 0,1 1 0 0 0,-1-1 0 0 0,-1 1 0 0 0,1-1 0 0 0,0 0 0 0 0,0 0 0 0 0,-1 0 0 0 0,2-2 0 0 0,7-9 59 0 0,-1 1 0 0 0,12-25-1 0 0,-14 25-191 0 0,-6 9 100 0 0,4-6-32 0 0,0 0 0 0 0,0 0-1 0 0,1 1 1 0 0,0 0 0 0 0,1 0-1 0 0,0 0 1 0 0,0 1 0 0 0,8-8 0 0 0,-13 15 83 0 0,1-1 1 0 0,-1 1-1 0 0,0 0 0 0 0,0 0 1 0 0,0 0-1 0 0,0 0 1 0 0,0 0-1 0 0,0 0 1 0 0,0 0-1 0 0,0 1 1 0 0,0-1-1 0 0,0 1 1 0 0,0-1-1 0 0,0 1 1 0 0,0 0-1 0 0,0 0 1 0 0,0 0-1 0 0,0 0 1 0 0,0 0-1 0 0,1 2 1 0 0,38 26 727 0 0,-33-21-722 0 0,0 0 0 0 0,0 0 0 0 0,-1 1 0 0 0,0 0 1 0 0,0 1-1 0 0,5 12 0 0 0,30 66 210 0 0,-4-6-2244 0 0,-24-59-5739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1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18 12899 0 0,'-2'-3'568'0'0,"0"1"0"0"0,0 0 0 0 0,0-1 0 0 0,0 1 0 0 0,0 0 0 0 0,0 1 0 0 0,-1-1 0 0 0,-8 2 3888 0 0,11 0-4366 0 0,2 20 925 0 0,54 235 1062 0 0,-12-50-3171 0 0,-9-70-5229 0 0,-26-102-1267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1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213 0 10594 0 0,'-5'1'349'0'0,"0"0"0"0"0,0 0 1 0 0,0 0-1 0 0,0 0 0 0 0,0 1 0 0 0,1 0 0 0 0,-1 0 0 0 0,0 0 0 0 0,1 1 0 0 0,0-1 0 0 0,-1 1 0 0 0,1 0 1 0 0,-6 6-1 0 0,-5 5 523 0 0,1 0 0 0 0,-12 17 1 0 0,13-15-440 0 0,2 0 0 0 0,0 1 0 0 0,1 0 1 0 0,1 0-1 0 0,-8 20 0 0 0,14-30-401 0 0,0 0 0 0 0,1 1-1 0 0,0-1 1 0 0,0 0 0 0 0,1 1-1 0 0,-1-1 1 0 0,2 1 0 0 0,-1-1-1 0 0,1 1 1 0 0,0-1 0 0 0,1 1-1 0 0,0-1 1 0 0,0 1 0 0 0,0-1-1 0 0,1 1 1 0 0,3 8 0 0 0,-4-14-33 0 0,0 0 1 0 0,0 0 0 0 0,1 0 0 0 0,-1 0 0 0 0,0 0 0 0 0,1 0 0 0 0,-1 0 0 0 0,1-1-1 0 0,0 1 1 0 0,-1 0 0 0 0,1-1 0 0 0,0 1 0 0 0,0-1 0 0 0,0 0 0 0 0,0 0 0 0 0,1 1-1 0 0,-1-1 1 0 0,0-1 0 0 0,0 1 0 0 0,0 0 0 0 0,1-1 0 0 0,-1 1 0 0 0,1-1 0 0 0,-1 1-1 0 0,0-1 1 0 0,1 0 0 0 0,-1 0 0 0 0,0 0 0 0 0,1-1 0 0 0,-1 1 0 0 0,1 0 0 0 0,-1-1-1 0 0,0 0 1 0 0,1 1 0 0 0,-1-1 0 0 0,0 0 0 0 0,0 0 0 0 0,2-2 0 0 0,4 0-39 0 0,-1-1 1 0 0,0-1 0 0 0,0 1 0 0 0,0-1 0 0 0,-1 0 0 0 0,0-1-1 0 0,0 0 1 0 0,0 0 0 0 0,9-13 0 0 0,13-35-419 0 0,-25 44 410 0 0,2 0 1 0 0,-1 1 0 0 0,1 0 0 0 0,0 0-1 0 0,1 1 1 0 0,0-1 0 0 0,1 1 0 0 0,7-8-1 0 0,-13 15 104 0 0,0 0 0 0 0,0 0 0 0 0,1 0 0 0 0,-1 1 0 0 0,0-1 0 0 0,1 0 0 0 0,-1 0 0 0 0,0 1 0 0 0,1-1 0 0 0,-1 1 0 0 0,1-1 0 0 0,-1 1 0 0 0,1 0 0 0 0,-1-1 0 0 0,1 1 0 0 0,-1 0 0 0 0,1 0 0 0 0,0 0 0 0 0,-1 0 1 0 0,1 1-1 0 0,-1-1 0 0 0,2 1 0 0 0,0 0 28 0 0,0 0 1 0 0,0 0-1 0 0,-1 1 1 0 0,1-1-1 0 0,-1 1 1 0 0,1 0 0 0 0,-1 0-1 0 0,0 0 1 0 0,1 0-1 0 0,2 4 1 0 0,4 6 143 0 0,0 1 1 0 0,-1 0-1 0 0,10 22 1 0 0,-14-27-189 0 0,12 26-182 0 0,-6-12 312 0 0,0-1 0 0 0,26 38 0 0 0,-32-54-326 0 0,-1 0 1 0 0,1-1-1 0 0,1 1 0 0 0,-1-1 1 0 0,0 0-1 0 0,1 0 0 0 0,0 0 1 0 0,0-1-1 0 0,0 1 1 0 0,1-1-1 0 0,-1-1 0 0 0,1 1 1 0 0,-1-1-1 0 0,1 0 0 0 0,0 0 1 0 0,8 1-1 0 0,5-2-692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1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14283 0 0,'0'0'1103'0'0,"5"12"1916"0"0,56 251 3078 0 0,-7 140-5996 0 0,-51-339-1155 0 0,-10-23-3029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2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0 123 10594 0 0,'113'-35'2744'0'0,"219"-37"1"0"0,-291 65-2753 0 0,-11 2 19 0 0,-2 1 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3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95 3225 0 0,'1'-4'398'0'0,"1"1"0"0"0,-1 0 1 0 0,-1 0-1 0 0,1-1 0 0 0,0 1 0 0 0,-1-1 1 0 0,0 1-1 0 0,0-1 0 0 0,0 1 1 0 0,0 0-1 0 0,0-1 0 0 0,-1 1 1 0 0,0-1-1 0 0,1 1 0 0 0,-1 0 0 0 0,0-1 1 0 0,-1 1-1 0 0,1 0 0 0 0,-1 0 1 0 0,-2-5-1 0 0,3 6-206 0 0,0 1 0 0 0,0 0 0 0 0,0-1 0 0 0,0 1 0 0 0,0 0 0 0 0,0 0-1 0 0,-1 0 1 0 0,1 0 0 0 0,0 0 0 0 0,-1 0 0 0 0,1 0 0 0 0,0 0 0 0 0,-1 0 0 0 0,1 1 0 0 0,-1-1 0 0 0,0 0 0 0 0,1 1 0 0 0,-1-1 0 0 0,1 1-1 0 0,-1 0 1 0 0,0 0 0 0 0,1-1 0 0 0,-1 1 0 0 0,0 0 0 0 0,1 1 0 0 0,-1-1 0 0 0,0 0 0 0 0,1 0 0 0 0,-1 1 0 0 0,1-1 0 0 0,-1 1 0 0 0,1-1-1 0 0,-1 1 1 0 0,1-1 0 0 0,-1 1 0 0 0,1 0 0 0 0,-1 0 0 0 0,1 0 0 0 0,0 0 0 0 0,-1 0 0 0 0,1 0 0 0 0,0 0 0 0 0,-2 3 0 0 0,-3 2 8 0 0,1 1 0 0 0,0 0 1 0 0,0 0-1 0 0,0 0 1 0 0,1 1-1 0 0,0 0 0 0 0,0 0 1 0 0,1 0-1 0 0,0 0 1 0 0,1 0-1 0 0,-3 18 0 0 0,1-5-99 0 0,2 0-1 0 0,0 1 0 0 0,3 36 1 0 0,1-42-89 0 0,0 0 1 0 0,0 0 0 0 0,2-1 0 0 0,8 26 0 0 0,-10-36-13 0 0,0 1 0 0 0,0-1-1 0 0,1 0 1 0 0,-1 0 0 0 0,1 0 0 0 0,0-1 0 0 0,0 1 0 0 0,1-1-1 0 0,-1 1 1 0 0,1-1 0 0 0,0 0 0 0 0,0 0 0 0 0,1-1-1 0 0,-1 1 1 0 0,1-1 0 0 0,8 4 0 0 0,-11-6-12 0 0,-1 0 0 0 0,1-1-1 0 0,0 1 1 0 0,-1-1 0 0 0,1 1 0 0 0,0-1 0 0 0,0 0 0 0 0,-1 0 0 0 0,1 0 0 0 0,0 0-1 0 0,0 0 1 0 0,0 0 0 0 0,-1 0 0 0 0,1 0 0 0 0,0-1 0 0 0,0 1 0 0 0,-1-1-1 0 0,1 1 1 0 0,0-1 0 0 0,-1 0 0 0 0,1 0 0 0 0,-1 0 0 0 0,3-2 0 0 0,-1 1-10 0 0,0-1 0 0 0,-1 0 1 0 0,1 0-1 0 0,-1 0 1 0 0,0 0-1 0 0,0-1 0 0 0,0 1 1 0 0,0-1-1 0 0,-1 1 0 0 0,2-7 1 0 0,1-5 29 0 0,-1 0 0 0 0,0 0 0 0 0,-1 0 1 0 0,0-24-1 0 0,-2 25-187 0 0,0 0 1 0 0,-1 0 0 0 0,0-1-1 0 0,-2 2 1 0 0,1-1-1 0 0,-2 0 1 0 0,0 0 0 0 0,0 1-1 0 0,-1 0 1 0 0,-1 0-1 0 0,0 0 1 0 0,-11-16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3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1 133 9218 0 0,'3'-9'12424'0'0,"-3"10"-12303"0"0,12 8 25 0 0,0 0-1 0 0,0 1 0 0 0,-1 1 0 0 0,0 0 0 0 0,12 17 1 0 0,-17-22-88 0 0,-2 1 1 0 0,1 0-1 0 0,-1 0 1 0 0,0 0 0 0 0,0 1-1 0 0,-1-1 1 0 0,0 1 0 0 0,0 0-1 0 0,-1 0 1 0 0,0 0 0 0 0,-1 0-1 0 0,2 12 1 0 0,-17-102 1093 0 0,13 77-1310 0 0,-3-30 440 0 0,1-46 1 0 0,10 24-1807 0 0,-5 50 420 0 0,0 0 0 0 0,0 0 0 0 0,1 0 0 0 0,0 0 0 0 0,6-10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4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149 104 3225 0 0,'-2'-9'937'0'0,"-16"-48"3023"0"0,17 55-3693 0 0,0 0-1 0 0,0-1 0 0 0,0 1 1 0 0,0 0-1 0 0,0 0 0 0 0,-1 0 0 0 0,1-1 1 0 0,-1 2-1 0 0,1-1 0 0 0,-1 0 1 0 0,0 0-1 0 0,0 0 0 0 0,0 1 0 0 0,0-1 1 0 0,0 1-1 0 0,0 0 0 0 0,0-1 1 0 0,0 1-1 0 0,-5-1 0 0 0,5 2-102 0 0,0 0-1 0 0,-1 0 0 0 0,1 1 1 0 0,0-1-1 0 0,-1 1 1 0 0,1-1-1 0 0,0 1 1 0 0,0 0-1 0 0,0 0 0 0 0,0 0 1 0 0,-1 0-1 0 0,2 1 1 0 0,-1-1-1 0 0,0 0 1 0 0,0 1-1 0 0,0-1 0 0 0,0 1 1 0 0,1 0-1 0 0,-1 0 1 0 0,1-1-1 0 0,0 1 0 0 0,-1 0 1 0 0,1 0-1 0 0,-2 4 1 0 0,-4 7 544 0 0,0 1 1 0 0,-7 19 0 0 0,13-31-613 0 0,-1 3 10 0 0,0 1-1 0 0,0 0 1 0 0,0 0-1 0 0,0 0 0 0 0,1 0 1 0 0,0 0-1 0 0,0 0 1 0 0,1 0-1 0 0,0 0 1 0 0,0 0-1 0 0,0 1 1 0 0,1-1-1 0 0,0 0 1 0 0,0 0-1 0 0,0 0 0 0 0,1 0 1 0 0,0 0-1 0 0,0-1 1 0 0,0 1-1 0 0,1 0 1 0 0,0-1-1 0 0,0 0 1 0 0,1 1-1 0 0,-1-1 1 0 0,1-1-1 0 0,0 1 0 0 0,9 8 1 0 0,7 7-65 0 0,-6-6 41 0 0,0 0-1 0 0,-1 1 1 0 0,0 1 0 0 0,-1 0-1 0 0,15 27 1 0 0,-25-39-139 0 0,-1 0-1 0 0,1 0 1 0 0,-1 0-1 0 0,1 1 1 0 0,-1-1 0 0 0,0 0-1 0 0,-1 1 1 0 0,1-1-1 0 0,-1 1 1 0 0,0-1 0 0 0,0 0-1 0 0,0 1 1 0 0,-1-1-1 0 0,1 1 1 0 0,-1-1 0 0 0,0 0-1 0 0,0 1 1 0 0,-1-1-1 0 0,0 0 1 0 0,1 0 0 0 0,-1 0-1 0 0,0 0 1 0 0,-1 0-1 0 0,1-1 1 0 0,-1 1 0 0 0,0-1-1 0 0,1 1 1 0 0,-2-1-1 0 0,1 0 1 0 0,-6 5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5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401 7 5985 0 0,'0'0'81'0'0,"0"0"0"0"0,0 0 0 0 0,0-1 0 0 0,-1 1 0 0 0,1 0 0 0 0,0-1-1 0 0,0 1 1 0 0,0 0 0 0 0,0-1 0 0 0,0 1 0 0 0,0 0 0 0 0,-1 0 0 0 0,1-1 0 0 0,0 1-1 0 0,0 0 1 0 0,0 0 0 0 0,-1-1 0 0 0,1 1 0 0 0,0 0 0 0 0,0 0 0 0 0,-1 0 0 0 0,1 0-1 0 0,0-1 1 0 0,-1 1 0 0 0,1 0 0 0 0,0 0 0 0 0,0 0 0 0 0,-1 0 0 0 0,1 0 0 0 0,0 0-1 0 0,-1 0 1 0 0,1 0 0 0 0,0 0 0 0 0,-1 0 0 0 0,1 0 0 0 0,-19 2 1769 0 0,-15 10 639 0 0,14 0-1794 0 0,2 0-1 0 0,-1 2 1 0 0,2 0 0 0 0,0 1-1 0 0,0 0 1 0 0,-19 25 0 0 0,-78 114 1276 0 0,98-131-1647 0 0,10-15-255 0 0,1-1 0 0 0,0 1 1 0 0,1 1-1 0 0,0-1 0 0 0,0 0 1 0 0,-3 11-1 0 0,7-17-58 0 0,-1 0-1 0 0,1 0 1 0 0,-1 0-1 0 0,1 0 1 0 0,0 0 0 0 0,0 1-1 0 0,0-1 1 0 0,0 0-1 0 0,0 0 1 0 0,1 0 0 0 0,-1 0-1 0 0,1 0 1 0 0,-1 0-1 0 0,1 0 1 0 0,0 0 0 0 0,-1 0-1 0 0,1 0 1 0 0,0 0-1 0 0,0-1 1 0 0,1 1-1 0 0,-1 0 1 0 0,0-1 0 0 0,0 1-1 0 0,1-1 1 0 0,-1 1-1 0 0,1-1 1 0 0,0 1 0 0 0,-1-1-1 0 0,1 0 1 0 0,0 0-1 0 0,0 0 1 0 0,3 2 0 0 0,8 2-11 0 0,1 0 0 0 0,-1-1 0 0 0,1 0 0 0 0,0-1 0 0 0,0 0 0 0 0,18 0 0 0 0,90-1 0 0 0,-42-2 0 0 0,-59 0 0 0 0,1 0 7 0 0,-1 0 0 0 0,1 2-1 0 0,-1 0 1 0 0,0 2-1 0 0,0 0 1 0 0,0 1-1 0 0,25 10 1 0 0,-44-15-4 0 0,0 1 0 0 0,0 0 1 0 0,0 1-1 0 0,-1-1 0 0 0,1 0 1 0 0,0 0-1 0 0,0 1 0 0 0,-1-1 0 0 0,1 1 1 0 0,-1-1-1 0 0,1 1 0 0 0,-1 0 0 0 0,0 0 1 0 0,0-1-1 0 0,1 1 0 0 0,-1 0 1 0 0,-1 0-1 0 0,1 0 0 0 0,0 0 0 0 0,0 0 1 0 0,-1 1-1 0 0,1-1 0 0 0,-1 0 0 0 0,0 0 1 0 0,1 0-1 0 0,-1 0 0 0 0,0 1 1 0 0,0-1-1 0 0,-1 0 0 0 0,1 0 0 0 0,0 0 1 0 0,-1 0-1 0 0,1 1 0 0 0,-1-1 0 0 0,0 0 1 0 0,0 0-1 0 0,0 0 0 0 0,-2 3 1 0 0,-3 8 85 0 0,-2-1 0 0 0,0 0 0 0 0,-1 0 0 0 0,-15 16 0 0 0,21-24-59 0 0,-40 41 178 0 0,-1-3 1 0 0,-3-2 0 0 0,-99 67 0 0 0,119-91-350 0 0,-1-2 1 0 0,0-1 0 0 0,-56 18 0 0 0,-8 3-7837 0 0,74-25 1853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6.2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96 2761 0 0,'-7'-66'11830'0'0,"8"37"-3581"0"0,3 36-6460 0 0,11 50-1419 0 0,-2 2-1 0 0,-2-1 0 0 0,3 76 1 0 0,-10-90-235 0 0,11 352 215 0 0,-7-83-325 0 0,-2-236-112 0 0,4 0 1 0 0,19 79 0 0 0,-4-75-1207 0 0,-10-49-5789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6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72 5065 0 0,'1'-4'821'0'0,"0"0"-1"0"0,0 0 1 0 0,0 1 0 0 0,0-1 0 0 0,-1 0-1 0 0,0 0 1 0 0,0 0 0 0 0,0 1-1 0 0,0-1 1 0 0,-1 0 0 0 0,1 0 0 0 0,-3-7-1 0 0,2 11-612 0 0,1-1 0 0 0,0 0-1 0 0,-1 0 1 0 0,1 0 0 0 0,-1 0-1 0 0,1 0 1 0 0,-1 1 0 0 0,0-1-1 0 0,1 0 1 0 0,-1 0 0 0 0,0 1-1 0 0,1-1 1 0 0,-1 1-1 0 0,0-1 1 0 0,0 1 0 0 0,0-1-1 0 0,1 1 1 0 0,-1-1 0 0 0,0 1-1 0 0,-2-1 1 0 0,1 1-61 0 0,1 0 1 0 0,-1 0-1 0 0,0 0 1 0 0,0 0-1 0 0,1 0 0 0 0,-1 1 1 0 0,0-1-1 0 0,0 1 0 0 0,1-1 1 0 0,-1 1-1 0 0,0 0 0 0 0,1-1 1 0 0,-1 1-1 0 0,1 0 0 0 0,-3 2 1 0 0,-4 3-40 0 0,0 1 1 0 0,0 0 0 0 0,1 1-1 0 0,0 0 1 0 0,0 0 0 0 0,1 0-1 0 0,0 1 1 0 0,1-1 0 0 0,-1 1-1 0 0,2 1 1 0 0,-1-1-1 0 0,2 1 1 0 0,-1 0 0 0 0,1 0-1 0 0,-3 19 1 0 0,1 0-69 0 0,2 0 0 0 0,0 0 1 0 0,2 1-1 0 0,4 40 0 0 0,-1-55 36 0 0,0 0 1 0 0,0 0-1 0 0,2 0 1 0 0,0 0 0 0 0,0-1-1 0 0,1 1 1 0 0,1-1-1 0 0,1 0 1 0 0,14 23-1 0 0,-17-32-183 0 0,0 0 1 0 0,0 0-1 0 0,0 0 0 0 0,0-1 0 0 0,1 0 1 0 0,0 0-1 0 0,0 0 0 0 0,0 0 0 0 0,0-1 1 0 0,1 0-1 0 0,7 3 0 0 0,-8-4-398 0 0,1 0 0 0 0,-1-1 0 0 0,1 0 0 0 0,-1 0 0 0 0,1-1 0 0 0,-1 1 1 0 0,1-1-1 0 0,0 0 0 0 0,-1-1 0 0 0,1 1 0 0 0,-1-1 0 0 0,1 0 0 0 0,-1-1 0 0 0,8-2 0 0 0,9-5-6515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7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 5473 0 0,'29'21'19558'0'0,"-32"-19"-19442"0"0,-3 5-198 0 0,-1 0 0 0 0,1 0 1 0 0,0 1-1 0 0,-8 14 0 0 0,11-18-10 0 0,1 1 0 0 0,-1-1-1 0 0,1 1 1 0 0,1 0 0 0 0,-1 0-1 0 0,1 0 1 0 0,-1 0 0 0 0,1 0-1 0 0,1 0 1 0 0,-1 0 0 0 0,1 8-1 0 0,0-11 63 0 0,1 1-1 0 0,0-1 0 0 0,0 0 0 0 0,0 0 0 0 0,0 0 0 0 0,0 0 0 0 0,0 0 1 0 0,0 0-1 0 0,1-1 0 0 0,-1 1 0 0 0,0 0 0 0 0,1 0 0 0 0,0-1 0 0 0,-1 1 1 0 0,1-1-1 0 0,0 0 0 0 0,0 0 0 0 0,0 1 0 0 0,0-1 0 0 0,0 0 0 0 0,0 0 1 0 0,0-1-1 0 0,4 2 0 0 0,8 3-54 0 0,0-2 1 0 0,23 4-1 0 0,-20-4 43 0 0,-8-1 34 0 0,-1 0 0 0 0,1 0 0 0 0,-1 1 0 0 0,1 0 0 0 0,-1 0 0 0 0,0 1 0 0 0,-1 0 0 0 0,1 0 0 0 0,11 10-1 0 0,-17-12 8 0 0,1 0-1 0 0,-1 0 0 0 0,0 0 0 0 0,0 0 0 0 0,-1 1 0 0 0,1-1 1 0 0,0 1-1 0 0,-1-1 0 0 0,0 1 0 0 0,1 0 0 0 0,-1-1 0 0 0,0 1 1 0 0,0 0-1 0 0,-1 0 0 0 0,1 0 0 0 0,-1 0 0 0 0,1 0 0 0 0,-1 0 1 0 0,0 0-1 0 0,0 0 0 0 0,0 0 0 0 0,0-1 0 0 0,-1 1 0 0 0,1 0 1 0 0,-1 0-1 0 0,0 0 0 0 0,0 0 0 0 0,0 0 0 0 0,0-1 0 0 0,0 1 1 0 0,0 0-1 0 0,-3 2 0 0 0,-1 4-193 0 0,-1-1 1 0 0,0 0-1 0 0,-1 0 1 0 0,0 0 0 0 0,0-1-1 0 0,-1 1 1 0 0,-9 6-1 0 0,-7 3-2213 0 0,-32 18 0 0 0,39-25-4503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8:07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0 13827 0 0,'1'14'1224'0'0,"-2"-5"-976"0"0,-1-1-248 0 0,-1-1 0 0 0,1-3 1377 0 0,-1 0 223 0 0,-1 3 40 0 0,-4 4 17 0 0,-3 4-1305 0 0,-5 6-256 0 0,3-2-96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17 1376 0 0,'-16'-17'10720'0'0,"15"33"-7381"0"0,12 88 1226 0 0,17 50-2802 0 0,0 1-1235 0 0,-6 140 41 0 0,-27 1-377 0 0,1-121-199 0 0,3-138-150 0 0,9 71 1 0 0,7-49-2525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4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175 161 7370 0 0,'5'-9'271'0'0,"0"0"0"0"0,0 1 0 0 0,1 0 0 0 0,0 0 0 0 0,0 0 0 0 0,1 1 0 0 0,0-1 0 0 0,0 2 0 0 0,1-1 0 0 0,0 1 0 0 0,0 0 0 0 0,0 1 0 0 0,13-7 0 0 0,-6 4 317 0 0,0 0 0 0 0,0 1 1 0 0,1 1-1 0 0,0 0 0 0 0,0 1 1 0 0,1 1-1 0 0,24-4 0 0 0,-37 7-455 0 0,1 1 0 0 0,-1 0-1 0 0,1-1 1 0 0,-1 2 0 0 0,1-1-1 0 0,-1 0 1 0 0,1 1 0 0 0,-1 0 0 0 0,1 0-1 0 0,-1 0 1 0 0,1 1 0 0 0,-1-1-1 0 0,0 1 1 0 0,0 0 0 0 0,0 0 0 0 0,0 0-1 0 0,0 1 1 0 0,0 0 0 0 0,-1-1-1 0 0,1 1 1 0 0,-1 1 0 0 0,0-1 0 0 0,0 0-1 0 0,0 1 1 0 0,0 0 0 0 0,0-1-1 0 0,-1 1 1 0 0,0 0 0 0 0,0 0 0 0 0,0 0-1 0 0,0 1 1 0 0,1 6 0 0 0,0 2-64 0 0,0 0 1 0 0,-1 1-1 0 0,-1-1 1 0 0,0 0 0 0 0,-1 1-1 0 0,-1-1 1 0 0,0 0-1 0 0,0 1 1 0 0,-1-1 0 0 0,-1 0-1 0 0,0 0 1 0 0,-1 0-1 0 0,-1 0 1 0 0,0-1 0 0 0,0 0-1 0 0,-1 0 1 0 0,-8 12-1 0 0,-5 5 47 0 0,-1-1 0 0 0,-1-1 0 0 0,-1-1 0 0 0,-1-1 0 0 0,-41 34 0 0 0,48-45-83 0 0,-20 17 125 0 0,-63 42 0 0 0,89-66-167 0 0,-1-1 1 0 0,0 0-1 0 0,0-1 1 0 0,0 0 0 0 0,0 0-1 0 0,-1-1 1 0 0,0-1 0 0 0,0 0-1 0 0,0-1 1 0 0,0 0 0 0 0,-19 0-1 0 0,29-2-51 0 0,1 0 0 0 0,-1 0 0 0 0,0 0 0 0 0,0 0 0 0 0,1 0-1 0 0,-1 0 1 0 0,0-1 0 0 0,1 1 0 0 0,-1-1 0 0 0,0 1 0 0 0,1-1 0 0 0,-1 0 0 0 0,1 0 0 0 0,-1 1-1 0 0,1-1 1 0 0,-1 0 0 0 0,1-1 0 0 0,-1 1 0 0 0,-1-2 0 0 0,3 2-97 0 0,-1 0 1 0 0,1 0-1 0 0,-1-1 0 0 0,1 1 0 0 0,0 0 1 0 0,-1 0-1 0 0,1-1 0 0 0,0 1 0 0 0,0 0 1 0 0,0 0-1 0 0,0-1 0 0 0,0 1 0 0 0,0 0 1 0 0,1 0-1 0 0,-1-1 0 0 0,0 1 1 0 0,1 0-1 0 0,-1 0 0 0 0,0 0 0 0 0,2-2 1 0 0,1-3-602 0 0,0 1 1 0 0,1-1-1 0 0,-1 1 1 0 0,1 0-1 0 0,1 0 1 0 0,-1 0 0 0 0,1 0-1 0 0,9-7 1 0 0,8-1 65 0 0,3 1 514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4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4 129 10594 0 0,'-3'-5'4543'0'0,"3"5"-4471"0"0,17-13 2695 0 0,42-18-331 0 0,-36 19-1515 0 0,43-21-776 0 0,-21 12-5918 0 0,-12 8-970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5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7370 0 0,'1'19'6479'0'0,"5"30"-4181"0"0,36 235 3092 0 0,2 143-3930 0 0,-32-323-1416 0 0,24 102 0 0 0,-4-77-6762 0 0,-23-102-319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5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30 184 6913 0 0,'-4'-1'3'0'0,"-18"-3"1255"0"0,22 4-1190 0 0,0-1-1 0 0,-1 1 1 0 0,1-1 0 0 0,0 1-1 0 0,-1-1 1 0 0,1 1-1 0 0,0 0 1 0 0,0-1-1 0 0,0 1 1 0 0,-1-1 0 0 0,1 1-1 0 0,0-1 1 0 0,0 1-1 0 0,0-1 1 0 0,0 0-1 0 0,0 1 1 0 0,0-1 0 0 0,0 1-1 0 0,0-1 1 0 0,0 1-1 0 0,0-1 1 0 0,0 1-1 0 0,0-1 1 0 0,1 1-1 0 0,-1-1 1 0 0,0 1 0 0 0,0-1-1 0 0,0 1 1 0 0,1-1-1 0 0,-1 1 1 0 0,0 0-1 0 0,1-1 1 0 0,-1 1 0 0 0,0-1-1 0 0,1 1 1 0 0,-1 0-1 0 0,0-1 1 0 0,1 1-1 0 0,0-1 1 0 0,9-10 809 0 0,1 0 0 0 0,0 0 0 0 0,0 1-1 0 0,1 0 1 0 0,0 1 0 0 0,1 1 0 0 0,25-14 0 0 0,33-9-346 0 0,-1 6-5262 0 0,-34 14-1143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5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7370 0 0,'0'0'333'0'0,"7"13"2325"0"0,0 17 479 0 0,3 41 1 0 0,5 26-910 0 0,-12-87-2015 0 0,0 0-1 0 0,0 0 1 0 0,1 0-1 0 0,0 0 1 0 0,1-1 0 0 0,10 17-1 0 0,-14-24-200 0 0,0-1 0 0 0,0 0 0 0 0,0 1 0 0 0,0-1-1 0 0,1 0 1 0 0,-1 0 0 0 0,0 0 0 0 0,1 0 0 0 0,-1 0 0 0 0,1-1-1 0 0,-1 1 1 0 0,1 0 0 0 0,-1-1 0 0 0,1 1 0 0 0,-1-1 0 0 0,1 1-1 0 0,0-1 1 0 0,-1 0 0 0 0,1 1 0 0 0,0-1 0 0 0,-1 0 0 0 0,1 0-1 0 0,0 0 1 0 0,-1 0 0 0 0,1-1 0 0 0,0 1 0 0 0,-1 0-1 0 0,1-1 1 0 0,-1 1 0 0 0,1-1 0 0 0,-1 0 0 0 0,4-1 0 0 0,4-3 15 0 0,1-1 0 0 0,-1 0 1 0 0,0 0-1 0 0,8-9 0 0 0,-4 4 13 0 0,0 2-28 0 0,-4 1-11 0 0,0 0 0 0 0,1 1-1 0 0,0 1 1 0 0,1 0 0 0 0,13-6-1 0 0,-21 11 10 0 0,-1 0 0 0 0,1 0 0 0 0,-1 0-1 0 0,1 1 1 0 0,0-1 0 0 0,0 1 0 0 0,-1 0 0 0 0,1 0 0 0 0,0 0 0 0 0,0 0-1 0 0,-1 0 1 0 0,1 0 0 0 0,0 1 0 0 0,0 0 0 0 0,-1-1 0 0 0,1 1-1 0 0,-1 0 1 0 0,1 0 0 0 0,-1 0 0 0 0,1 1 0 0 0,-1-1 0 0 0,0 1-1 0 0,1-1 1 0 0,-1 1 0 0 0,0 0 0 0 0,0 0 0 0 0,0 0 0 0 0,2 3 0 0 0,3 4 95 0 0,-1 0 0 0 0,0 0 0 0 0,-1 1 1 0 0,0 0-1 0 0,-1 0 0 0 0,0 0 1 0 0,0 0-1 0 0,-1 1 0 0 0,3 17 1 0 0,0 12 171 0 0,2 49 0 0 0,-7-71-224 0 0,1 26 90 0 0,-1-1-1 0 0,-8 73 1 0 0,4-98-194 0 0,0-1 1 0 0,-1 0-1 0 0,-1 1 1 0 0,0-1-1 0 0,-1-1 1 0 0,-1 1-1 0 0,-1-1 1 0 0,0-1-1 0 0,-14 20 1 0 0,9-19-133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5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9218 0 0,'2'-2'151'0'0,"-1"1"0"0"0,1-1 0 0 0,-1 1 0 0 0,1 0 0 0 0,0-1-1 0 0,0 1 1 0 0,-1 0 0 0 0,1 0 0 0 0,0 0 0 0 0,0 0 0 0 0,0 0 0 0 0,0 1 0 0 0,0-1 0 0 0,0 1 0 0 0,0-1 0 0 0,0 1 0 0 0,1 0 0 0 0,-1-1-1 0 0,3 1 1 0 0,-3 1 54 0 0,-1 0 0 0 0,1-1 0 0 0,0 1-1 0 0,0 0 1 0 0,-1 0 0 0 0,1 0 0 0 0,-1 0-1 0 0,1 0 1 0 0,-1 0 0 0 0,1 0 0 0 0,-1 1-1 0 0,0-1 1 0 0,1 0 0 0 0,-1 1 0 0 0,0-1-1 0 0,0 1 1 0 0,0 0 0 0 0,0-1 0 0 0,0 1-1 0 0,0 0 1 0 0,-1-1 0 0 0,1 1 0 0 0,0 2-1 0 0,6 20 809 0 0,-1-1-1 0 0,0 1 1 0 0,-2 0-1 0 0,1 28 0 0 0,-2 102-295 0 0,-2-67-249 0 0,1-17-268 0 0,1-2-26 0 0,-11 126-1 0 0,7-189-469 0 0,1 0-1 0 0,-1 0 1 0 0,0 0 0 0 0,0 0 0 0 0,-1 0-1 0 0,-3 8 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6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6 5985 0 0,'8'-1'531'0'0,"0"-1"-1"0"0,0 1 0 0 0,0 0 0 0 0,0 1 1 0 0,0 0-1 0 0,1 0 0 0 0,-1 1 1 0 0,0 0-1 0 0,0 0 0 0 0,0 1 0 0 0,0 0 1 0 0,0 1-1 0 0,11 4 0 0 0,-9-3 65 0 0,-1 0 0 0 0,0 1-1 0 0,0 0 1 0 0,-1 0 0 0 0,1 1-1 0 0,-1 0 1 0 0,0 1 0 0 0,-1-1 0 0 0,1 1-1 0 0,9 13 1 0 0,-15-16-471 0 0,0-1 0 0 0,0 1 0 0 0,0-1 0 0 0,0 1-1 0 0,-1 0 1 0 0,0 0 0 0 0,1 0 0 0 0,-1 0 0 0 0,-1 0 0 0 0,1 0 0 0 0,0 0 0 0 0,-1 0 0 0 0,0 0 0 0 0,0 0-1 0 0,-1 4 1 0 0,0-1-56 0 0,-1 0 1 0 0,1 0-1 0 0,-2 0 0 0 0,1 0 0 0 0,-1 0 0 0 0,0-1 0 0 0,-7 13 0 0 0,-1-4-59 0 0,-1 1-1 0 0,-1-1 1 0 0,0-1-1 0 0,0-1 0 0 0,-24 19 1 0 0,27-25 54 0 0,0 0 1 0 0,0 0 0 0 0,-1-1-1 0 0,0 0 1 0 0,0-1-1 0 0,-22 7 1 0 0,-12-4-2480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6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1 303 1368 0 0,'13'2'264'0'0,"1"0"-1"0"0,1-1 0 0 0,-1-1 0 0 0,23-1 0 0 0,-8-3 3613 0 0,0 0 0 0 0,53-17 0 0 0,-74 17-3506 0 0,1 0 0 0 0,0 0 0 0 0,-1-1-1 0 0,0 0 1 0 0,0 0 0 0 0,0-1 0 0 0,0 0-1 0 0,-1 0 1 0 0,0-1 0 0 0,-1 0 0 0 0,0 0-1 0 0,0-1 1 0 0,0 0 0 0 0,6-12 0 0 0,-8 15-311 0 0,-1 0 0 0 0,0-1 1 0 0,-1 0-1 0 0,0 1 1 0 0,1-1-1 0 0,-2 0 1 0 0,1 0-1 0 0,-1 0 0 0 0,0 0 1 0 0,0 0-1 0 0,0 0 1 0 0,-1-1-1 0 0,0 1 0 0 0,-1 0 1 0 0,1 0-1 0 0,-1 0 1 0 0,0 0-1 0 0,0 0 0 0 0,-1 0 1 0 0,0 0-1 0 0,0 0 1 0 0,-1 0-1 0 0,-3-6 1 0 0,5 10-51 0 0,0 0 0 0 0,0 0 0 0 0,-1 0 0 0 0,1 1 1 0 0,-1-1-1 0 0,1 0 0 0 0,-1 1 0 0 0,0-1 0 0 0,1 1 1 0 0,-1 0-1 0 0,0-1 0 0 0,0 1 0 0 0,0 0 0 0 0,0 0 1 0 0,0 0-1 0 0,0 1 0 0 0,0-1 0 0 0,-1 0 0 0 0,1 1 1 0 0,0-1-1 0 0,0 1 0 0 0,-3 0 0 0 0,1 0 10 0 0,1 1-1 0 0,-1-1 1 0 0,0 1 0 0 0,0 0-1 0 0,1 0 1 0 0,-1 1 0 0 0,1-1-1 0 0,-1 1 1 0 0,1-1-1 0 0,-1 1 1 0 0,1 0 0 0 0,-3 3-1 0 0,-3 2 173 0 0,1 0-1 0 0,0 1 1 0 0,0 0-1 0 0,1 0 1 0 0,0 1-1 0 0,0-1 1 0 0,1 2 0 0 0,-6 11-1 0 0,10-17-201 0 0,0 0 0 0 0,1-1 0 0 0,-1 1-1 0 0,1 0 1 0 0,0 0 0 0 0,0 1 0 0 0,1-1 0 0 0,-1 0 0 0 0,1 0-1 0 0,0 0 1 0 0,0 0 0 0 0,0 1 0 0 0,1-1 0 0 0,-1 0 0 0 0,1 0 0 0 0,0 0-1 0 0,3 7 1 0 0,-2-5 38 0 0,1-1 0 0 0,1 0 1 0 0,-1 1-1 0 0,1-1 0 0 0,0-1 0 0 0,0 1 0 0 0,0 0 0 0 0,1-1 0 0 0,0 0 0 0 0,9 7 0 0 0,1-2-7 0 0,-1-1-1 0 0,2-1 0 0 0,-1 0 0 0 0,1-1 1 0 0,0 0-1 0 0,0-2 0 0 0,0 0 0 0 0,18 2 1 0 0,47-2-1194 0 0,-27-7-4371 0 0,3-2-1762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7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14283 0 0,'4'3'77'0'0,"-1"0"0"0"0,1 1 0 0 0,-1-1 0 0 0,0 1-1 0 0,-1 0 1 0 0,1 0 0 0 0,0 0 0 0 0,-1 0 0 0 0,0 0 0 0 0,0 0 0 0 0,0 0 0 0 0,1 5 0 0 0,2 4 69 0 0,23 57 313 0 0,-3 2 1 0 0,-3 0 0 0 0,-3 1-1 0 0,16 135 1 0 0,-5 309 1025 0 0,-42 391 29 0 0,0-432-1003 0 0,9-291-316 0 0,-14 1421 931 0 0,46 2-519 0 0,3-832-455 0 0,61 1293 528 0 0,224 1300 48 0 0,22-1320 6 0 0,-258-1586-668 0 0,-67-383-168 0 0,14 87-3423 0 0,68 224 0 0 0,-78-338-4366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8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0 5529 0 0,'3'3'3450'0'0,"-3"-3"-3396"0"0,2 15 1873 0 0,0 20 254 0 0,-13 179 3345 0 0,-20 107-3022 0 0,2-21-2409 0 0,26-270-526 0 0,0-9-1069 0 0,2 38-1 0 0,2-51 55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8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1 450 2304 0 0,'21'-42'1915'0'0,"-16"32"-318"0"0,1 0-1 0 0,1 1 1 0 0,0 0 0 0 0,8-9 0 0 0,-14 17-1432 0 0,-1 1 0 0 0,1 0 1 0 0,0-1-1 0 0,-1 1 0 0 0,1 0 1 0 0,0-1-1 0 0,-1 1 0 0 0,1 0 1 0 0,0 0-1 0 0,-1 0 1 0 0,1-1-1 0 0,0 1 0 0 0,0 0 1 0 0,-1 0-1 0 0,1 0 0 0 0,0 0 1 0 0,0 0-1 0 0,-1 0 0 0 0,1 1 1 0 0,0-1-1 0 0,0 0 0 0 0,-1 0 1 0 0,1 0-1 0 0,0 1 1 0 0,-1-1-1 0 0,1 0 0 0 0,0 1 1 0 0,-1-1-1 0 0,1 1 0 0 0,-1-1 1 0 0,1 0-1 0 0,-1 1 0 0 0,1-1 1 0 0,-1 1-1 0 0,1 0 1 0 0,-1-1-1 0 0,1 1 0 0 0,-1-1 1 0 0,1 1-1 0 0,-1 1 0 0 0,22 32 1734 0 0,-17-24-1523 0 0,114 173 351 0 0,-87-138-505 0 0,74 78 1 0 0,-98-114-207 0 0,1-2 0 0 0,0 1 0 0 0,1-1 0 0 0,-1 0 0 0 0,1-1 0 0 0,1 0 0 0 0,-1-1 0 0 0,1 0 0 0 0,20 6-1 0 0,-28-10-8 0 0,1 0 0 0 0,-1 0 0 0 0,1-1 0 0 0,-1 1 0 0 0,1-1 0 0 0,0 0 0 0 0,-1 0 0 0 0,1 0 0 0 0,0-1 0 0 0,-1 1-1 0 0,1-1 1 0 0,-1 0 0 0 0,1 0 0 0 0,-1 0 0 0 0,1 0 0 0 0,-1 0 0 0 0,0-1 0 0 0,1 0 0 0 0,-1 1 0 0 0,0-1 0 0 0,0-1-1 0 0,0 1 1 0 0,-1 0 0 0 0,1-1 0 0 0,0 1 0 0 0,-1-1 0 0 0,0 0 0 0 0,0 0 0 0 0,1 0 0 0 0,-2 0 0 0 0,1 0-1 0 0,0 0 1 0 0,-1-1 0 0 0,3-6 0 0 0,2-9 99 0 0,0-1-1 0 0,-1-1 1 0 0,-1 1 0 0 0,-1-1-1 0 0,-1 1 1 0 0,-1-1-1 0 0,-2-29 1 0 0,-23-148 199 0 0,18 163-320 0 0,-1-9-107 0 0,-6-33-856 0 0,-3-101-1 0 0,17 134-6880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8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0 181 5985 0 0,'14'-15'493'0'0,"-1"3"2052"0"0,-1 0 0 0 0,16-12-1 0 0,-5 7-687 0 0,62-39 2839 0 0,-76 50-4722 0 0,2 1 1 0 0,-1 1-1 0 0,0-1 0 0 0,1 2 1 0 0,0-1-1 0 0,0 2 1 0 0,11-2-1 0 0,4-1-475 0 0,-12-1 490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9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14283 0 0,'-3'4'4565'0'0,"4"11"-2369"0"0,5 30-1279 0 0,-3-24-149 0 0,19 254 592 0 0,-2-15-1092 0 0,-11-192-1342 0 0,31 119 0 0 0,-30-153-4375 0 0,2-4-1765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9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19 141 2288 0 0,'-7'4'-79'0'0,"-5"9"2626"0"0,24-14-36 0 0,107-31 9353 0 0,-2-9-8242 0 0,-47 15-4921 0 0,92-21 1 0 0,-136 42 1104 0 0,-3-1 172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9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4609 0 0,'26'28'7108'0'0,"-14"-10"-6255"0"0,-1 1 0 0 0,9 21-1 0 0,-15-28-463 0 0,0 0-1 0 0,1-1 0 0 0,0 1 1 0 0,1-2-1 0 0,0 1 1 0 0,1-1-1 0 0,0 0 1 0 0,1 0-1 0 0,-1-1 1 0 0,12 9-1 0 0,-17-16-395 0 0,0 0 1 0 0,0-1-1 0 0,0 1 1 0 0,0-1-1 0 0,0 1 1 0 0,1-1-1 0 0,-1 0 0 0 0,0 0 1 0 0,1 0-1 0 0,-1-1 1 0 0,1 1-1 0 0,-1-1 0 0 0,1 0 1 0 0,-1 0-1 0 0,0 0 1 0 0,1 0-1 0 0,-1-1 1 0 0,5 0-1 0 0,-3-1-16 0 0,0 0 0 0 0,0 0-1 0 0,-1 0 1 0 0,1-1 0 0 0,0 1 0 0 0,-1-1-1 0 0,0 0 1 0 0,1-1 0 0 0,-1 1 0 0 0,6-8 0 0 0,1-2-4 0 0,0-1 0 0 0,-1-1 1 0 0,-1 1-1 0 0,-1-2 0 0 0,0 1 1 0 0,7-20-1 0 0,-13 30 262 0 0,12-27 579 0 0,-14 31-693 0 0,1-1 0 0 0,-1 1 0 0 0,1 0 0 0 0,0 0 0 0 0,0 0 0 0 0,-1-1 0 0 0,1 1 0 0 0,0 0 0 0 0,0 0 1 0 0,0 0-1 0 0,0 0 0 0 0,0 0 0 0 0,0 1 0 0 0,0-1 0 0 0,0 0 0 0 0,0 0 0 0 0,1 1 0 0 0,-1-1 0 0 0,2 0 0 0 0,-2 1-73 0 0,0 0 0 0 0,0 1 0 0 0,-1-1-1 0 0,1 1 1 0 0,0-1 0 0 0,0 0 0 0 0,0 1-1 0 0,-1-1 1 0 0,1 1 0 0 0,0 0 0 0 0,-1-1 0 0 0,1 1-1 0 0,0 0 1 0 0,-1-1 0 0 0,1 1 0 0 0,-1 0-1 0 0,1 0 1 0 0,-1-1 0 0 0,1 1 0 0 0,-1 0-1 0 0,0 0 1 0 0,1 0 0 0 0,-1 1 0 0 0,8 24 294 0 0,-7-22-261 0 0,20 94 688 0 0,10 116-1 0 0,-27-162-640 0 0,-2 0 0 0 0,-3 0 0 0 0,-1 0 0 0 0,-11 57-1 0 0,6-81-209 0 0,0 1 0 0 0,-2-1 0 0 0,-1-1 0 0 0,-17 34-1 0 0,-9 11-2628 0 0,26-53-5265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09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2761 0 0,'16'28'8009'0'0,"11"43"-2406"0"0,-5-12-2869 0 0,-17-46-2308 0 0,50 130 2509 0 0,-50-126-2834 0 0,0 1-1 0 0,-1 0 0 0 0,-1 0 0 0 0,-1 0 1 0 0,-1 0-1 0 0,0 24 0 0 0,-1-38-169 0 0,-1-1-1 0 0,1 1 0 0 0,0-1 0 0 0,-1 0 1 0 0,0 1-1 0 0,1-1 0 0 0,-1 0 0 0 0,-1 0 1 0 0,1 0-1 0 0,0 1 0 0 0,-1-1 1 0 0,0-1-1 0 0,1 1 0 0 0,-1 0 0 0 0,0 0 1 0 0,-1-1-1 0 0,1 1 0 0 0,0-1 0 0 0,-1 1 1 0 0,-3 2-1 0 0,-5-1-1056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10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0 171 3681 0 0,'6'-8'478'0'0,"0"0"0"0"0,1 0 0 0 0,0 0 0 0 0,0 1 0 0 0,1 0 0 0 0,-1 0-1 0 0,18-11 1 0 0,67-33 5508 0 0,-72 40-5609 0 0,-8 5 293 0 0,0 0 0 0 0,1 1 1 0 0,0 1-1 0 0,0-1 0 0 0,0 2 0 0 0,26-4 0 0 0,-36 7-585 0 0,-1-1-1 0 0,1 1 0 0 0,0 0 1 0 0,-1 0-1 0 0,1 0 0 0 0,-1 0 1 0 0,1 1-1 0 0,0-1 0 0 0,-1 1 1 0 0,1-1-1 0 0,-1 1 0 0 0,1 0 0 0 0,-1 0 1 0 0,1 0-1 0 0,-1 1 0 0 0,0-1 1 0 0,1 0-1 0 0,-1 1 0 0 0,0 0 1 0 0,0-1-1 0 0,0 1 0 0 0,0 0 1 0 0,-1 0-1 0 0,1 0 0 0 0,0 0 0 0 0,-1 0 1 0 0,1 1-1 0 0,-1-1 0 0 0,0 0 1 0 0,0 1-1 0 0,0-1 0 0 0,0 1 1 0 0,0-1-1 0 0,0 1 0 0 0,-1-1 1 0 0,1 1-1 0 0,-1 0 0 0 0,0-1 0 0 0,0 1 1 0 0,0-1-1 0 0,-1 6 0 0 0,0 4-3 0 0,0 0 0 0 0,-1 0 0 0 0,0 0-1 0 0,-1-1 1 0 0,-1 1 0 0 0,0-1-1 0 0,0 0 1 0 0,-1 0 0 0 0,-1 0 0 0 0,0-1-1 0 0,0 1 1 0 0,-14 15 0 0 0,6-8-413 0 0,-1-1 0 0 0,-18 16 1 0 0,-34 20-5764 0 0,45-39-810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1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0 239 3681 0 0,'10'3'734'0'0,"-1"0"0"0"0,1-1 0 0 0,0 0 0 0 0,0 0 0 0 0,0-1 0 0 0,0-1 0 0 0,-1 0 0 0 0,1 0 1 0 0,0-1-1 0 0,0 0 0 0 0,0 0 0 0 0,0-1 0 0 0,13-5 0 0 0,-9 2-219 0 0,0 0 1 0 0,0-1-1 0 0,-1-1 1 0 0,0 0-1 0 0,0 0 1 0 0,0-2-1 0 0,-1 1 1 0 0,14-15-1 0 0,-22 20-446 0 0,-1 0 0 0 0,0 0 0 0 0,0 0 0 0 0,0-1 0 0 0,0 1 1 0 0,0-1-1 0 0,-1 0 0 0 0,0 0 0 0 0,0 0 0 0 0,0 0 0 0 0,0 0 0 0 0,0-1 0 0 0,-1 1 0 0 0,0 0 0 0 0,0-1 0 0 0,0 1 0 0 0,0-6 0 0 0,-2 5-36 0 0,1 0-1 0 0,-1-1 1 0 0,0 1 0 0 0,-1 0-1 0 0,1 1 1 0 0,-1-1-1 0 0,0 0 1 0 0,-1 0 0 0 0,1 1-1 0 0,-1-1 1 0 0,0 1 0 0 0,0 0-1 0 0,0 0 1 0 0,-7-7 0 0 0,-3 0 6 0 0,5 14-67 0 0,3 27 179 0 0,5-16-59 0 0,0 1 0 0 0,1-1-1 0 0,1 0 1 0 0,0 0-1 0 0,1 0 1 0 0,0 0 0 0 0,1-1-1 0 0,0 1 1 0 0,1-1 0 0 0,1 0-1 0 0,0 0 1 0 0,1-1-1 0 0,1 0 1 0 0,-1 0 0 0 0,2 0-1 0 0,0-1 1 0 0,0-1 0 0 0,1 1-1 0 0,0-1 1 0 0,1-1-1 0 0,0 0 1 0 0,0-1 0 0 0,1 0-1 0 0,0 0 1 0 0,1-2 0 0 0,-1 1-1 0 0,1-2 1 0 0,0 1-1 0 0,21 4 1 0 0,-7-6-224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10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21661 0 0,'15'11'960'0'0,"-5"-3"192"0"0,0 0-920 0 0,-4-2-232 0 0,0-2 0 0 0,-3-2 0 0 0,-1 4-320 0 0,5-1-104 0 0,4 4-24 0 0,3-7-8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7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0 968 9674 0 0,'143'11'3046'0'0,"-79"-5"-2985"0"0,74 0 1 0 0,414-50 689 0 0,-255 16-29 0 0,1454-167 3578 0 0,-153 9-2477 0 0,-246 30-481 0 0,-715 84-1126 0 0,168-21 0 0 0,-212 19-91 0 0,75-10-50 0 0,-284 33-2260 0 0,-343 44-5096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7.7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0 1376 0 0,'-9'18'277'0'0,"0"0"0"0"0,-20 30 0 0 0,-2 1-396 0 0,30-48 105 0 0,1-1 0 0 0,0 1-1 0 0,-1-1 1 0 0,1 1-1 0 0,0-1 1 0 0,-1 1-1 0 0,1-1 1 0 0,0 1-1 0 0,0 0 1 0 0,-1-1 0 0 0,1 1-1 0 0,0-1 1 0 0,0 1-1 0 0,0 0 1 0 0,0-1-1 0 0,0 1 1 0 0,0-1-1 0 0,0 1 1 0 0,0 0-1 0 0,0-1 1 0 0,0 1 0 0 0,0-1-1 0 0,1 1 1 0 0,-1 0-1 0 0,0-1 1 0 0,0 1-1 0 0,0-1 1 0 0,1 1-1 0 0,-1-1 1 0 0,0 1 0 0 0,1-1-1 0 0,-1 1 1 0 0,1-1-1 0 0,-1 1 1 0 0,1 0-1 0 0,0-1-6 0 0,0 1-1 0 0,0-1 1 0 0,0 0-1 0 0,0 0 0 0 0,0 1 1 0 0,0-1-1 0 0,-1 0 1 0 0,1 0-1 0 0,0 0 1 0 0,0 0-1 0 0,0 0 0 0 0,0 0 1 0 0,0-1-1 0 0,0 1 1 0 0,0 0-1 0 0,0 0 1 0 0,0-1-1 0 0,0 1 1 0 0,-1 0-1 0 0,1-1 0 0 0,0 1 1 0 0,1-1-1 0 0,3-2 22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8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36 165 4609 0 0,'8'-41'912'0'0,"6"-34"2661"0"0,-10 26 5145 0 0,5 136-3982 0 0,-1-13-4583 0 0,-10 61 66 0 0,-6 1 0 0 0,-26 143 1 0 0,16-143-182 0 0,16-118-73 0 0,1-10-110 0 0,1 0 0 0 0,-1 0 0 0 0,-1-1 0 0 0,1 1-1 0 0,-1 0 1 0 0,-5 12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8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1 149 2304 0 0,'1'-7'180'0'0,"1"1"-1"0"0,0-1 0 0 0,0 1 1 0 0,0 0-1 0 0,1 0 0 0 0,0 0 0 0 0,6-10 1 0 0,-5 11 404 0 0,0 0 0 0 0,0 0 0 0 0,0 1 1 0 0,1-1-1 0 0,0 1 0 0 0,0 0 1 0 0,0 1-1 0 0,0-1 0 0 0,1 1 0 0 0,-1 0 1 0 0,1 0-1 0 0,0 1 0 0 0,7-3 1 0 0,-8 4-212 0 0,-1 0 0 0 0,1 0 0 0 0,-1 1 0 0 0,0 0 0 0 0,1 0 0 0 0,-1 0 1 0 0,1 0-1 0 0,-1 1 0 0 0,0 0 0 0 0,1-1 0 0 0,-1 2 0 0 0,0-1 1 0 0,0 0-1 0 0,1 1 0 0 0,-1 0 0 0 0,0 0 0 0 0,-1 0 0 0 0,1 0 0 0 0,0 1 1 0 0,-1 0-1 0 0,1-1 0 0 0,-1 1 0 0 0,4 4 0 0 0,8 10 98 0 0,0 0 0 0 0,-1 0 0 0 0,16 26-1 0 0,-21-28-371 0 0,32 52 174 0 0,42 92 1 0 0,-50-91-280 0 0,-30-61 6 0 0,1 0 0 0 0,0-1 0 0 0,1 1 0 0 0,0-1 0 0 0,5 7 0 0 0,-9-12 0 0 0,0-1 0 0 0,-1 1 0 0 0,1 0 0 0 0,0 0 0 0 0,0-1 0 0 0,0 1 0 0 0,0-1 0 0 0,0 1 0 0 0,0-1 0 0 0,0 1 0 0 0,0-1 0 0 0,0 1 0 0 0,0-1 0 0 0,0 0 0 0 0,0 0 0 0 0,0 0 0 0 0,0 1 0 0 0,2-1 0 0 0,-2-1 0 0 0,0 1 0 0 0,0-1 0 0 0,0 1 0 0 0,0-1 0 0 0,0 0 0 0 0,0 1 0 0 0,0-1 0 0 0,0 0 0 0 0,0 0 0 0 0,0 0 0 0 0,0 0 0 0 0,-1 1 0 0 0,1-1 0 0 0,0 0 0 0 0,-1 0 0 0 0,1-1 0 0 0,-1 1 0 0 0,1 0 0 0 0,-1 0 0 0 0,1 0 0 0 0,-1-2 0 0 0,12-36-1 0 0,-2 0 0 0 0,9-77 0 0 0,-4 16-60 0 0,-11 76 92 0 0,2-7-64 0 0,10-35 1 0 0,-14 59 65 0 0,0 1-1 0 0,1-1 1 0 0,-1 1 0 0 0,2 0 0 0 0,-1 0 0 0 0,0 0 0 0 0,1 0 0 0 0,0 0-1 0 0,1 1 1 0 0,-1 0 0 0 0,8-7 0 0 0,-10 11-12 0 0,-1 0 0 0 0,1 0 0 0 0,0 0 0 0 0,0 0 0 0 0,0 0 0 0 0,0 0 0 0 0,0 1 0 0 0,0-1 0 0 0,0 1 0 0 0,0 0 0 0 0,0-1 0 0 0,0 1 0 0 0,0 0 0 0 0,0 0 0 0 0,1 0 1 0 0,-1 0-1 0 0,0 1 0 0 0,0-1 0 0 0,0 1 0 0 0,0-1 0 0 0,0 1 0 0 0,0 0 0 0 0,0-1 0 0 0,0 1 0 0 0,0 0 0 0 0,-1 0 0 0 0,1 0 0 0 0,0 1 0 0 0,-1-1 0 0 0,1 0 0 0 0,0 1 0 0 0,-1-1 0 0 0,1 1 0 0 0,-1-1 0 0 0,1 3 0 0 0,7 6 39 0 0,-2 0-1 0 0,1 0 1 0 0,-1 1-1 0 0,7 15 1 0 0,32 65 34 0 0,59 110 133 0 0,-34-58-1458 0 0,-61-119 582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8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41 5065 0 0,'0'-1'332'0'0,"1"-1"-1"0"0,-1 1 1 0 0,1 0-1 0 0,-1 0 1 0 0,0 0 0 0 0,0 0-1 0 0,1-1 1 0 0,-1 1-1 0 0,0 0 1 0 0,0 0-1 0 0,0-1 1 0 0,0 1 0 0 0,-1 0-1 0 0,1 0 1 0 0,0 0-1 0 0,0-1 1 0 0,-1 1 0 0 0,1 0-1 0 0,-1 0 1 0 0,1 0-1 0 0,-1 0 1 0 0,1 0-1 0 0,-1 0 1 0 0,0 0 0 0 0,1 0-1 0 0,-1 0 1 0 0,0 0-1 0 0,0 0 1 0 0,0 0-1 0 0,0 0 1 0 0,0 1 0 0 0,0-1-1 0 0,0 0 1 0 0,0 1-1 0 0,0-1 1 0 0,-2 0 0 0 0,2 0-167 0 0,-1 1 1 0 0,1 0-1 0 0,-1 0 1 0 0,0 0-1 0 0,1-1 1 0 0,-1 2 0 0 0,0-1-1 0 0,1 0 1 0 0,-1 0-1 0 0,1 0 1 0 0,-1 1 0 0 0,1-1-1 0 0,-1 1 1 0 0,0-1-1 0 0,1 1 1 0 0,0-1-1 0 0,-1 1 1 0 0,1 0 0 0 0,-1 0-1 0 0,1 0 1 0 0,0 0-1 0 0,0 0 1 0 0,-1 0-1 0 0,1 0 1 0 0,0 0 0 0 0,0 1-1 0 0,0-1 1 0 0,-1 2-1 0 0,-8 14-64 0 0,1 0 0 0 0,1 1 0 0 0,1 0 0 0 0,0 0 0 0 0,-4 21 0 0 0,1 5-113 0 0,-5 48 0 0 0,14-81-92 0 0,0 1 0 0 0,1-1 0 0 0,0 1 0 0 0,1-1-1 0 0,3 17 1 0 0,-4-26 15 0 0,1 0 0 0 0,-1 0 0 0 0,1 0 0 0 0,0 1 0 0 0,-1-1-1 0 0,1 0 1 0 0,0 0 0 0 0,1-1 0 0 0,-1 1 0 0 0,0 0 0 0 0,0 0-1 0 0,1 0 1 0 0,-1-1 0 0 0,1 1 0 0 0,2 1 0 0 0,-3-3-31 0 0,1 1 0 0 0,-1 0 0 0 0,1-1 0 0 0,0 1 0 0 0,-1-1 0 0 0,1 1 0 0 0,0-1 0 0 0,0 0 0 0 0,-1 0 0 0 0,1 0 0 0 0,0 0 0 0 0,-1 0 0 0 0,1 0 0 0 0,0-1 0 0 0,0 1 0 0 0,-1 0 0 0 0,1-1 0 0 0,0 0 0 0 0,-1 1 0 0 0,1-1 0 0 0,-1 0 0 0 0,3-1 0 0 0,2-1-191 0 0,0-1 0 0 0,-1 1 0 0 0,1-1 0 0 0,-1-1 0 0 0,0 1 0 0 0,0-1 0 0 0,0 0 0 0 0,0 0 0 0 0,-1 0 0 0 0,0-1 0 0 0,0 1 0 0 0,-1-1 0 0 0,1 0 0 0 0,2-7 0 0 0,2-9 298 0 0,-1 0 0 0 0,9-42 0 0 0,-11 42 1855 0 0,0 0-1 0 0,13-32 1 0 0,-17 53-1706 0 0,-1-1 0 0 0,1 0 1 0 0,0 0-1 0 0,-1 1 1 0 0,1-1-1 0 0,0 1 0 0 0,0-1 1 0 0,0 1-1 0 0,0-1 0 0 0,1 1 1 0 0,-1 0-1 0 0,0-1 0 0 0,0 1 1 0 0,1 0-1 0 0,-1 0 1 0 0,1 0-1 0 0,-1 0 0 0 0,1 0 1 0 0,0 0-1 0 0,-1 1 0 0 0,1-1 1 0 0,0 0-1 0 0,-1 1 1 0 0,1-1-1 0 0,0 1 0 0 0,2 0 1 0 0,-2 0-90 0 0,0 1 1 0 0,0-1-1 0 0,0 1 1 0 0,-1 0-1 0 0,1-1 1 0 0,0 1-1 0 0,0 0 1 0 0,-1 0-1 0 0,1 1 1 0 0,-1-1-1 0 0,1 0 1 0 0,-1 0-1 0 0,1 1 1 0 0,-1-1-1 0 0,0 1 1 0 0,1-1-1 0 0,-1 1 1 0 0,0 0-1 0 0,0-1 1 0 0,0 1-1 0 0,-1 0 1 0 0,1 0 0 0 0,1 3-1 0 0,9 27 242 0 0,10 52 0 0 0,-18-64-363 0 0,2 0 1 0 0,0 0-1 0 0,1 0 0 0 0,1-1 0 0 0,1 1 1 0 0,1-2-1 0 0,16 28 0 0 0,-8-25-426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9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11058 0 0,'1'5'705'0'0,"1"-1"-1"0"0,0 0 0 0 0,0 0 1 0 0,1 0-1 0 0,-1 0 0 0 0,1 0 0 0 0,0 0 1 0 0,0-1-1 0 0,5 6 0 0 0,-3-4-218 0 0,14 19 252 0 0,-1-1 1 0 0,-2 2 0 0 0,0 0-1 0 0,-1 1 1 0 0,-1 1 0 0 0,10 31-1 0 0,-20-48-761 0 0,-2 0-1 0 0,1 1 1 0 0,-1-1 0 0 0,-1 0-1 0 0,0 1 1 0 0,0-1-1 0 0,-1 1 1 0 0,-1-1 0 0 0,-1 12-1 0 0,0-14 24 0 0,0 0 1 0 0,0 0-1 0 0,-1 0 0 0 0,0-1 0 0 0,0 1 0 0 0,-1-1 1 0 0,0 0-1 0 0,0 0 0 0 0,-1 0 0 0 0,0-1 1 0 0,0 0-1 0 0,0 1 0 0 0,-8 5 0 0 0,8-8-79 0 0,0 1 0 0 0,0-1 0 0 0,-1-1 0 0 0,1 1 0 0 0,-1-1 0 0 0,0 0 0 0 0,0 0 0 0 0,0-1 0 0 0,-10 4 0 0 0,-9-1-532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9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1 146 15003 0 0,'0'-5'145'0'0,"-1"0"0"0"0,1 0 0 0 0,0 0 0 0 0,0 0 0 0 0,1 0 0 0 0,0 0 0 0 0,0 0 0 0 0,0 0 0 0 0,0 0 0 0 0,1 0 0 0 0,-1 1 0 0 0,1-1-1 0 0,1 0 1 0 0,-1 1 0 0 0,0 0 0 0 0,1 0 0 0 0,0-1 0 0 0,4-3 0 0 0,0-2 729 0 0,13-17 1453 0 0,-19 26-2221 0 0,0 0 0 0 0,0-1-1 0 0,1 1 1 0 0,-1 0 0 0 0,0 0 0 0 0,0 0 0 0 0,1 0 0 0 0,-1 0 0 0 0,0 0-1 0 0,1 1 1 0 0,-1-1 0 0 0,1 0 0 0 0,-1 1 0 0 0,1-1 0 0 0,2 0 0 0 0,-2 2-97 0 0,0 1 0 0 0,0-1 0 0 0,-1 0 1 0 0,1 1-1 0 0,0-1 0 0 0,-1 1 0 0 0,1-1 1 0 0,-1 1-1 0 0,0 0 0 0 0,0-1 0 0 0,1 1 1 0 0,0 4-1 0 0,8 7-56 0 0,2-3-33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49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0 2304 0 0,'-41'50'7638'0'0,"6"7"-3563"0"0,24-34-3333 0 0,1 0-1 0 0,0 1 1 0 0,2 1 0 0 0,1-1-1 0 0,-7 46 1 0 0,14-63-586 0 0,-1 1 0 0 0,1 0 0 0 0,0-1 0 0 0,1 1 0 0 0,0 0 1 0 0,0-1-1 0 0,0 1 0 0 0,1-1 0 0 0,0 1 0 0 0,1-1 0 0 0,0 0 1 0 0,5 10-1 0 0,-7-15-140 0 0,1 0 1 0 0,-1 1-1 0 0,1-1 0 0 0,-1 0 1 0 0,1 0-1 0 0,0 0 1 0 0,0 0-1 0 0,0-1 1 0 0,0 1-1 0 0,0 0 0 0 0,1-1 1 0 0,-1 0-1 0 0,0 1 1 0 0,1-1-1 0 0,-1 0 0 0 0,1 0 1 0 0,-1 0-1 0 0,1-1 1 0 0,0 1-1 0 0,-1 0 0 0 0,1-1 1 0 0,0 0-1 0 0,-1 0 1 0 0,1 0-1 0 0,0 0 1 0 0,-1 0-1 0 0,1 0 0 0 0,0-1 1 0 0,-1 1-1 0 0,1-1 1 0 0,0 0-1 0 0,-1 0 0 0 0,1 0 1 0 0,-1 0-1 0 0,0 0 1 0 0,1 0-1 0 0,3-4 1 0 0,0 1 7 0 0,0 0 0 0 0,-1-1 0 0 0,1 1 0 0 0,-1-1 0 0 0,-1 0 0 0 0,1-1 0 0 0,-1 1 0 0 0,0-1 0 0 0,0 0 0 0 0,0 0 0 0 0,-1 0 0 0 0,0-1 0 0 0,0 1 1 0 0,-1-1-1 0 0,0 1 0 0 0,0-1 0 0 0,1-8 0 0 0,0 1 48 0 0,-1 1 0 0 0,-1-1-1 0 0,0-1 1 0 0,0 1 0 0 0,-2 0 0 0 0,0 0 0 0 0,-4-22 0 0 0,3 25-175 0 0,-1 1 0 0 0,0-1 0 0 0,0 0 0 0 0,-1 1 0 0 0,0 0 0 0 0,-1 0 0 0 0,0 0 0 0 0,-1 1 0 0 0,0-1 0 0 0,0 1 0 0 0,-1 1 0 0 0,0-1 1 0 0,0 1-1 0 0,-1 0 0 0 0,-13-10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0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1 164 21661 0 0,'12'-10'1724'0'0,"-10"9"-1898"0"0,-1 0-1 0 0,1 0 0 0 0,0 0 1 0 0,-1 0-1 0 0,1 1 0 0 0,0-1 1 0 0,-1 1-1 0 0,1 0 1 0 0,0-1-1 0 0,0 1 0 0 0,-1 0 1 0 0,1 0-1 0 0,0 0 0 0 0,0 0 1 0 0,-1 0-1 0 0,1 0 0 0 0,0 1 1 0 0,0-1-1 0 0,2 1 1 0 0,14 7 1304 0 0,1 5-928 0 0,-1 0-1 0 0,-1 0 0 0 0,0 2 1 0 0,-1 0-1 0 0,25 31 0 0 0,-75-130 1516 0 0,27 63-1586 0 0,2 0 0 0 0,-5-31 0 0 0,9 46-369 0 0,0-1 1 0 0,1 0-1 0 0,0 0 0 0 0,0 0 1 0 0,1 0-1 0 0,0 0 1 0 0,0 0-1 0 0,1 0 1 0 0,-1 0-1 0 0,1 1 0 0 0,6-13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0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15203 0 0,'19'21'894'0'0,"52"63"3308"0"0,-63-73-4014 0 0,-1 0-1 0 0,0 1 1 0 0,0 0 0 0 0,-1 0-1 0 0,-1 0 1 0 0,5 13 0 0 0,-10-21 157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0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11522 0 0,'6'16'8297'0'0,"-10"18"-5405"0"0,1-3-4056 0 0,4-19 816 0 0,2 3 169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0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15843 0 0,'7'-11'6366'0'0,"-7"13"-6299"0"0,1-1 0 0 0,-1 1 0 0 0,1 0 0 0 0,-1 0 0 0 0,0-1-1 0 0,0 1 1 0 0,0 0 0 0 0,0 0 0 0 0,0-1 0 0 0,0 1 0 0 0,-1 2 0 0 0,1 0 41 0 0,6 198 1079 0 0,-6-111-1260 0 0,5-1-1 0 0,23 138 0 0 0,-24-211-257 0 0,1 0 0 0 0,0-1-1 0 0,10 20 1 0 0,-5-16-833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0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9218 0 0,'-1'2'2456'0'0,"1"-2"-2393"0"0,13 0 1250 0 0,18-3-216 0 0,95-33 12 0 0,-54 14-3027 0 0,-41 13 1023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1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1840 0 0,'28'9'4963'0'0,"-24"-7"-4369"0"0,0 0 0 0 0,0 0-1 0 0,0 1 1 0 0,-1 0 0 0 0,1 0 0 0 0,-1 0 0 0 0,0 0 0 0 0,0 0 0 0 0,0 1-1 0 0,0-1 1 0 0,0 1 0 0 0,-1 0 0 0 0,3 4 0 0 0,0 3 886 0 0,-1 0-1 0 0,0 0 1 0 0,3 19 0 0 0,-6-21-1245 0 0,1 0 0 0 0,1 0 0 0 0,0 0 0 0 0,0 0 0 0 0,0-1 1 0 0,1 1-1 0 0,9 13 0 0 0,-12-21-235 0 0,0 0 0 0 0,0 1 0 0 0,0-1 0 0 0,0 0-1 0 0,0 0 1 0 0,0 0 0 0 0,1 0 0 0 0,-1-1 0 0 0,0 1 0 0 0,0 0 0 0 0,1 0 0 0 0,-1-1 0 0 0,1 1 0 0 0,-1-1-1 0 0,0 1 1 0 0,1-1 0 0 0,-1 0 0 0 0,1 1 0 0 0,-1-1 0 0 0,4 0 0 0 0,-2 0 0 0 0,1-1 1 0 0,-1 0-1 0 0,0 1 1 0 0,1-1-1 0 0,-1 0 1 0 0,0 0-1 0 0,0-1 1 0 0,0 1-1 0 0,3-3 1 0 0,7-4-16 0 0,-1 0 1 0 0,-1-1 0 0 0,15-15-1 0 0,-24 22 6 0 0,3-3 34 0 0,0 0-1 0 0,1 0 1 0 0,-1 0-1 0 0,1 1 1 0 0,0 0 0 0 0,13-6-1 0 0,-17 9-6 0 0,0 1 0 0 0,-1-1 0 0 0,1 1 0 0 0,0 0 0 0 0,-1 0 0 0 0,1 0 0 0 0,0 0 0 0 0,0 0 0 0 0,-1 0 0 0 0,1 0 0 0 0,0 0 0 0 0,0 1 0 0 0,-1-1 0 0 0,1 1 0 0 0,-1-1 0 0 0,1 1 0 0 0,0 0-1 0 0,-1-1 1 0 0,1 1 0 0 0,-1 0 0 0 0,1 0 0 0 0,-1 0 0 0 0,0 0 0 0 0,1 1 0 0 0,-1-1 0 0 0,0 0 0 0 0,0 0 0 0 0,0 1 0 0 0,0-1 0 0 0,0 1 0 0 0,0-1 0 0 0,0 1 0 0 0,-1-1 0 0 0,1 1 0 0 0,0 2 0 0 0,3 5 42 0 0,0 1 1 0 0,-1-1 0 0 0,-1 1-1 0 0,0 0 1 0 0,0 0 0 0 0,-1 1 0 0 0,0-1-1 0 0,0 0 1 0 0,-1 0 0 0 0,-1 0-1 0 0,0 1 1 0 0,0-1 0 0 0,-1 0-1 0 0,0 0 1 0 0,-4 9 0 0 0,-4 12 18 0 0,-1-1 0 0 0,-2 0 0 0 0,-23 41 0 0 0,-10 4-794 0 0,-4-2 0 0 0,-82 94 0 0 0,102-132-7480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1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 2 10594 0 0,'-1'-1'224'0'0,"0"1"-1"0"0,0 0 0 0 0,0 0 1 0 0,0-1-1 0 0,0 1 0 0 0,-1 0 1 0 0,1 0-1 0 0,0 0 0 0 0,0 0 1 0 0,0 0-1 0 0,0 1 0 0 0,0-1 1 0 0,0 0-1 0 0,0 0 0 0 0,0 1 0 0 0,0-1 1 0 0,0 1-1 0 0,0-1 0 0 0,0 1 1 0 0,-1 0-1 0 0,-22 12 1514 0 0,23-13-1709 0 0,-11 8 258 0 0,-1 2-1 0 0,2-1 1 0 0,-1 2 0 0 0,1-1-1 0 0,1 1 1 0 0,0 1-1 0 0,0 0 1 0 0,1 1 0 0 0,1-1-1 0 0,-9 19 1 0 0,6-9 138 0 0,1 0-1 0 0,0 1 1 0 0,2 1 0 0 0,1 0-1 0 0,-7 40 1 0 0,13-56-618 0 0,0 0 0 0 0,1 1 1 0 0,-1-1-1 0 0,2 0 0 0 0,-1 1 1 0 0,1-1-1 0 0,0 0 0 0 0,4 13 0 0 0,-4-19 58 0 0,0 1 0 0 0,0 0 0 0 0,0-1 0 0 0,0 1-1 0 0,1 0 1 0 0,-1-1 0 0 0,1 1 0 0 0,0-1 0 0 0,0 0-1 0 0,0 0 1 0 0,0 0 0 0 0,0 0 0 0 0,0 0 0 0 0,0 0-1 0 0,1 0 1 0 0,-1-1 0 0 0,1 1 0 0 0,-1-1 0 0 0,1 1-1 0 0,-1-1 1 0 0,1 0 0 0 0,0 0 0 0 0,0-1 0 0 0,-1 1-1 0 0,1 0 1 0 0,0-1 0 0 0,5 1 0 0 0,11-2-6174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2.0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 0 12443 0 0,'-3'1'409'0'0,"-1"0"1"0"0,1-1-1 0 0,-1 2 1 0 0,1-1-1 0 0,0 0 1 0 0,-1 1-1 0 0,1-1 1 0 0,0 1 0 0 0,0 0-1 0 0,0 0 1 0 0,0 0-1 0 0,1 0 1 0 0,-1 1-1 0 0,0-1 1 0 0,1 1-1 0 0,0 0 1 0 0,-1-1-1 0 0,1 1 1 0 0,-3 5-1 0 0,-4 7 176 0 0,1 0-1 0 0,-11 27 0 0 0,11-23-519 0 0,2 1 0 0 0,0-1 0 0 0,1 1 0 0 0,-4 29 0 0 0,8-41-67 0 0,0-1 0 0 0,1 1 1 0 0,0-1-1 0 0,0 1 0 0 0,1-1 1 0 0,0 1-1 0 0,0-1 1 0 0,1 0-1 0 0,0 1 0 0 0,0-1 1 0 0,0 0-1 0 0,1 0 1 0 0,0 0-1 0 0,1-1 0 0 0,5 10 1 0 0,-8-15-31 0 0,1 1 1 0 0,-1-1-1 0 0,0 0 0 0 0,1 0 1 0 0,-1 1-1 0 0,0-1 0 0 0,1 0 1 0 0,-1-1-1 0 0,1 1 1 0 0,0 0-1 0 0,-1 0 0 0 0,1-1 1 0 0,0 1-1 0 0,-1-1 0 0 0,1 1 1 0 0,0-1-1 0 0,-1 0 0 0 0,1 1 1 0 0,0-1-1 0 0,0 0 1 0 0,0 0-1 0 0,-1-1 0 0 0,1 1 1 0 0,0 0-1 0 0,0 0 0 0 0,-1-1 1 0 0,1 1-1 0 0,0-1 0 0 0,-1 0 1 0 0,1 1-1 0 0,-1-1 1 0 0,1 0-1 0 0,-1 0 0 0 0,1 0 1 0 0,-1 0-1 0 0,1 0 0 0 0,1-2 1 0 0,7-6-859 0 0,1 0 0 0 0,-2-1 1 0 0,16-19-1 0 0,-17 20 636 0 0,7-10 220 0 0,-4 0 34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2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 7834 0 0,'0'-1'490'0'0,"1"-1"0"0"0,0 1 1 0 0,-1 0-1 0 0,1-1 0 0 0,0 1 1 0 0,0 0-1 0 0,0-1 1 0 0,0 1-1 0 0,1-1 491 0 0,-1 1-491 0 0,2-1 0 0 0,-3 1-400 0 0,0 1 0 0 0,0 0-1 0 0,1 0 1 0 0,-1-1 0 0 0,0 1-1 0 0,0 0 1 0 0,0 0 0 0 0,1-1-1 0 0,-1 1 1 0 0,0 0-1 0 0,0 0 1 0 0,1 0 0 0 0,-1 0-1 0 0,0-1 1 0 0,1 1 0 0 0,-1 0-1 0 0,0 0 1 0 0,0 0 0 0 0,1 0-1 0 0,-1 0 1 0 0,0 0-1 0 0,1 0 1 0 0,-1 0 0 0 0,0 0-1 0 0,1 0 1 0 0,-1 0 0 0 0,0 0-1 0 0,0 0 1 0 0,1 0 0 0 0,-1 0-1 0 0,0 0 1 0 0,1 0 0 0 0,-1 0-1 0 0,0 0 1 0 0,1 0-1 0 0,-1 1 1 0 0,0-1 0 0 0,0 0-1 0 0,1 0 1 0 0,-1 0 0 0 0,0 0-1 0 0,0 1 1 0 0,1-1 0 0 0,-1 0-1 0 0,0 0 1 0 0,0 1 0 0 0,0-1-1 0 0,1 0 1 0 0,-1 0-1 0 0,0 1 1 0 0,0-1 0 0 0,0 0-1 0 0,0 1 1 0 0,0-1 0 0 0,0 0-1 0 0,0 0 1 0 0,0 1 0 0 0,0-1-1 0 0,1 0 1 0 0,-1 1 0 0 0,0-1-1 0 0,0 0 1 0 0,-1 1-1 0 0,1-1 1 0 0,0 0 0 0 0,0 1-1 0 0,0-1 1 0 0,0 0 0 0 0,0 22 198 0 0,2-1 0 0 0,0 0 1 0 0,1 0-1 0 0,1 0 0 0 0,1 0 0 0 0,0-1 1 0 0,2 1-1 0 0,1-2 0 0 0,0 1 1 0 0,1-1-1 0 0,14 21 0 0 0,-19-35-302 0 0,1 1 0 0 0,0-1-1 0 0,0 1 1 0 0,1-1 0 0 0,6 4 0 0 0,2 0-413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2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2473 0 0,'56'22'3898'0'0,"-41"-17"-2206"0"0,0 1 0 0 0,-1 0-1 0 0,0 1 1 0 0,19 11 0 0 0,-30-16-1416 0 0,0 1-1 0 0,1-1 1 0 0,-1 1-1 0 0,0 0 1 0 0,-1 0-1 0 0,1 0 1 0 0,0 0 0 0 0,-1 1-1 0 0,0-1 1 0 0,1 1-1 0 0,-2 0 1 0 0,1-1-1 0 0,0 1 1 0 0,-1 0 0 0 0,1 0-1 0 0,-1 0 1 0 0,0 0-1 0 0,-1 0 1 0 0,1 0-1 0 0,-1 0 1 0 0,1 5-1 0 0,-1-8-242 0 0,0-1-1 0 0,0 0 1 0 0,0 0-1 0 0,0 0 1 0 0,0 1-1 0 0,0-1 0 0 0,0 0 1 0 0,0 1-1 0 0,0-1 1 0 0,0 0-1 0 0,0 0 0 0 0,0 1 1 0 0,0-1-1 0 0,0 0 1 0 0,0 0-1 0 0,0 1 1 0 0,0-1-1 0 0,0 0 0 0 0,0 0 1 0 0,0 1-1 0 0,0-1 1 0 0,0 0-1 0 0,-1 0 0 0 0,1 0 1 0 0,0 1-1 0 0,0-1 1 0 0,0 0-1 0 0,0 0 0 0 0,-1 0 1 0 0,1 1-1 0 0,0-1 1 0 0,0 0-1 0 0,0 0 1 0 0,-1 0-1 0 0,1 0 0 0 0,0 0 1 0 0,0 0-1 0 0,-1 1 1 0 0,1-1-1 0 0,0 0 0 0 0,0 0 1 0 0,-1 0-1 0 0,1 0 1 0 0,0 0-1 0 0,-12-9 497 0 0,-7-16-292 0 0,14 16-240 0 0,0 0 0 0 0,0 0 0 0 0,2 0 0 0 0,-1 0 0 0 0,1-1 0 0 0,0 1 0 0 0,1-1 0 0 0,0 0 0 0 0,0 0 0 0 0,1 1 0 0 0,1-18 0 0 0,0 16-1669 0 0,2 1 0 0 0,-1-1 0 0 0,5-16 0 0 0,2 3-5375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2.9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8290 0 0,'11'16'1183'0'0,"-1"-1"0"0"0,-1 1 0 0 0,0 1 0 0 0,-2 0 0 0 0,1 0 0 0 0,4 20-1 0 0,-3-2-572 0 0,-1 0-1 0 0,3 42 1 0 0,-10-66-877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3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11979 0 0,'2'-7'1064'0'0,"0"3"-848"0"0,2 0-216 0 0,-1 0 0 0 0,0 1 800 0 0,0 2 112 0 0,1-2 24 0 0,3-1 9 0 0,4-3-369 0 0,4-3-80 0 0,0 2-16 0 0,0 0 0 0 0,2 0-1080 0 0,-4 1-216 0 0,2 3-48 0 0,2 1-1 0 0,1 3 729 0 0,1 1 136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4.3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26 134 4145 0 0,'-1'0'154'0'0,"-1"0"1"0"0,1 0-1 0 0,0-1 1 0 0,0 1-1 0 0,0 0 1 0 0,0-1-1 0 0,0 1 1 0 0,0-1-1 0 0,-1 1 0 0 0,1-1 1 0 0,0 1-1 0 0,0-1 1 0 0,0 0-1 0 0,1 1 1 0 0,-1-1-1 0 0,0 0 1 0 0,0 0-1 0 0,0 0 1 0 0,1 0-1 0 0,-1 0 0 0 0,0 0 1 0 0,1 0-1 0 0,-1 0 1 0 0,1 0-1 0 0,-1 0 1 0 0,1 0-1 0 0,-1 0 1 0 0,1 0-1 0 0,0-1 1 0 0,-1 1-1 0 0,1 0 1 0 0,0 0-1 0 0,0 0 0 0 0,0-1 1 0 0,0 1-1 0 0,0 0 1 0 0,0 0-1 0 0,1 0 1 0 0,-1 0-1 0 0,0-1 1 0 0,1-1-1 0 0,-1 1 57 0 0,1 1-1 0 0,-1-1 1 0 0,1 0-1 0 0,-1 0 1 0 0,1 0-1 0 0,0 1 1 0 0,0-1 0 0 0,-1 0-1 0 0,1 1 1 0 0,0-1-1 0 0,1 0 1 0 0,-1 1-1 0 0,0 0 1 0 0,0-1 0 0 0,1 1-1 0 0,-1 0 1 0 0,0-1-1 0 0,1 1 1 0 0,0 0-1 0 0,-1 0 1 0 0,1 0-1 0 0,-1 0 1 0 0,1 1 0 0 0,0-1-1 0 0,0 0 1 0 0,0 1-1 0 0,-1-1 1 0 0,1 1-1 0 0,2-1 1 0 0,0 2-10 0 0,-1-1 0 0 0,0 1 0 0 0,0 0 0 0 0,1 0 0 0 0,-1 0 0 0 0,0 0 0 0 0,0 1 0 0 0,0-1 0 0 0,0 1 0 0 0,0 0 0 0 0,0 0 0 0 0,-1 0 1 0 0,1 0-1 0 0,-1 0 0 0 0,1 1 0 0 0,-1-1 0 0 0,0 1 0 0 0,0-1 0 0 0,0 1 0 0 0,0 0 0 0 0,0 0 0 0 0,-1 0 0 0 0,1 0 0 0 0,0 4 0 0 0,7 13-116 0 0,-2 0-1 0 0,8 37 1 0 0,-8-32 183 0 0,-2-8-254 0 0,-1-6 32 0 0,-1 0 0 0 0,0 0 0 0 0,-1 0 0 0 0,0 0 0 0 0,0 0 0 0 0,-1 21 0 0 0,-1-32-34 0 0,0 0 0 0 0,0 1 0 0 0,0-1 0 0 0,0 0 0 0 0,0 0 0 0 0,0 0-1 0 0,0 0 1 0 0,0 0 0 0 0,0 0 0 0 0,0 0 0 0 0,-1 0 0 0 0,1 0 0 0 0,0 0 0 0 0,0 0 0 0 0,0 0 0 0 0,0 1 0 0 0,0-1 0 0 0,0 0 0 0 0,0 0 0 0 0,0 0 0 0 0,0 0 0 0 0,0 0 0 0 0,0 0-1 0 0,-1 0 1 0 0,1 0 0 0 0,0 0 0 0 0,0 0 0 0 0,0 0 0 0 0,0 0 0 0 0,0 0 0 0 0,0 0 0 0 0,0 0 0 0 0,0 0 0 0 0,0 0 0 0 0,-1 0 0 0 0,1 0 0 0 0,0 0 0 0 0,0 0 0 0 0,0 0 0 0 0,0 0-1 0 0,0 0 1 0 0,0 0 0 0 0,0 0 0 0 0,0 0 0 0 0,0-1 0 0 0,0 1 0 0 0,-1 0 0 0 0,1 0 0 0 0,0 0 0 0 0,0 0 0 0 0,0 0 0 0 0,0 0 0 0 0,0 0 0 0 0,0 0 0 0 0,0 0 0 0 0,0 0 0 0 0,0 0-1 0 0,0 0 1 0 0,0-1 0 0 0,0 1 0 0 0,0 0 0 0 0,0 0 0 0 0,0 0 0 0 0,0 0 0 0 0,0 0 0 0 0,0 0 0 0 0,-8-12 439 0 0,-5-13 22 0 0,7 5-377 0 0,1-1 0 0 0,0 0 0 0 0,2 0 0 0 0,0 0 0 0 0,1 0 0 0 0,2-28 0 0 0,1 29-872 0 0,0 0-1 0 0,2 0 1 0 0,9-34-1 0 0,-5 32-7223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6449 0 0,'2'36'3555'0'0,"2"0"-1"0"0,13 58 1 0 0,-7-42-1299 0 0,8 24 65 0 0,-16-69-2341 0 0,1 0 0 0 0,0 0 0 0 0,0 0 0 0 0,0 0 0 0 0,1-1 0 0 0,-1 1 0 0 0,2-1 0 0 0,6 7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2304 0 0,'12'18'10275'0'0,"-7"-11"-9187"0"0,1 1-320 0 0,1 1-64 0 0,-2 2-16 0 0,2 0-1296 0 0,0 3-256 0 0,1 3-48 0 0,-1-2-16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5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120 235 3225 0 0,'11'-8'873'0'0,"0"0"0"0"0,-1-1 1 0 0,0 0-1 0 0,0-1 0 0 0,-1 0 0 0 0,0 0 1 0 0,10-17-1 0 0,-16 22-447 0 0,1 1-1 0 0,-1-1 1 0 0,-1 0 0 0 0,1 0 0 0 0,-1 0 0 0 0,0-1-1 0 0,0 1 1 0 0,0-1 0 0 0,-1 1 0 0 0,0-1-1 0 0,0 1 1 0 0,0-1 0 0 0,-1 1 0 0 0,0-1-1 0 0,0 0 1 0 0,0 1 0 0 0,-1-1 0 0 0,0 0 0 0 0,0 1-1 0 0,-2-7 1 0 0,2 10-360 0 0,1 1-1 0 0,-1-1 1 0 0,0 1-1 0 0,0-1 1 0 0,0 1 0 0 0,1 0-1 0 0,-1 0 1 0 0,-1-1-1 0 0,1 1 1 0 0,0 0 0 0 0,0 0-1 0 0,0 0 1 0 0,0 0-1 0 0,-1 0 1 0 0,1 0 0 0 0,-1 0-1 0 0,1 1 1 0 0,0-1-1 0 0,-1 0 1 0 0,1 1-1 0 0,-1-1 1 0 0,-2 1 0 0 0,1-1-22 0 0,-1 1 1 0 0,1 0-1 0 0,0 1 0 0 0,0-1 1 0 0,0 1-1 0 0,-1-1 1 0 0,1 1-1 0 0,0 0 1 0 0,0 0-1 0 0,-5 3 1 0 0,-4 2-45 0 0,0 1 0 0 0,0 1 0 0 0,0 0 0 0 0,-10 10 0 0 0,13-10-27 0 0,0 1 1 0 0,0 0-1 0 0,1 0 1 0 0,0 0-1 0 0,1 1 0 0 0,0 1 1 0 0,0-1-1 0 0,-8 21 1 0 0,13-27 34 0 0,0 1 1 0 0,0 0 0 0 0,1 0-1 0 0,0 1 1 0 0,0-1 0 0 0,0 0-1 0 0,0 0 1 0 0,1 0 0 0 0,0 1-1 0 0,0-1 1 0 0,0 0 0 0 0,1 0-1 0 0,0 1 1 0 0,0-1 0 0 0,0 0-1 0 0,0 0 1 0 0,1 0 0 0 0,0 0-1 0 0,0 0 1 0 0,1-1 0 0 0,-1 1-1 0 0,6 8 1 0 0,0-5 31 0 0,0 1 1 0 0,0-1-1 0 0,1 0 1 0 0,0-1-1 0 0,0 0 0 0 0,1-1 1 0 0,0 1-1 0 0,0-2 1 0 0,0 0-1 0 0,1 0 1 0 0,0-1-1 0 0,0 0 0 0 0,0 0 1 0 0,13 1-1 0 0,-14-3-431 0 0,1-1 0 0 0,-1 0 1 0 0,1-1-1 0 0,-1 0 0 0 0,17-2 0 0 0,-4-2-6609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5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9218 0 0,'3'3'687'0'0,"0"0"1"0"0,0 1-1 0 0,1-1 0 0 0,-1 0 1 0 0,1 0-1 0 0,0-1 0 0 0,0 1 1 0 0,0-1-1 0 0,0 0 1 0 0,7 2-1 0 0,17 12 2010 0 0,-23-12-2540 0 0,-1 0-1 0 0,1 0 1 0 0,-1 0 0 0 0,0 1-1 0 0,0-1 1 0 0,-1 1 0 0 0,0 0-1 0 0,1 1 1 0 0,-2-1 0 0 0,1 0-1 0 0,0 1 1 0 0,-1-1 0 0 0,0 1-1 0 0,-1 0 1 0 0,1 0 0 0 0,-1 0-1 0 0,0 0 1 0 0,0 6 0 0 0,-1-12-135 0 0,0 1-1 0 0,0-1 1 0 0,0 0 0 0 0,0 0 0 0 0,0 1-1 0 0,0-1 1 0 0,0 0 0 0 0,0 0 0 0 0,0 1-1 0 0,0-1 1 0 0,0 0 0 0 0,0 1 0 0 0,0-1 0 0 0,0 0-1 0 0,0 0 1 0 0,0 1 0 0 0,0-1 0 0 0,0 0-1 0 0,0 0 1 0 0,-1 1 0 0 0,1-1 0 0 0,0 0-1 0 0,0 0 1 0 0,0 1 0 0 0,0-1 0 0 0,-1 0-1 0 0,1 0 1 0 0,0 0 0 0 0,0 1 0 0 0,0-1 0 0 0,-1 0-1 0 0,1 0 1 0 0,0 0 0 0 0,0 0 0 0 0,-1 0-1 0 0,1 1 1 0 0,0-1 0 0 0,-1 0 0 0 0,-4-11 522 0 0,-2-20 49 0 0,7 12-557 0 0,1-1 0 0 0,0 1 0 0 0,1 0 0 0 0,1 0 0 0 0,8-24 0 0 0,9-13-7175 0 0,-8 30-399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5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261 18 7834 0 0,'1'0'91'0'0,"-1"-1"-1"0"0,0 1 1 0 0,0 0 0 0 0,0-1 0 0 0,0 1 0 0 0,0-1 0 0 0,1 1 0 0 0,-1-1 0 0 0,0 1 0 0 0,0-1 0 0 0,0 1 0 0 0,0-1-1 0 0,0 1 1 0 0,0-1 0 0 0,-1 1 0 0 0,1-1 0 0 0,0 1 0 0 0,0-1 0 0 0,0 1 0 0 0,0-1 0 0 0,0 1 0 0 0,-1 0 0 0 0,1-1-1 0 0,0 1 1 0 0,0-1 0 0 0,-1 1 0 0 0,1 0 0 0 0,0-1 0 0 0,-1 1 0 0 0,1-1 0 0 0,0 1 0 0 0,-1 0 0 0 0,1 0 0 0 0,-1-1-1 0 0,-21-2 3270 0 0,-24 14 556 0 0,32-6-3620 0 0,1 2 1 0 0,-1 0-1 0 0,1 1 1 0 0,1 0-1 0 0,-1 1 1 0 0,1 0-1 0 0,1 1 1 0 0,0 0-1 0 0,0 1 1 0 0,1 0-1 0 0,0 1 1 0 0,1 0-1 0 0,1 0 1 0 0,-10 18-1 0 0,17-27-296 0 0,-1 0 0 0 0,1 1 0 0 0,0-1 0 0 0,0 0-1 0 0,0 1 1 0 0,0-1 0 0 0,1 1 0 0 0,-1-1 0 0 0,1 1 0 0 0,0-1-1 0 0,0 1 1 0 0,0-1 0 0 0,0 1 0 0 0,1-1 0 0 0,0 1 0 0 0,0-1 0 0 0,-1 1-1 0 0,2-1 1 0 0,-1 0 0 0 0,0 1 0 0 0,1-1 0 0 0,0 0 0 0 0,-1 0-1 0 0,1 0 1 0 0,0 0 0 0 0,5 4 0 0 0,5 6-15 0 0,1-1 0 0 0,0-1 0 0 0,1 0 0 0 0,21 12 0 0 0,1 2 1 0 0,-27-18 18 0 0,0 0 1 0 0,0 1 0 0 0,-1 0-1 0 0,0 0 1 0 0,0 1-1 0 0,7 10 1 0 0,-13-16-4 0 0,-1 0 0 0 0,1 0 1 0 0,0 1-1 0 0,-1-1 0 0 0,0 0 1 0 0,0 1-1 0 0,0-1 0 0 0,0 0 0 0 0,0 1 1 0 0,-1-1-1 0 0,1 1 0 0 0,-1 0 0 0 0,0-1 1 0 0,0 1-1 0 0,0-1 0 0 0,-1 1 1 0 0,1-1-1 0 0,-1 1 0 0 0,0-1 0 0 0,0 1 1 0 0,0-1-1 0 0,-1 0 0 0 0,1 1 1 0 0,-3 2-1 0 0,1 1-102 0 0,-1-1 0 0 0,-1 0-1 0 0,1 0 1 0 0,-1 0 0 0 0,0-1 0 0 0,-1 1 0 0 0,1-1 0 0 0,-1 0 0 0 0,0-1-1 0 0,0 1 1 0 0,-1-1 0 0 0,-7 3 0 0 0,-4 1-7530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9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52 10594 0 0,'-3'-5'1273'0'0,"0"0"-1"0"0,1 0 1 0 0,0-1-1 0 0,0 1 1 0 0,0 0-1 0 0,-2-11 1 0 0,3 11-87 0 0,20 92-467 0 0,8 96-1 0 0,-5 96 815 0 0,-13-158-1306 0 0,-7-96-384 0 0,0-12-165 0 0,-1 0 0 0 0,0 0 1 0 0,-1 0-1 0 0,0 0 0 0 0,-1 0 1 0 0,0 0-1 0 0,-1 0 0 0 0,-6 18 0 0 0,3-21-1909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09:59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1 285 10594 0 0,'2'-11'335'0'0,"0"1"0"0"0,1 0 0 0 0,0 0 0 0 0,1 0 1 0 0,0 0-1 0 0,1 0 0 0 0,0 1 0 0 0,1 0 0 0 0,0 0 0 0 0,9-11 0 0 0,5-3 1101 0 0,0 2 0 0 0,35-28 0 0 0,-42 38-876 0 0,0 1-1 0 0,1 0 1 0 0,1 2-1 0 0,21-11 1 0 0,-31 17-513 0 0,1-1-1 0 0,0 1 0 0 0,0 0 1 0 0,0 0-1 0 0,0 1 0 0 0,0-1 1 0 0,0 1-1 0 0,0 1 1 0 0,0-1-1 0 0,1 1 0 0 0,-1 0 1 0 0,0 1-1 0 0,0-1 1 0 0,12 4-1 0 0,-5 3-1306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0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0 178 11058 0 0,'27'-13'1039'0'0,"-1"-2"-1"0"0,-1-1 0 0 0,39-32 1 0 0,-12 9-1406 0 0,-41 30 191 0 0,30-18-655 0 0,-39 25 420 0 0,1 1 1 0 0,-1 0 0 0 0,1-1 0 0 0,0 1 0 0 0,-1 0-1 0 0,1 1 1 0 0,0-1 0 0 0,0 0 0 0 0,-1 1 0 0 0,1 0 0 0 0,0-1-1 0 0,0 1 1 0 0,4 1 0 0 0,-6-1 319 0 0,0 1-1 0 0,0-1 1 0 0,0 1 0 0 0,0-1-1 0 0,0 1 1 0 0,0 0-1 0 0,0-1 1 0 0,0 1 0 0 0,0 0-1 0 0,-1 0 1 0 0,1 0 0 0 0,0-1-1 0 0,-1 1 1 0 0,1 0 0 0 0,0 0-1 0 0,-1 0 1 0 0,1 0-1 0 0,-1 0 1 0 0,0 0 0 0 0,1 0-1 0 0,-1 0 1 0 0,0 0 0 0 0,0 1-1 0 0,1-1 1 0 0,-1 0 0 0 0,0 0-1 0 0,0 0 1 0 0,0 0-1 0 0,0 0 1 0 0,-1 0 0 0 0,1 2-1 0 0,-7 34 230 0 0,-1-13-198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0.1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90 10138 0 0,'-1'2'132'0'0,"0"1"1"0"0,1-1-1 0 0,0 1 0 0 0,-1-1 0 0 0,1 0 0 0 0,0 1 0 0 0,0-1 1 0 0,0 1-1 0 0,1-1 0 0 0,-1 1 0 0 0,0-1 0 0 0,1 1 1 0 0,0-1-1 0 0,0 0 0 0 0,-1 1 0 0 0,1-1 0 0 0,3 4 0 0 0,-2-4 150 0 0,0 0 0 0 0,1-1 0 0 0,-1 1 0 0 0,0-1-1 0 0,1 0 1 0 0,-1 1 0 0 0,1-1 0 0 0,0 0-1 0 0,-1-1 1 0 0,1 1 0 0 0,0 0 0 0 0,-1-1 0 0 0,1 0-1 0 0,0 1 1 0 0,0-1 0 0 0,4 0 0 0 0,2-1 170 0 0,0 1 0 0 0,-1-1 0 0 0,1-1 0 0 0,0 1 0 0 0,-1-2 0 0 0,1 1 0 0 0,-1-1 0 0 0,0 0 0 0 0,14-8 0 0 0,7-6-410 0 0,34-25 1 0 0,-2 1-4438 0 0,-37 27-96 0 0,2 3-214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0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 17052 0 0,'-2'0'159'0'0,"0"1"1"0"0,1 0 0 0 0,-1 0-1 0 0,1 0 1 0 0,-1 0 0 0 0,1 0-1 0 0,-1 0 1 0 0,1 0 0 0 0,0 1-1 0 0,-1-1 1 0 0,1 1 0 0 0,0-1-1 0 0,0 0 1 0 0,0 1 0 0 0,0 0-1 0 0,0-1 1 0 0,1 1 0 0 0,-1 0-1 0 0,0-1 1 0 0,1 1-1 0 0,-1 0 1 0 0,1 0 0 0 0,0-1-1 0 0,-1 1 1 0 0,1 0 0 0 0,0 0-1 0 0,0 0 1 0 0,0 0 0 0 0,1 3-1 0 0,0 10 284 0 0,0-1-1 0 0,7 27 0 0 0,-5-23-110 0 0,52 355 872 0 0,-45-297-1441 0 0,-3-41-97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0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0 370 7370 0 0,'20'-12'3954'0'0,"50"-33"2711"0"0,-1-8-3804 0 0,-51 38-2681 0 0,-1-1 0 0 0,-1-1 0 0 0,0 0 0 0 0,-2-1 0 0 0,17-25 0 0 0,-27 35-146 0 0,0 1 0 0 0,0-1 0 0 0,0 0 0 0 0,-1 0-1 0 0,-1-1 1 0 0,1 1 0 0 0,-2-1 0 0 0,2-9 0 0 0,-2 16-50 0 0,-1 0 0 0 0,0 0 1 0 0,0 0-1 0 0,0 1 0 0 0,0-1 0 0 0,0 0 0 0 0,-1 0 1 0 0,1 0-1 0 0,0 0 0 0 0,-1 1 0 0 0,1-1 1 0 0,-1 0-1 0 0,0 0 0 0 0,0 1 0 0 0,1-1 0 0 0,-1 1 1 0 0,0-1-1 0 0,-1 1 0 0 0,1-1 0 0 0,0 1 1 0 0,0-1-1 0 0,0 1 0 0 0,-1 0 0 0 0,1 0 0 0 0,-1 0 1 0 0,1 0-1 0 0,-1 0 0 0 0,0 0 0 0 0,1 0 1 0 0,-1 0-1 0 0,0 0 0 0 0,1 1 0 0 0,-1-1 0 0 0,0 1 1 0 0,0-1-1 0 0,0 1 0 0 0,1 0 0 0 0,-1 0 0 0 0,0 0 1 0 0,0 0-1 0 0,0 0 0 0 0,0 0 0 0 0,-2 1 1 0 0,-1-1-50 0 0,1 0 1 0 0,-1 1-1 0 0,1-1 1 0 0,-1 1 0 0 0,1 0-1 0 0,0 1 1 0 0,-1-1-1 0 0,1 1 1 0 0,0-1 0 0 0,0 1-1 0 0,0 1 1 0 0,0-1-1 0 0,0 0 1 0 0,1 1 0 0 0,-1 0-1 0 0,1 0 1 0 0,-1 0-1 0 0,-2 4 1 0 0,3-2 45 0 0,-1 0 0 0 0,1 0 0 0 0,0 0 0 0 0,1 1 0 0 0,0-1 0 0 0,-1 1 0 0 0,2 0 0 0 0,-1-1 0 0 0,1 1 0 0 0,0 0 0 0 0,0 0 0 0 0,0 8 0 0 0,1-3 72 0 0,0 1-1 0 0,1-1 1 0 0,0 1-1 0 0,1-1 0 0 0,0 1 1 0 0,1-1-1 0 0,0 0 1 0 0,1 0-1 0 0,0 0 1 0 0,1-1-1 0 0,0 0 1 0 0,0 1-1 0 0,13 15 0 0 0,-13-20-183 0 0,1 1 0 0 0,0-2-1 0 0,1 1 1 0 0,0-1-1 0 0,-1 0 1 0 0,2 0-1 0 0,-1-1 1 0 0,0 1-1 0 0,1-2 1 0 0,0 1-1 0 0,8 2 1 0 0,5-1-6773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1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22 11979 0 0,'0'-1'217'0'0,"-1"0"0"0"0,1 0 0 0 0,-1 0 0 0 0,1-1 0 0 0,-1 1 0 0 0,1 0 0 0 0,-1 0 0 0 0,0 0 0 0 0,0 0 0 0 0,1 0 0 0 0,-1 0 0 0 0,0 1 0 0 0,0-1 0 0 0,0 0 1 0 0,0 0-1 0 0,0 0 0 0 0,0 1 0 0 0,0-1 0 0 0,-1 1 0 0 0,1-1 0 0 0,0 1 0 0 0,-2-1 0 0 0,0 0 50 0 0,0 1 0 0 0,0 0 0 0 0,1 0 0 0 0,-1 0 0 0 0,0 0 0 0 0,0 0 0 0 0,1 1 0 0 0,-1-1 0 0 0,0 1 0 0 0,-2 1 0 0 0,-2 0 9 0 0,1 1 0 0 0,-1 0 0 0 0,1 0 1 0 0,0 1-1 0 0,0 0 0 0 0,0 0 0 0 0,-8 8 0 0 0,9-7-230 0 0,1 0 1 0 0,0 0 0 0 0,0 1-1 0 0,1 0 1 0 0,-1-1-1 0 0,1 1 1 0 0,1 0 0 0 0,-1 0-1 0 0,1 1 1 0 0,0-1-1 0 0,0 0 1 0 0,1 1 0 0 0,0-1-1 0 0,0 1 1 0 0,0 0 0 0 0,1-1-1 0 0,0 1 1 0 0,1-1-1 0 0,-1 1 1 0 0,1 0 0 0 0,0-1-1 0 0,1 1 1 0 0,0-1-1 0 0,0 0 1 0 0,0 0 0 0 0,0 1-1 0 0,1-1 1 0 0,0-1 0 0 0,1 1-1 0 0,-1 0 1 0 0,1-1-1 0 0,0 0 1 0 0,1 0 0 0 0,-1 0-1 0 0,1 0 1 0 0,0-1-1 0 0,0 0 1 0 0,0 0 0 0 0,1 0-1 0 0,-1 0 1 0 0,1-1 0 0 0,8 4-1 0 0,-9-6-145 0 0,1 1 0 0 0,-1-1 0 0 0,1 0 0 0 0,0 0 1 0 0,-1 0-1 0 0,1-1 0 0 0,0 0 0 0 0,-1 0 0 0 0,1-1 0 0 0,9-1 0 0 0,7-3-721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1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13827 0 0,'0'0'1062'0'0,"19"17"4509"0"0,-5-2-4970 0 0,0 0-1 0 0,-1 1 1 0 0,0 1-1 0 0,-1 0 1 0 0,-2 1 0 0 0,1 0-1 0 0,9 25 1 0 0,-11-17-369 0 0,0 1 1 0 0,-2 0 0 0 0,-1 1 0 0 0,5 53-1 0 0,1 83 259 0 0,1 1-3509 0 0,-12-142-5600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1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11058 0 0,'57'-84'5833'0'0,"-42"66"-5117"0"0,0 1 0 0 0,25-23 0 0 0,-34 35-952 0 0,1 1 0 0 0,0-1 0 0 0,0 1 0 0 0,0 1 0 0 0,1-1 0 0 0,-1 1 0 0 0,1 0 0 0 0,0 1 0 0 0,0 0 0 0 0,10-1 1 0 0,5-3 235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1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1 154 11979 0 0,'15'30'3714'0'0,"27"59"472"0"0,-39-81-4130 0 0,0 1 0 0 0,0-1 0 0 0,-1 1 0 0 0,0 0 0 0 0,-1 0 0 0 0,0 0 0 0 0,0 0 0 0 0,-1 13 0 0 0,0-22-49 0 0,0 1 1 0 0,0 0-1 0 0,0-1 1 0 0,0 1-1 0 0,0 0 1 0 0,0-1-1 0 0,-1 1 0 0 0,1-1 1 0 0,0 1-1 0 0,0 0 1 0 0,0-1-1 0 0,-1 1 0 0 0,1-1 1 0 0,0 1-1 0 0,-1 0 1 0 0,1-1-1 0 0,0 1 0 0 0,-1-1 1 0 0,1 1-1 0 0,-1-1 1 0 0,1 1-1 0 0,-1 0 1 0 0,-9-7 958 0 0,-6-22 116 0 0,14 18-1025 0 0,0-1 0 0 0,1 1 0 0 0,1-1 0 0 0,-1 1 0 0 0,2-1 0 0 0,-1 1 0 0 0,2-1 0 0 0,-1 1 0 0 0,1 0 0 0 0,1-1 0 0 0,0 1 0 0 0,0 0 0 0 0,9-16 0 0 0,3-5-400 0 0,2 0 0 0 0,36-50-1 0 0,-37 59-1459 0 0,-1 3-5625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2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6 5065 0 0,'-1'0'138'0'0,"1"-1"-1"0"0,-1 1 1 0 0,0 0 0 0 0,0 0-1 0 0,0-1 1 0 0,1 1 0 0 0,-1 0 0 0 0,0 0-1 0 0,0 0 1 0 0,0 0 0 0 0,0 0-1 0 0,1 0 1 0 0,-1 1 0 0 0,0-1-1 0 0,0 0 1 0 0,0 0 0 0 0,1 0-1 0 0,-1 1 1 0 0,0-1 0 0 0,0 1-1 0 0,0-1 1 0 0,-8 20 4200 0 0,7-11-3878 0 0,0 0 1 0 0,1 0-1 0 0,0 1 0 0 0,0-1 1 0 0,1 1-1 0 0,0-1 1 0 0,1 0-1 0 0,0 1 0 0 0,1-1 1 0 0,0 0-1 0 0,4 14 1 0 0,-4-18-236 0 0,0 1 1 0 0,0-1 0 0 0,0 0 0 0 0,1 0 0 0 0,-1 0 0 0 0,1 0 0 0 0,1 0 0 0 0,-1-1 0 0 0,1 1 0 0 0,-1-1 0 0 0,1 0 0 0 0,0 0-1 0 0,1 0 1 0 0,-1-1 0 0 0,1 1 0 0 0,0-1 0 0 0,-1 0 0 0 0,1-1 0 0 0,1 1 0 0 0,5 1 0 0 0,-10-3-226 0 0,1-1 1 0 0,0 1-1 0 0,-1-1 1 0 0,1 1 0 0 0,0-1-1 0 0,-1 0 1 0 0,1 0-1 0 0,0 0 1 0 0,-1 0-1 0 0,1 0 1 0 0,0 0-1 0 0,0-1 1 0 0,-1 1-1 0 0,1 0 1 0 0,0-1 0 0 0,-1 1-1 0 0,1-1 1 0 0,-1 0-1 0 0,1 0 1 0 0,-1 1-1 0 0,1-1 1 0 0,-1 0-1 0 0,1 0 1 0 0,-1 0-1 0 0,0 0 1 0 0,0-1-1 0 0,1 1 1 0 0,-1 0 0 0 0,0-1-1 0 0,0 1 1 0 0,0 0-1 0 0,-1-1 1 0 0,1 1-1 0 0,0-1 1 0 0,0 1-1 0 0,-1-1 1 0 0,1 0-1 0 0,-1 1 1 0 0,1-1-1 0 0,-1 0 1 0 0,0 1 0 0 0,0-1-1 0 0,0 0 1 0 0,0-1-1 0 0,1-4 0 0 0,-1 0 0 0 0,1 0 0 0 0,-2-1 0 0 0,1 1-1 0 0,-1 1 1 0 0,0-1 0 0 0,-1 0 0 0 0,1 0 0 0 0,-5-9 0 0 0,0 3-96 0 0,0 1 1 0 0,-2 0 0 0 0,1 0 0 0 0,-1 1 0 0 0,-1 0 0 0 0,-10-10 0 0 0,-17-9-6505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2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66 9674 0 0,'17'-13'423'0'0,"-12"8"303"0"0,1 0 0 0 0,0 1 0 0 0,0-1 0 0 0,0 2 0 0 0,0-1 0 0 0,1 0 0 0 0,-1 1 0 0 0,1 1 0 0 0,0-1 0 0 0,0 1 0 0 0,14-3 0 0 0,-20 5-630 0 0,1 1 0 0 0,-1-1 0 0 0,1 0 0 0 0,-1 1 0 0 0,1-1 0 0 0,-1 1 0 0 0,0 0 0 0 0,1-1 0 0 0,-1 1 0 0 0,0 0 0 0 0,0 0 0 0 0,1 0 0 0 0,-1 0 0 0 0,0 0 0 0 0,0 0 0 0 0,0 0 0 0 0,0 0 0 0 0,0 0 0 0 0,0 0 0 0 0,-1 1 0 0 0,1-1 0 0 0,0 0 0 0 0,-1 1 0 0 0,1-1 0 0 0,0 1 0 0 0,-1-1 0 0 0,0 0 0 0 0,1 3 0 0 0,7 47 219 0 0,-7-40-125 0 0,3 30 57 0 0,4 36-158 0 0,-7-71-91 0 0,0 0 0 0 0,0 0 0 0 0,1-1 0 0 0,0 1-1 0 0,1-1 1 0 0,-1 1 0 0 0,1-1 0 0 0,0 0 0 0 0,0 0-1 0 0,5 6 1 0 0,-8-10-5 0 0,1-1 0 0 0,-1 1-1 0 0,1 0 1 0 0,0 0 0 0 0,-1 0 0 0 0,1-1 0 0 0,0 1-1 0 0,0 0 1 0 0,0-1 0 0 0,-1 1 0 0 0,1 0 0 0 0,0-1-1 0 0,0 1 1 0 0,0-1 0 0 0,0 0 0 0 0,0 1 0 0 0,0-1-1 0 0,0 0 1 0 0,0 1 0 0 0,0-1 0 0 0,0 0-1 0 0,0 0 1 0 0,0 0 0 0 0,0 0 0 0 0,0 0 0 0 0,0 0-1 0 0,0 0 1 0 0,0 0 0 0 0,0-1 0 0 0,0 1 0 0 0,0 0-1 0 0,0 0 1 0 0,0-1 0 0 0,0 1 0 0 0,0-1-1 0 0,0 1 1 0 0,0-1 0 0 0,0 1 0 0 0,-1-1 0 0 0,1 0-1 0 0,0 1 1 0 0,0-1 0 0 0,-1 0 0 0 0,1 0 0 0 0,0 1-1 0 0,0-3 1 0 0,4-5-181 0 0,0 1 0 0 0,-1-2 0 0 0,0 1 1 0 0,4-14-1 0 0,-1 3-172 0 0,7-10 162 0 0,1 0-1 0 0,23-34 1 0 0,-32 55 256 0 0,0 0 0 0 0,0 1 0 0 0,0 0 0 0 0,1 0 0 0 0,0 0 1 0 0,0 1-1 0 0,1 0 0 0 0,0 0 0 0 0,0 1 0 0 0,0 0 0 0 0,1 0 0 0 0,10-4 0 0 0,-16 8 20 0 0,-1 1 0 0 0,1-1-1 0 0,0 1 1 0 0,0-1-1 0 0,-1 1 1 0 0,1 0 0 0 0,0 0-1 0 0,0 0 1 0 0,0 0-1 0 0,-1 0 1 0 0,1 1-1 0 0,0-1 1 0 0,0 1 0 0 0,-1 0-1 0 0,1 0 1 0 0,0 0-1 0 0,-1 0 1 0 0,1 0 0 0 0,-1 1-1 0 0,0-1 1 0 0,1 1-1 0 0,-1 0 1 0 0,0-1 0 0 0,0 1-1 0 0,0 0 1 0 0,0 0-1 0 0,0 0 1 0 0,0 1-1 0 0,-1-1 1 0 0,3 4 0 0 0,5 9 86 0 0,-2-1-1 0 0,0 2 1 0 0,0-1 0 0 0,4 20 0 0 0,1-2-533 0 0,-6-19-101 0 0,0 0-131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2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4 3225 0 0,'-1'-1'719'0'0,"-1"1"1"0"0,0-1 0 0 0,1 1-1 0 0,-1-1 1 0 0,0 1 0 0 0,0-1-1 0 0,0 1 1 0 0,1 0 0 0 0,-1 0-1 0 0,0 0 1 0 0,0 0-1 0 0,0 0 1 0 0,-2 1 0 0 0,-24 11 4302 0 0,21-8-4449 0 0,1 1 1 0 0,0 0 0 0 0,0 0-1 0 0,1 1 1 0 0,-7 7-1 0 0,9-9-500 0 0,0-1-1 0 0,1 1 0 0 0,-1 0 0 0 0,1-1 0 0 0,0 1 1 0 0,0 0-1 0 0,0 0 0 0 0,0 0 0 0 0,1 1 1 0 0,0-1-1 0 0,0 0 0 0 0,0 1 0 0 0,0-1 0 0 0,1 0 1 0 0,-1 7-1 0 0,2-7-70 0 0,0 0-1 0 0,0 0 1 0 0,0 0 0 0 0,1 0 0 0 0,-1 0-1 0 0,1-1 1 0 0,0 1 0 0 0,0 0 0 0 0,0-1 0 0 0,1 1-1 0 0,-1-1 1 0 0,1 0 0 0 0,0 0 0 0 0,0 0-1 0 0,0 0 1 0 0,6 4 0 0 0,10 6 19 0 0,0-1 0 0 0,1 0 0 0 0,35 14-1 0 0,-39-19-4 0 0,0 0 0 0 0,-1 1-1 0 0,0 0 1 0 0,0 1-1 0 0,-1 1 1 0 0,0 0-1 0 0,21 22 1 0 0,-32-30-6 0 0,-1 1 0 0 0,0-1 0 0 0,-1 1 0 0 0,1-1 0 0 0,0 1 0 0 0,-1 0 0 0 0,1 0 0 0 0,-1-1 0 0 0,0 1 0 0 0,0 0 0 0 0,0 0 0 0 0,-1 0-1 0 0,1 1 1 0 0,0-1 0 0 0,-1 0 0 0 0,0 0 0 0 0,0 0 0 0 0,0 0 0 0 0,-1 4 0 0 0,0-2 28 0 0,0-1 0 0 0,-1 1-1 0 0,0-1 1 0 0,1 0 0 0 0,-2 0 0 0 0,1 0-1 0 0,0 0 1 0 0,-1 0 0 0 0,0 0 0 0 0,0-1-1 0 0,-6 7 1 0 0,-1-1 51 0 0,0-1-1 0 0,0 0 0 0 0,-1-1 1 0 0,0 0-1 0 0,-1 0 1 0 0,0-2-1 0 0,0 1 1 0 0,-16 4-1 0 0,-1-3 200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4.9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188 107 4145 0 0,'-10'-6'744'0'0,"0"0"-1"0"0,1-1 1 0 0,0 0-1 0 0,-16-16 1 0 0,20 18-764 0 0,0-1 0 0 0,0 1 0 0 0,0 1 0 0 0,-1-1 0 0 0,0 1-1 0 0,0 0 1 0 0,0 0 0 0 0,0 0 0 0 0,0 1 0 0 0,-1 0 0 0 0,0 0 0 0 0,0 1 0 0 0,0 0 0 0 0,-34-1 12492 0 0,49 11-12146 0 0,0 1 0 0 0,-1 0 1 0 0,0 1-1 0 0,-1-1 1 0 0,0 1-1 0 0,4 12 0 0 0,30 74 374 0 0,-27-61-556 0 0,28 74 173 0 0,-6 3 0 0 0,28 146 0 0 0,-51-197-925 0 0,-10-54 16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5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0,'29'14'3754'0'0,"-20"-6"-3262"0"0,-1 0 0 0 0,1 1 0 0 0,-2 0 1 0 0,1 0-1 0 0,-1 1 0 0 0,-1 0 0 0 0,0 0 0 0 0,0 1 1 0 0,-1 0-1 0 0,0 0 0 0 0,-1 0 0 0 0,0 0 0 0 0,3 16 1 0 0,1 18-236 0 0,-1-1 1 0 0,2 51-1 0 0,-9-87-176 0 0,4 53-260 0 0,2-1 0 0 0,24 104 0 0 0,-27-153-1595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12411 0 0,'9'-1'281'0'0,"0"-1"1"0"0,0 0-1 0 0,0 0 0 0 0,0 0 1 0 0,-1-1-1 0 0,10-5 1 0 0,11-3 936 0 0,88-21 849 0 0,-79 24-5308 0 0,43-3 0 0 0,-51 7 971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5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50 6913 0 0,'-6'0'519'0'0,"0"0"0"0"0,0 1 0 0 0,0 0 0 0 0,0 0 0 0 0,1 0 0 0 0,-1 1 0 0 0,0 0 0 0 0,1 0 0 0 0,0 0 0 0 0,-1 1 0 0 0,1 0 0 0 0,0 0 0 0 0,0 0 0 0 0,0 1-1 0 0,1 0 1 0 0,-1-1 0 0 0,1 1 0 0 0,0 1 0 0 0,0-1 0 0 0,1 1 0 0 0,-1 0 0 0 0,1-1 0 0 0,0 2 0 0 0,0-1 0 0 0,-2 6 0 0 0,2-4-405 0 0,0 0 0 0 0,1 0 0 0 0,0 1 0 0 0,0 0 0 0 0,0-1-1 0 0,1 1 1 0 0,1 0 0 0 0,-1-1 0 0 0,1 1 0 0 0,0 0 0 0 0,1 0 0 0 0,0-1 0 0 0,0 1 0 0 0,1 0 0 0 0,0-1 0 0 0,0 1 0 0 0,1-1 0 0 0,0 0 0 0 0,3 7 0 0 0,-4-11-105 0 0,0 0 0 0 0,-1 0-1 0 0,1 0 1 0 0,0-1 0 0 0,0 1 0 0 0,1-1 0 0 0,-1 0-1 0 0,0 1 1 0 0,1-1 0 0 0,0 0 0 0 0,-1 0 0 0 0,1-1 0 0 0,0 1-1 0 0,0 0 1 0 0,0-1 0 0 0,0 0 0 0 0,0 0 0 0 0,0 0 0 0 0,0 0-1 0 0,1 0 1 0 0,5 0 0 0 0,-7-1 11 0 0,0 0 0 0 0,0-1-1 0 0,0 1 1 0 0,0-1 0 0 0,1 1-1 0 0,-1-1 1 0 0,0 0 0 0 0,0 0-1 0 0,-1 0 1 0 0,1 0 0 0 0,0 0 0 0 0,0 0-1 0 0,0 0 1 0 0,-1-1 0 0 0,1 1-1 0 0,0-1 1 0 0,-1 1 0 0 0,0-1-1 0 0,1 0 1 0 0,-1 1 0 0 0,0-1 0 0 0,0 0-1 0 0,0 0 1 0 0,0 0 0 0 0,0 0-1 0 0,0 0 1 0 0,0 0 0 0 0,-1 0 0 0 0,1 0-1 0 0,-1 0 1 0 0,0 0 0 0 0,1 0-1 0 0,-1-5 1 0 0,0-4 40 0 0,0-1 0 0 0,0 0 0 0 0,-1 0 0 0 0,0 1-1 0 0,-1-1 1 0 0,0 1 0 0 0,-1-1 0 0 0,-1 1 0 0 0,0 0 0 0 0,0 0 0 0 0,-9-15 0 0 0,2 6-806 0 0,-1 0 0 0 0,-1 1 0 0 0,-1 0 1 0 0,-31-31-1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6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39 109 5985 0 0,'-2'-22'474'0'0,"-5"-31"2473"0"0,7 50-2380 0 0,-1 1 1 0 0,0-1-1 0 0,0 1 0 0 0,0 0 0 0 0,0-1 1 0 0,0 1-1 0 0,0 0 0 0 0,-1 0 0 0 0,1 0 0 0 0,-1 0 1 0 0,1 0-1 0 0,-1 0 0 0 0,0 0 0 0 0,-10-1 4740 0 0,18 30-4525 0 0,15 48 49 0 0,-4 0 0 0 0,9 83 0 0 0,-17-88-824 0 0,3-2 0 0 0,42 134 0 0 0,-32-140-3107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6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26 251 11058 0 0,'-2'2'-116'0'0,"-20"28"2554"0"0,22-29-2309 0 0,0-1-1 0 0,0 1 1 0 0,-1 0-1 0 0,1-1 1 0 0,0 1 0 0 0,0 0-1 0 0,0-1 1 0 0,0 1 0 0 0,-1 0-1 0 0,1-1 1 0 0,0 1-1 0 0,0 0 1 0 0,1-1 0 0 0,-1 1-1 0 0,0 0 1 0 0,0-1-1 0 0,0 1 1 0 0,0-1 0 0 0,0 1-1 0 0,1 0 1 0 0,-1-1-1 0 0,0 1 1 0 0,1 0 0 0 0,-1-1-1 0 0,0 1 1 0 0,1-1-1 0 0,-1 1 1 0 0,1-1 0 0 0,-1 1-1 0 0,0-1 1 0 0,1 1 0 0 0,0-1-1 0 0,-1 0 1 0 0,1 1-1 0 0,-1-1 1 0 0,1 0 0 0 0,-1 1-1 0 0,1-1 1 0 0,0 0-1 0 0,-1 0 1 0 0,1 1 0 0 0,0-1-1 0 0,-1 0 1 0 0,1 0-1 0 0,-1 0 1 0 0,1 0 0 0 0,0 0-1 0 0,-1 0 1 0 0,1 0 0 0 0,0 0-1 0 0,-1 0 1 0 0,2 0-1 0 0,2-1 52 0 0,0 1-1 0 0,-1 0 1 0 0,1-1 0 0 0,0 0-1 0 0,0 0 1 0 0,-1 0-1 0 0,1 0 1 0 0,0-1-1 0 0,-1 1 1 0 0,0-1 0 0 0,1 0-1 0 0,-1 0 1 0 0,0 0-1 0 0,0-1 1 0 0,0 1 0 0 0,0-1-1 0 0,0 1 1 0 0,0-1-1 0 0,-1 0 1 0 0,0 0-1 0 0,3-4 1 0 0,2-3-157 0 0,0 0-1 0 0,-1-1 1 0 0,0 0-1 0 0,-1-1 1 0 0,5-13 0 0 0,-6 11 16 0 0,0 1 0 0 0,-2-1 0 0 0,1 0 0 0 0,0-23 0 0 0,-3 32-128 0 0,0 0 0 0 0,0 0 0 0 0,0 0 0 0 0,-1 0 0 0 0,1 1 0 0 0,-1-1 0 0 0,0 0 0 0 0,-1 0 0 0 0,1 1 1 0 0,-1-1-1 0 0,0 1 0 0 0,0-1 0 0 0,0 1 0 0 0,0 0 0 0 0,-1 0 0 0 0,-6-7 0 0 0,9 10 59 0 0,-1 0 1 0 0,0 1-1 0 0,1-1 0 0 0,-1 1 0 0 0,0-1 0 0 0,0 1 0 0 0,1-1 0 0 0,-1 1 1 0 0,0 0-1 0 0,0-1 0 0 0,0 1 0 0 0,0 0 0 0 0,1 0 0 0 0,-1-1 0 0 0,0 1 1 0 0,0 0-1 0 0,0 0 0 0 0,0 0 0 0 0,0 0 0 0 0,0 0 0 0 0,1 0 0 0 0,-1 0 1 0 0,0 1-1 0 0,0-1 0 0 0,0 0 0 0 0,-1 1 0 0 0,0 0 2 0 0,0 1 1 0 0,0-1-1 0 0,0 0 0 0 0,1 1 0 0 0,-1 0 0 0 0,0-1 0 0 0,1 1 1 0 0,-1 0-1 0 0,1 0 0 0 0,-2 2 0 0 0,-1 3 28 0 0,1 0 1 0 0,-1 0-1 0 0,1 0 0 0 0,1 0 0 0 0,-3 12 0 0 0,3-8 73 0 0,1 0 0 0 0,0 0 0 0 0,0 0 0 0 0,2 1 0 0 0,-1-1-1 0 0,1 0 1 0 0,1 0 0 0 0,0 0 0 0 0,0 0 0 0 0,2 0 0 0 0,-1 0 0 0 0,1 0-1 0 0,9 16 1 0 0,-9-20-81 0 0,1 1-1 0 0,0-1 0 0 0,0 0 1 0 0,1-1-1 0 0,0 1 0 0 0,0-1 0 0 0,0 0 1 0 0,1 0-1 0 0,0-1 0 0 0,0 0 1 0 0,1 0-1 0 0,-1-1 0 0 0,1 0 1 0 0,0 0-1 0 0,0-1 0 0 0,0 0 1 0 0,1 0-1 0 0,9 1 0 0 0,6 1-336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7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77 6913 0 0,'0'-3'240'0'0,"-1"0"0"0"0,1-1-1 0 0,0 1 1 0 0,0 0 0 0 0,1 0-1 0 0,-1-1 1 0 0,1 1 0 0 0,0 0-1 0 0,0 0 1 0 0,0 0 0 0 0,0 0-1 0 0,2-3 1 0 0,-2 2 662 0 0,1 1 0 0 0,-1-1 0 0 0,0 1 0 0 0,0-1-1 0 0,0 0 1 0 0,0-7 0 0 0,-32 31 3198 0 0,7-1-3156 0 0,-64 57 404 0 0,81-68-1294 0 0,-1 0 0 0 0,1 1 0 0 0,0-1 0 0 0,1 2 0 0 0,0-1 0 0 0,1 0 0 0 0,-1 1 0 0 0,-3 12 0 0 0,8-18-48 0 0,-1 0 0 0 0,2 0 0 0 0,-1 1 1 0 0,0-1-1 0 0,1 0 0 0 0,0 1 0 0 0,0-1 0 0 0,0 0 1 0 0,0 1-1 0 0,1-1 0 0 0,0 0 0 0 0,0 1 1 0 0,0-1-1 0 0,0 0 0 0 0,1 0 0 0 0,-1 0 1 0 0,1 0-1 0 0,0 0 0 0 0,0 0 0 0 0,1-1 1 0 0,-1 1-1 0 0,1-1 0 0 0,0 1 0 0 0,0-1 0 0 0,0 0 1 0 0,5 4-1 0 0,9 6-12 0 0,1 0 1 0 0,0-1-1 0 0,1-1 0 0 0,23 10 1 0 0,-4-2 18 0 0,-26-12 0 0 0,1 0 0 0 0,-1 1 1 0 0,0 1-1 0 0,-1-1 0 0 0,12 13 0 0 0,-22-20-12 0 0,1 0 1 0 0,-1 1-1 0 0,1 0 0 0 0,-1-1 1 0 0,1 1-1 0 0,-1 0 0 0 0,0 0 1 0 0,0-1-1 0 0,0 1 0 0 0,0 0 1 0 0,0 0-1 0 0,-1 0 0 0 0,1 0 1 0 0,-1 1-1 0 0,1-1 0 0 0,-1 0 1 0 0,1 0-1 0 0,-1 0 0 0 0,0 0 1 0 0,0 0-1 0 0,0 1 0 0 0,-1-1 1 0 0,1 0-1 0 0,0 0 0 0 0,-1 0 1 0 0,1 0-1 0 0,-1 0 0 0 0,0 0 1 0 0,0 0-1 0 0,0 0 0 0 0,0 0 0 0 0,0 0 1 0 0,0 0-1 0 0,0-1 0 0 0,0 1 1 0 0,-1 0-1 0 0,1-1 0 0 0,-1 1 1 0 0,1-1-1 0 0,-1 1 0 0 0,0-1 1 0 0,0 0-1 0 0,1 0 0 0 0,-4 1 1 0 0,-8 7 15 0 0,-1-2 0 0 0,0 0 0 0 0,-1 0 1 0 0,1-2-1 0 0,-1 1 0 0 0,0-2 0 0 0,-1 0 0 0 0,1-1 1 0 0,-21 2-1 0 0,5-2-288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7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14283 0 0,'25'-7'2282'0'0,"280"-23"2936"0"0,-64 11-4125 0 0,-114 11-915 0 0,-72 7-6692 0 0,-33 1-592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7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8754 0 0,'5'18'3344'0'0,"0"0"0"0"0,3 27 0 0 0,-4 39 1176 0 0,-17 85-3721 0 0,2-65 101 0 0,8-48-889 0 0,2 0-1 0 0,3 0 1 0 0,2 0-1 0 0,2 0 1 0 0,27 105-1 0 0,-20-114-519 0 0,17 58-4174 0 0,-24-92 3275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8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1054 209 3225 0 0,'-2'-9'677'0'0,"0"0"1"0"0,0 0 0 0 0,-1 0 0 0 0,0 1-1 0 0,-1-1 1 0 0,0 1 0 0 0,0-1-1 0 0,-1 1 1 0 0,0 1 0 0 0,0-1 0 0 0,-1 1-1 0 0,0 0 1 0 0,0 0 0 0 0,-1 0-1 0 0,0 1 1 0 0,0 0 0 0 0,-13-8 0 0 0,7 5-122 0 0,0 2 0 0 0,0-1 1 0 0,0 2-1 0 0,-1 0 0 0 0,0 0 1 0 0,0 2-1 0 0,0-1 0 0 0,-1 2 1 0 0,1 0-1 0 0,-22-1 0 0 0,16 4-366 0 0,-1 1 0 0 0,1 1 0 0 0,0 0 0 0 0,1 2 0 0 0,-38 12 0 0 0,-93 43 229 0 0,148-58-411 0 0,-24 11 52 0 0,1 1-1 0 0,0 1 0 0 0,1 1 1 0 0,1 2-1 0 0,0 0 0 0 0,1 1 1 0 0,1 1-1 0 0,1 1 0 0 0,1 1 1 0 0,0 1-1 0 0,2 1 0 0 0,0 0 1 0 0,-15 30-1 0 0,7-6-61 0 0,2 0 0 0 0,2 1 1 0 0,2 2-1 0 0,2 0 0 0 0,2 0 0 0 0,3 2 0 0 0,1 0 0 0 0,4 0 1 0 0,1 0-1 0 0,3 1 0 0 0,2 0 0 0 0,11 100 0 0 0,-7-131-31 0 0,1 0 0 0 0,1 0 0 0 0,2 0 1 0 0,0-1-1 0 0,1 0 0 0 0,1-1 0 0 0,0 0 0 0 0,2 0 0 0 0,1-1 0 0 0,19 26 0 0 0,-13-24-22 0 0,0-1-1 0 0,2-1 0 0 0,1 0 0 0 0,0-2 0 0 0,1 0 0 0 0,1-1 1 0 0,0-1-1 0 0,28 12 0 0 0,-10-8-36 0 0,1-1 1 0 0,1-3-1 0 0,0-1 0 0 0,1-2 1 0 0,65 8-1 0 0,-73-15 13 0 0,-1-2 0 0 0,0-2 0 0 0,1-1 0 0 0,0-2 0 0 0,-1-1 0 0 0,0-2 0 0 0,53-14 0 0 0,-67 12 122 0 0,0-1-1 0 0,0-2 1 0 0,-1 0 0 0 0,-1-1-1 0 0,1 0 1 0 0,-2-2-1 0 0,0 0 1 0 0,0-2-1 0 0,24-24 1 0 0,-12 6 162 0 0,-2-1 1 0 0,-1-2-1 0 0,42-71 0 0 0,-53 77-91 0 0,-2-1 0 0 0,-1 0 0 0 0,-2-1 0 0 0,-1 0 0 0 0,-1-1 0 0 0,-2 0 0 0 0,-1 0 0 0 0,-2-1 0 0 0,-1 1 0 0 0,-2-1 0 0 0,-1 0 0 0 0,-1 0 0 0 0,-2 1 0 0 0,-2-1 0 0 0,-1 1 0 0 0,-1 0 0 0 0,-2 0 0 0 0,-2 1 0 0 0,0 0 0 0 0,-2 1 0 0 0,-2 0 0 0 0,0 1 0 0 0,-29-40 0 0 0,14 32-67 0 0,-2 2 1 0 0,-1 0 0 0 0,-2 2 0 0 0,-74-55 0 0 0,-175-91-937 0 0,271 172 681 0 0,0 0 1 0 0,-1 1-1 0 0,0 1 1 0 0,-1 0-1 0 0,-22-5 0 0 0,10 8-361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9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0 2761 0 0,'-46'4'3956'0'0,"43"-4"-3439"0"0,0 1 1 0 0,0 0-1 0 0,0-1 1 0 0,1 1-1 0 0,-1 0 1 0 0,0 0-1 0 0,0 1 1 0 0,0-1-1 0 0,1 1 1 0 0,-1-1-1 0 0,1 1 1 0 0,-5 4 339 0 0,6-6-789 0 0,1 0 0 0 0,0 1 0 0 0,0-1 0 0 0,0 0 0 0 0,0 0 0 0 0,0 0 0 0 0,0 0 0 0 0,0 1 0 0 0,0-1 0 0 0,0 0 0 0 0,0 0 0 0 0,0 0 0 0 0,0 1 0 0 0,0-1-1 0 0,0 0 1 0 0,0 0 0 0 0,0 0 0 0 0,0 1 0 0 0,0-1 0 0 0,0 0 0 0 0,1 2 952 0 0,0-1-952 0 0,10 3 1445 0 0,13-1-50 0 0,27-4-78 0 0,97-14 0 0 0,-1 0 23 0 0,-36 13-1603 0 0,-87 1-42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0:09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655 20 10594 0 0,'-14'-5'565'0'0,"0"1"0"0"0,0 1 1 0 0,0 0-1 0 0,-1 1 0 0 0,1 1 0 0 0,-1 0 0 0 0,0 1 0 0 0,1 0 0 0 0,-1 1 0 0 0,0 1 0 0 0,1 0 0 0 0,-27 9 0 0 0,18-4-240 0 0,0 1 0 0 0,1 1 0 0 0,0 1 0 0 0,0 1 0 0 0,2 1-1 0 0,-1 1 1 0 0,-20 17 0 0 0,19-10-268 0 0,1 1-1 0 0,1 0 1 0 0,0 2-1 0 0,2 0 0 0 0,1 2 1 0 0,0-1-1 0 0,2 2 1 0 0,1 0-1 0 0,2 1 1 0 0,0 0-1 0 0,-8 31 1 0 0,10-26-7 0 0,2 0 0 0 0,1 1 0 0 0,1 0 0 0 0,2 0 0 0 0,2 1 0 0 0,0-1 0 0 0,3 0 0 0 0,0 1 0 0 0,11 52 0 0 0,-8-68-43 0 0,1 0 0 0 0,1 0 1 0 0,0-1-1 0 0,2 0 0 0 0,-1-1 0 0 0,2 1 1 0 0,1-1-1 0 0,19 25 0 0 0,-12-21 18 0 0,0-1 0 0 0,2-1 0 0 0,0-1 0 0 0,1 0 0 0 0,35 21 0 0 0,-3-8 28 0 0,2-3 1 0 0,0-2-1 0 0,2-3 1 0 0,96 26-1 0 0,-108-37 59 0 0,0-1 0 0 0,0-2 0 0 0,1-2 0 0 0,0-2 0 0 0,46-3 0 0 0,-62-2-32 0 0,0-2 1 0 0,0 0 0 0 0,0-2-1 0 0,-1-2 1 0 0,0 0 0 0 0,0-2 0 0 0,-1-1-1 0 0,49-25 1 0 0,-43 17-4 0 0,-2-2 0 0 0,0 0 0 0 0,52-47 0 0 0,-72 56-12 0 0,0 0 0 0 0,-1 0 0 0 0,-1-1 0 0 0,0 0 0 0 0,0-1 0 0 0,-1 0 0 0 0,-1 0 0 0 0,0-1 0 0 0,-1 0-1 0 0,-1 0 1 0 0,0 0 0 0 0,4-21 0 0 0,-2-15 156 0 0,-3-1 0 0 0,-1-1 0 0 0,-3 1 0 0 0,-2 0 0 0 0,-3 0 0 0 0,-2 0 0 0 0,-1 1 0 0 0,-28-85 0 0 0,28 109-198 0 0,-1 2 1 0 0,-1-1 0 0 0,-1 2 0 0 0,-2-1-1 0 0,0 2 1 0 0,-24-31 0 0 0,27 39-230 0 0,-2 1-1 0 0,0 1 1 0 0,0 0 0 0 0,-1 1-1 0 0,-1 0 1 0 0,0 1 0 0 0,0 1-1 0 0,-1 0 1 0 0,0 1 0 0 0,0 0-1 0 0,-17-4 1 0 0,-22-5-8571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05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25 5985 0 0,'4'-25'17340'0'0,"1"52"-17175"0"0,0 0 0 0 0,-2 0-1 0 0,-1 0 1 0 0,-1 0 0 0 0,-4 34 0 0 0,3 39 46 0 0,2-62-177 0 0,2 44 285 0 0,-9 142 0 0 0,2-194-311 0 0,2-12 3 0 0,-1 1 0 0 0,-1-2 1 0 0,-1 1-1 0 0,-7 23 0 0 0,3-27-596 0 0,5-24-775 0 0,5-23-1293 0 0,1 15 158 0 0,2-2-4279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06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15 145 3225 0 0,'-10'-24'512'0'0,"9"21"403"0"0,0 0 0 0 0,1-1 0 0 0,-1 1 0 0 0,0 0 0 0 0,1-1 1 0 0,0 1-1 0 0,0-6 0 0 0,1 6-231 0 0,-1 1 0 0 0,1-1 0 0 0,-1 1 0 0 0,1-1 1 0 0,0 1-1 0 0,0-1 0 0 0,0 1 0 0 0,0-1 0 0 0,1 1 0 0 0,1-3 1 0 0,16-14 190 0 0,-13 14-734 0 0,1 1 1 0 0,-1 0-1 0 0,1 0 0 0 0,0 0 1 0 0,0 1-1 0 0,0 0 0 0 0,1 0 1 0 0,-1 0-1 0 0,1 1 1 0 0,0 1-1 0 0,-1-1 0 0 0,1 1 1 0 0,0 1-1 0 0,0-1 0 0 0,0 1 1 0 0,0 1-1 0 0,-1-1 0 0 0,1 1 1 0 0,0 1-1 0 0,0-1 1 0 0,-1 1-1 0 0,1 1 0 0 0,-1-1 1 0 0,0 1-1 0 0,1 1 0 0 0,-1-1 1 0 0,8 6-1 0 0,-6-3-139 0 0,0 1-1 0 0,-1-1 1 0 0,1 1-1 0 0,-1 1 1 0 0,0-1-1 0 0,-1 1 1 0 0,0 1-1 0 0,-1-1 1 0 0,1 1-1 0 0,-1 0 1 0 0,-1 1-1 0 0,0-1 1 0 0,0 1 0 0 0,-1 0-1 0 0,-1 0 1 0 0,1 1-1 0 0,-1-1 1 0 0,-1 1-1 0 0,2 14 1 0 0,-4-11-7 0 0,0 1 0 0 0,-1 0 0 0 0,-1 0 1 0 0,0-1-1 0 0,-1 1 0 0 0,-1-1 0 0 0,0 0 0 0 0,-1 0 1 0 0,0 0-1 0 0,-9 16 0 0 0,11-24 29 0 0,0 0 1 0 0,-1 0-1 0 0,1 0 1 0 0,-1-1-1 0 0,0 1 0 0 0,-1-1 1 0 0,1 0-1 0 0,-1-1 1 0 0,0 1-1 0 0,0-1 0 0 0,-1 0 1 0 0,1 0-1 0 0,-1 0 1 0 0,0-1-1 0 0,0 0 0 0 0,0 0 1 0 0,0 0-1 0 0,-1-1 1 0 0,1 0-1 0 0,-1 0 1 0 0,1-1-1 0 0,-1 0 0 0 0,0 0 1 0 0,-10 0-1 0 0,10-2 33 0 0,1 0 1 0 0,0 0-1 0 0,-1-1 0 0 0,1 0 0 0 0,0 0 1 0 0,0-1-1 0 0,0 0 0 0 0,0 0 0 0 0,-6-4 1 0 0,5 2-60 0 0,-1 1 1 0 0,1 1 0 0 0,-1-1 0 0 0,-10-2 0 0 0,10 6-2081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07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79 7834 0 0,'1'-26'3056'0'0,"0"21"-2261"0"0,0-1 1 0 0,-1 1-1 0 0,0-1 0 0 0,0 0 0 0 0,-1 1 0 0 0,1-1 1 0 0,-3-8-1 0 0,1 27 4058 0 0,-2 12-4561 0 0,38 385 92 0 0,-19-333-358 0 0,-9-48 130 0 0,5 47 0 0 0,-11-68-161 0 0,1 1-1 0 0,-1-1 1 0 0,-1 1 0 0 0,0-1 0 0 0,0 0-1 0 0,-1 1 1 0 0,0-1 0 0 0,0 0-1 0 0,-1 0 1 0 0,-4 8 0 0 0,20-65-4474 0 0,-9 27 2803 0 0,1 0 205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07.7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28 435 3209 0 0,'-28'-4'19144'0'0,"33"3"-19062"0"0,0 0-1 0 0,-1 0 1 0 0,1 1 0 0 0,0 0 0 0 0,0 0-1 0 0,0 0 1 0 0,-1 1 0 0 0,1-1 0 0 0,0 1-1 0 0,-1 0 1 0 0,1 1 0 0 0,0-1 0 0 0,-1 1 0 0 0,1 0-1 0 0,4 3 1 0 0,33 12-81 0 0,-12-6 2 0 0,0 2 0 0 0,-2 1-1 0 0,46 29 1 0 0,-45-22 108 0 0,-12-7-42 0 0,1-2-1 0 0,21 12 0 0 0,-37-23-33 0 0,0-1-1 0 0,0 1 1 0 0,0-1-1 0 0,0 0 1 0 0,0 0 0 0 0,0 0-1 0 0,0 0 1 0 0,0 0-1 0 0,0 0 1 0 0,0-1-1 0 0,-1 1 1 0 0,1 0 0 0 0,0-1-1 0 0,0 0 1 0 0,0 1-1 0 0,0-1 1 0 0,-1 0-1 0 0,1 0 1 0 0,0 0 0 0 0,-1 0-1 0 0,1 0 1 0 0,1-2-1 0 0,1 0 51 0 0,-1 0-1 0 0,0 0 1 0 0,0 0-1 0 0,0 0 1 0 0,0 0-1 0 0,0 0 1 0 0,-1-1-1 0 0,1 0 1 0 0,2-5-1 0 0,-4 3 17 0 0,0 0-1 0 0,0 0 0 0 0,-1 0 0 0 0,0 0 1 0 0,0-1-1 0 0,-1 1 0 0 0,1 0 0 0 0,-1 0 0 0 0,-3-11 1 0 0,-2-12 138 0 0,-2-47 141 0 0,-21-233 192 0 0,28 301-640 0 0,0-29-297 0 0,1 35 282 0 0,0 1 1 0 0,0-1-1 0 0,0 0 0 0 0,1 0 1 0 0,-1 0-1 0 0,1 0 0 0 0,-1 0 1 0 0,1 1-1 0 0,0-1 0 0 0,-1 0 0 0 0,1 1 1 0 0,0-1-1 0 0,0 0 0 0 0,0 1 1 0 0,2-3-1 0 0,-2 4 29 0 0,-1 0-1 0 0,1-1 1 0 0,-1 1 0 0 0,1 0 0 0 0,-1 0-1 0 0,1-1 1 0 0,0 1 0 0 0,-1 0 0 0 0,1 0 0 0 0,-1 0-1 0 0,1 0 1 0 0,0 0 0 0 0,-1 0 0 0 0,1 0-1 0 0,0 0 1 0 0,-1 0 0 0 0,1 0 0 0 0,-1 0-1 0 0,1 0 1 0 0,0 0 0 0 0,-1 0 0 0 0,1 1 0 0 0,0-1-1 0 0,11 6-609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11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1 163 3681 0 0,'0'0'26'0'0,"7"-16"1020"0"0,-2 0 1 0 0,1 0 0 0 0,2-18-1 0 0,-7 29-334 0 0,-1-1 0 0 0,1 0 0 0 0,-1 1 0 0 0,0-1 0 0 0,-2-7 0 0 0,2 9 304 0 0,-1 0 0 0 0,-1 0 0 0 0,1-1 0 0 0,0 1 0 0 0,-1 0-1 0 0,0 1 1 0 0,-4-8 0 0 0,12 22 3109 0 0,-2-3-4022 0 0,0 0 1 0 0,-1 1-1 0 0,0-1 0 0 0,2 10 0 0 0,16 108 276 0 0,-6 1 0 0 0,-2 217 0 0 0,-13-335-346 0 0,5 228 886 0 0,-2-206-799 0 0,2-1 0 0 0,1 1 0 0 0,1-1 0 0 0,2 0 0 0 0,19 46 0 0 0,-23-51 36 0 0,-5-25-182 0 0,0 1 0 0 0,0-1-1 0 0,0 1 1 0 0,0 0 0 0 0,0-1 0 0 0,0 1 0 0 0,0-1 0 0 0,0 1 0 0 0,0 0 0 0 0,0-1 0 0 0,0 1 0 0 0,0-1 0 0 0,0 1 0 0 0,-1-1 0 0 0,1 1 0 0 0,0 0 0 0 0,0-1 0 0 0,-1 1 0 0 0,1-1 0 0 0,0 1 0 0 0,-1-1 0 0 0,1 0 0 0 0,-1 1 0 0 0,1-1 0 0 0,0 1 0 0 0,-1-1 0 0 0,1 0 0 0 0,-1 1 0 0 0,1-1 0 0 0,-1 0 0 0 0,1 1 0 0 0,-1-1 0 0 0,0 0 0 0 0,1 0 0 0 0,-1 1 0 0 0,0-1 0 0 0,0 0-33 0 0,1-1-1 0 0,-1 1 1 0 0,1 0 0 0 0,0 0 0 0 0,-1-1-1 0 0,1 1 1 0 0,-1 0 0 0 0,1-1-1 0 0,0 1 1 0 0,-1 0 0 0 0,1-1-1 0 0,0 1 1 0 0,-1-1 0 0 0,1 1-1 0 0,0-1 1 0 0,0 1 0 0 0,-1-1-1 0 0,1 1 1 0 0,0-1 0 0 0,0 1 0 0 0,0-1-1 0 0,0 1 1 0 0,0-1 0 0 0,0 1-1 0 0,0-1 1 0 0,0 1 0 0 0,0-1-1 0 0,0 1 1 0 0,0-1 0 0 0,0 1-1 0 0,0-1 1 0 0,0 1 0 0 0,0-1-1 0 0,0 1 1 0 0,1-1 0 0 0,3-19-2176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11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79 1928 0 0,'1'-22'668'0'0,"-5"-34"19579"0"0,4 55-20152 0 0,11 19 700 0 0,-9-14-868 0 0,3 5 104 0 0,1-1 1 0 0,1 1-1 0 0,-1-1 0 0 0,1-1 1 0 0,1 1-1 0 0,-1-1 1 0 0,1 0-1 0 0,0-1 1 0 0,12 7-1 0 0,13 6 193 0 0,43 19-1 0 0,-15-9-119 0 0,22 16-69 0 0,-32-16 26 0 0,1-2 1 0 0,1-2-1 0 0,1-3 0 0 0,72 21 1 0 0,-118-41-9 0 0,4 0-24 0 0,0 1 0 0 0,-1 1 0 0 0,12 4 0 0 0,-21-7-28 0 0,0 0-1 0 0,0 0 1 0 0,0 0-1 0 0,0 0 0 0 0,0 0 1 0 0,-1 0-1 0 0,1 0 1 0 0,0 1-1 0 0,-1-1 1 0 0,1 0-1 0 0,-1 1 1 0 0,0 0-1 0 0,1-1 1 0 0,-1 1-1 0 0,0 0 1 0 0,0-1-1 0 0,0 1 1 0 0,0 0-1 0 0,0 0 1 0 0,0 0-1 0 0,-1 0 1 0 0,1 0-1 0 0,-1 0 1 0 0,1 3-1 0 0,-2-1 37 0 0,0-1-1 0 0,-1 1 1 0 0,1-1-1 0 0,-1 0 1 0 0,0 0 0 0 0,0 0-1 0 0,0 0 1 0 0,0 0-1 0 0,-1 0 1 0 0,1-1 0 0 0,-1 1-1 0 0,1-1 1 0 0,-1 1-1 0 0,0-1 1 0 0,0 0-1 0 0,-5 2 1 0 0,-10 11-5 0 0,-31 29 184 0 0,-1-2 0 0 0,-2-3 0 0 0,-60 35 0 0 0,61-42-96 0 0,1 3 1 0 0,3 1 0 0 0,-59 57-1 0 0,105-92-94 0 0,-4 5-2 0 0,-1-1-1 0 0,0 0 1 0 0,0 0 0 0 0,-11 7-1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12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21 129 10594 0 0,'5'-33'1472'0'0,"-3"23"-479"0"0,0 0 0 0 0,0 0 1 0 0,-1 0-1 0 0,0-1 0 0 0,-1 1 0 0 0,-1 0 0 0 0,-5-15 2263 0 0,0 31-2196 0 0,-5 12-757 0 0,11-17-255 0 0,-3 9 43 0 0,1 0 1 0 0,0 0-1 0 0,1 1 1 0 0,0-1-1 0 0,1 1 0 0 0,0-1 1 0 0,2 14-1 0 0,-1-2 6 0 0,49 413 127 0 0,-44-393-220 0 0,67 656 164 0 0,-72-683-169 0 0,0-7 8 0 0,-1 0 1 0 0,1 1 0 0 0,-1-1-1 0 0,-1 0 1 0 0,0 1 0 0 0,0-1-1 0 0,0 0 1 0 0,-1 0 0 0 0,-1 0-1 0 0,-3 11 1 0 0,6-19-24 0 0,0 0 0 0 0,-1 0 0 0 0,1 0 1 0 0,0 1-1 0 0,0-1 0 0 0,0 0 0 0 0,0 0 0 0 0,0 0 0 0 0,-1 0 0 0 0,1 1 1 0 0,0-1-1 0 0,0 0 0 0 0,0 0 0 0 0,-1 0 0 0 0,1 0 0 0 0,0 0 0 0 0,0 0 1 0 0,0 0-1 0 0,-1 0 0 0 0,1 0 0 0 0,0 0 0 0 0,0 0 0 0 0,-1 0 0 0 0,1 0 1 0 0,0 0-1 0 0,0 0 0 0 0,0 0 0 0 0,-1 0 0 0 0,1 0 0 0 0,0 0 0 0 0,0 0 1 0 0,-1 0-1 0 0,1 0 0 0 0,0 0 0 0 0,0 0 0 0 0,0 0 0 0 0,-1 0 0 0 0,1-1 0 0 0,0 1 1 0 0,0 0-1 0 0,0 0 0 0 0,0 0 0 0 0,-1 0 0 0 0,1 0 0 0 0,0-1 0 0 0,0 1 1 0 0,0 0-1 0 0,0 0 0 0 0,0 0 0 0 0,0-1 0 0 0,0 1 0 0 0,-1 0 0 0 0,1 0 1 0 0,0 0-1 0 0,0-1 0 0 0,0 1 0 0 0,-5-13-2539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1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 76 6449 0 0,'-50'10'824'0'0,"32"-6"828"0"0,1-1 0 0 0,-35 2 0 0 0,133-19 4291 0 0,116 17-2883 0 0,-28 1-1807 0 0,376-22-749 0 0,-385 15-401 0 0,137-10 219 0 0,-94-1 11 0 0,100-12 189 0 0,-269 19-909 0 0,2 2 1 0 0,-1 2-1 0 0,70 2 0 0 0,-98 2-1439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14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1532 150 4145 0 0,'9'-5'444'0'0,"-6"5"-170"0"0,0-1 0 0 0,-1 0 0 0 0,1 0 0 0 0,-1-1 0 0 0,1 1 0 0 0,-1 0 0 0 0,1-1 0 0 0,-1 0 0 0 0,0 1 0 0 0,0-1 0 0 0,0 0 0 0 0,0 0-1 0 0,2-3 1 0 0,-5 5-77 0 0,1-1-1 0 0,-1 1 1 0 0,0 0-1 0 0,1-1 0 0 0,-1 1 1 0 0,0 0-1 0 0,1 0 0 0 0,-1-1 1 0 0,0 1-1 0 0,1 0 1 0 0,-1 0-1 0 0,0 0 0 0 0,0 0 1 0 0,1 0-1 0 0,-1 0 0 0 0,0 0 1 0 0,1 0-1 0 0,-1 0 0 0 0,0 0 1 0 0,0 0-1 0 0,1 0 1 0 0,-2 1-1 0 0,-19 2 1538 0 0,-17 1-295 0 0,0-1 0 0 0,0-2 1 0 0,-1-2-1 0 0,-52-7 0 0 0,35 2-935 0 0,-188-30 401 0 0,52 5-436 0 0,82 19-214 0 0,-146 3 0 0 0,219 8-251 0 0,-1-1-1 0 0,-50-11 1 0 0,35 5-5 0 0,35 6-967 0 0,-1 1 1 0 0,1 0-1 0 0,0 1 0 0 0,0 2 1 0 0,-1-1-1 0 0,1 2 0 0 0,0 1 0 0 0,1 0 1 0 0,-1 1-1 0 0,-20 9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21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176 104 8290 0 0,'0'3'411'0'0,"1"0"1"0"0,-1 0 0 0 0,0 0 0 0 0,1-1-1 0 0,0 1 1 0 0,-1 0 0 0 0,1-1 0 0 0,0 1-1 0 0,0-1 1 0 0,3 5 0 0 0,1 2 348 0 0,1-1 1 0 0,1 1-1 0 0,-1-1 1 0 0,10 9-1 0 0,-14-14-607 0 0,0-1-1 0 0,1 0 0 0 0,-1 0 0 0 0,1 0 1 0 0,0 0-1 0 0,-1 0 0 0 0,1 0 1 0 0,0-1-1 0 0,0 1 0 0 0,0-1 1 0 0,0 0-1 0 0,0 0 0 0 0,1 0 1 0 0,-1 0-1 0 0,0 0 0 0 0,0-1 0 0 0,5 1 1 0 0,-7-2-138 0 0,0 1 0 0 0,0-1 0 0 0,0 1 0 0 0,0-1 0 0 0,0 1-1 0 0,0-1 1 0 0,0 0 0 0 0,0 0 0 0 0,0 1 0 0 0,0-1 0 0 0,-1 0 0 0 0,1 0 0 0 0,0 0 0 0 0,0 0 0 0 0,-1 0 0 0 0,1 0 0 0 0,-1 0 0 0 0,1 0 0 0 0,-1 0 0 0 0,1 0 0 0 0,-1 0-1 0 0,0-1 1 0 0,0 1 0 0 0,1 0 0 0 0,-1 0 0 0 0,0 0 0 0 0,0 0 0 0 0,0-1 0 0 0,0 1 0 0 0,0 0 0 0 0,-1 0 0 0 0,1-2 0 0 0,-7-38 261 0 0,5 35-259 0 0,0 0 0 0 0,-1 0 1 0 0,0 1-1 0 0,0 0 0 0 0,0-1 0 0 0,0 1 0 0 0,-1 0 0 0 0,0 0 0 0 0,0 1 0 0 0,0-1 0 0 0,0 1 0 0 0,-1 0 0 0 0,0 0 0 0 0,-5-3 0 0 0,7 5-5 0 0,1 1 0 0 0,-1 0-1 0 0,0 0 1 0 0,1 0 0 0 0,-1 0-1 0 0,0 0 1 0 0,0 1-1 0 0,1-1 1 0 0,-1 1 0 0 0,0 0-1 0 0,0 0 1 0 0,0 0 0 0 0,0 0-1 0 0,1 0 1 0 0,-1 1 0 0 0,0-1-1 0 0,0 1 1 0 0,0 0-1 0 0,1 0 1 0 0,-1 0 0 0 0,0 0-1 0 0,1 0 1 0 0,-1 0 0 0 0,1 1-1 0 0,0-1 1 0 0,-1 1 0 0 0,1 0-1 0 0,0 0 1 0 0,0-1 0 0 0,0 2-1 0 0,0-1 1 0 0,-2 3-1 0 0,-1 1-22 0 0,1 1-1 0 0,-1-1 0 0 0,2 1 0 0 0,-1 0 0 0 0,1 0 0 0 0,0 0 0 0 0,0 1 0 0 0,1-1 0 0 0,0 1 0 0 0,0 0 0 0 0,-1 12 0 0 0,2-17 8 0 0,1 0 0 0 0,0 1-1 0 0,0-1 1 0 0,0 1-1 0 0,0-1 1 0 0,0 0-1 0 0,1 1 1 0 0,-1-1 0 0 0,1 0-1 0 0,0 1 1 0 0,0-1-1 0 0,0 0 1 0 0,1 0-1 0 0,-1 0 1 0 0,1 0-1 0 0,-1 0 1 0 0,1 0 0 0 0,0 0-1 0 0,0 0 1 0 0,0-1-1 0 0,1 1 1 0 0,-1-1-1 0 0,1 0 1 0 0,-1 0 0 0 0,1 0-1 0 0,0 0 1 0 0,0 0-1 0 0,0 0 1 0 0,3 1-1 0 0,-3-2 63 0 0,0-1 0 0 0,0 1-1 0 0,0-1 1 0 0,-1 0 0 0 0,1 0-1 0 0,0 0 1 0 0,0 0-1 0 0,0-1 1 0 0,0 1 0 0 0,0-1-1 0 0,-1 1 1 0 0,1-1 0 0 0,0 0-1 0 0,0 0 1 0 0,-1-1-1 0 0,1 1 1 0 0,-1 0 0 0 0,1-1-1 0 0,-1 0 1 0 0,1 1 0 0 0,-1-1-1 0 0,0 0 1 0 0,0 0-1 0 0,0 0 1 0 0,0 0 0 0 0,0-1-1 0 0,2-3 1 0 0,5-7 132 0 0,0 1-1 0 0,-1-1 1 0 0,11-27 0 0 0,-17 35-180 0 0,0 0 0 0 0,0-1 1 0 0,0 0-1 0 0,-1 1 0 0 0,0-1 0 0 0,0 0 0 0 0,0 1 1 0 0,-1-1-1 0 0,0 0 0 0 0,0 0 0 0 0,0 0 0 0 0,-1 1 1 0 0,0-1-1 0 0,0 0 0 0 0,-1 1 0 0 0,1-1 0 0 0,-5-8 1 0 0,5 11 6 0 0,-1 0 0 0 0,0-1 0 0 0,0 1 0 0 0,-1 0 1 0 0,1 0-1 0 0,-1 1 0 0 0,1-1 0 0 0,-1 0 1 0 0,0 1-1 0 0,0 0 0 0 0,0-1 0 0 0,0 1 0 0 0,0 0 1 0 0,-1 1-1 0 0,1-1 0 0 0,0 0 0 0 0,-1 1 0 0 0,0 0 1 0 0,1 0-1 0 0,-1 0 0 0 0,0 0 0 0 0,1 1 0 0 0,-1-1 1 0 0,0 1-1 0 0,0 0 0 0 0,1 0 0 0 0,-8 2 0 0 0,-1-1 10 0 0,0 2 0 0 0,0 0 0 0 0,0 0 0 0 0,1 1 0 0 0,0 0 0 0 0,-1 1 0 0 0,2 1 0 0 0,-1 0 0 0 0,0 0 0 0 0,1 1 0 0 0,0 0 0 0 0,1 1 0 0 0,0 0 0 0 0,-9 9-1 0 0,17-16-82 0 0,1 0-1 0 0,-1-1 1 0 0,0 1-1 0 0,1 0 0 0 0,-1 0 1 0 0,1-1-1 0 0,-1 1 1 0 0,1 0-1 0 0,-1 0 0 0 0,1 0 1 0 0,-1 0-1 0 0,1 0 0 0 0,0-1 1 0 0,-1 1-1 0 0,1 0 1 0 0,0 0-1 0 0,0 0 0 0 0,0 0 1 0 0,0 0-1 0 0,0 0 1 0 0,0 0-1 0 0,0 0 0 0 0,0 0 1 0 0,0 0-1 0 0,0 0 1 0 0,1 0-1 0 0,-1 0 0 0 0,0 0 1 0 0,0-1-1 0 0,1 1 0 0 0,-1 0 1 0 0,1 0-1 0 0,-1 0 1 0 0,1 0-1 0 0,-1-1 0 0 0,1 1 1 0 0,0 0-1 0 0,-1 0 1 0 0,2 0-1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22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 5065 0 0,'9'13'844'0'0,"0"-1"0"0"0,0 0 0 0 0,1-1 0 0 0,1 0 1 0 0,0 0-1 0 0,0-1 0 0 0,1-1 0 0 0,1 0 0 0 0,-1-1 0 0 0,1 0 0 0 0,0-1 0 0 0,1 0 0 0 0,23 8 0 0 0,-35-15-721 0 0,-1 1 1 0 0,0-1-1 0 0,1 1 0 0 0,-1-1 0 0 0,1 0 0 0 0,-1 0 0 0 0,1 0 1 0 0,-1 0-1 0 0,0 0 0 0 0,1 0 0 0 0,-1 0 0 0 0,1 0 0 0 0,-1-1 1 0 0,0 1-1 0 0,1 0 0 0 0,-1-1 0 0 0,1 1 0 0 0,-1-1 0 0 0,0 1 1 0 0,0-1-1 0 0,1 0 0 0 0,-1 0 0 0 0,0 0 0 0 0,0 1 0 0 0,1-3 1 0 0,0 1-5 0 0,0 0 1 0 0,-1-1 0 0 0,1 1 0 0 0,-1-1 0 0 0,0 0 0 0 0,0 1 0 0 0,0-1 0 0 0,0 0 0 0 0,0 0 0 0 0,-1 0 0 0 0,1-5 0 0 0,0-1 2 0 0,-1-1 0 0 0,0 1 0 0 0,-1 0 0 0 0,0 0 0 0 0,0-1 0 0 0,-1 1 0 0 0,-3-10-1 0 0,3 16-115 0 0,1-1-1 0 0,-1 1 1 0 0,0 0-1 0 0,0-1 1 0 0,0 1-1 0 0,0 0 0 0 0,-1 0 1 0 0,1 1-1 0 0,-1-1 1 0 0,0 0-1 0 0,0 1 0 0 0,0 0 1 0 0,0-1-1 0 0,0 1 1 0 0,0 1-1 0 0,0-1 0 0 0,-1 0 1 0 0,1 1-1 0 0,-1-1 1 0 0,1 1-1 0 0,-1 0 0 0 0,-5 0 1 0 0,6 0-25 0 0,0 1 0 0 0,0 0 0 0 0,0 0 0 0 0,0 0 0 0 0,1 0 0 0 0,-1 1 0 0 0,0-1 0 0 0,0 1 0 0 0,0 0 0 0 0,0 0 0 0 0,0 0 1 0 0,1 0-1 0 0,-1 0 0 0 0,0 0 0 0 0,1 1 0 0 0,-1-1 0 0 0,1 1 0 0 0,0 0 0 0 0,-1 0 0 0 0,1 0 0 0 0,0 0 0 0 0,0 0 0 0 0,0 0 0 0 0,1 1 0 0 0,-1-1 0 0 0,0 1 0 0 0,1-1 0 0 0,0 1 0 0 0,-2 3 0 0 0,2-4 13 0 0,0 1-1 0 0,0 0 0 0 0,1-1 0 0 0,-1 1 0 0 0,1 0 1 0 0,0-1-1 0 0,-1 1 0 0 0,1 0 0 0 0,0-1 1 0 0,1 1-1 0 0,-1 0 0 0 0,0-1 0 0 0,1 1 0 0 0,0 0 1 0 0,-1-1-1 0 0,1 1 0 0 0,0-1 0 0 0,0 1 0 0 0,1-1 1 0 0,-1 1-1 0 0,0-1 0 0 0,1 0 0 0 0,-1 0 1 0 0,1 0-1 0 0,0 1 0 0 0,0-2 0 0 0,0 1 0 0 0,0 0 1 0 0,0 0-1 0 0,0-1 0 0 0,0 1 0 0 0,1-1 0 0 0,-1 1 1 0 0,0-1-1 0 0,4 1 0 0 0,-1 0 37 0 0,-1 1 1 0 0,1-1-1 0 0,1 0 0 0 0,-1-1 1 0 0,0 1-1 0 0,0-1 0 0 0,1 0 1 0 0,-1-1-1 0 0,0 1 0 0 0,1-1 1 0 0,-1 0-1 0 0,1 0 0 0 0,-1-1 1 0 0,0 1-1 0 0,1-1 0 0 0,-1 0 0 0 0,6-3 1 0 0,-8 2-10 0 0,-1 0 0 0 0,1 0 1 0 0,-1 0-1 0 0,0 0 0 0 0,0 0 0 0 0,0-1 1 0 0,0 1-1 0 0,0-1 0 0 0,0 0 0 0 0,-1 1 1 0 0,1-1-1 0 0,-1 0 0 0 0,0 0 0 0 0,0 0 1 0 0,0 0-1 0 0,0 0 0 0 0,0 0 0 0 0,-1 0 1 0 0,0 0-1 0 0,1-1 0 0 0,-1 1 0 0 0,0-3 0 0 0,0 3 2 0 0,0 1-1 0 0,0-1 1 0 0,0 1-1 0 0,0-1 1 0 0,0 0-1 0 0,-1 1 0 0 0,1-1 1 0 0,-1 1-1 0 0,1-1 1 0 0,-1 1-1 0 0,0 0 0 0 0,0-1 1 0 0,0 1-1 0 0,0 0 1 0 0,-1-1-1 0 0,1 1 0 0 0,-1 0 1 0 0,1 0-1 0 0,-1 0 1 0 0,0 0-1 0 0,0 1 1 0 0,1-1-1 0 0,-1 0 0 0 0,-1 1 1 0 0,1-1-1 0 0,0 1 1 0 0,-3-2-1 0 0,4 3-11 0 0,-1 0-1 0 0,1 0 1 0 0,-1 1 0 0 0,1-1 0 0 0,0 0-1 0 0,-1 0 1 0 0,1 1 0 0 0,-1-1-1 0 0,1 1 1 0 0,0-1 0 0 0,-1 1 0 0 0,1 0-1 0 0,0-1 1 0 0,0 1 0 0 0,0 0 0 0 0,0 0-1 0 0,-1 0 1 0 0,1 0 0 0 0,0 0-1 0 0,0 0 1 0 0,1 0 0 0 0,-1 0 0 0 0,0 1-1 0 0,0-1 1 0 0,1 0 0 0 0,-2 2-1 0 0,-15 37 133 0 0,12-23-291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2.70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136 258 920 0 0,'-6'-2'41'0'0,"0"1"0"0"0,0-1 0 0 0,1 0 0 0 0,-1 0 0 0 0,0-1 0 0 0,1 0 0 0 0,-90-91 13758 0 0,104 101-13564 0 0,1 0-1 0 0,0-1 1 0 0,0 0 0 0 0,0 0 0 0 0,1-1 0 0 0,0-1-1 0 0,0 1 1 0 0,0-2 0 0 0,1 0 0 0 0,-1 0 0 0 0,1-1-1 0 0,12 1 1 0 0,26 1 407 0 0,78-5 0 0 0,-85 0-226 0 0,118-1 577 0 0,160-7 125 0 0,362 12-754 0 0,-153 6-144 0 0,861-57 36 0 0,-320-60-192 0 0,-403 59 629 0 0,55 45-1023 0 0,-644 3 352 0 0,-48 0 31 0 0,1 0 0 0 0,-1 2 1 0 0,0 2-1 0 0,0 0 0 0 0,50 14 0 0 0,-81-17-56 0 0,0 0 1 0 0,0 0-1 0 0,0 0 0 0 0,0 0 1 0 0,0 0-1 0 0,0 0 0 0 0,0 0 1 0 0,0 0-1 0 0,0 0 0 0 0,0 0 1 0 0,0 0-1 0 0,0 0 0 0 0,0 1 1 0 0,-1-1-1 0 0,1 0 1 0 0,0 0-1 0 0,0 0 0 0 0,0 0 1 0 0,0 0-1 0 0,0 0 0 0 0,0 0 1 0 0,0 0-1 0 0,0 0 0 0 0,0 0 1 0 0,0 0-1 0 0,0 1 0 0 0,0-1 1 0 0,0 0-1 0 0,0 0 0 0 0,0 0 1 0 0,0 0-1 0 0,0 0 0 0 0,0 0 1 0 0,0 0-1 0 0,0 0 0 0 0,0 0 1 0 0,0 0-1 0 0,0 0 0 0 0,0 1 1 0 0,0-1-1 0 0,1 0 0 0 0,-1 0 1 0 0,0 0-1 0 0,0 0 0 0 0,0 0 1 0 0,0 0-1 0 0,0 0 1 0 0,0 0-1 0 0,0 0 0 0 0,0 0 1 0 0,0 0-1 0 0,0 0 0 0 0,0 0 1 0 0,0 0-1 0 0,0 0 0 0 0,1 0 1 0 0,-1 0-1 0 0,0 0 0 0 0,0 0 1 0 0,0 0-1 0 0,-13 4-340 0 0,-18 1-705 0 0,31-5 998 0 0,-17 2-1882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3.86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326 0 9218 0 0,'-9'6'9334'0'0,"16"7"-7638"0"0,24 13-1997 0 0,453 267 1412 0 0,-405-245-1108 0 0,99 65 184 0 0,-141-87-57 0 0,-2 2-1 0 0,52 52 1 0 0,-79-70-131 0 0,0 0 1 0 0,-1 0 0 0 0,0 1 0 0 0,0 0 0 0 0,4 12-1 0 0,16 27 16 0 0,-27-50 7 0 0,0 1 0 0 0,0-1 0 0 0,1 0 0 0 0,-1 0 0 0 0,0 0-1 0 0,0 1 1 0 0,0-1 0 0 0,0 0 0 0 0,0 0 0 0 0,0 0 0 0 0,0 1 0 0 0,0-1 0 0 0,0 0 0 0 0,0 0 0 0 0,0 1 0 0 0,0-1-1 0 0,0 0 1 0 0,0 0 0 0 0,0 1 0 0 0,0-1 0 0 0,0 0 0 0 0,0 0 0 0 0,0 0 0 0 0,0 1 0 0 0,0-1 0 0 0,0 0 0 0 0,0 0 0 0 0,-1 0-1 0 0,1 1 1 0 0,0-1 0 0 0,0 0 0 0 0,0 0 0 0 0,0 0 0 0 0,0 0 0 0 0,-1 1 0 0 0,1-1 0 0 0,0 0 0 0 0,0 0 0 0 0,0 0 0 0 0,-1 0-1 0 0,1 0 1 0 0,0 1 0 0 0,-16 3 156 0 0,-21-4-215 0 0,32-1 42 0 0,-1 1 0 0 0,1 0 1 0 0,-1 0-1 0 0,1 1 0 0 0,0-1 1 0 0,-1 1-1 0 0,1 0 0 0 0,0 1 0 0 0,-1-1 1 0 0,1 1-1 0 0,0 0 0 0 0,0 1 1 0 0,1-1-1 0 0,-10 7 0 0 0,-5 4-11 0 0,1 2-1 0 0,-21 19 1 0 0,12-9-25 0 0,-99 90-317 0 0,-47 40 211 0 0,-79 21 542 0 0,46-36-354 0 0,-90 65 686 0 0,291-202-835 0 0,2-2 8 0 0,1 0 0 0 0,0 0 0 0 0,1 0 0 0 0,-1 0 0 0 0,0 1 0 0 0,0-1 0 0 0,0 0-1 0 0,1 1 1 0 0,-1-1 0 0 0,1 1 0 0 0,-1 0 0 0 0,1-1 0 0 0,0 1 0 0 0,-2 2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7.0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11979 0 0,'1'0'199'0'0,"0"-1"0"0"0,-1 0 0 0 0,1 1 1 0 0,0-1-1 0 0,0 1 0 0 0,0-1 0 0 0,0 1 1 0 0,0 0-1 0 0,-1-1 0 0 0,1 1 1 0 0,0 0-1 0 0,0-1 0 0 0,0 1 0 0 0,0 0 1 0 0,0 0-1 0 0,0 0 0 0 0,0 0 1 0 0,0 0-1 0 0,0 0 0 0 0,0 0 0 0 0,0 0 1 0 0,0 1-1 0 0,0-1 0 0 0,0 0 0 0 0,0 0 1 0 0,0 1-1 0 0,0-1 0 0 0,-1 1 1 0 0,1-1-1 0 0,0 1 0 0 0,0-1 0 0 0,0 1 1 0 0,-1-1-1 0 0,1 1 0 0 0,0 0 1 0 0,0-1-1 0 0,-1 1 0 0 0,1 0 0 0 0,-1 0 1 0 0,1 0-1 0 0,0 1 0 0 0,2 2 63 0 0,0 0-1 0 0,0 0 1 0 0,-1 1 0 0 0,1-1-1 0 0,-1 1 1 0 0,2 7-1 0 0,2 17 6 0 0,-1 1 1 0 0,-2 0-1 0 0,-1 0 0 0 0,-1 1 0 0 0,-5 38 0 0 0,2 59-71 0 0,8-75-124 0 0,20 84-1 0 0,-4-28-19 0 0,-22-108-58 0 0,1 3-881 0 0,0 0-1 0 0,-1 0 0 0 0,1 1 0 0 0,-1-1 0 0 0,0 0 0 0 0,0 0 0 0 0,-2 8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7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43 125 3225 0 0,'1'-5'531'0'0,"0"0"1"0"0,0 0-1 0 0,1 0 0 0 0,0 0 1 0 0,0 1-1 0 0,0-1 1 0 0,1 0-1 0 0,0 1 0 0 0,0 0 1 0 0,0-1-1 0 0,0 1 1 0 0,1 0-1 0 0,-1 1 1 0 0,1-1-1 0 0,0 1 0 0 0,0-1 1 0 0,0 1-1 0 0,1 1 1 0 0,6-5-1 0 0,1 1 661 0 0,0 0 0 0 0,1 0-1 0 0,-1 2 1 0 0,1-1 0 0 0,0 1 0 0 0,21-2-1 0 0,-33 5-1157 0 0,1 1 0 0 0,-1 0 0 0 0,1 0 0 0 0,-1 0 0 0 0,1 0 0 0 0,-1 0 0 0 0,1 0 0 0 0,-1 0 0 0 0,1 1 0 0 0,-1-1 0 0 0,1 1 0 0 0,-1-1 0 0 0,0 1 0 0 0,1-1 0 0 0,-1 1 0 0 0,0 0 0 0 0,1 0 0 0 0,-1-1-1 0 0,0 1 1 0 0,0 0 0 0 0,2 2 0 0 0,-1 0-15 0 0,0 0-1 0 0,0 0 0 0 0,0-1 0 0 0,-1 1 0 0 0,0 0 1 0 0,1 0-1 0 0,-1 0 0 0 0,0 1 0 0 0,1 5 1 0 0,0 7-29 0 0,-1 1 0 0 0,0 0 0 0 0,-3 21 0 0 0,2-25 118 0 0,-1 4-51 0 0,1-4-29 0 0,0-1 0 0 0,-1 1 0 0 0,-1 0 0 0 0,0-1 0 0 0,-6 21-1 0 0,7-29-42 0 0,-1 0 0 0 0,0 0 0 0 0,0-1 0 0 0,0 0 0 0 0,-1 1 0 0 0,1-1 0 0 0,-1 0 0 0 0,1 0 0 0 0,-1 0 0 0 0,0 0 0 0 0,0-1 0 0 0,-1 1 0 0 0,1-1 0 0 0,0 0 0 0 0,-1 0 0 0 0,0 0 0 0 0,1 0 0 0 0,-1-1 0 0 0,0 1 0 0 0,0-1 0 0 0,0 0 0 0 0,-4 1 0 0 0,-11 1 198 0 0,0-1 1 0 0,-36 0-1 0 0,11-1-1575 0 0,1 4-5441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8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6913 0 0,'10'-31'10834'0'0,"-12"44"-7729"0"0,1-2-2694 0 0,0 1-1 0 0,1-1 1 0 0,0 1-1 0 0,1-1 1 0 0,0 1-1 0 0,5 20 1 0 0,2 24-164 0 0,-7-34-176 0 0,11 112 115 0 0,-8-113-131 0 0,0-1 0 0 0,1 1 1 0 0,1-1-1 0 0,13 28 1 0 0,-8-13-68 0 0,-13-17-1592 0 0,2-17 1240 0 0,0 0 1 0 0,0 0-1 0 0,-1-1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38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75 288 3225 0 0,'-35'-34'2253'0'0,"30"31"-754"0"0,0-1 0 0 0,1-1-1 0 0,-1 1 1 0 0,1-1 0 0 0,0 1 0 0 0,0-1 0 0 0,-4-8 0 0 0,26 28 3024 0 0,0-2-4198 0 0,58 68 413 0 0,-55-56-654 0 0,2 0-1 0 0,36 29 0 0 0,-42-40-58 0 0,0-1 0 0 0,1-1 0 0 0,1 0 0 0 0,22 10-1 0 0,-35-20 22 0 0,0 0 0 0 0,0 0 0 0 0,0 0 0 0 0,0 0 0 0 0,0-1 0 0 0,0 0 0 0 0,0 0 0 0 0,0-1 0 0 0,0 0 0 0 0,1 0 0 0 0,-1-1 0 0 0,0 1 0 0 0,0-1 0 0 0,0 0 0 0 0,0-1 0 0 0,0 0 0 0 0,0 0 0 0 0,0 0 0 0 0,8-4 0 0 0,-10 3 47 0 0,0-1 1 0 0,0 1-1 0 0,0 0 0 0 0,-1-1 0 0 0,1 0 0 0 0,-1 1 0 0 0,0-2 0 0 0,0 1 1 0 0,0 0-1 0 0,-1 0 0 0 0,0-1 0 0 0,1 0 0 0 0,-1 1 0 0 0,-1-1 1 0 0,1 0-1 0 0,-1 0 0 0 0,0 0 0 0 0,0 0 0 0 0,0-7 0 0 0,1-8 262 0 0,-1-1-1 0 0,-1 0 1 0 0,-3-28-1 0 0,-15-64 73 0 0,-1-22-813 0 0,19 133 197 0 0,0 0 0 0 0,-1-1 1 0 0,1 1-1 0 0,0 0 0 0 0,1 0 0 0 0,-1 0 0 0 0,0 0 0 0 0,1-1 0 0 0,-1 1 0 0 0,1 0 0 0 0,0 0 0 0 0,-1 0 1 0 0,1 0-1 0 0,0 0 0 0 0,0 0 0 0 0,3-3 0 0 0,1 2-586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47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0 232 3681 0 0,'98'1'7013'0'0,"2"2"-3302"0"0,378 29-384 0 0,-374-22-2873 0 0,1-6 0 0 0,132-10-1 0 0,90-14 362 0 0,-87 8-683 0 0,-19 2-150 0 0,54-4 214 0 0,-21 5 330 0 0,-1 0-322 0 0,115-11-204 0 0,528-25 190 0 0,-672 27-51 0 0,257-29 773 0 0,-370 30-924 0 0,364-38 101 0 0,-425 57 82 0 0,-37-1-436 0 0,0 0 0 0 0,0-1 0 0 0,18-3 0 0 0,-16 4-1048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47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213 124 3225 0 0,'-26'-23'2994'0'0,"-25"-31"0"0"0,7 7 4301 0 0,83 81-5135 0 0,1-1 0 0 0,75 45 1 0 0,-87-60-2161 0 0,-1 1 0 0 0,44 42 0 0 0,-69-60 1 0 0,-1 1 1 0 0,1-1-1 0 0,-1 1 1 0 0,0 0-1 0 0,0 0 1 0 0,0-1-1 0 0,0 1 1 0 0,0 0-1 0 0,0 0 1 0 0,-1 0-1 0 0,1 0 1 0 0,0 0-1 0 0,-1 0 1 0 0,0 0-1 0 0,1 0 1 0 0,-1 0-1 0 0,0 0 1 0 0,0 0-1 0 0,0 3 1 0 0,-1 0 5 0 0,0-1 1 0 0,0 1-1 0 0,-1-1 0 0 0,1 1 1 0 0,-1-1-1 0 0,0 0 0 0 0,0 0 1 0 0,-4 6-1 0 0,-4 3 17 0 0,0-1 0 0 0,0 1 0 0 0,-25 20 0 0 0,-100 97 204 0 0,-46 40 120 0 0,178-168-409 0 0,0 0 1 0 0,0 1-1 0 0,1-1 0 0 0,0 1 0 0 0,-1 0 1 0 0,1-1-1 0 0,0 1 0 0 0,-2 5 0 0 0,1-3-440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48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6913 0 0,'14'-13'12067'0'0,"-2"39"-11379"0"0,-2 1-1 0 0,-1 0 1 0 0,0 0-1 0 0,-3 1 1 0 0,6 36 0 0 0,9 40-549 0 0,-5-53-88 0 0,41 88 0 0 0,-34-90-61 0 0,26 84 1 0 0,-39-73-1548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48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9 116 5065 0 0,'-1'0'72'0'0,"1"0"-1"0"0,0 0 0 0 0,0 0 1 0 0,-1 0-1 0 0,1 0 1 0 0,0 0-1 0 0,0 0 1 0 0,-1 0-1 0 0,1 0 1 0 0,0 0-1 0 0,-1 0 1 0 0,1 0-1 0 0,0 0 0 0 0,0 0 1 0 0,-1 0-1 0 0,1 0 1 0 0,0 0-1 0 0,0 0 1 0 0,0 0-1 0 0,-1-1 1 0 0,1 1-1 0 0,0 0 1 0 0,0 0-1 0 0,-1 0 0 0 0,1 0 1 0 0,0-1-1 0 0,0 1 1 0 0,0 0-1 0 0,0 0 1 0 0,-1 0-1 0 0,1-1 1 0 0,0 1-1 0 0,0 0 1 0 0,0 0-1 0 0,0-1 0 0 0,0 1 1 0 0,0 0-1 0 0,0 0 1 0 0,0-1-1 0 0,0 1 1 0 0,0 0-1 0 0,0 0 1 0 0,0-1-1 0 0,0 1 1 0 0,0 0-1 0 0,0 0 0 0 0,0-1 1 0 0,0 1-1 0 0,0 0 1 0 0,0 0-1 0 0,0-1 1 0 0,0 1-1 0 0,0 0 1 0 0,0 0-1 0 0,0-1 1 0 0,0 1-1 0 0,1 0 0 0 0,19-15 3071 0 0,31-9 606 0 0,-15 10-2057 0 0,0 2-1 0 0,64-12 1 0 0,-59 17-1585 0 0,1 2 0 0 0,52 0 0 0 0,-49 10-1613 0 0,-33-1 465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1:49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10138 0 0,'18'-2'1033'0'0,"1"0"0"0"0,-1-1 0 0 0,1-1 0 0 0,31-12 0 0 0,-4 3 942 0 0,-20 6-377 0 0,43-10-613 0 0,-56 14-2411 0 0,-1 2 1 0 0,1 0-1 0 0,20 1 0 0 0,-21 0 1319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07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 6449 0 0,'22'-21'10708'0'0,"-21"21"-10071"0"0,1-1 1 0 0,-1 1-1 0 0,1-1 1 0 0,3 1 1476 0 0,-2 3-1894 0 0,0 1-142 0 0,0 1 1 0 0,0 0-1 0 0,-1 0 1 0 0,1 0-1 0 0,-1 0 1 0 0,0 1-1 0 0,-1-1 1 0 0,2 8-1 0 0,9 54 196 0 0,-6-29-213 0 0,19 95 208 0 0,35 227 425 0 0,-58-344-618 0 0,3 34 210 0 0,-5-48-267 0 0,0 1 1 0 0,0-1 0 0 0,0 0-1 0 0,0 1 1 0 0,-1-1 0 0 0,1 0-1 0 0,0 0 1 0 0,-1 0-1 0 0,0 1 1 0 0,1-1 0 0 0,-1 0-1 0 0,0 0 1 0 0,0 0-1 0 0,-1 0 1 0 0,1 0 0 0 0,0 0-1 0 0,-2 1 1 0 0,1-1-28 0 0,-1-1 1 0 0,1 0 0 0 0,-1 0-1 0 0,1 0 1 0 0,-1 0-1 0 0,1-1 1 0 0,-1 1-1 0 0,1-1 1 0 0,-1 1-1 0 0,1-1 1 0 0,-4 0-1 0 0,5 0-13 0 0,-9 1-399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07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24 3681 0 0,'-30'-23'11113'0'0,"27"22"-9630"0"0,10 3 1547 0 0,2-1-2837 0 0,1 0 0 0 0,-1 1 0 0 0,0 0 0 0 0,0 0 0 0 0,0 1 0 0 0,0 0 0 0 0,0 0 0 0 0,12 8 0 0 0,5 5 126 0 0,34 27 0 0 0,-57-41-318 0 0,25 17 51 0 0,1-2 0 0 0,1-1-1 0 0,0-2 1 0 0,1-1 0 0 0,32 10 0 0 0,-25-10 73 0 0,0 2 1 0 0,69 38-1 0 0,-103-51-98 0 0,36 27 5 0 0,-38-28-24 0 0,0 0 1 0 0,0 1-1 0 0,-1 0 1 0 0,1 0-1 0 0,0-1 1 0 0,-1 1-1 0 0,1 0 1 0 0,-1 0-1 0 0,1 0 1 0 0,-1 1-1 0 0,0-1 1 0 0,0 0-1 0 0,0 0 0 0 0,0 1 1 0 0,-1-1-1 0 0,2 4 1 0 0,-4-3 20 0 0,0 1 1 0 0,0 0 0 0 0,0-1-1 0 0,0 1 1 0 0,-1-1-1 0 0,1 1 1 0 0,-1-1-1 0 0,0 0 1 0 0,0 0 0 0 0,0-1-1 0 0,0 1 1 0 0,-7 4-1 0 0,-5 6 39 0 0,-279 254 856 0 0,273-251-1071 0 0,7-5-202 0 0,0 0 1 0 0,1 1 0 0 0,-17 20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08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88 5841 0 0,'-3'-15'514'0'0,"2"5"983"0"0,-1 0 1 0 0,0-1-1 0 0,0 1 1 0 0,-1 1-1 0 0,-4-14 3872 0 0,13 25-3421 0 0,8 6-1244 0 0,-13-7-706 0 0,1 1 36 0 0,0 0 0 0 0,0 1 0 0 0,0-1 0 0 0,-1 0 1 0 0,1 1-1 0 0,-1-1 0 0 0,0 1 0 0 0,0-1 0 0 0,0 1 0 0 0,0 0 1 0 0,0-1-1 0 0,0 1 0 0 0,-1 0 0 0 0,1 0 0 0 0,-1 4 0 0 0,0 46 82 0 0,-1-38-63 0 0,0 11-34 0 0,1-1 1 0 0,1 1-1 0 0,2 0 1 0 0,0-1-1 0 0,13 47 1 0 0,-7-34-1 0 0,7 66 0 0 0,-13-74 74 0 0,2 1 1 0 0,0-1-1 0 0,2-1 0 0 0,12 33 0 0 0,-14-50-79 0 0,6 13 158 0 0,13 50-1 0 0,-22-66-144 0 0,0 0 0 0 0,-1 0-1 0 0,0 0 1 0 0,-1 1 0 0 0,0-1-1 0 0,0 0 1 0 0,-1 1 0 0 0,0-1-1 0 0,-4 12 1 0 0,2-3-558 0 0,4-16 263 0 0,-1 1 0 0 0,0-1 0 0 0,-1 0 0 0 0,1 1 0 0 0,0-1 0 0 0,-1 0 0 0 0,1 0 0 0 0,-1 1 0 0 0,0-1 0 0 0,0 0 0 0 0,0 0 0 0 0,0 0 1 0 0,0 0-1 0 0,0 0 0 0 0,-1 0 0 0 0,-2 3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09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92 5121 0 0,'-29'-27'14354'0'0,"33"26"-14087"0"0,21-3 244 0 0,0 1 0 0 0,0 2 0 0 0,27 1 1 0 0,-20 0-456 0 0,50-5 0 0 0,16-4-212 0 0,-1 5 0 0 0,153 11 0 0 0,-226-5 216 0 0,60-2 538 0 0,149-19 0 0 0,-52 2-251 0 0,-75 6-1160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0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1561 1 4145 0 0,'-13'7'9960'0'0,"-5"3"-9233"0"0,0 0 1 0 0,-21 7-1 0 0,1-9-110 0 0,0-2-1 0 0,0-1 0 0 0,-1-2 0 0 0,-53-3 1 0 0,59 0-542 0 0,-9 2 146 0 0,1 2 0 0 0,-64 15 0 0 0,69-11-217 0 0,1-2 1 0 0,-1-1-1 0 0,-73-1 0 0 0,-104 0 586 0 0,169-2-529 0 0,36-2-16 0 0,-48 3 341 0 0,-82-6 1 0 0,93 0-189 0 0,0 2-1 0 0,0 2 1 0 0,1 2 0 0 0,-76 14 0 0 0,101-10-1318 0 0,6-2-1278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1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14 920 0 0,'2'-13'19484'0'0,"-6"18"-19304"0"0,0 1 0 0 0,1-1 0 0 0,0 1-1 0 0,0 0 1 0 0,0 0 0 0 0,1 0 0 0 0,0 0-1 0 0,0 1 1 0 0,-2 10 0 0 0,-4 69 378 0 0,0-6-510 0 0,-6 20 249 0 0,-2 122 0 0 0,24 7-21 0 0,-1-125-197 0 0,-9 36-79 0 0,1 15 0 0 0,2-137 14 0 0,0-6 16 0 0,-1-1 0 0 0,1 0 1 0 0,1 0-1 0 0,0 0 0 0 0,1 0 0 0 0,0 0 1 0 0,8 20-1 0 0,-7-22-37 0 0,-1 1 0 0 0,0 0 0 0 0,-1 1 0 0 0,0-1-1 0 0,0 0 1 0 0,-1 1 0 0 0,-1 16 0 0 0,6 41-24 0 0,-5-65-161 0 0,4 11 489 0 0,3-14-2840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2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4561 0 0,'0'-1'140'0'0,"0"1"0"0"0,0-1-1 0 0,0 1 1 0 0,0-1 0 0 0,0 0 0 0 0,0 1 0 0 0,0-1-1 0 0,0 0 1 0 0,1 1 0 0 0,-1-1 0 0 0,0 1 0 0 0,0-1 0 0 0,0 0-1 0 0,1 1 1 0 0,-1-1 0 0 0,0 1 0 0 0,1-1 0 0 0,-1 1-1 0 0,1-1 1 0 0,-1 1 0 0 0,0-1 0 0 0,1 1 0 0 0,-1-1-1 0 0,1 1 1 0 0,-1 0 0 0 0,1-1 0 0 0,0 1 0 0 0,-1 0 0 0 0,1-1-1 0 0,-1 1 1 0 0,1 0 0 0 0,0 0 0 0 0,-1-1 0 0 0,1 1-1 0 0,-1 0 1 0 0,1 0 0 0 0,1 0 0 0 0,1-1 123 0 0,20-5 1035 0 0,0 1 1 0 0,0 1-1 0 0,0 0 1 0 0,47 1-1 0 0,-51 4-1092 0 0,0 0 0 0 0,0 1-1 0 0,0 1 1 0 0,0 0 0 0 0,-1 2-1 0 0,26 9 1 0 0,-40-12-204 0 0,1 0-1 0 0,-1 0 1 0 0,0 0-1 0 0,0 0 1 0 0,-1 1 0 0 0,1-1-1 0 0,0 1 1 0 0,4 4-1 0 0,-8-6-121 0 0,1 0 0 0 0,-1 0 0 0 0,1 0 0 0 0,-1 0-1 0 0,1-1 1 0 0,-1 1 0 0 0,1 0 0 0 0,-1 0 0 0 0,0 0 0 0 0,0 0-1 0 0,1 0 1 0 0,-1 0 0 0 0,0 0 0 0 0,0 0 0 0 0,0 1 0 0 0,0-1-1 0 0,0 0 1 0 0,0 0 0 0 0,0 0 0 0 0,-1 0 0 0 0,1 0-1 0 0,0 0 1 0 0,-1 0 0 0 0,1 0 0 0 0,0 0 0 0 0,-1-1 0 0 0,1 1-1 0 0,-1 0 1 0 0,1 0 0 0 0,-1 0 0 0 0,0 0 0 0 0,1 0 0 0 0,-1-1-1 0 0,0 1 1 0 0,0 0 0 0 0,0-1 0 0 0,1 1 0 0 0,-1-1-1 0 0,0 1 1 0 0,-2 0 0 0 0,-3 5-1466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3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17 3681 0 0,'-10'-17'17616'0'0,"11"22"-17290"0"0,6 27 27 0 0,-2 1-1 0 0,-1 1 1 0 0,0 35-1 0 0,-3-32-295 0 0,2 0-1 0 0,12 62 0 0 0,29 38 89 0 0,-31-101-50 0 0,-1 0 0 0 0,-1 1 0 0 0,-2 1 0 0 0,-2-1 0 0 0,3 48 0 0 0,12 252 425 0 0,-20-274-371 0 0,-3 0 0 0 0,-13 98 0 0 0,6-93 61 0 0,2 134 0 0 0,9-173-218 0 0,2 0-1 0 0,2-1 1 0 0,12 38-1 0 0,-8-28 249 0 0,8 39 0 0 0,-10-21-155 0 0,-1-2-10 0 0,24 87-1 0 0,40 153 508 0 0,-71-284-1076 0 0,1 0 1 0 0,-2 1 0 0 0,0-1-1 0 0,-1 17 1 0 0,-2-7-1535 0 0,-1-1 0 0 0,-1 0 0 0 0,-8 24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4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4326 1 920 0 0,'5'28'14270'0'0,"-6"-17"-12946"0"0,1-9-1240 0 0,0-1 0 0 0,0 1 0 0 0,0-1 0 0 0,0 1 0 0 0,-1 0 0 0 0,1-1 0 0 0,0 1 0 0 0,-1-1 0 0 0,1 1 0 0 0,-1-1 0 0 0,0 1 0 0 0,1-1 0 0 0,-1 0 0 0 0,0 1 0 0 0,0-1 0 0 0,0 0 0 0 0,0 0 0 0 0,0 1-1 0 0,0-1 1 0 0,0 0 0 0 0,0 0 0 0 0,-1 0 0 0 0,1 0 0 0 0,0-1 0 0 0,-1 1 0 0 0,1 0 0 0 0,-2 0 0 0 0,-5 2 609 0 0,1-1 0 0 0,0-1 0 0 0,-1 1 0 0 0,-13 0 0 0 0,-11 2 198 0 0,-461 91-1275 0 0,383-80 318 0 0,-127 2 1 0 0,-29 3-44 0 0,-377 61-1185 0 0,370-47 453 0 0,-2-12-1 0 0,-303-14 1 0 0,256-7 837 0 0,-38-2-15 0 0,288-7 567 0 0,-80-19-1 0 0,-30-3 699 0 0,153 27-1045 0 0,0 1-1 0 0,0 2 1 0 0,-1 1 0 0 0,-36 5 0 0 0,52-3-170 0 0,7-1-189 0 0,0-1 0 0 0,0 0 1 0 0,0 0-1 0 0,0-1 1 0 0,0 0-1 0 0,-11-1 0 0 0,17 1-16 0 0,1-1-1 0 0,0 1 0 0 0,-1-1 0 0 0,1 1 0 0 0,0-1 0 0 0,-1 1 0 0 0,1-1 0 0 0,0 1 0 0 0,0-1 0 0 0,0 0 0 0 0,0 1 0 0 0,-1-1 0 0 0,1 1 0 0 0,0-1 0 0 0,0 0 0 0 0,0 1 0 0 0,0-1 0 0 0,0 0 0 0 0,1 1 0 0 0,-1-1 0 0 0,0 1 0 0 0,0-1 0 0 0,0 1 0 0 0,0-1 0 0 0,1 0 0 0 0,-1 1 0 0 0,0-1 1 0 0,0 1-1 0 0,1-1 0 0 0,-1 1 0 0 0,1-1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14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92 1840 0 0,'-8'-45'5302'0'0,"1"-1"4333"0"0,12 125-4623 0 0,14 47-4387 0 0,1-3-690 0 0,-17-95 142 0 0,2 0 0 0 0,15 54 1 0 0,-17-72-3 0 0,-2 1 0 0 0,0 0 0 0 0,0-1 0 0 0,-2 22 1 0 0,1-12-84 0 0,0-5 174 0 0,1-2-3042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0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328 102 456 0 0,'-2'0'96'0'0,"0"0"-1"0"0,-1-1 1 0 0,1 1 0 0 0,0-1-1 0 0,0 0 1 0 0,0 1 0 0 0,0-1-1 0 0,0 0 1 0 0,0 0 0 0 0,0-1-1 0 0,0 1 1 0 0,0 0 0 0 0,1 0-1 0 0,-4-3 1 0 0,4 2-33 0 0,-1 1 0 0 0,1-1 0 0 0,-1 1 0 0 0,0 0 0 0 0,1-1 0 0 0,-1 1 0 0 0,0 0 0 0 0,0 0 0 0 0,0 0 0 0 0,0 1 0 0 0,0-1 0 0 0,0 0 0 0 0,0 1 0 0 0,0 0 0 0 0,-1-1 0 0 0,1 1 0 0 0,-3 0 0 0 0,-5 2 1164 0 0,-1 0 0 0 0,1 1 0 0 0,0 0 1 0 0,0 0-1 0 0,-12 8 0 0 0,-32 9 4255 0 0,30-13-4271 0 0,0 2-1 0 0,1 1 1 0 0,-25 13-1 0 0,45-21-1031 0 0,-6-1 276 0 0,24-3 348 0 0,0-1-655 0 0,1 0 1 0 0,25-10 0 0 0,28-6 18 0 0,4 10-50 0 0,0 3 1 0 0,74 3-1 0 0,18 0 22 0 0,127-12-139 0 0,-231 10 54 0 0,97-21-1 0 0,29-4 32 0 0,-142 27-42 0 0,2 0 99 0 0,64-12 1 0 0,-99 11-1043 0 0,8-1-4975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0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14 121 3225 0 0,'-5'-9'9658'0'0,"5"6"-9587"0"0,-3-5 673 0 0,1 0 1 0 0,1-1-1 0 0,0 1 0 0 0,0 0 0 0 0,0-1 1 0 0,2-15-1 0 0,0 21-859 0 0,0-1 1 0 0,0 0-1 0 0,0 0 1 0 0,0 1-1 0 0,1-1 1 0 0,3-6-1 0 0,-4 7-803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1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1840 0 0,'2'-22'13061'0'0,"21"13"-6864"0"0,-12 7-8052 0 0,81-12 2718 0 0,92-15 1268 0 0,-179 28-2172 0 0,0 0 0 0 0,0 0 1 0 0,1 0-1 0 0,-1 1 0 0 0,0 0 1 0 0,0 0-1 0 0,1 0 0 0 0,-1 0 1 0 0,10 3-1 0 0,-9-1-424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2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0 1 3369 0 0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3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1 1840 0 0,'-16'3'1362'0'0,"-40"13"2550"0"0,52-15-3210 0 0,1 1 0 0 0,-1 0 0 0 0,1-1 0 0 0,0 1 0 0 0,0 0 0 0 0,-1 1 0 0 0,-2 2-1 0 0,9-4-298 0 0,0 0 0 0 0,1 0-1 0 0,-1 0 1 0 0,0 0-1 0 0,0 0 1 0 0,1-1 0 0 0,-1 1-1 0 0,0-1 1 0 0,6 0 0 0 0,221-7 4382 0 0,-229 6-4960 0 0,31-3 27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3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5065 0 0,'2'-11'14697'0'0,"1"12"-14618"0"0,1 0 0 0 0,-1 1 1 0 0,0 0-1 0 0,1 0 1 0 0,-1 0-1 0 0,0 0 1 0 0,0 1-1 0 0,-1-1 1 0 0,1 1-1 0 0,0 0 1 0 0,-1-1-1 0 0,1 1 1 0 0,-1 0-1 0 0,0 0 0 0 0,0 1 1 0 0,-1-1-1 0 0,1 0 1 0 0,0 1-1 0 0,-1-1 1 0 0,0 1-1 0 0,1 3 1 0 0,4 16 550 0 0,-1-1 1 0 0,4 33-1 0 0,-5-24-418 0 0,13 38-1853 0 0,7 0-3429 0 0,-11-38-2198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24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0 1840 0 0,'-16'6'1450'0'0,"12"-4"-849"0"0,0 0 1 0 0,0 0-1 0 0,-1 0 1 0 0,1-1-1 0 0,-1 1 1 0 0,1-1-1 0 0,-1 0 1 0 0,1-1-1 0 0,-1 1 1 0 0,-12-5 6289 0 0,30 3-6100 0 0,-12 1-878 0 0,138-1 4890 0 0,-126 4-4504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31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53 101 920 0 0,'-53'-73'5793'0'0,"53"46"5809"0"0,15 42-10554 0 0,-11-10-813 0 0,0 2 0 0 0,0-1 0 0 0,0 0-1 0 0,-1 1 1 0 0,0 0 0 0 0,0-1 0 0 0,0 1 0 0 0,2 14 0 0 0,6 55 587 0 0,-8-47-659 0 0,2 20-61 0 0,1 0 0 0 0,20 72 0 0 0,-22-104-27 0 0,0 0 0 0 0,-2 1 0 0 0,0 0 1 0 0,-1-1-1 0 0,0 1 0 0 0,-2-1 0 0 0,0 1 1 0 0,-5 25-1 0 0,6-37-448 0 0,3-11-186 0 0,2-14-2615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32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6 148 920 0 0,'-4'-28'370'0'0,"3"-14"5138"0"0,1 39-5155 0 0,1 1 0 0 0,-1-1 1 0 0,1 0-1 0 0,0 0 0 0 0,0 0 1 0 0,0 1-1 0 0,0-1 0 0 0,0 0 1 0 0,1 1-1 0 0,0-1 0 0 0,-1 1 1 0 0,1 0-1 0 0,0-1 0 0 0,0 1 1 0 0,0 0-1 0 0,0 0 0 0 0,0 0 1 0 0,1 0-1 0 0,-1 1 0 0 0,0-1 1 0 0,6-2-1 0 0,3 0-56 0 0,0 0-1 0 0,0 0 1 0 0,1 1-1 0 0,0 0 1 0 0,0 1-1 0 0,0 0 1 0 0,0 1-1 0 0,0 0 1 0 0,0 1-1 0 0,0 1 1 0 0,0 0-1 0 0,0 0 1 0 0,0 1-1 0 0,0 1 1 0 0,-1 0-1 0 0,1 0 1 0 0,12 6-1 0 0,-23-8-296 0 0,1 0 0 0 0,-1-1 0 0 0,0 1-1 0 0,1 0 1 0 0,-1 0 0 0 0,0 0 0 0 0,1 0 0 0 0,-1 0-1 0 0,0 0 1 0 0,0 0 0 0 0,0 1 0 0 0,0-1-1 0 0,0 0 1 0 0,0 0 0 0 0,-1 1 0 0 0,1-1 0 0 0,0 1-1 0 0,-1-1 1 0 0,1 1 0 0 0,-1-1 0 0 0,1 1 0 0 0,-1 1-1 0 0,1 1-23 0 0,-1 0-1 0 0,0 1 0 0 0,0-1 0 0 0,0 0 1 0 0,-1 0-1 0 0,1 1 0 0 0,-1-1 0 0 0,-2 5 1 0 0,0 3-16 0 0,-2-1 1 0 0,0 0-1 0 0,0 0 1 0 0,-1 0 0 0 0,-7 11-1 0 0,3-11 279 0 0,-1 0 0 0 0,1 0 0 0 0,-2-1 0 0 0,1 0 1 0 0,-1-1-1 0 0,-1 0 0 0 0,0-1 0 0 0,0-1 0 0 0,0 0 0 0 0,-27 10 0 0 0,12-15 335 0 0,26-2-705 0 0,-1-1 1 0 0,1 1 0 0 0,-1 0-1 0 0,0 0 1 0 0,1 1-1 0 0,-1-1 1 0 0,1 0 0 0 0,-1 1-1 0 0,0 0 1 0 0,1-1 0 0 0,-4 3-1 0 0,7 1-534 0 0,3-1 643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33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33 160 1840 0 0,'-2'-4'557'0'0,"0"-1"-1"0"0,0 1 0 0 0,1-1 1 0 0,-1 0-1 0 0,1 1 1 0 0,1-1-1 0 0,-1 0 0 0 0,1 0 1 0 0,-1 0-1 0 0,2-8 0 0 0,-1 7 144 0 0,0 0 0 0 0,0-1-1 0 0,-1 1 1 0 0,0 0-1 0 0,0 0 1 0 0,-3-10-1 0 0,2 10 109 0 0,-1 2 65 0 0,2 0 0 0 0,-1-1-1 0 0,0 1 1 0 0,1-1 0 0 0,0 1 0 0 0,0-1-1 0 0,0-5 1 0 0,1 33-337 0 0,0 0 0 0 0,2 0 0 0 0,1 0 1 0 0,6 26-1 0 0,-3-22-436 0 0,-1 0 1 0 0,1 43-1 0 0,-4-44-12 0 0,1 1 1 0 0,1-1-1 0 0,7 27 0 0 0,-8-41-128 0 0,0 0 0 0 0,-1 0-1 0 0,0 0 1 0 0,-1 1-1 0 0,-1 12 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33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55 292 3889 0 0,'-2'-3'308'0'0,"-1"0"1"0"0,1 1-1 0 0,-1-1 1 0 0,0 1-1 0 0,0-1 1 0 0,-35-23 15158 0 0,54 39-14159 0 0,0-1-1262 0 0,11 13 68 0 0,0-2 0 0 0,1-1 0 0 0,2-1 0 0 0,0-1 0 0 0,58 27 0 0 0,-83-45-60 0 0,0 0 0 0 0,1 0-1 0 0,-1 0 1 0 0,0-1 0 0 0,1 0 0 0 0,-1 0 0 0 0,1 0 0 0 0,0-1-1 0 0,-1 0 1 0 0,1 0 0 0 0,-1 0 0 0 0,1-1 0 0 0,-1 0-1 0 0,1 0 1 0 0,-1 0 0 0 0,1 0 0 0 0,-1-1 0 0 0,0 0 0 0 0,0-1-1 0 0,0 1 1 0 0,0-1 0 0 0,0 0 0 0 0,0 0 0 0 0,-1 0-1 0 0,1 0 1 0 0,-1-1 0 0 0,0 0 0 0 0,0 0 0 0 0,0 0 0 0 0,5-9-1 0 0,-6 4 114 0 0,0-1 0 0 0,-1 0 0 0 0,0 0 0 0 0,-1 0 0 0 0,0 0-1 0 0,-1 0 1 0 0,0 0 0 0 0,0 0 0 0 0,-3-15 0 0 0,2 13-141 0 0,-1-6 117 0 0,1-1-1 0 0,-2 1 1 0 0,0 0 0 0 0,-2 0 0 0 0,0 0-1 0 0,0 1 1 0 0,-11-22 0 0 0,14 37-292 0 0,1-1 0 0 0,0 0 0 0 0,0 0 0 0 0,0 0 0 0 0,0 0 0 0 0,0 0 0 0 0,1 0 0 0 0,-1 0 0 0 0,1 0 0 0 0,0 0 0 0 0,0 0 0 0 0,0 0 0 0 0,0 0 0 0 0,0 0 0 0 0,1 0 0 0 0,0 0 0 0 0,-1 0 0 0 0,1 0 0 0 0,0 0 0 0 0,0 0 0 0 0,1 0 0 0 0,-1 1 0 0 0,1-1 0 0 0,-1 0 0 0 0,1 1 0 0 0,0-1 0 0 0,0 1 0 0 0,0 0 0 0 0,0 0 0 0 0,0-1 0 0 0,1 1 0 0 0,-1 1 0 0 0,0-1 0 0 0,4-2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1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50 165 5529 0 0,'-25'-83'3672'0'0,"8"21"-377"0"0,9 42 457 0 0,14 44-728 0 0,2 13-2230 0 0,7 125 531 0 0,-12 289 1 0 0,-8-402-1423 0 0,5-47-17 0 0,0 0 0 0 0,-1 0 1 0 0,1 0-1 0 0,0 0 0 0 0,-1-1 1 0 0,0 1-1 0 0,1 0 0 0 0,-1 0 1 0 0,0 0-1 0 0,0 0 0 0 0,0-1 1 0 0,0 1-1 0 0,-1 0 0 0 0,1-1 1 0 0,0 1-1 0 0,-1-1 0 0 0,1 1 1 0 0,-1-1-1 0 0,1 0 0 0 0,-1 0 1 0 0,-1 2-1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2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0 320 2304 0 0,'0'-15'268'0'0,"1"-1"-1"0"0,0 1 1 0 0,1 0-1 0 0,0 0 0 0 0,1 0 1 0 0,1 0-1 0 0,0 1 1 0 0,2-1-1 0 0,9-20 0 0 0,-7 19 588 0 0,0 1-1 0 0,1 1 1 0 0,0-1-1 0 0,1 1 1 0 0,18-18-1 0 0,-24 27-465 0 0,0 1 0 0 0,1 0 0 0 0,0 1 0 0 0,-1-1-1 0 0,1 1 1 0 0,1 0 0 0 0,-1 0 0 0 0,0 0 0 0 0,1 1-1 0 0,-1 0 1 0 0,1 0 0 0 0,0 0 0 0 0,0 1-1 0 0,0 0 1 0 0,0 0 0 0 0,0 1 0 0 0,0-1 0 0 0,0 1-1 0 0,8 1 1 0 0,-8-1-175 0 0,-1 1-1 0 0,1 0 0 0 0,0 0 1 0 0,-1 1-1 0 0,1 0 1 0 0,0 0-1 0 0,-1 0 1 0 0,0 0-1 0 0,1 1 1 0 0,-1 0-1 0 0,0 0 0 0 0,-1 0 1 0 0,1 1-1 0 0,6 5 1 0 0,-8-5-170 0 0,0 0 0 0 0,-1 0 1 0 0,1 0-1 0 0,-1 0 0 0 0,0 0 0 0 0,0 0 0 0 0,-1 1 1 0 0,1-1-1 0 0,-1 1 0 0 0,0-1 0 0 0,0 1 1 0 0,0 0-1 0 0,-1-1 0 0 0,0 1 0 0 0,0 0 1 0 0,0-1-1 0 0,0 1 0 0 0,-2 7 0 0 0,-1 3 1 0 0,0 0-1 0 0,-1 0 0 0 0,-1-1 0 0 0,0 0 0 0 0,-1 0 0 0 0,-1 0 0 0 0,-8 14 1 0 0,-67 85-375 0 0,52-73-220 0 0,28-37-92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5985 0 0,'32'-7'6779'0'0,"-32"8"-6593"0"0,4 19 4977 0 0,-4-2-5571 0 0,-1-3 661 0 0,2-1 0 0 0,-1 1 0 0 0,2 0 0 0 0,0-1 0 0 0,1 1 0 0 0,0-1 0 0 0,1 0 1 0 0,1 0-1 0 0,8 18 0 0 0,-10-26-192 0 0,-1-1 1 0 0,1 0 0 0 0,0 0 0 0 0,1 0 0 0 0,-1 0 0 0 0,1 0-1 0 0,0-1 1 0 0,0 0 0 0 0,1 0 0 0 0,-1 0 0 0 0,1 0 0 0 0,0-1-1 0 0,0 0 1 0 0,0 0 0 0 0,0 0 0 0 0,1 0 0 0 0,-1-1 0 0 0,1 0-1 0 0,0 0 1 0 0,-1 0 0 0 0,1-1 0 0 0,0 0 0 0 0,0 0 0 0 0,0-1-1 0 0,11 0 1 0 0,-13 0-31 0 0,1 0 0 0 0,-1-1 0 0 0,0 0 0 0 0,1 0-1 0 0,-1 0 1 0 0,0-1 0 0 0,0 1 0 0 0,0-1 0 0 0,0 0-1 0 0,0 0 1 0 0,0 0 0 0 0,-1-1 0 0 0,1 1 0 0 0,-1-1-1 0 0,1 0 1 0 0,-1 0 0 0 0,0 0 0 0 0,0-1 0 0 0,0 1-1 0 0,-1-1 1 0 0,1 1 0 0 0,-1-1 0 0 0,0 0 0 0 0,0 0 0 0 0,3-7-1 0 0,-4 5-25 0 0,1 1 0 0 0,-1 0-1 0 0,0-1 1 0 0,0 1 0 0 0,0-1 0 0 0,-1 1-1 0 0,0-1 1 0 0,0 1 0 0 0,0-1 0 0 0,-1 1-1 0 0,1-1 1 0 0,-1 1 0 0 0,-1-1-1 0 0,1 1 1 0 0,-1 0 0 0 0,0 0 0 0 0,0 0-1 0 0,-1 0 1 0 0,1 0 0 0 0,-5-5 0 0 0,2 2-73 0 0,-1 1 1 0 0,0 0 0 0 0,0 1 0 0 0,-1 0 0 0 0,0 0 0 0 0,0 0 0 0 0,0 1 0 0 0,-1-1 0 0 0,0 2 0 0 0,0-1 0 0 0,0 1 0 0 0,-1 1 0 0 0,1 0 0 0 0,-14-4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2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36 2304 0 0,'1'0'130'0'0,"-1"-1"0"0"0,1 0-1 0 0,-1 1 1 0 0,1-1-1 0 0,0 0 1 0 0,-1 1-1 0 0,0-1 1 0 0,1 0 0 0 0,-1 0-1 0 0,1 1 1 0 0,-1-1-1 0 0,0 0 1 0 0,1 0-1 0 0,-1 0 1 0 0,0 1 0 0 0,0-1-1 0 0,0 0 1 0 0,0 0-1 0 0,0 0 1 0 0,0 0-1 0 0,0 0 1 0 0,0 0 0 0 0,0 1-1 0 0,0-1 1 0 0,0 0-1 0 0,-1 0 1 0 0,1 0-1 0 0,0 0 1 0 0,0 1 0 0 0,-1-1-1 0 0,1 0 1 0 0,-1 0-1 0 0,1 1 1 0 0,-1-1-1 0 0,1 0 1 0 0,-1 1 0 0 0,1-1-1 0 0,-1 0 1 0 0,0 1-1 0 0,1-1 1 0 0,-1 1-1 0 0,0-1 1 0 0,1 1 0 0 0,-1-1-1 0 0,0 1 1 0 0,0-1-1 0 0,1 1 1 0 0,-1 0-1 0 0,0 0 1 0 0,0-1 0 0 0,0 1-1 0 0,0 0 1 0 0,0 0-1 0 0,1 0 1 0 0,-3 0-1 0 0,-1-1 322 0 0,0 1-1 0 0,0 0 1 0 0,-1 0-1 0 0,1 1 1 0 0,0-1-1 0 0,0 1 0 0 0,-1 0 1 0 0,1 0-1 0 0,0 1 1 0 0,-5 1-1 0 0,1 2-89 0 0,1-1 0 0 0,0 2 0 0 0,0-1 0 0 0,0 1 0 0 0,1 0 0 0 0,0 0 0 0 0,0 1 0 0 0,0-1 0 0 0,1 1 0 0 0,0 1 0 0 0,1-1 0 0 0,-1 1 0 0 0,-5 14 0 0 0,9-19-310 0 0,-1 1 0 0 0,1 0 0 0 0,0 0 0 0 0,0 0 0 0 0,0 0 0 0 0,0 0 0 0 0,1 0 0 0 0,0 0 0 0 0,-1 0 0 0 0,2 0 0 0 0,-1 0 0 0 0,0 0 0 0 0,1 0 0 0 0,0 0 0 0 0,0 0 0 0 0,0 0 0 0 0,0 0 0 0 0,1-1 0 0 0,-1 1 1 0 0,1 0-1 0 0,0-1 0 0 0,0 1 0 0 0,0-1 0 0 0,1 1 0 0 0,-1-1 0 0 0,1 0 0 0 0,0 0 0 0 0,0-1 0 0 0,0 1 0 0 0,0 0 0 0 0,5 2 0 0 0,4 2-23 0 0,0-1 1 0 0,0-1-1 0 0,1 0 0 0 0,0-1 1 0 0,16 3-1 0 0,-19-5-24 0 0,0 0 0 0 0,-1 1-1 0 0,1 0 1 0 0,0 1 0 0 0,-1 0-1 0 0,0 0 1 0 0,0 1 0 0 0,0 0-1 0 0,0 1 1 0 0,7 6 0 0 0,-14-11-5 0 0,-1 0 1 0 0,0 1-1 0 0,0-1 1 0 0,0 0-1 0 0,0 1 1 0 0,0-1-1 0 0,0 0 1 0 0,0 1-1 0 0,-1-1 1 0 0,1 1-1 0 0,0 0 1 0 0,-1-1-1 0 0,1 1 1 0 0,-1-1-1 0 0,0 1 1 0 0,0 0-1 0 0,1-1 1 0 0,-1 1 0 0 0,0 0-1 0 0,0-1 1 0 0,-1 1-1 0 0,1 0 1 0 0,-1 2-1 0 0,0-1 16 0 0,0 1 0 0 0,-1-1-1 0 0,1 0 1 0 0,-1 0 0 0 0,0 0 0 0 0,0 0-1 0 0,0 0 1 0 0,-1 0 0 0 0,1 0 0 0 0,-5 3-1 0 0,-2 1-294 0 0,0 1-1 0 0,-1-1 1 0 0,0-1-1 0 0,0 0 1 0 0,-18 8-1 0 0,16-10-1643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3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1376 0 0,'28'7'15058'0'0,"-22"4"-14788"0"0,-1 2 826 0 0,-1-1 0 0 0,0 1 0 0 0,3 23 0 0 0,2 84-157 0 0,-5-48-1693 0 0,-3-66-67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3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22 10138 0 0,'-1'-2'-98'0'0,"-10"-16"2240"0"0,5 17-111 0 0,2 13-281 0 0,3-5-1896 0 0,1 0 0 0 0,0 1 0 0 0,1-1-1 0 0,0 0 1 0 0,0 1 0 0 0,0-1-1 0 0,1 0 1 0 0,0 0 0 0 0,1 0 0 0 0,3 8-1 0 0,-1-1 343 0 0,1 4-207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3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6913 0 0,'3'15'10814'0'0,"1"23"-7724"0"0,-1-8-2168 0 0,15 168 741 0 0,-15-131-1758 0 0,4 1-1 0 0,22 102 1 0 0,-10-104-1402 0 0,-15-50 362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3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25 246 5529 0 0,'-1'-1'60'0'0,"-1"0"-1"0"0,1 1 0 0 0,-1-1 1 0 0,1 0-1 0 0,-1 0 1 0 0,1 0-1 0 0,0 0 1 0 0,-1 0-1 0 0,1-1 0 0 0,0 1 1 0 0,0 0-1 0 0,0 0 1 0 0,0-1-1 0 0,0 1 1 0 0,0-1-1 0 0,0 1 0 0 0,0-1 1 0 0,1 1-1 0 0,-1-1 1 0 0,1 0-1 0 0,-1 1 1 0 0,1-1-1 0 0,0 0 0 0 0,-1 1 1 0 0,1-3-1 0 0,1 0 192 0 0,0 1 0 0 0,0-1-1 0 0,0 1 1 0 0,0-1 0 0 0,0 1-1 0 0,1 0 1 0 0,0 0 0 0 0,-1 0-1 0 0,1 0 1 0 0,1 0-1 0 0,3-5 1 0 0,1 1 223 0 0,0 0-1 0 0,0 0 0 0 0,0 1 1 0 0,1 0-1 0 0,0 0 1 0 0,1 1-1 0 0,-1 0 0 0 0,19-7 1 0 0,82-24 87 0 0,-61 22-855 0 0,106-29-4135 0 0,-87 32 8828 0 0,-66 11-4237 0 0,0 0 0 0 0,0 0 0 0 0,0 0-1 0 0,1 0 1 0 0,-1 0 0 0 0,0 0-1 0 0,0 1 1 0 0,1-1 0 0 0,-1 0 0 0 0,0 1-1 0 0,0-1 1 0 0,0 1 0 0 0,0-1-1 0 0,0 1 1 0 0,0 0 0 0 0,0-1-1 0 0,0 1 1 0 0,0 0 0 0 0,0 0 0 0 0,0 0-1 0 0,0-1 1 0 0,0 1 0 0 0,-1 0-1 0 0,1 0 1 0 0,0 0 0 0 0,-1 0 0 0 0,1 0-1 0 0,-1 1 1 0 0,1-1 0 0 0,-1 0-1 0 0,1 0 1 0 0,-1 0 0 0 0,0 0-1 0 0,0 1 1 0 0,1-1 0 0 0,-1 0 0 0 0,0 0-1 0 0,0 1 1 0 0,0-1 0 0 0,0 0-1 0 0,-1 0 1 0 0,1 2 0 0 0,-1 9 97 0 0,0 0 1 0 0,-1 0 0 0 0,-5 16-1 0 0,4-14-130 0 0,1-6-123 0 0,1 0 0 0 0,0 0 0 0 0,0 1 1 0 0,1-1-1 0 0,0 0 0 0 0,0 0 0 0 0,1 1 0 0 0,2 9 0 0 0,-2-14-972 0 0,0 0-1 0 0,1 0 0 0 0,0 0 0 0 0,-1-1 0 0 0,1 1 1 0 0,4 5-1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4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8 2304 0 0,'-22'-6'962'0'0,"-11"5"7452"0"0,19 1-3773 0 0,16 0-4521 0 0,0 1 1 0 0,-1-1-1 0 0,1 0 0 0 0,0 1 1 0 0,0-1-1 0 0,-1 1 1 0 0,1 0-1 0 0,-1 0 1 0 0,1-1-1 0 0,-1 1 0 0 0,1 0 1 0 0,-1 0-1 0 0,1 0 1 0 0,-1 1-1 0 0,0-1 0 0 0,2 2 1 0 0,20 26-3928 0 0,-13-15 4002 0 0,2 3-308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4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6 146 9674 0 0,'0'0'46'0'0,"0"0"0"0"0,-1 0 0 0 0,1 0 0 0 0,0 0 0 0 0,0 0 0 0 0,-1-1 0 0 0,1 1 0 0 0,0 0 0 0 0,0 0 0 0 0,0 0 0 0 0,-1 0 0 0 0,1 0 0 0 0,0 0 0 0 0,0 0 0 0 0,0 0 0 0 0,0-1 0 0 0,-1 1 0 0 0,1 0 0 0 0,0 0 0 0 0,0 0 0 0 0,0 0 0 0 0,0-1-1 0 0,0 1 1 0 0,-1 0 0 0 0,1 0 0 0 0,0 0 0 0 0,0-1 0 0 0,0 1 0 0 0,0 0 0 0 0,0 0 0 0 0,0 0 0 0 0,0-1 0 0 0,0 1 0 0 0,0 0 0 0 0,0 0 0 0 0,0-1 0 0 0,0 1 0 0 0,0 0 0 0 0,0 0 0 0 0,0 0 0 0 0,0-1 0 0 0,0 1 0 0 0,0 0 0 0 0,0 0 0 0 0,0 0 0 0 0,0-1 0 0 0,0 1 0 0 0,1 0 0 0 0,13 0 3055 0 0,23 9 2274 0 0,-24 0-4997 0 0,-1 0-1 0 0,0 1 1 0 0,-1 0 0 0 0,0 0 0 0 0,0 1-1 0 0,16 24 1 0 0,-13-18-422 0 0,1 0 0 0 0,28 26-1 0 0,-39-39 54 0 0,1 0 0 0 0,1-1 0 0 0,-1 1 0 0 0,0-1 0 0 0,1-1 0 0 0,-1 1 0 0 0,1-1-1 0 0,0 1 1 0 0,0-2 0 0 0,0 1 0 0 0,0-1 0 0 0,0 0 0 0 0,0 0 0 0 0,8 0 0 0 0,-13-1 10 0 0,0 0 1 0 0,0 0 0 0 0,1 0 0 0 0,-1 0 0 0 0,0-1-1 0 0,0 1 1 0 0,1 0 0 0 0,-1-1 0 0 0,0 1 0 0 0,0-1-1 0 0,0 1 1 0 0,1-1 0 0 0,-1 1 0 0 0,0-1 0 0 0,0 0-1 0 0,0 0 1 0 0,0 1 0 0 0,0-1 0 0 0,0 0 0 0 0,0 0 0 0 0,-1 0-1 0 0,1 0 1 0 0,0 0 0 0 0,0 0 0 0 0,-1 0 0 0 0,1-1-1 0 0,-1 1 1 0 0,1 0 0 0 0,-1 0 0 0 0,1-3 0 0 0,1-3 135 0 0,-1 0 0 0 0,0 0 1 0 0,-1 0-1 0 0,0-13 0 0 0,1-7 164 0 0,5-22-125 0 0,17-57 0 0 0,-17 83-1393 0 0,2 1 0 0 0,15-32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4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0 292 4609 0 0,'4'1'259'0'0,"0"0"-1"0"0,0 0 1 0 0,0 0-1 0 0,0-1 1 0 0,0 0-1 0 0,0 0 1 0 0,0 0-1 0 0,0 0 1 0 0,0-1 0 0 0,-1 1-1 0 0,1-1 1 0 0,0 0-1 0 0,0 0 1 0 0,0 0-1 0 0,-1-1 1 0 0,1 0 0 0 0,0 1-1 0 0,5-6 1 0 0,11-4 2118 0 0,34-28 0 0 0,-50 36-2299 0 0,12-11 627 0 0,1 0 0 0 0,-2-1 0 0 0,17-20 1 0 0,-27 28-522 0 0,0 1 1 0 0,0-1-1 0 0,0 0 1 0 0,-1 0-1 0 0,0 0 1 0 0,-1 0 0 0 0,0-1-1 0 0,0 1 1 0 0,0-1-1 0 0,-1 0 1 0 0,2-14-1 0 0,-4 20-101 0 0,0 0-1 0 0,1 0 1 0 0,-1 0-1 0 0,-1 0 1 0 0,1 0-1 0 0,0 0 1 0 0,0 0-1 0 0,-1 0 1 0 0,1 0-1 0 0,-1 0 1 0 0,0 0-1 0 0,1 0 1 0 0,-1 0-1 0 0,0 0 1 0 0,0 1-1 0 0,0-1 1 0 0,-3-2-1 0 0,3 3-19 0 0,0 0-1 0 0,0 0 1 0 0,-1 0-1 0 0,1 0 1 0 0,0 0-1 0 0,-1 1 1 0 0,1-1-1 0 0,-1 0 1 0 0,1 1-1 0 0,-1-1 1 0 0,0 1-1 0 0,1 0 1 0 0,-1 0-1 0 0,1-1 0 0 0,-1 1 1 0 0,0 0-1 0 0,-2 1 1 0 0,-1-1 9 0 0,0 1 1 0 0,0 1-1 0 0,0-1 1 0 0,0 1-1 0 0,1-1 1 0 0,-1 1-1 0 0,1 1 1 0 0,-1-1-1 0 0,1 1 1 0 0,-1-1-1 0 0,1 1 0 0 0,-6 7 1 0 0,3-4-19 0 0,1 1 0 0 0,0 0-1 0 0,0 1 1 0 0,1-1 0 0 0,0 1 0 0 0,0 0 0 0 0,1 0 0 0 0,0 1 0 0 0,1-1-1 0 0,-1 1 1 0 0,2 0 0 0 0,-1 0 0 0 0,1 0 0 0 0,-1 16 0 0 0,3-19-60 0 0,0 0 0 0 0,0 1 1 0 0,1-1-1 0 0,0 0 1 0 0,0 0-1 0 0,0 0 0 0 0,1 0 1 0 0,0 0-1 0 0,0-1 1 0 0,0 1-1 0 0,1-1 1 0 0,0 1-1 0 0,0-1 0 0 0,0 0 1 0 0,1 0-1 0 0,0 0 1 0 0,0 0-1 0 0,0-1 0 0 0,0 1 1 0 0,1-1-1 0 0,0-1 1 0 0,0 1-1 0 0,5 3 0 0 0,-2-2-400 0 0,1-1 0 0 0,-1 0 1 0 0,1 0-1 0 0,14 4 0 0 0,14 2-7360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5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36 6449 0 0,'-9'-12'1490'0'0,"9"10"-1078"0"0,-1 0 0 0 0,0 1 0 0 0,0-1 0 0 0,0 1 0 0 0,0-1 0 0 0,-1 0 0 0 0,1 1 0 0 0,0 0 0 0 0,-1-1 0 0 0,1 1 0 0 0,-1 0 0 0 0,1 0 0 0 0,-1 0 0 0 0,0 0 0 0 0,-3-2 0 0 0,4 5-114 0 0,-1 0-1 0 0,1 0 0 0 0,0 0 1 0 0,0 0-1 0 0,-1 1 1 0 0,1-1-1 0 0,1 0 0 0 0,-1 0 1 0 0,0 1-1 0 0,0-1 1 0 0,1 1-1 0 0,-1 3 1 0 0,0-1 43 0 0,-37 179 2552 0 0,28-114-2890 0 0,-1 142 0 0 0,12-193-1220 0 0,0 1 1 0 0,7 26-1 0 0,-3-26-5393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97 7834 0 0,'0'0'70'0'0,"-1"0"0"0"0,1-1 0 0 0,0 1 0 0 0,-1 0 0 0 0,1-1 0 0 0,-1 1 0 0 0,1 0 0 0 0,0-1 1 0 0,-1 1-1 0 0,1 0 0 0 0,0-1 0 0 0,-1 1 0 0 0,1-1 0 0 0,0 1 0 0 0,0-1 0 0 0,-1 1 0 0 0,1-1 0 0 0,0 1 1 0 0,0-1-1 0 0,0 1 0 0 0,0-1 0 0 0,0 1 0 0 0,0-1 0 0 0,-1 1 0 0 0,1-1 0 0 0,0 1 0 0 0,1-1 0 0 0,-1 1 1 0 0,0-1-1 0 0,0 1 0 0 0,0-1 0 0 0,0 1 0 0 0,0-1 0 0 0,1 0 0 0 0,0 0 111 0 0,0 1 0 0 0,0-1 0 0 0,0 0-1 0 0,0 1 1 0 0,1-1 0 0 0,-1 1 0 0 0,0 0 0 0 0,0-1 0 0 0,0 1-1 0 0,1 0 1 0 0,-1 0 0 0 0,0 0 0 0 0,2 0 0 0 0,5-1 579 0 0,-1 2 1 0 0,0-1-1 0 0,0 1 0 0 0,12 3 1 0 0,-13-2-461 0 0,1 1-1 0 0,-1 1 1 0 0,0-1 0 0 0,0 1 0 0 0,-1 0 0 0 0,1 0-1 0 0,-1 1 1 0 0,0 0 0 0 0,0-1 0 0 0,0 2-1 0 0,-1-1 1 0 0,1 1 0 0 0,3 6 0 0 0,6 13 0 0 0,-1 0 0 0 0,11 28 0 0 0,-14-28-183 0 0,21 35-1 0 0,-24-49-106 0 0,0-1 1 0 0,1 0-1 0 0,0 0 0 0 0,1-1 0 0 0,13 11 0 0 0,-19-17-1 0 0,0 0-1 0 0,0-1 0 0 0,0 0 1 0 0,0 0-1 0 0,1 0 0 0 0,-1 0 1 0 0,1 0-1 0 0,-1-1 1 0 0,1 1-1 0 0,-1-1 0 0 0,1 0 1 0 0,0 0-1 0 0,-1-1 0 0 0,1 1 1 0 0,0-1-1 0 0,0 1 1 0 0,0-1-1 0 0,0-1 0 0 0,-1 1 1 0 0,1 0-1 0 0,0-1 0 0 0,3-1 1 0 0,-4 1 35 0 0,0-1 1 0 0,-1 1-1 0 0,1-1 0 0 0,-1 0 1 0 0,1 0-1 0 0,-1 0 1 0 0,0-1-1 0 0,0 1 1 0 0,0 0-1 0 0,0-1 0 0 0,-1 0 1 0 0,1 1-1 0 0,-1-1 1 0 0,1 0-1 0 0,-1 0 1 0 0,0 0-1 0 0,0 1 0 0 0,1-6 1 0 0,2-9 63 0 0,0 0 0 0 0,0-18 0 0 0,-2 20-69 0 0,5-39-190 0 0,11-70 298 0 0,-14 105-1111 0 0,1 2-1 0 0,0-1 1 0 0,1 0 0 0 0,14-26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6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0 186 456 0 0,'25'34'681'0'0,"-19"-27"236"0"0,-1 0 0 0 0,1-1-1 0 0,1 0 1 0 0,-1 0 0 0 0,9 5 0 0 0,-12-9-565 0 0,0 0 0 0 0,0-1-1 0 0,0 1 1 0 0,0 0 0 0 0,0-1 0 0 0,1 0-1 0 0,-1 0 1 0 0,0 0 0 0 0,1 0 0 0 0,-1 0-1 0 0,1-1 1 0 0,-1 0 0 0 0,1 0 0 0 0,0 0-1 0 0,-1 0 1 0 0,1 0 0 0 0,-1 0 0 0 0,1-1-1 0 0,-1 0 1 0 0,1 0 0 0 0,-1 0 0 0 0,0 0-1 0 0,1 0 1 0 0,-1-1 0 0 0,0 0 0 0 0,4-2-1 0 0,6-6 49 0 0,0-1 0 0 0,0 0 0 0 0,-1-1 0 0 0,-1 0 0 0 0,0-1 0 0 0,0 0 0 0 0,-2-1 0 0 0,0 0 0 0 0,0 0 0 0 0,-1-1 0 0 0,10-28 0 0 0,-17 39-354 0 0,0 0 0 0 0,0-1 0 0 0,-1 1 0 0 0,0 0 0 0 0,1 0 0 0 0,-2-1 0 0 0,1 1 0 0 0,0 0 0 0 0,-1 0-1 0 0,0 0 1 0 0,-1-5 0 0 0,1 7-31 0 0,1 1 0 0 0,0 0 0 0 0,0-1 0 0 0,-1 1-1 0 0,1 0 1 0 0,-1 0 0 0 0,0 0 0 0 0,1-1 0 0 0,-1 1 0 0 0,0 0-1 0 0,1 0 1 0 0,-1 0 0 0 0,0 0 0 0 0,0 0 0 0 0,0 0 0 0 0,0 0-1 0 0,0 1 1 0 0,0-1 0 0 0,0 0 0 0 0,0 0 0 0 0,-1 1 0 0 0,1-1-1 0 0,0 1 1 0 0,0-1 0 0 0,0 1 0 0 0,-1-1 0 0 0,1 1-1 0 0,0 0 1 0 0,-1 0 0 0 0,1 0 0 0 0,0-1 0 0 0,-1 1 0 0 0,1 0-1 0 0,0 1 1 0 0,0-1 0 0 0,-1 0 0 0 0,1 0 0 0 0,0 1 0 0 0,-3 0-1 0 0,2 0-41 0 0,1 0 0 0 0,-1 0 0 0 0,0 1 0 0 0,1-1-1 0 0,-1 1 1 0 0,0 0 0 0 0,1-1 0 0 0,0 1 0 0 0,-1 0-1 0 0,1 0 1 0 0,0 0 0 0 0,0 0 0 0 0,0-1 0 0 0,0 2 0 0 0,1-1-1 0 0,-1 0 1 0 0,0 0 0 0 0,1 0 0 0 0,-1 3 0 0 0,-5 47-860 0 0,5-44 692 0 0,1-1-74 0 0,-1 1 1 0 0,1 0 0 0 0,1-1 0 0 0,-1 1-1 0 0,1-1 1 0 0,1 1 0 0 0,-1-1 0 0 0,1 1-1 0 0,1-1 1 0 0,-1 0 0 0 0,1 0-1 0 0,0 0 1 0 0,1 0 0 0 0,0-1 0 0 0,0 1-1 0 0,0-1 1 0 0,1 0 0 0 0,0 0 0 0 0,0 0-1 0 0,0-1 1 0 0,1 0 0 0 0,0 0-1 0 0,0 0 1 0 0,10 5 0 0 0,3 2-4789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6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23 5985 0 0,'0'-1'56'0'0,"0"-1"1"0"0,-1 1-1 0 0,1 0 0 0 0,0 0 0 0 0,-1 0 0 0 0,1 0 0 0 0,0 0 0 0 0,-1 0 0 0 0,0 0 1 0 0,1 0-1 0 0,-1 0 0 0 0,1 0 0 0 0,-1 0 0 0 0,0 0 0 0 0,0 0 0 0 0,0 1 0 0 0,1-1 1 0 0,-1 0-1 0 0,0 0 0 0 0,0 1 0 0 0,0-1 0 0 0,-2 0 0 0 0,1 1 81 0 0,0 0-1 0 0,0 0 1 0 0,0 0 0 0 0,1 0-1 0 0,-1 1 1 0 0,0-1-1 0 0,0 1 1 0 0,0-1 0 0 0,1 1-1 0 0,-1 0 1 0 0,0-1-1 0 0,0 1 1 0 0,-2 2 0 0 0,-12 7 741 0 0,0 1 1 0 0,1 1-1 0 0,0 0 1 0 0,1 0-1 0 0,1 2 1 0 0,-19 22-1 0 0,25-27-842 0 0,0 0 0 0 0,1 0 0 0 0,0 0-1 0 0,1 1 1 0 0,0-1 0 0 0,0 1 0 0 0,1 1 0 0 0,1-1-1 0 0,-1 0 1 0 0,2 1 0 0 0,0 0 0 0 0,-2 19-1 0 0,4-26-65 0 0,0 0-1 0 0,1 0 0 0 0,-1 0 0 0 0,1 0 0 0 0,0 0 1 0 0,0 0-1 0 0,1 0 0 0 0,-1 0 0 0 0,1-1 0 0 0,0 1 1 0 0,0 0-1 0 0,0-1 0 0 0,5 7 0 0 0,-6-9 19 0 0,0 0 0 0 0,1 1 0 0 0,-1-1 0 0 0,0 0 0 0 0,0 0 0 0 0,1 0 0 0 0,-1 0 1 0 0,1-1-1 0 0,-1 1 0 0 0,1 0 0 0 0,-1-1 0 0 0,1 1 0 0 0,0-1 0 0 0,-1 1 0 0 0,1-1 0 0 0,0 0 0 0 0,-1 1 0 0 0,1-1 0 0 0,0 0 0 0 0,-1 0 0 0 0,1 0 0 0 0,0-1 0 0 0,0 1 0 0 0,-1 0 0 0 0,1-1 0 0 0,-1 1 0 0 0,1-1 0 0 0,0 1 1 0 0,-1-1-1 0 0,1 0 0 0 0,-1 1 0 0 0,1-1 0 0 0,-1 0 0 0 0,0 0 0 0 0,1 0 0 0 0,0-2 0 0 0,9-6 391 0 0,-1-1 1 0 0,-1 0-1 0 0,11-14 0 0 0,-15 17-87 0 0,1-1-1 0 0,0 1 0 0 0,1 0 0 0 0,0 0 0 0 0,0 0 1 0 0,0 1-1 0 0,1 0 0 0 0,16-9 0 0 0,-23 15-230 0 0,1-1 0 0 0,-1 1 1 0 0,1 0-1 0 0,-1 0 0 0 0,1 0 0 0 0,0 0 0 0 0,-1 0 0 0 0,1 0 1 0 0,-1 0-1 0 0,1 0 0 0 0,-1 1 0 0 0,1-1 0 0 0,-1 1 1 0 0,1-1-1 0 0,-1 1 0 0 0,1-1 0 0 0,-1 1 0 0 0,0 0 0 0 0,1 0 1 0 0,-1 0-1 0 0,0 0 0 0 0,0 0 0 0 0,1 0 0 0 0,-1 0 0 0 0,0 0 1 0 0,0 0-1 0 0,0 0 0 0 0,0 1 0 0 0,0-1 0 0 0,-1 0 1 0 0,1 1-1 0 0,0 1 0 0 0,5 8 144 0 0,0 0 1 0 0,-1 0-1 0 0,4 13 0 0 0,-6-15-96 0 0,1 2-65 0 0,-1 0 0 0 0,0 1 1 0 0,-1-1-1 0 0,0 0 0 0 0,-1 1 1 0 0,0-1-1 0 0,-1 1 0 0 0,0 0 0 0 0,-1-1 1 0 0,0 1-1 0 0,-1-1 0 0 0,-7 22 1 0 0,7-25-45 0 0,0-1 0 0 0,-1 1 1 0 0,-1-1-1 0 0,1 0 0 0 0,-1 0 0 0 0,0 0 1 0 0,-1-1-1 0 0,1 0 0 0 0,-1 1 0 0 0,0-2 1 0 0,-1 1-1 0 0,0 0 0 0 0,0-1 1 0 0,0 0-1 0 0,0-1 0 0 0,-1 1 0 0 0,0-1 1 0 0,0-1-1 0 0,-13 6 0 0 0,0-5-1172 0 0,19-4 947 0 0,1 0 0 0 0,-1 0 0 0 0,0 0 0 0 0,1 1 0 0 0,-1-1 0 0 0,0 0 0 0 0,1 0 0 0 0,-1 0 0 0 0,0-1 0 0 0,1 1 0 0 0,-1 0 0 0 0,0 0 0 0 0,1 0 0 0 0,-1 0 0 0 0,0-1 0 0 0,1 1-1 0 0,-1 0 1 0 0,1 0 0 0 0,-1-1 0 0 0,1 1 0 0 0,-1-1 0 0 0,-2-2-900 0 0,31-13-7968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7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 25 3225 0 0,'0'-1'210'0'0,"-1"0"0"0"0,0 0-1 0 0,0 0 1 0 0,1-1 0 0 0,-1 2 0 0 0,0-1 0 0 0,0 0 0 0 0,0 0 0 0 0,0 0 0 0 0,0 0 0 0 0,0 0 0 0 0,0 1 0 0 0,0-1 0 0 0,0 0-1 0 0,0 1 1 0 0,-1-1 0 0 0,1 1 0 0 0,0 0 0 0 0,-3-1 0 0 0,-25-8 3299 0 0,22 9-3098 0 0,0 0 0 0 0,0 1 0 0 0,0-1 0 0 0,1 1 0 0 0,-1 1 0 0 0,0-1 0 0 0,1 1 0 0 0,-1 0 0 0 0,1 1 0 0 0,0-1 0 0 0,-1 1 0 0 0,1 1 0 0 0,1-1 0 0 0,-1 1 0 0 0,0 0 0 0 0,1 0 0 0 0,0 1 0 0 0,-7 7 0 0 0,4-4-266 0 0,0 0 1 0 0,0 1-1 0 0,1 0 0 0 0,0 0 1 0 0,1 1-1 0 0,0 0 1 0 0,1 0-1 0 0,0 1 1 0 0,0-1-1 0 0,-4 15 0 0 0,9-23-137 0 0,-1 0-1 0 0,0 0 1 0 0,1 0 0 0 0,-1 0-1 0 0,1 0 1 0 0,0 0-1 0 0,-1 0 1 0 0,1 0-1 0 0,0 0 1 0 0,0 0-1 0 0,0 1 1 0 0,1-1-1 0 0,-1 0 1 0 0,1 0 0 0 0,-1 0-1 0 0,1 0 1 0 0,-1 0-1 0 0,1 0 1 0 0,0 0-1 0 0,0-1 1 0 0,0 1-1 0 0,0 0 1 0 0,0 0-1 0 0,1-1 1 0 0,-1 1 0 0 0,0 0-1 0 0,1-1 1 0 0,-1 1-1 0 0,1-1 1 0 0,0 0-1 0 0,-1 0 1 0 0,1 1-1 0 0,0-1 1 0 0,0 0-1 0 0,0 0 1 0 0,0-1 0 0 0,2 2-1 0 0,0-1-128 0 0,0-1 0 0 0,0 1-1 0 0,0-1 1 0 0,0 0 0 0 0,0 0 0 0 0,0-1 0 0 0,0 1-1 0 0,0-1 1 0 0,0 0 0 0 0,0 0 0 0 0,0 0-1 0 0,-1 0 1 0 0,1-1 0 0 0,0 1 0 0 0,-1-1 0 0 0,1 0-1 0 0,-1 0 1 0 0,7-5 0 0 0,22-31-1111 0 0,2-2 947 0 0,-32 38 358 0 0,0 0 0 0 0,0 0 0 0 0,1 0 0 0 0,-1 0 0 0 0,1 0 0 0 0,-1 1-1 0 0,1-1 1 0 0,0 1 0 0 0,-1 0 0 0 0,1 0 0 0 0,0 0 0 0 0,0 0 0 0 0,4 0 0 0 0,-6 1 11 0 0,0 0 0 0 0,1 0 1 0 0,-1 0-1 0 0,0 1 0 0 0,0-1 1 0 0,1 0-1 0 0,-1 1 0 0 0,0-1 0 0 0,0 1 1 0 0,0 0-1 0 0,1-1 0 0 0,-1 1 1 0 0,0 0-1 0 0,0-1 0 0 0,0 1 0 0 0,0 0 1 0 0,0 0-1 0 0,-1 0 0 0 0,1 0 1 0 0,0 0-1 0 0,0 0 0 0 0,-1 0 0 0 0,1 0 1 0 0,0 1-1 0 0,-1-1 0 0 0,1 0 0 0 0,-1 0 1 0 0,1 0-1 0 0,-1 3 0 0 0,11 46 960 0 0,-9-33-741 0 0,2 2-411 0 0,1 0 0 0 0,0 0-1 0 0,1-1 1 0 0,17 33 0 0 0,-16-40-794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7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26 11522 0 0,'0'-26'4855'0'0,"-3"39"-2705"0"0,2 1-1558 0 0,-1 0-1 0 0,2-1 1 0 0,0 1 0 0 0,0 0 0 0 0,1 0 0 0 0,7 26 0 0 0,28 84-415 0 0,-19-71 197 0 0,-5-11-461 0 0,-5-17-657 0 0,0-1 1 0 0,21 44-1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9218 0 0,'0'-13'2994'0'0,"13"11"77"0"0,-8 2-3308 0 0,59 2-36 0 0,1 7-6460 0 0,-49-5 4398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8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5985 0 0,'14'6'7621'0'0,"-13"-4"-7197"0"0,9 16 3720 0 0,-4 19-1124 0 0,-7-21-3179 0 0,-1-1 0 0 0,0 0 1 0 0,-4 16-1 0 0,4-23-610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8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3 8754 0 0,'0'-1'73'0'0,"0"1"0"0"0,-1 0 0 0 0,1 0 0 0 0,0-1 0 0 0,-1 1 0 0 0,1 0 0 0 0,0 0 0 0 0,-1 0 0 0 0,1 0 0 0 0,-1 0 0 0 0,1-1 0 0 0,0 1 0 0 0,-1 0 0 0 0,1 0 0 0 0,0 0 0 0 0,-1 0 0 0 0,1 0 0 0 0,-1 0 0 0 0,1 0 0 0 0,0 0 0 0 0,-1 0 0 0 0,1 1 1 0 0,-1-1-1 0 0,1 0 0 0 0,0 0 0 0 0,-1 0 0 0 0,1 0 0 0 0,0 0 0 0 0,-1 1 0 0 0,1-1 0 0 0,0 0 0 0 0,-1 0 0 0 0,1 1 0 0 0,0-1 0 0 0,-1 0 0 0 0,0 17-33 0 0,11 27-1595 0 0,-8-39 1737 0 0,5 16-206 0 0,2 0 24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8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77 9218 0 0,'-2'-1'187'0'0,"1"0"1"0"0,0 0-1 0 0,0 0 1 0 0,1 0-1 0 0,-1 0 1 0 0,0-1-1 0 0,0 1 1 0 0,0 0-1 0 0,1 0 1 0 0,-1-1-1 0 0,1 1 1 0 0,-1-1-1 0 0,1 1 1 0 0,-1 0-1 0 0,1-1 1 0 0,0 1-1 0 0,0-1 1 0 0,0 1-1 0 0,0-1 0 0 0,0 1 1 0 0,0-1-1 0 0,0 1 1 0 0,0-1-1 0 0,0 1 1 0 0,1-1-1 0 0,0-1 1 0 0,-1 3-85 0 0,0-1 0 0 0,1 1 0 0 0,-1-1 0 0 0,0 1 0 0 0,1-1 0 0 0,-1 1 0 0 0,1-1 0 0 0,-1 1 0 0 0,1 0 0 0 0,-1-1 0 0 0,1 1 0 0 0,-1 0 0 0 0,1-1 0 0 0,-1 1 0 0 0,1 0 0 0 0,-1 0 0 0 0,1 0 0 0 0,-1-1 0 0 0,1 1 0 0 0,-1 0 0 0 0,1 0 0 0 0,0 0 0 0 0,-1 0 0 0 0,2 0 0 0 0,-1 0 33 0 0,1 1 0 0 0,-1-1 0 0 0,1 0-1 0 0,-1 1 1 0 0,1-1 0 0 0,-1 1 0 0 0,1 0-1 0 0,-1 0 1 0 0,0-1 0 0 0,1 1 0 0 0,-1 0 0 0 0,0 0-1 0 0,2 2 1 0 0,10 11 577 0 0,0 1 0 0 0,-1 0 0 0 0,14 24 0 0 0,5 6-164 0 0,37 32-2 0 0,-15-19-854 0 0,-47-134-173 0 0,-3 54-519 0 0,1-1 0 0 0,1 2 0 0 0,1-1 0 0 0,0 1-1 0 0,2 0 1 0 0,0 0 0 0 0,23-38 0 0 0,-18 39-4331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2:59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1 192 1840 0 0,'1'2'191'0'0,"1"0"0"0"0,0 0 0 0 0,0-1-1 0 0,0 1 1 0 0,0 0 0 0 0,0-1 0 0 0,1 0-1 0 0,-1 0 1 0 0,0 1 0 0 0,1-1 0 0 0,-1 0-1 0 0,1-1 1 0 0,-1 1 0 0 0,1 0-1 0 0,-1-1 1 0 0,1 0 0 0 0,0 1 0 0 0,-1-1-1 0 0,1 0 1 0 0,-1 0 0 0 0,1 0 0 0 0,0-1-1 0 0,-1 1 1 0 0,1-1 0 0 0,-1 1 0 0 0,1-1-1 0 0,-1 0 1 0 0,1 0 0 0 0,-1 0 0 0 0,0 0-1 0 0,1-1 1 0 0,-1 1 0 0 0,0-1-1 0 0,0 1 1 0 0,0-1 0 0 0,0 0 0 0 0,0 1-1 0 0,3-5 1 0 0,1-1 225 0 0,0 0-1 0 0,0 0 0 0 0,-1-1 1 0 0,0 0-1 0 0,0 0 1 0 0,-1 0-1 0 0,0 0 1 0 0,-1-1-1 0 0,5-16 1 0 0,-7 25-388 0 0,7-45 1241 0 0,-8 42-1135 0 0,0 0 0 0 0,0 0-1 0 0,1 0 1 0 0,-2 0 0 0 0,1 0 0 0 0,0 0-1 0 0,-1 0 1 0 0,1 0 0 0 0,-1 0 0 0 0,0 0-1 0 0,0 1 1 0 0,0-1 0 0 0,-1-3 0 0 0,1 6-111 0 0,1 0 1 0 0,0-1-1 0 0,-1 1 1 0 0,1-1-1 0 0,0 1 1 0 0,-1 0-1 0 0,1 0 1 0 0,0-1-1 0 0,-1 1 1 0 0,1 0-1 0 0,0-1 1 0 0,-1 1-1 0 0,1 0 1 0 0,-1 0-1 0 0,1 0 1 0 0,-1 0-1 0 0,1-1 1 0 0,0 1-1 0 0,-1 0 1 0 0,1 0-1 0 0,-1 0 1 0 0,1 0 0 0 0,-1 0-1 0 0,1 0 1 0 0,-1 0-1 0 0,1 0 1 0 0,-1 0-1 0 0,1 1 1 0 0,0-1-1 0 0,-1 0 1 0 0,0 0-1 0 0,-15 12 368 0 0,-6 20-142 0 0,19-28-134 0 0,1 0-1 0 0,-1 0 1 0 0,1 1 0 0 0,1-1 0 0 0,-1 1-1 0 0,1-1 1 0 0,-1 1 0 0 0,1-1-1 0 0,1 1 1 0 0,-1 0 0 0 0,1 0 0 0 0,-1-1-1 0 0,2 1 1 0 0,-1 0 0 0 0,0 0 0 0 0,1-1-1 0 0,0 1 1 0 0,0 0 0 0 0,0-1 0 0 0,1 1-1 0 0,-1-1 1 0 0,5 9 0 0 0,-2-8-118 0 0,-1 0-1 0 0,1 0 1 0 0,0-1 0 0 0,1 1 0 0 0,-1-1-1 0 0,1 0 1 0 0,0 0 0 0 0,0 0 0 0 0,0-1-1 0 0,0 0 1 0 0,1 0 0 0 0,-1 0 0 0 0,1-1-1 0 0,0 0 1 0 0,0 0 0 0 0,0 0 0 0 0,8 1-1 0 0,18 3-1735 0 0,3-1-5087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04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146 1255 5529 0 0,'-24'23'10686'0'0,"24"-23"-10568"0"0,-7-18 2557 0 0,-9-35 725 0 0,11 39-3177 0 0,0-1-1 0 0,-5-30 1 0 0,-3-184 273 0 0,3 25-322 0 0,-37-109 934 0 0,43 291-1117 0 0,2 11-7 0 0,1 0-1 0 0,0 0 1 0 0,1-1-1 0 0,0 1 0 0 0,0 0 1 0 0,2 0-1 0 0,-1 0 1 0 0,1 0-1 0 0,1 0 1 0 0,0 0-1 0 0,0 1 0 0 0,1-1 1 0 0,6-10-1 0 0,-6 15 1 0 0,1 1-1 0 0,0 0 0 0 0,1 0 0 0 0,-1 0 1 0 0,1 1-1 0 0,0-1 0 0 0,0 1 0 0 0,0 1 1 0 0,1-1-1 0 0,9-2 0 0 0,6-3-75 0 0,42-11 0 0 0,2 8 78 0 0,0 3 0 0 0,0 2-1 0 0,82 4 1 0 0,-60 1 7 0 0,23-5 7 0 0,-1-5 0 0 0,140-34 0 0 0,-194 37 0 0 0,0 3 0 0 0,80 1 0 0 0,-66 3 0 0 0,138 2-14 0 0,-90 1 226 0 0,-104 1-132 0 0,1 0 0 0 0,-1 0 1 0 0,0 2-1 0 0,0 0 1 0 0,0 0-1 0 0,25 12 0 0 0,-40-12 23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06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 11058 0 0,'-8'1'10078'0'0,"12"15"-8707"0"0,-4-15-1483 0 0,35 64 1378 0 0,-23-43-995 0 0,0 0-1 0 0,15 43 0 0 0,-6 15-32 0 0,19 151 0 0 0,-21-107 43 0 0,1 11-279 0 0,-17-156-3427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07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455 111 2240 0 0,'-10'-6'199'0'0,"-35"-25"3062"0"0,43 29-3104 0 0,-1 1-1 0 0,0 0 1 0 0,1 0-1 0 0,-1 0 1 0 0,0 0 0 0 0,1 0-1 0 0,-1 0 1 0 0,0 1-1 0 0,0 0 1 0 0,0-1-1 0 0,0 1 1 0 0,1 0 0 0 0,-1 0-1 0 0,0 1 1 0 0,0-1-1 0 0,-3 1 1 0 0,2 2 274 0 0,0 0 1 0 0,0 0-1 0 0,1 1 0 0 0,-1 0 1 0 0,1-1-1 0 0,0 1 1 0 0,0 0-1 0 0,0 0 1 0 0,0 1-1 0 0,1-1 0 0 0,-4 9 1 0 0,-5 6 624 0 0,-84 109 3241 0 0,86-113-3949 0 0,-9 16 1027 0 0,17-30-1327 0 0,0 0 1 0 0,0 0 0 0 0,1 0 0 0 0,-1 0-1 0 0,0 0 1 0 0,0 1 0 0 0,0-2 0 0 0,-1 1-1 0 0,1 0 1 0 0,0 0 0 0 0,0 0-1 0 0,0 0 1 0 0,-1-1 0 0 0,1 1 0 0 0,0-1-1 0 0,-1 1 1 0 0,1-1 0 0 0,-2 1 0 0 0,3-1-27 0 0,-1-1 1 0 0,1 1 0 0 0,-1 0 0 0 0,1-1 0 0 0,0 1-1 0 0,-1 0 1 0 0,1-1 0 0 0,0 1 0 0 0,-1-1 0 0 0,1 1-1 0 0,0-1 1 0 0,-1 1 0 0 0,1 0 0 0 0,0-1 0 0 0,0 1-1 0 0,0-1 1 0 0,-1 1 0 0 0,1-1 0 0 0,0 1 0 0 0,0-1-1 0 0,0 1 1 0 0,0-1 0 0 0,0 0 0 0 0,0 1 0 0 0,0-1 0 0 0,0 1-1 0 0,0-1 1 0 0,0 0 0 0 0,1 1-17 0 0,-1-1 0 0 0,0 1-1 0 0,0-1 1 0 0,0 0 0 0 0,0 1 0 0 0,0-1 0 0 0,0 1 0 0 0,0-1 0 0 0,0 1-1 0 0,0-1 1 0 0,0 0 0 0 0,0 1 0 0 0,0-1 0 0 0,0 1 0 0 0,0-1-1 0 0,0 1 1 0 0,-1-1 0 0 0,1 1 0 0 0,0-1 0 0 0,0 1 0 0 0,-1-1 0 0 0,1 1-1 0 0,0-1 1 0 0,-1 1 0 0 0,1-1 0 0 0,-1 1 0 0 0,1-1 0 0 0,0 1 0 0 0,-1 0-1 0 0,1-1 1 0 0,-1 1 0 0 0,1 0 0 0 0,-1 0 0 0 0,1-1 0 0 0,-1 1-1 0 0,1 0 1 0 0,-1 0 0 0 0,1-1 0 0 0,-1 1 0 0 0,0 0 0 0 0,1 0 0 0 0,-1 0-1 0 0,1 0 1 0 0,-1 0 0 0 0,1 0 0 0 0,-2 0 0 0 0,-17 8-19 0 0,16-6 87 0 0,0 0 1 0 0,0-1-1 0 0,0 0 0 0 0,-1 1 0 0 0,1-1 1 0 0,-1 0-1 0 0,-4 0 0 0 0,16-20 270 0 0,12-18-114 0 0,35-51 0 0 0,5-7 61 0 0,-58 90-228 0 0,0 1-1 0 0,0-1 1 0 0,0-1-1 0 0,-1 1 1 0 0,1 0-1 0 0,-1 0 1 0 0,1-9-1 0 0,-19 43 501 0 0,-6 49-486 0 0,13-40-83 0 0,-24 57 0 0 0,32-92-17 0 0,1 1 1 0 0,-1-1-1 0 0,0 0 0 0 0,0 0 0 0 0,-1 0 0 0 0,1 0 0 0 0,-5 3 0 0 0,7-6 20 0 0,0 0-1 0 0,0 0 1 0 0,0 0 0 0 0,0 0 0 0 0,0 0 0 0 0,0 0 0 0 0,0 0-1 0 0,0 0 1 0 0,0-1 0 0 0,0 1 0 0 0,0 0 0 0 0,0 0 0 0 0,0 0-1 0 0,0 0 1 0 0,0 0 0 0 0,0 0 0 0 0,0 0 0 0 0,0 0 0 0 0,0 0-1 0 0,0 0 1 0 0,0-1 0 0 0,0 1 0 0 0,0 0 0 0 0,0 0-1 0 0,0 0 1 0 0,0 0 0 0 0,0 0 0 0 0,-1 0 0 0 0,1 0 0 0 0,0 0-1 0 0,0 0 1 0 0,0 0 0 0 0,0 0 0 0 0,0 0 0 0 0,0 0 0 0 0,0 0-1 0 0,0 0 1 0 0,0 0 0 0 0,-1 0 0 0 0,1 0 0 0 0,0 0 0 0 0,0 0-1 0 0,0 0 1 0 0,0 0 0 0 0,0 0 0 0 0,0 0 0 0 0,0 0-1 0 0,0 0 1 0 0,0 0 0 0 0,0 0 0 0 0,-1 0 0 0 0,1 0 0 0 0,0 0-1 0 0,0 0 1 0 0,0 0 0 0 0,0 0 0 0 0,0 0 0 0 0,0 0 0 0 0,0 0-1 0 0,0 0 1 0 0,0 1 0 0 0,0-1 0 0 0,0 0 0 0 0,0 0 0 0 0,0 0-1 0 0,-1 0 1 0 0,1 0 0 0 0,0 0 0 0 0,8-19-207 0 0,0 5 195 0 0,4-8-29 0 0,-1 0 0 0 0,9-26 0 0 0,-17 42 38 0 0,-1 0 0 0 0,-1 0 0 0 0,1-1 0 0 0,-1 1 0 0 0,0 0 0 0 0,-1-1 0 0 0,1 1 0 0 0,-1 0 0 0 0,-1-1 0 0 0,1 1-1 0 0,-1 0 1 0 0,0-1 0 0 0,-3-8 0 0 0,4 15 6 0 0,0-1-1 0 0,0 0 0 0 0,0 1 1 0 0,-1-1-1 0 0,1 0 1 0 0,0 1-1 0 0,0-1 1 0 0,-1 0-1 0 0,1 1 0 0 0,0-1 1 0 0,-1 1-1 0 0,1-1 1 0 0,-1 1-1 0 0,1-1 0 0 0,-1 1 1 0 0,1-1-1 0 0,-1 1 1 0 0,1 0-1 0 0,-1-1 0 0 0,1 1 1 0 0,-1-1-1 0 0,0 1 1 0 0,1 0-1 0 0,-1 0 0 0 0,0-1 1 0 0,1 1-1 0 0,-1 0 1 0 0,1 0-1 0 0,-1 0 1 0 0,0 0-1 0 0,1 0 0 0 0,-1 0 1 0 0,0 0-1 0 0,0 0 1 0 0,0 0-1 0 0,-1 1-3 0 0,-1 0-1 0 0,1 0 1 0 0,0 0 0 0 0,0 0 0 0 0,0 1-1 0 0,0-1 1 0 0,0 0 0 0 0,0 1 0 0 0,1 0-1 0 0,-3 2 1 0 0,-3 3-9 0 0,1 1-1 0 0,1 0 0 0 0,-1 0 1 0 0,-6 13-1 0 0,12-20 12 0 0,-1-1 0 0 0,1 1 0 0 0,0 0 0 0 0,-1-1 0 0 0,1 1 0 0 0,0 0 0 0 0,-1-1 0 0 0,1 1 0 0 0,0 0 0 0 0,0-1-1 0 0,0 1 1 0 0,-1 0 0 0 0,1-1 0 0 0,0 1 0 0 0,0 0 0 0 0,0-1 0 0 0,0 1 0 0 0,0 0 0 0 0,0-1 0 0 0,1 1 0 0 0,-1 0 0 0 0,0 0 0 0 0,0-1 0 0 0,0 1 0 0 0,1 0 0 0 0,0 0 0 0 0,-1-1-6 0 0,1 0 1 0 0,0 0-1 0 0,0 0 1 0 0,0 0-1 0 0,0 0 1 0 0,0 0-1 0 0,0 0 1 0 0,-1-1-1 0 0,1 1 1 0 0,0 0 0 0 0,0-1-1 0 0,0 1 1 0 0,0 0-1 0 0,-1-1 1 0 0,1 1-1 0 0,1-2 1 0 0,32-25-218 0 0,2-20 37 0 0,-31 39 259 0 0,0 0 0 0 0,1 1 0 0 0,0-1-1 0 0,1 1 1 0 0,0 0 0 0 0,0 0-1 0 0,10-7 1 0 0,-15 13-49 0 0,-1 1 0 0 0,0 0 1 0 0,1-1-1 0 0,-1 1 0 0 0,0 0 1 0 0,1 0-1 0 0,-1-1 0 0 0,0 1 0 0 0,1 0 1 0 0,-1 0-1 0 0,1 0 0 0 0,-1 1 1 0 0,0-1-1 0 0,1 0 0 0 0,-1 1 1 0 0,0-1-1 0 0,1 0 0 0 0,-1 1 0 0 0,0 0 1 0 0,0-1-1 0 0,0 1 0 0 0,1 0 1 0 0,-1-1-1 0 0,0 1 0 0 0,0 0 0 0 0,0 0 1 0 0,0 0-1 0 0,0 0 0 0 0,0 0 1 0 0,0 0-1 0 0,1 2 0 0 0,28 44 250 0 0,-22-34-236 0 0,0-2-32 0 0,1 0 0 0 0,0 0 0 0 0,1 0 0 0 0,0-2 0 0 0,0 1 0 0 0,1-1 0 0 0,1-1 0 0 0,-1 0 0 0 0,18 9 0 0 0,-28-16-4 0 0,0-1 1 0 0,0 1-1 0 0,0 0 0 0 0,0-1 0 0 0,0 1 0 0 0,0 0 0 0 0,0-1 0 0 0,0 1 0 0 0,-1 0 0 0 0,1 0 0 0 0,0 0 0 0 0,-1 0 0 0 0,1 0 1 0 0,0 0-1 0 0,-1 0 0 0 0,1 1 0 0 0,-1-2 0 0 0,0 1 0 0 0,0-1 0 0 0,0 1 0 0 0,0-1 0 0 0,0 1 0 0 0,0-1 0 0 0,0 1 0 0 0,0-1 0 0 0,0 1 0 0 0,0-1 0 0 0,0 1 0 0 0,0-1 0 0 0,-1 1 1 0 0,1-1-1 0 0,0 1 0 0 0,0-1 0 0 0,0 1 0 0 0,-1-1 0 0 0,1 0 0 0 0,0 1 0 0 0,-1-1 0 0 0,1 0 0 0 0,-1 1 0 0 0,0 0-1 0 0,-1 0 1 0 0,1 0-1 0 0,-1 0 0 0 0,1 0 0 0 0,-1 0 1 0 0,0-1-1 0 0,1 1 0 0 0,-1-1 0 0 0,1 1 1 0 0,-1-1-1 0 0,0 0 0 0 0,0 0 0 0 0,1 0 1 0 0,-1 1-1 0 0,0-2 0 0 0,0 1 0 0 0,-2 0 1 0 0,-12-3-19 0 0,0 2 1 0 0,0 0 0 0 0,0 1-1 0 0,0 0 1 0 0,0 2 0 0 0,0-1-1 0 0,-19 6 1 0 0,-110 36-44 0 0,124-36 7 0 0,-29 13-9 0 0,-20 5-80 0 0,70-25 138 0 0,0 0-1 0 0,0 0 1 0 0,0 0 0 0 0,0-1 0 0 0,0 1 0 0 0,-1 0 0 0 0,1 0 0 0 0,0 0 0 0 0,0 0-1 0 0,0 0 1 0 0,0 0 0 0 0,0-1 0 0 0,0 1 0 0 0,0 0 0 0 0,0 0 0 0 0,-1 0 0 0 0,1 0 0 0 0,0 0-1 0 0,0-1 1 0 0,0 1 0 0 0,0 0 0 0 0,0 0 0 0 0,0 0 0 0 0,0 0 0 0 0,0-1 0 0 0,0 1-1 0 0,0 0 1 0 0,0 0 0 0 0,0 0 0 0 0,0 0 0 0 0,0-1 0 0 0,0 1 0 0 0,0 0 0 0 0,1 0-1 0 0,-1 0 1 0 0,0 0 0 0 0,0 0 0 0 0,0-1 0 0 0,0 1 0 0 0,0 0 0 0 0,0 0 0 0 0,0 0 0 0 0,0 0-1 0 0,0 0 1 0 0,1 0 0 0 0,-1-1 0 0 0,0 1 0 0 0,0 0 0 0 0,0 0 0 0 0,0 0 0 0 0,0 0-1 0 0,1 0 1 0 0,-1 0 0 0 0,0 0 0 0 0,0 0 0 0 0,13-13-454 0 0,13 2 262 0 0,0 1 1 0 0,0 0-1 0 0,40-7 1 0 0,-35 9-29 0 0,1-1 0 0 0,47-20 1 0 0,-63 20 226 0 0,0 1 1 0 0,0-2-1 0 0,-1 0 1 0 0,0-1 0 0 0,23-22-1 0 0,-79 55 1038 0 0,-108 100-887 0 0,146-119-480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13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3005 137 1840 0 0,'-5'1'1370'0'0,"0"0"0"0"0,1 0 0 0 0,-1 0 0 0 0,0 0 0 0 0,-8 5 0 0 0,-17 3 3497 0 0,58-13-882 0 0,78-15-3269 0 0,260-64 126 0 0,-250 65-633 0 0,0 4 0 0 0,129 2 0 0 0,26 6 98 0 0,126 6-173 0 0,-289 6-54 0 0,-53-5 140 0 0,1 3-1 0 0,-1 3 0 0 0,0 1 0 0 0,66 21 0 0 0,-115-28-175 0 0,-1 1 0 0 0,1 0 0 0 0,-1 1 0 0 0,0-1 0 0 0,0 1 0 0 0,0 0 0 0 0,0 1 0 0 0,-1-1 0 0 0,1 1 0 0 0,7 7 0 0 0,-6-3-20 0 0,-1 0 0 0 0,0 1-1 0 0,0-1 1 0 0,-1 1 0 0 0,6 16 0 0 0,1 6 34 0 0,-2 0 1 0 0,-1 1-1 0 0,-1 0 1 0 0,3 55-1 0 0,-6 136 468 0 0,-2-28-288 0 0,4 135-90 0 0,-8-192 8 0 0,30 243-1 0 0,21 161-149 0 0,-42-435-81 0 0,3 38 221 0 0,35 176 1 0 0,-31-239-32 0 0,7 140 1 0 0,-21 82 98 0 0,5-151 3 0 0,0-27-37 0 0,-6-105-79 0 0,-1 0 0 0 0,-5 24 0 0 0,3-24-38 0 0,1 0 0 0 0,0 24 0 0 0,3-41-46 0 0,-1 0 0 0 0,1-1 0 0 0,0 1-1 0 0,-1-1 1 0 0,0 1 0 0 0,0-1 0 0 0,0 1 0 0 0,-1-1 0 0 0,1 1 0 0 0,-1-1 0 0 0,1 0 0 0 0,-1 0 0 0 0,0 0 0 0 0,0 0 0 0 0,-1 0 0 0 0,1 0 0 0 0,-1 0 0 0 0,1-1 0 0 0,-1 1 0 0 0,0-1 0 0 0,0 0 0 0 0,0 0 0 0 0,0 0 0 0 0,0 0 0 0 0,-5 1-1 0 0,-8 4 58 0 0,-1-1 1 0 0,0-1-1 0 0,0-1 0 0 0,-21 3 0 0 0,7-1-157 0 0,-383 68 80 0 0,-70-1-680 0 0,58-12 137 0 0,-332 78 503 0 0,130-50-659 0 0,319-49 185 0 0,84-14 266 0 0,-96 4 236 0 0,141-16 4 0 0,112-11-35 0 0,-1-4 0 0 0,0-2 1 0 0,-83-16-1 0 0,85 11 23 0 0,-84-7 23 0 0,80 10 0 0 0,1-3 0 0 0,-113-28 0 0 0,155 30 16 0 0,0 1 0 0 0,0 1 0 0 0,-49 0 0 0 0,41 3 43 0 0,-52-9 0 0 0,82 9-49 0 0,0 0 1 0 0,1-1 0 0 0,-1 0 0 0 0,1 0 0 0 0,0 0-1 0 0,-1 0 1 0 0,1-1 0 0 0,0 0 0 0 0,1 0 0 0 0,-1-1-1 0 0,0 1 1 0 0,1-1 0 0 0,0 0 0 0 0,0 0 0 0 0,0 0-1 0 0,0 0 1 0 0,1-1 0 0 0,-4-6 0 0 0,3 4 5 0 0,0-1-1 0 0,1 0 1 0 0,0-1 0 0 0,1 1 0 0 0,-1 0 0 0 0,2-1-1 0 0,-1 1 1 0 0,1-1 0 0 0,0 0 0 0 0,1 0 0 0 0,1-10-1 0 0,1-55-15 0 0,-3 0 0 0 0,-14-96 0 0 0,8 95 107 0 0,7 57-47 0 0,-1 0-1 0 0,-1-1 0 0 0,0 1 0 0 0,-2 0 1 0 0,0 1-1 0 0,-1-1 0 0 0,0 1 0 0 0,-15-29 0 0 0,15 35 77 0 0,0 0 0 0 0,1-1 0 0 0,0 1 0 0 0,0-1 0 0 0,2 0 0 0 0,-3-16 0 0 0,-4-18 185 0 0,6 37-462 0 0,-5-24 504 0 0,7 32-559 0 0,1 0 0 0 0,0 0 0 0 0,0 0 0 0 0,0 0 0 0 0,0 0 0 0 0,0 0 0 0 0,0 0 0 0 0,0 0 0 0 0,0 0 0 0 0,1 1 1 0 0,-1-1-1 0 0,0 0 0 0 0,1 0 0 0 0,-1 0 0 0 0,0 0 0 0 0,1 1 0 0 0,0-2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1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34 5529 0 0,'-31'-33'16001'0'0,"29"36"-15737"0"0,-2 5-208 0 0,0-1 0 0 0,1 1 0 0 0,0 0-1 0 0,1 1 1 0 0,0-1 0 0 0,0 0 0 0 0,0 1 0 0 0,1-1 0 0 0,1 1 0 0 0,0 13 0 0 0,2 14 311 0 0,9 45 0 0 0,-5-38-273 0 0,48 305 650 0 0,-38-272-646 0 0,-11-56-66 0 0,0 1-1 0 0,-2 1 1 0 0,2 28-1 0 0,-5-50-37 0 0,0 0-1 0 0,1 1 1 0 0,-1-1 0 0 0,0 0-1 0 0,0 0 1 0 0,0 0 0 0 0,0 1-1 0 0,0-1 1 0 0,0 0-1 0 0,0 0 1 0 0,0 0 0 0 0,0 1-1 0 0,0-1 1 0 0,0 0 0 0 0,0 0-1 0 0,0 1 1 0 0,0-1 0 0 0,0 0-1 0 0,0 0 1 0 0,0 0-1 0 0,0 1 1 0 0,0-1 0 0 0,0 0-1 0 0,0 0 1 0 0,-1 0 0 0 0,1 1-1 0 0,0-1 1 0 0,0 0-1 0 0,0 0 1 0 0,0 0 0 0 0,0 0-1 0 0,0 1 1 0 0,-1-1 0 0 0,1 0-1 0 0,0 0 1 0 0,0 0 0 0 0,0 0-1 0 0,-1 0 1 0 0,1 0-1 0 0,0 1 1 0 0,0-1 0 0 0,0 0-1 0 0,-1 0 1 0 0,1 0 0 0 0,-8-10-671 0 0,-4-17-742 0 0,8 11-757 0 0,1-3-5020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17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31 1840 0 0,'-1'0'473'0'0,"-1"0"0"0"0,1 1 0 0 0,-1-1 0 0 0,1 0 0 0 0,-1 1 0 0 0,1 0 0 0 0,-1-1 0 0 0,1 1 0 0 0,0 0-1 0 0,-1 0 1 0 0,1 0 0 0 0,-2 2 0 0 0,-26 27 3651 0 0,23-23-3143 0 0,-73 94 3707 0 0,-26 61-2631 0 0,94-140-1916 0 0,9-16 286 0 0,9-13 300 0 0,-6 6-603 0 0,-1-1-113 0 0,1 1 0 0 0,-1-1 0 0 0,1 1 0 0 0,0-1 0 0 0,0 1 0 0 0,0 0 0 0 0,0-1 0 0 0,0 1 1 0 0,0 0-1 0 0,0 0 0 0 0,3-3 0 0 0,-1 1 12 0 0,27-45 330 0 0,-2-1 1 0 0,-3-2 0 0 0,35-94 0 0 0,-58 141-270 0 0,8-21 50 0 0,-10 25-119 0 0,0 0 0 0 0,0 1 0 0 0,0-1 0 0 0,0 0 1 0 0,0 0-1 0 0,0 1 0 0 0,0-1 0 0 0,0 0 0 0 0,1 0 0 0 0,-1 1 0 0 0,0-1 0 0 0,0 0 0 0 0,0 0 1 0 0,0 1-1 0 0,0-1 0 0 0,0 0 0 0 0,1 0 0 0 0,-1 0 0 0 0,0 1 0 0 0,0-1 0 0 0,0 0 1 0 0,0 0-1 0 0,1 0 0 0 0,-1 0 0 0 0,0 1 0 0 0,0-1 0 0 0,0 0 0 0 0,1 0 0 0 0,-1 0 1 0 0,0 0-1 0 0,0 0 0 0 0,1 0 0 0 0,-1 0 0 0 0,0 0 0 0 0,0 0 0 0 0,1 0 0 0 0,-1 0 0 0 0,0 0 1 0 0,0 0-1 0 0,1 0 0 0 0,-1 0 0 0 0,0 0 0 0 0,0 0 0 0 0,1 0 0 0 0,-1 0 0 0 0,0 0 1 0 0,0 0-1 0 0,1 0 0 0 0,-1 0 0 0 0,0 0 0 0 0,0-1 0 0 0,1 1 0 0 0,-1 0 0 0 0,0 0 0 0 0,0 0 1 0 0,0 0-1 0 0,0-1 0 0 0,1 1 0 0 0,-1 0 0 0 0,0 0 0 0 0,0 0 0 0 0,0-1 0 0 0,11 50-35 0 0,-6-20 57 0 0,16 45 1 0 0,-21-73-38 0 0,0 0 0 0 0,0 0 0 0 0,1 0 0 0 0,-1 0 0 0 0,1 0 0 0 0,-1 0 0 0 0,1-1 0 0 0,-1 1 0 0 0,1 0 0 0 0,-1 0 0 0 0,1 0 0 0 0,0-1 0 0 0,-1 1 0 0 0,1 0 0 0 0,0-1 0 0 0,1 1 0 0 0,-2-1 0 0 0,0 1 0 0 0,1-1 0 0 0,-1 0 0 0 0,1 0 0 0 0,-1 0 0 0 0,0 0 0 0 0,1 0 0 0 0,-1 0 0 0 0,0 0 0 0 0,1 0 0 0 0,-1-1 0 0 0,1 1 0 0 0,-1 0 0 0 0,0 0 0 0 0,1 0 0 0 0,-1 0 0 0 0,0 0 0 0 0,1-1 0 0 0,-1 1 0 0 0,0 0 0 0 0,1 0 0 0 0,-1 0 0 0 0,0-1 0 0 0,0 1 0 0 0,1 0 0 0 0,-1 0 0 0 0,0-1 0 0 0,1-1 0 0 0,0 1 0 0 0,0-1 0 0 0,0 0 0 0 0,0 1 0 0 0,0-1 0 0 0,-1 0 0 0 0,1 1 0 0 0,-1-1 0 0 0,1 0 0 0 0,-1 0 0 0 0,0 0 0 0 0,0 0 0 0 0,0 1 0 0 0,0-1 0 0 0,0-4 0 0 0,-1 0-5 0 0,0 0 0 0 0,-1-1 0 0 0,0 1 0 0 0,0 0 0 0 0,0 0 0 0 0,-1 0-1 0 0,0 0 1 0 0,0 0 0 0 0,-1 0 0 0 0,1 1 0 0 0,-1 0 0 0 0,0-1 0 0 0,-1 1 0 0 0,1 1 0 0 0,-1-1 0 0 0,0 1-1 0 0,-6-5 1 0 0,6 7-7 0 0,0-1 0 0 0,0 1-1 0 0,0 0 1 0 0,0 0-1 0 0,-1 0 1 0 0,1 1 0 0 0,-1 0-1 0 0,1 0 1 0 0,-1 1-1 0 0,1-1 1 0 0,-1 1 0 0 0,1 0-1 0 0,-1 0 1 0 0,1 1-1 0 0,-1 0 1 0 0,1 0 0 0 0,-1 0-1 0 0,1 1 1 0 0,0 0-1 0 0,-8 3 1 0 0,5-1 14 0 0,1-1 1 0 0,0 1-1 0 0,0 1 1 0 0,0 0-1 0 0,0 0 1 0 0,-9 9-1 0 0,13-11-17 0 0,-1 1 0 0 0,1-1 0 0 0,0 1 0 0 0,0 0 0 0 0,1 0 0 0 0,-1 0 0 0 0,1 0 1 0 0,0 0-1 0 0,0 1 0 0 0,0-1 0 0 0,1 0 0 0 0,0 1 0 0 0,-1 5 0 0 0,1-10 2 0 0,1 1 1 0 0,0-1-1 0 0,0 0 0 0 0,0 1 1 0 0,0-1-1 0 0,0 1 0 0 0,0-1 1 0 0,0 1-1 0 0,0-1 1 0 0,0 1-1 0 0,0-1 0 0 0,0 1 1 0 0,0-1-1 0 0,0 1 0 0 0,0-1 1 0 0,0 1-1 0 0,0-1 0 0 0,1 0 1 0 0,-1 1-1 0 0,0-1 0 0 0,0 1 1 0 0,1-1-1 0 0,-1 1 0 0 0,0-1 1 0 0,0 0-1 0 0,1 1 0 0 0,-1-1 1 0 0,0 0-1 0 0,1 1 1 0 0,-1-1-1 0 0,1 0 0 0 0,-1 0 1 0 0,0 1-1 0 0,1-1 0 0 0,-1 0 1 0 0,1 0-1 0 0,0 1 0 0 0,20-7-237 0 0,17-21 149 0 0,-22 12 120 0 0,-1 0 0 0 0,0-1 0 0 0,-1-1 0 0 0,-1 0 0 0 0,18-30 1 0 0,-80 172 313 0 0,19-31-624 0 0,43-118 278 0 0,-8 16 13 0 0,-1 0 0 0 0,1 0 0 0 0,-2 0 0 0 0,1-1 0 0 0,-1 1 0 0 0,0-1 0 0 0,3-16 0 0 0,-31 53 83 0 0,-4 26-34 0 0,24-42-38 0 0,-1 0 1 0 0,0-1-1 0 0,-1 0 0 0 0,0-1 1 0 0,-12 15-1 0 0,40-65 53 0 0,6-3 7 0 0,41-91-1 0 0,-67 133-45 0 0,0-1-1 0 0,-1 1 1 0 0,1 0 0 0 0,0-1-1 0 0,0 1 1 0 0,0 0-1 0 0,0-1 1 0 0,0 1-1 0 0,0 0 1 0 0,0 0 0 0 0,1 0-1 0 0,-1 0 1 0 0,0 0-1 0 0,1 0 1 0 0,-1 0-1 0 0,0 0 1 0 0,1 1 0 0 0,-1-1-1 0 0,1 0 1 0 0,0 1-1 0 0,2-1 1 0 0,-1 1 7 0 0,1-1 1 0 0,-1 1-1 0 0,1 0 0 0 0,0 1 1 0 0,-1-1-1 0 0,1 1 1 0 0,-1 0-1 0 0,1-1 0 0 0,5 4 1 0 0,5 2 78 0 0,1 1 0 0 0,-1 1 0 0 0,18 13 0 0 0,-30-19-89 0 0,42 28 42 0 0,-3 2 0 0 0,48 47 0 0 0,-87-77-50 0 0,1-1 0 0 0,0 1 0 0 0,0 0 0 0 0,0-1 0 0 0,0 0 0 0 0,0 0 0 0 0,0 0 0 0 0,0 0 0 0 0,0 0 0 0 0,1 0 0 0 0,-1-1 0 0 0,0 0 0 0 0,0 1 0 0 0,1-1 0 0 0,3-1 0 0 0,-2 1 9 0 0,0 0-1 0 0,0-1 1 0 0,0 0-1 0 0,0 0 0 0 0,0 0 1 0 0,0 0-1 0 0,-1-1 1 0 0,1 0-1 0 0,6-3 0 0 0,-9 4-30 0 0,-2 1-5 0 0,-10-2 0 0 0,-2 0 19 0 0,0 0 1 0 0,-1 1 0 0 0,1 0 0 0 0,-1 1 0 0 0,1 0-1 0 0,0 1 1 0 0,-1 1 0 0 0,1 0 0 0 0,0 0 0 0 0,-15 6-1 0 0,-5-2-53 0 0,-1 0 1 0 0,0-2-1 0 0,-1-2 0 0 0,1 0 0 0 0,-47-6 0 0 0,70 4-77 0 0,3-1 76 0 0,-1 0 1 0 0,1 1-1 0 0,-1-1 1 0 0,1 2-1 0 0,-1-1 1 0 0,1 1-1 0 0,-1 1 1 0 0,1-1-1 0 0,0 1 1 0 0,-10 4-1 0 0,17-6 17 0 0,0 0 0 0 0,0 0 0 0 0,0 0 0 0 0,0 0 0 0 0,1 0 0 0 0,-1 0-1 0 0,0 0 1 0 0,0 0 0 0 0,0 0 0 0 0,0 0 0 0 0,0 0 0 0 0,0 0 0 0 0,0 0 0 0 0,1 0 0 0 0,-1 0-1 0 0,0 0 1 0 0,0 0 0 0 0,0 0 0 0 0,0 0 0 0 0,0 0 0 0 0,0 0 0 0 0,0 0 0 0 0,0 0-1 0 0,0 1 1 0 0,1-1 0 0 0,-1 0 0 0 0,0 0 0 0 0,0 0 0 0 0,0 0 0 0 0,0 0 0 0 0,0 0 0 0 0,0 0-1 0 0,0 0 1 0 0,0 1 0 0 0,0-1 0 0 0,0 0 0 0 0,0 0 0 0 0,0 0 0 0 0,0 0 0 0 0,0 0 0 0 0,0 0-1 0 0,0 0 1 0 0,0 1 0 0 0,0-1 0 0 0,0 0 0 0 0,0 0 0 0 0,0 0 0 0 0,0 0 0 0 0,0 0 0 0 0,0 0-1 0 0,0 0 1 0 0,0 1 0 0 0,0-1 0 0 0,0 0 0 0 0,0 0 0 0 0,0 0 0 0 0,-1 0 0 0 0,1 0 0 0 0,0 0-1 0 0,0 0 1 0 0,0 0 0 0 0,0 1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5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62 119 5065 0 0,'-17'-36'1040'0'0,"9"18"2928"0"0,0 1 0 0 0,-21-31 0 0 0,39 71 287 0 0,5 27-3943 0 0,-11-35 85 0 0,6 28-304 0 0,-2 1 0 0 0,-1 1 0 0 0,0 56 0 0 0,-9 140 371 0 0,-2-82-332 0 0,13-8-782 0 0,-2-59 73 0 0,-6-90 335 0 0,-1-1 0 0 0,0 0 0 0 0,0 1 0 0 0,0-1 1 0 0,0 1-1 0 0,0-1 0 0 0,-1 1 0 0 0,1-1 0 0 0,0 1 0 0 0,-1-1 0 0 0,1 1 0 0 0,-1-1 0 0 0,1 0 0 0 0,-1 1 0 0 0,0-1 0 0 0,0 2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6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9218 0 0,'4'-5'289'0'0,"1"0"1"0"0,-1 1-1 0 0,1 0 1 0 0,0-1-1 0 0,0 2 0 0 0,1-1 1 0 0,-1 0-1 0 0,1 1 0 0 0,0 0 1 0 0,-1 1-1 0 0,2-1 1 0 0,6-1-1 0 0,5-2 699 0 0,-1 2-1 0 0,1 0 1 0 0,21-1-1 0 0,-37 4-938 0 0,9 0 484 0 0,0 0 0 0 0,0 1 0 0 0,0 0 1 0 0,13 3-1 0 0,-22-3-583 0 0,0 0 0 0 0,-1 0 0 0 0,1 0 0 0 0,-1 0 0 0 0,1 1 0 0 0,0-1 0 0 0,-1 1 0 0 0,1-1 0 0 0,-1 1 0 0 0,0 0 0 0 0,1 0 0 0 0,-1-1 0 0 0,1 1 0 0 0,-1 0 0 0 0,0 0 1 0 0,0 0-1 0 0,1 0 0 0 0,-1 1 0 0 0,0-1 0 0 0,0 0 0 0 0,0 0 0 0 0,0 1 0 0 0,-1-1 0 0 0,1 0 0 0 0,0 1 0 0 0,0-1 0 0 0,-1 1 0 0 0,1-1 0 0 0,-1 1 0 0 0,0 0 0 0 0,1-1 0 0 0,-1 1 0 0 0,0-1 0 0 0,0 1 0 0 0,0 0 0 0 0,0-1 0 0 0,0 4 0 0 0,-3 10-836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6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6913 0 0,'1'1'185'0'0,"0"-1"0"0"0,0 1-1 0 0,0 0 1 0 0,0-1-1 0 0,0 1 1 0 0,1-1-1 0 0,-1 1 1 0 0,0-1-1 0 0,0 1 1 0 0,0-1-1 0 0,1 0 1 0 0,-1 0-1 0 0,0 1 1 0 0,0-1-1 0 0,1 0 1 0 0,-1 0-1 0 0,0 0 1 0 0,0-1-1 0 0,1 1 1 0 0,-1 0-1 0 0,0 0 1 0 0,0-1 0 0 0,0 1-1 0 0,1 0 1 0 0,0-2-1 0 0,35-9 3104 0 0,47-22 1173 0 0,62-21-10273 0 0,-118 46 5289 0 0,0-1 385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9674 0 0,'-7'7'244'0'0,"-1"0"0"0"0,1 1 0 0 0,1-1 0 0 0,0 2 0 0 0,0-1 0 0 0,0 1 0 0 0,1 0 0 0 0,1 0 0 0 0,-1 0 0 0 0,1 1 0 0 0,1-1 0 0 0,0 1 0 0 0,0 0 0 0 0,1 0 0 0 0,1 0 0 0 0,-1 1 0 0 0,1-1 0 0 0,1 0 0 0 0,0 0 0 0 0,1 1-1 0 0,0-1 1 0 0,0 0 0 0 0,1 0 0 0 0,5 17 0 0 0,-4-17-17 0 0,0 0-1 0 0,0-1 1 0 0,1 0-1 0 0,1 0 1 0 0,-1 0-1 0 0,1-1 0 0 0,1 1 1 0 0,-1-1-1 0 0,2 0 1 0 0,-1-1-1 0 0,1 1 1 0 0,0-1-1 0 0,0-1 0 0 0,1 1 1 0 0,0-1-1 0 0,0-1 1 0 0,1 1-1 0 0,-1-1 1 0 0,1-1-1 0 0,0 0 0 0 0,1 0 1 0 0,-1-1-1 0 0,1 0 1 0 0,-1 0-1 0 0,17 1 1 0 0,-23-3-229 0 0,1 0 1 0 0,0-1-1 0 0,0 0 1 0 0,0 0 0 0 0,0 0-1 0 0,0 0 1 0 0,-1-1-1 0 0,1 1 1 0 0,0-1-1 0 0,0 0 1 0 0,-1 0 0 0 0,1 0-1 0 0,0-1 1 0 0,-1 1-1 0 0,1-1 1 0 0,-1 0 0 0 0,0 0-1 0 0,0 0 1 0 0,1 0-1 0 0,-1-1 1 0 0,-1 0 0 0 0,1 1-1 0 0,0-1 1 0 0,-1 0-1 0 0,1 0 1 0 0,-1 0-1 0 0,0 0 1 0 0,0-1 0 0 0,0 1-1 0 0,0-1 1 0 0,-1 1-1 0 0,1-1 1 0 0,-1 1 0 0 0,0-1-1 0 0,0 0 1 0 0,-1 0-1 0 0,1 1 1 0 0,-1-1-1 0 0,1 0 1 0 0,-1 0 0 0 0,-1 0-1 0 0,1 0 1 0 0,0 0-1 0 0,-1 1 1 0 0,0-1 0 0 0,0 0-1 0 0,0 0 1 0 0,0 1-1 0 0,-3-6 1 0 0,-5-13 52 0 0,-2 0 0 0 0,-1 0 0 0 0,-1 1 0 0 0,0 1 1 0 0,-2 0-1 0 0,0 1 0 0 0,-1 1 0 0 0,-1 0 0 0 0,0 1 0 0 0,-2 1 0 0 0,-32-23 0 0 0,38 32-1782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6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1 254 10594 0 0,'1'-4'421'0'0,"1"0"0"0"0,0 0 0 0 0,0 0 0 0 0,0 0 0 0 0,0 1-1 0 0,1-1 1 0 0,-1 0 0 0 0,1 1 0 0 0,0 0 0 0 0,0 0 0 0 0,0 0-1 0 0,1 0 1 0 0,4-3 0 0 0,-6 5-264 0 0,-1 0 0 0 0,1 0 0 0 0,0 0 0 0 0,0 0 0 0 0,-1 1 0 0 0,1-1 1 0 0,0 1-1 0 0,0-1 0 0 0,0 1 0 0 0,-1 0 0 0 0,1 0 0 0 0,0-1 0 0 0,0 1 0 0 0,0 1 0 0 0,0-1 0 0 0,0 0 0 0 0,-1 0 0 0 0,1 1 0 0 0,0-1 0 0 0,0 1 0 0 0,0-1 0 0 0,-1 1 0 0 0,1 0 0 0 0,0 0 0 0 0,-1 0 1 0 0,1 0-1 0 0,-1 0 0 0 0,1 0 0 0 0,-1 0 0 0 0,1 0 0 0 0,-1 1 0 0 0,0-1 0 0 0,2 2 0 0 0,5 7-8 0 0,-1 1 0 0 0,0 0 0 0 0,9 21 0 0 0,-11-22-57 0 0,0 0 0 0 0,0 0 0 0 0,1 0-1 0 0,1-1 1 0 0,10 13 0 0 0,-17-22-91 0 0,1 1-1 0 0,-1-1 1 0 0,0 0 0 0 0,0 0-1 0 0,0 0 1 0 0,0 0 0 0 0,0 0-1 0 0,0 0 1 0 0,0 0 0 0 0,0 0-1 0 0,0 0 1 0 0,0 0 0 0 0,0 0-1 0 0,0 0 1 0 0,1 0 0 0 0,-1 0-1 0 0,0 0 1 0 0,0 0 0 0 0,0 0 0 0 0,0 0-1 0 0,0 0 1 0 0,0 0 0 0 0,0 0-1 0 0,0 0 1 0 0,0 0 0 0 0,1 0-1 0 0,-1 0 1 0 0,0 0 0 0 0,0 0-1 0 0,0 0 1 0 0,0 0 0 0 0,0 0-1 0 0,0 0 1 0 0,0 0 0 0 0,0 0-1 0 0,0 0 1 0 0,0 0 0 0 0,1 0-1 0 0,-1 0 1 0 0,0 0 0 0 0,0 0-1 0 0,0 0 1 0 0,0 0 0 0 0,0 0-1 0 0,0-1 1 0 0,0 1 0 0 0,0 0 0 0 0,0 0-1 0 0,0 0 1 0 0,0 0 0 0 0,0 0-1 0 0,0 0 1 0 0,0 0 0 0 0,0 0-1 0 0,0 0 1 0 0,0-1 0 0 0,0 1-1 0 0,0 0 1 0 0,0 0 0 0 0,1-11 98 0 0,-2-10 137 0 0,-17-59 485 0 0,-5-29-262 0 0,21 96-556 0 0,0-1 0 0 0,1 1 0 0 0,1-1 1 0 0,0 0-1 0 0,5-24 0 0 0,0 19-1756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7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 5529 0 0,'-12'-3'9411'0'0,"12"4"-9234"0"0,-5 11 99 0 0,1 0 0 0 0,1 0 0 0 0,0 1 0 0 0,0-1 0 0 0,1 1 0 0 0,1 0 0 0 0,0 20 0 0 0,1 5 204 0 0,8 52-1 0 0,-6-78-348 0 0,0-1 0 0 0,1 1 0 0 0,0-1 1 0 0,0 1-1 0 0,2-1 0 0 0,-1 0 0 0 0,1-1 0 0 0,1 1 1 0 0,8 11-1 0 0,-12-19-105 0 0,0 0 1 0 0,0-1-1 0 0,0 1 0 0 0,1-1 1 0 0,-1 1-1 0 0,1-1 1 0 0,0 0-1 0 0,-1 0 0 0 0,1 0 1 0 0,0 0-1 0 0,0 0 0 0 0,1-1 1 0 0,-1 1-1 0 0,0-1 1 0 0,0 0-1 0 0,1 0 0 0 0,-1 0 1 0 0,0-1-1 0 0,1 1 1 0 0,-1-1-1 0 0,1 1 0 0 0,-1-1 1 0 0,1 0-1 0 0,-1-1 1 0 0,1 1-1 0 0,-1-1 0 0 0,1 1 1 0 0,-1-1-1 0 0,0 0 0 0 0,1 0 1 0 0,-1 0-1 0 0,0-1 1 0 0,0 1-1 0 0,0-1 0 0 0,4-3 1 0 0,1 1 7 0 0,-1-1 0 0 0,0-1 0 0 0,-1 1 1 0 0,1-1-1 0 0,-1 0 0 0 0,0 0 0 0 0,0-1 1 0 0,-1 0-1 0 0,0 0 0 0 0,0 0 0 0 0,-1-1 0 0 0,7-13 1 0 0,-5 4 1 0 0,-1 0 1 0 0,0 0-1 0 0,-1 0 1 0 0,-1-1-1 0 0,2-20 1 0 0,-5 36-26 0 0,1-5 205 0 0,0 9 71 0 0,3 10-190 0 0,-3-11-23 0 0,2 3-15 0 0,6 6-44 0 0,0 0 0 0 0,1-1 0 0 0,0 0 0 0 0,1-1 0 0 0,-1 0 0 0 0,1-1 0 0 0,1 0 0 0 0,0-1 1 0 0,0 0-1 0 0,15 5 0 0 0,-23-9 7 0 0,1-1 0 0 0,-1 1 0 0 0,1-1 0 0 0,0 0 0 0 0,0 0 0 0 0,0-1 0 0 0,0 1 0 0 0,0-1 0 0 0,-1 0 0 0 0,1-1 1 0 0,0 1-1 0 0,0-1 0 0 0,0 0 0 0 0,0 0 0 0 0,-1 0 0 0 0,1-1 0 0 0,0 0 0 0 0,-1 0 0 0 0,0 0 0 0 0,1 0 0 0 0,-1-1 0 0 0,0 1 0 0 0,0-1 1 0 0,0 0-1 0 0,0-1 0 0 0,-1 1 0 0 0,0-1 0 0 0,1 1 0 0 0,-1-1 0 0 0,0 0 0 0 0,3-6 0 0 0,-4 6 8 0 0,0-1 0 0 0,0 1 0 0 0,0 0 0 0 0,-1-1 0 0 0,0 1 0 0 0,0-1 0 0 0,0 0 0 0 0,0 1 0 0 0,-1-1 0 0 0,0 0 0 0 0,0 1 0 0 0,0-1 0 0 0,-1 0 0 0 0,1 1 0 0 0,-1-1 0 0 0,0 1 0 0 0,0-1 0 0 0,-1 1 0 0 0,1-1 0 0 0,-1 1 0 0 0,0 0 0 0 0,-5-7 0 0 0,3 3-342 0 0,-1 1 1 0 0,0-1-1 0 0,-1 1 0 0 0,0 0 0 0 0,0 1 0 0 0,0 0 0 0 0,-1 0 0 0 0,0 0 0 0 0,0 1 1 0 0,-16-9-1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8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96 3225 0 0,'2'0'141'0'0,"-1"-1"1"0"0,1 1 0 0 0,0-1 0 0 0,0 1 0 0 0,0-1 0 0 0,-1 0-1 0 0,1 1 1 0 0,-1-1 0 0 0,1 0 0 0 0,0 0 0 0 0,-1-1-1 0 0,1 1 1 0 0,-1 0 0 0 0,0 0 0 0 0,1-1 0 0 0,-1 1-1 0 0,0-1 1 0 0,0 1 0 0 0,0-1 0 0 0,0 1 0 0 0,0-1-1 0 0,0 0 1 0 0,-1 1 0 0 0,1-1 0 0 0,0 0 0 0 0,-1 0-1 0 0,0 1 1 0 0,1-1 0 0 0,-1 0 0 0 0,0 0 0 0 0,0 0-1 0 0,0 0 1 0 0,0 0 0 0 0,0 1 0 0 0,-1-4 0 0 0,1 2 190 0 0,-1 1-1 0 0,0 0 1 0 0,0-1 0 0 0,-1 1 0 0 0,1-1 0 0 0,0 1 0 0 0,-1 0 0 0 0,1 0 0 0 0,-1 0-1 0 0,0 0 1 0 0,0 0 0 0 0,0 0 0 0 0,0 1 0 0 0,0-1 0 0 0,0 0 0 0 0,0 1-1 0 0,0 0 1 0 0,-1-1 0 0 0,1 1 0 0 0,-1 0 0 0 0,1 0 0 0 0,-1 1 0 0 0,1-1 0 0 0,-1 0-1 0 0,-4 0 1 0 0,4 1-271 0 0,-1 0 0 0 0,1-1 0 0 0,0 1 0 0 0,-1 1 0 0 0,1-1 0 0 0,0 0 1 0 0,-1 1-1 0 0,1 0 0 0 0,0 0 0 0 0,0 0 0 0 0,0 0 0 0 0,0 0 0 0 0,0 0 0 0 0,0 1 0 0 0,0 0 0 0 0,0-1 0 0 0,0 1 0 0 0,-2 3 0 0 0,1-1 131 0 0,0 0 0 0 0,0 0 0 0 0,1 1 1 0 0,-1 0-1 0 0,1-1 0 0 0,0 1 0 0 0,1 0 0 0 0,-1 1 0 0 0,-3 10 1 0 0,3-7 6 0 0,1 1 1 0 0,-1-1 0 0 0,2 1 0 0 0,-1 0 0 0 0,2 0-1 0 0,-1 0 1 0 0,1 0 0 0 0,1 0 0 0 0,-1-1-1 0 0,2 1 1 0 0,-1 0 0 0 0,5 11 0 0 0,16 26-338 0 0,-20-45 126 0 0,-1 1 0 0 0,1-1 0 0 0,0 0 0 0 0,0 0 0 0 0,0 1 1 0 0,0-1-1 0 0,0 0 0 0 0,0-1 0 0 0,1 1 0 0 0,-1 0 0 0 0,1-1 0 0 0,-1 1 0 0 0,1-1 1 0 0,-1 0-1 0 0,5 2 0 0 0,-5-3-29 0 0,-1 0 0 0 0,0 0 0 0 0,1-1 1 0 0,-1 1-1 0 0,0 0 0 0 0,1-1 0 0 0,-1 1 0 0 0,0-1 1 0 0,0 1-1 0 0,0-1 0 0 0,1 0 0 0 0,-1 1 0 0 0,0-1 1 0 0,0 0-1 0 0,0 0 0 0 0,0 0 0 0 0,0 0 0 0 0,0 0 1 0 0,0 0-1 0 0,0 0 0 0 0,-1 0 0 0 0,1 0 0 0 0,0 0 1 0 0,0 0-1 0 0,-1-1 0 0 0,1 1 0 0 0,-1 0 0 0 0,1-3 1 0 0,12-37-358 0 0,-7-33-16 0 0,-6 63 549 0 0,-1 0-1 0 0,2 0 1 0 0,0 0 0 0 0,0 0 0 0 0,1 0 0 0 0,0 0 0 0 0,1 1 0 0 0,0-1 0 0 0,1 1 0 0 0,7-15 0 0 0,-11 25-115 0 0,1-1 0 0 0,-1 1 0 0 0,0-1 0 0 0,0 1 0 0 0,1-1 0 0 0,-1 1 0 0 0,0-1-1 0 0,1 1 1 0 0,-1 0 0 0 0,1-1 0 0 0,-1 1 0 0 0,0-1 0 0 0,1 1 0 0 0,-1 0 0 0 0,1-1 0 0 0,-1 1 0 0 0,1 0 0 0 0,-1 0 0 0 0,1 0 0 0 0,0-1 0 0 0,-1 1 0 0 0,1 0-1 0 0,-1 0 1 0 0,1 0 0 0 0,-1 0 0 0 0,1 0 0 0 0,-1 0 0 0 0,1 0 0 0 0,0 0 0 0 0,-1 0 0 0 0,1 0 0 0 0,-1 0 0 0 0,1 0 0 0 0,-1 1 0 0 0,1-1 0 0 0,-1 0 0 0 0,1 0 0 0 0,-1 0-1 0 0,1 1 1 0 0,-1-1 0 0 0,1 0 0 0 0,-1 1 0 0 0,1-1 0 0 0,-1 0 0 0 0,1 1 0 0 0,-1-1 0 0 0,0 1 0 0 0,1-1 0 0 0,-1 1 0 0 0,0-1 0 0 0,1 1 0 0 0,-1-1 0 0 0,0 1-1 0 0,0-1 1 0 0,1 1 0 0 0,-1-1 0 0 0,0 1 0 0 0,0 0 0 0 0,14 36 112 0 0,-13-35-73 0 0,3 11-45 0 0,0-2 1 0 0,0 1-1 0 0,1 0 1 0 0,1-1-1 0 0,0 0 1 0 0,1 0-1 0 0,0-1 1 0 0,0 1-1 0 0,1-2 1 0 0,1 1-1 0 0,-1-1 1 0 0,1 0-1 0 0,1-1 1 0 0,0 0-1 0 0,0-1 1 0 0,0 0-1 0 0,1 0 1 0 0,0-1-1 0 0,1-1 1 0 0,18 7-1 0 0,-11-10-1642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8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6913 0 0,'5'-6'632'0'0,"0"0"0"0"0,0 0-1 0 0,1 1 1 0 0,0 0-1 0 0,0 0 1 0 0,0 0 0 0 0,0 1-1 0 0,1 0 1 0 0,-1 0-1 0 0,1 0 1 0 0,0 1 0 0 0,0 0-1 0 0,0 1 1 0 0,13-4 0 0 0,-15 6-324 0 0,-1-1 0 0 0,0 1 1 0 0,1 0-1 0 0,-1 0 0 0 0,1 1 1 0 0,-1-1-1 0 0,0 1 0 0 0,1 0 1 0 0,-1 0-1 0 0,0 0 0 0 0,0 1 1 0 0,0-1-1 0 0,0 1 0 0 0,0 0 1 0 0,6 4-1 0 0,-5-2-172 0 0,0 0-1 0 0,0 1 1 0 0,0-1 0 0 0,-1 1-1 0 0,0 0 1 0 0,0 0 0 0 0,0 1-1 0 0,-1-1 1 0 0,6 12 0 0 0,-5-8-137 0 0,0 1 0 0 0,-1 0 0 0 0,0 0 0 0 0,0 0 0 0 0,-1 0 1 0 0,-1 0-1 0 0,0 0 0 0 0,0 0 0 0 0,-1 1 0 0 0,0-1 1 0 0,-1 0-1 0 0,0 1 0 0 0,-3 12 0 0 0,4-23 7 0 0,0 1 0 0 0,0-1 0 0 0,0 0 0 0 0,0 0 1 0 0,0 0-1 0 0,0 0 0 0 0,0 1 0 0 0,0-1 0 0 0,0 0 0 0 0,0 0 0 0 0,0 0 0 0 0,0 0 0 0 0,0 1 0 0 0,0-1 0 0 0,0 0 0 0 0,0 0 0 0 0,-1 0 1 0 0,1 0-1 0 0,0 1 0 0 0,0-1 0 0 0,0 0 0 0 0,0 0 0 0 0,0 0 0 0 0,0 0 0 0 0,-1 0 0 0 0,1 0 0 0 0,0 1 0 0 0,0-1 0 0 0,0 0 1 0 0,0 0-1 0 0,0 0 0 0 0,-1 0 0 0 0,1 0 0 0 0,0 0 0 0 0,0 0 0 0 0,0 0 0 0 0,-1 0 0 0 0,1 0 0 0 0,0 0 0 0 0,0 0 0 0 0,0 0 0 0 0,0 0 1 0 0,-1 0-1 0 0,1 0 0 0 0,0 0 0 0 0,0 0 0 0 0,0 0 0 0 0,0 0 0 0 0,-1 0 0 0 0,1 0 0 0 0,0 0 0 0 0,0 0 0 0 0,0 0 0 0 0,-1-1 0 0 0,-7-12 238 0 0,-4-17 53 0 0,9 14-448 0 0,1 0 1 0 0,1-1-1 0 0,0 1 1 0 0,1-1-1 0 0,1 1 0 0 0,1-1 1 0 0,0 1-1 0 0,1-1 1 0 0,1 1-1 0 0,0 0 0 0 0,1 1 1 0 0,1-1-1 0 0,1 1 0 0 0,11-20 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9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257 583 456 0 0,'-3'-9'856'0'0,"1"1"0"0"0,-1 0 1 0 0,-1-1-1 0 0,1 1 0 0 0,-1 0 0 0 0,-1 0 0 0 0,0 1 0 0 0,0 0 1 0 0,0-1-1 0 0,-1 2 0 0 0,0-1 0 0 0,-7-6 0 0 0,10 11-601 0 0,1-1 0 0 0,-1 1-1 0 0,0 0 1 0 0,0 0 0 0 0,0 0 0 0 0,0 0-1 0 0,0 1 1 0 0,-1-1 0 0 0,1 1 0 0 0,-1 0-1 0 0,1 0 1 0 0,-1 0 0 0 0,1 0-1 0 0,-1 1 1 0 0,1-1 0 0 0,-1 1 0 0 0,1 0-1 0 0,-1 0 1 0 0,0 0 0 0 0,1 1 0 0 0,-1-1-1 0 0,1 1 1 0 0,-1 0 0 0 0,1 0-1 0 0,-1 0 1 0 0,1 0 0 0 0,0 1 0 0 0,-1-1-1 0 0,1 1 1 0 0,0 0 0 0 0,-5 4 0 0 0,0 1-105 0 0,1 1 0 0 0,0 0 0 0 0,0 0 0 0 0,0 0 0 0 0,1 1 1 0 0,1 0-1 0 0,-1 0 0 0 0,2 1 0 0 0,-1-1 0 0 0,1 1 0 0 0,1 0 1 0 0,0 0-1 0 0,-3 16 0 0 0,4-20-147 0 0,2 1 0 0 0,-1-1 0 0 0,1 0 0 0 0,0 0 0 0 0,0 1 0 0 0,0-1 0 0 0,1 0 0 0 0,0 0 0 0 0,1 1 0 0 0,3 9 0 0 0,-4-12-8 0 0,1-1 0 0 0,0 1 0 0 0,0 0 0 0 0,1-1 0 0 0,-1 0 0 0 0,1 0 0 0 0,-1 1 0 0 0,1-1 0 0 0,0-1 0 0 0,0 1 0 0 0,0 0 0 0 0,1-1 0 0 0,-1 0 0 0 0,1 0 0 0 0,-1 0 0 0 0,1 0 0 0 0,6 2 0 0 0,-7-2-62 0 0,1-1 0 0 0,-1 0 0 0 0,1 0 0 0 0,-1-1 0 0 0,1 1 0 0 0,-1-1 0 0 0,1 1-1 0 0,-1-1 1 0 0,1 0 0 0 0,0 0 0 0 0,-1-1 0 0 0,1 1 0 0 0,-1-1 0 0 0,1 0 0 0 0,-1 0 0 0 0,1 0-1 0 0,-1 0 1 0 0,6-3 0 0 0,-5 1-181 0 0,1 0 0 0 0,-1-1 0 0 0,1 0 0 0 0,-1 1 0 0 0,0-1 0 0 0,-1-1 0 0 0,1 1 0 0 0,-1 0 0 0 0,1-1 0 0 0,4-9 0 0 0,-1-2-512 0 0,0 0 0 0 0,-2 0 0 0 0,1-1-1 0 0,-2 0 1 0 0,0 1 0 0 0,2-32 0 0 0,4-199 445 0 0,-12 169 2784 0 0,-12-88-1 0 0,13 163-2273 0 0,-5-27 1224 0 0,6 29-1303 0 0,0 0 1 0 0,0 0-1 0 0,0 0 1 0 0,0 1-1 0 0,-1-1 0 0 0,1 0 1 0 0,0 0-1 0 0,-1 0 0 0 0,1 0 1 0 0,-1 0-1 0 0,1 1 1 0 0,-1-1-1 0 0,1 0 0 0 0,-1 0 1 0 0,0 1-1 0 0,1-1 1 0 0,-1 0-1 0 0,0 1 0 0 0,1-1 1 0 0,-1 1-1 0 0,0-1 0 0 0,0 1 1 0 0,0-1-1 0 0,-1 0 1 0 0,1 1-56 0 0,0 1 1 0 0,0-1 0 0 0,0 1-1 0 0,1-1 1 0 0,-1 1-1 0 0,0-1 1 0 0,0 1 0 0 0,1-1-1 0 0,-1 1 1 0 0,0-1 0 0 0,1 1-1 0 0,-1 0 1 0 0,1-1-1 0 0,-1 1 1 0 0,1 0 0 0 0,-1 0-1 0 0,1 0 1 0 0,-1-1 0 0 0,1 1-1 0 0,0 0 1 0 0,-1 0 0 0 0,1 0-1 0 0,0 1 1 0 0,-7 25 253 0 0,6-22-189 0 0,-2 15 15 0 0,0 0 1 0 0,1 0-1 0 0,2 1 1 0 0,0-1-1 0 0,4 30 1 0 0,23 102 254 0 0,-18-111-265 0 0,8 41-142 0 0,60 346-1747 0 0,-74-403-6539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 12899 0 0,'-1'0'82'0'0,"1"0"1"0"0,0 0-1 0 0,-1-1 1 0 0,1 1-1 0 0,0 0 1 0 0,-1 0-1 0 0,1-1 1 0 0,0 1-1 0 0,0 0 1 0 0,-1-1-1 0 0,1 1 1 0 0,0 0-1 0 0,0-1 1 0 0,0 1-1 0 0,-1-1 1 0 0,1 1-1 0 0,0 0 0 0 0,0-1 1 0 0,0 1-1 0 0,0-1 1 0 0,0 1-1 0 0,0 0 1 0 0,0-1-1 0 0,0 1 1 0 0,0-1-1 0 0,0 1 1 0 0,0-1-1 0 0,0 1 1 0 0,0 0-1 0 0,0-1 1 0 0,0 1-1 0 0,0-1 1 0 0,1 1-1 0 0,-1 0 89 0 0,1 0 0 0 0,-1 0 0 0 0,1 0-1 0 0,-1 0 1 0 0,1 0 0 0 0,-1 0 0 0 0,1 0 0 0 0,4 4 2220 0 0,-5-4-2221 0 0,1 1 1 0 0,-1-1 0 0 0,0 1 0 0 0,0-1-1 0 0,1 1 1 0 0,-1-1 0 0 0,0 1 0 0 0,0-1 0 0 0,0 1-1 0 0,0 0 1 0 0,5 11 87 0 0,0 1 0 0 0,-1 0 0 0 0,-1 0 0 0 0,0 0 0 0 0,-1 0 0 0 0,1 23 0 0 0,-4 89-130 0 0,-2-60 36 0 0,3 148-231 0 0,6-71-3323 0 0,-4-111-3883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5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2304 0 0,'-1'-1'105'0'0,"1"1"0"0"0,0 0-1 0 0,-1 0 1 0 0,1-1-1 0 0,0 1 1 0 0,0 0-1 0 0,0-1 1 0 0,-1 1-1 0 0,1 0 1 0 0,0-1-1 0 0,0 1 1 0 0,0-1-1 0 0,0 1 1 0 0,-1 0-1 0 0,1-1 1 0 0,0 1-1 0 0,0-1 1 0 0,0 1-1 0 0,0 0 1 0 0,0-1-1 0 0,0 1 1 0 0,0-1-1 0 0,0 1 1 0 0,0 0-1 0 0,0-1 1 0 0,1 1-1 0 0,-1-1 1 0 0,0 1-1 0 0,0 0 1 0 0,0-1-1 0 0,0 1 1 0 0,1 0-1 0 0,-1-1 1 0 0,0 1-1 0 0,0 0 1 0 0,1-1-1 0 0,-1 1 1 0 0,19-12 2761 0 0,23-2 811 0 0,-34 13-3279 0 0,0 1 0 0 0,-1 0 0 0 0,1 0 1 0 0,-1 1-1 0 0,1 0 0 0 0,-1 0 0 0 0,1 1 1 0 0,-1 0-1 0 0,0 0 0 0 0,11 5 0 0 0,10 6 574 0 0,33 22 0 0 0,-32-18-719 0 0,-16-10-183 0 0,-1 1 0 0 0,1 0 0 0 0,-2 0 0 0 0,1 1 0 0 0,-1 1 0 0 0,0 0 0 0 0,13 17 0 0 0,-21-23-36 0 0,0 0 1 0 0,-1 0 0 0 0,0 0 0 0 0,0 0 0 0 0,0 0-1 0 0,0 0 1 0 0,-1 0 0 0 0,1 1 0 0 0,-1-1 0 0 0,0 1-1 0 0,-1-1 1 0 0,1 1 0 0 0,-1-1 0 0 0,0 1-1 0 0,0 0 1 0 0,0-1 0 0 0,-1 1 0 0 0,1-1 0 0 0,-1 1-1 0 0,0-1 1 0 0,-1 1 0 0 0,1-1 0 0 0,-1 0 0 0 0,1 0-1 0 0,-1 1 1 0 0,-1-1 0 0 0,1-1 0 0 0,-3 5-1 0 0,-2 1 10 0 0,0 0-1 0 0,-1 0 0 0 0,0-1 0 0 0,0 0 1 0 0,0 0-1 0 0,-1-1 0 0 0,-1 0 0 0 0,1 0 0 0 0,-1-1 1 0 0,0-1-1 0 0,0 0 0 0 0,-1 0 0 0 0,1-1 0 0 0,-19 5 1 0 0,12-9-2718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5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13539 0 0,'0'1'25'0'0,"0"-1"0"0"0,0 0 1 0 0,0 0-1 0 0,0 0 0 0 0,0 0 0 0 0,1 0 1 0 0,-1 0-1 0 0,0 0 0 0 0,0 0 0 0 0,0 0 1 0 0,0 0-1 0 0,0 0 0 0 0,0 0 0 0 0,0 0 1 0 0,1 0-1 0 0,-1 0 0 0 0,0 0 1 0 0,0 0-1 0 0,0 0 0 0 0,0 0 0 0 0,0 0 1 0 0,0 0-1 0 0,0 0 0 0 0,1 0 0 0 0,-1 0 1 0 0,0 0-1 0 0,0 0 0 0 0,0 0 0 0 0,0 0 1 0 0,0 0-1 0 0,0 0 0 0 0,0 0 0 0 0,0-1 1 0 0,0 1-1 0 0,1 0 0 0 0,-1 0 0 0 0,0 0 1 0 0,0 0-1 0 0,0 0 0 0 0,0 0 0 0 0,0 0 1 0 0,0 0-1 0 0,0-1 0 0 0,0 1 0 0 0,0 0 1 0 0,0 0-1 0 0,0 0 0 0 0,0 0 0 0 0,0 0 1 0 0,0 0-1 0 0,0 0 0 0 0,0-1 1 0 0,0 1-1 0 0,0 0 0 0 0,0 0 0 0 0,0 0 1 0 0,0 0-1 0 0,0 0 0 0 0,0 0 0 0 0,0 0 1 0 0,0-1-1 0 0,8 15 2296 0 0,-3 15-43 0 0,2 59 0 0 0,-2-12-2814 0 0,-5-71-256 0 0,-2 0-202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5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14283 0 0,'3'-3'1400'0'0,"-2"2"-1248"0"0,1 1-152 0 0,-1 1-448 0 0,-1 0-128 0 0,1 3-16 0 0,2 1-8 0 0,-1-1 392 0 0,0 1 80 0 0,1 2 8 0 0,3 0 8 0 0,-1 0 112 0 0,2 0 0 0 0,3 1-80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6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26 4609 0 0,'0'-2'216'0'0,"0"1"1"0"0,-1-1-1 0 0,0 1 1 0 0,1 0-1 0 0,-1-1 0 0 0,0 1 1 0 0,1 0-1 0 0,-1-1 1 0 0,0 1-1 0 0,0 0 1 0 0,0 0-1 0 0,0 0 0 0 0,0 0 1 0 0,0 0-1 0 0,0 0 1 0 0,-1 0-1 0 0,1 0 0 0 0,-2-1 1 0 0,1 2 212 0 0,0-1 0 0 0,0 1-1 0 0,0 0 1 0 0,-1-1 0 0 0,1 1 0 0 0,0 0 0 0 0,0 0 0 0 0,0 1-1 0 0,0-1 1 0 0,0 0 0 0 0,0 1 0 0 0,0-1 0 0 0,-4 2-1 0 0,-2 2-67 0 0,1 0 0 0 0,-1 0-1 0 0,1 0 1 0 0,0 0-1 0 0,1 1 1 0 0,-1 1 0 0 0,1-1-1 0 0,0 1 1 0 0,0 0-1 0 0,1 0 1 0 0,-6 9-1 0 0,-1 0-209 0 0,2 1-1 0 0,0 1 1 0 0,-13 31 0 0 0,18-37-143 0 0,1 1 1 0 0,1-1 0 0 0,0 1 0 0 0,1 0 0 0 0,-1 22 0 0 0,2-31-44 0 0,1 0 1 0 0,0 0-1 0 0,0 0 1 0 0,0 0 0 0 0,0 0-1 0 0,0 0 1 0 0,1 0-1 0 0,-1 0 1 0 0,1 0-1 0 0,0 0 1 0 0,0 0 0 0 0,0-1-1 0 0,0 1 1 0 0,0 0-1 0 0,1 0 1 0 0,-1-1-1 0 0,1 1 1 0 0,0-1-1 0 0,0 1 1 0 0,0-1 0 0 0,0 0-1 0 0,0 0 1 0 0,0 0-1 0 0,1 0 1 0 0,-1 0-1 0 0,1-1 1 0 0,-1 1-1 0 0,5 1 1 0 0,-4-2-81 0 0,0-1 0 0 0,0 0 0 0 0,0 0 0 0 0,0 0 0 0 0,0 0 0 0 0,0 0 0 0 0,-1-1 0 0 0,1 0 0 0 0,0 1 0 0 0,0-1 0 0 0,0 0 0 0 0,0 0 0 0 0,-1-1 0 0 0,1 1 0 0 0,0 0 0 0 0,-1-1 0 0 0,1 0 0 0 0,-1 1 0 0 0,0-1 0 0 0,4-3 0 0 0,2-3-225 0 0,1 0 1 0 0,-1 0-1 0 0,13-19 0 0 0,11-27-81 0 0,-23 38 1039 0 0,0 1 1 0 0,0 0 0 0 0,24-27 0 0 0,-33 41-528 0 0,1 1 0 0 0,-1-1 0 0 0,1 1 1 0 0,-1 0-1 0 0,1-1 0 0 0,-1 1 0 0 0,1 0 1 0 0,-1-1-1 0 0,1 1 0 0 0,-1 0 0 0 0,1-1 1 0 0,-1 1-1 0 0,1 0 0 0 0,0 0 0 0 0,-1 0 1 0 0,1 0-1 0 0,-1 0 0 0 0,1 0 0 0 0,0-1 0 0 0,-1 1 1 0 0,1 1-1 0 0,0-1 0 0 0,-1 0 0 0 0,1 0 1 0 0,-1 0-1 0 0,1 0 0 0 0,0 0 0 0 0,-1 0 1 0 0,1 1-1 0 0,-1-1 0 0 0,1 0 0 0 0,-1 1 1 0 0,1-1-1 0 0,-1 0 0 0 0,1 1 0 0 0,-1-1 1 0 0,1 0-1 0 0,-1 1 0 0 0,1-1 0 0 0,-1 1 1 0 0,1-1-1 0 0,-1 1 0 0 0,0-1 0 0 0,1 1 0 0 0,-1-1 1 0 0,0 2-1 0 0,18 34 1017 0 0,-10-16-839 0 0,-5-15-252 0 0,1 0 1 0 0,0 0-1 0 0,0-1 1 0 0,0 1-1 0 0,0-1 0 0 0,1 0 1 0 0,-1 0-1 0 0,1 0 1 0 0,0-1-1 0 0,0 1 1 0 0,1-1-1 0 0,9 4 0 0 0,23 3-6599 0 0,-22-7-425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14 3225 0 0,'0'-1'266'0'0,"0"1"-133"0"0,1-1 1 0 0,-1 1-1 0 0,0 0 0 0 0,0-1 0 0 0,0 1 1 0 0,0 0-1 0 0,-4-9 3731 0 0,4 9-3731 0 0,0 0 0 0 0,-1-1 1 0 0,1 1-1 0 0,0 0 0 0 0,-1 0 0 0 0,1 0 1 0 0,0 0-1 0 0,-1 0 0 0 0,0 0 0 0 0,-22 7 3647 0 0,-24 22-427 0 0,42-25-2960 0 0,-42 34 1937 0 0,44-35-2192 0 0,0 0 0 0 0,0 0-1 0 0,0 0 1 0 0,1 1 0 0 0,-1-1 0 0 0,1 1 0 0 0,0-1 0 0 0,0 1-1 0 0,0 0 1 0 0,0-1 0 0 0,-1 9 0 0 0,3-11-126 0 0,0 1 0 0 0,0-1 0 0 0,1 1 1 0 0,-1-1-1 0 0,0 1 0 0 0,1-1 0 0 0,-1 1 0 0 0,1-1 1 0 0,0 1-1 0 0,-1-1 0 0 0,1 0 0 0 0,0 1 1 0 0,0-1-1 0 0,0 0 0 0 0,0 0 0 0 0,0 0 0 0 0,0 0 1 0 0,0 0-1 0 0,1 0 0 0 0,-1 0 0 0 0,0 0 0 0 0,0 0 1 0 0,1 0-1 0 0,2 0 0 0 0,42 20-17 0 0,-36-18 44 0 0,53 21 4 0 0,53 23 216 0 0,-112-45-246 0 0,-1-1 0 0 0,0 1 0 0 0,1 0 0 0 0,-1 0 0 0 0,0 0 0 0 0,0 0 0 0 0,-1 0 0 0 0,1 1 0 0 0,0-1 0 0 0,-1 1 0 0 0,1 0 0 0 0,-1 0 0 0 0,0-1 0 0 0,0 2 0 0 0,0-1 0 0 0,-1 0 0 0 0,1 0 0 0 0,-1 1 0 0 0,1-1 0 0 0,-1 0 0 0 0,1 6 0 0 0,-2-6 14 0 0,0 1 1 0 0,0-1-1 0 0,0 1 1 0 0,-1-1 0 0 0,1 0-1 0 0,-1 1 1 0 0,0-1-1 0 0,0 0 1 0 0,0 1-1 0 0,-1-1 1 0 0,1 0-1 0 0,-1 0 1 0 0,1 0-1 0 0,-1 0 1 0 0,0 0-1 0 0,0-1 1 0 0,0 1 0 0 0,-1 0-1 0 0,1-1 1 0 0,-1 0-1 0 0,1 0 1 0 0,-6 4-1 0 0,-2 0-398 0 0,1 0-1 0 0,-1-1 1 0 0,-20 7 0 0 0,7-2-7191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0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34 12443 0 0,'-5'-34'9366'0'0,"6"51"-8442"0"0,67 379 454 0 0,-34-223-1000 0 0,40 170 350 0 0,-25-131-465 0 0,-18-33-67 0 0,-29-150-871 0 0,0 1 0 0 0,-2-1 0 0 0,-1 1 0 0 0,-5 32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0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12 1840 0 0,'-12'-2'-1452'0'0,"-20"-4"2923"0"0,26 5-251 0 0,0 0 0 0 0,0 0 0 0 0,0 1 0 0 0,0 0 1 0 0,0 0-1 0 0,0 1 0 0 0,1-1 0 0 0,-1 1 0 0 0,0 1 0 0 0,0-1 1 0 0,-7 7 2256 0 0,21-3-2165 0 0,11 1-308 0 0,299 94-155 0 0,-8 26 94 0 0,-197-78-836 0 0,-41-17-107 0 0,-1 3 0 0 0,-2 4 0 0 0,-1 2 0 0 0,115 91 0 0 0,-179-127 0 0 0,4 2 0 0 0,0 1 0 0 0,-1 0 0 0 0,1 1 0 0 0,-2-1 0 0 0,8 11 0 0 0,-13-16 0 0 0,1 0 0 0 0,-1 0 0 0 0,0 0 0 0 0,0 1 0 0 0,0-1 0 0 0,0 0 0 0 0,-1 1 0 0 0,1-1 0 0 0,-1 1 0 0 0,1-1 0 0 0,-1 1 0 0 0,0-1 0 0 0,0 1 0 0 0,0-1 0 0 0,0 0 0 0 0,-1 1 0 0 0,1-1 0 0 0,-1 1 0 0 0,1-1 0 0 0,-1 1 0 0 0,0-1 0 0 0,0 0 0 0 0,0 0 0 0 0,0 1 0 0 0,0-1 0 0 0,-3 3 0 0 0,-4 6 22 0 0,-1 0 0 0 0,0-1 0 0 0,0-1 0 0 0,-1 0 0 0 0,-18 14 0 0 0,-63 35 212 0 0,33-23-144 0 0,-138 105 649 0 0,-89 55 54 0 0,273-189-816 0 0,8-4-17 0 0,-1 0 0 0 0,1 0 0 0 0,0 0 0 0 0,0 1 0 0 0,0-1 0 0 0,0 1 0 0 0,1 0 0 0 0,-1 0 0 0 0,1 0 0 0 0,0 1 1 0 0,-4 5-1 0 0,7-9 10 0 0,-1 0 0 0 0,1 0 0 0 0,0 0 1 0 0,0 1-1 0 0,0-1 0 0 0,0 0 1 0 0,0 0-1 0 0,0 0 0 0 0,0 1 1 0 0,0-1-1 0 0,0 0 0 0 0,0 0 1 0 0,1 0-1 0 0,-1 1 0 0 0,0-1 1 0 0,0 0-1 0 0,0 0 0 0 0,0 0 1 0 0,0 1-1 0 0,0-1 0 0 0,0 0 0 0 0,0 0 1 0 0,0 0-1 0 0,1 0 0 0 0,-1 0 1 0 0,0 1-1 0 0,0-1 0 0 0,0 0 1 0 0,0 0-1 0 0,1 0 0 0 0,-1 0 1 0 0,0 0-1 0 0,0 0 0 0 0,0 0 1 0 0,0 1-1 0 0,1-1 0 0 0,-1 0 0 0 0,0 0 1 0 0,0 0-1 0 0,0 0 0 0 0,1 0 1 0 0,-1 0-1 0 0,0 0 0 0 0,0 0 1 0 0,1 0-1 0 0,6 2-474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1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226 196 6913 0 0,'-12'-30'627'0'0,"4"9"-207"0"0,-1 1 1 0 0,-1 0-1 0 0,0 1 0 0 0,-2 0 1 0 0,-19-25-1 0 0,30 42-221 0 0,0 0 0 0 0,-1 1 0 0 0,1-1 0 0 0,-1 0 0 0 0,1 1-1 0 0,-1 0 1 0 0,0-1 0 0 0,1 1 0 0 0,-1 0 0 0 0,0 0 0 0 0,0 0 0 0 0,0 0 0 0 0,0 0-1 0 0,0 0 1 0 0,0 0 0 0 0,0 1 0 0 0,0-1 0 0 0,0 1 0 0 0,-1 0 0 0 0,1-1 0 0 0,-3 1-1 0 0,3 1-12 0 0,0-1 0 0 0,0 1 0 0 0,1 0-1 0 0,-1 0 1 0 0,0 0 0 0 0,0 0 0 0 0,0 0-1 0 0,1 1 1 0 0,-1-1 0 0 0,1 0 0 0 0,-1 1-1 0 0,1-1 1 0 0,-1 1 0 0 0,1 0 0 0 0,0-1-1 0 0,0 1 1 0 0,-2 3 0 0 0,-3 7 282 0 0,2-1 0 0 0,-1 1 0 0 0,1 0 0 0 0,1 1-1 0 0,-4 21 1 0 0,-2 55 499 0 0,4 133-1 0 0,3-25-610 0 0,-3-112-272 0 0,-5 156 450 0 0,10-184-400 0 0,3-1-1 0 0,14 73 1 0 0,-4-54-42 0 0,6 105 0 0 0,-18-133-277 0 0,-2 0-1 0 0,-2-1 1 0 0,-13 70-1 0 0,13-104-251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102 135 3513 0 0,'-5'-3'289'0'0,"0"0"1"0"0,0 0-1 0 0,0 0 1 0 0,-1 1-1 0 0,0-1 0 0 0,1 1 1 0 0,-1 1-1 0 0,-9-3 1 0 0,-28 1 9211 0 0,125-1-3982 0 0,44-12-3557 0 0,66-5-1898 0 0,85 15 145 0 0,70-2-109 0 0,772-40 53 0 0,-1041 44-958 0 0,-60 4 141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2540 19 3225 0 0,'0'0'13'0'0,"0"0"1"0"0,0 0-1 0 0,1 0 0 0 0,-1 0 1 0 0,0 0-1 0 0,0 0 1 0 0,0 0-1 0 0,1 0 1 0 0,-1 0-1 0 0,0 0 0 0 0,0 0 1 0 0,0-1-1 0 0,1 1 1 0 0,-1 0-1 0 0,0 0 1 0 0,0 0-1 0 0,0 0 0 0 0,0-1 1 0 0,0 1-1 0 0,1 0 1 0 0,-1 0-1 0 0,0 0 1 0 0,0-1-1 0 0,0 1 0 0 0,0 0 1 0 0,0 0-1 0 0,0 0 1 0 0,0-1-1 0 0,0 1 1 0 0,0 0-1 0 0,0 0 0 0 0,0-1 1 0 0,0 1-1 0 0,0 0 1 0 0,0 0-1 0 0,0 0 1 0 0,0-1-1 0 0,0 1 0 0 0,0 0 1 0 0,0 0-1 0 0,0 0 1 0 0,0-1-1 0 0,0 1 1 0 0,0 0-1 0 0,-1 0 0 0 0,1 0 1 0 0,0-1-1 0 0,0 1 1 0 0,0 0-1 0 0,0 0 1 0 0,0 0-1 0 0,-1 0 0 0 0,1-1 1 0 0,0 1-1 0 0,0 0 1 0 0,-20-6 1139 0 0,-24 2 1341 0 0,-253 22 7913 0 0,113-7-6737 0 0,-8-7-2737 0 0,-66 5-343 0 0,39 9-299 0 0,-151 18-209 0 0,-189 18-458 0 0,306-51 345 0 0,146-4-11 0 0,96 1-468 0 0,-16 0 576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2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8090 0 0,'-1'-6'10502'0'0,"13"21"-5215"0"0,-7-5-7003 0 0,11 47 2053 0 0,-2 1 0 0 0,-4 1 0 0 0,8 113 0 0 0,-9-60-435 0 0,78 550 98 0 0,-16-110 47 0 0,-59-367 258 0 0,-12 187-1 0 0,-13-223-213 0 0,10-123-843 0 0,-2 0-1 0 0,-1 0 0 0 0,-16 41 1 0 0,16-53-1169 0 0,-1-3-424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3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30 11346 0 0,'-30'15'604'0'0,"1"2"-1"0"0,-30 22 0 0 0,9-5 524 0 0,-11 7 1563 0 0,116-53 652 0 0,279-61-1115 0 0,7 26-1829 0 0,-222 33-132 0 0,35-4 108 0 0,1 7 0 0 0,297 17 0 0 0,-325 1-309 0 0,51 6 19 0 0,-176-13-113 0 0,1 0 0 0 0,-1 0-1 0 0,0 1 1 0 0,0-1 0 0 0,0 1 0 0 0,0 0-1 0 0,0 0 1 0 0,0 0 0 0 0,0 0 0 0 0,0 0-1 0 0,3 2 1 0 0,-5-3 10 0 0,0 0-1 0 0,0 0 0 0 0,0 0 1 0 0,0 0-1 0 0,0 1 0 0 0,0-1 1 0 0,0 0-1 0 0,1 0 0 0 0,-1 0 1 0 0,0 0-1 0 0,0 0 1 0 0,0 0-1 0 0,0 1 0 0 0,0-1 1 0 0,0 0-1 0 0,0 0 0 0 0,0 0 1 0 0,0 0-1 0 0,0 0 1 0 0,0 1-1 0 0,0-1 0 0 0,0 0 1 0 0,0 0-1 0 0,0 0 0 0 0,0 0 1 0 0,-1 0-1 0 0,1 1 0 0 0,0-1 1 0 0,0 0-1 0 0,0 0 1 0 0,0 0-1 0 0,0 0 0 0 0,0 0 1 0 0,0 0-1 0 0,0 1 0 0 0,0-1 1 0 0,0 0-1 0 0,-1 0 0 0 0,1 0 1 0 0,0 0-1 0 0,0 0 1 0 0,0 0-1 0 0,0 0 0 0 0,0 0 1 0 0,0 0-1 0 0,-1 0 0 0 0,-16 4-1830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5 131 5065 0 0,'0'0'27'0'0,"0"0"0"0"0,0 0 0 0 0,0 0 0 0 0,-1 0 0 0 0,1 0 0 0 0,0 0 0 0 0,0 0 0 0 0,0 0 0 0 0,0 0 0 0 0,0 0 0 0 0,-1 0 0 0 0,1 0 0 0 0,0 0 0 0 0,0 0 0 0 0,0 0 0 0 0,0 0 0 0 0,0 0 0 0 0,-1 0 0 0 0,1 0 0 0 0,0 0 0 0 0,0 0 0 0 0,0 0 0 0 0,0 0 0 0 0,0 0 0 0 0,0 0 0 0 0,0 0 0 0 0,-1-1 0 0 0,1 1 0 0 0,0 0 0 0 0,0 0 0 0 0,0 0 0 0 0,0 0-1 0 0,0 0 1 0 0,0 0 0 0 0,0 0 0 0 0,0-1 0 0 0,0 1 0 0 0,0 0 0 0 0,0 0 0 0 0,0 0 0 0 0,-1 0 0 0 0,1 0 0 0 0,0-1 0 0 0,0 1 0 0 0,0 0 0 0 0,0 0 0 0 0,0 0 0 0 0,0 0 0 0 0,0 0 0 0 0,0 0 0 0 0,1-1 0 0 0,-1 1 0 0 0,0 0 0 0 0,0 0 0 0 0,0 0 0 0 0,0 0 0 0 0,0 0 0 0 0,0-1 0 0 0,0 1 0 0 0,0 0 0 0 0,0 0 0 0 0,0 0 0 0 0,0 0 0 0 0,0 0 0 0 0,1 0 0 0 0,-1 0 0 0 0,0 0 0 0 0,0-1 0 0 0,14-11 1877 0 0,21-13 1456 0 0,-35 25-3339 0 0,24-16 2538 0 0,2 2 0 0 0,46-20-1 0 0,-55 28-2981 0 0,-1 1-1 0 0,1 0 1 0 0,21-2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3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10138 0 0,'-9'4'7390'0'0,"9"-3"-7218"0"0,0 19 1983 0 0,12 28-2475 0 0,-10-41 1269 0 0,39 130 1186 0 0,25 97-1530 0 0,55 239-549 0 0,-15-66-48 0 0,-45-55 976 0 0,-54-305-699 0 0,-1 33 188 0 0,-4-56-366 0 0,0 1 0 0 0,1 0-1 0 0,9 32 1 0 0,-4-43-928 0 0,-8-13 690 0 0,1-1-1 0 0,-1 0 1 0 0,1 0-1 0 0,-1 0 1 0 0,0 0-1 0 0,1 1 1 0 0,-1-1-1 0 0,0 0 0 0 0,1 0 1 0 0,-1 0-1 0 0,1 0 1 0 0,-1 0-1 0 0,0 0 1 0 0,1 0-1 0 0,-1 0 1 0 0,0 0-1 0 0,1 0 0 0 0,-1 0 1 0 0,1-1-1 0 0,-1 1 1 0 0,0 0-1 0 0,1 0 1 0 0,-1 0-1 0 0,0 0 1 0 0,1 0-1 0 0,-1-1 0 0 0,0 1 1 0 0,1 0-1 0 0,1-3-1183 0 0,-2 2 1183 0 0,1 0 1 0 0,1-4-1468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4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49 531 2385 0 0,'-3'1'576'0'0,"0"0"1"0"0,0 0-1 0 0,0-1 1 0 0,0 1-1 0 0,0-1 1 0 0,0 1-1 0 0,0-1 1 0 0,-1 0-1 0 0,1 0 1 0 0,0 0-1 0 0,-11-7 3524 0 0,14 7-3947 0 0,0 0 0 0 0,0-1 0 0 0,0 1 0 0 0,0 0 0 0 0,0-1 1 0 0,0 1-1 0 0,0-1 0 0 0,0 0 0 0 0,0 0 28 0 0,1 0 0 0 0,-1-1 0 0 0,1 1-1 0 0,0-1 1 0 0,-1 1 0 0 0,1 0 0 0 0,0 0 0 0 0,0-1-1 0 0,0 1 1 0 0,0 0 0 0 0,0 0 0 0 0,0 0 0 0 0,2-1 0 0 0,11-10 730 0 0,0 2 0 0 0,1 0 1 0 0,1 0-1 0 0,-1 1 1 0 0,33-12-1 0 0,90-25-328 0 0,-120 41-422 0 0,303-70 181 0 0,-239 59-180 0 0,303-48-64 0 0,-194 36-115 0 0,500-44 40 0 0,3 46-58 0 0,-505 20 47 0 0,510-20 420 0 0,4-17 856 0 0,-372 20-1269 0 0,-29 22-141 0 0,-141 3 521 0 0,-159-2-688 0 0,1 0-1 0 0,-1 0 0 0 0,1 0 0 0 0,-1-1 0 0 0,1 1 0 0 0,-1-1 0 0 0,1 1 0 0 0,-1-1 0 0 0,3-2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3:55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6913 0 0,'4'88'10629'0'0,"4"-2"-7752"0"0,4 72-1723 0 0,-14 340 205 0 0,2 78-1310 0 0,35-87-50 0 0,0 36 14 0 0,30 573 578 0 0,-51-570-437 0 0,-12-180 145 0 0,22-87 853 0 0,-20-234-2255 0 0,3 24-5894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8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5985 0 0,'9'6'5540'0'0,"19"8"-1839"0"0,-4-10-2409 0 0,1-1 1 0 0,0 0-1 0 0,0-2 0 0 0,0-1 1 0 0,40-5-1 0 0,-37 1-1694 0 0,37-10-1 0 0,-37 5-2185 0 0,33-14-1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8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1376 0 0,'-14'31'17207'0'0,"16"-29"-16527"0"0,3 17 568 0 0,1 16-181 0 0,-3 0 1 0 0,0 0-1 0 0,-6 70 0 0 0,3 41-1474 0 0,3-119-1337 0 0,3-2-6370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09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78 5065 0 0,'-6'10'5959'0'0,"11"-11"-4963"0"0,155-42 6880 0 0,-52 7-8034 0 0,-89 29-6897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13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763 2673 5985 0 0,'-32'14'2642'0'0,"29"-12"-1791"0"0,1 0 0 0 0,-1-1 0 0 0,1 0 0 0 0,-1 1 0 0 0,0-1 0 0 0,0 0 0 0 0,0 0 0 0 0,1-1 0 0 0,-1 1 1 0 0,-4 0-1 0 0,5-1-711 0 0,1-1 1 0 0,-1 1-1 0 0,1-1 1 0 0,0 0-1 0 0,-1 1 1 0 0,1-1-1 0 0,0 0 1 0 0,0 0-1 0 0,-1 0 1 0 0,1 0-1 0 0,0 0 1 0 0,0 0-1 0 0,0 0 1 0 0,0 0-1 0 0,0 0 1 0 0,1-1 0 0 0,-1 1-1 0 0,0 0 1 0 0,0 0-1 0 0,1-1 1 0 0,-1 1-1 0 0,1-1 1 0 0,-1 1-1 0 0,1-1 1 0 0,0 1-1 0 0,0 0 1 0 0,-1-3-1 0 0,-27-135 433 0 0,21 95-521 0 0,-3-1 1 0 0,-17-52-1 0 0,-29-37 270 0 0,-84-143 1 0 0,129 256-315 0 0,-30-55 44 0 0,-81-161 27 0 0,79 145-78 0 0,-61-142-3 0 0,88 193 5 0 0,3-2 0 0 0,1 0 0 0 0,-10-78 0 0 0,14 66 3 0 0,5 35-9 0 0,-1 1 0 0 0,2-1 0 0 0,1 1-1 0 0,0-1 1 0 0,2 1 0 0 0,0-1 0 0 0,6-31 0 0 0,-4 45-2 0 0,0 0 0 0 0,0 0 0 0 0,0 0 0 0 0,1 0-1 0 0,0 1 1 0 0,0-1 0 0 0,1 1 0 0 0,-1 0 0 0 0,1 0 0 0 0,0 0 0 0 0,9-6 0 0 0,6-3-34 0 0,40-22 0 0 0,-19 17-49 0 0,0 2 0 0 0,84-23 0 0 0,13-4-154 0 0,368-117 220 0 0,-385 127-27 0 0,711-169 22 0 0,-446 140-7 0 0,-130 34 70 0 0,-129 16-44 0 0,-58 8-2 0 0,-48 5-27 0 0,1-2 0 0 0,-1 0 0 0 0,0-1 0 0 0,25-8 0 0 0,-37 8 8 0 0,0 0 0 0 0,1 1-1 0 0,-1 0 1 0 0,0 1 0 0 0,1 0 0 0 0,0 0 0 0 0,10 1 0 0 0,-17 0 28 0 0,0 1 1 0 0,0-1-1 0 0,0 1 1 0 0,0 0-1 0 0,0 0 1 0 0,0 0 0 0 0,0 0-1 0 0,0 1 1 0 0,0-1-1 0 0,-1 1 1 0 0,1-1-1 0 0,0 1 1 0 0,-1 0-1 0 0,0 0 1 0 0,1 0-1 0 0,-1 0 1 0 0,0 1-1 0 0,0-1 1 0 0,0 1-1 0 0,0-1 1 0 0,-1 1-1 0 0,1 0 1 0 0,-1-1-1 0 0,1 1 1 0 0,0 3-1 0 0,33 96 249 0 0,-5 1 0 0 0,34 209-1 0 0,-11 219 480 0 0,-48-474-727 0 0,54 630 0 0 0,-14-370 0 0 0,-28-211 0 0 0,-14-70 31 0 0,2 17 68 0 0,-5-49-92 0 0,1-1 0 0 0,0 1 0 0 0,0-1 1 0 0,0 1-1 0 0,0-1 0 0 0,1 0 0 0 0,0 0 0 0 0,-1 0 1 0 0,1 0-1 0 0,0 0 0 0 0,3 4 0 0 0,-4-18-471 0 0,-5-17-5075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14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40 114 1840 0 0,'-2'-1'391'0'0,"0"1"-1"0"0,0-1 1 0 0,0 1-1 0 0,0-1 0 0 0,1 1 1 0 0,-1-1-1 0 0,0 0 0 0 0,0 0 1 0 0,0 0-1 0 0,1 0 1 0 0,-1 0-1 0 0,1 0 0 0 0,-1-1 1 0 0,1 1-1 0 0,-1-1 1 0 0,1 1-1 0 0,0-1 0 0 0,0 1 1 0 0,-1-1-1 0 0,1 1 1 0 0,0-1-1 0 0,0 0 0 0 0,1 0 1 0 0,-1 0-1 0 0,0 1 0 0 0,1-1 1 0 0,-1 0-1 0 0,1 0 1 0 0,-1 0-1 0 0,1 0 0 0 0,0-4 1 0 0,0 0 437 0 0,0 0 1 0 0,1 0-1 0 0,0 0 1 0 0,0-1-1 0 0,0 2 1 0 0,1-1 0 0 0,0 0-1 0 0,0 0 1 0 0,3-6-1 0 0,15 57 1061 0 0,-15-30-1863 0 0,1 0 1 0 0,1-1 0 0 0,0 0 0 0 0,1-1 0 0 0,1 1 0 0 0,0-1 0 0 0,19 20 0 0 0,-4-4-8 0 0,9 17-44 0 0,-21-28-4 0 0,0-1-1 0 0,19 18 0 0 0,-26-30 26 0 0,1 1 1 0 0,0-2-1 0 0,0 1 0 0 0,1 0 1 0 0,0-1-1 0 0,0 0 1 0 0,0-1-1 0 0,0 0 0 0 0,12 4 1 0 0,-14-5 5 0 0,0-1 0 0 0,1 0 0 0 0,-1 0 1 0 0,1 0-1 0 0,-1-1 0 0 0,0 0 0 0 0,1 0 0 0 0,-1 0 1 0 0,1-1-1 0 0,-1 0 0 0 0,0 0 0 0 0,1 0 1 0 0,-1 0-1 0 0,0-1 0 0 0,0 0 0 0 0,0 0 1 0 0,0-1-1 0 0,0 1 0 0 0,0-1 0 0 0,-1 0 1 0 0,1 0-1 0 0,-1-1 0 0 0,0 1 0 0 0,0-1 1 0 0,0 0-1 0 0,-1 0 0 0 0,6-7 0 0 0,21-30 38 0 0,-14 23-39 0 0,-2-1 0 0 0,0-1 0 0 0,-2 0 0 0 0,0 0 0 0 0,-1-1 0 0 0,-1 0 0 0 0,10-31 0 0 0,-13 30 127 0 0,1-2-707 0 0,-6 9-6065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15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10594 0 0,'7'5'3159'0'0,"-7"-5"-3015"0"0,0 0-1 0 0,0 1 1 0 0,0-1-1 0 0,0 0 1 0 0,0 1 0 0 0,0-1-1 0 0,0 0 1 0 0,0 1-1 0 0,0-1 1 0 0,0 0-1 0 0,0 1 1 0 0,0-1 0 0 0,0 1-1 0 0,0-1 1 0 0,0 0-1 0 0,0 1 1 0 0,0-1 0 0 0,-1 1-1 0 0,3 17 1969 0 0,-3-1-1468 0 0,1 0-1 0 0,1 0 0 0 0,1 0 1 0 0,1 0-1 0 0,7 27 0 0 0,34 83-241 0 0,-14-45-68 0 0,13 60-24 0 0,34 209 0 0 0,-76-351-358 0 0,-1 1-1 0 0,0-1 1 0 0,0 1 0 0 0,0 0-1 0 0,0-1 1 0 0,1 1-1 0 0,-1-1 1 0 0,0 1 0 0 0,0 0-1 0 0,0-1 1 0 0,0 1-1 0 0,0-1 1 0 0,0 1 0 0 0,-1 0-1 0 0,1-1 1 0 0,0 1-1 0 0,0-1 1 0 0,0 1 0 0 0,-1 0-1 0 0,1-1 1 0 0,0 1-1 0 0,0-1 1 0 0,-1 1 0 0 0,1-1-1 0 0,-1 1 1 0 0,1-1-1 0 0,0 1 1 0 0,-1-1 0 0 0,1 1-1 0 0,-2 0 1 0 0,0-2-736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15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86 188 456 0 0,'-47'-23'5810'0'0,"43"21"-5125"0"0,1 0 0 0 0,-1 0 1 0 0,1-1-1 0 0,0 1 0 0 0,-1-1 0 0 0,1 0 0 0 0,1 0 0 0 0,-1 0 1 0 0,0-1-1 0 0,-3-4 0 0 0,6 6-360 0 0,0 0-1 0 0,0-1 1 0 0,0 1 0 0 0,0 0-1 0 0,0-1 1 0 0,0 1 0 0 0,1 0-1 0 0,-1-1 1 0 0,1 1 0 0 0,-1 0-1 0 0,1 0 1 0 0,0 0 0 0 0,0 0-1 0 0,0 0 1 0 0,0 0 0 0 0,0 0-1 0 0,1 0 1 0 0,-1 0 0 0 0,1 0-1 0 0,-1 0 1 0 0,3-1 0 0 0,3-5 9 0 0,0 1 0 0 0,0 0 0 0 0,13-9 0 0 0,-11 10-223 0 0,-1 0 0 0 0,1 1 0 0 0,0 1 0 0 0,0-1 0 0 0,0 1 0 0 0,1 1 0 0 0,-1-1 0 0 0,19-2 0 0 0,-24 5-224 0 0,0 1 1 0 0,1 0 0 0 0,-1 0-1 0 0,0 0 1 0 0,1 1-1 0 0,-1 0 1 0 0,0-1 0 0 0,0 1-1 0 0,8 3 1 0 0,-8-2-335 0 0,0 0 1 0 0,0 1-1 0 0,0-1 0 0 0,0 1 1 0 0,-1 0-1 0 0,1 0 0 0 0,-1 0 1 0 0,1 0-1 0 0,-1 0 0 0 0,4 7 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15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10 108 7834 0 0,'-10'10'889'0'0,"18"-6"2542"0"0,18-6 612 0 0,54-22 1396 0 0,-2-1-3385 0 0,99-30-3148 0 0,-154 48 551 0 0,-1-1-1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5:24.57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111 2336 6913 0 0,'-35'-15'1277'0'0,"27"11"-598"0"0,-1 1 0 0 0,1-1 1 0 0,0 1-1 0 0,-1 1 1 0 0,1 0-1 0 0,-17-2 0 0 0,73 19 388 0 0,112-3-1304 0 0,2 0 230 0 0,-38 8-25 0 0,202 22 964 0 0,-181-36 756 0 0,254-23 0 0 0,-381 15-1567 0 0,36-5 298 0 0,0 2 0 0 0,0 2 0 0 0,0 3 0 0 0,59 7 0 0 0,-105-6-404 0 0,0 1 0 0 0,0 1 0 0 0,0-1 0 0 0,-1 1 0 0 0,1 1-1 0 0,0 0 1 0 0,8 5 0 0 0,-14-7-3 0 0,1-1-1 0 0,0 1 1 0 0,0 0 0 0 0,0 1-1 0 0,-1-1 1 0 0,1 0-1 0 0,-1 1 1 0 0,0-1 0 0 0,0 1-1 0 0,0 0 1 0 0,0 0 0 0 0,0-1-1 0 0,-1 1 1 0 0,1 1-1 0 0,-1-1 1 0 0,0 0 0 0 0,0 0-1 0 0,0 0 1 0 0,0 1-1 0 0,0 4 1 0 0,-1-7-7 0 0,0 1 1 0 0,-1-1-1 0 0,1 1 0 0 0,-1 0 0 0 0,0-1 1 0 0,1 0-1 0 0,-1 1 0 0 0,0-1 1 0 0,0 1-1 0 0,0-1 0 0 0,0 0 0 0 0,0 0 1 0 0,0 1-1 0 0,0-1 0 0 0,-1 0 1 0 0,1 0-1 0 0,0 0 0 0 0,-1 0 0 0 0,1-1 1 0 0,0 1-1 0 0,-1 0 0 0 0,1 0 1 0 0,-1-1-1 0 0,0 1 0 0 0,1-1 0 0 0,-1 0 1 0 0,-1 1-1 0 0,-46 7 15 0 0,33-7-1 0 0,1-2 0 0 0,-1 1 0 0 0,1-2 0 0 0,-1 0 0 0 0,1-1 0 0 0,-23-8 0 0 0,-90-39 77 0 0,90 33-14 0 0,-74-23 1 0 0,30 24-166 0 0,-104-8 1 0 0,-35-6 10 0 0,-263-77 72 0 0,442 98 0 0 0,1 0 0 0 0,0-3 0 0 0,-48-21 0 0 0,59 25-27 0 0,24 7 2 0 0,23-1 13 0 0,178 4-47 0 0,-71 1 44 0 0,144-10 29 0 0,-117 0 14 0 0,239 21 0 0 0,-195 14-24 0 0,-156-26 60 0 0,-46-2-59 0 0,0-1-1 0 0,-1 0 1 0 0,1 0-1 0 0,0-1 1 0 0,-12-3-1 0 0,-6-2 98 0 0,-76-13 224 0 0,-177-14 1 0 0,222 32-328 0 0,-1-2 1 0 0,1-2-1 0 0,-1-3 0 0 0,2-3 1 0 0,-63-20-1 0 0,-67-44-198 0 0,30 10-33 0 0,134 60 230 0 0,0 0-1 0 0,0 1 1 0 0,-26-2-1 0 0,27 4 3 0 0,19 3-2 0 0,0 0 1 0 0,0 0-1 0 0,1 0 1 0 0,-1 0-1 0 0,0 0 1 0 0,0 0-1 0 0,1 0 1 0 0,-1-1-1 0 0,0 1 1 0 0,1 0-1 0 0,-1 0 1 0 0,0-1-1 0 0,0 1 1 0 0,1 0 0 0 0,-1-1-1 0 0,1 1 1 0 0,-1 0-1 0 0,0-1 1 0 0,1 1-1 0 0,-1-1 1 0 0,1 1-1 0 0,-1-1 1 0 0,1 1-1 0 0,-1-1 1 0 0,1 0-1 0 0,-1 1 1 0 0,1-1-1 0 0,0 0 1 0 0,-1 1-1 0 0,1-1 1 0 0,-1-1 0 0 0,2 1 0 0 0,-1-1 0 0 0,1 1 0 0 0,-1 0 0 0 0,1-1 0 0 0,0 1 0 0 0,-1 0 0 0 0,1 0 0 0 0,0-1 0 0 0,0 1 0 0 0,0 0 0 0 0,0 0 0 0 0,0 0 0 0 0,0 0 0 0 0,2-1 0 0 0,44-30-17 0 0,-16 17-6 0 0,0 2 0 0 0,2 1 1 0 0,-1 1-1 0 0,1 2 1 0 0,0 1-1 0 0,1 2 1 0 0,0 1-1 0 0,0 2 1 0 0,48 1-1 0 0,30 7 19 0 0,169 30 0 0 0,-119-12 2 0 0,-91-16 3 0 0,-36-5 36 0 0,61 13-1 0 0,-85-11 95 0 0,-20-3-124 0 0,-19-5 28 0 0,-225-100-34 0 0,-240-67-56 0 0,466 162 48 0 0,1-2 0 0 0,0-1 0 0 0,-35-23 0 0 0,52 29 5 0 0,0 0 0 0 0,0-2 1 0 0,1 1-1 0 0,0-1 0 0 0,0 0 1 0 0,1 0-1 0 0,0-1 0 0 0,0 0 1 0 0,1-1-1 0 0,0 1 0 0 0,-7-18 1 0 0,10 19 2 0 0,0 1 0 0 0,0-1 0 0 0,1 0 0 0 0,0 1 0 0 0,-1-15-1 0 0,3 21 1 0 0,0 0 0 0 0,0 0 0 0 0,0-1 0 0 0,0 1 0 0 0,0 0 0 0 0,0 0 0 0 0,1-1 0 0 0,-1 1 0 0 0,0 0 0 0 0,1 0 0 0 0,-1 0 0 0 0,1 0 0 0 0,-1 0 0 0 0,1 0 0 0 0,0-1 0 0 0,-1 1 0 0 0,1 1 0 0 0,1-3 1 0 0,0 2-1 0 0,-1 1 0 0 0,0-1 0 0 0,1 0 0 0 0,-1 1 0 0 0,1-1 0 0 0,-1 1 0 0 0,1 0 0 0 0,-1-1 0 0 0,1 1 0 0 0,-1 0 0 0 0,1 0 0 0 0,-1 0 0 0 0,1 0 0 0 0,-1 0 0 0 0,1 0 0 0 0,-1 1 0 0 0,1-1 0 0 0,-1 0 0 0 0,3 2 0 0 0,19 6-10 0 0,0 1 0 0 0,-1 1 0 0 0,0 1 0 0 0,32 22 0 0 0,7 2-5 0 0,135 62 31 0 0,-156-80 0 0 0,2-2 1 0 0,84 18-1 0 0,257 10-76 0 0,-264-34 117 0 0,-106-5-36 0 0,-24 1 3 0 0,-26 2 6 0 0,13-8-30 0 0,0-1 0 0 0,1-2 0 0 0,-1 0 0 0 0,1-1 0 0 0,0-2 0 0 0,-32-13 0 0 0,-131-68 0 0 0,154 72 0 0 0,-142-82-626 0 0,90 48-113 0 0,-128-54-1 0 0,199 99 682 0 0,1 0 1 0 0,0 0-1 0 0,0-2 1 0 0,0 1-1 0 0,1-2 1 0 0,-12-8-1 0 0,21 14 58 0 0,-1-1 0 0 0,1 1-1 0 0,-1-1 1 0 0,1 0 0 0 0,0 0 0 0 0,0 0-1 0 0,0 0 1 0 0,1 0 0 0 0,-1 0-1 0 0,1 0 1 0 0,-1-1 0 0 0,1 1 0 0 0,0 0-1 0 0,0-1 1 0 0,1 1 0 0 0,-1-1 0 0 0,1 1-1 0 0,0-1 1 0 0,0 1 0 0 0,0-1-1 0 0,0 1 1 0 0,0-1 0 0 0,1 1 0 0 0,-1-1-1 0 0,1 1 1 0 0,0-1 0 0 0,0 1 0 0 0,3-5-1 0 0,-1 2-2 0 0,0 0 0 0 0,1 1 0 0 0,0-1-1 0 0,0 1 1 0 0,0 0 0 0 0,1 0 0 0 0,-1 0-1 0 0,1 0 1 0 0,0 1 0 0 0,1 0-1 0 0,-1 0 1 0 0,1 0 0 0 0,0 1 0 0 0,0 0-1 0 0,0 0 1 0 0,0 0 0 0 0,0 1 0 0 0,9-3-1 0 0,14-2-20 0 0,0 0-1 0 0,52-4 1 0 0,-71 10-14 0 0,28-2 41 0 0,0 2 0 0 0,0 1 0 0 0,0 3 0 0 0,48 7 0 0 0,142 43 94 0 0,-55-11-161 0 0,-128-36 140 0 0,0-2-1 0 0,0-1 1 0 0,0-3 0 0 0,82-9 0 0 0,-103 10 166 0 0,-39-4 329 0 0,-23-4-304 0 0,1-1 0 0 0,0-2-1 0 0,1-2 1 0 0,0-1 0 0 0,-64-35 0 0 0,-27-37-331 0 0,113 74 38 0 0,1 0 0 0 0,0-1 0 0 0,1-1 0 0 0,0 0 0 0 0,1-1 0 0 0,-15-24 0 0 0,22 29 20 0 0,0 0 1 0 0,1 0-1 0 0,0-1 0 0 0,1 1 1 0 0,0-1-1 0 0,0 1 0 0 0,1-1 1 0 0,1 0-1 0 0,0 1 0 0 0,0-1 1 0 0,0 0-1 0 0,1 0 0 0 0,5-18 1 0 0,3-10-15 0 0,2 1 0 0 0,17-37 0 0 0,5-8 20 0 0,48-82 0 0 0,-81 162-1 0 0,1 1 0 0 0,0 0 0 0 0,0-1 0 0 0,-1 1 0 0 0,1 0 0 0 0,0 0 0 0 0,0-1 0 0 0,1 1 0 0 0,-1 0 0 0 0,0 0 0 0 0,0 0-1 0 0,0 0 1 0 0,1 0 0 0 0,-1 0 0 0 0,2 0 0 0 0,-2 1-1 0 0,-1 0 1 0 0,1 0-1 0 0,0-1 0 0 0,-1 1 0 0 0,1 0 0 0 0,0 1 0 0 0,0-1 1 0 0,-1 0-1 0 0,1 0 0 0 0,0 0 0 0 0,-1 0 0 0 0,1 0 1 0 0,0 1-1 0 0,-1-1 0 0 0,1 0 0 0 0,-1 1 0 0 0,1-1 1 0 0,0 0-1 0 0,-1 1 0 0 0,1-1 0 0 0,-1 1 0 0 0,1-1 1 0 0,0 2-1 0 0,3 3-14 0 0,-1 0 0 0 0,1 0-1 0 0,-1 1 1 0 0,-1 0 0 0 0,1-1 0 0 0,2 7 0 0 0,29 91-410 0 0,28 137 1 0 0,22 71 329 0 0,-70-272 135 0 0,21 42-1 0 0,-29-71-36 0 0,-1 1-1 0 0,2-1 1 0 0,-1 0-1 0 0,1-1 1 0 0,1 0-1 0 0,0 0 1 0 0,0 0-1 0 0,17 13 1 0 0,-24-21 2 0 0,0 0 1 0 0,0-1-1 0 0,-1 1 0 0 0,1-1 1 0 0,0 1-1 0 0,0-1 1 0 0,0 1-1 0 0,0-1 0 0 0,0 1 1 0 0,0-1-1 0 0,0 0 1 0 0,0 1-1 0 0,0-1 0 0 0,0 0 1 0 0,0 0-1 0 0,1 0 1 0 0,-1 0-1 0 0,0 0 0 0 0,0 0 1 0 0,0 0-1 0 0,0 0 1 0 0,0-1-1 0 0,0 1 0 0 0,0 0 1 0 0,0-1-1 0 0,0 1 1 0 0,0 0-1 0 0,0-1 0 0 0,0 0 1 0 0,0 1-1 0 0,0-1 1 0 0,0 1-1 0 0,-1-1 0 0 0,1 0 1 0 0,0 0-1 0 0,0 1 1 0 0,-1-1-1 0 0,1 0 0 0 0,0 0 1 0 0,-1 0-1 0 0,1 0 0 0 0,-1 0 1 0 0,1 0-1 0 0,-1 0 1 0 0,1 0-1 0 0,-1 0 0 0 0,1-2 1 0 0,2-7 7 0 0,0 0 0 0 0,-1 0 0 0 0,3-21 0 0 0,-4 19 1 0 0,22-262 850 0 0,-20 188-852 0 0,28-166 0 0 0,-25 225-11 0 0,18-45 0 0 0,-20 62 0 0 0,0-1 0 0 0,1 1 0 0 0,1 0 0 0 0,0 1 0 0 0,0-1 0 0 0,15-16 0 0 0,-20 26 5 0 0,-1-1-1 0 0,1 1 0 0 0,-1-1 0 0 0,0 1 1 0 0,1-1-1 0 0,-1 1 0 0 0,1 0 0 0 0,-1-1 0 0 0,1 1 1 0 0,-1 0-1 0 0,1-1 0 0 0,-1 1 0 0 0,1 0 0 0 0,-1 0 1 0 0,1 0-1 0 0,0-1 0 0 0,-1 1 0 0 0,1 0 0 0 0,-1 0 1 0 0,1 0-1 0 0,0 0 0 0 0,-1 0 0 0 0,1 0 1 0 0,-1 0-1 0 0,1 0 0 0 0,0 0 0 0 0,-1 0 0 0 0,1 1 1 0 0,-1-1-1 0 0,1 0 0 0 0,0 1 0 0 0,0 0 1 0 0,1 0 0 0 0,-1 0-1 0 0,0 0 1 0 0,0 0 0 0 0,0 1-1 0 0,0-1 1 0 0,0 0 0 0 0,0 1-1 0 0,0-1 1 0 0,-1 1 0 0 0,2 2-1 0 0,12 48 65 0 0,-13-46-38 0 0,28 159-109 0 0,31 126-20 0 0,-50-257 86 0 0,23 71-25 0 0,-27-91 34 0 0,0 0-1 0 0,1 0 1 0 0,0-1-1 0 0,18 25 1 0 0,-25-37 4 0 0,0-1 0 0 0,1 1 1 0 0,-1-1-1 0 0,0 1 1 0 0,1-1-1 0 0,-1 0 1 0 0,1 1-1 0 0,-1-1 1 0 0,0 1-1 0 0,1-1 1 0 0,-1 0-1 0 0,1 1 1 0 0,-1-1-1 0 0,1 0 1 0 0,0 1-1 0 0,-1-1 1 0 0,1 0-1 0 0,-1 0 1 0 0,1 0-1 0 0,-1 1 1 0 0,1-1-1 0 0,0 0 1 0 0,-1 0-1 0 0,1 0 1 0 0,-1 0-1 0 0,1 0 0 0 0,0 0 1 0 0,-1 0-1 0 0,1 0 1 0 0,-1 0-1 0 0,2-1 1 0 0,-1 0 7 0 0,0 0-1 0 0,0 0 1 0 0,1 0 0 0 0,-1 0 0 0 0,0 0 0 0 0,0 0-1 0 0,0 0 1 0 0,-1-1 0 0 0,1 1 0 0 0,0 0-1 0 0,0-1 1 0 0,0-1 0 0 0,15-53 251 0 0,-14 47-217 0 0,57-262 329 0 0,23-86-575 0 0,-65 294 139 0 0,-10 35 62 0 0,1 0 1 0 0,1 0-1 0 0,1 1 1 0 0,1 0-1 0 0,18-30 1 0 0,-28 55 5 0 0,0 1 1 0 0,-1 0 0 0 0,1 0 0 0 0,0-1 0 0 0,0 1 0 0 0,0 0 0 0 0,0 0 0 0 0,0 0 0 0 0,0 0-1 0 0,0 0 1 0 0,0 0 0 0 0,0 1 0 0 0,0-1 0 0 0,0 0 0 0 0,1 0 0 0 0,-1 1 0 0 0,0-1-1 0 0,2 0 1 0 0,-2 1 2 0 0,0 1-1 0 0,-1-1 0 0 0,1 0 0 0 0,-1 0 1 0 0,1 1-1 0 0,0-1 0 0 0,-1 0 1 0 0,1 1-1 0 0,-1-1 0 0 0,1 1 1 0 0,-1-1-1 0 0,1 1 0 0 0,-1-1 0 0 0,1 1 1 0 0,-1-1-1 0 0,0 1 0 0 0,1-1 1 0 0,-1 1-1 0 0,0 0 0 0 0,1-1 0 0 0,-1 1 1 0 0,0 0-1 0 0,0-1 0 0 0,0 1 1 0 0,1 1-1 0 0,1 9 42 0 0,-1-1 0 0 0,1 1-1 0 0,-1 15 1 0 0,-1-22-58 0 0,-6 239-78 0 0,1-14 27 0 0,3-174 61 0 0,1-40 0 0 0,0-1 0 0 0,0 0 0 0 0,2 1 0 0 0,0-1 0 0 0,0 1 0 0 0,1-1 0 0 0,1 0 0 0 0,7 21 0 0 0,-10-34 1 0 0,1 1 0 0 0,0 0 0 0 0,-1-1 0 0 0,1 1 0 0 0,0-1 0 0 0,0 0 1 0 0,0 1-1 0 0,0-1 0 0 0,0 0 0 0 0,1 1 0 0 0,-1-1 0 0 0,0 0 0 0 0,0 0 1 0 0,1 0-1 0 0,-1 0 0 0 0,1 0 0 0 0,-1 0 0 0 0,1-1 0 0 0,-1 1 0 0 0,1 0 0 0 0,0-1 1 0 0,-1 1-1 0 0,3 0 0 0 0,-1-2-7 0 0,0 1 0 0 0,-1 0 1 0 0,1 0-1 0 0,-1-1 0 0 0,1 0 0 0 0,-1 1 1 0 0,1-1-1 0 0,-1 0 0 0 0,1 0 0 0 0,-1-1 1 0 0,0 1-1 0 0,0 0 0 0 0,4-4 1 0 0,4-3-74 0 0,0-1 0 0 0,0-1 0 0 0,-1 0 0 0 0,13-19 0 0 0,15-29-16 0 0,-4-1 0 0 0,40-97 1 0 0,-38 80 66 0 0,-18 38 31 0 0,39-77 33 0 0,-49 104-33 0 0,0 0 0 0 0,1 0 0 0 0,0 0 0 0 0,0 1 0 0 0,1 1 0 0 0,0-1 0 0 0,16-11 1 0 0,-24 20-5 0 0,1 0 0 0 0,0 0 1 0 0,0-1-1 0 0,-1 1 1 0 0,1 0-1 0 0,0 0 1 0 0,0 1-1 0 0,0-1 1 0 0,0 0-1 0 0,0 1 1 0 0,0-1-1 0 0,0 1 1 0 0,0-1-1 0 0,0 1 1 0 0,0 0-1 0 0,0 0 1 0 0,0 0-1 0 0,1 0 1 0 0,-1 1-1 0 0,0-1 0 0 0,0 0 1 0 0,0 1-1 0 0,2 0 1 0 0,-1 1 7 0 0,0 0 1 0 0,-1 0-1 0 0,1 0 0 0 0,0 0 1 0 0,-1 0-1 0 0,1 0 0 0 0,-1 1 1 0 0,0-1-1 0 0,0 1 0 0 0,0 0 1 0 0,0 0-1 0 0,-1 0 1 0 0,2 3-1 0 0,3 6 51 0 0,-1 1 0 0 0,-1 0 0 0 0,0 0 0 0 0,-1 0 0 0 0,4 27 0 0 0,-5 137 127 0 0,-2-20 35 0 0,2-131-193 0 0,1 0 0 0 0,1 0 1 0 0,15 50-1 0 0,-14-60-35 0 0,-2-5-17 0 0,1-1-1 0 0,0 1 1 0 0,0-1-1 0 0,1 1 1 0 0,8 11-1 0 0,-12-20 20 0 0,0-1 1 0 0,0 1-1 0 0,0-1 1 0 0,0 1-1 0 0,1-1 1 0 0,-1 0-1 0 0,1 1 1 0 0,-1-1-1 0 0,1 0 0 0 0,-1 0 1 0 0,1 0-1 0 0,0 0 1 0 0,-1 0-1 0 0,1-1 1 0 0,0 1-1 0 0,0 0 1 0 0,0-1-1 0 0,-1 0 0 0 0,1 1 1 0 0,0-1-1 0 0,0 0 1 0 0,0 0-1 0 0,0 0 1 0 0,0 0-1 0 0,0 0 1 0 0,-1 0-1 0 0,1-1 0 0 0,0 1 1 0 0,0 0-1 0 0,0-1 1 0 0,0 0-1 0 0,-1 1 1 0 0,1-1-1 0 0,0 0 1 0 0,-1 0-1 0 0,1 0 0 0 0,0 0 1 0 0,1-2-1 0 0,10-6-226 0 0,-1 0-1 0 0,0-2 0 0 0,0 1 1 0 0,-1-1-1 0 0,0-1 0 0 0,13-19 1 0 0,46-84-676 0 0,-56 89 877 0 0,1 1 1 0 0,0 0-1 0 0,2 0 1 0 0,1 2 0 0 0,28-29-1 0 0,-44 50 37 0 0,1-1 1 0 0,0 1-1 0 0,0-1 0 0 0,0 1 0 0 0,0 0 1 0 0,0 0-1 0 0,1 0 0 0 0,-1 0 1 0 0,1 1-1 0 0,-1-1 0 0 0,1 1 0 0 0,0 0 1 0 0,-1 0-1 0 0,1 1 0 0 0,0-1 1 0 0,0 1-1 0 0,-1-1 0 0 0,6 1 0 0 0,-6 1 40 0 0,1 0-1 0 0,-1 0 1 0 0,1 1-1 0 0,-1-1 1 0 0,1 1 0 0 0,-1-1-1 0 0,0 1 1 0 0,0 0-1 0 0,0 1 1 0 0,0-1-1 0 0,0 0 1 0 0,0 1-1 0 0,0-1 1 0 0,-1 1-1 0 0,0 0 1 0 0,1 0-1 0 0,-1 0 1 0 0,3 5-1 0 0,3 8 101 0 0,-1 0-1 0 0,-1 0 0 0 0,0 1 0 0 0,-1 0 0 0 0,0 0 1 0 0,-2 0-1 0 0,4 36 0 0 0,-5-32-106 0 0,1 0 0 0 0,1 0 0 0 0,1-1 0 0 0,14 39 0 0 0,-18-56-42 0 0,0 0 0 0 0,1 0 0 0 0,0 0 0 0 0,-1 0 0 0 0,1 0 0 0 0,0-1 0 0 0,0 1 0 0 0,0 0 0 0 0,1-1 0 0 0,-1 0 0 0 0,1 0 0 0 0,-1 0 0 0 0,1 0 0 0 0,0 0 0 0 0,0 0 0 0 0,0 0 0 0 0,0-1 0 0 0,0 0 0 0 0,6 2 0 0 0,-4-2-16 0 0,0 0 0 0 0,0-1 0 0 0,0 0 0 0 0,0 0 1 0 0,0 0-1 0 0,0-1 0 0 0,0 0 0 0 0,0 0 0 0 0,0 0 0 0 0,0-1 0 0 0,8-3 1 0 0,7-4-129 0 0,-1-2 0 0 0,0-1 0 0 0,0 0 0 0 0,29-26 0 0 0,-17 9 26 0 0,47-56-1 0 0,9-10-85 0 0,-75 84 192 0 0,1-1-1 0 0,1 1 0 0 0,0 1 1 0 0,0 1-1 0 0,19-10 0 0 0,-28 17 23 0 0,0 0 1 0 0,-1 0-1 0 0,1 0 0 0 0,0 1 0 0 0,0-1 1 0 0,-1 1-1 0 0,1 1 0 0 0,0-1 0 0 0,0 1 1 0 0,0 0-1 0 0,0 0 0 0 0,0 0 1 0 0,0 0-1 0 0,0 1 0 0 0,8 2 0 0 0,-11-2 0 0 0,1 0-1 0 0,0 1 0 0 0,0-1 1 0 0,-1 1-1 0 0,1-1 1 0 0,-1 1-1 0 0,1 0 0 0 0,-1 0 1 0 0,0 0-1 0 0,0 0 0 0 0,0 1 1 0 0,0-1-1 0 0,0 1 0 0 0,0-1 1 0 0,-1 1-1 0 0,1-1 1 0 0,-1 1-1 0 0,0 0 0 0 0,0 0 1 0 0,0 0-1 0 0,0 0 0 0 0,0-1 1 0 0,-1 1-1 0 0,1 0 1 0 0,-1 1-1 0 0,0 3 0 0 0,-3 63 364 0 0,1-56-269 0 0,1 0 1 0 0,0 1 0 0 0,3 25-1 0 0,-2-38-95 0 0,1-1 0 0 0,-1 1-1 0 0,0 0 1 0 0,1 0 0 0 0,-1-1-1 0 0,1 1 1 0 0,0 0 0 0 0,-1-1-1 0 0,1 1 1 0 0,0-1 0 0 0,0 1-1 0 0,0-1 1 0 0,0 0-1 0 0,0 1 1 0 0,0-1 0 0 0,1 0-1 0 0,-1 0 1 0 0,0 1 0 0 0,1-1-1 0 0,-1 0 1 0 0,3 1 0 0 0,-1-1-6 0 0,0 0 1 0 0,0 0 0 0 0,0 0 0 0 0,0-1 0 0 0,0 1-1 0 0,0-1 1 0 0,1 0 0 0 0,-1 0 0 0 0,0 0 0 0 0,0 0-1 0 0,4-1 1 0 0,4-1-30 0 0,-1-1 1 0 0,1 0-1 0 0,-1-1 0 0 0,1 0 1 0 0,18-10-1 0 0,92-67-498 0 0,24-14 127 0 0,-127 86 370 0 0,-1 0 0 0 0,1 2 0 0 0,1 0 0 0 0,-1 0 0 0 0,1 2-1 0 0,33-5 1 0 0,-43 9 34 0 0,0 0 0 0 0,1 1 0 0 0,-1 1 0 0 0,0 0 0 0 0,0 0 0 0 0,0 1 1 0 0,0 0-1 0 0,0 0 0 0 0,0 1 0 0 0,0 0 0 0 0,14 8 0 0 0,3 4 18 0 0,0 1 0 0 0,30 26-1 0 0,-38-28-51 0 0,1 1 0 0 0,0-2 0 0 0,1-1-1 0 0,42 19 1 0 0,-28-20-380 0 0,1-3 0 0 0,0 0 0 0 0,44 2 0 0 0,-32-4 231 0 0,-29-2 35 0 0,0 0 1 0 0,0 2-1 0 0,0 0 1 0 0,-1 1-1 0 0,19 9 0 0 0,31 13-659 0 0,-60-27 820 0 0,1 0 0 0 0,-1-1 0 0 0,0 0 0 0 0,0 0 0 0 0,1-1 0 0 0,-1 1 0 0 0,0-2 0 0 0,1 1 0 0 0,-1-1 0 0 0,11-3 0 0 0,11-3 144 0 0,34-15 1 0 0,-24 9-66 0 0,-14 4 137 0 0,0 2 1 0 0,1 1-1 0 0,0 1 0 0 0,0 1 0 0 0,0 1 1 0 0,31 1-1 0 0,-45 3-174 0 0,-1 0 0 0 0,1 0 0 0 0,-1 2 0 0 0,0-1 0 0 0,0 1 0 0 0,0 1 0 0 0,0 0 0 0 0,0 0 0 0 0,0 1 0 0 0,-1 0-1 0 0,0 1 1 0 0,0 0 0 0 0,-1 1 0 0 0,0 0 0 0 0,0 0 0 0 0,11 13 0 0 0,-15-14-26 0 0,1-1-1 0 0,0 0 1 0 0,0 0-1 0 0,0-1 1 0 0,0 1-1 0 0,1-1 1 0 0,-1 0-1 0 0,1-1 1 0 0,0 0-1 0 0,0 0 1 0 0,8 2-1 0 0,4-1 127 0 0,1-1 0 0 0,37 3 1 0 0,-28-4-124 0 0,-18-1-38 0 0,-3-1-13 0 0,1 1 0 0 0,-1 0 0 0 0,0 0-1 0 0,16 6 1 0 0,-21-6 12 0 0,0 0 1 0 0,0 1-1 0 0,0 0 0 0 0,-1-1 0 0 0,1 1 1 0 0,0 0-1 0 0,-1 0 0 0 0,0 1 0 0 0,0-1 0 0 0,1 0 1 0 0,-1 1-1 0 0,0 0 0 0 0,-1-1 0 0 0,1 1 1 0 0,0 0-1 0 0,1 4 0 0 0,0-1 4 0 0,1 0 1 0 0,1 1-1 0 0,-1-2 0 0 0,1 1 0 0 0,0-1 1 0 0,0 1-1 0 0,0-1 0 0 0,1-1 0 0 0,6 5 1 0 0,-5-4-47 0 0,-1 0 0 0 0,1 1 0 0 0,-1-1 0 0 0,-1 1 0 0 0,1 0 0 0 0,-1 0 0 0 0,8 13 0 0 0,38 86-536 0 0,-26-52 193 0 0,53 86 0 0 0,-61-112 351 0 0,-2 0 0 0 0,-1 0 1 0 0,12 34-1 0 0,26 93-147 0 0,-36-105 323 0 0,-2-6-246 0 0,-2 1 1 0 0,-1 1 0 0 0,-3 0 0 0 0,-1 0-1 0 0,0 66 1 0 0,-9-82-128 0 0,-1 0 1 0 0,-1-1-1 0 0,-11 35 1 0 0,-31 84-1589 0 0,28-93 260 0 0,2-2-1718 0 0,-11 58 0 0 0,22-78 2815 0 0,-2 48 0 0 0,-1 78 1499 0 0,0 135 4651 0 0,6-108-5685 0 0,1 24-85 0 0,4-95 116 0 0,-17 159 1 0 0,-36 111 33 0 0,49-377-65 0 0,-6 51 7 0 0,3 1 1 0 0,5 80-1 0 0,21 118 35 0 0,-13-172-30 0 0,11 56 351 0 0,1 7 3692 0 0,-20-90-2957 0 0,-2-45-1144 0 0,0-1 0 0 0,2 1 0 0 0,0-1 0 0 0,0 0 0 0 0,5 21 0 0 0,-3-25-933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5:32.77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944 3218 920 0 0,'25'-3'13636'0'0,"-30"-5"-14782"0"0,3 4 1205 0 0,0 1 1 0 0,-1 0-1 0 0,0 0 1 0 0,0 0-1 0 0,0 0 1 0 0,0 1-1 0 0,0-1 1 0 0,0 1-1 0 0,-1 0 1 0 0,1 0-1 0 0,-1 0 1 0 0,0 0-1 0 0,1 0 1 0 0,-1 1-1 0 0,0 0 1 0 0,0 0-1 0 0,0 0 1 0 0,0 0-1 0 0,0 1 1 0 0,-8-1-1 0 0,-6 0-271 0 0,0 1 0 0 0,-1 1 0 0 0,-27 5 0 0 0,-256 66-2383 0 0,173-36 2036 0 0,-208 69 480 0 0,321-96 144 0 0,24-6-62 0 0,29-5 231 0 0,185-47 2271 0 0,-38 7-655 0 0,412-104 2695 0 0,-528 123-4445 0 0,-48 14-70 0 0,1 2 1 0 0,0 1-1 0 0,40-8 1 0 0,-192 64 275 0 0,-113 20-1124 0 0,45-15 45 0 0,124-32 313 0 0,-185 68-2370 0 0,356-84-3763 0 0,174-45 7945 0 0,-9 0 1353 0 0,-155 26-1792 0 0,-47 3 97 0 0,1 3 1 0 0,115 4 0 0 0,-174 2-993 0 0,0 0 0 0 0,-1 0 0 0 0,1 0 0 0 0,0 0 0 0 0,0 0 0 0 0,-1 0 0 0 0,1 0 0 0 0,0 1 0 0 0,0-1 0 0 0,-1 0 0 0 0,1 0-1 0 0,0 1 1 0 0,-1-1 0 0 0,1 0 0 0 0,0 1 0 0 0,-1-1 0 0 0,1 0 0 0 0,0 1 0 0 0,-1-1 0 0 0,1 1 0 0 0,-1-1 0 0 0,1 1 0 0 0,-1 0 0 0 0,1-1 0 0 0,0 2 0 0 0,-1-1-11 0 0,0 0 0 0 0,0 0 0 0 0,0-1 0 0 0,0 1 0 0 0,-1 0 0 0 0,1 0 0 0 0,0 0 0 0 0,-1 0 0 0 0,1 0 0 0 0,0-1 0 0 0,-1 1-1 0 0,1 0 1 0 0,-1 0 0 0 0,1-1 0 0 0,-1 1 0 0 0,1 0 0 0 0,-1-1 0 0 0,0 2 0 0 0,-37 28 63 0 0,35-27-14 0 0,-287 180 67 0 0,171-113-478 0 0,-186 146 0 0 0,258-180 321 0 0,31-24-215 0 0,0 0-1 0 0,0 1 1 0 0,1 1-1 0 0,1 0 1 0 0,-16 21-1 0 0,30-35 238 0 0,0 0 0 0 0,-1 1 0 0 0,1-1 1 0 0,0 0-1 0 0,0 0 0 0 0,-1 1 0 0 0,1-1 0 0 0,0 0 0 0 0,0 1 0 0 0,0-1 0 0 0,0 0 0 0 0,0 1 0 0 0,-1-1 0 0 0,1 0 0 0 0,0 1 0 0 0,0-1 0 0 0,0 0 0 0 0,0 1 0 0 0,0-1 0 0 0,0 1 0 0 0,0-1 0 0 0,0 0 0 0 0,0 1 1 0 0,0-1-1 0 0,0 0 0 0 0,1 1 0 0 0,-1-1 0 0 0,0 0 0 0 0,0 1 0 0 0,0-1 0 0 0,0 0 0 0 0,0 1 0 0 0,1-1 0 0 0,-1 0 0 0 0,0 1 0 0 0,0-1 0 0 0,1 0 0 0 0,-1 0 0 0 0,0 1 0 0 0,1-1 0 0 0,18 4-398 0 0,23-9-571 0 0,7-10 471 0 0,0-3 0 0 0,75-38 0 0 0,-13 5 1634 0 0,281-124 2050 0 0,-384 171-3109 0 0,124-54 621 0 0,-108 49-653 0 0,0 1-1 0 0,1 1 1 0 0,41-6 0 0 0,-66 13-34 0 0,0 0 0 0 0,-1 0 1 0 0,1 0-1 0 0,0 0 0 0 0,0 0 0 0 0,0 0 1 0 0,0 1-1 0 0,0-1 0 0 0,0 0 1 0 0,0 0-1 0 0,0 0 0 0 0,0 0 0 0 0,0 0 1 0 0,0 0-1 0 0,0 0 0 0 0,0 0 1 0 0,0 1-1 0 0,0-1 0 0 0,0 0 1 0 0,0 0-1 0 0,0 0 0 0 0,0 0 0 0 0,0 0 1 0 0,0 0-1 0 0,0 0 0 0 0,0 1 1 0 0,0-1-1 0 0,0 0 0 0 0,0 0 0 0 0,0 0 1 0 0,0 0-1 0 0,0 0 0 0 0,1 0 1 0 0,-1 0-1 0 0,0 0 0 0 0,0 0 1 0 0,0 0-1 0 0,0 1 0 0 0,0-1 0 0 0,0 0 1 0 0,0 0-1 0 0,0 0 0 0 0,0 0 1 0 0,0 0-1 0 0,1 0 0 0 0,-1 0 0 0 0,0 0 1 0 0,0 0-1 0 0,0 0 0 0 0,0 0 1 0 0,0 0-1 0 0,0 0 0 0 0,0 0 1 0 0,1 0-1 0 0,-1 0 0 0 0,0 0 0 0 0,0 0 1 0 0,0 0-1 0 0,0 0 0 0 0,0 0 1 0 0,0 0-1 0 0,0 0 0 0 0,0 0 0 0 0,1 0 1 0 0,-1 0-1 0 0,0 0 0 0 0,-12 11-91 0 0,-22 13-86 0 0,32-21 165 0 0,-603 453-1147 0 0,575-432 938 0 0,1 1 0 0 0,2 1 1 0 0,1 1-1 0 0,-39 52 0 0 0,64-79 114 0 0,1 1-1 0 0,-1 0 1 0 0,0 0-1 0 0,1 0 1 0 0,-1 0-1 0 0,0 0 1 0 0,1 0-1 0 0,-1 0 1 0 0,1 0-1 0 0,-1 0 1 0 0,1 0-1 0 0,0 0 1 0 0,-1 0-1 0 0,1 0 1 0 0,0 0-1 0 0,0 1 1 0 0,0-1-1 0 0,0 0 1 0 0,0 0-1 0 0,0 0 1 0 0,0 2-1 0 0,1-2 9 0 0,0-1-1 0 0,0 0 1 0 0,-1 1-1 0 0,1-1 1 0 0,0 0-1 0 0,0 0 1 0 0,-1 0-1 0 0,1 1 1 0 0,0-1-1 0 0,0 0 1 0 0,0 0 0 0 0,-1 0-1 0 0,1 0 1 0 0,0 0-1 0 0,0 0 1 0 0,0-1-1 0 0,-1 1 1 0 0,1 0-1 0 0,0 0 1 0 0,0-1-1 0 0,1 0 1 0 0,48-22-2080 0 0,-13 1 1419 0 0,81-49 537 0 0,138-108-1 0 0,-247 173 313 0 0,10-10 596 0 0,1 1-1 0 0,34-17 1775 0 0,-54 33-2427 0 0,-6 10 988 0 0,-14 13 188 0 0,-73 71 737 0 0,-145 115 1 0 0,-383 328-2570 0 0,609-528 431 0 0,1 1 0 0 0,0 1-1 0 0,-16 21 1 0 0,26-25-469 0 0,10-9 125 0 0,11-9-140 0 0,33-25-1713 0 0,95-80-1 0 0,35-58 1984 0 0,-105 95 2576 0 0,171-131-1 0 0,-244 206-2084 0 0,4-3 242 0 0,0-1-1 0 0,1 2 1 0 0,0-1-1 0 0,15-5 1 0 0,-24 10-269 0 0,0 1 1 0 0,1-1-1 0 0,-1 1 1 0 0,0-1 0 0 0,0 1-1 0 0,1 0 1 0 0,-1-1 0 0 0,0 1-1 0 0,1 0 1 0 0,-1 0 0 0 0,0 0-1 0 0,1 0 1 0 0,-1 0 0 0 0,0 0-1 0 0,0 1 1 0 0,1-1 0 0 0,-1 0-1 0 0,0 1 1 0 0,1-1 0 0 0,-1 0-1 0 0,0 1 1 0 0,0 0-1 0 0,0-1 1 0 0,0 1 0 0 0,1 0-1 0 0,-1 0 1 0 0,0-1 0 0 0,0 1-1 0 0,-1 0 1 0 0,1 0 0 0 0,0 0-1 0 0,0 0 1 0 0,0 0 0 0 0,0 0-1 0 0,-1 1 1 0 0,1-1 0 0 0,-1 0-1 0 0,1 0 1 0 0,-1 0-1 0 0,1 1 1 0 0,-1-1 0 0 0,0 0-1 0 0,1 0 1 0 0,-1 1 0 0 0,0-1-1 0 0,0 0 1 0 0,0 3 0 0 0,1 13 275 0 0,-1 0 1 0 0,-1 0-1 0 0,0-1 1 0 0,-1 1-1 0 0,-9 31 1 0 0,-31 83 463 0 0,35-112-724 0 0,-95 220 425 0 0,7-17-465 0 0,92-214-37 0 0,-13 40 17 0 0,15-45-18 0 0,0 1 1 0 0,0-1-1 0 0,1 0 0 0 0,0 0 0 0 0,-1 1 1 0 0,1-1-1 0 0,1 0 0 0 0,-1 0 0 0 0,0 1 1 0 0,1-1-1 0 0,-1 0 0 0 0,3 5 0 0 0,-3-7-35 0 0,1-1-1 0 0,-1 1 0 0 0,1 0 1 0 0,-1 0-1 0 0,1-1 0 0 0,0 1 1 0 0,-1-1-1 0 0,1 1 0 0 0,0-1 1 0 0,-1 1-1 0 0,1-1 0 0 0,0 1 1 0 0,0-1-1 0 0,0 1 0 0 0,-1-1 1 0 0,1 0-1 0 0,0 0 0 0 0,0 1 0 0 0,0-1 1 0 0,0 0-1 0 0,0 0 0 0 0,-1 0 1 0 0,1 0-1 0 0,0 0 0 0 0,0 0 1 0 0,0 0-1 0 0,0 0 0 0 0,0 0 1 0 0,0-1-1 0 0,-1 1 0 0 0,1 0 1 0 0,0 0-1 0 0,0-1 0 0 0,0 1 1 0 0,-1-1-1 0 0,1 1 0 0 0,0-1 1 0 0,0 1-1 0 0,0-1 0 0 0,35-25-1164 0 0,-30 21 928 0 0,34-29-553 0 0,-1-2-1 0 0,63-76 1 0 0,51-93 607 0 0,-48 59 152 0 0,-87 123 170 0 0,1 0 0 0 0,35-33 0 0 0,-49 51 25 0 0,1 0 0 0 0,-1 1 0 0 0,1-1-1 0 0,-1 1 1 0 0,1 1 0 0 0,1-1 0 0 0,-1 1 0 0 0,0 0-1 0 0,1 0 1 0 0,-1 1 0 0 0,1 0 0 0 0,0 0 0 0 0,0 1-1 0 0,0 0 1 0 0,0 0 0 0 0,0 0 0 0 0,8 1 0 0 0,-11 1-13 0 0,-1 0-1 0 0,1 0 1 0 0,-1 0 0 0 0,0 1 0 0 0,1-1 0 0 0,-1 1 0 0 0,0 0 0 0 0,0 0 0 0 0,0 0 0 0 0,0 0 0 0 0,-1 1 0 0 0,1-1 0 0 0,0 1 0 0 0,-1-1 0 0 0,0 1-1 0 0,0 0 1 0 0,0 0 0 0 0,0 0 0 0 0,0 0 0 0 0,0 1 0 0 0,-1-1 0 0 0,0 0 0 0 0,1 1 0 0 0,-1-1 0 0 0,0 1 0 0 0,0 4 0 0 0,3 12 203 0 0,-1-1 0 0 0,-1 1 0 0 0,0 27 0 0 0,-2-44-283 0 0,-2 44 181 0 0,-2-1-1 0 0,-2 0 1 0 0,-3 0 0 0 0,-20 69 0 0 0,-11 54 166 0 0,38-155-462 0 0,0 0 0 0 0,1-1 0 0 0,1 1 0 0 0,0 0 0 0 0,3 24 0 0 0,-2-35 55 0 0,0 0 0 0 0,-1 0 1 0 0,1 0-1 0 0,0 0 0 0 0,0-1 0 0 0,1 1 0 0 0,-1 0 1 0 0,0 0-1 0 0,1-1 0 0 0,0 1 0 0 0,0-1 0 0 0,0 1 0 0 0,4 3 1 0 0,-4-5 14 0 0,0 0 0 0 0,0 0 0 0 0,0 0 0 0 0,0 0 0 0 0,0 0 0 0 0,0 0-1 0 0,0-1 1 0 0,1 1 0 0 0,-1-1 0 0 0,0 0 0 0 0,0 1 0 0 0,1-1 0 0 0,-1 0 0 0 0,0 0 0 0 0,0-1 0 0 0,1 1 0 0 0,-1 0 0 0 0,0-1 0 0 0,0 1 0 0 0,1-1 0 0 0,2-1 0 0 0,8-4-307 0 0,0 0-1 0 0,0-1 1 0 0,0 0-1 0 0,-1-1 1 0 0,0 0 0 0 0,0-1-1 0 0,-1-1 1 0 0,0 0-1 0 0,11-13 1 0 0,14-19-486 0 0,31-48 1 0 0,-60 80 726 0 0,39-60-208 0 0,21-29 354 0 0,-59 88 82 0 0,1 1-1 0 0,0 0 1 0 0,1 0-1 0 0,0 1 1 0 0,0 0-1 0 0,17-10 1 0 0,-26 18-91 0 0,1 0 0 0 0,0-1 0 0 0,0 1 0 0 0,-1 0 0 0 0,1 0 0 0 0,0 0 0 0 0,0 0-1 0 0,0 0 1 0 0,0 1 0 0 0,0-1 0 0 0,0 1 0 0 0,0-1 0 0 0,1 1 0 0 0,-1 0 0 0 0,0 0 0 0 0,0 0 0 0 0,0 0 0 0 0,0 0 0 0 0,0 0 0 0 0,0 1 0 0 0,1-1 0 0 0,-1 0 0 0 0,0 1-1 0 0,0 0 1 0 0,0 0 0 0 0,0 0 0 0 0,0-1 0 0 0,-1 2 0 0 0,1-1 0 0 0,0 0 0 0 0,0 0 0 0 0,-1 0 0 0 0,1 1 0 0 0,-1-1 0 0 0,1 1 0 0 0,-1 0 0 0 0,1-1 0 0 0,-1 1-1 0 0,0 0 1 0 0,0 0 0 0 0,0 0 0 0 0,0-1 0 0 0,0 1 0 0 0,0 0 0 0 0,0 4 0 0 0,4 8 143 0 0,-2 0 0 0 0,0 0 0 0 0,0 0 0 0 0,-1 0 0 0 0,-1 22 0 0 0,-3 33 184 0 0,0-51-344 0 0,1-1 0 0 0,1 1 0 0 0,0-1 0 0 0,1 1 0 0 0,5 22 0 0 0,-6-38-65 0 0,1-1 0 0 0,-1 1 0 0 0,1 0 0 0 0,-1-1 0 0 0,1 1 0 0 0,-1 0 0 0 0,1-1 0 0 0,0 1 0 0 0,0-1 0 0 0,0 1 0 0 0,0-1 0 0 0,0 1 0 0 0,0-1 0 0 0,0 0 0 0 0,0 0 0 0 0,0 1 0 0 0,1-1 0 0 0,-1 0 0 0 0,0 0 0 0 0,1 0 0 0 0,2 1 0 0 0,-2-2-76 0 0,-1 0-1 0 0,1 0 1 0 0,0 1-1 0 0,0-2 0 0 0,-1 1 1 0 0,1 0-1 0 0,0 0 1 0 0,-1 0-1 0 0,1-1 0 0 0,0 1 1 0 0,-1-1-1 0 0,1 0 1 0 0,-1 1-1 0 0,1-1 1 0 0,-1 0-1 0 0,1 0 0 0 0,2-2 1 0 0,3-3-305 0 0,1 0 1 0 0,-1-1-1 0 0,0 0 1 0 0,-1-1-1 0 0,1 1 0 0 0,5-11 1 0 0,11-23 186 0 0,-1-2-1 0 0,20-53 1 0 0,25-53 1216 0 0,-63 143-898 0 0,0 0 1 0 0,0 0 0 0 0,0 0 0 0 0,0 0-1 0 0,1 1 1 0 0,0-1 0 0 0,0 1 0 0 0,1 0-1 0 0,-1 1 1 0 0,1-1 0 0 0,0 1-1 0 0,1 1 1 0 0,9-6 0 0 0,-12 8-35 0 0,0 0-1 0 0,0-1 1 0 0,0 1 0 0 0,0 1 0 0 0,1-1-1 0 0,-1 1 1 0 0,0 0 0 0 0,0 0-1 0 0,1 0 1 0 0,-1 0 0 0 0,0 1 0 0 0,0 0-1 0 0,1 0 1 0 0,-1 0 0 0 0,0 0-1 0 0,0 0 1 0 0,0 1 0 0 0,0 0 0 0 0,0 0-1 0 0,-1 0 1 0 0,1 0 0 0 0,-1 1-1 0 0,1 0 1 0 0,2 2 0 0 0,11 12 78 0 0,-1 0 1 0 0,-1 1-1 0 0,-1 0 1 0 0,0 2-1 0 0,11 22 1 0 0,-13-22-20 0 0,0 0 0 0 0,1-1 0 0 0,1-1 0 0 0,1 0 0 0 0,20 18 1 0 0,-33-34-155 0 0,0-1 1 0 0,-1 0 0 0 0,1 1 0 0 0,0-1 0 0 0,0 0 0 0 0,0 0 0 0 0,0 0-1 0 0,0-1 1 0 0,0 1 0 0 0,0 0 0 0 0,1-1 0 0 0,-1 1 0 0 0,0-1-1 0 0,0 0 1 0 0,0 0 0 0 0,1 0 0 0 0,-1 0 0 0 0,0 0 0 0 0,3-1 0 0 0,0 0-121 0 0,-1 0 1 0 0,0-1-1 0 0,1 0 1 0 0,-1 1-1 0 0,0-2 1 0 0,0 1 0 0 0,0 0-1 0 0,6-6 1 0 0,4-5-408 0 0,-1 0 0 0 0,0 0 1 0 0,16-24-1 0 0,-29 37 555 0 0,29-40-1107 0 0,-5 7 623 0 0,29-32 1 0 0,-46 58 593 0 0,0-1 1 0 0,0 1-1 0 0,1 1 1 0 0,0-1-1 0 0,0 2 1 0 0,1-1-1 0 0,0 1 1 0 0,0 0 0 0 0,14-5-1 0 0,-20 9-23 0 0,1 0 0 0 0,0 0-1 0 0,0 0 1 0 0,0 0 0 0 0,-1 1-1 0 0,1-1 1 0 0,0 1 0 0 0,0 0 0 0 0,0 1-1 0 0,0-1 1 0 0,0 1 0 0 0,0-1 0 0 0,-1 1-1 0 0,1 0 1 0 0,0 1 0 0 0,-1-1-1 0 0,1 1 1 0 0,0-1 0 0 0,-1 1 0 0 0,0 0-1 0 0,1 0 1 0 0,-1 1 0 0 0,5 4 0 0 0,2 4 191 0 0,0 0 1 0 0,0 2-1 0 0,-1-1 1 0 0,14 26-1 0 0,15 20 255 0 0,-28-46-496 0 0,1-1 1 0 0,1 0-1 0 0,0-1 1 0 0,0 0 0 0 0,1-1-1 0 0,0 0 1 0 0,0-1-1 0 0,1 0 1 0 0,0-1-1 0 0,27 9 1 0 0,-30-13-255 0 0,0 0 1 0 0,0 0 0 0 0,1-1 0 0 0,-1 0 0 0 0,1-1 0 0 0,-1-1-1 0 0,1 0 1 0 0,-1 0 0 0 0,0-1 0 0 0,1-1 0 0 0,-1 0-1 0 0,0 0 1 0 0,1-1 0 0 0,-1 0 0 0 0,14-7 0 0 0,84-56-1390 0 0,-84 49 1715 0 0,0 0 0 0 0,1 2 0 0 0,1 1 1 0 0,55-20-1 0 0,-74 32 57 0 0,0 0 0 0 0,0 0 0 0 0,1 1 0 0 0,-1 0 0 0 0,0 1 0 0 0,0-1 0 0 0,1 2 0 0 0,-1-1 0 0 0,0 1 0 0 0,0 0 0 0 0,0 1 1 0 0,0 0-1 0 0,0 0 0 0 0,0 1 0 0 0,0 0 0 0 0,-1 1 0 0 0,1-1 0 0 0,-1 1 0 0 0,0 1 0 0 0,0-1 0 0 0,-1 1 0 0 0,11 10 0 0 0,22 24 633 0 0,-30-29-785 0 0,0-1 1 0 0,1 1-1 0 0,0-2 1 0 0,0 1-1 0 0,1-1 1 0 0,0-1-1 0 0,1 0 1 0 0,17 8-1 0 0,-15-10-294 0 0,1-1 0 0 0,0 0-1 0 0,0-1 1 0 0,0-1 0 0 0,0 0 0 0 0,0-1-1 0 0,0 0 1 0 0,1-2 0 0 0,-1 0 0 0 0,0 0 0 0 0,0-2-1 0 0,0 0 1 0 0,0 0 0 0 0,-1-1 0 0 0,23-10-1 0 0,105-31-1322 0 0,-115 39 95 0 0,1 1 0 0 0,-1 1 0 0 0,40 1-1 0 0,-16 0 2793 0 0,0-3-1 0 0,0-2 0 0 0,62-17 1 0 0,3-1 968 0 0,-66 17-1407 0 0,204-48 2277 0 0,-223 47-3229 0 0,0-1 0 0 0,-1-1 0 0 0,-1-2 0 0 0,0-1 0 0 0,-1-1 1 0 0,26-20-1 0 0,-34 22-920 0 0,6-5 31 0 0,0-2 0 0 0,23-23 0 0 0,-43 37 660 0 0,1 0-1 0 0,-2 0 1 0 0,1-1 0 0 0,-1 0-1 0 0,0 0 1 0 0,0 0-1 0 0,-1 0 1 0 0,0-1 0 0 0,-1 0-1 0 0,1 1 1 0 0,2-17 0 0 0,-6-22 317 0 0,0 39 96 0 0,-1 0 0 0 0,1 1 1 0 0,0-1-1 0 0,3-13 0 0 0,16-60 786 0 0,-9 46-773 0 0,-2-1 0 0 0,-2-1-1 0 0,3-43 1 0 0,3-352 2179 0 0,-16 329-1683 0 0,-32-197 0 0 0,7 101-8 0 0,11 13-98 0 0,6 51 709 0 0,-52-241 0 0 0,-15-67-382 0 0,64 331-800 0 0,2 33-129 0 0,4 27-19 0 0,2-1 0 0 0,3 0 1 0 0,1-61-1 0 0,17-8 88 0 0,-8 86-235 0 0,-2 0 0 0 0,-1 0 1 0 0,-2 0-1 0 0,-4-44 0 0 0,2 68 141 0 0,-17-167-668 0 0,17 151 833 0 0,1-1-1 0 0,2 1 1 0 0,1 0 0 0 0,9-38 0 0 0,-6 41 5 0 0,-1-1 1 0 0,-2 1 0 0 0,0-1-1 0 0,-2 0 1 0 0,0 0 0 0 0,-2 0-1 0 0,-1 0 1 0 0,-1 0 0 0 0,-1 1-1 0 0,-2-1 1 0 0,-15-44 0 0 0,10 49-32 0 0,-1 0 0 0 0,-1 1 1 0 0,-2 0-1 0 0,1 1 0 0 0,-2 1 1 0 0,-29-27-1 0 0,39 40 96 0 0,0 0-1 0 0,0 0 1 0 0,0 1 0 0 0,-1 0 0 0 0,0 0-1 0 0,0 0 1 0 0,0 1 0 0 0,0 0 0 0 0,0 1-1 0 0,-1-1 1 0 0,1 1 0 0 0,-14-1-1 0 0,-7 0 31 0 0,0 1 0 0 0,-34 3 0 0 0,-12-1 69 0 0,20 1-234 0 0,-1 1 0 0 0,-84 16 0 0 0,3 0-19 0 0,-271 14 69 0 0,395-30 82 0 0,0-1-1 0 0,0-1 1 0 0,0 0-1 0 0,-1-1 1 0 0,1-1 0 0 0,0 1-1 0 0,0-2 1 0 0,0 0-1 0 0,-12-4 1 0 0,12 4-122 0 0,-1 0 0 0 0,1 1 0 0 0,-1 0 0 0 0,1 1 0 0 0,-25 2 1 0 0,21-1-1030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5:36.73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5328 17 7834 0 0,'-4'-17'12917'0'0,"5"42"-11794"0"0,-1-12-836 0 0,0 24-183 0 0,1-1 1 0 0,2 0-1 0 0,14 69 0 0 0,40 105-129 0 0,0-4 29 0 0,-33-77 17 0 0,-6 2 0 0 0,2 149 1 0 0,19 112 75 0 0,-4-72-69 0 0,-28-212 74 0 0,-4-1-1 0 0,-6 1 0 0 0,-29 197 1 0 0,27-279-88 0 0,0-1 0 0 0,-13 33 0 0 0,13-46-11 0 0,-1-1 0 0 0,1 1 0 0 0,-2-2 0 0 0,0 1 0 0 0,0 0 0 0 0,-16 16 1 0 0,-2-2 68 0 0,-1-1 1 0 0,-1-1 0 0 0,-1-2-1 0 0,-1 0 1 0 0,-1-2 0 0 0,-1-2-1 0 0,-55 24 1 0 0,51-29-75 0 0,-44 10 1 0 0,-17 5 68 0 0,-106 56 204 0 0,-12 4 26 0 0,36-37-297 0 0,-1 1 0 0 0,100-28 0 0 0,-113 18 0 0 0,85-21 0 0 0,-56 22 0 0 0,90-22 0 0 0,-103 15 0 0 0,70-27 0 0 0,0-5 0 0 0,-122-12 0 0 0,-43 16 0 0 0,-2-1 0 0 0,215-9 0 0 0,-336-7 0 0 0,186 16-98 0 0,-180 12-176 0 0,305-9 263 0 0,-191 26 10 0 0,101-14 1 0 0,56-9 0 0 0,85-9 0 0 0,0-2 0 0 0,-35-3 0 0 0,4 1 0 0 0,55 1 0 0 0,0 0 0 0 0,0-1 0 0 0,0 0 0 0 0,0 0 0 0 0,0-1 0 0 0,0 0 0 0 0,0 0 0 0 0,1 0 0 0 0,-1-1 0 0 0,1 0 0 0 0,-13-8 0 0 0,13 5 0 0 0,0 0 0 0 0,0 0 0 0 0,0 0 0 0 0,1-1 0 0 0,0 0 0 0 0,1 0 0 0 0,-1-1 0 0 0,1 1 0 0 0,1-1 0 0 0,-5-9 0 0 0,-11-31 0 0 0,2 0 0 0 0,-20-78 0 0 0,11 28 0 0 0,-111-469 0 0 0,129 531 51 0 0,-2 1 0 0 0,-1 1 0 0 0,-2 0 0 0 0,-31-58 0 0 0,23 50 190 0 0,13 25-327 0 0,7 13 196 0 0,-1-1-1 0 0,0 0 1 0 0,1 0 0 0 0,0 0 0 0 0,-2-11-1 0 0,3 14-242 0 0,1 0-1 0 0,0-1 0 0 0,0 1 1 0 0,1 0-1 0 0,-1-1 0 0 0,0 1 1 0 0,1 0-1 0 0,-1 0 0 0 0,1-1 1 0 0,0 1-1 0 0,0 0 0 0 0,0 0 1 0 0,0 0-1 0 0,0 0 0 0 0,0 0 1 0 0,0 0-1 0 0,3-3 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5:38.34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149 209 8290 0 0,'-40'18'1877'0'0,"32"-13"-1596"0"0,-1 0-1 0 0,1-1 0 0 0,-1-1 0 0 0,0 0 0 0 0,0 0 1 0 0,0 0-1 0 0,0-1 0 0 0,-18 1 0 0 0,27-2-248 0 0,0-1 1 0 0,-1 0-1 0 0,1 0 0 0 0,-1 0 0 0 0,1 0 0 0 0,-1 0 0 0 0,1 0 0 0 0,0 0 0 0 0,-1 0 1 0 0,1-1-1 0 0,-1 1 0 0 0,1 0 0 0 0,0 0 0 0 0,-1 0 0 0 0,1 0 0 0 0,-1 0 0 0 0,1-1 0 0 0,0 1 1 0 0,-1 0-1 0 0,1 0 0 0 0,0-1 0 0 0,-1 1 0 0 0,1 0 0 0 0,0-1 0 0 0,0 1 0 0 0,-1 0 0 0 0,1-1 1 0 0,0 1-1 0 0,0 0 0 0 0,-1-1 0 0 0,1 0 0 0 0,4-13 1192 0 0,16-11 142 0 0,-3 11-1090 0 0,1 0-1 0 0,0 1 0 0 0,1 1 0 0 0,37-17 0 0 0,87-28-144 0 0,-117 47-109 0 0,35-10-16 0 0,44-19-446 0 0,-100 36 357 0 0,-6 1 108 0 0,-15 3 268 0 0,-24 6 693 0 0,-160 48 1187 0 0,200-55-2163 0 0,-1 0 0 0 0,0 0-1 0 0,0 0 1 0 0,1 0 0 0 0,-1 0-1 0 0,0 1 1 0 0,1-1 0 0 0,-1 0-1 0 0,0 0 1 0 0,1 1-1 0 0,-1-1 1 0 0,1 0 0 0 0,-1 1-1 0 0,1-1 1 0 0,-1 1 0 0 0,0-1-1 0 0,1 1 1 0 0,0-1 0 0 0,-1 1-1 0 0,1-1 1 0 0,-1 2 0 0 0,10 5 84 0 0,31 2-335 0 0,-35-8 111 0 0,273 37-3114 0 0,-152-24 893 0 0,-21 0-3272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5:59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 8 9674 0 0,'-1'-1'172'0'0,"0"0"0"0"0,0 0-1 0 0,0 1 1 0 0,0-1 0 0 0,0 1 0 0 0,0-1-1 0 0,0 1 1 0 0,0-1 0 0 0,0 1 0 0 0,-1-1-1 0 0,1 1 1 0 0,0 0 0 0 0,0 0 0 0 0,0 0-1 0 0,0-1 1 0 0,-1 1 0 0 0,1 0 0 0 0,0 0-1 0 0,0 1 1 0 0,0-1 0 0 0,0 0 0 0 0,-1 0-1 0 0,1 1 1 0 0,0-1 0 0 0,0 0 0 0 0,-2 2 0 0 0,-30 11 1969 0 0,18-3-1576 0 0,0 0 0 0 0,1 1 0 0 0,0 0 1 0 0,1 1-1 0 0,0 1 0 0 0,1 0 0 0 0,0 1 0 0 0,-17 27 1 0 0,9-8-284 0 0,1 0 1 0 0,2 1 0 0 0,-14 40-1 0 0,23-53-195 0 0,1 1 1 0 0,1 0-1 0 0,1 0 0 0 0,1 0 0 0 0,0 1 0 0 0,2-1 1 0 0,1 1-1 0 0,1 0 0 0 0,3 27 0 0 0,-2-39-60 0 0,1-1-1 0 0,0 0 1 0 0,1 0-1 0 0,0 0 1 0 0,0 0 0 0 0,1 0-1 0 0,1-1 1 0 0,0 1-1 0 0,0-1 1 0 0,0-1-1 0 0,1 1 1 0 0,1-1-1 0 0,-1 0 1 0 0,1 0 0 0 0,1 0-1 0 0,-1-1 1 0 0,1-1-1 0 0,1 1 1 0 0,-1-1-1 0 0,1 0 1 0 0,0-1 0 0 0,12 5-1 0 0,0-1-53 0 0,0-1 0 0 0,1-2 0 0 0,0 0 0 0 0,1-1-1 0 0,38 4 1 0 0,15-8-2557 0 0,-52-3-5147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0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5985 0 0,'0'9'12510'0'0,"1"13"-7209"0"0,4 81-4877 0 0,-4-99-378 0 0,1 12 36 0 0,1 1 1 0 0,0-1-1 0 0,10 26 0 0 0,-11-38-86 0 0,-1 0 0 0 0,1 0 1 0 0,0-1-1 0 0,0 1 0 0 0,0-1 0 0 0,1 0 0 0 0,-1 1 0 0 0,1-1 0 0 0,4 3 0 0 0,-6-5-3 0 0,1 0 0 0 0,0 0 0 0 0,-1 1 0 0 0,1-2 0 0 0,0 1-1 0 0,0 0 1 0 0,0 0 0 0 0,0-1 0 0 0,0 1 0 0 0,0-1 0 0 0,0 1-1 0 0,0-1 1 0 0,0 0 0 0 0,0 0 0 0 0,0 0 0 0 0,0 0 0 0 0,0 0 0 0 0,0 0-1 0 0,3-1 1 0 0,-2 0-63 0 0,0-1 0 0 0,0 1 0 0 0,0-1 0 0 0,-1 0 0 0 0,1 0 0 0 0,0 0 0 0 0,-1 0-1 0 0,1 0 1 0 0,-1-1 0 0 0,0 1 0 0 0,1-1 0 0 0,-1 1 0 0 0,0-1 0 0 0,-1 0 0 0 0,1 0 0 0 0,-1 0 0 0 0,3-6 0 0 0,20-59-293 0 0,-22 61 379 0 0,3-12-15 0 0,13-35 558 0 0,8 105 1096 0 0,-21-46-1632 0 0,0 1 0 0 0,0-1-1 0 0,0 0 1 0 0,0 0 0 0 0,1-1 0 0 0,0 1-1 0 0,0-1 1 0 0,0-1 0 0 0,0 1 0 0 0,1-1 0 0 0,-1 0-1 0 0,1 0 1 0 0,9 2 0 0 0,1-1-47 0 0,-1 0 0 0 0,1-1 1 0 0,-1-1-1 0 0,29 1 0 0 0,-9-7-2296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0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11 173 5529 0 0,'-10'-20'17693'0'0,"12"20"-17271"0"0,16 1-1945 0 0,-11 2 1639 0 0,0-1 0 0 0,0 1 1 0 0,0 0-1 0 0,0 1 0 0 0,-1 0 0 0 0,1 0 1 0 0,-1 0-1 0 0,0 1 0 0 0,0 0 1 0 0,9 10-1 0 0,5 7 208 0 0,23 34 0 0 0,-35-45-223 0 0,-5-7-73 0 0,-1-1-8 0 0,0-1 0 0 0,-1 0-1 0 0,1 0 1 0 0,-1 1 0 0 0,1-1 0 0 0,-1 1 0 0 0,0-1 0 0 0,0 1 0 0 0,0 0 0 0 0,1 4 0 0 0,-11-67 773 0 0,9 22-565 0 0,9-58-1 0 0,-7 80-448 0 0,1 0 0 0 0,1 1 1 0 0,0 0-1 0 0,2 0 0 0 0,-1 0 0 0 0,13-21 0 0 0,-12 27-1796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0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5065 0 0,'2'-1'570'0'0,"0"0"1"0"0,0-1-1 0 0,0 1 0 0 0,0 1 1 0 0,1-1-1 0 0,-1 0 0 0 0,0 0 0 0 0,1 1 1 0 0,-1-1-1 0 0,0 1 0 0 0,1 0 0 0 0,-1 0 1 0 0,0 0-1 0 0,1 0 0 0 0,-1 0 1 0 0,1 0-1 0 0,-1 1 0 0 0,0-1 0 0 0,1 1 1 0 0,-1-1-1 0 0,4 3 0 0 0,0-1 21 0 0,-1 0 0 0 0,1 0 0 0 0,-1 1 0 0 0,1-1 0 0 0,-1 1 0 0 0,0 1 0 0 0,8 6 0 0 0,-4 0-421 0 0,-1 0-1 0 0,-1 1 0 0 0,0 0 0 0 0,-1 0 1 0 0,6 13-1 0 0,-4-8-151 0 0,20 31 1 0 0,-25-43 6 0 0,0 0 1 0 0,0-1 0 0 0,0 1-1 0 0,1-1 1 0 0,-1 0 0 0 0,1 0-1 0 0,0 0 1 0 0,0 0-1 0 0,0 0 1 0 0,0-1 0 0 0,0 0-1 0 0,6 2 1 0 0,-10-4-4 0 0,1 0 0 0 0,-1 0 0 0 0,1 0 0 0 0,-1 0 0 0 0,0 0 0 0 0,1 0 0 0 0,-1-1 0 0 0,1 1 0 0 0,-1 0 0 0 0,0 0 0 0 0,1 0 0 0 0,-1-1 0 0 0,1 1 0 0 0,-1 0 0 0 0,0 0 0 0 0,1-1 0 0 0,-1 1 0 0 0,0 0 0 0 0,0-1-1 0 0,1 1 1 0 0,-1 0 0 0 0,0-1 0 0 0,0 1 0 0 0,1-1 0 0 0,-1 1 0 0 0,0 0 0 0 0,0-1 0 0 0,0 1 0 0 0,0-1 0 0 0,0 1 0 0 0,1-1 0 0 0,-1 1 0 0 0,0-1 0 0 0,0 1 0 0 0,0 0 0 0 0,0-1 0 0 0,0 1 0 0 0,-1-1 0 0 0,3-25 532 0 0,-2 18-387 0 0,2-13 68 0 0,1-1 0 0 0,0 1 1 0 0,2 0-1 0 0,8-25 0 0 0,-10 38-494 0 0,0-1-1 0 0,1 1 1 0 0,0 0-1 0 0,1 0 1 0 0,0 1 0 0 0,0-1-1 0 0,0 1 1 0 0,1 0-1 0 0,0 1 1 0 0,0-1-1 0 0,1 1 1 0 0,13-10-1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1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0 209 10594 0 0,'12'-6'8403'0'0,"1"-6"-5930"0"0,6-15-1730 0 0,-19 27-739 0 0,5-8 51 0 0,-1 0 1 0 0,0 0-1 0 0,0-1 0 0 0,-1 1 1 0 0,4-16-1 0 0,-6 21-50 0 0,0 1 0 0 0,0-1-1 0 0,-1 1 1 0 0,1-1 0 0 0,-1 0 0 0 0,0 1 0 0 0,0-1-1 0 0,0 0 1 0 0,0 1 0 0 0,0-1 0 0 0,-1 0 0 0 0,1 1-1 0 0,-1-1 1 0 0,1 1 0 0 0,-1-1 0 0 0,0 1 0 0 0,0-1-1 0 0,0 1 1 0 0,0-1 0 0 0,-1 1 0 0 0,1 0-1 0 0,-1 0 1 0 0,1 0 0 0 0,-3-3 0 0 0,3 5-3 0 0,1-1 0 0 0,-1 0 0 0 0,0 1 1 0 0,0-1-1 0 0,1 1 0 0 0,-1-1 0 0 0,0 1 0 0 0,0-1 0 0 0,1 1 1 0 0,-1 0-1 0 0,0 0 0 0 0,0-1 0 0 0,0 1 0 0 0,0 0 0 0 0,0 0 1 0 0,0 0-1 0 0,1 0 0 0 0,-1 0 0 0 0,0 0 0 0 0,0 0 0 0 0,0 0 1 0 0,0 0-1 0 0,0 0 0 0 0,0 0 0 0 0,1 1 0 0 0,-1-1 0 0 0,0 0 1 0 0,0 1-1 0 0,-1 0 0 0 0,0 0 9 0 0,1 1 0 0 0,0-1 0 0 0,0 1 0 0 0,0 0 0 0 0,0-1 0 0 0,0 1 0 0 0,0 0 0 0 0,0 0 0 0 0,1-1 0 0 0,-1 1 0 0 0,0 0 0 0 0,0 4 0 0 0,0 3 24 0 0,0-1-1 0 0,1 1 1 0 0,-1-1 0 0 0,2 1-1 0 0,0 10 1 0 0,2-8-35 0 0,0 0 0 0 0,1-1 0 0 0,0 1 0 0 0,1-1 0 0 0,0 0 0 0 0,0 0 0 0 0,1 0 0 0 0,0-1 0 0 0,1 0 0 0 0,14 15 0 0 0,-18-21 0 0 0,0 1 0 0 0,0-1 0 0 0,0-1 0 0 0,1 1 0 0 0,-1 0 0 0 0,1-1 0 0 0,0 1 0 0 0,0-1 0 0 0,-1 0 0 0 0,2 0 0 0 0,-1-1 0 0 0,0 1 0 0 0,0-1 0 0 0,0 0 0 0 0,1 0 0 0 0,-1-1 0 0 0,0 1 0 0 0,1-1 0 0 0,-1 0 0 0 0,0 0 0 0 0,1 0 0 0 0,-1 0 0 0 0,1-1 0 0 0,-1 0 0 0 0,0 0 0 0 0,0 0 0 0 0,1-1 0 0 0,-1 1 0 0 0,0-1 0 0 0,5-3 0 0 0,-4 1-17 0 0,1 0 1 0 0,-1 0-1 0 0,-1-1 1 0 0,1 1-1 0 0,-1-1 1 0 0,1 0-1 0 0,-1-1 0 0 0,-1 1 1 0 0,1-1-1 0 0,2-6 1 0 0,28-68-260 0 0,-21 47 230 0 0,-9 24 121 0 0,0 0-1 0 0,0 1 1 0 0,1-1 0 0 0,0 1 0 0 0,1 0-1 0 0,0 0 1 0 0,10-10 0 0 0,-14 16-60 0 0,-1 1 1 0 0,1 0-1 0 0,-1-1 1 0 0,1 1-1 0 0,-1 0 1 0 0,1 0-1 0 0,0 0 1 0 0,0 0-1 0 0,-1 0 1 0 0,1 1-1 0 0,0-1 1 0 0,0 0-1 0 0,0 1 1 0 0,0-1-1 0 0,0 1 1 0 0,0 0-1 0 0,0 0 1 0 0,0 0-1 0 0,0 0 1 0 0,0 0-1 0 0,0 0 1 0 0,0 0-1 0 0,0 1 1 0 0,0-1-1 0 0,0 1 1 0 0,0-1-1 0 0,-1 1 1 0 0,1 0-1 0 0,0 0 1 0 0,0 0-1 0 0,0 0 1 0 0,-1 0-1 0 0,1 0 1 0 0,-1 0-1 0 0,1 1 1 0 0,-1-1-1 0 0,1 0 1 0 0,-1 1-1 0 0,0-1 1 0 0,1 1-1 0 0,-1 0 1 0 0,1 2-1 0 0,30 52 190 0 0,3 4 79 0 0,-33-56-272 0 0,1 0 0 0 0,0-1 0 0 0,0 1 0 0 0,0-1 0 0 0,1 0 0 0 0,-1 0 0 0 0,1 0-1 0 0,-1 0 1 0 0,1-1 0 0 0,0 1 0 0 0,7 2 0 0 0,-9-4-12 0 0,-1-1 0 0 0,1 0 0 0 0,-1 0 0 0 0,1 1 0 0 0,-1-1 0 0 0,1 0 0 0 0,0 0 0 0 0,-1 0 0 0 0,1 0 0 0 0,-1-1 0 0 0,1 1 0 0 0,-1 0 0 0 0,1-1 0 0 0,0 1 0 0 0,-1-1 0 0 0,0 0 0 0 0,1 1 0 0 0,-1-1 0 0 0,1 0 0 0 0,-1 0 0 0 0,0 0 0 0 0,1 0 0 0 0,-1 0 0 0 0,0 0 0 0 0,0 0 0 0 0,0 0 0 0 0,2-2 0 0 0,3-6 0 0 0,0 1 0 0 0,-1-1 0 0 0,7-13 0 0 0,1-4 0 0 0,-9 22 1 0 0,4-9 26 0 0,1 1 0 0 0,1 0 0 0 0,13-14 0 0 0,-21 24-23 0 0,0 0 0 0 0,0 0 0 0 0,0 0 0 0 0,0 0 0 0 0,0 1 0 0 0,0-1 0 0 0,1 1 0 0 0,-1 0 0 0 0,0-1 0 0 0,1 1 0 0 0,-1 0 1 0 0,1 0-1 0 0,-1 1 0 0 0,1-1 0 0 0,0 0 0 0 0,-1 1 0 0 0,1 0 0 0 0,0-1 0 0 0,-1 1 0 0 0,1 0 0 0 0,0 0 0 0 0,-1 1 1 0 0,1-1-1 0 0,0 0 0 0 0,-1 1 0 0 0,5 1 0 0 0,-4 0 38 0 0,0 0-1 0 0,0 1 1 0 0,0-1-1 0 0,0 1 1 0 0,0-1-1 0 0,0 1 1 0 0,-1 0 0 0 0,0 0-1 0 0,1 0 1 0 0,-1 0-1 0 0,2 6 1 0 0,19 44 348 0 0,-8-19-266 0 0,-14-30-285 0 0,1-1-1 0 0,-1 1 0 0 0,1-1 1 0 0,0 0-1 0 0,1 0 0 0 0,-1 1 1 0 0,0-1-1 0 0,1-1 0 0 0,0 1 0 0 0,-1 0 1 0 0,1-1-1 0 0,0 1 0 0 0,1-1 1 0 0,-1 0-1 0 0,0 0 0 0 0,1 0 1 0 0,-1 0-1 0 0,1-1 0 0 0,6 3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1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8290 0 0,'2'-9'-1344'0'0,"5"-10"7892"0"0,-7 19-6365 0 0,1-1 0 0 0,-1 1 0 0 0,1 0 0 0 0,-1 0-1 0 0,0 0 1 0 0,1 0 0 0 0,-1 0 0 0 0,1-1-1 0 0,-1 1 1 0 0,1 0 0 0 0,-1 0 0 0 0,10 6 3838 0 0,-10-6-3838 0 0,0 0 0 0 0,0 1-1 0 0,1-1 1 0 0,-1 1 0 0 0,0-1 0 0 0,0 1-1 0 0,0 0 1 0 0,19 26 641 0 0,-2 2 0 0 0,0 0 0 0 0,19 53 0 0 0,-3-10-583 0 0,79 189 1331 0 0,-49-85-3641 0 0,-58-162 632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1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0 154 18748 0 0,'81'-18'3595'0'0,"-29"-3"-3974"0"0,53-29 0 0 0,-13 4-2885 0 0,-52 27 1715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2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68 7834 0 0,'-56'-67'14571'0'0,"55"69"-14396"0"0,1 1 0 0 0,-1-1 0 0 0,1 1 0 0 0,-1 0 0 0 0,1-1 0 0 0,0 1 1 0 0,0-1-1 0 0,0 1 0 0 0,2 4 0 0 0,50 453 1505 0 0,-48-410-1618 0 0,22 127-208 0 0,-6-53-3424 0 0,-20-110-1946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3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11979 0 0,'4'3'4721'0'0,"12"-3"-2957"0"0,15-4-376 0 0,-8-2-711 0 0,-1-1 0 0 0,25-12 0 0 0,-24 10-1669 0 0,45-13 0 0 0,-44 17-6176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3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19 13363 0 0,'-13'-18'10580'0'0,"16"34"-10879"0"0,24 186 1625 0 0,-17-112-2541 0 0,38 162-1 0 0,-30-207-2354 0 0,-10-29 1733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4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75 11979 0 0,'4'-13'3596'0'0,"-11"24"-845"0"0,-9 19-658 0 0,13-23-2038 0 0,0 0 0 0 0,1 0 0 0 0,0 1 0 0 0,1-1 0 0 0,0 1-1 0 0,0 0 1 0 0,0-1 0 0 0,1 1 0 0 0,0 0 0 0 0,1-1 0 0 0,0 1 0 0 0,0-1 0 0 0,0 1 0 0 0,1-1 0 0 0,0 1 0 0 0,1-1-1 0 0,-1 0 1 0 0,1 0 0 0 0,1 0 0 0 0,0 0 0 0 0,5 7 0 0 0,-4-7-10 0 0,1 0 0 0 0,-1 0 0 0 0,2 0 0 0 0,-1 0 0 0 0,1-1 0 0 0,0 0 0 0 0,1-1 0 0 0,-1 1 0 0 0,1-1 0 0 0,0-1 0 0 0,0 0 0 0 0,1 0 0 0 0,-1 0 0 0 0,1-1 0 0 0,0 0 0 0 0,0-1 0 0 0,9 2 0 0 0,-17-4-48 0 0,0 0 1 0 0,0 0-1 0 0,0 0 1 0 0,0 1-1 0 0,0-1 1 0 0,1 0-1 0 0,-1 0 1 0 0,0-1-1 0 0,0 1 1 0 0,0 0-1 0 0,0 0 1 0 0,0 0-1 0 0,0-1 1 0 0,0 1-1 0 0,0 0 1 0 0,0-1-1 0 0,0 1 1 0 0,0-1-1 0 0,0 1 1 0 0,-1-1-1 0 0,1 0 0 0 0,0 1 1 0 0,0-1-1 0 0,0 0 1 0 0,-1 0-1 0 0,2-1 1 0 0,-1 1-10 0 0,-1-1 1 0 0,1 0-1 0 0,-1 0 0 0 0,1 0 0 0 0,-1 1 1 0 0,1-1-1 0 0,-1 0 0 0 0,0 0 1 0 0,0 0-1 0 0,0 0 0 0 0,0 0 0 0 0,0 0 1 0 0,-1-2-1 0 0,-1-4-51 0 0,0 0 0 0 0,-1 0 0 0 0,0 0 0 0 0,0 0 0 0 0,-7-12 0 0 0,-10-11-848 0 0,5 9 433 0 0,0-1 0 0 0,-11-28 1 0 0,23 45 436 0 0,0 0 0 0 0,1 0 0 0 0,0 0 0 0 0,0 0 0 0 0,1 0 0 0 0,0 0 0 0 0,0-1 0 0 0,0 1 0 0 0,1-1 0 0 0,0 1 0 0 0,0-1 0 0 0,1 1 0 0 0,-1 0 0 0 0,3-9 0 0 0,-2 14 36 0 0,0-1 1 0 0,0 1-1 0 0,-1-1 0 0 0,1 1 1 0 0,0 0-1 0 0,0-1 1 0 0,0 1-1 0 0,1 0 0 0 0,-1 0 1 0 0,0 0-1 0 0,0 0 0 0 0,1 0 1 0 0,-1 0-1 0 0,1 0 1 0 0,-1 0-1 0 0,1 0 0 0 0,-1 1 1 0 0,1-1-1 0 0,-1 1 0 0 0,1-1 1 0 0,-1 1-1 0 0,1 0 0 0 0,0-1 1 0 0,-1 1-1 0 0,1 0 1 0 0,0 0-1 0 0,-1 0 0 0 0,3 0 1 0 0,8 1 291 0 0,-1 0 1 0 0,1 1-1 0 0,11 3 1 0 0,-10-2 175 0 0,110 18 1539 0 0,-121-21-2001 0 0,0 1 1 0 0,0-1 0 0 0,0 1-1 0 0,0 0 1 0 0,-1 0-1 0 0,1 0 1 0 0,0 0 0 0 0,0 0-1 0 0,-1 0 1 0 0,1 0-1 0 0,-1 0 1 0 0,1 1 0 0 0,-1-1-1 0 0,1 1 1 0 0,-1-1-1 0 0,0 1 1 0 0,0 0 0 0 0,0-1-1 0 0,0 1 1 0 0,0 0 0 0 0,0 0-1 0 0,1 2 1 0 0,1 6 6 0 0,0 0 0 0 0,0 1 0 0 0,1 12 0 0 0,5 18 3 0 0,-7-37-2 0 0,-1 0 1 0 0,1-1 0 0 0,0 1 0 0 0,0 0-1 0 0,1-1 1 0 0,-1 1 0 0 0,1-1-1 0 0,-1 0 1 0 0,1 0 0 0 0,0 0 0 0 0,0 0-1 0 0,1 0 1 0 0,-1 0 0 0 0,0-1-1 0 0,1 0 1 0 0,0 0 0 0 0,-1 0 0 0 0,1 0-1 0 0,0 0 1 0 0,0-1 0 0 0,0 0-1 0 0,0 0 1 0 0,0 0 0 0 0,1 0-1 0 0,6 0 1 0 0,-7-1 3 0 0,1-1-1 0 0,-1 1 0 0 0,1-1 1 0 0,-1 0-1 0 0,0 0 1 0 0,1-1-1 0 0,-1 1 1 0 0,0-1-1 0 0,0 0 1 0 0,0 0-1 0 0,0 0 0 0 0,0 0 1 0 0,0-1-1 0 0,-1 0 1 0 0,1 0-1 0 0,-1 0 1 0 0,0 0-1 0 0,0 0 0 0 0,0-1 1 0 0,0 1-1 0 0,0-1 1 0 0,-1 0-1 0 0,4-8 1 0 0,9-30 214 0 0,-14 35-195 0 0,1 1 1 0 0,0-1 0 0 0,0 0 0 0 0,1 1 0 0 0,0-1-1 0 0,0 1 1 0 0,5-7 0 0 0,-7 13-33 0 0,-1 0 0 0 0,1 0 0 0 0,-1-1 0 0 0,1 1 0 0 0,-1 0 0 0 0,1 0 0 0 0,-1 0 0 0 0,1 0 0 0 0,0 0 0 0 0,-1 0 0 0 0,1-1 0 0 0,-1 2 0 0 0,1-1 0 0 0,0 0 0 0 0,-1 0 0 0 0,1 0 0 0 0,-1 0 0 0 0,1 0 0 0 0,-1 0 0 0 0,1 0 0 0 0,0 1 0 0 0,-1-1 0 0 0,1 0 0 0 0,-1 1 0 0 0,1-1 0 0 0,-1 0 0 0 0,0 1 0 0 0,1-1 0 0 0,-1 0 0 0 0,1 1 0 0 0,0 0 0 0 0,19 17 0 0 0,-14-12 0 0 0,4 2 35 0 0,-1-1 0 0 0,1 0 0 0 0,0 0 0 0 0,0-1-1 0 0,1 0 1 0 0,0-1 0 0 0,0 0 0 0 0,0-1 0 0 0,1 0 0 0 0,0-1 0 0 0,-1 0 0 0 0,21 1-1 0 0,-29-4-4 0 0,0-1 1 0 0,0 1-1 0 0,1-1 0 0 0,-1 0 0 0 0,0 0 0 0 0,0 0 0 0 0,0-1 0 0 0,0 1 0 0 0,0-1 0 0 0,-1 1 0 0 0,1-1 0 0 0,0 0 0 0 0,-1 0 0 0 0,1 0 0 0 0,-1-1 0 0 0,0 1 0 0 0,0-1 0 0 0,0 1 0 0 0,0-1 0 0 0,0 0 0 0 0,0 1 0 0 0,-1-1 0 0 0,1 0 0 0 0,-1 0 0 0 0,0 0 1 0 0,0 0-1 0 0,0 0 0 0 0,1-5 0 0 0,0 2-9 0 0,-1-1 0 0 0,1 0 1 0 0,-1 0-1 0 0,-1 0 1 0 0,1 0-1 0 0,-1 0 1 0 0,0 0-1 0 0,-1 0 0 0 0,1 1 1 0 0,-1-1-1 0 0,-1 0 1 0 0,-2-10-1 0 0,-1 8-1086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4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5 5529 0 0,'-5'-5'8100'0'0,"-4"9"-4358"0"0,-7 6-1110 0 0,6-1-2088 0 0,-1 1 0 0 0,1 0 1 0 0,0 1-1 0 0,-13 21 0 0 0,19-26-520 0 0,0 0-1 0 0,0 0 1 0 0,1 0 0 0 0,0 0-1 0 0,0 1 1 0 0,1-1-1 0 0,-1 1 1 0 0,1 0 0 0 0,1 0-1 0 0,0 0 1 0 0,-1 11 0 0 0,2-14-24 0 0,1-1 1 0 0,0 1 0 0 0,0-1-1 0 0,0 0 1 0 0,0 1 0 0 0,0-1-1 0 0,1 0 1 0 0,0 0 0 0 0,-1 0-1 0 0,1 0 1 0 0,0 0 0 0 0,1 0 0 0 0,-1-1-1 0 0,0 1 1 0 0,1-1 0 0 0,0 1-1 0 0,-1-1 1 0 0,1 0 0 0 0,0 0-1 0 0,0 0 1 0 0,0-1 0 0 0,0 1-1 0 0,4 1 1 0 0,11 5-2 0 0,1-1 1 0 0,-1-1-1 0 0,21 3 1 0 0,-16-3-1 0 0,-21-5 1 0 0,7 1 4 0 0,0 0 1 0 0,-1 1-1 0 0,0 0 0 0 0,1 1 1 0 0,-1-1-1 0 0,7 6 0 0 0,-13-8-2 0 0,-1 0 0 0 0,0 1 0 0 0,1-1-1 0 0,-1 0 1 0 0,0 0 0 0 0,0 1 0 0 0,0-1 0 0 0,0 0-1 0 0,0 1 1 0 0,0 0 0 0 0,0-1 0 0 0,-1 1 0 0 0,1-1-1 0 0,0 1 1 0 0,-1 0 0 0 0,0-1 0 0 0,1 1 0 0 0,-1 0-1 0 0,0-1 1 0 0,0 1 0 0 0,0 0 0 0 0,0 0 0 0 0,0-1-1 0 0,0 1 1 0 0,0 0 0 0 0,0 0 0 0 0,-1-1 0 0 0,1 1-1 0 0,-1 0 1 0 0,0-1 0 0 0,1 1 0 0 0,-1-1 0 0 0,0 1-1 0 0,0-1 1 0 0,0 1 0 0 0,0-1 0 0 0,-1 2 0 0 0,-6 9 87 0 0,-1-2 1 0 0,0 1-1 0 0,-1-1 1 0 0,0-1 0 0 0,0 0-1 0 0,-1 0 1 0 0,0-1-1 0 0,-20 12 1 0 0,10-9-27 0 0,-1 0 1 0 0,0-1-1 0 0,0-1 0 0 0,-27 6 1 0 0,17-8-270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2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2 124 7370 0 0,'-1'-23'2632'0'0,"1"6"-92"0"0,0-1 0 0 0,1 1 0 0 0,5-31 0 0 0,7 81 383 0 0,4 35-2656 0 0,-3 0-1 0 0,-2 1 1 0 0,3 115 0 0 0,-8 243-950 0 0,-7-423 565 0 0,-3 28-928 0 0,2-31 799 0 0,1 0 1 0 0,0 0-1 0 0,-1 1 0 0 0,1-1 0 0 0,-1 0 0 0 0,0 0 0 0 0,1 0 1 0 0,-1 0-1 0 0,0 0 0 0 0,0 0 0 0 0,1 0 0 0 0,-1 0 0 0 0,0 0 0 0 0,-1 0 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3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0 235 5985 0 0,'2'-12'164'0'0,"0"1"0"0"0,1-1 0 0 0,0 0 0 0 0,0 1-1 0 0,1-1 1 0 0,1 1 0 0 0,0 0 0 0 0,0 1 0 0 0,1-1 0 0 0,1 1-1 0 0,0 0 1 0 0,15-16 0 0 0,-14 18 593 0 0,0 0 0 0 0,0 0 0 0 0,1 1 0 0 0,0 1 0 0 0,0-1 0 0 0,1 1 0 0 0,0 1 0 0 0,13-6 0 0 0,-18 9-541 0 0,0 1 0 0 0,-1-1 0 0 0,1 1 0 0 0,0 0 0 0 0,0 0 0 0 0,0 0 0 0 0,0 1 1 0 0,0 0-1 0 0,0 0 0 0 0,0 0 0 0 0,0 1 0 0 0,0-1 0 0 0,0 1 0 0 0,-1 0 0 0 0,1 0 0 0 0,0 1 0 0 0,0 0 0 0 0,-1 0 0 0 0,1 0 0 0 0,-1 0 0 0 0,6 4 1 0 0,-6-2-174 0 0,-1-1 1 0 0,0 0-1 0 0,0 1 1 0 0,0-1 0 0 0,-1 1-1 0 0,1 0 1 0 0,-1 0-1 0 0,0 0 1 0 0,0 1 0 0 0,0-1-1 0 0,0 0 1 0 0,-1 1 0 0 0,0-1-1 0 0,0 1 1 0 0,0-1-1 0 0,0 1 1 0 0,-1-1 0 0 0,0 1-1 0 0,0 0 1 0 0,-1 5 0 0 0,0 7 63 0 0,-1 0 0 0 0,0 0 0 0 0,-2 0 0 0 0,-5 18 0 0 0,-2-5 26 0 0,-1 0 0 0 0,-1-1 1 0 0,-33 53-1 0 0,-63 72 202 0 0,94-135-213 0 0,15-18-110 0 0,0-1 0 0 0,-1 0 0 0 0,1 1 0 0 0,0-1 0 0 0,-1 1 0 0 0,1-1 0 0 0,0 0 0 0 0,-1 1 0 0 0,1-1 0 0 0,0 1 0 0 0,0-1 0 0 0,0 1 0 0 0,-1-1 0 0 0,1 0 0 0 0,0 1 0 0 0,0-1 0 0 0,0 1 1 0 0,0-1-1 0 0,0 1 0 0 0,0-1 0 0 0,0 1 0 0 0,0-1 0 0 0,0 1 0 0 0,0-1 0 0 0,0 1 0 0 0,0-1 0 0 0,0 1 0 0 0,1-1 0 0 0,-1 1 0 0 0,0-1 0 0 0,0 1 0 0 0,0-1 0 0 0,1 1 0 0 0,-1-1 0 0 0,20 7 183 0 0,33-8-89 0 0,-46 0-74 0 0,22-1 36 0 0,-1 2 0 0 0,0 0 0 0 0,1 2 0 0 0,37 8 0 0 0,-47-5-165 0 0,1 0 0 0 0,-1 1 0 0 0,1 2 0 0 0,-2 0 0 0 0,1 1 0 0 0,30 20 0 0 0,-30-17-1698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3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4145 0 0,'1'3'163'0'0,"1"-1"-1"0"0,-1 1 1 0 0,1 0 0 0 0,0 0 0 0 0,0-1-1 0 0,0 1 1 0 0,0-1 0 0 0,0 1-1 0 0,1-1 1 0 0,-1 0 0 0 0,1 0 0 0 0,-1 0-1 0 0,1-1 1 0 0,0 1 0 0 0,0 0 0 0 0,0-1-1 0 0,0 0 1 0 0,4 2 0 0 0,3 1 801 0 0,1-1 1 0 0,0 0 0 0 0,0 0-1 0 0,12 1 1 0 0,-15-4-765 0 0,-1 0 1 0 0,1 0-1 0 0,0-1 1 0 0,0 1-1 0 0,0-2 1 0 0,0 1-1 0 0,-1-1 1 0 0,1 0-1 0 0,0-1 1 0 0,-1 0-1 0 0,0 0 1 0 0,0-1-1 0 0,0 1 1 0 0,0-2-1 0 0,-1 1 1 0 0,1-1-1 0 0,-1 0 1 0 0,0 0-1 0 0,0 0 1 0 0,-1-1-1 0 0,0 0 1 0 0,9-12-1 0 0,-7 7 72 0 0,0 0 0 0 0,-1 0 0 0 0,0 0-1 0 0,-1-1 1 0 0,0 0 0 0 0,-1 0 0 0 0,0 0 0 0 0,-1 0-1 0 0,0-1 1 0 0,-1 0 0 0 0,-1 1 0 0 0,0-1 0 0 0,-1-20-1 0 0,0 31-282 0 0,1 0 0 0 0,-1 1-1 0 0,-1-1 1 0 0,1 0-1 0 0,0 0 1 0 0,0 1-1 0 0,-1-1 1 0 0,1 0-1 0 0,-1 1 1 0 0,1-1 0 0 0,-1 0-1 0 0,0 1 1 0 0,1-1-1 0 0,-1 1 1 0 0,0-1-1 0 0,0 1 1 0 0,0-1 0 0 0,0 1-1 0 0,-1 0 1 0 0,1-1-1 0 0,0 1 1 0 0,0 0-1 0 0,-1 0 1 0 0,1 0 0 0 0,-1 0-1 0 0,1 0 1 0 0,-3-1-1 0 0,2 2-3 0 0,0 0-1 0 0,-1 0 0 0 0,1 0 1 0 0,0 1-1 0 0,0-1 0 0 0,-1 1 1 0 0,1-1-1 0 0,0 1 1 0 0,0 0-1 0 0,0 0 0 0 0,0 0 1 0 0,0 0-1 0 0,0 0 0 0 0,0 0 1 0 0,0 0-1 0 0,0 1 0 0 0,0-1 1 0 0,1 1-1 0 0,-1-1 1 0 0,1 1-1 0 0,-2 2 0 0 0,-9 7 69 0 0,2 1 1 0 0,-1 1-1 0 0,2 0 0 0 0,0 0 0 0 0,0 1 0 0 0,-8 18 1 0 0,15-25-7 0 0,-1 0 0 0 0,1 0 1 0 0,0 0-1 0 0,1 0 0 0 0,-1 1 1 0 0,2-1-1 0 0,-1 0 0 0 0,1 1 1 0 0,0-1-1 0 0,0 0 0 0 0,1 1 1 0 0,0-1-1 0 0,0 0 0 0 0,1 1 0 0 0,5 12 1 0 0,-3-9 29 0 0,1 0 0 0 0,1-1 0 0 0,0 1 0 0 0,0-1 0 0 0,1 0-1 0 0,0-1 1 0 0,1 0 0 0 0,0 0 0 0 0,13 10 0 0 0,-15-14-174 0 0,0 0-1 0 0,0 0 1 0 0,1-1-1 0 0,0 0 1 0 0,0 0-1 0 0,0 0 1 0 0,0-1-1 0 0,0 0 0 0 0,1-1 1 0 0,-1 1-1 0 0,1-2 1 0 0,0 1-1 0 0,0-1 1 0 0,15 1-1 0 0,-6-3-1018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3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1 162 5529 0 0,'36'11'3577'0'0,"-22"-5"-2093"0"0,-1 1 0 0 0,0 0-1 0 0,0 1 1 0 0,19 14 0 0 0,40 43 2464 0 0,-23-19-3051 0 0,-45-43-859 0 0,0 1 0 0 0,1-1 0 0 0,-1 1 0 0 0,1-1 0 0 0,0-1 0 0 0,8 4 0 0 0,-13-5-22 0 0,1-1 0 0 0,0 0 0 0 0,0 0 0 0 0,0 1-1 0 0,-1-1 1 0 0,1 0 0 0 0,0 0 0 0 0,0 0-1 0 0,0 0 1 0 0,-1 0 0 0 0,1 0 0 0 0,0 0-1 0 0,0 0 1 0 0,0-1 0 0 0,-1 1 0 0 0,1 0-1 0 0,0 0 1 0 0,0-1 0 0 0,-1 1 0 0 0,2-1-1 0 0,-1 0 27 0 0,0 0-1 0 0,0 0 0 0 0,-1 0 0 0 0,1 0 0 0 0,0 0 1 0 0,-1-1-1 0 0,1 1 0 0 0,-1 0 0 0 0,1 0 0 0 0,-1 0 0 0 0,0-1 1 0 0,0 1-1 0 0,1 0 0 0 0,-1 0 0 0 0,0-1 0 0 0,0 1 1 0 0,0-3-1 0 0,-1-32-133 0 0,6-126 1567 0 0,-2 137-3856 0 0,1 0 1 0 0,10-32-1 0 0,-5 29-4903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4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0 326 4233 0 0,'1'2'145'0'0,"0"0"1"0"0,1-1 0 0 0,-1 1-1 0 0,0-1 1 0 0,1 1-1 0 0,-1-1 1 0 0,1 0-1 0 0,-1 0 1 0 0,1 1 0 0 0,0-1-1 0 0,-1 0 1 0 0,1-1-1 0 0,0 1 1 0 0,0 0-1 0 0,0 0 1 0 0,0-1 0 0 0,0 1-1 0 0,0-1 1 0 0,0 0-1 0 0,0 1 1 0 0,0-1-1 0 0,0 0 1 0 0,0 0 0 0 0,0 0-1 0 0,0 0 1 0 0,0-1-1 0 0,0 1 1 0 0,-1-1-1 0 0,1 1 1 0 0,3-2 0 0 0,1 1 552 0 0,-1-1 0 0 0,1 0 1 0 0,-1 0-1 0 0,0-1 1 0 0,1 0-1 0 0,-1 0 1 0 0,-1 0-1 0 0,1 0 1 0 0,8-8-1 0 0,-7 3-327 0 0,0 0-1 0 0,0-1 1 0 0,-1 0-1 0 0,0 0 1 0 0,0 0-1 0 0,-1 0 1 0 0,0-1 0 0 0,-1 0-1 0 0,0 0 1 0 0,-1 0-1 0 0,2-11 1 0 0,-1-4-112 0 0,0 0 0 0 0,-2 0 0 0 0,-2-35 0 0 0,0 56-249 0 0,1 0 0 0 0,0 1 1 0 0,-1-1-1 0 0,0 0 0 0 0,0 0 1 0 0,0 0-1 0 0,-1 0 1 0 0,1 1-1 0 0,-5-7 0 0 0,6 9-3 0 0,-1 0-1 0 0,0 0 1 0 0,1 1-1 0 0,-1-1 1 0 0,0 0-1 0 0,0 1 1 0 0,0-1-1 0 0,1 1 0 0 0,-1-1 1 0 0,0 1-1 0 0,0-1 1 0 0,0 1-1 0 0,0 0 1 0 0,0-1-1 0 0,0 1 1 0 0,0 0-1 0 0,0 0 1 0 0,0-1-1 0 0,0 1 1 0 0,0 0-1 0 0,0 0 0 0 0,0 0 1 0 0,0 1-1 0 0,0-1 1 0 0,0 0-1 0 0,0 0 1 0 0,0 0-1 0 0,0 1 1 0 0,0-1-1 0 0,0 0 1 0 0,1 1-1 0 0,-1-1 1 0 0,0 1-1 0 0,0-1 0 0 0,0 1 1 0 0,0-1-1 0 0,1 1 1 0 0,-1 0-1 0 0,0 0 1 0 0,0-1-1 0 0,1 1 1 0 0,-1 0-1 0 0,0 1 1 0 0,-6 4-30 0 0,1 1 0 0 0,0 0 0 0 0,0 0 0 0 0,0 0 0 0 0,1 1 0 0 0,0 0 0 0 0,1 0 0 0 0,0 0 0 0 0,-5 15 0 0 0,7-19 5 0 0,1 1 0 0 0,0-1-1 0 0,0 1 1 0 0,0 0 0 0 0,1 0 0 0 0,0-1 0 0 0,0 1 0 0 0,0 0 0 0 0,0 0 0 0 0,1-1 0 0 0,-1 1 0 0 0,1 0 0 0 0,1-1 0 0 0,-1 1 0 0 0,0-1 0 0 0,1 1-1 0 0,0-1 1 0 0,0 0 0 0 0,1 0 0 0 0,2 5 0 0 0,6 4 107 0 0,0 0 0 0 0,1-2 0 0 0,0 1 0 0 0,1-2 0 0 0,0 1-1 0 0,0-2 1 0 0,1 0 0 0 0,1 0 0 0 0,26 11 0 0 0,-24-14-2101 0 0,0 1 0 0 0,27 5-1 0 0,-28-9-4788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4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4145 0 0,'6'2'521'0'0,"-1"1"0"0"0,1-1 0 0 0,0 1 0 0 0,0 0 0 0 0,-1 0 0 0 0,0 0 0 0 0,0 1 0 0 0,0 0 0 0 0,0 0 0 0 0,0 0 0 0 0,-1 1 0 0 0,0-1 0 0 0,0 1 0 0 0,0 0 0 0 0,6 11 0 0 0,5 8 528 0 0,-2 2-1 0 0,11 28 1 0 0,-21-48-887 0 0,24 78 889 0 0,-12-29 1969 0 0,-15-60-2604 0 0,-1 0-1 0 0,1 0 1 0 0,0 0 0 0 0,0 0-1 0 0,1 1 1 0 0,-1-1-1 0 0,3-10 1 0 0,12-39-207 0 0,-6 24-259 0 0,1 1-1 0 0,2 0 1 0 0,20-35-1 0 0,-21 46-1073 0 0,24-32 0 0 0,-25 38-1064 0 0,2-1 0 0 0,23-19 0 0 0,-23 22 1483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5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 7370 0 0,'-3'6'8232'0'0,"-4"8"-5866"0"0,-14 25-1839 0 0,14-25-131 0 0,1 1 0 0 0,0 0 0 0 0,2 0 0 0 0,-1 1 0 0 0,-2 21 0 0 0,7-31-364 0 0,-1 0-1 0 0,1 0 1 0 0,1 0-1 0 0,-1 0 0 0 0,1 0 1 0 0,0 0-1 0 0,0 0 1 0 0,1 0-1 0 0,-1-1 0 0 0,1 1 1 0 0,1 0-1 0 0,-1-1 1 0 0,1 0-1 0 0,0 1 0 0 0,0-1 1 0 0,1 0-1 0 0,5 6 1 0 0,25 22-34 0 0,16 17-178 0 0,-47-46 132 0 0,-1-1-1 0 0,1 0 1 0 0,-1 1 0 0 0,0-1-1 0 0,0 1 1 0 0,0 0 0 0 0,-1 0 0 0 0,1 0-1 0 0,-1 0 1 0 0,0 0 0 0 0,0 0 0 0 0,0 0-1 0 0,0 6 1 0 0,-1-8 47 0 0,0 0 0 0 0,0 0 0 0 0,0 0 0 0 0,-1 0 1 0 0,1 0-1 0 0,-1 0 0 0 0,1 0 0 0 0,-1 0 0 0 0,0 0 0 0 0,0 0 0 0 0,0 0 0 0 0,0 0 0 0 0,0 0 0 0 0,0-1 1 0 0,0 1-1 0 0,-1 0 0 0 0,1-1 0 0 0,-1 1 0 0 0,1-1 0 0 0,-1 1 0 0 0,1-1 0 0 0,-1 0 0 0 0,0 0 1 0 0,0 0-1 0 0,0 0 0 0 0,0 0 0 0 0,0 0 0 0 0,0 0 0 0 0,0-1 0 0 0,0 1 0 0 0,0 0 0 0 0,-3-1 0 0 0,-2 1-132 0 0,-1 0-1 0 0,1 0 1 0 0,-1-1-1 0 0,1 0 1 0 0,-1-1-1 0 0,0 0 1 0 0,-13-3-1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5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0 325 5065 0 0,'10'0'365'0'0,"-1"0"1"0"0,0-1-1 0 0,1 0 1 0 0,-1 0-1 0 0,0-1 1 0 0,0 0-1 0 0,0-1 0 0 0,0 0 1 0 0,0 0-1 0 0,0-1 1 0 0,-1 0-1 0 0,0-1 0 0 0,0 0 1 0 0,0 0-1 0 0,0 0 1 0 0,-1-1-1 0 0,0 0 0 0 0,0-1 1 0 0,0 0-1 0 0,-1 0 1 0 0,0 0-1 0 0,-1-1 1 0 0,0 1-1 0 0,0-1 0 0 0,0-1 1 0 0,-1 1-1 0 0,0-1 1 0 0,-1 1-1 0 0,0-1 0 0 0,0 0 1 0 0,2-13-1 0 0,-5 20-285 0 0,3-14 235 0 0,-1 0 0 0 0,1-27 0 0 0,-3 40-249 0 0,0 0 0 0 0,0 0 0 0 0,0 0 0 0 0,0-1 1 0 0,-1 1-1 0 0,1 0 0 0 0,-1 0 0 0 0,0 0 0 0 0,0 0 0 0 0,0 0 0 0 0,0 0 0 0 0,-1 0 0 0 0,1 1 1 0 0,-1-1-1 0 0,0 0 0 0 0,1 1 0 0 0,-1-1 0 0 0,0 1 0 0 0,-1 0 0 0 0,1-1 0 0 0,-3-1 0 0 0,4 4-14 0 0,-1-1-1 0 0,1 1 1 0 0,-1-1-1 0 0,1 1 1 0 0,-1 0-1 0 0,1-1 1 0 0,-1 1-1 0 0,1 0 1 0 0,-1 0-1 0 0,0 0 1 0 0,1 0-1 0 0,-1 1 1 0 0,1-1-1 0 0,-1 0 1 0 0,1 1-1 0 0,-1-1 1 0 0,1 1-1 0 0,-1-1 1 0 0,1 1-1 0 0,-1-1 1 0 0,1 1-1 0 0,0 0 1 0 0,-1 0-1 0 0,1 0 1 0 0,0 0-1 0 0,0 0 1 0 0,0 0-1 0 0,0 0 1 0 0,0 0-1 0 0,0 1 1 0 0,0-1-1 0 0,-1 3 1 0 0,-4 3 46 0 0,1 0 1 0 0,0 1 0 0 0,1 0 0 0 0,-5 11 0 0 0,6-8-46 0 0,0 0-1 0 0,0-1 1 0 0,1 1 0 0 0,1 1-1 0 0,0-1 1 0 0,0 0-1 0 0,1 0 1 0 0,1 0 0 0 0,0 0-1 0 0,0 1 1 0 0,1-1-1 0 0,0 0 1 0 0,1-1 0 0 0,0 1-1 0 0,1 0 1 0 0,0-1-1 0 0,1 0 1 0 0,0 0 0 0 0,11 15-1 0 0,-7-11-215 0 0,0 0-1 0 0,2-1 0 0 0,0 0 1 0 0,0 0-1 0 0,1-1 1 0 0,0-1-1 0 0,1 0 0 0 0,1-1 1 0 0,0 0-1 0 0,0-1 1 0 0,1 0-1 0 0,22 9 0 0 0,-8-9-7165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6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11522 0 0,'1'-1'235'0'0,"-1"0"-1"0"0,1 0 0 0 0,-1 0 0 0 0,1 0 0 0 0,0 0 0 0 0,0 0 0 0 0,0 0 1 0 0,0 0-1 0 0,-1 0 0 0 0,1 0 0 0 0,0 1 0 0 0,1-1 0 0 0,-1 0 0 0 0,0 0 1 0 0,0 1-1 0 0,0-1 0 0 0,0 1 0 0 0,0-1 0 0 0,1 1 0 0 0,-1 0 0 0 0,0-1 0 0 0,0 1 1 0 0,1 0-1 0 0,-1 0 0 0 0,0 0 0 0 0,0 0 0 0 0,1 0 0 0 0,-1 0 0 0 0,0 0 1 0 0,0 0-1 0 0,1 0 0 0 0,-1 1 0 0 0,0-1 0 0 0,0 1 0 0 0,1-1 0 0 0,-1 1 1 0 0,1 0-1 0 0,1 0-75 0 0,0 1 0 0 0,0 0 1 0 0,-1-1-1 0 0,1 1 1 0 0,0 0-1 0 0,-1 0 1 0 0,0 1-1 0 0,1-1 0 0 0,-1 0 1 0 0,0 1-1 0 0,0 0 1 0 0,0-1-1 0 0,2 6 1 0 0,2 9-69 0 0,0-1 1 0 0,-2 1 0 0 0,0 1 0 0 0,3 32 0 0 0,-3 74 577 0 0,-4-77-457 0 0,7 50 1 0 0,-4-74-597 0 0,1 0 0 0 0,10 29 0 0 0,-11-43 36 0 0,0-1 1 0 0,1 0 0 0 0,-1 0 0 0 0,2 0 0 0 0,-1 0 0 0 0,1-1 0 0 0,0 0 0 0 0,1 0 0 0 0,7 8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6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 1376 0 0,'1'-4'348'0'0,"-1"0"1"0"0,1 1-1 0 0,1-1 0 0 0,-1 0 0 0 0,0 0 0 0 0,1 0 0 0 0,0 1 0 0 0,0-1 1 0 0,0 1-1 0 0,0-1 0 0 0,1 1 0 0 0,-1 0 0 0 0,1 0 0 0 0,0 0 0 0 0,-1 0 1 0 0,2 1-1 0 0,-1-1 0 0 0,0 1 0 0 0,5-3 0 0 0,4-3 972 0 0,0 1 0 0 0,0 0 0 0 0,1 1 0 0 0,19-6 0 0 0,-23 10-1025 0 0,0 0 1 0 0,0 1-1 0 0,0 0 0 0 0,0 1 0 0 0,0-1 1 0 0,0 2-1 0 0,0-1 0 0 0,0 1 0 0 0,0 1 1 0 0,0 0-1 0 0,-1 0 0 0 0,1 1 0 0 0,-1 0 1 0 0,1 0-1 0 0,-1 1 0 0 0,0 0 0 0 0,0 0 1 0 0,0 1-1 0 0,-1 0 0 0 0,9 7 1 0 0,-11-8-287 0 0,-1 0 0 0 0,1 0 0 0 0,-1 0 1 0 0,0 1-1 0 0,0-1 0 0 0,0 1 1 0 0,0 0-1 0 0,-1 0 0 0 0,0 1 1 0 0,0-1-1 0 0,0 0 0 0 0,-1 1 1 0 0,0 0-1 0 0,0 0 0 0 0,0 0 1 0 0,-1-1-1 0 0,0 1 0 0 0,0 1 1 0 0,0-1-1 0 0,-1 0 0 0 0,0 0 1 0 0,0 0-1 0 0,0 0 0 0 0,-1 0 1 0 0,0 0-1 0 0,0 0 0 0 0,-1 0 1 0 0,0 0-1 0 0,0 0 0 0 0,-3 6 1 0 0,-2 0 74 0 0,0 0 0 0 0,0-1 1 0 0,-1 0-1 0 0,-1 0 0 0 0,-19 19 1 0 0,24-26-146 0 0,-1 1 0 0 0,0-1 1 0 0,0 0-1 0 0,-1-1 0 0 0,1 1 1 0 0,-1-1-1 0 0,1 0 0 0 0,-1 0 1 0 0,0-1-1 0 0,-1 1 0 0 0,1-1 1 0 0,0-1-1 0 0,0 1 0 0 0,-12 0 0 0 0,10-2-1826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7834 0 0,'3'-1'295'0'0,"0"1"0"0"0,1-1 0 0 0,-1 1 1 0 0,0 0-1 0 0,1 0 0 0 0,-1 0 1 0 0,0 1-1 0 0,1-1 0 0 0,-1 1 0 0 0,0 0 1 0 0,1 0-1 0 0,-1 0 0 0 0,0 0 0 0 0,0 1 1 0 0,0-1-1 0 0,0 1 0 0 0,0-1 0 0 0,-1 1 1 0 0,1 0-1 0 0,0 1 0 0 0,-1-1 1 0 0,1 0-1 0 0,-1 1 0 0 0,0-1 0 0 0,0 1 1 0 0,0-1-1 0 0,0 1 0 0 0,0 0 0 0 0,-1 0 1 0 0,1 0-1 0 0,-1 0 0 0 0,2 5 0 0 0,3 11 343 0 0,-1 0-1 0 0,0 1 0 0 0,-2 0 0 0 0,2 29 1 0 0,1-2-247 0 0,-5-37-433 0 0,1 0 1 0 0,0 0-1 0 0,1 0 0 0 0,0-1 0 0 0,0 1 0 0 0,1-1 1 0 0,0 0-1 0 0,8 11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6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9218 0 0,'1'-1'896'0'0,"1"1"-800"0"0,-1 0-96 0 0,0 0 0 0 0,-1 1 0 0 0,2 2-96 0 0,0 1 24 0 0,1 3 0 0 0,1 1 72 0 0,0 2 0 0 0,2 1 0 0 0,-2 0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7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3 6449 0 0,'-2'-1'182'0'0,"-1"1"-1"0"0,1-1 0 0 0,-1 1 1 0 0,0-1-1 0 0,1 1 0 0 0,-1 0 1 0 0,0 0-1 0 0,1 0 0 0 0,-1 0 1 0 0,0 1-1 0 0,1-1 0 0 0,-1 1 1 0 0,1 0-1 0 0,-1 0 0 0 0,1-1 0 0 0,-1 1 1 0 0,-2 2-1 0 0,-46 27 3240 0 0,40-23-2493 0 0,1 0-334 0 0,-1 0 0 0 0,1 1 1 0 0,1 1-1 0 0,-1 0 0 0 0,1 0 1 0 0,1 0-1 0 0,-10 15 0 0 0,15-20-585 0 0,0 0 1 0 0,1 0-1 0 0,-1 0 0 0 0,1 0 0 0 0,0 0 0 0 0,0 1 1 0 0,1-1-1 0 0,-1 1 0 0 0,1 0 0 0 0,0-1 1 0 0,0 1-1 0 0,1 0 0 0 0,-1 0 0 0 0,1-1 0 0 0,0 1 1 0 0,0 0-1 0 0,1 0 0 0 0,-1-1 0 0 0,1 1 0 0 0,0 0 1 0 0,0-1-1 0 0,4 8 0 0 0,-4-10-58 0 0,0 0-1 0 0,0 0 1 0 0,0 0 0 0 0,0 0-1 0 0,1 0 1 0 0,-1 0-1 0 0,1-1 1 0 0,-1 1 0 0 0,1-1-1 0 0,0 1 1 0 0,-1-1 0 0 0,1 1-1 0 0,0-1 1 0 0,0 0 0 0 0,0 0-1 0 0,0 0 1 0 0,0 0-1 0 0,1-1 1 0 0,-1 1 0 0 0,0 0-1 0 0,3 0 1 0 0,-1-1-52 0 0,1 0 1 0 0,-1 0-1 0 0,0 0 1 0 0,1-1-1 0 0,-1 1 0 0 0,0-1 1 0 0,0 0-1 0 0,0 0 1 0 0,0-1-1 0 0,0 1 0 0 0,4-3 1 0 0,-2 1 46 0 0,0 0 0 0 0,0-1 0 0 0,0 1 1 0 0,-1-1-1 0 0,1 0 0 0 0,-1-1 0 0 0,0 1 0 0 0,0-1 0 0 0,-1 0 1 0 0,1-1-1 0 0,-1 1 0 0 0,0-1 0 0 0,0 1 0 0 0,3-11 0 0 0,-4 7 684 0 0,-1 0 0 0 0,-1 0 0 0 0,0 0-1 0 0,0-16 1 0 0,0 35-240 0 0,0-1-1 0 0,1 1 1 0 0,0-1-1 0 0,1 0 1 0 0,0 1-1 0 0,0-1 0 0 0,1 0 1 0 0,0-1-1 0 0,1 1 1 0 0,11 15-1 0 0,27 30-1710 0 0,2-10-4525 0 0,-27-30-1113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7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0 7834 0 0,'2'4'5902'0'0,"-7"5"-3706"0"0,-8 13-1855 0 0,11-20 34 0 0,-10 15 105 0 0,1 0 0 0 0,1 0 0 0 0,1 1 0 0 0,0 0 0 0 0,-9 30 0 0 0,17-44-442 0 0,0 1 0 0 0,0 0-1 0 0,0 0 1 0 0,0 0 0 0 0,1-1 0 0 0,0 1 0 0 0,0 0 0 0 0,0 0 0 0 0,1 0-1 0 0,-1 0 1 0 0,1-1 0 0 0,1 1 0 0 0,-1 0 0 0 0,0-1 0 0 0,1 1 0 0 0,0-1-1 0 0,0 1 1 0 0,1-1 0 0 0,-1 0 0 0 0,1 0 0 0 0,0 0 0 0 0,0 0 0 0 0,0 0-1 0 0,0-1 1 0 0,1 0 0 0 0,-1 1 0 0 0,1-1 0 0 0,7 4 0 0 0,8 5-453 0 0,33 14-1 0 0,-29-16-365 0 0,33 21-1 0 0,-50-27 705 0 0,-1 0 0 0 0,0 0 1 0 0,0 0-1 0 0,0 0 0 0 0,0 1 0 0 0,-1 0 1 0 0,0 0-1 0 0,0 0 0 0 0,0 1 0 0 0,5 10 1 0 0,-9-16 104 0 0,1 1 1 0 0,-1 0 0 0 0,0 0 0 0 0,1 0 0 0 0,-1 0-1 0 0,0 0 1 0 0,0-1 0 0 0,0 1 0 0 0,0 0-1 0 0,0 0 1 0 0,0 0 0 0 0,0 0 0 0 0,0 0-1 0 0,0 0 1 0 0,0 0 0 0 0,0 0 0 0 0,-1 0-1 0 0,1-1 1 0 0,0 1 0 0 0,-1 0 0 0 0,1 0-1 0 0,0 0 1 0 0,-1 0 0 0 0,1-1 0 0 0,-1 1 0 0 0,0 1-1 0 0,-1 0 164 0 0,0 0-1 0 0,-1-1 0 0 0,1 1 1 0 0,0 0-1 0 0,0-1 0 0 0,-1 0 1 0 0,1 1-1 0 0,-6 0 1 0 0,-2 2 467 0 0,-1-2 0 0 0,1 1 0 0 0,-18 1 0 0 0,-10-4-20 0 0,35 0-748 0 0,1 0-1 0 0,0-1 0 0 0,0 1 1 0 0,-1-1-1 0 0,1 1 1 0 0,0-1-1 0 0,0 0 0 0 0,0 0 1 0 0,0 0-1 0 0,0 0 0 0 0,0 0 1 0 0,0 0-1 0 0,0 0 1 0 0,-2-3-1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2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1840 0 0,'4'2'23012'0'0,"4"8"-25962"0"0,-5-4 3043 0 0,-1 0-1 0 0,1 0 1 0 0,-1 1-1 0 0,0-1 0 0 0,0 1 1 0 0,-1-1-1 0 0,0 1 1 0 0,0 12-1 0 0,3 12 50 0 0,29 177 747 0 0,-21-117-465 0 0,37 142 0 0 0,10 5 164 0 0,-46-180-528 0 0,-5-39-1889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2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20 105 3225 0 0,'-14'-16'644'0'0,"13"15"-129"0"0,0-1 1 0 0,0 0 0 0 0,1 0-1 0 0,-1 1 1 0 0,1-1 0 0 0,-1 0-1 0 0,1 0 1 0 0,0 0 0 0 0,-1 0-1 0 0,1 0 1 0 0,0 0 0 0 0,1-3-1 0 0,8-24 6104 0 0,1 10-6126 0 0,-8 18-337 0 0,-1-1 0 0 0,0 1-1 0 0,1 0 1 0 0,0 0 0 0 0,-1 0 0 0 0,1 0 0 0 0,-1 0 0 0 0,1 0-1 0 0,0 0 1 0 0,0 1 0 0 0,0-1 0 0 0,-1 1 0 0 0,1-1 0 0 0,0 1 0 0 0,0-1-1 0 0,0 1 1 0 0,0 0 0 0 0,0 0 0 0 0,0 0 0 0 0,0 0 0 0 0,0 1 0 0 0,0-1-1 0 0,-1 0 1 0 0,1 1 0 0 0,0-1 0 0 0,2 2 0 0 0,54 19 386 0 0,-52-19-415 0 0,30 17-22 0 0,0 2-1 0 0,-1 1 1 0 0,-1 2 0 0 0,-1 1 0 0 0,36 37 0 0 0,67 49-114 0 0,102 33 9 0 0,-68-44 0 0 0,-159-93-1 0 0,0 0 0 0 0,-1 0 1 0 0,0 2-1 0 0,-1-1 0 0 0,0 1 0 0 0,15 19 0 0 0,-21-25 4 0 0,-1 0-1 0 0,0 1 1 0 0,0-1 0 0 0,0 0-1 0 0,-1 1 1 0 0,1-1-1 0 0,-1 1 1 0 0,0 0 0 0 0,0 0-1 0 0,0-1 1 0 0,0 1-1 0 0,-1 0 1 0 0,1 0-1 0 0,-1 0 1 0 0,0 0 0 0 0,0 0-1 0 0,0 0 1 0 0,-1 0-1 0 0,0-1 1 0 0,1 1-1 0 0,-1 0 1 0 0,-1 0 0 0 0,1-1-1 0 0,0 1 1 0 0,-1 0-1 0 0,-3 5 1 0 0,-4 1 93 0 0,-1 0 0 0 0,0 0 0 0 0,-1-1 0 0 0,1-1 0 0 0,-2 0 0 0 0,1 0 0 0 0,-25 11-1 0 0,33-17-78 0 0,-73 40 195 0 0,2 3 0 0 0,1 3 0 0 0,-115 100 0 0 0,139-97-318 0 0,45-46-136 0 0,0 0-1 0 0,1 1 1 0 0,-1-1-1 0 0,1 1 1 0 0,0 0-1 0 0,0-1 1 0 0,1 1-1 0 0,-4 12 1 0 0,5-8-646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3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1 284 3225 0 0,'-1'-33'1165'0'0,"2"-1"0"0"0,4-34 0 0 0,-1 35 2385 0 0,-2 1-1 0 0,-3-41 1 0 0,1 62 250 0 0,6 16-1741 0 0,-2-1-2403 0 0,-3-3 440 0 0,16 30 170 0 0,-13-7-162 0 0,0 1-1 0 0,-2-1 0 0 0,-1 1 0 0 0,-1 0 1 0 0,-5 45-1 0 0,0 8 44 0 0,11 319-72 0 0,1-83-22 0 0,-8-267-41 0 0,3 1 1 0 0,2-1-1 0 0,1 0 0 0 0,3 0 0 0 0,27 90 1 0 0,-33-133-263 0 0,0 1 1 0 0,0-1 0 0 0,0 0 0 0 0,1 0 0 0 0,0 0 0 0 0,-1 0 0 0 0,5 4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3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18 102 1840 0 0,'-16'-9'7615'0'0,"16"8"-7322"0"0,-1-1 0 0 0,1 1-21 0 0,1 0-1 0 0,-1 0 1 0 0,0 0-1 0 0,1 0 1 0 0,-1 0 0 0 0,1 0-1 0 0,-1 1 1 0 0,1-1 0 0 0,0 0-1 0 0,-1 0 1 0 0,1 0 0 0 0,0 1-1 0 0,0-1 1 0 0,0 0-1 0 0,-1 1 1 0 0,1-1 0 0 0,1 0-1 0 0,42-21 3216 0 0,-18 13-2888 0 0,0 1 0 0 0,0 1 0 0 0,1 2 0 0 0,0 1 0 0 0,27-2 0 0 0,141 4 266 0 0,-146 3-707 0 0,471 22 585 0 0,-9 0-574 0 0,-449-23-293 0 0,1-3 0 0 0,93-17 0 0 0,-39-8-2827 0 0,-93 20-4517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4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2113 0 5529 0 0,'52'9'15315'0'0,"-382"-5"-12441"0"0,-247-4-3688 0 0,415-4 791 0 0,-1 6 1 0 0,-220 33 0 0 0,174-13 22 0 0,30-4 0 0 0,158-14-51 0 0,-36 10 0 0 0,-7 3-43 0 0,45-18-80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4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7370 0 0,'7'18'8839'0'0,"-1"5"-3519"0"0,6 35-2081 0 0,-7-25-3346 0 0,2 0-1 0 0,13 34 0 0 0,1-13 144 0 0,-2 2 0 0 0,-3 0 0 0 0,15 94 0 0 0,-16-15-38 0 0,-4 139 0 0 0,-22 134 35 0 0,6-305 2 0 0,5 66-62 0 0,2-100 391 0 0,-3-1 0 0 0,-19 128-1 0 0,17-182-290 0 0,1-4-85 0 0,0 0 0 0 0,0 0 0 0 0,1 0 0 0 0,0 1 0 0 0,1 14 0 0 0,6-13-2785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5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26 4609 0 0,'-9'-1'697'0'0,"1"0"0"0"0,-1 0 0 0 0,0-1 1 0 0,-11-4-1 0 0,-31-4 2764 0 0,32 10-1830 0 0,0 1 1 0 0,0 1-1 0 0,-1 1 1 0 0,-34 10-1 0 0,53-13-1593 0 0,1 0-6 0 0,0 0 0 0 0,-1 0 0 0 0,1 0 0 0 0,0 0 0 0 0,-1 0 0 0 0,1 0 0 0 0,0 0 0 0 0,-1 1 0 0 0,1-1 0 0 0,0 0 0 0 0,-1 0-1 0 0,1 0 1 0 0,0 0 0 0 0,0 1 0 0 0,-1-1 0 0 0,1 0 0 0 0,0 0 0 0 0,0 1 0 0 0,-1-1 0 0 0,1 0 0 0 0,0 0 0 0 0,0 1 0 0 0,0-1 0 0 0,-1 0 0 0 0,1 1 0 0 0,0-1 0 0 0,0 0 0 0 0,0 0 0 0 0,0 1 0 0 0,0-1 0 0 0,0 0 0 0 0,0 1 0 0 0,0-1 0 0 0,0 0 0 0 0,0 1 0 0 0,0-1 0 0 0,0 0 0 0 0,0 1 0 0 0,0-1 0 0 0,0 0-1 0 0,0 1 1 0 0,0-1 0 0 0,0 0 0 0 0,0 1 0 0 0,1-1 0 0 0,-1 0 0 0 0,0 1 0 0 0,0-1 0 0 0,1 1 0 0 0,-1-1-6 0 0,1 1 0 0 0,-1 0 0 0 0,1 0 0 0 0,0-1-1 0 0,-1 1 1 0 0,1-1 0 0 0,0 1 0 0 0,-1 0 0 0 0,1-1 0 0 0,0 1-1 0 0,0-1 1 0 0,0 0 0 0 0,0 1 0 0 0,-1-1 0 0 0,1 0 0 0 0,0 1-1 0 0,0-1 1 0 0,0 0 0 0 0,1 0 0 0 0,33 0 444 0 0,115-4-244 0 0,-62-2-69 0 0,0 4-1 0 0,133 12 1 0 0,-202-8-81 0 0,0-1 1 0 0,0 0 0 0 0,0-2-1 0 0,0 0 1 0 0,0-2 0 0 0,0 0-1 0 0,24-7 1 0 0,-14 1-123 0 0,24-7 2 0 0,-18 12-4671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6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118 210 6913 0 0,'-4'1'367'0'0,"0"-1"0"0"0,0 1 0 0 0,0-1 0 0 0,0 0-1 0 0,0 0 1 0 0,0-1 0 0 0,0 1 0 0 0,0-1 0 0 0,0 0-1 0 0,0 0 1 0 0,0 0 0 0 0,0-1 0 0 0,1 1 0 0 0,-1-1-1 0 0,-6-4 1 0 0,5 3 272 0 0,1 1 0 0 0,-1 0-1 0 0,0 0 1 0 0,0 0 0 0 0,0 1-1 0 0,0 0 1 0 0,-10-2 0 0 0,35 10 3667 0 0,26 7-4507 0 0,-12-9 247 0 0,1 0 1 0 0,0-3 0 0 0,35-1 0 0 0,107-13 4 0 0,-59 2 135 0 0,245-27 140 0 0,-115 9-183 0 0,183-18 212 0 0,-230 15-220 0 0,79-7-67 0 0,-216 33-65 0 0,55-2-1381 0 0,-110 8-536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6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9218 0 0,'-7'3'11844'0'0,"12"10"-11108"0"0,5 21-309 0 0,-1 0 0 0 0,-2 1 0 0 0,-1 0 0 0 0,2 51 0 0 0,2 11-195 0 0,34 505-649 0 0,-26-239 600 0 0,27-2 145 0 0,-34-306-543 0 0,21 130 891 0 0,-18-62-3437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7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29 415 8754 0 0,'-7'7'-285'0'0,"-15"25"9394"0"0,23-32-9034 0 0,19-2 857 0 0,46-17 293 0 0,-41 11-931 0 0,1 0 0 0 0,49-6 0 0 0,-51 12-281 0 0,401-29 439 0 0,203 10-388 0 0,-280 5 655 0 0,-106 3-214 0 0,298-15 382 0 0,-84-14-534 0 0,-373 32-334 0 0,246-35 49 0 0,-118 14-3 0 0,44-6 68 0 0,237-28 206 0 0,-297 37-122 0 0,-115 15-312 0 0,142-7 0 0 0,-218 20-17 0 0,1 0-1 0 0,-1 0 1 0 0,0 0 0 0 0,1 1 0 0 0,-1-1-1 0 0,0 1 1 0 0,1 0 0 0 0,-1 0 0 0 0,0 1-1 0 0,0-1 1 0 0,7 5 0 0 0,-21-11-2327 0 0,5-1 2421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8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20 1376 0 0,'-12'-12'1765'0'0,"11"11"-1275"0"0,0 0 1 0 0,0 0-1 0 0,-1 1 1 0 0,1-1 0 0 0,0 0-1 0 0,-1 1 1 0 0,1-1-1 0 0,0 1 1 0 0,-1-1 0 0 0,1 1-1 0 0,-1 0 1 0 0,1 0-1 0 0,0 0 1 0 0,-1 0 0 0 0,1 0-1 0 0,-1 0 1 0 0,1 0-1 0 0,-1 0 1 0 0,1 0 0 0 0,0 1-1 0 0,-1-1 1 0 0,1 1-1 0 0,-2 0 1 0 0,-8 10-403 0 0,10-6 227 0 0,-1 1-1 0 0,1-1 1 0 0,1 0-1 0 0,-1 1 0 0 0,1-1 1 0 0,0 0-1 0 0,0 1 1 0 0,0-1-1 0 0,1 0 1 0 0,0 1-1 0 0,0-1 1 0 0,3 8-1 0 0,2 16 655 0 0,-2 48-92 0 0,-9 134 0 0 0,-1-1 42 0 0,39 236-552 0 0,-4-92-62 0 0,34 234-145 0 0,-34-210-160 0 0,-22-228 0 0 0,1 165 269 0 0,0 3 6 0 0,-2-200-268 0 0,0 10 22 0 0,32 183-1 0 0,-18-154-28 0 0,-17-115 0 0 0,2 0 0 0 0,2 0 0 0 0,21 74 0 0 0,-7-60 0 0 0,23 70 0 0 0,-38-106 121 0 0,2 0 1 0 0,0 0-1 0 0,21 36 0 0 0,-5-11 26 0 0,-19-34 17 0 0,-1 1 126 0 0,-4-12-296 0 0,0 0 1 0 0,1 0 0 0 0,-1 0-1 0 0,0 0 1 0 0,0 0 0 0 0,0 0-1 0 0,0 0 1 0 0,0 0 0 0 0,0 0-1 0 0,0 0 1 0 0,0 0 0 0 0,0 0-1 0 0,0 0 1 0 0,0 0 0 0 0,0 0-1 0 0,0 0 1 0 0,1 0 0 0 0,-1 0-1 0 0,0 0 1 0 0,0 0 0 0 0,0 0-1 0 0,0 0 1 0 0,0 0 0 0 0,0 1-1 0 0,0-1 1 0 0,0 0 0 0 0,0 0-1 0 0,0 0 1 0 0,0 0 0 0 0,0 0-1 0 0,0 0 1 0 0,0 0 0 0 0,0 0-1 0 0,0 0 1 0 0,0 0 0 0 0,0 0-1 0 0,1 0 1 0 0,-1 0 0 0 0,0-5-433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29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40 6913 0 0,'-12'2'457'0'0,"5"-1"651"0"0,0 0 1 0 0,-1 0 0 0 0,1 1-1 0 0,0 0 1 0 0,0 0-1 0 0,-12 6 1 0 0,31-6 3379 0 0,21-1-2845 0 0,74-29 383 0 0,-79 19-1726 0 0,-1 1 0 0 0,1 2 0 0 0,42-5 0 0 0,-38 15-344 0 0,-25 3-788 0 0,-19 4-1827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1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8754 0 0,'0'0'133'0'0,"-1"1"1"0"0,1-1 0 0 0,-1 0-1 0 0,1 1 1 0 0,0-1-1 0 0,0 1 1 0 0,-1-1 0 0 0,1 0-1 0 0,0 1 1 0 0,0-1-1 0 0,-1 1 1 0 0,1-1 0 0 0,0 1-1 0 0,0-1 1 0 0,0 0-1 0 0,0 1 1 0 0,0-1 0 0 0,0 1-1 0 0,0-1 1 0 0,0 1-1 0 0,0-1 1 0 0,0 1 0 0 0,0-1-1 0 0,0 1 1 0 0,0-1-1 0 0,0 1 1 0 0,0-1 0 0 0,0 1-1 0 0,0-1 1 0 0,1 1-1 0 0,13 12 2460 0 0,22 0-1 0 0,1-5-1909 0 0,1-2 0 0 0,0-2 0 0 0,0-1 0 0 0,1-2 0 0 0,-1-2 0 0 0,57-8 0 0 0,-87 8-936 0 0,0-1 0 0 0,0 0 0 0 0,0 0 0 0 0,-1-1 0 0 0,1 0 0 0 0,-1 0 0 0 0,0-1 0 0 0,9-5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31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10138 0 0,'-1'0'132'0'0,"1"0"1"0"0,0 0-1 0 0,-1 0 0 0 0,1 1 1 0 0,-1-1-1 0 0,1 0 0 0 0,-1 0 1 0 0,1 1-1 0 0,0-1 0 0 0,-1 0 1 0 0,1 1-1 0 0,0-1 0 0 0,-1 1 1 0 0,1-1-1 0 0,0 0 0 0 0,0 1 0 0 0,-1-1 1 0 0,1 1-1 0 0,0-1 0 0 0,0 1 1 0 0,0-1-1 0 0,-1 1 0 0 0,1-1 1 0 0,0 1-1 0 0,0-1 0 0 0,0 1 1 0 0,0-1-1 0 0,0 1 0 0 0,0-1 0 0 0,0 1 1 0 0,0-1-1 0 0,0 0 0 0 0,0 1 1 0 0,0-1-1 0 0,1 1 0 0 0,-1-1 1 0 0,0 1-1 0 0,0-1 0 0 0,0 1 1 0 0,1-1-1 0 0,-1 1 0 0 0,0-1 1 0 0,1 1-1 0 0,19 28 5326 0 0,-3-4-4051 0 0,-12 0-1229 0 0,-1 0 0 0 0,-1 0 0 0 0,-1 0 0 0 0,-1 29 0 0 0,0 9-40 0 0,31 244 9 0 0,-30-290-414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43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1406 5985 0 0,'-4'-4'1498'0'0,"1"0"0"0"0,0 1 0 0 0,0-1 1 0 0,1 0-1 0 0,-1-1 0 0 0,1 1 0 0 0,-3-9 0 0 0,0-2-426 0 0,1-1 0 0 0,-4-27 1 0 0,-4-20 79 0 0,-45-91 18 0 0,36 103-1098 0 0,2 0 0 0 0,3-1 0 0 0,1 0 0 0 0,-10-76 0 0 0,19-85 10 0 0,2 35-20 0 0,4 178-62 0 0,0-5 13 0 0,0-1-1 0 0,-1 1 1 0 0,1-1-1 0 0,-1 1 1 0 0,-1-1-1 0 0,1 1 1 0 0,-4-9-1 0 0,5 13-8 0 0,0 1 0 0 0,0-1 1 0 0,1 1-1 0 0,-1-1 0 0 0,0 1 0 0 0,0-1 0 0 0,1 1 0 0 0,-1-1 0 0 0,0 1 1 0 0,1 0-1 0 0,-1-1 0 0 0,0 1 0 0 0,1 0 0 0 0,-1-1 0 0 0,1 1 0 0 0,-1 0 0 0 0,1-1 1 0 0,-1 1-1 0 0,1 0 0 0 0,-1 0 0 0 0,1 0 0 0 0,-1-1 0 0 0,1 1 0 0 0,-1 0 1 0 0,1 0-1 0 0,-1 0 0 0 0,1 0 0 0 0,-1 0 0 0 0,1 0 0 0 0,49-19-4 0 0,1 3 0 0 0,57-12 0 0 0,112-12 0 0 0,9-1 0 0 0,304-60 0 0 0,-368 80 0 0 0,211 0 0 0 0,-339 21 0 0 0,0 1 0 0 0,55 10 0 0 0,-77-8 0 0 0,-1 1 0 0 0,1 0 0 0 0,-1 1 0 0 0,-1 0 0 0 0,1 1 0 0 0,-1 1 0 0 0,0 0 0 0 0,0 1 0 0 0,13 11 0 0 0,-16-13 34 0 0,-1 0 0 0 0,1 0 0 0 0,0-1 0 0 0,15 5-1 0 0,-15-6 31 0 0,-1 0-1 0 0,1 1 0 0 0,-1 0 0 0 0,11 8 0 0 0,-16-10-49 0 0,-2 0 0 0 0,1-1-1 0 0,0 1 1 0 0,0 0 0 0 0,-1 1-1 0 0,0-1 1 0 0,0 0 0 0 0,0 1-1 0 0,0-1 1 0 0,0 1 0 0 0,0-1 0 0 0,-1 1-1 0 0,0 0 1 0 0,0 0 0 0 0,1 6-1 0 0,10 52 483 0 0,36 116 1 0 0,-16-87-497 0 0,-4 0 0 0 0,-4 2 0 0 0,14 113 0 0 0,-19-59 0 0 0,48 180 0 0 0,-45-221 20 0 0,9 127 0 0 0,-29-218-7 0 0,-3-2 143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43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12 283 9218 0 0,'0'0'109'0'0,"-1"-1"1"0"0,0 1-1 0 0,1 0 0 0 0,-1 0 1 0 0,0-1-1 0 0,1 1 0 0 0,-1-1 1 0 0,1 1-1 0 0,-1 0 0 0 0,0-1 1 0 0,1 1-1 0 0,-1-1 1 0 0,1 1-1 0 0,0-1 0 0 0,-1 0 1 0 0,1 1-1 0 0,-1-1 0 0 0,1 1 1 0 0,0-1-1 0 0,-1 0 0 0 0,1 1 1 0 0,0-1-1 0 0,0 0 0 0 0,0 1 1 0 0,-1-1-1 0 0,1-1 0 0 0,5-22 3505 0 0,-2 19-2837 0 0,-1 0-1 0 0,1 0 1 0 0,0 0 0 0 0,1 0 0 0 0,-1 0 0 0 0,6-5 0 0 0,-3 6-649 0 0,0 0 1 0 0,0 0-1 0 0,0 1 0 0 0,1-1 1 0 0,-1 1-1 0 0,1 1 0 0 0,0-1 1 0 0,0 1-1 0 0,0 0 1 0 0,0 1-1 0 0,0 0 0 0 0,0 0 1 0 0,1 0-1 0 0,-1 1 0 0 0,0 0 1 0 0,13 2-1 0 0,4 1 4 0 0,0 1 1 0 0,0 2-1 0 0,37 12 0 0 0,-11 3-62 0 0,-40-15-15 0 0,1-1-1 0 0,0 0 1 0 0,0-1 0 0 0,0-1 0 0 0,0 1 0 0 0,1-2-1 0 0,-1 1 1 0 0,21 0 0 0 0,-30-4-51 0 0,1 1 0 0 0,-1-1-1 0 0,0 1 1 0 0,0-1 0 0 0,1 0 0 0 0,-1 0 0 0 0,0 0-1 0 0,0-1 1 0 0,0 1 0 0 0,0 0 0 0 0,0-1 0 0 0,-1 1 0 0 0,1-1-1 0 0,0 0 1 0 0,-1 1 0 0 0,1-1 0 0 0,-1 0 0 0 0,1 0 0 0 0,-1 0-1 0 0,0 0 1 0 0,0 0 0 0 0,0-1 0 0 0,0 1 0 0 0,0 0 0 0 0,-1 0-1 0 0,2-3 1 0 0,1-10 27 0 0,1 1 0 0 0,-2-1-1 0 0,2-16 1 0 0,-2 13-20 0 0,6-50-2340 0 0,-1 15-2607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45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6 4145 0 0,'-7'-1'621'0'0,"0"-1"0"0"0,1 1 0 0 0,-1 1 1 0 0,0-1-1 0 0,1 1 0 0 0,-1 0 0 0 0,0 0 0 0 0,-13 3 1 0 0,-11 11 11780 0 0,73 28-12255 0 0,55 27 380 0 0,-54-40-279 0 0,48 41 1 0 0,-40-22 23 0 0,-2 2-1 0 0,-3 3 1 0 0,54 75 0 0 0,-79-101-140 0 0,1-2 1 0 0,1 0-1 0 0,43 34 0 0 0,23 24 324 0 0,-80-72-497 0 0,-1 1 0 0 0,0 0 0 0 0,0 0 0 0 0,-1 1-1 0 0,-1 0 1 0 0,0 0 0 0 0,-1 0 0 0 0,5 22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4:45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442 36 3169 0 0,'4'-36'12202'0'0,"-15"46"-8220"0"0,9-5-3413 0 0,-58 112 677 0 0,-72 203 1 0 0,85-196-953 0 0,-108 272 378 0 0,147-374-525 0 0,1-7 67 0 0,1 1-1 0 0,1 0 1 0 0,0 0-1 0 0,-2 20 1 0 0,10-24 152 0 0,-3-12-412 0 0,0 0 1 0 0,0 1-1 0 0,1-1 0 0 0,-1 0 1 0 0,0 0-1 0 0,0 0 1 0 0,1 0-1 0 0,-1 0 0 0 0,0 0 1 0 0,1 0-1 0 0,-1 1 1 0 0,0-1-1 0 0,1 0 0 0 0,-1 0 1 0 0,0 0-1 0 0,0 0 0 0 0,1 0 1 0 0,-1-1-1 0 0,0 1 1 0 0,1 0-1 0 0,-1 0 0 0 0,0 0 1 0 0,1 0-1 0 0,-1 0 1 0 0,0 0-1 0 0,0 0 0 0 0,1-1 1 0 0,-1 1-1 0 0,0 0 1 0 0,0 0-1 0 0,1 0 0 0 0,-1-1 1 0 0,0 1-1 0 0,0 0 1 0 0,0 0-1 0 0,1 0 0 0 0,-1-1 1 0 0,0 1-1 0 0,0 0 0 0 0,0-1 1 0 0,1 1-1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17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2264 1 456 0 0,'-18'1'737'0'0,"-1"0"1"0"0,1 2-1 0 0,-18 5 0 0 0,19-4-66 0 0,-1-1 0 0 0,0 0 0 0 0,-19 0 0 0 0,-33-4 450 0 0,-231 11-217 0 0,137 11-818 0 0,-104 8 1812 0 0,132-17-1880 0 0,-88 3-2852 0 0,-76-7 189 0 0,225-8 1038 0 0,-82-12 0 0 0,16 0 368 0 0,-86-1 2215 0 0,217 12-976 0 0,1 0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18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12 4497 0 0,'1'0'153'0'0,"25"-11"6785"0"0,-29 16-7024 0 0,-1 0 0 0 0,1-1 0 0 0,-1 1 0 0 0,0 0 1 0 0,0-1-1 0 0,-1 0 0 0 0,1 0 0 0 0,-7 4 0 0 0,-48 29-12 0 0,-3 2-38 0 0,55-33 117 0 0,0 0-1 0 0,1 0 1 0 0,0 1-1 0 0,0 0 1 0 0,1 1 0 0 0,0-1-1 0 0,0 1 1 0 0,1 0-1 0 0,0 0 1 0 0,0 1 0 0 0,-4 14-1 0 0,6-17 298 0 0,0 0 0 0 0,1 1-1 0 0,0-1 1 0 0,0 1 0 0 0,1 0-1 0 0,0-1 1 0 0,0 1 0 0 0,0-1-1 0 0,1 1 1 0 0,2 9 0 0 0,-2-13-159 0 0,1 1 0 0 0,0-1 0 0 0,0 0 0 0 0,0-1 1 0 0,0 1-1 0 0,1 0 0 0 0,-1 0 0 0 0,1-1 0 0 0,-1 0 0 0 0,1 1 0 0 0,0-1 0 0 0,0 0 1 0 0,0 0-1 0 0,0-1 0 0 0,0 1 0 0 0,1-1 0 0 0,-1 1 0 0 0,0-1 0 0 0,1 0 1 0 0,-1 0-1 0 0,7 0 0 0 0,10 3-263 0 0,-1-1-1 0 0,30 1 1 0 0,-31-4-5413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5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48 10138 0 0,'-1'-5'1212'0'0,"0"0"-1"0"0,0-1 1 0 0,1 1-1 0 0,0 0 0 0 0,3-16 3620 0 0,-2 43-3415 0 0,-1 47-1492 0 0,-2 386 2213 0 0,-1-303-4142 0 0,-3-1-3453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5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11979 0 0,'-1'-3'200'0'0,"1"1"0"0"0,0-1 0 0 0,1 1 0 0 0,-1 0 0 0 0,0-1 0 0 0,1 1 0 0 0,-1-1 0 0 0,1 1 1 0 0,0 0-1 0 0,0-1 0 0 0,0 1 0 0 0,0 0 0 0 0,0 0 0 0 0,0 0 0 0 0,1 0 0 0 0,-1 0 0 0 0,1 0 0 0 0,-1 0 1 0 0,1 0-1 0 0,0 0 0 0 0,0 1 0 0 0,0-1 0 0 0,0 1 0 0 0,0-1 0 0 0,0 1 0 0 0,0 0 0 0 0,0 0 1 0 0,4-2-1 0 0,-1 1 103 0 0,1 0 0 0 0,-1 0 0 0 0,0 0 0 0 0,1 0 0 0 0,0 1 0 0 0,-1 0 0 0 0,1 0 0 0 0,0 0 0 0 0,-1 1 0 0 0,1 0 0 0 0,10 1 0 0 0,-8 1-210 0 0,0 1-1 0 0,-1 0 1 0 0,1 0 0 0 0,-1 1 0 0 0,0 0 0 0 0,0 0-1 0 0,-1 1 1 0 0,1 0 0 0 0,-1 0 0 0 0,0 0 0 0 0,-1 1-1 0 0,11 12 1 0 0,5 9-21 0 0,28 50 0 0 0,-46-72-54 0 0,54 99 2 0 0,-33-57-31 0 0,56 79 1 0 0,-70-112 25 0 0,2 0 1 0 0,-1-1-1 0 0,2-1 1 0 0,0 0 0 0 0,0 0-1 0 0,1-2 1 0 0,0 0 0 0 0,1 0-1 0 0,25 11 1 0 0,-38-20 9 0 0,-1 0 0 0 0,1 0 0 0 0,0 0 0 0 0,0-1 0 0 0,0 1-1 0 0,0-1 1 0 0,0 1 0 0 0,0-1 0 0 0,0 0 0 0 0,0 0 0 0 0,0 1 0 0 0,0-2 0 0 0,0 1 0 0 0,0 0 0 0 0,0 0 0 0 0,0-1 0 0 0,0 1-1 0 0,-1-1 1 0 0,1 1 0 0 0,0-1 0 0 0,0 0 0 0 0,3-1 0 0 0,-2-1 31 0 0,-1 1-1 0 0,1-1 1 0 0,-1 1 0 0 0,1-1 0 0 0,-1 0-1 0 0,0 0 1 0 0,0 0 0 0 0,0 0-1 0 0,-1 0 1 0 0,1 0 0 0 0,1-7-1 0 0,3-8 184 0 0,-2-1-1 0 0,0 1 1 0 0,1-35-1 0 0,-4 48-218 0 0,0-173 353 0 0,-2 118-1164 0 0,9-105-1 0 0,-3 143-1197 0 0,1 4-5957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6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94 4609 0 0,'-5'-16'-161'0'0,"-11"-9"7995"0"0,15 25-7636 0 0,1 0 1 0 0,-1 0-1 0 0,1 0 0 0 0,-1 0 0 0 0,1-1 0 0 0,-1 1 1 0 0,1 0-1 0 0,-1 0 0 0 0,1 0 0 0 0,-1 1 1 0 0,1-1-1 0 0,-1 0 0 0 0,0 0 0 0 0,0 1 12 0 0,0-1-1 0 0,0 1 0 0 0,0 0 0 0 0,0 0 1 0 0,0 0-1 0 0,1 0 0 0 0,-1 0 0 0 0,0 0 1 0 0,0 0-1 0 0,1 0 0 0 0,-1 1 0 0 0,0-1 1 0 0,1 0-1 0 0,-1 0 0 0 0,0 2 0 0 0,-1 4 7 0 0,0 0 0 0 0,0 0 0 0 0,0 0 0 0 0,1 0 0 0 0,0 1 0 0 0,1-1 0 0 0,-1 0 0 0 0,1 0 0 0 0,1 1 0 0 0,-1-1 0 0 0,1 0 0 0 0,1 0 0 0 0,-1 1 0 0 0,1-1 0 0 0,0-1 0 0 0,1 1 0 0 0,5 11 0 0 0,-4-11-182 0 0,-1-1 1 0 0,1 0 0 0 0,0 0 0 0 0,1 0-1 0 0,0 0 1 0 0,0-1 0 0 0,0 0 0 0 0,0 0 0 0 0,1 0-1 0 0,0-1 1 0 0,0 0 0 0 0,0 0 0 0 0,1 0-1 0 0,-1-1 1 0 0,1 1 0 0 0,0-2 0 0 0,0 1 0 0 0,0-1-1 0 0,0 0 1 0 0,0-1 0 0 0,0 1 0 0 0,0-1-1 0 0,1-1 1 0 0,-1 0 0 0 0,1 0 0 0 0,-1 0 0 0 0,8-2-1 0 0,-11 2-13 0 0,0-1 1 0 0,1 0-1 0 0,-1-1 0 0 0,0 1 0 0 0,0-1 0 0 0,-1 1 0 0 0,1-1 1 0 0,0 0-1 0 0,0-1 0 0 0,-1 1 0 0 0,0-1 0 0 0,1 1 0 0 0,-1-1 0 0 0,0 0 1 0 0,0 0-1 0 0,0-1 0 0 0,2-2 0 0 0,-2 0 26 0 0,0 1-1 0 0,-1 0 1 0 0,1-1-1 0 0,-1 1 1 0 0,0-1-1 0 0,-1 0 1 0 0,1 0-1 0 0,-1 0 1 0 0,0 0-1 0 0,0 0 1 0 0,-1-7-1 0 0,0 5-7 0 0,0 0 1 0 0,-1 0-1 0 0,0 0 0 0 0,0 0 1 0 0,-1 0-1 0 0,0 0 0 0 0,0 1 1 0 0,-1-1-1 0 0,0 1 0 0 0,0-1 0 0 0,-1 1 1 0 0,0 0-1 0 0,0 0 0 0 0,0 0 1 0 0,-1 1-1 0 0,0 0 0 0 0,-1 0 1 0 0,-6-6-1 0 0,5 7-257 0 0,-1 0 0 0 0,0 0 1 0 0,0 1-1 0 0,0 0 0 0 0,0 1 0 0 0,-1 0 0 0 0,1 0 1 0 0,-1 1-1 0 0,0 0 0 0 0,0 1 0 0 0,1 0 1 0 0,-14-1-1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6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17 12443 0 0,'-1'-2'197'0'0,"0"1"1"0"0,0 0-1 0 0,0-1 0 0 0,-1 1 1 0 0,1 0-1 0 0,0 0 1 0 0,-1 0-1 0 0,1 0 1 0 0,-1 0-1 0 0,0 0 1 0 0,1 1-1 0 0,-1-1 1 0 0,1 1-1 0 0,-1-1 1 0 0,0 1-1 0 0,0-1 0 0 0,1 1 1 0 0,-1 0-1 0 0,0 0 1 0 0,0 0-1 0 0,1 0 1 0 0,-1 0-1 0 0,0 0 1 0 0,0 0-1 0 0,1 1 1 0 0,-1-1-1 0 0,0 0 0 0 0,0 1 1 0 0,1 0-1 0 0,-1-1 1 0 0,1 1-1 0 0,-1 0 1 0 0,1 0-1 0 0,-1 0 1 0 0,-1 1-1 0 0,0 1-10 0 0,-1 1 0 0 0,1-1 0 0 0,-1 1 0 0 0,1 0 0 0 0,1 0 0 0 0,-1 0-1 0 0,0 0 1 0 0,1 1 0 0 0,0-1 0 0 0,0 1 0 0 0,-2 7 0 0 0,-2 12 108 0 0,1 1 0 0 0,1 0 0 0 0,-2 50 0 0 0,10 79 203 0 0,-1-95-253 0 0,1 456-624 0 0,-7-493-2101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6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 6913 0 0,'1'-3'128'0'0,"1"1"0"0"0,0 0-1 0 0,-1-1 1 0 0,1 1-1 0 0,0 0 1 0 0,0 0-1 0 0,1 0 1 0 0,-1 0-1 0 0,0 1 1 0 0,1-1 0 0 0,-1 1-1 0 0,1-1 1 0 0,-1 1-1 0 0,5-2 1 0 0,44-11 2954 0 0,-26 8-2254 0 0,56-17 1699 0 0,42-11-3412 0 0,55-15-1214 0 0,-143 37 2086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6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 12443 0 0,'-2'3'428'0'0,"0"0"0"0"0,1 1 0 0 0,-1-1 0 0 0,1 1 0 0 0,0-1 1 0 0,0 1-1 0 0,0 0 0 0 0,0 0 0 0 0,1-1 0 0 0,0 1 0 0 0,-1 4 0 0 0,4 49 3252 0 0,-1-36-2913 0 0,0 24 193 0 0,13 127 604 0 0,-12-150-1555 0 0,2 0 0 0 0,0-1-1 0 0,2 1 1 0 0,0-1 0 0 0,18 35 0 0 0,-10-31-376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7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70 1824 0 0,'-15'10'-182'0'0,"9"0"3463"0"0,5-9-2695 0 0,1 1 1 0 0,1 0-1 0 0,-1 0 1 0 0,0 0-1 0 0,0 0 1 0 0,1-1-1 0 0,-1 1 1 0 0,1 0-1 0 0,-1 0 1 0 0,1-1-1 0 0,0 1 1 0 0,0 0-1 0 0,-1-1 1 0 0,3 3-1 0 0,1 3 240 0 0,1 0 0 0 0,0-1-1 0 0,0 1 1 0 0,0-1 0 0 0,1 0 0 0 0,-1-1-1 0 0,11 8 1 0 0,-7-7-453 0 0,1 1-1 0 0,0-1 1 0 0,0-1 0 0 0,0 0-1 0 0,12 4 1 0 0,-13-6-309 0 0,1 0 0 0 0,0 0 0 0 0,0-1 0 0 0,-1 0 0 0 0,1-1 0 0 0,0 0 0 0 0,0 0 0 0 0,0-1 0 0 0,0-1 0 0 0,1 0 0 0 0,-2 0 0 0 0,1-1 0 0 0,17-5 0 0 0,-25 7-58 0 0,0-1-1 0 0,0 0 1 0 0,1 0-1 0 0,-1 0 1 0 0,0 0 0 0 0,0-1-1 0 0,0 1 1 0 0,0-1-1 0 0,0 1 1 0 0,0-1-1 0 0,0 0 1 0 0,-1 0-1 0 0,1 1 1 0 0,-1-1-1 0 0,1 0 1 0 0,-1 0-1 0 0,0-1 1 0 0,0 1-1 0 0,0 0 1 0 0,0 0 0 0 0,0-1-1 0 0,1-1 1 0 0,-2-1 1 0 0,0 1 0 0 0,1 0 0 0 0,-1 0 0 0 0,-1-1 0 0 0,1 1 1 0 0,-1 0-1 0 0,1 0 0 0 0,-1 0 0 0 0,0 0 0 0 0,-1 0 0 0 0,-3-8 1 0 0,1 2-57 0 0,-2 0 0 0 0,0 0 0 0 0,0 1 0 0 0,0 0 1 0 0,-1 0-1 0 0,-1 1 0 0 0,1-1 0 0 0,-1 2 0 0 0,-10-8 1 0 0,14 12-235 0 0,-1 0 0 0 0,1 0 0 0 0,-1 1 1 0 0,0 0-1 0 0,0 0 0 0 0,0 0 1 0 0,0 0-1 0 0,0 1 0 0 0,-7-1 0 0 0,-6 1-7094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7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26 10594 0 0,'-1'-4'-493'0'0,"-5"-18"6952"0"0,0 31-4119 0 0,-17 70 948 0 0,18-58-3196 0 0,1 1 0 0 0,2 0 0 0 0,0 0 0 0 0,1 0 0 0 0,1 0 1 0 0,1 0-1 0 0,4 24 0 0 0,-4-42-95 0 0,0 0 0 0 0,0 0-1 0 0,1 1 1 0 0,-1-2 0 0 0,1 1 0 0 0,0 0 0 0 0,0 0 0 0 0,0 0-1 0 0,1-1 1 0 0,-1 0 0 0 0,1 1 0 0 0,0-1 0 0 0,0 0 0 0 0,0 0 0 0 0,0 0-1 0 0,1-1 1 0 0,-1 1 0 0 0,5 1 0 0 0,-6-3 0 0 0,0 0 0 0 0,0 0 1 0 0,1 0-1 0 0,-1-1 0 0 0,0 1 1 0 0,0-1-1 0 0,1 0 0 0 0,-1 1 1 0 0,1-1-1 0 0,-1 0 0 0 0,0 0 0 0 0,1-1 1 0 0,-1 1-1 0 0,0 0 0 0 0,1-1 1 0 0,-1 0-1 0 0,0 1 0 0 0,0-1 0 0 0,1 0 1 0 0,-1 0-1 0 0,0 0 0 0 0,0 0 1 0 0,0-1-1 0 0,0 1 0 0 0,0-1 1 0 0,-1 1-1 0 0,1-1 0 0 0,0 1 0 0 0,-1-1 1 0 0,1 0-1 0 0,-1 0 0 0 0,1 0 1 0 0,1-3-1 0 0,0-2 3 0 0,1 0 0 0 0,-1-1 0 0 0,-1 1 0 0 0,1-1 0 0 0,-1 0 0 0 0,-1 0 0 0 0,1 1 0 0 0,-1-1 0 0 0,-1 0 0 0 0,0 0 0 0 0,0-10 0 0 0,0 7 0 0 0,0 0 0 0 0,1 0 0 0 0,0 0 0 0 0,5-18 0 0 0,-1 25-12 0 0,1 11-17 0 0,7 19-42 0 0,-5-11 47 0 0,-4-10 39 0 0,1-1 1 0 0,-1 1-1 0 0,1-1 0 0 0,0 0 1 0 0,1 0-1 0 0,-1 0 1 0 0,1-1-1 0 0,-1 0 1 0 0,1 0-1 0 0,0 0 0 0 0,0-1 1 0 0,1 1-1 0 0,-1-2 1 0 0,0 1-1 0 0,1-1 0 0 0,-1 0 1 0 0,1 0-1 0 0,-1 0 1 0 0,1-1-1 0 0,8-1 1 0 0,-1 1 31 0 0,0-2 1 0 0,0 1 0 0 0,-1-1 0 0 0,1-1-1 0 0,-1-1 1 0 0,0 0 0 0 0,1 0 0 0 0,21-12-1 0 0,-31 13 41 0 0,1 0-1 0 0,-1 0 1 0 0,0 0-1 0 0,0 0 0 0 0,0-1 1 0 0,-1 0-1 0 0,1 0 1 0 0,-1 0-1 0 0,0 0 1 0 0,0 0-1 0 0,0 0 0 0 0,-1-1 1 0 0,1 0-1 0 0,-1 1 1 0 0,0-1-1 0 0,-1 0 1 0 0,1 0-1 0 0,-1 0 1 0 0,0 0-1 0 0,1-10 0 0 0,-2 6-251 0 0,1 0 1 0 0,-2 0-1 0 0,1 0 0 0 0,-4-15 0 0 0,2 12-1479 0 0,-1 1 0 0 0,-1 0 1 0 0,-5-12-1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8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588 436 6449 0 0,'112'-261'6928'0'0,"-100"231"-5958"0"0,8-28 1020 0 0,-11 31 594 0 0,16-33 1 0 0,-38 109 415 0 0,1 3-2901 0 0,-65 175 393 0 0,-36 113-338 0 0,-138 528-90 0 0,102-397 174 0 0,60-197 744 0 0,74-225-758 0 0,1 1 1 0 0,3 0-1 0 0,3 0 1 0 0,1 1-1 0 0,1 64 1 0 0,7-108-2684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9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111 276 8866 0 0,'-51'-100'4127'0'0,"-9"-23"5347"0"0,87 181-8274 0 0,15 38-1094 0 0,-26-49-6 0 0,6 17 9 0 0,38 80 0 0 0,-51-124-112 0 0,2-1 0 0 0,1-1-1 0 0,0 1 1 0 0,1-2 0 0 0,1 0-1 0 0,0-1 1 0 0,2 0 0 0 0,20 16-1 0 0,-35-30 16 0 0,1-1 0 0 0,-1 0 1 0 0,0 0-1 0 0,1 0 0 0 0,-1 0 0 0 0,1 0 0 0 0,-1-1 0 0 0,1 1 0 0 0,-1 0 1 0 0,1-1-1 0 0,-1 1 0 0 0,1-1 0 0 0,0 1 0 0 0,-1-1 0 0 0,1 0 1 0 0,0 0-1 0 0,0 0 0 0 0,-1 0 0 0 0,1 0 0 0 0,0 0 0 0 0,-1 0 0 0 0,1 0 1 0 0,0-1-1 0 0,-1 1 0 0 0,1-1 0 0 0,0 1 0 0 0,-1-1 0 0 0,1 0 0 0 0,-1 0 1 0 0,1 1-1 0 0,-1-1 0 0 0,0 0 0 0 0,1 0 0 0 0,-1-1 0 0 0,0 1 0 0 0,1 0 1 0 0,-1 0-1 0 0,0-1 0 0 0,0 1 0 0 0,0 0 0 0 0,0-1 0 0 0,1-2 1 0 0,4-7 121 0 0,0-1 0 0 0,-1 0 1 0 0,0 0-1 0 0,4-19 0 0 0,-6 21-144 0 0,13-53 263 0 0,14-129 0 0 0,-22 120-922 0 0,22-85-1 0 0,-30 156 633 0 0,11-31-597 0 0,-11 31 543 0 0,1 0 0 0 0,-1 0 0 0 0,0 0-1 0 0,1 0 1 0 0,-1 0 0 0 0,1 0 0 0 0,-1 0-1 0 0,1 0 1 0 0,-1 0 0 0 0,1 0 0 0 0,0 1 0 0 0,-1-1-1 0 0,1 0 1 0 0,0 0 0 0 0,0 1 0 0 0,-1-1 0 0 0,1 1-1 0 0,0-1 1 0 0,0 1 0 0 0,0-1 0 0 0,0 1-1 0 0,0-1 1 0 0,0 1 0 0 0,0 0 0 0 0,0-1 0 0 0,0 1-1 0 0,1 0 1 0 0,4 3-780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09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0 363 12731 0 0,'1'1'41'0'0,"-1"-1"0"0"0,0 1 0 0 0,0-1 0 0 0,0 1 0 0 0,1-1 0 0 0,-1 0 0 0 0,0 1 0 0 0,1-1 0 0 0,-1 1 0 0 0,0-1 0 0 0,1 0 0 0 0,-1 0 0 0 0,0 1 0 0 0,1-1 0 0 0,-1 0 0 0 0,1 1 0 0 0,-1-1 1 0 0,0 0-1 0 0,1 0 0 0 0,-1 0 0 0 0,1 0 0 0 0,-1 1 0 0 0,1-1 0 0 0,-1 0 0 0 0,1 0 0 0 0,-1 0 0 0 0,1 0 0 0 0,-1 0 0 0 0,1 0 0 0 0,0 0 0 0 0,20-7 779 0 0,15-16 898 0 0,-26 14-1236 0 0,0-1 0 0 0,-1 0 1 0 0,0-1-1 0 0,-1 1 0 0 0,0-2 0 0 0,-1 1 1 0 0,0-1-1 0 0,-1 0 0 0 0,0-1 0 0 0,5-18 0 0 0,-7 18-305 0 0,-1 0 0 0 0,0 0 0 0 0,-1 0-1 0 0,0 0 1 0 0,-1-1 0 0 0,-1 1-1 0 0,0 0 1 0 0,-1-1 0 0 0,0 1-1 0 0,-5-21 1 0 0,6 32-177 0 0,-1-1 1 0 0,0 1-1 0 0,1 0 1 0 0,-1 0-1 0 0,0 0 0 0 0,0 0 1 0 0,0 0-1 0 0,0 0 0 0 0,0 0 1 0 0,-1 1-1 0 0,1-1 1 0 0,0 0-1 0 0,-1 0 0 0 0,-3-2 1 0 0,5 4-9 0 0,0 0 0 0 0,-1 0 0 0 0,1-1 0 0 0,-1 1 0 0 0,1 0 0 0 0,-1 0 0 0 0,1 0 0 0 0,-1 0 0 0 0,1 0 0 0 0,-1 0 0 0 0,1 0 0 0 0,0 0 1 0 0,-1 0-1 0 0,1 0 0 0 0,-1 0 0 0 0,1 0 0 0 0,-1 0 0 0 0,1 0 0 0 0,-1 0 0 0 0,1 0 0 0 0,-1 1 0 0 0,1-1 0 0 0,-1 0 0 0 0,0 1 0 0 0,-10 16-204 0 0,5-2 193 0 0,2 0 1 0 0,0 1 0 0 0,0-1 0 0 0,2 1-1 0 0,0 0 1 0 0,0 0 0 0 0,2 0-1 0 0,0 0 1 0 0,1 0 0 0 0,0 0 0 0 0,7 27-1 0 0,-6-33 11 0 0,1-1 0 0 0,-1 0-1 0 0,2 0 1 0 0,0 0 0 0 0,0 0-1 0 0,0-1 1 0 0,1 0-1 0 0,0 0 1 0 0,1 0 0 0 0,0 0-1 0 0,0-1 1 0 0,1 0 0 0 0,0 0-1 0 0,0-1 1 0 0,0 0 0 0 0,1 0-1 0 0,0 0 1 0 0,0-1 0 0 0,0-1-1 0 0,16 7 1 0 0,-19-9-134 0 0,0 0 1 0 0,0-1-1 0 0,0 0 0 0 0,1 0 1 0 0,-1-1-1 0 0,0 1 1 0 0,1-1-1 0 0,-1 0 0 0 0,1-1 1 0 0,-1 1-1 0 0,0-1 0 0 0,1 0 1 0 0,-1-1-1 0 0,0 1 0 0 0,0-1 1 0 0,0 0-1 0 0,0 0 1 0 0,0 0-1 0 0,7-6 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0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1 132 3681 0 0,'2'-2'650'0'0,"1"0"0"0"0,-1 1 0 0 0,1-1 0 0 0,-1 1 0 0 0,1 0 1 0 0,0 0-1 0 0,-1 0 0 0 0,1 0 0 0 0,0 0 0 0 0,0 1 0 0 0,0-1 0 0 0,0 1 0 0 0,-1 0 0 0 0,1 0 1 0 0,4 0-1 0 0,0 0 295 0 0,0 1 0 0 0,0 0 0 0 0,0 0 0 0 0,0 1 0 0 0,7 2 1 0 0,-1 2-568 0 0,0 2 0 0 0,0-1 0 0 0,-1 2 0 0 0,0 0 1 0 0,0 0-1 0 0,-1 1 0 0 0,-1 1 0 0 0,1 0 0 0 0,10 16 1 0 0,20 17 378 0 0,-43-51-541 0 0,0-1 0 0 0,0 0 1 0 0,1 1-1 0 0,0-1 0 0 0,0-10 0 0 0,-1-4-99 0 0,0-3-145 0 0,0 0 0 0 0,3-28 0 0 0,8-15-2817 0 0,-2 40-5402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0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12443 0 0,'6'8'613'0'0,"-1"-1"0"0"0,-1 1 0 0 0,1 0 0 0 0,-1 1 0 0 0,0-1 0 0 0,-1 1 0 0 0,0-1 0 0 0,-1 1 0 0 0,3 11 0 0 0,5 18 481 0 0,-5-26-817 0 0,-1-1 0 0 0,2 0 0 0 0,-1 1 1 0 0,2-2-1 0 0,-1 1 0 0 0,2-1 0 0 0,10 13 0 0 0,-16-21-256 0 0,0 0 0 0 0,0 0 0 0 0,0 0 0 0 0,0 0-1 0 0,0 0 1 0 0,0-1 0 0 0,0 1 0 0 0,1-1 0 0 0,-1 1-1 0 0,0-1 1 0 0,1 0 0 0 0,-1 0 0 0 0,1 0 0 0 0,0 0-1 0 0,-1-1 1 0 0,1 1 0 0 0,0 0 0 0 0,-1-1 0 0 0,1 0 0 0 0,0 0-1 0 0,0 0 1 0 0,-1 0 0 0 0,1 0 0 0 0,0-1 0 0 0,-1 1-1 0 0,1-1 1 0 0,0 1 0 0 0,-1-1 0 0 0,1 0 0 0 0,-1 0 0 0 0,1 0-1 0 0,-1-1 1 0 0,1 1 0 0 0,-1-1 0 0 0,0 1 0 0 0,0-1-1 0 0,0 0 1 0 0,0 0 0 0 0,3-3 0 0 0,1-2 6 0 0,-1 0 0 0 0,1 0 0 0 0,-2-1 0 0 0,1 1 0 0 0,4-13 0 0 0,-6 14-15 0 0,-1 0 0 0 0,1 0 0 0 0,0 0 0 0 0,0 1 0 0 0,1-1 0 0 0,0 1 0 0 0,0 0 0 0 0,0 0-1 0 0,1 0 1 0 0,9-8 0 0 0,-12 13-5 0 0,-1-1-1 0 0,0 1 1 0 0,0-1 0 0 0,1 1-1 0 0,-1 0 1 0 0,0 0-1 0 0,1 0 1 0 0,-1 0 0 0 0,0 0-1 0 0,1 0 1 0 0,-1 0-1 0 0,0 0 1 0 0,1 0 0 0 0,-1 0-1 0 0,0 1 1 0 0,0-1-1 0 0,1 0 1 0 0,-1 1 0 0 0,0-1-1 0 0,0 1 1 0 0,0 0-1 0 0,1-1 1 0 0,-1 1 0 0 0,0 0-1 0 0,0 0 1 0 0,0 0-1 0 0,0 0 1 0 0,0 0 0 0 0,0 0-1 0 0,-1 0 1 0 0,1 0-1 0 0,0 0 1 0 0,0 0 0 0 0,-1 0-1 0 0,2 2 1 0 0,4 8 87 0 0,0 0 0 0 0,9 23 0 0 0,-11-22-19 0 0,7 13 17 0 0,-1 1 1 0 0,-1 1-1 0 0,-1 0 0 0 0,-2 0 0 0 0,-1 0 1 0 0,-1 1-1 0 0,1 33 0 0 0,-5-40-30 0 0,-1 0-1 0 0,-1-1 1 0 0,-1 1 0 0 0,0-1-1 0 0,-2 0 1 0 0,0 0 0 0 0,-1 0-1 0 0,-2 0 1 0 0,0-1 0 0 0,-14 25-1 0 0,15-32-70 0 0,-1 0 0 0 0,0 0 0 0 0,-1-1 0 0 0,0 0 0 0 0,0-1-1 0 0,-18 16 1 0 0,5-9-311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1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 18 10594 0 0,'-1'-1'199'0'0,"0"-1"0"0"0,0 1 0 0 0,0 0 0 0 0,0 0 0 0 0,0-1 0 0 0,0 1 0 0 0,-1 0 0 0 0,1 0 0 0 0,0 0 0 0 0,-1 1 1 0 0,1-1-1 0 0,-1 0 0 0 0,1 0 0 0 0,-1 1 0 0 0,0-1 0 0 0,1 1 0 0 0,-1-1 0 0 0,-2 1 0 0 0,-32 5 3065 0 0,18 1-2504 0 0,1 0 0 0 0,-1 1-1 0 0,1 1 1 0 0,-17 10 0 0 0,19-9-606 0 0,-1 1-1 0 0,2 1 1 0 0,0 0-1 0 0,0 0 1 0 0,1 2-1 0 0,0 0 1 0 0,-17 23 0 0 0,28-33-147 0 0,0-1 0 0 0,0 1 0 0 0,0 0 1 0 0,0 0-1 0 0,1 0 0 0 0,0 0 1 0 0,-1 0-1 0 0,1 0 0 0 0,0 0 1 0 0,1 0-1 0 0,-1 1 0 0 0,0-1 1 0 0,1 0-1 0 0,0 0 0 0 0,0 1 0 0 0,0-1 1 0 0,1 6-1 0 0,0-6-7 0 0,0 0-1 0 0,1 0 0 0 0,-1 0 1 0 0,1 0-1 0 0,0 0 1 0 0,-1-1-1 0 0,1 1 1 0 0,1-1-1 0 0,-1 1 0 0 0,0-1 1 0 0,1 0-1 0 0,-1 0 1 0 0,1 0-1 0 0,-1 0 1 0 0,1 0-1 0 0,0-1 0 0 0,5 3 1 0 0,12 4-7 0 0,-1 0 0 0 0,38 8 1 0 0,-41-12-10 0 0,0 0-1 0 0,-1 1 1 0 0,0 0 0 0 0,0 1 0 0 0,24 14 0 0 0,-38-19 13 0 0,1 0 0 0 0,-1 0 0 0 0,1 0 0 0 0,-1 0 0 0 0,1 0 0 0 0,-1 0 0 0 0,0 1 0 0 0,1-1 0 0 0,-1 0 0 0 0,0 1 0 0 0,0-1 0 0 0,0 1 0 0 0,0-1 0 0 0,0 1 0 0 0,-1 0 0 0 0,1-1 0 0 0,0 1 0 0 0,-1 0 0 0 0,1-1 0 0 0,-1 1 0 0 0,0 0 0 0 0,1 0 0 0 0,-1 0 0 0 0,0 3 0 0 0,-1-2 4 0 0,0 0-1 0 0,0 0 0 0 0,0 0 0 0 0,0 0 0 0 0,-1 0 0 0 0,1 0 0 0 0,-1 0 0 0 0,0 0 0 0 0,0-1 0 0 0,0 1 0 0 0,0-1 1 0 0,-4 5-1 0 0,-6 4 27 0 0,-1-1 0 0 0,0 0 0 0 0,-1-1 0 0 0,-20 10 0 0 0,24-13-23 0 0,-44 20 274 0 0,49-24-255 0 0,1 0 0 0 0,-1-1 1 0 0,0 0-1 0 0,1 0 0 0 0,-1 0 0 0 0,0 0 0 0 0,0-1 0 0 0,0 1 0 0 0,-8-2 1 0 0,12 1-71 0 0,0 0 0 0 0,1 0 0 0 0,-1 0 0 0 0,0 0 0 0 0,1-1 0 0 0,-1 1 0 0 0,1 0 1 0 0,-1 0-1 0 0,0-1 0 0 0,1 1 0 0 0,-1 0 0 0 0,1-1 0 0 0,-1 1 0 0 0,1-1 0 0 0,-1 1 0 0 0,1 0 1 0 0,-1-1-1 0 0,1 1 0 0 0,-1-1 0 0 0,1 0 0 0 0,-1 1 0 0 0,1-1 0 0 0,0 1 0 0 0,-1-1 0 0 0,1 0 1 0 0,0 1-1 0 0,0-1 0 0 0,0 1 0 0 0,-1-1 0 0 0,1 0 0 0 0,0 1 0 0 0,0-1 0 0 0,0 0 0 0 0,0 1 0 0 0,0-1 1 0 0,0 0-1 0 0,0 1 0 0 0,0-1 0 0 0,0 0 0 0 0,1 1 0 0 0,-1-1 0 0 0,0 0 0 0 0,0 1 0 0 0,0-1 1 0 0,1 0-1 0 0,-1 1 0 0 0,0-1 0 0 0,1 1 0 0 0,0-2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1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10138 0 0,'4'5'9506'0'0,"7"14"-9175"0"0,-2 1 0 0 0,0 0 0 0 0,-1 0 0 0 0,-1 0 0 0 0,-1 1 0 0 0,4 30 0 0 0,-4-21 43 0 0,2 0 1 0 0,17 44 0 0 0,-25-73-377 0 0,1-1-1 0 0,-1 0 1 0 0,0 0 0 0 0,0 1-1 0 0,0-1 1 0 0,0 0-1 0 0,0 0 1 0 0,0 1 0 0 0,0-1-1 0 0,0 0 1 0 0,1 0 0 0 0,-1 1-1 0 0,0-1 1 0 0,0 0 0 0 0,0 0-1 0 0,1 0 1 0 0,-1 1-1 0 0,0-1 1 0 0,0 0 0 0 0,0 0-1 0 0,1 0 1 0 0,-1 0 0 0 0,0 0-1 0 0,0 1 1 0 0,1-1 0 0 0,-1 0-1 0 0,0 0 1 0 0,1 0 0 0 0,-1 0-1 0 0,0 0 1 0 0,0 0-1 0 0,1 0 1 0 0,-1 0 0 0 0,0 0-1 0 0,1 0 1 0 0,7-9-207 0 0,7-27-304 0 0,-11 25 350 0 0,13-25-84 0 0,1 1 0 0 0,25-37 0 0 0,-36 62 356 0 0,0 0-1 0 0,0 1 1 0 0,1 0 0 0 0,1 0-1 0 0,-1 1 1 0 0,1 0 0 0 0,1 1-1 0 0,0 0 1 0 0,0 0 0 0 0,0 1 0 0 0,16-7-1 0 0,-23 11-54 0 0,1 1 0 0 0,-1 0-1 0 0,0 0 1 0 0,0 0 0 0 0,1 1-1 0 0,-1-1 1 0 0,0 1 0 0 0,1 0 0 0 0,-1 0-1 0 0,1 0 1 0 0,-1 0 0 0 0,0 0-1 0 0,1 1 1 0 0,-1 0 0 0 0,0-1 0 0 0,0 1-1 0 0,1 1 1 0 0,-1-1 0 0 0,5 3-1 0 0,-3-1-12 0 0,-1 0-1 0 0,0 1 0 0 0,1 0 0 0 0,-1 0 0 0 0,-1 0 0 0 0,1 0 0 0 0,0 1 1 0 0,-1 0-1 0 0,0-1 0 0 0,5 11 0 0 0,-1 1-30 0 0,-1 0-1 0 0,0 1 1 0 0,-2-1-1 0 0,0 1 1 0 0,0 1 0 0 0,1 28-1 0 0,0-15-8 0 0,-5-31-1 0 0,0 0 0 0 0,0 1 0 0 0,1-1 0 0 0,-1 0 0 0 0,0 0 0 0 0,0 0 0 0 0,0 0 0 0 0,0 0 0 0 0,0 0 0 0 0,1 0 0 0 0,-1 1 0 0 0,0-1 0 0 0,0 0 0 0 0,0 0 0 0 0,0 0 0 0 0,1 0-1 0 0,-1 0 1 0 0,0 0 0 0 0,0 0 0 0 0,0 0 0 0 0,1 0 0 0 0,-1 0 0 0 0,0 0 0 0 0,0 0 0 0 0,0 0 0 0 0,0 0 0 0 0,1 0 0 0 0,-1 0 0 0 0,0 0 0 0 0,0-1 0 0 0,0 1 0 0 0,0 0 0 0 0,1 0 0 0 0,-1 0 0 0 0,0 0 0 0 0,0 0 0 0 0,0 0 0 0 0,0 0 0 0 0,0 0 0 0 0,1-1 0 0 0,-1 1 0 0 0,12-16-10 0 0,19-43-100 0 0,-18 34 83 0 0,1-1 1 0 0,31-42-1 0 0,-41 63 65 0 0,1-1 0 0 0,0 1 1 0 0,0 0-1 0 0,0 0 0 0 0,0 1 0 0 0,1-1 0 0 0,0 1 1 0 0,0 0-1 0 0,0 1 0 0 0,0 0 0 0 0,0-1 1 0 0,1 2-1 0 0,0-1 0 0 0,-1 1 0 0 0,1 0 0 0 0,11-1 1 0 0,-15 3-5 0 0,1 0 0 0 0,0 0 0 0 0,-1 0 1 0 0,1 1-1 0 0,-1 0 0 0 0,1-1 0 0 0,-1 1 1 0 0,1 0-1 0 0,-1 1 0 0 0,1-1 1 0 0,-1 1-1 0 0,0-1 0 0 0,0 1 0 0 0,0 0 1 0 0,0 0-1 0 0,0 1 0 0 0,0-1 0 0 0,0 0 1 0 0,3 6-1 0 0,5 5-16 0 0,0 1 0 0 0,17 31 1 0 0,5 4-803 0 0,-23-37 206 0 0,1 0-114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2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46 2745 0 0,'-6'-20'2863'0'0,"5"18"-2104"0"0,-1 0 0 0 0,-4-5 2278 0 0,4 5-2278 0 0,0 1 0 0 0,1 0 0 0 0,-1-1 0 0 0,0 1 0 0 0,0 0 0 0 0,-1 0 1 0 0,1 0-1 0 0,0 0 0 0 0,0 0 0 0 0,0 0 0 0 0,-1 1 0 0 0,1-1 0 0 0,-4 1 1 0 0,4 0-657 0 0,0 0 1 0 0,1 0-1 0 0,-1 0 1 0 0,0 0 0 0 0,1 0-1 0 0,-1 1 1 0 0,1-1-1 0 0,-1 1 1 0 0,1-1 0 0 0,-1 1-1 0 0,1-1 1 0 0,-1 1-1 0 0,1 0 1 0 0,0 0 0 0 0,-1 0-1 0 0,1 0 1 0 0,-2 1 0 0 0,-11 14 44 0 0,0 1 1 0 0,1 0 0 0 0,1 1-1 0 0,-17 30 1 0 0,-30 82-111 0 0,56-124-36 0 0,-14 38-70 0 0,17-42 42 0 0,-1 0 0 0 0,0 0 0 0 0,1 1 1 0 0,-1-1-1 0 0,1 0 0 0 0,0 1 0 0 0,0-1 0 0 0,-1 0 0 0 0,2 1 0 0 0,-1-1 0 0 0,0 0 0 0 0,0 1 1 0 0,1-1-1 0 0,-1 0 0 0 0,2 4 0 0 0,-1-5 9 0 0,0-1 1 0 0,-1 1-1 0 0,1-1 1 0 0,0 1-1 0 0,-1-1 1 0 0,1 0-1 0 0,0 1 1 0 0,-1-1-1 0 0,1 0 0 0 0,0 0 1 0 0,0 0-1 0 0,-1 1 1 0 0,1-1-1 0 0,0 0 1 0 0,0 0-1 0 0,0 0 1 0 0,-1 0-1 0 0,1 0 1 0 0,0 0-1 0 0,0-1 1 0 0,-1 1-1 0 0,1 0 0 0 0,0 0 1 0 0,0 0-1 0 0,-1-1 1 0 0,1 1-1 0 0,0 0 1 0 0,-1-1-1 0 0,1 1 1 0 0,0-1-1 0 0,-1 1 1 0 0,1-1-1 0 0,0 1 0 0 0,-1-1 1 0 0,1 1-1 0 0,-1-1 1 0 0,1 1-1 0 0,-1-1 1 0 0,0 0-1 0 0,1 0 1 0 0,24-28-361 0 0,-23 26 328 0 0,13-18 5 0 0,-1-2-1 0 0,11-24 1 0 0,-14 24 425 0 0,2 1 0 0 0,19-27-1 0 0,-32 48-350 0 0,1 0 0 0 0,-1 1 0 0 0,1-1 0 0 0,0 0 0 0 0,-1 0 0 0 0,1 0-1 0 0,0 1 1 0 0,-1-1 0 0 0,1 0 0 0 0,0 1 0 0 0,0-1 0 0 0,0 0 0 0 0,0 1 0 0 0,-1-1 0 0 0,1 1-1 0 0,0-1 1 0 0,0 1 0 0 0,0 0 0 0 0,0-1 0 0 0,0 1 0 0 0,0 0 0 0 0,0 0 0 0 0,0 0 0 0 0,0 0 0 0 0,0 0-1 0 0,1 0 1 0 0,-1 0 0 0 0,0 0 0 0 0,0 0 0 0 0,0 0 0 0 0,0 0 0 0 0,0 1 0 0 0,0-1 0 0 0,0 0-1 0 0,0 1 1 0 0,-1-1 0 0 0,1 1 0 0 0,0-1 0 0 0,0 1 0 0 0,0 0 0 0 0,0-1 0 0 0,1 2 0 0 0,3 4 55 0 0,0 0 0 0 0,0 0 0 0 0,-1 0 0 0 0,0 1 0 0 0,4 7 0 0 0,5 8-98 0 0,-12-21-2 0 0,52 68-78 0 0,-47-62-371 0 0,1 0 0 0 0,0 0 0 0 0,1 0 1 0 0,0-1-1 0 0,0 0 0 0 0,13 8 0 0 0,-12-11-934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2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13827 0 0,'0'0'1247'0'0,"6"20"2499"0"0,44 108 1636 0 0,7 24-3717 0 0,27 77-1362 0 0,-44-132-7969 0 0,-28-67-292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9218 0 0,'3'6'1308'0'0,"0"0"0"0"0,-1 0 0 0 0,1 0 0 0 0,-1 0 0 0 0,0 0 0 0 0,1 8 0 0 0,-1 8 428 0 0,1 41 1 0 0,-2-20-788 0 0,3 42-536 0 0,-2-17-608 0 0,3 0 1 0 0,22 111-1 0 0,-19-150-7907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3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87 2304 0 0,'-22'-37'1644'0'0,"-18"-13"14320"0"0,46 59-15220 0 0,-1 1 0 0 0,0-1 0 0 0,0 1 0 0 0,3 11 0 0 0,6 12-543 0 0,26 51-57 0 0,-5 3-1 0 0,-3 0 1 0 0,38 176 0 0 0,-39-135-2317 0 0,-22-92-5811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4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7834 0 0,'4'2'489'0'0,"-1"0"0"0"0,1-1 1 0 0,0 1-1 0 0,0-1 1 0 0,0 0-1 0 0,0 0 0 0 0,0 0 1 0 0,1-1-1 0 0,-1 1 1 0 0,0-1-1 0 0,0 0 0 0 0,0 0 1 0 0,0-1-1 0 0,1 1 0 0 0,-1-1 1 0 0,0 0-1 0 0,0 0 1 0 0,0 0-1 0 0,6-3 0 0 0,-2 1-117 0 0,0-1 0 0 0,-1 1 0 0 0,0-1 0 0 0,0-1-1 0 0,0 1 1 0 0,-1-1 0 0 0,1-1 0 0 0,-1 1-1 0 0,6-8 1 0 0,2-4-256 0 0,-1-1 0 0 0,-1 0 0 0 0,0-1 0 0 0,12-27 0 0 0,-21 38-106 0 0,1 0 0 0 0,-1 0 0 0 0,-1 0 1 0 0,0 0-1 0 0,0 0 0 0 0,0-1 0 0 0,-1 1 0 0 0,0 0 0 0 0,0-1 1 0 0,-1 1-1 0 0,-1-1 0 0 0,1 1 0 0 0,-1-1 0 0 0,-3-10 0 0 0,4 18 6 0 0,0 0-1 0 0,0 1 0 0 0,0-1 0 0 0,-1 0 0 0 0,1 1 1 0 0,0-1-1 0 0,0 0 0 0 0,-1 1 0 0 0,1-1 0 0 0,0 0 1 0 0,-1 1-1 0 0,1-1 0 0 0,0 1 0 0 0,-1-1 0 0 0,1 0 1 0 0,-1 1-1 0 0,1-1 0 0 0,-1 1 0 0 0,1 0 0 0 0,-1-1 1 0 0,0 1-1 0 0,1-1 0 0 0,-1 1 0 0 0,1 0 0 0 0,-1-1 1 0 0,0 1-1 0 0,1 0 0 0 0,-1 0 0 0 0,0 0 0 0 0,1-1 1 0 0,-1 1-1 0 0,0 0 0 0 0,0 0 0 0 0,-1 0 0 0 0,1 1 7 0 0,-1 0 0 0 0,0 0 0 0 0,0 0-1 0 0,0 0 1 0 0,1 0 0 0 0,-1 0-1 0 0,1 1 1 0 0,-1-1 0 0 0,1 0 0 0 0,-1 1-1 0 0,1-1 1 0 0,-2 3 0 0 0,-4 6 53 0 0,1 0 1 0 0,0 0 0 0 0,-7 14 0 0 0,9-14-33 0 0,1 0 0 0 0,-1 0 0 0 0,2 0 0 0 0,-1 0 1 0 0,1 0-1 0 0,1 1 0 0 0,0-1 0 0 0,0 0 0 0 0,1 1 0 0 0,1-1 0 0 0,1 14 0 0 0,0-17-40 0 0,-1 0-1 0 0,2 0 0 0 0,-1 0 0 0 0,1-1 0 0 0,0 1 1 0 0,0-1-1 0 0,0 1 0 0 0,1-1 0 0 0,0 0 1 0 0,0-1-1 0 0,1 1 0 0 0,0-1 0 0 0,0 0 1 0 0,0 0-1 0 0,0 0 0 0 0,1-1 0 0 0,9 6 0 0 0,-6-4-324 0 0,1 0 0 0 0,0-1 0 0 0,0 0 0 0 0,0-1-1 0 0,1 0 1 0 0,21 5 0 0 0,-27-8-169 0 0,1-1 0 0 0,-1 1 0 0 0,0-1 0 0 0,1 0 0 0 0,-1-1 1 0 0,0 1-1 0 0,0-1 0 0 0,1 0 0 0 0,-1 0 0 0 0,0-1 0 0 0,0 0 0 0 0,0 0 0 0 0,0 0 0 0 0,0 0 0 0 0,-1-1 0 0 0,9-5 0 0 0,-2 0-767 0 0,0-1 0 0 0,-1-1 0 0 0,12-13 0 0 0,-12 11 739 0 0,0-1-1 0 0,15-27 1 0 0,-19 28 1303 0 0,0 0 1 0 0,-1-1-1 0 0,7-22 0 0 0,-10 25 725 0 0,0 1 0 0 0,-1 0 0 0 0,0-1 0 0 0,0 1-1 0 0,-2-19 1 0 0,1 28-1393 0 0,0-1 0 0 0,0 1-1 0 0,0 0 1 0 0,0-1 0 0 0,0 1-1 0 0,0-1 1 0 0,0 1 0 0 0,0-1-1 0 0,0 1 1 0 0,0-1 0 0 0,0 1-1 0 0,0-1 1 0 0,0 1 0 0 0,0 0 0 0 0,-1-1-1 0 0,1 1 1 0 0,0-1 0 0 0,0 1-1 0 0,0 0 1 0 0,-1-1 0 0 0,1 1-1 0 0,0-1 1 0 0,-1 1 0 0 0,1 0-1 0 0,0 0 1 0 0,-1-1 0 0 0,1 1-1 0 0,0 0 1 0 0,-1-1 0 0 0,1 1-1 0 0,-1 0 1 0 0,0 0 0 0 0,-10 9 1241 0 0,-8 24-856 0 0,11-14-493 0 0,1 1 0 0 0,0 0 0 0 0,2 0 0 0 0,0 0 0 0 0,2 1 0 0 0,0 0 0 0 0,0 41 0 0 0,3-60-44 0 0,0-1-1 0 0,0 1 1 0 0,0-1 0 0 0,0 1-1 0 0,1-1 1 0 0,-1 1 0 0 0,0-1-1 0 0,1 1 1 0 0,-1-1-1 0 0,1 0 1 0 0,-1 1 0 0 0,1-1-1 0 0,0 0 1 0 0,0 1 0 0 0,1 1-1 0 0,-1-3 6 0 0,-1 1-1 0 0,1-1 0 0 0,-1 0 0 0 0,1 0 1 0 0,-1 0-1 0 0,1 0 0 0 0,-1 1 0 0 0,1-1 1 0 0,-1 0-1 0 0,1 0 0 0 0,-1 0 0 0 0,1 0 1 0 0,-1 0-1 0 0,1 0 0 0 0,-1 0 0 0 0,1 0 1 0 0,0 0-1 0 0,-1-1 0 0 0,1 1 1 0 0,-1 0-1 0 0,1 0 0 0 0,-1 0 0 0 0,1-1 1 0 0,-1 1-1 0 0,1 0 0 0 0,-1-1 0 0 0,1 1 1 0 0,2-3-71 0 0,1 0 1 0 0,-1 0-1 0 0,0 0 0 0 0,0-1 1 0 0,-1 1-1 0 0,1-1 1 0 0,-1 1-1 0 0,4-8 1 0 0,5-17 212 0 0,-9 20 11 0 0,1 1 1 0 0,0 0-1 0 0,0 0 0 0 0,0 0 0 0 0,1 0 1 0 0,9-11-1 0 0,-12 17-98 0 0,0 0 0 0 0,0 0 0 0 0,0 0 0 0 0,0 0 1 0 0,0 0-1 0 0,1 0 0 0 0,-1 1 0 0 0,0-1 0 0 0,1 0 0 0 0,-1 1 1 0 0,0-1-1 0 0,1 1 0 0 0,-1-1 0 0 0,1 1 0 0 0,-1 0 0 0 0,3 0 1 0 0,-1 0-12 0 0,-1 0 0 0 0,1 1 1 0 0,-1-1-1 0 0,1 1 1 0 0,-1-1-1 0 0,1 1 1 0 0,-1 0-1 0 0,0 0 0 0 0,1 1 1 0 0,-1-1-1 0 0,0 0 1 0 0,4 3-1 0 0,2 3-163 0 0,0 0 1 0 0,-1 1-1 0 0,12 13 0 0 0,5 6-2166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4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25 106 11522 0 0,'-24'-105'10291'0'0,"35"153"-6700"0"0,5 20-2925 0 0,3 97 686 0 0,-14-100-1145 0 0,2 0 1 0 0,31 117 0 0 0,-14-119-1628 0 0,-21-57 684 0 0,0-1-1 0 0,1 1 1 0 0,-1-1-1 0 0,1 0 1 0 0,5 4-1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5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73 5065 0 0,'1'-3'235'0'0,"0"0"0"0"0,0-1 0 0 0,0 1-1 0 0,0-1 1 0 0,0 1 0 0 0,-1-1 0 0 0,1 1 0 0 0,-1-1 0 0 0,0 1-1 0 0,0-1 1 0 0,0 1 0 0 0,-2-7 0 0 0,2 9 8 0 0,-1-1-1 0 0,0 1 1 0 0,1 0 0 0 0,-1 0 0 0 0,0 0-1 0 0,1-1 1 0 0,-1 1 0 0 0,0 0 0 0 0,0 0-1 0 0,0 0 1 0 0,0 0 0 0 0,0 0 0 0 0,0 1-1 0 0,0-1 1 0 0,-1 0 0 0 0,1 0 0 0 0,0 1-1 0 0,0-1 1 0 0,0 1 0 0 0,-1-1 0 0 0,1 1-1 0 0,0-1 1 0 0,-1 1 0 0 0,1 0 0 0 0,-1 0-1 0 0,1 0 1 0 0,0 0 0 0 0,-1 0 0 0 0,1 0-1 0 0,0 0 1 0 0,-1 0 0 0 0,1 0 0 0 0,-1 0-1 0 0,1 1 1 0 0,0-1 0 0 0,-2 1 0 0 0,-2 1 124 0 0,-1 0-1 0 0,1 1 1 0 0,-1 0 0 0 0,1-1 0 0 0,0 2 0 0 0,0-1 0 0 0,0 0 0 0 0,1 1 0 0 0,-1 0 0 0 0,1 0 0 0 0,0 1 0 0 0,0-1 0 0 0,-7 10 0 0 0,0 3-41 0 0,0 0 0 0 0,-14 33 1 0 0,22-46-281 0 0,1 1 1 0 0,1-1 0 0 0,-1 0 0 0 0,1 1-1 0 0,-1-1 1 0 0,1 0 0 0 0,1 1 0 0 0,-1 0 0 0 0,1-1-1 0 0,-1 1 1 0 0,1-1 0 0 0,0 1 0 0 0,1-1-1 0 0,-1 1 1 0 0,1 0 0 0 0,0-1 0 0 0,0 1 0 0 0,1-1-1 0 0,-1 0 1 0 0,1 1 0 0 0,0-1 0 0 0,0 0-1 0 0,0 0 1 0 0,1 0 0 0 0,-1-1 0 0 0,1 1 0 0 0,0 0-1 0 0,0-1 1 0 0,0 0 0 0 0,1 1 0 0 0,-1-1-1 0 0,1-1 1 0 0,0 1 0 0 0,-1-1 0 0 0,1 1-1 0 0,0-1 1 0 0,1 0 0 0 0,-1 0 0 0 0,0-1 0 0 0,7 2-1 0 0,4 2-64 0 0,1-2-1 0 0,-1 0 0 0 0,1 0 0 0 0,-1-2 0 0 0,1 0 1 0 0,0 0-1 0 0,17-3 0 0 0,110-21-2661 0 0,-130 21 2212 0 0,7-2-851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5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41 3681 0 0,'-23'-21'2337'0'0,"19"19"-1463"0"0,0-1-1 0 0,0 1 0 0 0,0 0 0 0 0,-1 0 0 0 0,1 0 1 0 0,0 1-1 0 0,-1-1 0 0 0,-6 0 0 0 0,9 1-447 0 0,-1 1 0 0 0,1 0 1 0 0,-1 0-1 0 0,1 0 0 0 0,-1 0 0 0 0,1 0 0 0 0,0 1 0 0 0,-1-1 0 0 0,1 1 0 0 0,-1-1 1 0 0,1 1-1 0 0,0 0 0 0 0,-1 0 0 0 0,1 0 0 0 0,0 0 0 0 0,-3 2 0 0 0,3-1-322 0 0,0 0 0 0 0,0 0 0 0 0,1 0-1 0 0,-1 0 1 0 0,0 0 0 0 0,1 0-1 0 0,-1 0 1 0 0,1 0 0 0 0,0 1 0 0 0,-1-1-1 0 0,0 3 1 0 0,-5 17-36 0 0,0-1 0 0 0,1 1-1 0 0,2 0 1 0 0,0 0 0 0 0,1 0-1 0 0,1 1 1 0 0,1-1 0 0 0,4 40 0 0 0,-3-59-75 0 0,0-1 1 0 0,0 0-1 0 0,1 1 1 0 0,-1-1-1 0 0,1 0 1 0 0,-1 0-1 0 0,1 0 1 0 0,0 1-1 0 0,0-1 1 0 0,0 0-1 0 0,0 0 1 0 0,0 0-1 0 0,1 0 1 0 0,-1-1-1 0 0,1 1 1 0 0,-1 0-1 0 0,1 0 1 0 0,-1-1-1 0 0,1 1 1 0 0,0-1-1 0 0,0 0 1 0 0,0 1-1 0 0,3 1 1 0 0,-2-3-52 0 0,-1 0-1 0 0,0 0 1 0 0,1 0 0 0 0,-1 0 0 0 0,0 0 0 0 0,1 0 0 0 0,-1-1 0 0 0,0 1 0 0 0,1-1 0 0 0,-1 1 0 0 0,0-1-1 0 0,1 0 1 0 0,-1 0 0 0 0,0 0 0 0 0,0 0 0 0 0,0-1 0 0 0,0 1 0 0 0,0-1 0 0 0,0 1 0 0 0,-1-1-1 0 0,1 1 1 0 0,2-4 0 0 0,15-16-180 0 0,-2 0-1 0 0,0-2 0 0 0,18-33 0 0 0,9-12 1044 0 0,-43 67-737 0 0,0 0 1 0 0,0 0 0 0 0,-1 0 0 0 0,1 0 0 0 0,0 0 0 0 0,0 0-1 0 0,0 0 1 0 0,0 0 0 0 0,0 0 0 0 0,0 1 0 0 0,1-1 0 0 0,-1 0 0 0 0,0 1-1 0 0,0-1 1 0 0,0 1 0 0 0,1-1 0 0 0,-1 1 0 0 0,0 0 0 0 0,0 0-1 0 0,1-1 1 0 0,-1 1 0 0 0,2 0 0 0 0,-1 1-2 0 0,1-1-1 0 0,-1 1 1 0 0,0-1-1 0 0,1 1 1 0 0,-1 0 0 0 0,0 0-1 0 0,1 0 1 0 0,-1 0-1 0 0,0 0 1 0 0,0 1 0 0 0,2 1-1 0 0,7 6 32 0 0,0 1 0 0 0,-1 0 0 0 0,12 18 0 0 0,-11-15-26 0 0,2 2-413 0 0,0-1 0 0 0,1-1 0 0 0,0 0 0 0 0,1-1 0 0 0,21 13 0 0 0,-18-14-1012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6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66 2160 0 0,'0'-3'163'0'0,"0"1"0"0"0,0-1-1 0 0,-1 1 1 0 0,1-1-1 0 0,-1 1 1 0 0,1-1-1 0 0,-1 1 1 0 0,0-1 0 0 0,0 1-1 0 0,-2-4 1 0 0,1 3 329 0 0,0 1-1 0 0,0-1 1 0 0,0 1 0 0 0,0 0 0 0 0,0 0 0 0 0,-1 0 0 0 0,1 0 0 0 0,0 0-1 0 0,-1 0 1 0 0,0 1 0 0 0,1-1 0 0 0,-1 1 0 0 0,-4-2 0 0 0,4 2-26 0 0,0 0 1 0 0,-1 0 0 0 0,0 0 0 0 0,1 0 0 0 0,-1 1 0 0 0,1 0-1 0 0,-1-1 1 0 0,0 1 0 0 0,1 0 0 0 0,-1 1 0 0 0,0-1-1 0 0,1 1 1 0 0,-1 0 0 0 0,1 0 0 0 0,-1 0 0 0 0,1 0 0 0 0,-1 0-1 0 0,1 1 1 0 0,-6 3 0 0 0,1 2-175 0 0,0 0 0 0 0,0 0 0 0 0,1 1-1 0 0,0 0 1 0 0,0 0 0 0 0,1 1 0 0 0,0 0 0 0 0,1 0 0 0 0,-6 14 0 0 0,3-6-242 0 0,2 0 0 0 0,0 0 0 0 0,1 0 1 0 0,-5 31-1 0 0,10-42-45 0 0,0 0-1 0 0,0 0 1 0 0,0 0 0 0 0,1 0-1 0 0,0 0 1 0 0,0 0 0 0 0,1 0 0 0 0,0 0-1 0 0,0 0 1 0 0,0-1 0 0 0,6 11-1 0 0,-7-14-12 0 0,0 0-1 0 0,0 0 1 0 0,0 0 0 0 0,0 0-1 0 0,0 0 1 0 0,1-1-1 0 0,-1 1 1 0 0,1-1-1 0 0,-1 1 1 0 0,1-1-1 0 0,-1 1 1 0 0,1-1 0 0 0,0 0-1 0 0,0 0 1 0 0,0 0-1 0 0,0 0 1 0 0,-1 0-1 0 0,1 0 1 0 0,0 0-1 0 0,1-1 1 0 0,-1 1 0 0 0,0-1-1 0 0,0 1 1 0 0,0-1-1 0 0,0 0 1 0 0,0 0-1 0 0,0 0 1 0 0,1 0-1 0 0,-1 0 1 0 0,0-1 0 0 0,0 1-1 0 0,0 0 1 0 0,0-1-1 0 0,0 0 1 0 0,0 1-1 0 0,4-3 1 0 0,-3 1-9 0 0,0-1 0 0 0,0 1 1 0 0,0-1-1 0 0,0 1 0 0 0,0-1 0 0 0,0 0 1 0 0,-1 0-1 0 0,1-1 0 0 0,-1 1 0 0 0,0 0 1 0 0,0-1-1 0 0,0 1 0 0 0,1-5 0 0 0,17-56 105 0 0,-8 23 11 0 0,-10 35-77 0 0,0-1 1 0 0,1 1 0 0 0,0 0-1 0 0,1-1 1 0 0,-1 2-1 0 0,1-1 1 0 0,0 0-1 0 0,6-5 1 0 0,-9 10-16 0 0,0 0 0 0 0,1-1 0 0 0,-1 2 0 0 0,1-1 0 0 0,-1 0 0 0 0,1 0 0 0 0,-1 0 1 0 0,1 1-1 0 0,-1-1 0 0 0,1 1 0 0 0,0-1 0 0 0,-1 1 0 0 0,1-1 0 0 0,0 1 0 0 0,0 0 0 0 0,-1 0 1 0 0,1 0-1 0 0,0 0 0 0 0,-1 0 0 0 0,1 1 0 0 0,0-1 0 0 0,0 0 0 0 0,-1 1 0 0 0,1-1 0 0 0,-1 1 1 0 0,1 0-1 0 0,0-1 0 0 0,-1 1 0 0 0,1 0 0 0 0,-1 0 0 0 0,0 0 0 0 0,1 0 0 0 0,-1 0 0 0 0,0 0 1 0 0,1 1-1 0 0,-1-1 0 0 0,0 0 0 0 0,1 2 0 0 0,8 9 24 0 0,-1-1 0 0 0,0 1 0 0 0,-1 1 0 0 0,0 0 0 0 0,-1 0 0 0 0,0 0 0 0 0,8 25 0 0 0,-7-13 0 0 0,0 1-1 0 0,-2-1 0 0 0,4 42 0 0 0,-8-52 23 0 0,-2 0-1 0 0,0 0 1 0 0,-1 1-1 0 0,0-1 1 0 0,-1 0-1 0 0,-1 0 1 0 0,0 0-1 0 0,-9 23 1 0 0,9-30-29 0 0,0-1 1 0 0,-1 1-1 0 0,0-1 0 0 0,0 0 1 0 0,-1 0-1 0 0,1 0 0 0 0,-2-1 1 0 0,1 0-1 0 0,0 0 0 0 0,-1 0 1 0 0,0 0-1 0 0,-1-1 1 0 0,1 0-1 0 0,-1 0 0 0 0,0-1 1 0 0,0 0-1 0 0,-13 5 0 0 0,17-8-145 0 0,-1 0-1 0 0,0 0 0 0 0,0 0 0 0 0,-1 0 0 0 0,1-1 1 0 0,0 0-1 0 0,0 0 0 0 0,0 0 0 0 0,0 0 1 0 0,0 0-1 0 0,0-1 0 0 0,0 0 0 0 0,0 0 1 0 0,0 0-1 0 0,0 0 0 0 0,0-1 0 0 0,0 1 0 0 0,0-1 1 0 0,1 0-1 0 0,-1 0 0 0 0,1-1 0 0 0,-1 1 1 0 0,1-1-1 0 0,0 1 0 0 0,-5-7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6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1 359 8290 0 0,'3'1'131'0'0,"0"-1"0"0"0,0 1 0 0 0,0-1-1 0 0,0 0 1 0 0,0 0 0 0 0,0 0 0 0 0,0-1 0 0 0,0 1 0 0 0,0-1 0 0 0,0 1 0 0 0,0-1 0 0 0,-1 0 0 0 0,1 0 0 0 0,0 0 0 0 0,0-1 0 0 0,-1 1-1 0 0,1-1 1 0 0,0 1 0 0 0,-1-1 0 0 0,3-2 0 0 0,5-4 762 0 0,-1 0 1 0 0,0 0-1 0 0,13-16 0 0 0,-14 14-273 0 0,-2-1 0 0 0,1 1-1 0 0,-2-1 1 0 0,1 0-1 0 0,-1 0 1 0 0,-1-1-1 0 0,6-22 1 0 0,-6 13-234 0 0,0-1 0 0 0,-1 0 1 0 0,0-32-1 0 0,-3 48-369 0 0,-1 0 1 0 0,1 1 0 0 0,-1-1-1 0 0,0 1 1 0 0,-1-1-1 0 0,1 1 1 0 0,-5-9 0 0 0,6 14-15 0 0,0-1 0 0 0,-1 0 0 0 0,1 0 0 0 0,0 1 0 0 0,-1-1 0 0 0,1 0 0 0 0,-1 1 0 0 0,0-1 0 0 0,1 0 0 0 0,-1 1 0 0 0,1-1 0 0 0,-1 1 0 0 0,0-1 0 0 0,1 1 0 0 0,-1-1 0 0 0,0 1 0 0 0,0 0 0 0 0,1-1 0 0 0,-1 1 0 0 0,0 0 0 0 0,0-1-1 0 0,-1 1 1 0 0,1 0 9 0 0,0 1 0 0 0,0-1-1 0 0,-1 0 1 0 0,1 1 0 0 0,0-1-1 0 0,0 1 1 0 0,0 0 0 0 0,-1-1-1 0 0,1 1 1 0 0,0 0 0 0 0,0 0-1 0 0,0 0 1 0 0,0 0 0 0 0,1 0-1 0 0,-1 0 1 0 0,0 0 0 0 0,0 0-1 0 0,0 0 1 0 0,0 2 0 0 0,-10 16 120 0 0,0 0 1 0 0,2 1 0 0 0,0 1-1 0 0,2-1 1 0 0,0 1 0 0 0,1 0-1 0 0,1 1 1 0 0,1-1 0 0 0,1 1 0 0 0,1 0-1 0 0,2 33 1 0 0,0-46-48 0 0,1 1 0 0 0,0 0 0 0 0,1-1 1 0 0,0 0-1 0 0,1 1 0 0 0,0-1 0 0 0,0 0 0 0 0,1-1 0 0 0,0 1 0 0 0,7 10 1 0 0,-9-15-72 0 0,1 0 0 0 0,0 0 1 0 0,0-1-1 0 0,0 0 0 0 0,0 0 1 0 0,1 0-1 0 0,-1 0 0 0 0,1 0 0 0 0,0 0 1 0 0,-1-1-1 0 0,1 0 0 0 0,1 0 1 0 0,-1 0-1 0 0,0 0 0 0 0,0-1 1 0 0,1 0-1 0 0,-1 1 0 0 0,1-2 1 0 0,-1 1-1 0 0,1 0 0 0 0,-1-1 1 0 0,1 0-1 0 0,7-1 0 0 0,2 0-677 0 0,0-2-1 0 0,0 0 1 0 0,21-7-1 0 0,-7-1-7196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6.9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9 2761 0 0,'-16'-7'9342'0'0,"2"5"-3610"0"0,13 3-5532 0 0,-1-1 0 0 0,1 1 1 0 0,-1-1-1 0 0,0 1 0 0 0,1 0 0 0 0,-1 0 0 0 0,1 0 0 0 0,0-1 0 0 0,-1 1 0 0 0,1 1 0 0 0,0-1 0 0 0,0 0 0 0 0,-1 0 0 0 0,1 0 0 0 0,0 1 0 0 0,0-1 0 0 0,0 1 1 0 0,-1 1-1 0 0,-4 8-103 0 0,-1 0-1 0 0,1 1 1 0 0,1-1 0 0 0,0 1 0 0 0,0 0 0 0 0,1 1 0 0 0,1-1 0 0 0,0 1 0 0 0,1 0 0 0 0,-1 23 0 0 0,2-27-44 0 0,1 1 0 0 0,1-1 0 0 0,0 1-1 0 0,0-1 1 0 0,1 1 0 0 0,0-1 0 0 0,0 0 0 0 0,1 0 0 0 0,0 0 0 0 0,1 0 0 0 0,0 0-1 0 0,0-1 1 0 0,1 0 0 0 0,0 0 0 0 0,9 10 0 0 0,-11-14-56 0 0,0-1 0 0 0,0 0 0 0 0,0 0 0 0 0,1 0 1 0 0,0 0-1 0 0,-1 0 0 0 0,1 0 0 0 0,0-1 0 0 0,0 0 0 0 0,1 0 0 0 0,-1 0 0 0 0,0-1 1 0 0,1 1-1 0 0,-1-1 0 0 0,1 0 0 0 0,-1 0 0 0 0,1 0 0 0 0,-1-1 0 0 0,1 0 0 0 0,0 0 0 0 0,-1 0 1 0 0,10-2-1 0 0,-6 0-6 0 0,0 0 1 0 0,0-1 0 0 0,0 0-1 0 0,-1-1 1 0 0,1 0 0 0 0,-1 0-1 0 0,0 0 1 0 0,0-1-1 0 0,0 0 1 0 0,-1-1 0 0 0,12-11-1 0 0,-10 7-41 0 0,0-1 0 0 0,0 1-1 0 0,-1-1 1 0 0,9-19 0 0 0,10-16-52 0 0,-25 45 127 0 0,-1 0-1 0 0,1 0 1 0 0,0 0 0 0 0,0 0-1 0 0,0 0 1 0 0,0 0-1 0 0,0 0 1 0 0,0 0 0 0 0,0 0-1 0 0,0 1 1 0 0,0-1 0 0 0,1 0-1 0 0,-1 1 1 0 0,0-1 0 0 0,0 1-1 0 0,1-1 1 0 0,-1 1 0 0 0,0 0-1 0 0,1-1 1 0 0,-1 1 0 0 0,0 0-1 0 0,1 0 1 0 0,-1 0 0 0 0,0 0-1 0 0,1 0 1 0 0,-1 0 0 0 0,1 0-1 0 0,-1 1 1 0 0,0-1 0 0 0,0 0-1 0 0,1 1 1 0 0,-1-1-1 0 0,0 1 1 0 0,1 0 0 0 0,-1-1-1 0 0,0 1 1 0 0,2 1 0 0 0,5 4 200 0 0,0 0 0 0 0,-1 0 1 0 0,0 1-1 0 0,9 9 1 0 0,-12-12-199 0 0,48 61 478 0 0,-2-1-1429 0 0,-11-28-5844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7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8290 0 0,'8'4'11667'0'0,"0"10"-8791"0"0,0 11-3111 0 0,0 5 666 0 0,45 152 763 0 0,-41-148-1196 0 0,2 0 0 0 0,1-1 1 0 0,23 37-1 0 0,-37-67 1 0 0,0-1 0 0 0,0 0 0 0 0,1 0-1 0 0,-1 0 1 0 0,0-1 0 0 0,1 1 0 0 0,0 0 0 0 0,-1 0 0 0 0,1-1 0 0 0,0 1 0 0 0,0-1 0 0 0,0 1 0 0 0,0-1 0 0 0,0 0-1 0 0,0 0 1 0 0,0 0 0 0 0,0 0 0 0 0,0 0 0 0 0,0 0 0 0 0,1-1 0 0 0,-1 1 0 0 0,0-1 0 0 0,4 1 0 0 0,-3-2-15 0 0,1 0 0 0 0,0 0 1 0 0,-1 0-1 0 0,0 0 1 0 0,1-1-1 0 0,-1 1 0 0 0,0-1 1 0 0,1 0-1 0 0,-1 0 1 0 0,0 0-1 0 0,0-1 1 0 0,-1 1-1 0 0,1 0 0 0 0,3-5 1 0 0,3-4-27 0 0,1 0-1 0 0,-2-1 1 0 0,0 0 0 0 0,0 0 0 0 0,-1-1 0 0 0,-1 0-1 0 0,0 0 1 0 0,-1 0 0 0 0,0-1 0 0 0,5-25 0 0 0,-5 15 18 0 0,-2-1 0 0 0,0 0 0 0 0,-1 0 1 0 0,-2 1-1 0 0,-3-37 0 0 0,69 143 864 0 0,-35-38-271 0 0,-20-29-336 0 0,1 1-1 0 0,14 15 1 0 0,-22-27-509 0 0,1 1 1 0 0,0-1 0 0 0,0-1 0 0 0,0 1-1 0 0,1 0 1 0 0,-1-1 0 0 0,1 0-1 0 0,-1-1 1 0 0,1 1 0 0 0,9 2-1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8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57 6913 0 0,'-1'-2'691'0'0,"0"1"-345"0"0,1 0-1 0 0,-1 1 1 0 0,1-1-1 0 0,-1 0 1 0 0,1 0-1 0 0,0 0 1 0 0,-1 0-1 0 0,1 0 1 0 0,0 0-1 0 0,0 0 1 0 0,0 0-1 0 0,0 0 1 0 0,-1 0-1 0 0,1 0 1 0 0,1 0-1 0 0,-1 0 1 0 0,0 0-1 0 0,0 0 1 0 0,0 0-1 0 0,0 0 1 0 0,1 0-1 0 0,-1 0 1 0 0,0 1-1 0 0,1-3 1 0 0,1 3-102 0 0,-1-1 1 0 0,0 1 0 0 0,0-1-1 0 0,0 1 1 0 0,0 0 0 0 0,0-1-1 0 0,0 1 1 0 0,1 0 0 0 0,-1 0-1 0 0,0 0 1 0 0,0 0 0 0 0,0 0 0 0 0,1 0-1 0 0,-1 0 1 0 0,0 0 0 0 0,0 0-1 0 0,3 1 1 0 0,5 2 213 0 0,1 1-1 0 0,0-1 1 0 0,16 10 0 0 0,-12-4-241 0 0,0 1 0 0 0,-1 0 0 0 0,0 1 0 0 0,0 0 0 0 0,18 23 1 0 0,-23-25-164 0 0,-1 0 0 0 0,0 1 0 0 0,-1 0 1 0 0,0 0-1 0 0,-1 0 0 0 0,0 1 1 0 0,0 0-1 0 0,-1 0 0 0 0,3 12 1 0 0,-14-47 806 0 0,-2-25-806 0 0,8 31-477 0 0,2 0 1 0 0,0 0 0 0 0,1 1 0 0 0,0-1 0 0 0,2 0-1 0 0,9-27 1 0 0,-5 20-7618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8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6913 0 0,'5'0'1207'0'0,"1"0"0"0"0,-1 1-1 0 0,0 0 1 0 0,0 0 0 0 0,1 0-1 0 0,-1 1 1 0 0,0-1-1 0 0,0 1 1 0 0,6 3 0 0 0,-4-1-469 0 0,-1 1-1 0 0,1-1 1 0 0,-1 1 0 0 0,0 0 0 0 0,9 10 0 0 0,2 5-1113 0 0,-2 0 1 0 0,26 46-1 0 0,-9-14 1401 0 0,-27-44-1026 0 0,0 1 0 0 0,-1-1 0 0 0,5 14 0 0 0,3 6 0 0 0,-13-34 84 0 0,0 0 1 0 0,1-1-1 0 0,0 1 0 0 0,0 0 1 0 0,0-1-1 0 0,1 1 1 0 0,3-13-1 0 0,-2 6 33 0 0,2-14-401 0 0,1 1 1 0 0,1 0-1 0 0,1 0 0 0 0,1 1 1 0 0,1 0-1 0 0,14-25 0 0 0,-11 25-7660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9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15 222 6913 0 0,'11'-17'10229'0'0,"-1"1"-9581"0"0,0 1 0 0 0,9-23-1 0 0,-15 27-378 0 0,2-3 103 0 0,-1 0 1 0 0,4-23 0 0 0,-8 34-341 0 0,-1 1-1 0 0,1-1 1 0 0,-1 1 0 0 0,0-1 0 0 0,0 1 0 0 0,0-1 0 0 0,0 0 0 0 0,0 1-1 0 0,0-1 1 0 0,-1 1 0 0 0,1-1 0 0 0,-1 1 0 0 0,0-1 0 0 0,0 1 0 0 0,0-1-1 0 0,0 1 1 0 0,0 0 0 0 0,0 0 0 0 0,-1-1 0 0 0,1 1 0 0 0,-4-3 0 0 0,4 4-30 0 0,1 1 0 0 0,-1 0 1 0 0,0-1-1 0 0,0 1 0 0 0,0 0 1 0 0,0 0-1 0 0,1 0 0 0 0,-1 0 1 0 0,0 0-1 0 0,0 0 0 0 0,0 0 1 0 0,0 0-1 0 0,1 0 0 0 0,-1 0 1 0 0,0 0-1 0 0,0 0 0 0 0,0 1 1 0 0,1-1-1 0 0,-1 0 0 0 0,0 1 1 0 0,0-1-1 0 0,1 1 0 0 0,-1-1 1 0 0,0 1-1 0 0,1-1 0 0 0,-1 1 0 0 0,0-1 1 0 0,1 1-1 0 0,-1-1 0 0 0,1 1 1 0 0,-1 0-1 0 0,1-1 0 0 0,-1 1 1 0 0,1 0-1 0 0,-1 0 0 0 0,1-1 1 0 0,-1 3-1 0 0,-18 32-24 0 0,18-33 22 0 0,-4 12 23 0 0,0-1-1 0 0,1 1 1 0 0,0 0-1 0 0,1 0 1 0 0,0 0-1 0 0,1 0 0 0 0,1 1 1 0 0,1 22-1 0 0,0-30 36 0 0,1 0 0 0 0,0 0 0 0 0,0 0 0 0 0,1-1 0 0 0,0 1 0 0 0,0-1 0 0 0,0 1 0 0 0,1-1 0 0 0,4 6-1 0 0,-5-8-1 0 0,1-1 0 0 0,-1 1 1 0 0,1-1-1 0 0,0 0 0 0 0,0 0 0 0 0,0 0 0 0 0,1 0 0 0 0,-1 0 0 0 0,1-1 0 0 0,-1 1 0 0 0,1-1 0 0 0,0 0 0 0 0,0 0 0 0 0,0-1 0 0 0,5 2 0 0 0,-3-2-67 0 0,-1 0 0 0 0,1-1 0 0 0,0 0 0 0 0,-1 0 0 0 0,1 0 0 0 0,-1-1 0 0 0,1 0 0 0 0,0 0 0 0 0,-1 0 0 0 0,0-1 0 0 0,1 0 0 0 0,-1 0 0 0 0,0 0 0 0 0,0-1-1 0 0,0 1 1 0 0,9-8 0 0 0,2-1 50 0 0,0-1 0 0 0,-1 0 0 0 0,20-23 0 0 0,-9 2 379 0 0,-23 27-292 0 0,0 1 1 0 0,0 0 0 0 0,1 0-1 0 0,0 0 1 0 0,0 0-1 0 0,0 1 1 0 0,1-1-1 0 0,-1 1 1 0 0,1 0-1 0 0,0 1 1 0 0,10-6-1 0 0,-14 9-106 0 0,0 0 0 0 0,0 0 0 0 0,1 0-1 0 0,-1 0 1 0 0,0 0 0 0 0,1 0 0 0 0,-1 1-1 0 0,0-1 1 0 0,1 1 0 0 0,-1-1 0 0 0,0 1-1 0 0,0-1 1 0 0,0 1 0 0 0,1-1 0 0 0,-1 1-1 0 0,0 0 1 0 0,0 0 0 0 0,0 0 0 0 0,0 0-1 0 0,0 0 1 0 0,0 0 0 0 0,1 2 0 0 0,22 28 248 0 0,-20-24-143 0 0,3 3-75 0 0,11 15 15 0 0,-1 0 1 0 0,-1 1 0 0 0,17 38 0 0 0,-33-69-228 0 0,1-1 1 0 0,0 1-1 0 0,0-1 1 0 0,0 1 0 0 0,0 0-1 0 0,1 0 1 0 0,3-6-1 0 0,21-50 59 0 0,-14 41 81 0 0,0 0 0 0 0,16-19 0 0 0,-22 32 43 0 0,0-1 0 0 0,1 1 0 0 0,0 0 0 0 0,0 0 0 0 0,1 1-1 0 0,-1 0 1 0 0,14-7 0 0 0,-19 12 7 0 0,1 0-1 0 0,-1 0 1 0 0,0 1 0 0 0,0-1 0 0 0,1 1 0 0 0,-1-1-1 0 0,0 1 1 0 0,1 0 0 0 0,-1 0 0 0 0,0 0-1 0 0,1 0 1 0 0,-1 0 0 0 0,0 1 0 0 0,1-1 0 0 0,-1 1-1 0 0,0-1 1 0 0,0 1 0 0 0,1 0 0 0 0,-1 0-1 0 0,0 0 1 0 0,0 0 0 0 0,0 0 0 0 0,0 1 0 0 0,0-1-1 0 0,0 0 1 0 0,-1 1 0 0 0,1 0 0 0 0,3 3-1 0 0,4 6 108 0 0,1 1 0 0 0,-2 0 0 0 0,13 22 0 0 0,-4-6-125 0 0,-9-18-163 0 0,0 1 1 0 0,1-2-1 0 0,19 18 1 0 0,14 4-3352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19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6449 0 0,'-2'9'1048'0'0,"1"-1"0"0"0,0 1 0 0 0,0-1 0 0 0,1 1 0 0 0,0-1 0 0 0,0 1 0 0 0,1-1 0 0 0,3 14 0 0 0,23 71 4233 0 0,-17-61-4400 0 0,-9-28-824 0 0,168 512 4878 0 0,-156-489-5241 0 0,-10-20-355 0 0,1 1 0 0 0,-1-1 0 0 0,0 1 0 0 0,-1 0 0 0 0,3 12 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20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1 199 17508 0 0,'10'-2'603'0'0,"1"0"0"0"0,-1 0 1 0 0,0-1-1 0 0,0-1 0 0 0,0 0 0 0 0,16-8 1 0 0,4-2 184 0 0,229-113 401 0 0,-215 107-2582 0 0,-23 12 667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6:20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15203 0 0,'-9'6'4641'0'0,"6"-8"-3569"0"0,1-3-887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21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0 239 7834 0 0,'23'0'1941'0'0,"22"-6"-1453"0"0,52-12 1 0 0,-58 10-514 0 0,0 1 0 0 0,50-3 0 0 0,162 12 1078 0 0,33-1 208 0 0,197-7-375 0 0,1 40 904 0 0,144 8-552 0 0,-212-38-1057 0 0,54 1 553 0 0,1078-31 395 0 0,-665-16 351 0 0,728-48 144 0 0,-1301 71-1287 0 0,134-12-336 0 0,-399 25-1241 0 0,0-3-1 0 0,0-1 1 0 0,54-20-1 0 0,-75 22-337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23.0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4 333 9098 0 0,'0'0'23'0'0,"0"0"0"0"0,-1 0 1 0 0,1 0-1 0 0,0-1 0 0 0,0 1 0 0 0,0 0 0 0 0,-1 0 0 0 0,1-1 1 0 0,0 1-1 0 0,0 0 0 0 0,0 0 0 0 0,0-1 0 0 0,-1 1 1 0 0,1 0-1 0 0,0-1 0 0 0,0 1 0 0 0,0 0 0 0 0,0 0 1 0 0,0-1-1 0 0,0 1 0 0 0,0 0 0 0 0,0-1 0 0 0,0 1 1 0 0,0 0-1 0 0,0-1 0 0 0,0 1 0 0 0,0 0 0 0 0,0 0 1 0 0,0-1-1 0 0,0 1 0 0 0,0 0 0 0 0,0-1 0 0 0,1 1 0 0 0,-1 0 1 0 0,0 0-1 0 0,0-1 0 0 0,0 1 0 0 0,1-1 0 0 0,13-12 437 0 0,22-8 79 0 0,-12 12-419 0 0,0 0 0 0 0,1 2 0 0 0,47-8 0 0 0,82-1 751 0 0,-66 9-1042 0 0,724-43 1856 0 0,-200 19-548 0 0,-59-18-335 0 0,186-14-215 0 0,3 48-455 0 0,-182 42-53 0 0,-24-1 58 0 0,294-47 3147 0 0,-714 15-2936 0 0,190-20 330 0 0,-198 15-571 0 0,-53 5-107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38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46 3225 0 0,'-4'-2'679'0'0,"-32"-42"18430"0"0,47 78-18701 0 0,-2 10-159 0 0,-2 1 0 0 0,0 50-1 0 0,1-3-66 0 0,-2-34-82 0 0,27 347 523 0 0,-33-374-526 0 0,-1 0-1 0 0,-2 1 1 0 0,-1-1-1 0 0,-9 33 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0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5985 0 0,'4'-41'2878'0'0,"-4"39"-2383"0"0,1 1 0 0 0,-1-1 0 0 0,0 0 1 0 0,0 0-1 0 0,1 1 0 0 0,0-1 0 0 0,-1 0 1 0 0,1 0-1 0 0,0 1 0 0 0,-1-1 1 0 0,1 1-1 0 0,0-1 0 0 0,0 1 0 0 0,0-1 1 0 0,1 1-1 0 0,-1-1 0 0 0,0 1 0 0 0,0 0 1 0 0,3-2-1 0 0,-2 3-331 0 0,-1 0 0 0 0,1 0 1 0 0,0 1-1 0 0,-1-1 0 0 0,1 0 0 0 0,0 1 0 0 0,-1-1 1 0 0,1 1-1 0 0,-1-1 0 0 0,1 1 0 0 0,-1 0 1 0 0,1 0-1 0 0,-1-1 0 0 0,1 1 0 0 0,-1 0 0 0 0,0 0 1 0 0,1 1-1 0 0,-1-1 0 0 0,1 1 0 0 0,24 28 124 0 0,-22-26-93 0 0,17 26-76 0 0,-1 2 0 0 0,19 37 0 0 0,-11-17-34 0 0,-26-49-119 0 0,2 3 13 0 0,-3-10 44 0 0,3-10-183 0 0,8-20 147 0 0,-3 8 0 0 0,17-36-1 0 0,-22 55 13 0 0,0 0 0 0 0,0 1 0 0 0,0-1 0 0 0,1 1-1 0 0,0 0 1 0 0,0 0 0 0 0,0 0 0 0 0,1 1 0 0 0,0 0 0 0 0,6-5 0 0 0,-10 10 6 0 0,-1-1 0 0 0,0 0 0 0 0,1 0 0 0 0,-1 1 0 0 0,1-1-1 0 0,-1 1 1 0 0,0-1 0 0 0,1 1 0 0 0,-1 0 0 0 0,1 0 0 0 0,0-1 0 0 0,-1 1 0 0 0,1 0 0 0 0,-1 0 0 0 0,1 0 0 0 0,-1 1 0 0 0,1-1 0 0 0,-1 0 0 0 0,1 1 0 0 0,-1-1-1 0 0,3 2 1 0 0,0-1 22 0 0,-1 1 0 0 0,0 0 0 0 0,0 0-1 0 0,0 1 1 0 0,0-1 0 0 0,-1 1-1 0 0,1-1 1 0 0,4 7 0 0 0,1 2 65 0 0,-1 1-1 0 0,0 0 1 0 0,10 25 0 0 0,4 47 53 0 0,-21-84-145 0 0,0 0-1 0 0,0 0 0 0 0,0 0 1 0 0,0 0-1 0 0,0 1 1 0 0,0-1-1 0 0,0 0 0 0 0,0 0 1 0 0,0 0-1 0 0,0 0 0 0 0,0 0 1 0 0,1 0-1 0 0,-1 1 0 0 0,0-1 1 0 0,0 0-1 0 0,0 0 1 0 0,0 0-1 0 0,0 0 0 0 0,0 0 1 0 0,0 0-1 0 0,1 0 0 0 0,-1 0 1 0 0,0 0-1 0 0,0 0 0 0 0,0 0 1 0 0,0 1-1 0 0,0-1 0 0 0,0 0 1 0 0,1 0-1 0 0,-1 0 1 0 0,0 0-1 0 0,0 0 0 0 0,0 0 1 0 0,0 0-1 0 0,0 0 0 0 0,1 0 1 0 0,-1 0-1 0 0,0 0 0 0 0,0-1 1 0 0,0 1-1 0 0,0 0 1 0 0,0 0-1 0 0,1 0 0 0 0,-1 0 1 0 0,0 0-1 0 0,0 0 0 0 0,7-8-12 0 0,5-12 11 0 0,-11 18 2 0 0,14-30-26 0 0,-8 15-16 0 0,1 0 0 0 0,14-21 0 0 0,-20 35 38 0 0,0 0 0 0 0,0 0 0 0 0,0 1 0 0 0,1-1-1 0 0,-1 0 1 0 0,1 1 0 0 0,-1-1 0 0 0,1 1-1 0 0,0 0 1 0 0,0 0 0 0 0,0 0 0 0 0,0 0-1 0 0,0 1 1 0 0,1-1 0 0 0,-1 1 0 0 0,0 0-1 0 0,1 0 1 0 0,4-1 0 0 0,-5 2 12 0 0,1 1 0 0 0,-1-1 0 0 0,1 1 0 0 0,-1 0 0 0 0,1 0 0 0 0,-1 0 1 0 0,1 0-1 0 0,-1 0 0 0 0,0 1 0 0 0,0 0 0 0 0,1-1 0 0 0,-1 1 0 0 0,0 0 0 0 0,-1 1 0 0 0,1-1 0 0 0,0 0 0 0 0,-1 1 1 0 0,1 0-1 0 0,-1-1 0 0 0,0 1 0 0 0,0 0 0 0 0,0 0 0 0 0,0 0 0 0 0,0 0 0 0 0,1 6 0 0 0,2 1-30 0 0,-1-1-1 0 0,-1 1 1 0 0,0 0-1 0 0,0 0 1 0 0,-1 0 0 0 0,0 0-1 0 0,1 19 1 0 0,-2-13-1980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0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16 5985 0 0,'8'-16'17730'0'0,"-7"25"-18077"0"0,-12 200 1452 0 0,33 325-1589 0 0,-20-516-348 0 0,-1-1 0 0 0,0 1 0 0 0,-3 20-1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1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20 145 9506 0 0,'-9'-45'1772'0'0,"6"38"-758"0"0,1 0-1 0 0,1 0 1 0 0,-1 0-1 0 0,1 0 0 0 0,0 0 1 0 0,1-12-1 0 0,0 17-894 0 0,1 0 0 0 0,-1 0 0 0 0,1 1-1 0 0,-1-1 1 0 0,1 0 0 0 0,0 0-1 0 0,0 1 1 0 0,0-1 0 0 0,0 0 0 0 0,0 1-1 0 0,0-1 1 0 0,0 1 0 0 0,1 0-1 0 0,-1-1 1 0 0,0 1 0 0 0,1 0 0 0 0,-1 0-1 0 0,1 0 1 0 0,-1 0 0 0 0,1 0-1 0 0,0 0 1 0 0,-1 0 0 0 0,1 0 0 0 0,0 1-1 0 0,0-1 1 0 0,-1 1 0 0 0,1-1 0 0 0,0 1-1 0 0,0 0 1 0 0,3-1 0 0 0,-1 1-50 0 0,1-1 0 0 0,0 1 0 0 0,0-1 0 0 0,0 1 1 0 0,0 1-1 0 0,0-1 0 0 0,0 1 0 0 0,0 0 0 0 0,0 0 0 0 0,-1 0 0 0 0,1 1 1 0 0,0-1-1 0 0,-1 1 0 0 0,1 0 0 0 0,-1 1 0 0 0,5 2 0 0 0,-2 1-2 0 0,-1-1-1 0 0,0 1 0 0 0,0 0 1 0 0,0 0-1 0 0,-1 0 0 0 0,0 1 1 0 0,0 0-1 0 0,7 14 0 0 0,-1 4-13 0 0,-1 0-1 0 0,-1 1 1 0 0,-1 1-1 0 0,8 46 1 0 0,15 123-1103 0 0,-23-148-1732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1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0 103 9674 0 0,'70'-26'8252'0'0,"15"-10"-5496"0"0,-15 7-3706 0 0,-39 17-6075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6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1 160 920 0 0,'0'-30'1325'0'0,"1"-48"1856"0"0,6 27 10277 0 0,-1 75-10522 0 0,6 51-3691 0 0,-8-45 1628 0 0,40 195-607 0 0,17 129 95 0 0,-59-316-151 0 0,-5 67 0 0 0,0-18-30 0 0,3-82-1629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9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50 456 0 0,'0'-2'408'0'0,"0"0"-1"0"0,0 0 1 0 0,0 0 0 0 0,0 0-1 0 0,0 1 1 0 0,1-1 0 0 0,-1 0-1 0 0,1 0 1 0 0,-1 0 0 0 0,1 0-1 0 0,0 1 1 0 0,-1-1 0 0 0,1 0-1 0 0,0 1 1 0 0,0-1 0 0 0,0 0-1 0 0,0 1 1 0 0,1-1 0 0 0,-1 1-1 0 0,2-2 1 0 0,-2 2-73 0 0,0 1-1 0 0,1-1 1 0 0,-1 1 0 0 0,0-1-1 0 0,0 1 1 0 0,1-1-1 0 0,-1 1 1 0 0,0 0 0 0 0,0 0-1 0 0,1-1 1 0 0,-1 1 0 0 0,0 0-1 0 0,1 0 1 0 0,-1 1-1 0 0,2-1 1 0 0,17 7 205 0 0,-13-3-455 0 0,0 1-1 0 0,0 0 0 0 0,0 1 1 0 0,0 0-1 0 0,-1 0 0 0 0,0 0 1 0 0,0 1-1 0 0,-1 0 0 0 0,0 0 1 0 0,6 10-1 0 0,-1 1 38 0 0,0 1 0 0 0,-1 0-1 0 0,7 23 1 0 0,-11-26 1 0 0,0 1 0 0 0,-1-1-1 0 0,-1 1 1 0 0,2 34 0 0 0,-4-86-407 0 0,2 0-1 0 0,1 0 1 0 0,2 0 0 0 0,1 1 0 0 0,2 0 0 0 0,14-37 0 0 0,-23 70 341 0 0,1-1 0 0 0,-1 1 0 0 0,1-1 0 0 0,0 1 0 0 0,0-1 0 0 0,0 1 0 0 0,-1-1-1 0 0,1 1 1 0 0,1 0 0 0 0,-1 0 0 0 0,0-1 0 0 0,0 1 0 0 0,0 0 0 0 0,1 0 0 0 0,-1 0 0 0 0,0 0 0 0 0,1 1 0 0 0,-1-1-1 0 0,1 0 1 0 0,-1 0 0 0 0,1 1 0 0 0,0-1 0 0 0,2 0 0 0 0,-1 1 140 0 0,0 0 1 0 0,1 0-1 0 0,-1 1 1 0 0,0-1-1 0 0,0 1 1 0 0,0-1-1 0 0,1 1 1 0 0,-1 0-1 0 0,0 0 1 0 0,0 1-1 0 0,4 1 1 0 0,5 4 367 0 0,-1 1 1 0 0,1 0 0 0 0,-2 0 0 0 0,17 17-1 0 0,-17-15-429 0 0,-1 1 0 0 0,0 0 0 0 0,-1 1-1 0 0,0 0 1 0 0,0 0 0 0 0,-2 0 0 0 0,1 1-1 0 0,6 20 1 0 0,-5-5-326 0 0,-1 0 0 0 0,-1 1 0 0 0,3 33 0 0 0,-7-44-1015 0 0,1-2-363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9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 2304 0 0,'-9'16'9725'0'0,"10"-14"-9391"0"0,0 24 2197 0 0,-1-24-2024 0 0,12 263 4796 0 0,-14-139-5484 0 0,-22 145 1 0 0,21-255 456 0 0,-5-1-4505 0 0,-10-35-366 0 0,2-41 4584 0 0,11 33-42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9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 4609 0 0,'1'-14'455'0'0,"1"-1"0"0"0,0 1 0 0 0,1 0 0 0 0,1 0-1 0 0,5-15 1 0 0,-7 25-25 0 0,-1-1-1 0 0,1 1 0 0 0,0 0 1 0 0,0 0-1 0 0,1 0 1 0 0,-1 0-1 0 0,1 1 0 0 0,0-1 1 0 0,0 1-1 0 0,0-1 1 0 0,1 1-1 0 0,-1 0 0 0 0,1 0 1 0 0,-1 1-1 0 0,1-1 1 0 0,0 1-1 0 0,0 0 0 0 0,0 0 1 0 0,1 0-1 0 0,5-2 0 0 0,-7 4-174 0 0,0 0-1 0 0,1 0 0 0 0,-1 0 1 0 0,0 1-1 0 0,1-1 0 0 0,-1 1 1 0 0,0 0-1 0 0,0 0 0 0 0,1 0 1 0 0,-1 0-1 0 0,0 1 0 0 0,0-1 1 0 0,0 1-1 0 0,-1 0 0 0 0,1 0 1 0 0,0 0-1 0 0,4 4 0 0 0,5 5 146 0 0,-1 0-1 0 0,14 16 0 0 0,15 27-153 0 0,-3 1-1 0 0,-1 2 0 0 0,-3 2 0 0 0,27 67 0 0 0,-50-105-405 0 0,-5-13-683 0 0,-1 1 0 0 0,0 0 0 0 0,4 17 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7:49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8754 0 0,'0'-8'9698'0'0,"24"-2"-8489"0"0,26-13-289 0 0,75-21 0 0 0,-104 38-1288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5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99 19 3225 0 0,'-10'0'-98'0'0,"-16"0"3091"0"0,-36 4 1 0 0,234-23 7528 0 0,-159 17-11222 0 0,1 1 0 0 0,-1 1 1 0 0,1 0-1 0 0,-1 1 0 0 0,1 0 0 0 0,-1 1 0 0 0,0 1 0 0 0,19 5 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7.8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21 5529 0 0,'-20'-21'11070'0'0,"20"21"-11011"0"0,0 0 16 0 0,1 1 0 0 0,0-1-1 0 0,0 0 1 0 0,-1 1 0 0 0,1-1-1 0 0,0 0 1 0 0,0 1 0 0 0,-1-1-1 0 0,1 1 1 0 0,-1-1 0 0 0,1 1 0 0 0,0-1-1 0 0,-1 1 1 0 0,1 0 0 0 0,-1-1-1 0 0,1 1 1 0 0,-1 0 0 0 0,0-1-1 0 0,1 1 1 0 0,-1 0 0 0 0,0-1 0 0 0,1 1-1 0 0,-1 0 1 0 0,0 0 0 0 0,0 1-1 0 0,6 25 495 0 0,-5-21-318 0 0,6 39 229 0 0,2 5 424 0 0,15 51 1 0 0,-19-85-1527 0 0,1-1 1 0 0,0 1 0 0 0,1-1-1 0 0,1 0 1 0 0,0-1 0 0 0,1 0 0 0 0,13 16-1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30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58 3225 0 0,'-12'1'-816'0'0,"-11"2"9959"0"0,39-8-5945 0 0,122-28 1336 0 0,3 16-7201 0 0,-115 14-380 0 0,-14 0 1480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5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131 0 2304 0 0,'-66'11'3712'0'0,"62"-9"-3148"0"0,0-1 1 0 0,-1 0-1 0 0,1 1 1 0 0,0 0-1 0 0,0 0 1 0 0,0 0-1 0 0,0 1 0 0 0,0-1 1 0 0,0 1-1 0 0,1 0 1 0 0,-1 0-1 0 0,-4 5 1 0 0,6-3-206 0 0,1 1 1 0 0,-1-1 0 0 0,1 0 0 0 0,0 0 0 0 0,0 0 0 0 0,1 1-1 0 0,0-1 1 0 0,0 0 0 0 0,0 0 0 0 0,0 1 0 0 0,1-1 0 0 0,2 9 0 0 0,-1 9-77 0 0,0-3-572 0 0,0 0 0 0 0,2 0 0 0 0,0 0 1 0 0,1-1-1 0 0,13 32 0 0 0,-9-27-1178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8.9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43 6449 0 0,'-12'-3'4196'0'0,"16"-5"-1703"0"0,13-5-1052 0 0,-16 12-1548 0 0,8-3 326 0 0,-1 1-1 0 0,1 0 1 0 0,0 1-1 0 0,0 0 0 0 0,0 1 1 0 0,1-1-1 0 0,-1 2 0 0 0,0-1 1 0 0,16 2-1 0 0,9 2-53 0 0,39 10 0 0 0,-61-11-137 0 0,113 18-3215 0 0,-108-19-1894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2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1 5065 0 0,'-2'4'5494'0'0,"5"17"-2941"0"0,7 19-1133 0 0,3 13-437 0 0,-7-27-1756 0 0,14 38 1 0 0,-11-41-4284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49.8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49 3225 0 0,'-6'-2'8297'0'0,"25"-9"-2865"0"0,-12 8-7201 0 0,10-4 2346 0 0,0 2 0 0 0,0 0 1 0 0,1 1-1 0 0,0 0 1 0 0,0 2-1 0 0,0 0 1 0 0,0 1-1 0 0,34 3 0 0 0,49-5-3693 0 0,-88 2 1686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0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43 1 6913 0 0,'-2'0'320'0'0,"0"0"0"0"0,0 0 0 0 0,1 1 0 0 0,-1-1 0 0 0,0 1 0 0 0,0-1 0 0 0,1 1 0 0 0,-1 0 0 0 0,0 0 0 0 0,1 0 0 0 0,-1 0 0 0 0,1 0 0 0 0,-1 0 0 0 0,1 0-1 0 0,0 0 1 0 0,-1 0 0 0 0,1 1 0 0 0,0-1 0 0 0,0 0 0 0 0,0 1 0 0 0,0-1 0 0 0,0 1 0 0 0,0 0 0 0 0,0-1 0 0 0,1 1 0 0 0,-1 0 0 0 0,1-1 0 0 0,-1 1 0 0 0,1 0-1 0 0,-1 0 1 0 0,1-1 0 0 0,0 3 0 0 0,-2 9 300 0 0,1-1 0 0 0,1 1 0 0 0,1 18 0 0 0,-1-19-309 0 0,1 20-665 0 0,2 0 0 0 0,13 60 0 0 0,-9-66-6523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5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109 52 3225 0 0,'-30'-3'3096'0'0,"-43"-12"1"0"0,73 15-3032 0 0,0 0-1 0 0,0 0 1 0 0,0 0-1 0 0,-1 0 1 0 0,1 0 0 0 0,0 0-1 0 0,0 0 1 0 0,0 0-1 0 0,-1 0 1 0 0,1 0 0 0 0,0 0-1 0 0,0 0 1 0 0,0 0-1 0 0,-1 0 1 0 0,1 0-1 0 0,0 0 1 0 0,0 0 0 0 0,0-1-1 0 0,-1 1 259 0 0,1 0-258 0 0,0 0-1 0 0,0-1 1 0 0,-1 1 0 0 0,1 0-1 0 0,0 0 1 0 0,0 0-1 0 0,0-1 1 0 0,0 1-1 0 0,0 0 1 0 0,0 0 0 0 0,0 0-1 0 0,0 0 1 0 0,0-1-1 0 0,0 1 1 0 0,0 0 0 0 0,0 0-1 0 0,0 0 1 0 0,0-1-1 0 0,0 1 1 0 0,0 0 0 0 0,0 0-1 0 0,0-1 1 0 0,10-6 1623 0 0,16-2-331 0 0,-3 4-777 0 0,0 2 1 0 0,1 1-1 0 0,-1 1 0 0 0,34 2 0 0 0,93 17-1295 0 0,-128-15 291 0 0,-7-1-815 0 0,-1 0-332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0.7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0 4145 0 0,'-16'2'516'0'0,"2"7"4837"0"0,9 8-273 0 0,6 1-5051 0 0,7 54 1158 0 0,6-1-3477 0 0,-8-48-2816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03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0 128 6449 0 0,'6'-8'531'0'0,"1"1"-1"0"0,-1 0 0 0 0,1 0 0 0 0,0 1 1 0 0,1 0-1 0 0,-1 0 0 0 0,1 0 0 0 0,13-6 0 0 0,73-31 4543 0 0,-88 41-5044 0 0,4-2-1217 0 0,0 0-1 0 0,1 1 0 0 0,17-4 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2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8610 0 0,'-1'0'313'0'0,"-1"0"0"0"0,0 0 1 0 0,1 1-1 0 0,-1-1 0 0 0,0 0 0 0 0,1 0 1 0 0,-1 1-1 0 0,0-1 0 0 0,1 1 0 0 0,-1 0 0 0 0,1-1 1 0 0,-1 1-1 0 0,1 0 0 0 0,-1 0 0 0 0,1 0 1 0 0,-1 0-1 0 0,1 0 0 0 0,0 0 0 0 0,0 0 1 0 0,-1 1-1 0 0,0 1 0 0 0,0 0-29 0 0,1 0 0 0 0,-1 0 0 0 0,1 0-1 0 0,0 1 1 0 0,0-1 0 0 0,0 0 0 0 0,0 0 0 0 0,1 1 0 0 0,-1-1 0 0 0,1 5-1 0 0,1 9-110 0 0,0-1-1 0 0,1 0 0 0 0,6 26 1 0 0,-6-35-174 0 0,23 75-1856 0 0,-17-60-2302 0 0,0 0-1559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1 132 6913 0 0,'0'-2'150'0'0,"0"0"-1"0"0,0 0 1 0 0,0-1 0 0 0,0 1-1 0 0,0 0 1 0 0,1-1-1 0 0,-1 1 1 0 0,1 0-1 0 0,-1 0 1 0 0,1 0-1 0 0,0 0 1 0 0,0-1-1 0 0,0 1 1 0 0,0 0-1 0 0,0 0 1 0 0,0 1-1 0 0,1-1 1 0 0,-1 0-1 0 0,1 0 1 0 0,-1 1-1 0 0,1-1 1 0 0,0 1-1 0 0,-1-1 1 0 0,1 1-1 0 0,0 0 1 0 0,0-1-1 0 0,4 0 1 0 0,7-6 952 0 0,0 2 1 0 0,1 0-1 0 0,14-5 1 0 0,-20 9-928 0 0,23-9 937 0 0,0 2-1 0 0,63-10 1 0 0,-67 16-1442 0 0,-1 1-1 0 0,1 2 1 0 0,0 0-1 0 0,28 5 1 0 0,-40-2-1027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1.92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1 920 0 0,'2'19'10279'0'0,"-4"42"-8251"0"0,1-19-628 0 0,0 18-374 0 0,0-14-1146 0 0,2 0 0 0 0,7 54 0 0 0,-3-73-5379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3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11 5985 0 0,'13'-2'8856'0'0,"71"-6"-7918"0"0,-8 12-2283 0 0,-61-2 106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6:52.55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35 3 920 0 0,'-29'-2'9747'0'0,"29"2"-9470"0"0,-1 1-1 0 0,0 0 1 0 0,1 0-1 0 0,0-1 0 0 0,-1 1 1 0 0,1 0-1 0 0,-1 0 1 0 0,1 0-1 0 0,0-1 0 0 0,0 1 1 0 0,-1 0-1 0 0,1 0 1 0 0,0 0-1 0 0,0 0 0 0 0,0 0 1 0 0,0 0-1 0 0,0-1 1 0 0,0 1-1 0 0,0 1 0 0 0,6 136 5198 0 0,7-47-11817 0 0,-7-62-245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7.91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115 21 5121 0 0,'-33'-9'455'0'0,"26"7"424"0"0,0 0 1 0 0,0 0 0 0 0,-1 1-1 0 0,-13-1 1 0 0,11 1 757 0 0,9 0-1475 0 0,0 1-1 0 0,0 0 1 0 0,0 0 0 0 0,0-1 0 0 0,0 1 0 0 0,0 0 0 0 0,1 0 0 0 0,-1 0 0 0 0,0 0-1 0 0,0 0 1 0 0,0 1 0 0 0,0-1 0 0 0,-9 5 3969 0 0,14-4-4005 0 0,9 2 126 0 0,0 0 0 0 0,0-1 0 0 0,23 0 0 0 0,-20-1-46 0 0,1 1 0 0 0,26 5 0 0 0,-26-4-639 0 0,1 0 0 0 0,0-1 0 0 0,0-1 0 0 0,27-2 0 0 0,-12 0-3430 0 0,-23 1 2400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3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1 3225 0 0,'-31'10'1294'0'0,"11"-1"2329"0"0,38-12 887 0 0,26 3-2734 0 0,-31 0-1098 0 0,41 1 232 0 0,75-3-3470 0 0,-106 2-119 0 0,-13 0-1385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8.8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12 5065 0 0,'-21'-11'9989'0'0,"35"11"-8845"0"0,134 17-409 0 0,-85-8-4264 0 0,-48-7-1449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2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19 2304 0 0,'-3'0'3227'0'0,"72"-1"5715"0"0,36-5-7491 0 0,-57 4-1341 0 0,-7-4-2217 0 0,-26 3-2954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19.8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5 5065 0 0,'-27'6'9679'0'0,"36"-9"-7163"0"0,-4 2-2103 0 0,219-6 542 0 0,-188 7-2133 0 0,-17 0-5110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24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 13 4145 0 0,'-17'2'437'0'0,"-3"-1"2852"0"0,31-5 1377 0 0,-6 3-4064 0 0,-4 1-587 0 0,135-10 4707 0 0,-110 10-5238 0 0,-1 1 0 0 0,0 0 0 0 0,41 9 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0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22 3225 0 0,'-1'0'121'0'0,"1"0"0"0"0,0 0 0 0 0,-1 0 0 0 0,1 0 1 0 0,-1 0-1 0 0,1 0 0 0 0,0 0 0 0 0,-1-1 0 0 0,1 1 1 0 0,-1 0-1 0 0,1 0 0 0 0,0 0 0 0 0,-1 0 0 0 0,1 0 1 0 0,0-1-1 0 0,-1 1 0 0 0,1 0 0 0 0,0 0 0 0 0,-1 0 0 0 0,1-1 1 0 0,0 1-1 0 0,-1 0 0 0 0,1-1 0 0 0,0 1 0 0 0,0 0 1 0 0,-1-1-1 0 0,1 1 0 0 0,0 0 0 0 0,0-1 0 0 0,0 1 1 0 0,-1 0-1 0 0,1-1 0 0 0,0 1 0 0 0,0-1 0 0 0,0 1 0 0 0,0 0 1 0 0,0-1-1 0 0,15-6 3532 0 0,28 1-980 0 0,58 11-491 0 0,-51-2-3629 0 0,-35-2-3906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26 1376 0 0,'4'-2'9565'0'0,"35"-2"-6056"0"0,39-7-1103 0 0,-57 8-2655 0 0,0 0 0 0 0,0 1 0 0 0,-1 2 1 0 0,1 0-1 0 0,23 3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1.6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5529 0 0,'7'-4'9125'0'0,"17"3"-8986"0"0,-13 1 615 0 0,160-3-1307 0 0,-147 0-710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7:22.0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 25 4145 0 0,'-15'1'10423'0'0,"21"-2"-9653"0"0,120-18 2631 0 0,-37 14-4143 0 0,-76 5-123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4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0 336 7834 0 0,'26'3'2654'0'0,"6"0"-1486"0"0,0-2 1 0 0,-1-1 0 0 0,1-2-1 0 0,-1-1 1 0 0,1-1 0 0 0,33-9 0 0 0,183-65 1297 0 0,-103 29-1502 0 0,-79 30-834 0 0,-2-4 0 0 0,-1-2-1 0 0,119-66 1 0 0,-158 72-1281 0 0,-51 7-7168 0 0,16 8 8134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06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47 5065 0 0,'8'-46'14187'0'0,"-16"65"-12775"0"0,2 5-1068 0 0,1 1-1 0 0,2 0 0 0 0,0 0 0 0 0,2 0 0 0 0,2 27 0 0 0,16 127-316 0 0,-14-151 63 0 0,1 6-78 0 0,1 0 1 0 0,2 0-1 0 0,1-1 1 0 0,1 1-1 0 0,2-2 1 0 0,1 0-1 0 0,2 0 1 0 0,1-1-1 0 0,31 46 1 0 0,-24-46-8 0 0,8 10 47 0 0,37 66-1 0 0,-61-95-42 0 0,1 1 1 0 0,-2 1-1 0 0,1-1 1 0 0,-2 1-1 0 0,0 0 1 0 0,-1 0-1 0 0,0 0 1 0 0,-1 0-1 0 0,0 29 1 0 0,-2-35-11 0 0,-1 0 0 0 0,0 0 1 0 0,0 0-1 0 0,-1-1 1 0 0,0 1-1 0 0,0 0 1 0 0,-1-1-1 0 0,0 0 0 0 0,0 0 1 0 0,-1 0-1 0 0,0 0 1 0 0,0 0-1 0 0,-9 10 1 0 0,7-8-307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10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272 61 3681 0 0,'-72'36'5744'0'0,"-84"58"1"0"0,153-92-5540 0 0,-1 0 95 0 0,1 1 0 0 0,-1-1-1 0 0,1 1 1 0 0,-1-1-1 0 0,1 1 1 0 0,0 0 0 0 0,0 1-1 0 0,0-1 1 0 0,0 0 0 0 0,1 1-1 0 0,-4 6 1 0 0,6-10-246 0 0,0 1 1 0 0,1-1-1 0 0,-1 1 0 0 0,0-1 1 0 0,0 1-1 0 0,1-1 1 0 0,-1 1-1 0 0,0-1 1 0 0,1 1-1 0 0,-1-1 1 0 0,0 1-1 0 0,1-1 0 0 0,-1 1 1 0 0,1-1-1 0 0,-1 1 1 0 0,1-1-1 0 0,-1 0 1 0 0,1 1-1 0 0,-1-1 0 0 0,1 0 1 0 0,-1 0-1 0 0,1 1 1 0 0,-1-1-1 0 0,1 0 1 0 0,0 0-1 0 0,-1 0 0 0 0,1 0 1 0 0,-1 0-1 0 0,1 0 1 0 0,0 0-1 0 0,-1 0 1 0 0,1 0-1 0 0,-1 0 1 0 0,1 0-1 0 0,0 0 0 0 0,0 0 1 0 0,26-1 458 0 0,-25 1-441 0 0,281-42 1094 0 0,-129 16-1065 0 0,110-24 200 0 0,69-9-69 0 0,-81 17-157 0 0,-249 41-251 0 0,-1 1 0 0 0,1-1 0 0 0,-1 0 0 0 0,1 0-1 0 0,-1 1 1 0 0,1-2 0 0 0,-1 1 0 0 0,0 0 0 0 0,1 0 0 0 0,-1-1 0 0 0,0 1 0 0 0,0-1-1 0 0,0 0 1 0 0,3-3 0 0 0,-3 2-695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8.7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76 1696 0 0,'-8'5'349'0'0,"5"-4"-58"0"0,1 1 1 0 0,0-1-1 0 0,-1 0 0 0 0,1 1 1 0 0,-1-1-1 0 0,0 0 0 0 0,1-1 0 0 0,-1 1 1 0 0,0 0-1 0 0,1-1 0 0 0,-1 1 1 0 0,-5-1-1 0 0,36 3 6110 0 0,5-9-3339 0 0,39-19-1941 0 0,-21 6 534 0 0,84-16-588 0 0,-76 24-8149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1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47 88 968 0 0,'0'-5'-65'0'0,"-2"-39"2506"0"0,2 41-1768 0 0,-1 0 0 0 0,-23-30 13053 0 0,23 34-13588 0 0,-4 14 2034 0 0,1 21-1933 0 0,3-35-45 0 0,1 2-176 0 0,-8 188 592 0 0,9-158-552 0 0,1 0 0 0 0,1 0-1 0 0,15 58 1 0 0,-11-63-31 0 0,-1 1 0 0 0,-2 0 1 0 0,0 1-1 0 0,-1 33 0 0 0,-2-49-1000 0 0,-1-8-84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39.6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22 43 5673 0 0,'-21'3'2626'0'0,"41"-5"217"0"0,42-13-245 0 0,-29 6-1624 0 0,-1 2 0 0 0,59-5 0 0 0,-54 11-578 0 0,49 5 0 0 0,-24 7-1682 0 0,-53-9 71 0 0,0 1-1 0 0,-1 0 0 0 0,0 0 0 0 0,12 7 0 0 0,-20-10 1189 0 0,0 1 1 0 0,1-1-1 0 0,-1 0 0 0 0,1 1 1 0 0,-1-1-1 0 0,0 0 0 0 0,1 1 1 0 0,-1-1-1 0 0,0 1 0 0 0,0-1 1 0 0,1 1-1 0 0,-1-1 0 0 0,0 0 1 0 0,0 1-1 0 0,1-1 0 0 0,-1 1 1 0 0,0-1-1 0 0,0 1 0 0 0,0-1 1 0 0,0 1-1 0 0,0-1 1 0 0,0 1-1 0 0,0-1 0 0 0,0 1 1 0 0,0-1-1 0 0,0 1 0 0 0,0-1 1 0 0,0 1-1 0 0,0-1 0 0 0,0 1 1 0 0,-1-1-1 0 0,1 1 0 0 0,0-1 1 0 0,0 1-1 0 0,-1-1 0 0 0,1 1 1 0 0,0-1-1 0 0,0 0 0 0 0,-1 1 1 0 0,1-1-1 0 0,0 1 1 0 0,-1-1-1 0 0,1 0 0 0 0,-1 1 1 0 0,1-1-1 0 0,0 0 0 0 0,-1 0 1 0 0,1 1-1 0 0,-1-1 0 0 0,1 0 1 0 0,-1 0-1 0 0,1 0 0 0 0,-1 1 1 0 0,1-1-1 0 0,-1 0 0 0 0,1 0 1 0 0,-1 0-1 0 0,-8 3 14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0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23 2304 0 0,'7'-23'8711'0'0,"-6"23"-8422"0"0,15 4 6363 0 0,-7 6-6692 0 0,-1 8 472 0 0,-1 0 0 0 0,-1 0 0 0 0,0 1 1 0 0,-1 0-1 0 0,-1 0 0 0 0,-1 0 0 0 0,1 35 0 0 0,9 46 320 0 0,-10-85-882 0 0,-2-8-246 0 0,0 0-1 0 0,1 1 1 0 0,0-1 0 0 0,1 0 0 0 0,5 11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4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19 7834 0 0,'-11'8'1288'0'0,"11"-8"-1216"0"0,0 1-1 0 0,0-1 1 0 0,0 0-1 0 0,0 1 1 0 0,1-1-1 0 0,-1 1 1 0 0,0-1-1 0 0,0 1 1 0 0,0-1-1 0 0,0 0 1 0 0,1 1-1 0 0,-1-1 1 0 0,0 1-1 0 0,0-1 1 0 0,1 0-1 0 0,-1 1 1 0 0,0-1 0 0 0,0 0-1 0 0,1 1 1 0 0,-1-1-1 0 0,1 0 1 0 0,-1 0-1 0 0,0 1 1 0 0,1-1-1 0 0,-1 0 1 0 0,0 0-1 0 0,1 1 1 0 0,-1-1-1 0 0,1 0 1 0 0,-1 0-1 0 0,1 0 1 0 0,-1 0-1 0 0,1 0 1 0 0,-1 0-1 0 0,0 0 1 0 0,1 0-1 0 0,-1 0 1 0 0,1 0 0 0 0,-1 0-1 0 0,1 0 1 0 0,20 3 640 0 0,1 0 1 0 0,-1-2-1 0 0,0 0 0 0 0,1-2 1 0 0,26-3-1 0 0,112-25-1007 0 0,-147 26-247 0 0,28-4-2975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0.8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 0 6913 0 0,'-12'1'6938'0'0,"12"0"-6734"0"0,-4 16 2070 0 0,8 28-2416 0 0,-2-36 1207 0 0,6 58 262 0 0,21 130 1977 0 0,-28-192-3242 0 0,0 0 0 0 0,-1 0 0 0 0,0-1 0 0 0,0 1 0 0 0,0 0 0 0 0,0 0 0 0 0,-1 0 0 0 0,0 0 0 0 0,0-1 0 0 0,0 1 0 0 0,-1 0 0 0 0,0-1 0 0 0,-4 9 0 0 0,-4 13-1763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3.1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27 212 5273 0 0,'-27'-3'17329'0'0,"60"9"-17531"0"0,-29-4 260 0 0,1-1 0 0 0,-1 0 0 0 0,0 0-1 0 0,0 0 1 0 0,1-1 0 0 0,-1 1 0 0 0,1-1 0 0 0,-1 0-1 0 0,8-1 1 0 0,147-49 185 0 0,95 9-223 0 0,-53 11-24 0 0,-153 24 17 0 0,1 2 0 0 0,0 2 0 0 0,49 5 0 0 0,-36-1 5 0 0,70-7 0 0 0,-9-6-18 0 0,216-32 0 0 0,-270 32 31 0 0,0 4 1 0 0,110 3-1 0 0,-16 0 3 0 0,-42-4-711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43.8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147 52 5065 0 0,'-6'-5'595'0'0,"-1"0"0"0"0,1 0 0 0 0,-1 0 0 0 0,1 1 0 0 0,-13-6 0 0 0,13 7 193 0 0,0 1-1 0 0,1-1 0 0 0,-1 1 1 0 0,-1 0-1 0 0,1 1 0 0 0,0-1 1 0 0,0 1-1 0 0,-1 1 0 0 0,1-1 1 0 0,0 1-1 0 0,-1 0 0 0 0,-10 2 1 0 0,17-2-736 0 0,0 0 0 0 0,-1 0 0 0 0,1 0 0 0 0,0 0 0 0 0,0 0 1 0 0,0 0-1 0 0,-1 0 0 0 0,1 0 0 0 0,0 0 0 0 0,0 0 0 0 0,0 0 0 0 0,-1 1 1 0 0,1-1-1 0 0,0 0 0 0 0,0 0 0 0 0,0 0 0 0 0,0 0 0 0 0,-1 0 0 0 0,1 1 1 0 0,0-1-1 0 0,0 0 0 0 0,0 0 0 0 0,0 0 0 0 0,0 1 0 0 0,0-1 1 0 0,-1 0-1 0 0,1 0 0 0 0,0 0 0 0 0,0 1 0 0 0,0-1 0 0 0,0 0 0 0 0,0 0 1 0 0,0 0-1 0 0,0 1 0 0 0,0-1 0 0 0,0 0 0 0 0,0 0 0 0 0,0 1 0 0 0,0-1 1 0 0,0 0-1 0 0,0 0 0 0 0,0 0 0 0 0,1 1 0 0 0,-1-1 0 0 0,0 0 0 0 0,0 0 1 0 0,0 0-1 0 0,0 1 0 0 0,0-1 0 0 0,7 9 985 0 0,-6-9-1026 0 0,-1 0 156 0 0,4 3-90 0 0,28 18 276 0 0,2 2-274 0 0,71 34 0 0 0,-64-38-17 0 0,-27-11-16 0 0,0-1 0 0 0,1-1 0 0 0,0 0 0 0 0,1-1 0 0 0,-1 0 0 0 0,1-1 0 0 0,0-1 0 0 0,23 1 0 0 0,-30-7 341 0 0,-19 8 16 0 0,-3 6-303 0 0,0 0 1 0 0,0 0 0 0 0,1 2-1 0 0,1-1 1 0 0,-14 20-1 0 0,-6 6 35 0 0,-4 4 55 0 0,2 1-1 0 0,-39 68 1 0 0,60-92-178 0 0,-3 7 104 0 0,8-7-2784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0.9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 27 3281 0 0,'-2'-9'4680'0'0,"2"9"-4588"0"0,-1 0 0 0 0,1 0-1 0 0,0 0 1 0 0,0 0 0 0 0,-1 0 0 0 0,15-9 5711 0 0,-8 7-5387 0 0,0 0-1 0 0,0 1 1 0 0,0 0 0 0 0,0 0-1 0 0,0 0 1 0 0,0 0 0 0 0,0 1-1 0 0,0 0 1 0 0,0 1 0 0 0,8 0-1 0 0,9 1 566 0 0,12-3-376 0 0,-23 0-751 0 0,-1 0 0 0 0,1 1 0 0 0,0 0 0 0 0,0 1 0 0 0,0 1 0 0 0,11 2 0 0 0,-22-4-70 0 0,0 1 1 0 0,-1-1 0 0 0,1 0-1 0 0,0 0 1 0 0,0 1 0 0 0,-1-1-1 0 0,1 0 1 0 0,0 1 0 0 0,0-1-1 0 0,-1 1 1 0 0,1-1 0 0 0,0 1-1 0 0,-1-1 1 0 0,1 1 0 0 0,-1-1-1 0 0,1 1 1 0 0,-1-1 0 0 0,1 1-1 0 0,-1 0 1 0 0,1 0 0 0 0,-1-1-1 0 0,1 1 1 0 0,-1 0 0 0 0,0-1-1 0 0,1 1 1 0 0,-1 0 0 0 0,0 0-1 0 0,0 0 1 0 0,0-1 0 0 0,0 1-1 0 0,0 0 1 0 0,0 0 0 0 0,0 1-1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2.5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 6913 0 0,'0'0'529'0'0,"33"-7"1868"0"0,-18 3-1015 0 0,0 1-1 0 0,1 1 0 0 0,-1 0 1 0 0,24 1-1 0 0,28 5-1583 0 0,-58-4-819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43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29 2961 0 0,'9'-1'1766'0'0,"1"0"-1"0"0,0-1 1 0 0,18-7 0 0 0,26-5 1912 0 0,-45 13-3477 0 0,0 1 1 0 0,1 0 0 0 0,-1 0-1 0 0,0 1 1 0 0,0 0 0 0 0,14 3-1 0 0,52 21-5927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1.9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43 4609 0 0,'0'0'353'0'0,"3"-2"272"0"0,1 0 0 0 0,-1 0 0 0 0,1 0 0 0 0,-1 1 0 0 0,1-1 0 0 0,0 1 0 0 0,4-1-1 0 0,-3 1 57 0 0,14-6 625 0 0,0 1 0 0 0,0 1-1 0 0,32-4 1 0 0,-42 8-1486 0 0,0 1 1 0 0,0 0-1 0 0,0 0 0 0 0,11 3 1 0 0,-15-2-394 0 0,1 0 0 0 0,-1 1 0 0 0,1-1 0 0 0,-1 2 0 0 0,1-1 0 0 0,-1 0 0 0 0,7 6 1 0 0,-3-1-3339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3.6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1144 10 3225 0 0,'41'-9'18700'0'0,"-230"42"-17317"0"0,57-8-1222 0 0,-359 29 43 0 0,300-38 240 0 0,130-7-479 0 0,39-5 43 0 0,-46 2-1 0 0,67-6 18 0 0,0 0 0 0 0,0-1-1 0 0,0 0 1 0 0,0 1 0 0 0,1-1 0 0 0,-1 1 0 0 0,0-1-1 0 0,0 0 1 0 0,1 0 0 0 0,-1 1 0 0 0,1-1-1 0 0,-1 0 1 0 0,0 0 0 0 0,1 0 0 0 0,-1 0 0 0 0,0-1-1 0 0,1 1-73 0 0,0-1 0 0 0,-1 1-1 0 0,0 0 1 0 0,1 0 0 0 0,-1 0-1 0 0,0 0 1 0 0,1 0 0 0 0,-1 0-1 0 0,0 0 1 0 0,0 0 0 0 0,0 0-1 0 0,0 0 1 0 0,0 1 0 0 0,0-1-1 0 0,0 0 1 0 0,0 1 0 0 0,0-1-1 0 0,-2 0 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22:39:54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204 36 456 0 0,'10'-3'1440'0'0,"0"0"1"0"0,-1 0-1 0 0,0-1 0 0 0,0 0 1 0 0,21-14 11234 0 0,-60 42-12281 0 0,10-7 23 0 0,0-1-1 0 0,-1-1 1 0 0,-26 14 0 0 0,13-8-276 0 0,14-9-118 0 0,9-5 17 0 0,0 0-1 0 0,1 0 1 0 0,0 1-1 0 0,-13 12 0 0 0,20-18-32 0 0,1 1 0 0 0,0 0-1 0 0,0 0 1 0 0,0 0-1 0 0,0 0 1 0 0,0 0-1 0 0,1 0 1 0 0,-1 0-1 0 0,1 0 1 0 0,0 1-1 0 0,0-1 1 0 0,0 1 0 0 0,0-1-1 0 0,1 1 1 0 0,0-1-1 0 0,-1 1 1 0 0,1-1-1 0 0,0 1 1 0 0,1-1-1 0 0,0 7 1 0 0,0-6 2 0 0,1 0 0 0 0,-1 1 1 0 0,1-1-1 0 0,0-1 0 0 0,0 1 0 0 0,0 0 1 0 0,0 0-1 0 0,1-1 0 0 0,0 1 0 0 0,-1-1 1 0 0,1 0-1 0 0,1 0 0 0 0,-1 0 0 0 0,0 0 1 0 0,1 0-1 0 0,3 2 0 0 0,10 5 79 0 0,0-1-1 0 0,26 10 0 0 0,3 3-10 0 0,9 13-42 0 0,-36-22 145 0 0,0-1 1 0 0,27 12-1 0 0,-39-21-91 0 0,0-1 0 0 0,1-1 1 0 0,-1 0-1 0 0,0 0 0 0 0,1 0 0 0 0,12-1 0 0 0,11 1-2743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4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21 11979 0 0,'-14'-21'10254'0'0,"16"36"-9494"0"0,41 349 677 0 0,-34-248-2706 0 0,29 146 1 0 0,-29-224-6614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4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11522 0 0,'-2'16'6510'0'0,"7"20"-4331"0"0,-3-27-1427 0 0,8 50-18 0 0,4 1-1 0 0,28 80 1 0 0,57 110-1335 0 0,-98-248 601 0 0,7 17-834 0 0,-1-2-259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4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81 13363 0 0,'-10'2'413'0'0,"9"-4"431"0"0,17-11 1536 0 0,32-16 960 0 0,-31 22-3765 0 0,-1 1 1 0 0,1 0-1 0 0,0 1 0 0 0,1 1 0 0 0,-1 0 0 0 0,1 1 0 0 0,-1 1 1 0 0,1 1-1 0 0,0 1 0 0 0,0 0 0 0 0,0 2 0 0 0,-1-1 0 0 0,21 6 0 0 0,10 2 292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4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33 3681 0 0,'-6'0'496'0'0,"0"-1"1"0"0,0 0 0 0 0,0 0 0 0 0,0-1-1 0 0,-7-2 1 0 0,8 2 101 0 0,1 0 1 0 0,-1 1-1 0 0,1 0 0 0 0,-1 0 1 0 0,1 0-1 0 0,-1 1 1 0 0,-8-1-1 0 0,11 2-557 0 0,0-1-1 0 0,0 1 1 0 0,0-1 0 0 0,1 1-1 0 0,-1 0 1 0 0,0 0 0 0 0,0 0 0 0 0,1 0-1 0 0,-1 0 1 0 0,0 0 0 0 0,1 0 0 0 0,-1 1-1 0 0,1-1 1 0 0,0 1 0 0 0,-1-1-1 0 0,1 1 1 0 0,0-1 0 0 0,0 1 0 0 0,0 0-1 0 0,0 0 1 0 0,0-1 0 0 0,0 1 0 0 0,0 3-1 0 0,-3 5 343 0 0,0 1 0 0 0,1 0-1 0 0,1 1 1 0 0,-1-1 0 0 0,2 0-1 0 0,0 1 1 0 0,0 22 0 0 0,1-29-218 0 0,0-1 0 0 0,1 1 0 0 0,-1 0 0 0 0,1-1 0 0 0,0 1 0 0 0,0 0 0 0 0,1-1 0 0 0,-1 1 0 0 0,1-1 0 0 0,0 0 0 0 0,0 0 0 0 0,0 1 0 0 0,1-1 0 0 0,-1-1 0 0 0,1 1 1 0 0,0 0-1 0 0,0-1 0 0 0,1 1 0 0 0,-1-1 0 0 0,1 0 0 0 0,-1 0 0 0 0,6 3 0 0 0,-7-5-155 0 0,1 0 0 0 0,-1 0 0 0 0,0 0 1 0 0,1 0-1 0 0,-1-1 0 0 0,1 1 0 0 0,-1-1 0 0 0,1 1 0 0 0,-1-1 1 0 0,1 0-1 0 0,-1 0 0 0 0,1 0 0 0 0,-1 0 0 0 0,1-1 1 0 0,-1 1-1 0 0,1-1 0 0 0,-1 1 0 0 0,1-1 0 0 0,2-1 0 0 0,0-1 26 0 0,-1 1-1 0 0,0-1 0 0 0,-1 0 1 0 0,1 1-1 0 0,-1-2 0 0 0,1 1 0 0 0,-1 0 1 0 0,0-1-1 0 0,0 1 0 0 0,3-5 1 0 0,-1-1 24 0 0,0 0 1 0 0,0 0 0 0 0,0-1-1 0 0,-1 1 1 0 0,-1-1-1 0 0,0 0 1 0 0,0 0 0 0 0,3-21-1 0 0,-6 24-207 0 0,0-1 0 0 0,0 1 0 0 0,-1 0 0 0 0,0 0 0 0 0,0 0 0 0 0,0 0 0 0 0,-1 0 0 0 0,0 0 0 0 0,-1 0 0 0 0,1 0 0 0 0,-1 1 0 0 0,0-1 0 0 0,-1 1 0 0 0,-6-9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5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17972 0 0,'8'37'3621'0'0,"-3"-18"-3137"0"0,29 186 1056 0 0,6 26-834 0 0,-29-194-1739 0 0,20 50 1 0 0,-22-67-6967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5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0 334 11058 0 0,'4'2'531'0'0,"-1"-1"0"0"0,0 0-1 0 0,1 0 1 0 0,0-1 0 0 0,-1 1-1 0 0,1-1 1 0 0,-1 0 0 0 0,1 0 0 0 0,0 0-1 0 0,-1 0 1 0 0,1 0 0 0 0,6-2-1 0 0,-3 1-371 0 0,2-1 14 0 0,0 0-1 0 0,1 0 1 0 0,-1 0 0 0 0,0-2 0 0 0,0 1 0 0 0,-1-1-1 0 0,1 0 1 0 0,-1-1 0 0 0,0 0 0 0 0,0 0 0 0 0,0 0-1 0 0,-1-1 1 0 0,0-1 0 0 0,0 1 0 0 0,0-1 0 0 0,-1 0-1 0 0,0-1 1 0 0,-1 1 0 0 0,8-14 0 0 0,-7 10-227 0 0,0 0 0 0 0,-1 0 0 0 0,-1 0 0 0 0,0 0 0 0 0,0-1 0 0 0,-1 0 0 0 0,0 0 0 0 0,-1 0 0 0 0,-1 0 0 0 0,0 0 0 0 0,-1 0 0 0 0,0-1 0 0 0,0 1 0 0 0,-5-23 0 0 0,5 33-4 0 0,0 1 1 0 0,0 0-1 0 0,-1 0 0 0 0,1 0 1 0 0,0-1-1 0 0,-1 1 1 0 0,1 0-1 0 0,0 0 1 0 0,-1 0-1 0 0,1 0 0 0 0,-1 0 1 0 0,0 0-1 0 0,1 0 1 0 0,-1 0-1 0 0,0 0 1 0 0,0 0-1 0 0,0 0 0 0 0,1 0 1 0 0,-1 0-1 0 0,0 1 1 0 0,0-1-1 0 0,0 0 1 0 0,0 1-1 0 0,-2-2 0 0 0,1 2-12 0 0,1 0 0 0 0,-1 0 0 0 0,1 1 0 0 0,0-1 0 0 0,-1 0-1 0 0,1 1 1 0 0,0-1 0 0 0,0 0 0 0 0,-1 1 0 0 0,1 0 0 0 0,0-1 0 0 0,0 1-1 0 0,0 0 1 0 0,0 0 0 0 0,-1-1 0 0 0,1 1 0 0 0,-1 2 0 0 0,-6 5-187 0 0,1 1 1 0 0,1-1 0 0 0,-12 19-1 0 0,0 5 537 0 0,-25 64 1 0 0,38-83 28 0 0,1 0 1 0 0,0 0-1 0 0,1 1 1 0 0,0 0-1 0 0,1-1 1 0 0,1 1-1 0 0,0 0 1 0 0,2 15-1 0 0,-1-24-234 0 0,1-1 1 0 0,0 0-1 0 0,0 0 0 0 0,0 0 0 0 0,0 0 0 0 0,1 0 0 0 0,0 0 0 0 0,0 0 1 0 0,0-1-1 0 0,0 1 0 0 0,0 0 0 0 0,1-1 0 0 0,0 0 0 0 0,0 1 0 0 0,-1-1 1 0 0,2-1-1 0 0,4 5 0 0 0,-4-4-329 0 0,1 0 1 0 0,-1 0 0 0 0,1-1-1 0 0,0 0 1 0 0,0 0-1 0 0,0 0 1 0 0,0-1 0 0 0,9 2-1 0 0,9 0-6771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5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145 138 920 0 0,'4'-4'-312'0'0,"15"-18"1221"0"0,-9 12 1178 0 0,-1-1 1 0 0,-1 1 0 0 0,0-2-1 0 0,-1 1 1 0 0,0-1-1 0 0,8-18 1 0 0,-15 30-1995 0 0,0-1 0 0 0,1 1 1 0 0,-1-1-1 0 0,0 1 0 0 0,0-1 0 0 0,1 1 0 0 0,-1-1 0 0 0,0 0 0 0 0,0 1 0 0 0,0-1 1 0 0,0 1-1 0 0,0-1 0 0 0,0 1 0 0 0,0-1 0 0 0,0 0 0 0 0,0 1 0 0 0,0-1 1 0 0,0 1-1 0 0,0-1 0 0 0,0 0 0 0 0,0 1 0 0 0,0-1 0 0 0,-1 1 0 0 0,1-1 1 0 0,0 1-1 0 0,-1-1 0 0 0,-11 5 1446 0 0,-15 21-272 0 0,19-16-1178 0 0,1 1 1 0 0,0 0-1 0 0,1 0 0 0 0,0 1 0 0 0,1 0 0 0 0,0 0 0 0 0,0 0 1 0 0,1 0-1 0 0,1 1 0 0 0,0 0 0 0 0,-2 14 0 0 0,4-20-56 0 0,0-1 1 0 0,1 1-1 0 0,0-1 0 0 0,0 1 1 0 0,0-1-1 0 0,1 1 0 0 0,0-1 1 0 0,0 1-1 0 0,0-1 0 0 0,1 1 1 0 0,-1-1-1 0 0,1 0 0 0 0,0 0 1 0 0,1 0-1 0 0,0 0 0 0 0,-1 0 1 0 0,1-1-1 0 0,1 1 0 0 0,-1-1 1 0 0,1 0-1 0 0,0 0 0 0 0,0 0 1 0 0,0 0-1 0 0,0-1 0 0 0,1 1 1 0 0,5 2-1 0 0,13 7-35 0 0,-15-10 1 0 0,-1 1 0 0 0,1 0 0 0 0,-1 0 0 0 0,-1 0 0 0 0,1 1 0 0 0,8 9 0 0 0,-13-13 3 0 0,-1 1-1 0 0,1 0 1 0 0,-1 0 0 0 0,0 0-1 0 0,0 0 1 0 0,0 0 0 0 0,0 0-1 0 0,0 0 1 0 0,-1 0 0 0 0,1 1-1 0 0,-1-1 1 0 0,1 0-1 0 0,-1 0 1 0 0,0 1 0 0 0,0-1-1 0 0,0 0 1 0 0,0 1 0 0 0,0-1-1 0 0,0 0 1 0 0,-1 0 0 0 0,1 1-1 0 0,-1-1 1 0 0,0 0-1 0 0,1 0 1 0 0,-1 0 0 0 0,0 0-1 0 0,0 0 1 0 0,-2 3 0 0 0,-3 4 95 0 0,0 0-1 0 0,-1 0 1 0 0,1-1 0 0 0,-2 1 0 0 0,1-2 0 0 0,-1 1 0 0 0,0-1-1 0 0,-1 0 1 0 0,0-1 0 0 0,0 0 0 0 0,-16 8 0 0 0,19-11-132 0 0,0 1 1 0 0,-1-2-1 0 0,1 1 1 0 0,-1-1-1 0 0,0 0 1 0 0,1 0-1 0 0,-1-1 1 0 0,0 0-1 0 0,0 0 1 0 0,0 0-1 0 0,0-1 1 0 0,0 0-1 0 0,0-1 1 0 0,0 1-1 0 0,0-1 1 0 0,0-1-1 0 0,0 1 1 0 0,1-1-1 0 0,-9-4 1 0 0,-9-9-293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1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1 12899 0 0,'-6'7'958'0'0,"0"1"-1"0"0,0 0 1 0 0,1 1 0 0 0,-8 17 0 0 0,-1 2-162 0 0,-119 238 2543 0 0,130-257-3261 0 0,0-1 0 0 0,1 0 0 0 0,0 1 0 0 0,0 0 0 0 0,1-1 0 0 0,-1 17 0 0 0,2-24-79 0 0,0 1 1 0 0,0-1-1 0 0,0 0 1 0 0,0 1-1 0 0,0-1 0 0 0,0 1 1 0 0,0-1-1 0 0,1 0 1 0 0,-1 1-1 0 0,0-1 1 0 0,1 0-1 0 0,-1 1 1 0 0,1-1-1 0 0,0 0 0 0 0,-1 0 1 0 0,1 1-1 0 0,0-1 1 0 0,0 0-1 0 0,0 0 1 0 0,0 0-1 0 0,0 0 1 0 0,0 0-1 0 0,0 0 1 0 0,0 0-1 0 0,0 0 0 0 0,0-1 1 0 0,0 1-1 0 0,0 0 1 0 0,1-1-1 0 0,-1 1 1 0 0,0-1-1 0 0,1 1 1 0 0,-1-1-1 0 0,0 0 1 0 0,1 1-1 0 0,-1-1 0 0 0,0 0 1 0 0,1 0-1 0 0,-1 0 1 0 0,1 0-1 0 0,-1 0 1 0 0,0 0-1 0 0,1 0 1 0 0,-1-1-1 0 0,1 1 1 0 0,-1 0-1 0 0,0-1 0 0 0,1 1 1 0 0,-1-1-1 0 0,2-1 1 0 0,20-8-461 0 0,0-1 0 0 0,-1-1 1 0 0,-1 0-1 0 0,0-2 1 0 0,22-19-1 0 0,17-10-256 0 0,-75 54 913 0 0,1 0 1 0 0,1 1-1 0 0,0 1 0 0 0,0 0 0 0 0,1 0 1 0 0,1 1-1 0 0,0 1 0 0 0,1 0 1 0 0,1 1-1 0 0,-12 26 0 0 0,16-32-30 0 0,1 0-1 0 0,1 1 0 0 0,0 0 1 0 0,1-1-1 0 0,0 1 1 0 0,0 0-1 0 0,1 0 1 0 0,1 17-1 0 0,1-20-116 0 0,-1-1 0 0 0,2 1 0 0 0,-1 0 0 0 0,1-1 0 0 0,1 1 0 0 0,-1-1 0 0 0,1 1 0 0 0,0-1 0 0 0,1 0 0 0 0,0-1 0 0 0,0 1 0 0 0,0 0 0 0 0,7 5 0 0 0,-3-3-21 0 0,0 0 0 0 0,1-1-1 0 0,0 0 1 0 0,0-1 0 0 0,1 0 0 0 0,0 0-1 0 0,19 8 1 0 0,-23-12-109 0 0,-1-1 1 0 0,1 1-1 0 0,0-1 0 0 0,0-1 0 0 0,0 1 1 0 0,0-1-1 0 0,1 0 0 0 0,-1 0 0 0 0,0-1 1 0 0,0 0-1 0 0,1 0 0 0 0,-1 0 0 0 0,0-1 1 0 0,0 0-1 0 0,0 0 0 0 0,9-3 0 0 0,2-4-741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1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 17052 0 0,'-3'1'256'0'0,"1"1"1"0"0,-1 0 0 0 0,1 0-1 0 0,-1 0 1 0 0,1 0 0 0 0,0 1-1 0 0,0-1 1 0 0,0 1 0 0 0,0-1-1 0 0,0 1 1 0 0,0 0 0 0 0,-2 4-1 0 0,2 0 245 0 0,0 1 0 0 0,0-1 0 0 0,0 1 0 0 0,0 10 0 0 0,0 16 35 0 0,1 1 0 0 0,2 0 0 0 0,2 0 0 0 0,1-1 0 0 0,2 1-1 0 0,13 47 1 0 0,-13-62-1332 0 0,1 0-1 0 0,17 34 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2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11 225 17972 0 0,'-1'1'82'0'0,"0"-1"0"0"0,1 1 0 0 0,-1-1 0 0 0,0 1 0 0 0,1 0 0 0 0,-1-1 0 0 0,0 1 0 0 0,1 0 0 0 0,-1-1 1 0 0,1 1-1 0 0,-1 0 0 0 0,1 0 0 0 0,-1 0 0 0 0,1-1 0 0 0,0 1 0 0 0,-1 0 0 0 0,1 0 0 0 0,0 0 0 0 0,0 0 0 0 0,0 0 0 0 0,-1 0 0 0 0,1-1 0 0 0,0 1 0 0 0,0 0 1 0 0,0 1-1 0 0,1 0-33 0 0,0-1 0 0 0,0 1 1 0 0,-1-1-1 0 0,1 1 1 0 0,0-1-1 0 0,0 0 1 0 0,0 0-1 0 0,0 1 1 0 0,1-1-1 0 0,-1 0 0 0 0,0 0 1 0 0,0 0-1 0 0,1 0 1 0 0,1 1-1 0 0,0-1 25 0 0,0 1-1 0 0,-1-1 1 0 0,1 0 0 0 0,0-1-1 0 0,0 1 1 0 0,0 0 0 0 0,0-1-1 0 0,0 0 1 0 0,0 0 0 0 0,0 0-1 0 0,0 0 1 0 0,0 0 0 0 0,0 0-1 0 0,0-1 1 0 0,0 1 0 0 0,0-1-1 0 0,0 0 1 0 0,0 0 0 0 0,-1 0-1 0 0,1 0 1 0 0,0-1 0 0 0,-1 1-1 0 0,1-1 1 0 0,3-3 0 0 0,5-2-202 0 0,-1 0 0 0 0,0-1 0 0 0,-1-1 0 0 0,13-14 0 0 0,-10 9-507 0 0,-1 0 0 0 0,-1-1 0 0 0,15-26 0 0 0,-22 36 299 0 0,-1 1-1 0 0,0-2 0 0 0,0 1 0 0 0,0 0 1 0 0,0 0-1 0 0,-1-1 0 0 0,0 1 0 0 0,0-1 0 0 0,0 1 1 0 0,-1-1-1 0 0,1 1 0 0 0,-1-1 0 0 0,-1 1 1 0 0,1-1-1 0 0,-1 1 0 0 0,-1-7 0 0 0,2 11 346 0 0,-1 0 0 0 0,1 0-1 0 0,0 0 1 0 0,0 0 0 0 0,0 0-1 0 0,-1 0 1 0 0,1 1 0 0 0,0-1 0 0 0,-1 0-1 0 0,1 0 1 0 0,-1 0 0 0 0,1 0-1 0 0,-1 0 1 0 0,0 1 0 0 0,1-1-1 0 0,-1 0 1 0 0,0 1 0 0 0,1-1 0 0 0,-1 0-1 0 0,0 1 1 0 0,0-1 0 0 0,0 1-1 0 0,1-1 1 0 0,-1 1 0 0 0,0-1 0 0 0,0 1-1 0 0,0 0 1 0 0,0-1 0 0 0,0 1-1 0 0,0 0 1 0 0,0 0 0 0 0,0 0-1 0 0,0 0 1 0 0,0 0 0 0 0,0 0 0 0 0,0 0-1 0 0,0 0 1 0 0,0 0 0 0 0,0 0-1 0 0,0 0 1 0 0,0 1 0 0 0,0-1-1 0 0,0 0 1 0 0,1 1 0 0 0,-1-1 0 0 0,0 1-1 0 0,0-1 1 0 0,0 1 0 0 0,0-1-1 0 0,1 1 1 0 0,-1 0 0 0 0,0-1-1 0 0,0 1 1 0 0,1 0 0 0 0,-1-1 0 0 0,1 1-1 0 0,-2 1 1 0 0,-3 4 568 0 0,0 0-1 0 0,0 1 1 0 0,0 0 0 0 0,0 0-1 0 0,-4 10 1 0 0,3-3-72 0 0,1 0 0 0 0,0 0 0 0 0,1 1-1 0 0,0-1 1 0 0,2 1 0 0 0,-1 0 0 0 0,2 0 0 0 0,0 26-1 0 0,1-34-475 0 0,1 0 0 0 0,-1 0 0 0 0,1 0 0 0 0,1 0 0 0 0,-1 0 0 0 0,1 0 0 0 0,0 0 0 0 0,1-1 0 0 0,-1 1 0 0 0,1-1-1 0 0,1 0 1 0 0,-1 0 0 0 0,1 0 0 0 0,0 0 0 0 0,1-1 0 0 0,-1 1 0 0 0,1-1 0 0 0,0 0 0 0 0,0-1 0 0 0,11 8 0 0 0,2-3-396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2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 8754 0 0,'-2'0'545'0'0,"-1"1"0"0"0,1-1 0 0 0,0 1 0 0 0,0 0 0 0 0,0 0 1 0 0,0 0-1 0 0,0 0 0 0 0,0 0 0 0 0,0 1 0 0 0,0-1 0 0 0,0 0 0 0 0,1 1 0 0 0,-1 0 1 0 0,0-1-1 0 0,-1 4 0 0 0,-21 28 3314 0 0,17-21-3604 0 0,1 1 1 0 0,0 0-1 0 0,1 1 0 0 0,1-1 0 0 0,0 1 1 0 0,0 0-1 0 0,1 0 0 0 0,1 0 0 0 0,1 1 1 0 0,-1 18-1 0 0,2-28-268 0 0,1 0 0 0 0,-1 1 0 0 0,1-1 0 0 0,0 0 0 0 0,0 0 0 0 0,0 0 0 0 0,1 1 0 0 0,-1-2 0 0 0,1 1-1 0 0,1 0 1 0 0,-1 0 0 0 0,1 0 0 0 0,-1-1 0 0 0,1 0 0 0 0,1 1 0 0 0,-1-1 0 0 0,1 0 0 0 0,-1-1 0 0 0,1 1 0 0 0,0-1 0 0 0,0 1 0 0 0,1-1 0 0 0,-1 0 0 0 0,1-1 0 0 0,-1 1 0 0 0,1-1 0 0 0,0 0 0 0 0,0 0 0 0 0,0 0-1 0 0,9 1 1 0 0,-8-2-168 0 0,-1 0-1 0 0,1-1 0 0 0,-1 0 1 0 0,1 0-1 0 0,-1 0 0 0 0,1 0 1 0 0,-1-1-1 0 0,10-2 0 0 0,6-4-917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2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0 17508 0 0,'-1'3'205'0'0,"0"-1"0"0"0,0 1 0 0 0,0 0 1 0 0,0-1-1 0 0,1 1 0 0 0,-1 0 0 0 0,1-1 0 0 0,0 1 0 0 0,0 0 1 0 0,0-1-1 0 0,0 1 0 0 0,1 4 0 0 0,8 37 1456 0 0,-3-19-984 0 0,16 151 1948 0 0,-4-28-2936 0 0,0-52-6308 0 0,-13-77-1203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2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3 241 4609 0 0,'-1'-3'142'0'0,"0"0"1"0"0,1 0-1 0 0,0 0 1 0 0,-1 1-1 0 0,1-1 1 0 0,0 0-1 0 0,0 0 1 0 0,0 0-1 0 0,1 0 1 0 0,-1 0-1 0 0,1 0 1 0 0,0 1-1 0 0,-1-1 0 0 0,1 0 1 0 0,0 0-1 0 0,1 1 1 0 0,-1-1-1 0 0,0 1 1 0 0,1-1-1 0 0,0 1 1 0 0,-1-1-1 0 0,1 1 1 0 0,0 0-1 0 0,0 0 1 0 0,3-3-1 0 0,7-5 614 0 0,0 0 0 0 0,1 1 1 0 0,19-12-1 0 0,-25 17-858 0 0,24-13 193 0 0,1 2 0 0 0,1 1 0 0 0,0 2 0 0 0,37-9 0 0 0,-24 6-460 0 0,-23 6 387 0 0,0-3 68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3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 11058 0 0,'0'6'680'0'0,"1"0"0"0"0,-1 1 0 0 0,1-1-1 0 0,0 0 1 0 0,0 0 0 0 0,1 0-1 0 0,0 0 1 0 0,0 0 0 0 0,0 0 0 0 0,1 0-1 0 0,5 8 1 0 0,9 26 1476 0 0,12 75-428 0 0,-27-100-1600 0 0,0 0 0 0 0,0 0 0 0 0,-2 0 0 0 0,0 1 0 0 0,-3 25-1 0 0,3-41-123 0 0,0 0 0 0 0,0 1 0 0 0,0-1 0 0 0,0 0 0 0 0,0 1 0 0 0,0-1 0 0 0,0 0 0 0 0,0 1 0 0 0,0-1 0 0 0,0 0 0 0 0,0 1 0 0 0,0-1 0 0 0,0 0 0 0 0,0 1 0 0 0,0-1 0 0 0,0 0 0 0 0,-1 1 0 0 0,1-1 0 0 0,0 0-1 0 0,0 1 1 0 0,0-1 0 0 0,-1 0 0 0 0,1 0 0 0 0,0 1 0 0 0,0-1 0 0 0,-1 0 0 0 0,1 0 0 0 0,0 0 0 0 0,0 1 0 0 0,-1-1 0 0 0,1 0 0 0 0,0 0 0 0 0,-1 0 0 0 0,1 0 0 0 0,0 1 0 0 0,-1-1 0 0 0,-7-12-16 0 0,-1-21-64 0 0,7 10-19 0 0,2 1 1 0 0,0-1-1 0 0,2 0 0 0 0,1 1 0 0 0,0-1 1 0 0,2 1-1 0 0,8-26 0 0 0,-3 19-1312 0 0,0 1 1 0 0,24-43-1 0 0,-15 39-5561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3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 2304 0 0,'2'3'849'0'0,"-1"0"-1"0"0,0-1 1 0 0,0 1-1 0 0,0 0 1 0 0,0 0-1 0 0,-1 0 1 0 0,1 0-1 0 0,-1 0 1 0 0,1 0-1 0 0,-1-1 1 0 0,0 5-1 0 0,-5 40 5839 0 0,1-11-3741 0 0,4-19-2705 0 0,1-1-1 0 0,0 1 1 0 0,2-1-1 0 0,6 28 1 0 0,-8-39-223 0 0,1 0 0 0 0,0 1 1 0 0,0-1-1 0 0,0 0 1 0 0,1 0-1 0 0,0 0 1 0 0,0-1-1 0 0,0 1 0 0 0,0-1 1 0 0,1 1-1 0 0,0-1 1 0 0,0 0-1 0 0,0 0 0 0 0,0-1 1 0 0,0 1-1 0 0,1-1 1 0 0,6 4-1 0 0,-9-6 2 0 0,-1-1 0 0 0,1 1 0 0 0,-1-1 0 0 0,0 1 0 0 0,1-1 0 0 0,0 1 1 0 0,-1-1-1 0 0,1 0 0 0 0,-1 0 0 0 0,1 1 0 0 0,-1-1 0 0 0,1 0 0 0 0,-1-1 0 0 0,1 1 0 0 0,0 0 0 0 0,-1 0 0 0 0,1-1 0 0 0,-1 1 0 0 0,1-1 0 0 0,-1 1 1 0 0,0-1-1 0 0,3-1 0 0 0,-1 0-8 0 0,-1 0 1 0 0,0 0-1 0 0,1-1 1 0 0,-1 1-1 0 0,0 0 1 0 0,-1-1-1 0 0,1 1 1 0 0,0-1-1 0 0,-1 0 1 0 0,3-5-1 0 0,0-4 0 0 0,0 1 1 0 0,-1-1-1 0 0,-1 0 0 0 0,3-23 0 0 0,-4 14-48 0 0,-1-1 0 0 0,-1 1 0 0 0,-1-1 0 0 0,-1 1 0 0 0,-6-24 0 0 0,-10-17-6940 0 0,9 36-383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3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0,'4'8'964'0'0,"0"1"1"0"0,0 0-1 0 0,-1 1 0 0 0,0-1 0 0 0,2 12 0 0 0,2 8 570 0 0,21 74 1758 0 0,-25-91-2910 0 0,-1 0 0 0 0,-1 0-1 0 0,0 0 1 0 0,-1 0 0 0 0,0 1-1 0 0,-3 20 1 0 0,10-68-674 0 0,18-54 0 0 0,-21 79 243 0 0,-1 1 1 0 0,1 0-1 0 0,0 0 0 0 0,1 1 1 0 0,0-1-1 0 0,0 1 0 0 0,1 0 1 0 0,0 1-1 0 0,1-1 0 0 0,0 1 1 0 0,12-10-1 0 0,-18 16 62 0 0,-1 0 1 0 0,1 1-1 0 0,0-1 0 0 0,0 1 1 0 0,0-1-1 0 0,0 1 0 0 0,0-1 1 0 0,-1 1-1 0 0,1-1 0 0 0,0 1 1 0 0,0 0-1 0 0,0 0 0 0 0,0 0 1 0 0,0-1-1 0 0,0 1 0 0 0,0 0 1 0 0,0 0-1 0 0,0 0 0 0 0,0 0 1 0 0,0 1-1 0 0,0-1 0 0 0,0 0 1 0 0,0 0-1 0 0,0 0 0 0 0,0 1 1 0 0,0-1-1 0 0,0 1 0 0 0,0-1 1 0 0,-1 1-1 0 0,1-1 0 0 0,0 1 1 0 0,0-1-1 0 0,0 1 1 0 0,-1 0-1 0 0,1-1 0 0 0,0 1 1 0 0,-1 0-1 0 0,2 1 0 0 0,2 4 162 0 0,-1 0 0 0 0,0 0 0 0 0,0 0 0 0 0,4 13 0 0 0,3 7 97 0 0,-6-20-498 0 0,0 0-1 0 0,0 0 1 0 0,0-1 0 0 0,0 1 0 0 0,1-1-1 0 0,0-1 1 0 0,0 1 0 0 0,1-1 0 0 0,-1 1 0 0 0,7 2-1 0 0,7 3-7665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3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13 11522 0 0,'-16'-13'7753'0'0,"14"28"-6852"0"0,2 11-398 0 0,1 1-1 0 0,1 0 0 0 0,11 51 0 0 0,-7-47-25 0 0,-1 0-1 0 0,1 41 0 0 0,-6-70-399 0 0,0 0 0 0 0,0 1-1 0 0,0-1 1 0 0,0 1 0 0 0,0-1 0 0 0,-1 0-1 0 0,1 1 1 0 0,-1-1 0 0 0,0 0-1 0 0,0 0 1 0 0,0 1 0 0 0,0-1-1 0 0,0 0 1 0 0,0 0 0 0 0,0 0-1 0 0,-1 0 1 0 0,1 0 0 0 0,-1 0-1 0 0,1-1 1 0 0,-1 1 0 0 0,0 0 0 0 0,0-1-1 0 0,0 0 1 0 0,0 1 0 0 0,0-1-1 0 0,0 0 1 0 0,0 0 0 0 0,0 0-1 0 0,0 0 1 0 0,-5 1 0 0 0,-2 0-78 0 0,-1-1 1 0 0,1 0 0 0 0,-1 0-1 0 0,1-1 1 0 0,-1 0 0 0 0,-15-3 0 0 0,-6-2-184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7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501 1 5065 0 0,'9'-1'15086'0'0,"-23"19"-14739"0"0,1-1 1 0 0,-2 0-1 0 0,-1-1 0 0 0,0-1 1 0 0,0 0-1 0 0,-2-2 0 0 0,1 0 1 0 0,-24 13-1 0 0,31-19-313 0 0,0 0-1 0 0,1 1 1 0 0,0 1-1 0 0,0 0 1 0 0,1 0 0 0 0,0 0-1 0 0,0 1 1 0 0,1 0-1 0 0,-10 20 1 0 0,0 4 134 0 0,-23 67 0 0 0,-5 23-150 0 0,-35 111 78 0 0,59-167-45 0 0,-15 103 0 0 0,30-121-41 0 0,3 1 0 0 0,4 81 0 0 0,22 101 27 0 0,-22-221-26 0 0,28 150 261 0 0,0 0 73 0 0,-25-134-333 0 0,-2 0 1 0 0,-1 1-1 0 0,-5 47 0 0 0,3-66-47 0 0,-1 0 0 0 0,0 0 0 0 0,0 0 0 0 0,-1 0 0 0 0,0-1 0 0 0,0 1 1 0 0,-1-1-1 0 0,-8 14 0 0 0,5-15-371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8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309 269 3177 0 0,'0'-6'19'0'0,"-2"1"0"0"0,1-1 0 0 0,-1 1 1 0 0,1 0-1 0 0,-1 0 0 0 0,-1 0 0 0 0,1 0 0 0 0,-1 0 1 0 0,0 0-1 0 0,0 0 0 0 0,0 1 0 0 0,-1 0 0 0 0,-5-6 1 0 0,3 3-39 0 0,0 0 1 0 0,1-1-1 0 0,-8-13 0 0 0,10 16 136 0 0,0 0 0 0 0,0 1 0 0 0,0-1 0 0 0,-1 1-1 0 0,0 0 1 0 0,0 0 0 0 0,0 0 0 0 0,0 1 0 0 0,0-1-1 0 0,-1 1 1 0 0,1 0 0 0 0,-1 1 0 0 0,0-1 0 0 0,0 1-1 0 0,0 0 1 0 0,0 0 0 0 0,-1 0 0 0 0,1 1 0 0 0,0-1-1 0 0,-1 2 1 0 0,-9-2 0 0 0,-1 1 1079 0 0,1 0-1 0 0,-1 1 1 0 0,1 1-1 0 0,-1 1 1 0 0,1 0-1 0 0,-26 7 1 0 0,81-20 4749 0 0,93-20-4753 0 0,-37 7-951 0 0,24-5-284 0 0,-118 29 42 0 0,-1-1 0 0 0,1 1 0 0 0,0 0 0 0 0,0 0 0 0 0,0 0 0 0 0,0 0 0 0 0,0 0 0 0 0,0 0 0 0 0,-1 1 1 0 0,1-1-1 0 0,0 0 0 0 0,2 2 0 0 0,-3-2 8 0 0,0 1 1 0 0,-1-1-1 0 0,1 1 1 0 0,-1-1 0 0 0,1 1-1 0 0,-1-1 1 0 0,1 1-1 0 0,-1-1 1 0 0,0 1-1 0 0,1-1 1 0 0,-1 1-1 0 0,1-1 1 0 0,-1 1-1 0 0,0 0 1 0 0,0-1-1 0 0,1 1 1 0 0,-1 0 0 0 0,0-1-1 0 0,0 1 1 0 0,0 0-1 0 0,0-1 1 0 0,0 2-1 0 0,0 4 74 0 0,-1 0 0 0 0,-1 0-1 0 0,1-1 1 0 0,-1 1 0 0 0,0-1-1 0 0,-4 9 1 0 0,-5 18 193 0 0,8-11-152 0 0,1 0 0 0 0,1 0 1 0 0,0 0-1 0 0,5 38 0 0 0,21 85-169 0 0,-12-79 11 0 0,1-4-808 0 0,-8-43 64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9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0 2304 0 0,'-7'3'61'0'0,"-37"19"1402"0"0,42-21-1152 0 0,0 0 1 0 0,0 1-1 0 0,0-1 0 0 0,0 1 1 0 0,0-1-1 0 0,0 1 0 0 0,1-1 1 0 0,-1 1-1 0 0,0 0 0 0 0,1 0 1 0 0,-1 0-1 0 0,1 0 0 0 0,0 0 1 0 0,0 0-1 0 0,0 1 0 0 0,-1 2 1 0 0,2-4-145 0 0,0-1 1 0 0,0 1 0 0 0,1 0 0 0 0,-1-1 0 0 0,0 1-1 0 0,1-1 1 0 0,-1 1 0 0 0,1 0 0 0 0,-1-1 0 0 0,1 1 0 0 0,-1-1-1 0 0,1 1 1 0 0,-1-1 0 0 0,1 1 0 0 0,-1-1 0 0 0,1 1-1 0 0,0-1 1 0 0,-1 0 0 0 0,1 1 0 0 0,0-1 0 0 0,-1 0-1 0 0,1 0 1 0 0,0 1 0 0 0,0-1 0 0 0,-1 0 0 0 0,1 0-1 0 0,0 0 1 0 0,-1 0 0 0 0,1 0 0 0 0,0 0 0 0 0,1 0-1 0 0,32 2 1158 0 0,-28-2-867 0 0,182 20 4101 0 0,-88-7-4006 0 0,96 22-261 0 0,-147-23-116 0 0,0-3 0 0 0,0-1 0 0 0,1-3 0 0 0,85-1 0 0 0,-42-14-3 0 0,75-2-430 0 0,-154 10-1697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9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28 6913 0 0,'-1'-2'256'0'0,"-1"-1"0"0"0,0 1 0 0 0,1 0 0 0 0,-1 0 0 0 0,0 1 0 0 0,0-1-1 0 0,0 0 1 0 0,0 0 0 0 0,-1 1 0 0 0,1 0 0 0 0,0-1 0 0 0,-1 1-1 0 0,1 0 1 0 0,0 0 0 0 0,-1 0 0 0 0,-4-1 0 0 0,5 2-27 0 0,0 0 0 0 0,0 0 0 0 0,0 0 0 0 0,0 1 0 0 0,0-1 0 0 0,0 0 0 0 0,0 1 0 0 0,0 0 1 0 0,0-1-1 0 0,0 1 0 0 0,0 0 0 0 0,0 0 0 0 0,1 0 0 0 0,-1 0 0 0 0,0 0 0 0 0,1 0 0 0 0,-1 1 0 0 0,1-1 0 0 0,-1 1 1 0 0,1-1-1 0 0,0 1 0 0 0,0-1 0 0 0,-3 4 0 0 0,-1 4 53 0 0,0 0 0 0 0,1 1 0 0 0,0-1 0 0 0,0 1 0 0 0,1 0 0 0 0,0 0 0 0 0,1 0 0 0 0,0 1 0 0 0,-1 18 1 0 0,2 13 143 0 0,4 46 0 0 0,-1-58-214 0 0,64 586 1603 0 0,-24-411-1687 0 0,7 39-30 0 0,-42-194-77 0 0,-2 0 0 0 0,-4 99 0 0 0,-2-134 25 0 0,0 13-18 0 0,-2-1 0 0 0,0 1 1 0 0,-13 47-1 0 0,13-67-44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9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10594 0 0,'-12'1'7958'0'0,"11"14"-5246"0"0,2-7-3357 0 0,25 159 2861 0 0,-2-21-1678 0 0,-14 22-247 0 0,-10-121-381 0 0,2 0-1 0 0,2-1 1 0 0,2 0 0 0 0,18 65 0 0 0,-19-95-1640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0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6305 0 0,'0'-6'152'0'0,"0"-1"-1"0"0,0 0 0 0 0,1 1 0 0 0,-1-1 1 0 0,1 0-1 0 0,1 1 0 0 0,-1-1 1 0 0,1 1-1 0 0,0-1 0 0 0,5-8 1 0 0,-2 4 870 0 0,1 0 1 0 0,0 0-1 0 0,1 0 1 0 0,13-16 0 0 0,-16 22-581 0 0,1 1 1 0 0,-1-1 0 0 0,1 1-1 0 0,0 0 1 0 0,1 0-1 0 0,-1 1 1 0 0,1 0 0 0 0,-1 0-1 0 0,1 0 1 0 0,0 0-1 0 0,0 1 1 0 0,0 0-1 0 0,0 0 1 0 0,7 0 0 0 0,-10 1-366 0 0,0 1 0 0 0,0 0 0 0 0,0 0 0 0 0,-1 0 1 0 0,1 0-1 0 0,0 1 0 0 0,0-1 0 0 0,0 1 0 0 0,-1-1 1 0 0,1 1-1 0 0,0 0 0 0 0,-1 0 0 0 0,1 1 0 0 0,-1-1 1 0 0,1 0-1 0 0,-1 1 0 0 0,0-1 0 0 0,1 1 0 0 0,-1 0 0 0 0,0 0 1 0 0,0 0-1 0 0,0 0 0 0 0,-1 0 0 0 0,1 0 0 0 0,0 1 1 0 0,-1-1-1 0 0,1 1 0 0 0,-1-1 0 0 0,0 1 0 0 0,0-1 1 0 0,0 1-1 0 0,0 0 0 0 0,1 4 0 0 0,0 8-69 0 0,0 0 1 0 0,0 0-1 0 0,-2 0 1 0 0,0 0-1 0 0,0 1 0 0 0,-2-1 1 0 0,0 0-1 0 0,0 0 0 0 0,-8 21 1 0 0,4-10-99 0 0,-4 46 0 0 0,10-71 82 0 0,-1 0-1 0 0,1 0 1 0 0,0 0-1 0 0,0-1 1 0 0,0 1 0 0 0,0 0-1 0 0,-1 0 1 0 0,1 0-1 0 0,0 0 1 0 0,1-1 0 0 0,-1 1-1 0 0,0 0 1 0 0,0 0-1 0 0,0 0 1 0 0,0 0-1 0 0,1-1 1 0 0,-1 1 0 0 0,0 0-1 0 0,1 0 1 0 0,-1 0-1 0 0,0-1 1 0 0,1 1 0 0 0,-1 0-1 0 0,1-1 1 0 0,0 1-1 0 0,-1 0 1 0 0,1-1-1 0 0,-1 1 1 0 0,1-1 0 0 0,0 1-1 0 0,-1-1 1 0 0,1 1-1 0 0,0-1 1 0 0,0 0 0 0 0,-1 1-1 0 0,1-1 1 0 0,0 0-1 0 0,0 1 1 0 0,0-1-1 0 0,-1 0 1 0 0,1 0 0 0 0,0 0-1 0 0,0 0 1 0 0,1 0-1 0 0,4-1-120 0 0,-1 0 0 0 0,1-1 0 0 0,-1 0 0 0 0,1 0 0 0 0,9-5 0 0 0,7-3-110 0 0,-14 8 240 0 0,-1 1 0 0 0,1-1 0 0 0,0 1 1 0 0,0 0-1 0 0,0 1 0 0 0,0 0 0 0 0,0 0 0 0 0,0 1 1 0 0,-1 0-1 0 0,1 0 0 0 0,0 1 0 0 0,0 0 0 0 0,-1 0 1 0 0,1 1-1 0 0,-1 0 0 0 0,0 1 0 0 0,0-1 0 0 0,12 9 1 0 0,-15-9 51 0 0,1 0 0 0 0,-1 1 1 0 0,0-1-1 0 0,0 1 0 0 0,-1 0 1 0 0,1 0-1 0 0,-1 0 1 0 0,0 1-1 0 0,0-1 0 0 0,0 1 1 0 0,-1 0-1 0 0,0-1 1 0 0,0 1-1 0 0,0 0 0 0 0,0 0 1 0 0,-1 1-1 0 0,0-1 1 0 0,0 0-1 0 0,0 0 0 0 0,0 1 1 0 0,-1-1-1 0 0,0 0 0 0 0,0 1 1 0 0,-1-1-1 0 0,0 0 1 0 0,1 1-1 0 0,-2-1 0 0 0,-2 8 1 0 0,-1 1 30 0 0,-2 1 0 0 0,1-2 0 0 0,-2 1 0 0 0,0-1 0 0 0,-1 0 0 0 0,0-1 0 0 0,-18 20 0 0 0,-87 72-20 0 0,73-69-123 0 0,40-34-445 0 0,-4 3 1002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0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4 6913 0 0,'7'-3'5695'0'0,"-6"3"-5574"0"0,-3 13 2979 0 0,-16 38-1208 0 0,4-13-137 0 0,9-19-1220 0 0,0 0 1 0 0,-2 31-1 0 0,6-44-512 0 0,1 1 0 0 0,-1-1 0 0 0,2 1 0 0 0,-1-1 0 0 0,1 1 0 0 0,0-1 1 0 0,0 0-1 0 0,1 1 0 0 0,-1-1 0 0 0,2 0 0 0 0,4 10 0 0 0,-7-15-77 0 0,0 0-1 0 0,1 0 1 0 0,-1 0-1 0 0,1 0 1 0 0,-1 0 0 0 0,1 0-1 0 0,-1 0 1 0 0,1 0-1 0 0,-1-1 1 0 0,1 1-1 0 0,0 0 1 0 0,-1-1-1 0 0,1 1 1 0 0,0 0 0 0 0,0-1-1 0 0,-1 1 1 0 0,1-1-1 0 0,0 1 1 0 0,0-1-1 0 0,0 1 1 0 0,0-1-1 0 0,0 1 1 0 0,0-1-1 0 0,0 0 1 0 0,0 0 0 0 0,0 0-1 0 0,0 1 1 0 0,0-1-1 0 0,0 0 1 0 0,0 0-1 0 0,0 0 1 0 0,0 0-1 0 0,0-1 1 0 0,0 1 0 0 0,-1 0-1 0 0,1 0 1 0 0,0-1-1 0 0,0 1 1 0 0,0 0-1 0 0,0-1 1 0 0,0 1-1 0 0,0-1 1 0 0,0 1 0 0 0,0-1-1 0 0,-1 1 1 0 0,1-1-1 0 0,0 0 1 0 0,-1 1-1 0 0,1-1 1 0 0,0 0-1 0 0,-1 0 1 0 0,1 0 0 0 0,-1 1-1 0 0,2-3 1 0 0,1-2-417 0 0,1-1 0 0 0,-1 1 0 0 0,0-1 0 0 0,0 0 0 0 0,-1 0 0 0 0,0 0-1 0 0,2-7 1 0 0,-3 3 27 0 0,0 0-1 0 0,-1 0 0 0 0,0 0 1 0 0,-2-13-1 0 0,1 15 790 0 0,0-1 0 0 0,1 1-1 0 0,0-1 1 0 0,0 1 0 0 0,4-18 0 0 0,-4 26-227 0 0,0-1-1 0 0,0 0 1 0 0,0 0 0 0 0,0 1 0 0 0,1-1 0 0 0,-1 0 0 0 0,0 1 0 0 0,1-1 0 0 0,-1 0-1 0 0,1 1 1 0 0,-1-1 0 0 0,0 0 0 0 0,1 1 0 0 0,0-1 0 0 0,-1 1 0 0 0,1-1-1 0 0,-1 1 1 0 0,1-1 0 0 0,-1 1 0 0 0,1-1 0 0 0,0 1 0 0 0,-1 0 0 0 0,1-1 0 0 0,0 1-1 0 0,0 0 1 0 0,-1 0 0 0 0,1-1 0 0 0,0 1 0 0 0,0 0 0 0 0,1 0 26 0 0,0 0 1 0 0,0 1 0 0 0,0-1 0 0 0,0 1-1 0 0,0-1 1 0 0,0 1 0 0 0,0-1-1 0 0,0 1 1 0 0,-1 0 0 0 0,1 0-1 0 0,2 1 1 0 0,3 3 111 0 0,0 0 1 0 0,-1 0-1 0 0,1 1 0 0 0,6 8 0 0 0,-3-1 42 0 0,-2 0-1 0 0,1 0 1 0 0,12 29-1 0 0,-14-27-771 0 0,0 0 0 0 0,1 0 1 0 0,12 15-1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0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12643 0 0,'-1'4'255'0'0,"1"1"0"0"0,-1-1 1 0 0,1 1-1 0 0,0-1 0 0 0,1 0 1 0 0,-1 1-1 0 0,1-1 0 0 0,0 1 1 0 0,0-1-1 0 0,0 0 0 0 0,4 8 1 0 0,-2 2 895 0 0,19 68 2263 0 0,76 266-694 0 0,-86-314-3812 0 0,0-2-4231 0 0,-1-4-1804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1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6 146 10138 0 0,'-1'0'33'0'0,"1"0"-1"0"0,0 1 1 0 0,0-1 0 0 0,-1 0-1 0 0,1 0 1 0 0,0 0-1 0 0,0 0 1 0 0,-1 0 0 0 0,1 0-1 0 0,0 1 1 0 0,0-1-1 0 0,0 0 1 0 0,-1 0 0 0 0,1 0-1 0 0,0 1 1 0 0,0-1-1 0 0,0 0 1 0 0,0 0-1 0 0,-1 1 1 0 0,1-1 0 0 0,0 0-1 0 0,0 0 1 0 0,0 1-1 0 0,0-1 1 0 0,0 0 0 0 0,0 0-1 0 0,0 1 1 0 0,0-1-1 0 0,0 0 1 0 0,0 0 0 0 0,0 1-1 0 0,0-1 1 0 0,0 0-1 0 0,0 1 1 0 0,0-1 0 0 0,0 0-1 0 0,0 0 1 0 0,0 1-1 0 0,0-1 1 0 0,0 0 0 0 0,0 0-1 0 0,1 1 1 0 0,-1-1-1 0 0,0 0 1 0 0,0 0 0 0 0,0 1-1 0 0,0-1 1 0 0,1 0-1 0 0,-1 0 1 0 0,0 0 0 0 0,0 1-1 0 0,21-1 1712 0 0,26-9 1036 0 0,-21 1-1234 0 0,41-19 1 0 0,68-44-5380 0 0,-90 45 2655 0 0,-16 9 1134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1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0 12899 0 0,'-2'1'131'0'0,"1"0"0"0"0,-1-1-1 0 0,1 1 1 0 0,-1 0 0 0 0,1 0 0 0 0,-1 0 0 0 0,1 0 0 0 0,-1 0 0 0 0,1 0 0 0 0,0 0-1 0 0,0 0 1 0 0,0 1 0 0 0,-1-1 0 0 0,1 0 0 0 0,0 1 0 0 0,1-1 0 0 0,-1 1 0 0 0,0-1-1 0 0,0 1 1 0 0,0 1 0 0 0,-16 39 1333 0 0,15-37-1082 0 0,-3 12 223 0 0,0 1 0 0 0,2 0 1 0 0,0 0-1 0 0,0 0 0 0 0,2 0 0 0 0,0 0 1 0 0,2 0-1 0 0,2 27 0 0 0,7 16-1400 0 0,19 67 0 0 0,-24-107 240 0 0,3 12-6933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1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13363 0 0,'4'0'592'0'0,"2"0"120"0"0,0 0-568 0 0,0-1-144 0 0,-2 0 0 0 0,0-1 0 0 0,3 1 656 0 0,4-3 104 0 0,7-2 17 0 0,8-5 7 0 0,6-4-640 0 0,3-3-144 0 0,3-2 0 0 0,2-1 0 0 0,4 2 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2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8 4145 0 0,'-37'15'2812'0'0,"3"3"8551"0"0,53-16-10247 0 0,-4-2-703 0 0,0 0-1 0 0,0-1 1 0 0,-1-1-1 0 0,1 0 1 0 0,22-7-1 0 0,9-1 19 0 0,1 2-245 0 0,84-3 1 0 0,-107 12-142 0 0,1 0 1 0 0,-1 1 0 0 0,1 2-1 0 0,-1 0 1 0 0,29 10 0 0 0,-30-7-15 0 0,115 31 896 0 0,-121-35-819 0 0,0 0-1 0 0,0-2 1 0 0,0 0 0 0 0,0 0 0 0 0,1-2 0 0 0,20-3-1 0 0,-38 4-149 0 0,-1 0 0 0 0,1 0-1 0 0,0 0 1 0 0,0 0 0 0 0,0 0 0 0 0,0 0-1 0 0,0 0 1 0 0,-1 0 0 0 0,1 0 0 0 0,0-1-1 0 0,0 1 1 0 0,0 0 0 0 0,0 0 0 0 0,0 0-1 0 0,0 0 1 0 0,0 0 0 0 0,0 0-1 0 0,0-1 1 0 0,0 1 0 0 0,-1 0 0 0 0,1 0-1 0 0,0 0 1 0 0,0 0 0 0 0,0-1 0 0 0,0 1-1 0 0,0 0 1 0 0,0 0 0 0 0,0 0 0 0 0,0 0-1 0 0,0 0 1 0 0,0-1 0 0 0,0 1 0 0 0,0 0-1 0 0,0 0 1 0 0,1 0 0 0 0,-1 0-1 0 0,0-1 1 0 0,0 1 0 0 0,0 0 0 0 0,0 0-1 0 0,0 0 1 0 0,0 0 0 0 0,0 0 0 0 0,0 0-1 0 0,0-1 1 0 0,0 1 0 0 0,1 0 0 0 0,-1 0-1 0 0,0 0 1 0 0,0 0 0 0 0,0 0-1 0 0,0 0 1 0 0,0 0 0 0 0,1 0 0 0 0,-1 0-1 0 0,0 0 1 0 0,0-1 0 0 0,0 1 0 0 0,0 0-1 0 0,0 0 1 0 0,1 0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3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 8290 0 0,'-10'-6'13160'0'0,"11"61"-12376"0"0,12 83-1 0 0,0-23-591 0 0,-9-48-362 0 0,9 90 485 0 0,-9-131-1337 0 0,1-1 0 0 0,9 25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3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1824 0 0,'-14'7'12763'0'0,"14"-5"-12208"0"0,-6 19 3431 0 0,6-15-3566 0 0,0 0 0 0 0,0 0 0 0 0,1 0 0 0 0,0 0 1 0 0,1 7-1 0 0,21 35 1287 0 0,-19-42-1629 0 0,-1 0-1 0 0,1 0 1 0 0,-1 1 0 0 0,0-1 0 0 0,-1 1-1 0 0,0-1 1 0 0,0 1 0 0 0,0 0-1 0 0,1 10 1 0 0,-2-6-17 0 0,1-26 66 0 0,3-8-1548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4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104 154 3225 0 0,'0'-2'264'0'0,"-1"-1"1"0"0,0 0 0 0 0,0 1 0 0 0,0-1 0 0 0,-1 1-1 0 0,1-1 1 0 0,-1 1 0 0 0,1 0 0 0 0,-1-1 0 0 0,0 1-1 0 0,0 0 1 0 0,0 0 0 0 0,0 0 0 0 0,0 1 0 0 0,0-1-1 0 0,0 0 1 0 0,-1 1 0 0 0,-4-3 0 0 0,-1 1 1026 0 0,-1 0-1 0 0,0 1 1 0 0,1 0 0 0 0,-15-1 0 0 0,16 2-935 0 0,7 1-327 0 0,0 0 1 0 0,0 0 0 0 0,0 0-1 0 0,0 0 1 0 0,0 0-1 0 0,-1 0 1 0 0,1 0-1 0 0,0 0 1 0 0,0 0 0 0 0,0 0-1 0 0,0 0 1 0 0,0 0-1 0 0,0 0 1 0 0,-1 0 0 0 0,1 0-1 0 0,0 0 1 0 0,0 0-1 0 0,0 0 1 0 0,0-1-1 0 0,0 1 1 0 0,0 0 0 0 0,0 0-1 0 0,-1 0 1 0 0,1 0-1 0 0,0 0 1 0 0,0 0-1 0 0,0 0 1 0 0,0 0 0 0 0,0 0-1 0 0,0 0 1 0 0,0-1-1 0 0,0 1 1 0 0,0 0-1 0 0,0 0 1 0 0,0 0 0 0 0,0 0-1 0 0,0 0 1 0 0,0 0-1 0 0,0 0 1 0 0,-1-1 0 0 0,1 1-1 0 0,0 0 1 0 0,0 0-1 0 0,0 0 1 0 0,0 0-1 0 0,0 0 1 0 0,0 0 0 0 0,1-1-1 0 0,-1 1 1 0 0,0 0-1 0 0,0 0 1 0 0,0 0-1 0 0,0 0 1 0 0,0 0 0 0 0,0 0-1 0 0,0 0 1 0 0,0-1-1 0 0,0 1 1 0 0,0 0-1 0 0,9-8 734 0 0,14-4-2 0 0,10-3-241 0 0,0 1-1 0 0,1 2 1 0 0,49-11-1 0 0,-72 21-396 0 0,1 0-1 0 0,-1 0 0 0 0,0 1 1 0 0,1 1-1 0 0,-1 0 0 0 0,1 0 0 0 0,-1 1 1 0 0,1 1-1 0 0,-1 0 0 0 0,0 0 1 0 0,0 1-1 0 0,0 1 0 0 0,0 0 0 0 0,17 9 1 0 0,-25-12-125 0 0,0 1 0 0 0,0-1 0 0 0,0 1-1 0 0,-1 0 1 0 0,1 0 0 0 0,-1 0 0 0 0,1 0 0 0 0,-1 1 0 0 0,0-1 0 0 0,0 1 0 0 0,0-1 0 0 0,0 1 0 0 0,0 0 0 0 0,0-1 0 0 0,-1 1 0 0 0,0 0 0 0 0,1 0 0 0 0,-1 0-1 0 0,0 1 1 0 0,0-1 0 0 0,-1 0 0 0 0,1 0 0 0 0,-1 0 0 0 0,0 1 0 0 0,1-1 0 0 0,-1 0 0 0 0,-1 0 0 0 0,1 1 0 0 0,0-1 0 0 0,-1 0 0 0 0,0 0 0 0 0,-1 6 0 0 0,-5 6-18 0 0,0 0 1 0 0,-1 0 0 0 0,0-1 0 0 0,-1 0-1 0 0,-16 18 1 0 0,-10 18-16 0 0,35-50 34 0 0,0 0 0 0 0,0 0 0 0 0,0 0 0 0 0,0 0 0 0 0,0 1 0 0 0,0-1 0 0 0,0 0 0 0 0,0 0-1 0 0,0 0 1 0 0,-1 0 0 0 0,1 0 0 0 0,0 0 0 0 0,0 0 0 0 0,0 0 0 0 0,0 1 0 0 0,1-1 0 0 0,-1 0 0 0 0,0 0 0 0 0,0 0 0 0 0,0 0 0 0 0,0 0 0 0 0,0 0 0 0 0,0 0-1 0 0,0 1 1 0 0,0-1 0 0 0,0 0 0 0 0,0 0 0 0 0,0 0 0 0 0,0 0 0 0 0,0 0 0 0 0,0 0 0 0 0,0 0 0 0 0,0 0 0 0 0,0 0 0 0 0,1 0 0 0 0,-1 0 0 0 0,0 1 0 0 0,0-1-1 0 0,0 0 1 0 0,0 0 0 0 0,0 0 0 0 0,0 0 0 0 0,0 0 0 0 0,0 0 0 0 0,1 0 0 0 0,-1 0 0 0 0,0 0 0 0 0,0 0 0 0 0,0 0 0 0 0,0 0 0 0 0,0 0 0 0 0,0 0 0 0 0,0 0-1 0 0,1 0 1 0 0,-1 0 0 0 0,0 0 0 0 0,0 0 0 0 0,0 0 0 0 0,0 0 0 0 0,0 0 0 0 0,0-1 0 0 0,0 1 0 0 0,15-3-137 0 0,23-9-130 0 0,-29 9 240 0 0,4-1 89 0 0,0 0 0 0 0,0 1 0 0 0,1 0 0 0 0,-1 1 0 0 0,1 1 0 0 0,0 0 0 0 0,23 2 0 0 0,-34-1-48 0 0,1 0 1 0 0,-1 1-1 0 0,0-1 1 0 0,0 1-1 0 0,0 0 1 0 0,0 0-1 0 0,1 0 1 0 0,-1 0 0 0 0,-1 1-1 0 0,1-1 1 0 0,0 1-1 0 0,0 0 1 0 0,0 0-1 0 0,-1 0 1 0 0,1 0-1 0 0,-1 0 1 0 0,0 0-1 0 0,1 1 1 0 0,-1-1 0 0 0,0 1-1 0 0,0-1 1 0 0,-1 1-1 0 0,1 0 1 0 0,-1 0-1 0 0,1 0 1 0 0,-1 0-1 0 0,0 0 1 0 0,0 0-1 0 0,0 0 1 0 0,0 0-1 0 0,-1 1 1 0 0,0-1 0 0 0,1 0-1 0 0,-1 0 1 0 0,0 1-1 0 0,0-1 1 0 0,-1 0-1 0 0,0 4 1 0 0,0 1 11 0 0,0 0 0 0 0,-1 0-1 0 0,0 0 1 0 0,-1 0 0 0 0,0-1 0 0 0,0 1 0 0 0,0-1 0 0 0,-1 0 0 0 0,0 0-1 0 0,-1 0 1 0 0,1 0 0 0 0,-1-1 0 0 0,-1 0 0 0 0,1 0 0 0 0,-1 0 0 0 0,0-1-1 0 0,-13 10 1 0 0,-9 3-98 0 0,-1 0 0 0 0,-1-3 0 0 0,-35 15 0 0 0,-8 4-1712 0 0,60-27 318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4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4 1840 0 0,'-29'-2'7928'0'0,"24"1"-6633"0"0,0 0-1 0 0,-1 1 1 0 0,1 0 0 0 0,0 0-1 0 0,0 1 1 0 0,-6 0-1 0 0,8 0-1122 0 0,1 0-1 0 0,-1 0 0 0 0,1 0 1 0 0,-1 0-1 0 0,1 1 0 0 0,0-1 0 0 0,0 1 1 0 0,-1-1-1 0 0,1 1 0 0 0,0 0 1 0 0,0 0-1 0 0,1 0 0 0 0,-1 0 1 0 0,0 0-1 0 0,-2 4 0 0 0,-6 10-146 0 0,1 0 0 0 0,1 1-1 0 0,0 0 1 0 0,1 0 0 0 0,1 0-1 0 0,0 1 1 0 0,2 0 0 0 0,0 0-1 0 0,-2 30 1 0 0,5-48-59 0 0,1 0 0 0 0,0 1 1 0 0,0-1-1 0 0,0 0 0 0 0,0 0 0 0 0,0 0 1 0 0,0 0-1 0 0,0 1 0 0 0,0-1 0 0 0,0 0 0 0 0,0 0 1 0 0,0 0-1 0 0,1 0 0 0 0,-1 1 0 0 0,0-1 1 0 0,0 0-1 0 0,0 0 0 0 0,0 0 0 0 0,0 0 0 0 0,0 1 1 0 0,0-1-1 0 0,0 0 0 0 0,0 0 0 0 0,1 0 1 0 0,-1 0-1 0 0,0 0 0 0 0,0 0 0 0 0,0 1 0 0 0,0-1 1 0 0,0 0-1 0 0,1 0 0 0 0,-1 0 0 0 0,0 0 1 0 0,0 0-1 0 0,0 0 0 0 0,0 0 0 0 0,1 0 0 0 0,-1 0 1 0 0,0 0-1 0 0,0 0 0 0 0,0 0 0 0 0,0 0 1 0 0,1 0-1 0 0,-1 0 0 0 0,0 0 0 0 0,0 0 1 0 0,0 0-1 0 0,0 0 0 0 0,1 0 0 0 0,-1 0 0 0 0,0 0 1 0 0,0 0-1 0 0,0 0 0 0 0,14-9-1413 0 0,12-17 103 0 0,-24 25 1347 0 0,7-10 165 0 0,-1-1-1 0 0,1 0 0 0 0,-2 0 0 0 0,9-19 0 0 0,20-28 3601 0 0,-36 58-3723 0 0,1 0 0 0 0,-1 1 0 0 0,1-1 0 0 0,-1 0 1 0 0,1 1-1 0 0,-1-1 0 0 0,1 1 0 0 0,0-1 0 0 0,-1 1 0 0 0,1-1 0 0 0,0 1 0 0 0,0 0 1 0 0,-1-1-1 0 0,1 1 0 0 0,0 0 0 0 0,0 0 0 0 0,-1-1 0 0 0,1 1 0 0 0,0 0 0 0 0,0 0 1 0 0,0 0-1 0 0,0 0 0 0 0,-1 0 0 0 0,1 0 0 0 0,1 0 0 0 0,0 1 2 0 0,0 0 0 0 0,0-1 0 0 0,0 1 0 0 0,0 0 0 0 0,0 0 0 0 0,0 0 0 0 0,0 1 0 0 0,0-1 0 0 0,2 3-1 0 0,2 1-4 0 0,-1 0 0 0 0,-1 1 0 0 0,1 0-1 0 0,7 12 1 0 0,-2 5 115 0 0,0 0 1 0 0,11 43-1 0 0,-16-47-537 0 0,0-1 0 0 0,2 1 0 0 0,0-1 0 0 0,1-1 0 0 0,18 30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15 5985 0 0,'-9'-15'9035'0'0,"9"16"-8908"0"0,-9 15 4144 0 0,5-4-4316 0 0,0 15 614 0 0,1 1-1 0 0,1 0 1 0 0,1 0-1 0 0,2-1 0 0 0,5 42 1 0 0,35 136-20 0 0,-34-180-432 0 0,20 49 0 0 0,-7-35-6751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5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1 129 5985 0 0,'13'-1'2457'0'0,"-1"0"0"0"0,1-1 0 0 0,14-4 0 0 0,88-29 1071 0 0,-106 32-3130 0 0,95-33 1003 0 0,-37 7-7411 0 0,-31 13-478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5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36 11522 0 0,'-12'-13'1466'0'0,"10"10"-686"0"0,0 1 0 0 0,1 0 0 0 0,-1 0 0 0 0,0 0 0 0 0,-1 0 0 0 0,1 0 0 0 0,0 0 0 0 0,0 0 0 0 0,-5-1 0 0 0,7 5-616 0 0,-1 0-1 0 0,0 0 0 0 0,0 0 1 0 0,1 0-1 0 0,-1 0 0 0 0,1 0 1 0 0,0 0-1 0 0,-1 0 0 0 0,1 0 0 0 0,0 0 1 0 0,0 0-1 0 0,0 1 0 0 0,1 1 1 0 0,-1 0 42 0 0,-2 119 724 0 0,0-28-922 0 0,15 151 1 0 0,-9-221-1259 0 0,1 0 0 0 0,14 40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15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5 205 6449 0 0,'-1'-2'288'0'0,"0"0"0"0"0,1 0 0 0 0,-1 0-1 0 0,1 0 1 0 0,-1-1 0 0 0,1 1 0 0 0,0 0-1 0 0,0 0 1 0 0,0-1 0 0 0,0 1 0 0 0,1 0-1 0 0,-1 0 1 0 0,0 0 0 0 0,1 0-1 0 0,0-1 1 0 0,-1 1 0 0 0,2-3 0 0 0,1 1 318 0 0,0-1 1 0 0,-1 1-1 0 0,1 0 1 0 0,1 0-1 0 0,-1 0 1 0 0,0 0-1 0 0,6-4 1 0 0,6-3 705 0 0,0 0 1 0 0,0 1 0 0 0,22-9-1 0 0,98-44-449 0 0,-108 51-1140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20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6651 6913 0 0,'-1'0'226'0'0,"0"1"-1"0"0,0-1 1 0 0,0 0-1 0 0,0 1 0 0 0,0-1 1 0 0,1 1-1 0 0,-1-1 1 0 0,0 1-1 0 0,1 0 0 0 0,-1-1 1 0 0,0 1-1 0 0,1 0 1 0 0,-1-1-1 0 0,0 1 0 0 0,1 0 1 0 0,-1 0-1 0 0,1 0 1 0 0,0-1-1 0 0,-1 1 0 0 0,1 0 1 0 0,0 0-1 0 0,-1 0 1 0 0,1 0-1 0 0,0 0 0 0 0,0 0 1 0 0,0 0-1 0 0,0 0 1 0 0,0 1-1 0 0,-1 31 2721 0 0,4-22-2486 0 0,-1 1 1 0 0,1-1 0 0 0,1 0-1 0 0,0 0 1 0 0,1-1 0 0 0,0 1-1 0 0,0-1 1 0 0,1 0 0 0 0,1 0-1 0 0,8 10 1 0 0,9 7-97 0 0,52 46 0 0 0,-14-16-169 0 0,-33-30-191 0 0,2 0 0 0 0,57 36 1 0 0,78 36-5 0 0,-20-12-2 0 0,-92-55-26 0 0,2-2 0 0 0,0-2 0 0 0,63 20 0 0 0,184 43-108 0 0,-39-14 120 0 0,-5-1-240 0 0,-107-27 115 0 0,7 2 26 0 0,-129-46 94 0 0,0-1 1 0 0,0-1 0 0 0,43-1 0 0 0,43 3-27 0 0,-29 7 25 0 0,1-5 1 0 0,89-4 0 0 0,-86-3 20 0 0,157 20 1 0 0,-143-8 169 0 0,-12-8-170 0 0,0-5 0 0 0,149-18 0 0 0,11-1-12 0 0,255-17-12 0 0,175-1-14 0 0,-170 2-41 0 0,-31 0 8 0 0,-370 37 123 0 0,139-3 278 0 0,-190-2-256 0 0,-2-3 1 0 0,71-16-1 0 0,239-51 157 0 0,-95 21-84 0 0,-180 31-117 0 0,143-51 0 0 0,-32-2-283 0 0,122-48 143 0 0,-68 32-172 0 0,-108 42 177 0 0,6-21 252 0 0,-109 46-36 0 0,78-27 0 0 0,-4 13 76 0 0,129-44 254 0 0,10-24-440 0 0,9-3 0 0 0,97-16 64 0 0,-326 107-64 0 0,0-3 0 0 0,-1-1 0 0 0,64-46 0 0 0,23-14 0 0 0,-65 46 0 0 0,70-55 0 0 0,-100 66 0 0 0,-2-1 0 0 0,-1-2 0 0 0,44-54 0 0 0,88-110 16 0 0,5-7 15 0 0,-125 144-23 0 0,62-108 1 0 0,246-436 119 0 0,-308 530-96 0 0,-2-2 0 0 0,-4-1 0 0 0,-3-2 0 0 0,-4 0 0 0 0,32-132 0 0 0,-32 33-236 0 0,-22 118 93 0 0,3-1 1 0 0,22-73-1 0 0,-14 80 198 0 0,-1-2 1 0 0,-3 1-1 0 0,-2-2 1 0 0,5-70-1 0 0,-13-60-29 0 0,3-47 19 0 0,-2 152 102 0 0,-4 0 0 0 0,-3 0 0 0 0,-4 0 0 0 0,-3 0 0 0 0,-30-116 0 0 0,-20-87 407 0 0,36 157-280 0 0,-74-229-163 0 0,49 195-144 0 0,-6-92 1 0 0,43 178 0 0 0,-2 1 0 0 0,-4 0 0 0 0,-31-76 0 0 0,-12-6-56 0 0,-31-69-109 0 0,69 174 145 0 0,-1 0 1 0 0,-49-66-1 0 0,20 36 14 0 0,36 50 20 0 0,-1 1 0 0 0,-1 0 0 0 0,-1 1 0 0 0,-31-28 0 0 0,39 43-6 0 0,0-1 0 0 0,1 0 0 0 0,0 0 0 0 0,1-1 0 0 0,1 0 0 0 0,-1-1 0 0 0,-11-23 0 0 0,21 36-7 0 0,0-1 0 0 0,1 1 0 0 0,-1 0 0 0 0,0-1 0 0 0,1 1 0 0 0,-1 0 0 0 0,0 0 0 0 0,1-1 0 0 0,-1 1 0 0 0,0 0 0 0 0,1 0 0 0 0,-1 0 0 0 0,1-1 0 0 0,-1 1 0 0 0,1 0 0 0 0,-1 0 0 0 0,0 0 0 0 0,1 0 0 0 0,-1 0 0 0 0,1 0 0 0 0,-1 0 0 0 0,1 0 0 0 0,-1 0 0 0 0,1 0 0 0 0,-1 0 0 0 0,0 0 0 0 0,1 0 0 0 0,-1 0 0 0 0,1 0 0 0 0,-1 0 0 0 0,1 1 0 0 0,17 2 31 0 0,-15 0-33 0 0,0 0-1 0 0,0 0 1 0 0,0 0-1 0 0,-1 0 0 0 0,1 1 1 0 0,-1-1-1 0 0,0 1 1 0 0,0-1-1 0 0,0 1 1 0 0,-1 0-1 0 0,1 0 0 0 0,-1 0 1 0 0,0 0-1 0 0,0 0 1 0 0,0 4-1 0 0,1 6-14 0 0,0-1-1 0 0,-1 1 1 0 0,-1 16 0 0 0,0-8-68 0 0,-4 42-242 0 0,3-60 300 0 0,0 1 0 0 0,0 0 0 0 0,0-1 1 0 0,0 1-1 0 0,-1-1 0 0 0,0 1 0 0 0,0-1 0 0 0,0 0 0 0 0,0 1 0 0 0,-5 4 0 0 0,5-6-13 0 0,0-1-1 0 0,-1 0 1 0 0,0 0 0 0 0,1 0-1 0 0,-1 0 1 0 0,0-1 0 0 0,0 1-1 0 0,0-1 1 0 0,0 1 0 0 0,0-1-1 0 0,0 0 1 0 0,-6 1 0 0 0,-15 6-404 0 0,9 2 389 0 0,1 1 0 0 0,0 0 0 0 0,0 1-1 0 0,1 1 1 0 0,-17 21 0 0 0,23-24 38 0 0,13-15-118 0 0,13-14-8 0 0,-5-4 255 0 0,0 0 1 0 0,-1-1 0 0 0,-2 0-1 0 0,-1-1 1 0 0,0-1-1 0 0,-2 1 1 0 0,-1-1-1 0 0,-1-1 1 0 0,-2 1-1 0 0,0-1 1 0 0,-2 0 0 0 0,-1-41-1 0 0,-1 66-92 0 0,0 1 0 0 0,0-1-1 0 0,0 1 1 0 0,0-1 0 0 0,0 1-1 0 0,0-1 1 0 0,0 1 0 0 0,0-1-1 0 0,1 1 1 0 0,-1 0 0 0 0,1-1-1 0 0,-1 1 1 0 0,1-1 0 0 0,-1 1-1 0 0,3-3 1 0 0,-2 4-17 0 0,0 0 0 0 0,0 0 0 0 0,0 0 0 0 0,0 0 0 0 0,0 0 0 0 0,0 0 0 0 0,0 0 0 0 0,0 0 0 0 0,0 1 1 0 0,-1-1-1 0 0,1 0 0 0 0,0 1 0 0 0,0-1 0 0 0,0 1 0 0 0,0-1 0 0 0,0 1 0 0 0,0-1 0 0 0,0 1 0 0 0,-1-1 0 0 0,1 1 0 0 0,0 0 0 0 0,1 1 0 0 0,34 26 9 0 0,2-2 0 0 0,1-2 0 0 0,1-1-1 0 0,75 30 1 0 0,-113-52-13 0 0,0 0 0 0 0,0 0 0 0 0,0-1 0 0 0,0 1 0 0 0,0-1 0 0 0,0 1 0 0 0,0-1 0 0 0,0 0 0 0 0,0 0 1 0 0,0 1-1 0 0,1-2 0 0 0,-1 1 0 0 0,0 0 0 0 0,0 0 0 0 0,0-1 0 0 0,0 1 0 0 0,0-1 0 0 0,0 1 0 0 0,0-1 0 0 0,0 0 0 0 0,0 0 0 0 0,0 0 0 0 0,0 0 0 0 0,-1 0 0 0 0,1-1 0 0 0,0 1 0 0 0,-1 0 0 0 0,1-1 0 0 0,-1 1 0 0 0,3-4 0 0 0,16-12 10 0 0,-17 15-4 0 0,1 0-1 0 0,0 0 1 0 0,0 0 0 0 0,0 0 0 0 0,0 0-1 0 0,0 1 1 0 0,0 0 0 0 0,8-2 0 0 0,-11 3-5 0 0,0 0 1 0 0,0 0 0 0 0,0-1-1 0 0,0 1 1 0 0,0 0 0 0 0,1 0-1 0 0,-1 0 1 0 0,0 1 0 0 0,0-1-1 0 0,0 0 1 0 0,0 0 0 0 0,0 0-1 0 0,0 1 1 0 0,0-1 0 0 0,0 1-1 0 0,0-1 1 0 0,0 1 0 0 0,-1-1-1 0 0,1 1 1 0 0,0-1 0 0 0,0 1-1 0 0,0 0 1 0 0,0-1 0 0 0,-1 1 0 0 0,1 0-1 0 0,0 0 1 0 0,-1 0 0 0 0,1-1-1 0 0,-1 1 1 0 0,1 0 0 0 0,-1 0-1 0 0,1 0 1 0 0,-1 0 0 0 0,1 0-1 0 0,-1 0 1 0 0,0 0 0 0 0,0 0-1 0 0,1 0 1 0 0,-1 0 0 0 0,0 0-1 0 0,0 0 1 0 0,0 1 0 0 0,0 0-1 0 0,-4-1 7 0 0,1 0 1 0 0,0 0-1 0 0,0 0 0 0 0,0 0 0 0 0,-1 0 0 0 0,1-1 0 0 0,0 0 0 0 0,-7 0 0 0 0,5 1-17 0 0,-169 10-133 0 0,107-9-219 0 0,0 4 0 0 0,-90 17 0 0 0,149-22 176 0 0,-4 1-312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0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7834 0 0,'5'-5'10941'0'0,"4"34"-10149"0"0,0 1 0 0 0,-2 0 0 0 0,4 45 0 0 0,2 103-376 0 0,-5-54-326 0 0,0-48-452 0 0,4 52-1470 0 0,-12-107-1037 0 0,-4 41 1 0 0,4-61 2767 0 0,0 0 0 0 0,0-1 0 0 0,0 1 0 0 0,0 0 0 0 0,0 0 0 0 0,0-1 0 0 0,0 1 0 0 0,0 0 0 0 0,0-1 0 0 0,0 1 0 0 0,0 0 0 0 0,0-1 0 0 0,-1 1 0 0 0,1 0 0 0 0,0-1 0 0 0,-1 1 0 0 0,1-1 0 0 0,0 1 0 0 0,-1 0 0 0 0,1-1 0 0 0,0 1 0 0 0,-1-1 0 0 0,1 1 0 0 0,-1-1 0 0 0,1 1 0 0 0,-1-1 0 0 0,0 0 0 0 0,1 1 1 0 0,-1-1-1 0 0,1 1 0 0 0,-1-1 0 0 0,0 0 0 0 0,1 0 0 0 0,-1 1 0 0 0,0-1 0 0 0,1 0 0 0 0,-1 0 0 0 0,0 0 0 0 0,1 0 0 0 0,-1 0 0 0 0,-1 0 0 0 0,-10-6-46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1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1 192 3681 0 0,'1'-9'663'0'0,"0"0"1"0"0,1 0 0 0 0,0 0-1 0 0,1 0 1 0 0,0 0-1 0 0,0 0 1 0 0,1 0 0 0 0,0 1-1 0 0,1 0 1 0 0,0 0-1 0 0,0 0 1 0 0,1 1 0 0 0,0-1-1 0 0,7-6 1 0 0,-7 7-152 0 0,0 0 0 0 0,1 1-1 0 0,0-1 1 0 0,0 1 0 0 0,0 1 0 0 0,13-8 0 0 0,-18 12-424 0 0,0 0 1 0 0,0 0-1 0 0,0 0 0 0 0,0 0 1 0 0,0 1-1 0 0,0-1 1 0 0,0 1-1 0 0,0-1 0 0 0,0 1 1 0 0,1 0-1 0 0,-1-1 1 0 0,0 1-1 0 0,0 0 0 0 0,1 1 1 0 0,-1-1-1 0 0,0 0 1 0 0,0 1-1 0 0,0-1 0 0 0,1 1 1 0 0,-1-1-1 0 0,0 1 1 0 0,0 0-1 0 0,0 0 0 0 0,0 0 1 0 0,0 0-1 0 0,-1 1 1 0 0,1-1-1 0 0,0 0 0 0 0,0 1 1 0 0,-1-1-1 0 0,1 1 1 0 0,1 2-1 0 0,2 3-57 0 0,0 0-1 0 0,-1 1 1 0 0,0 0 0 0 0,0 0 0 0 0,-1 0-1 0 0,0 0 1 0 0,0 0 0 0 0,-1 1 0 0 0,0-1-1 0 0,0 1 1 0 0,-1-1 0 0 0,0 1-1 0 0,-1 0 1 0 0,-1 14 0 0 0,0-1-121 0 0,-2 0 1 0 0,-1 0-1 0 0,0 0 1 0 0,-13 34-1 0 0,11-38 16 0 0,-2 0-1 0 0,0 0 1 0 0,-11 18-1 0 0,16-31 36 0 0,-1 1-1 0 0,0-1 0 0 0,0 0 1 0 0,0 0-1 0 0,0 0 0 0 0,-1-1 1 0 0,0 1-1 0 0,0-1 0 0 0,0 0 0 0 0,0-1 1 0 0,-1 1-1 0 0,1-1 0 0 0,-8 3 1 0 0,-14-3-1149 0 0,26-3 930 0 0,0 0 0 0 0,0 0 0 0 0,0 0 0 0 0,0 0 0 0 0,0 0-1 0 0,0 0 1 0 0,0 0 0 0 0,0-1 0 0 0,0 1 0 0 0,0 0 0 0 0,0-1 0 0 0,0 1-1 0 0,0-1 1 0 0,0 1 0 0 0,0-1 0 0 0,0 1 0 0 0,1-1 0 0 0,-1 0 0 0 0,0 1-1 0 0,0-1 1 0 0,1 0 0 0 0,-1 1 0 0 0,-1-3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1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150 112 1840 0 0,'1'-1'40'0'0,"0"-1"-1"0"0,0 0 0 0 0,0 1 1 0 0,-1-1-1 0 0,1 0 0 0 0,0 0 0 0 0,-1 1 1 0 0,0-1-1 0 0,1 0 0 0 0,-1 0 0 0 0,0 0 1 0 0,0 0-1 0 0,0 1 0 0 0,0-1 1 0 0,-1 0-1 0 0,1 0 0 0 0,0 0 0 0 0,-1 1 1 0 0,1-1-1 0 0,-1 0 0 0 0,1 0 1 0 0,-1 1-1 0 0,-1-3 0 0 0,1 1 138 0 0,-1-1 0 0 0,0 1-1 0 0,0-1 1 0 0,0 1 0 0 0,0 0 0 0 0,0-1 0 0 0,0 1-1 0 0,-1 0 1 0 0,0 1 0 0 0,-3-4 0 0 0,4 5 5 0 0,1 0 1 0 0,-1 0-1 0 0,0 0 1 0 0,1 0-1 0 0,-1 0 0 0 0,0 0 1 0 0,0 1-1 0 0,0-1 1 0 0,0 1-1 0 0,0-1 1 0 0,1 1-1 0 0,-1 0 1 0 0,0 0-1 0 0,0 0 1 0 0,0 0-1 0 0,0 0 1 0 0,0 0-1 0 0,0 0 0 0 0,0 1 1 0 0,0-1-1 0 0,0 1 1 0 0,0-1-1 0 0,-2 2 1 0 0,0 0 126 0 0,1 1 1 0 0,0-1 0 0 0,0 1-1 0 0,0-1 1 0 0,0 1 0 0 0,0 0-1 0 0,1 0 1 0 0,-1 0 0 0 0,1 1-1 0 0,-4 6 1 0 0,-1 4 296 0 0,1 1 0 0 0,0-1-1 0 0,1 1 1 0 0,-6 28 0 0 0,9-31-548 0 0,0-1 0 0 0,1 1 1 0 0,0-1-1 0 0,1 1 0 0 0,0 0 0 0 0,1-1 1 0 0,0 1-1 0 0,4 14 0 0 0,-4-22-62 0 0,0-1-1 0 0,0 0 1 0 0,0 0 0 0 0,1 1-1 0 0,-1-1 1 0 0,1 0 0 0 0,0 0-1 0 0,0 0 1 0 0,0-1-1 0 0,0 1 1 0 0,1 0 0 0 0,-1-1-1 0 0,1 0 1 0 0,-1 1-1 0 0,1-1 1 0 0,0 0 0 0 0,0 0-1 0 0,0-1 1 0 0,0 1 0 0 0,0 0-1 0 0,0-1 1 0 0,0 0-1 0 0,1 0 1 0 0,-1 0 0 0 0,1 0-1 0 0,-1 0 1 0 0,0-1 0 0 0,1 0-1 0 0,-1 1 1 0 0,1-1-1 0 0,4-1 1 0 0,0 0 26 0 0,0 0 0 0 0,0-1 0 0 0,-1 0 0 0 0,1 0 0 0 0,-1-1 0 0 0,1 0 0 0 0,-1 0 0 0 0,0-1 0 0 0,0 0 0 0 0,-1 0 0 0 0,1-1 0 0 0,-1 0 0 0 0,0 0 0 0 0,0 0 0 0 0,0-1 0 0 0,-1 1 0 0 0,0-1 0 0 0,0-1 0 0 0,-1 1 0 0 0,1-1 0 0 0,-1 0 0 0 0,-1 1 0 0 0,1-2 0 0 0,3-12 0 0 0,-4 12 17 0 0,0 1 0 0 0,-1-1 0 0 0,1 1 0 0 0,-2-1 0 0 0,1 0 0 0 0,-1 0 0 0 0,0 0 0 0 0,-1 1 0 0 0,0-1 0 0 0,0 0 0 0 0,-1 0 1 0 0,0 0-1 0 0,0 0 0 0 0,-1 0 0 0 0,0 1 0 0 0,0-1 0 0 0,-1 1 0 0 0,0-1 0 0 0,0 1 0 0 0,-1 0 0 0 0,0 0 0 0 0,0 1 0 0 0,-1-1 0 0 0,-8-10 0 0 0,11 15-161 0 0,0 1 1 0 0,0-1 0 0 0,1 1 0 0 0,-1-1 0 0 0,0 1-1 0 0,0 0 1 0 0,0-1 0 0 0,0 1 0 0 0,0 0-1 0 0,-1 0 1 0 0,1 1 0 0 0,0-1 0 0 0,0 0-1 0 0,-1 1 1 0 0,1-1 0 0 0,0 1 0 0 0,-1 0-1 0 0,1 0 1 0 0,-1 0 0 0 0,1 0 0 0 0,0 0-1 0 0,-5 1 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1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2 5985 0 0,'-2'-1'135'0'0,"0"1"0"0"0,0 0 0 0 0,0 0-1 0 0,0 0 1 0 0,0 0 0 0 0,0 0 0 0 0,0 0-1 0 0,0 0 1 0 0,0 0 0 0 0,0 1 0 0 0,0-1-1 0 0,0 1 1 0 0,0 0 0 0 0,0-1 0 0 0,0 1-1 0 0,1 0 1 0 0,-1 0 0 0 0,0 0 0 0 0,0 1 0 0 0,1-1-1 0 0,-1 0 1 0 0,1 0 0 0 0,-2 2 0 0 0,-34 36 1751 0 0,24-22-1222 0 0,1 1 0 0 0,0 1-1 0 0,-13 28 1 0 0,22-40-503 0 0,0-1 1 0 0,1 1-1 0 0,-1 0 0 0 0,1 0 0 0 0,0 0 0 0 0,1 0 1 0 0,0 1-1 0 0,0-1 0 0 0,1 0 0 0 0,-1 1 1 0 0,2-1-1 0 0,-1 0 0 0 0,1 1 0 0 0,2 7 0 0 0,-2-12-136 0 0,0 0-1 0 0,0 0 1 0 0,0 0-1 0 0,1 0 1 0 0,0 0-1 0 0,-1 0 0 0 0,1-1 1 0 0,0 1-1 0 0,0-1 1 0 0,1 1-1 0 0,-1-1 0 0 0,0 0 1 0 0,1 0-1 0 0,0 0 1 0 0,-1 0-1 0 0,1 0 0 0 0,0-1 1 0 0,0 1-1 0 0,0-1 1 0 0,0 0-1 0 0,6 2 0 0 0,4 0-231 0 0,1-1-1 0 0,0 0 0 0 0,0-1 0 0 0,15 0 0 0 0,-18-2 50 0 0,-1 1 0 0 0,0 1 0 0 0,0 0 0 0 0,0 0 0 0 0,0 1 0 0 0,18 5 0 0 0,-26-6 172 0 0,-1 0 0 0 0,0 0 0 0 0,1 0 0 0 0,-1 0-1 0 0,0 0 1 0 0,0 0 0 0 0,0 0 0 0 0,0 1 0 0 0,0-1 0 0 0,0 0-1 0 0,0 1 1 0 0,0-1 0 0 0,-1 0 0 0 0,1 1 0 0 0,0-1 0 0 0,-1 1 0 0 0,0-1-1 0 0,1 1 1 0 0,-1 0 0 0 0,0-1 0 0 0,1 1 0 0 0,-1-1 0 0 0,0 1-1 0 0,0 0 1 0 0,0-1 0 0 0,-1 1 0 0 0,1-1 0 0 0,0 1 0 0 0,-1-1 0 0 0,1 1-1 0 0,-1 0 1 0 0,1-1 0 0 0,-1 0 0 0 0,0 1 0 0 0,-1 2 0 0 0,-2 4 224 0 0,0 1 0 0 0,-1-1 0 0 0,0 0-1 0 0,-11 13 1 0 0,-11 10-1162 0 0,12-17-4537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1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11522 0 0,'1'1'140'0'0,"1"-1"-1"0"0,-1 1 1 0 0,1-1-1 0 0,-1 1 1 0 0,1-1-1 0 0,-1 1 1 0 0,0 0-1 0 0,1 0 1 0 0,-1 0-1 0 0,0 0 1 0 0,1 0-1 0 0,-1 0 1 0 0,0 0-1 0 0,0 0 1 0 0,0 0-1 0 0,0 0 1 0 0,0 1-1 0 0,0-1 1 0 0,-1 0-1 0 0,1 1 1 0 0,0-1-1 0 0,-1 1 1 0 0,1-1-1 0 0,-1 1 1 0 0,1 2-1 0 0,11 45 2511 0 0,-11-42-2543 0 0,11 88 2379 0 0,-11-68-2405 0 0,3 0 1 0 0,0 0-1 0 0,1 0 0 0 0,16 46 0 0 0,-13-61-2791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2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 13363 0 0,'-3'-2'1448'0'0,"1"3"-1448"0"0,2 0 0 0 0,0 2 384 0 0,0 4 56 0 0,0 4 8 0 0,2 7 1 0 0,-1 3-826 0 0,1 2-159 0 0,2 0-32 0 0,1 1-8 0 0,5 1 448 0 0,1-5 128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2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32 5529 0 0,'-18'-31'9731'0'0,"18"45"-7161"0"0,21 181 1567 0 0,15 98-3107 0 0,-32-256-2019 0 0,-1 51 0 0 0,-4-60-6563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2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10594 0 0,'2'-3'296'0'0,"-1"-1"0"0"0,1 1 1 0 0,1 0-1 0 0,-1 0 0 0 0,0 0 0 0 0,1 0 0 0 0,-1 0 0 0 0,1 0 0 0 0,0 1 0 0 0,0 0 0 0 0,0-1 0 0 0,6-2 0 0 0,0-2 431 0 0,1-1-106 0 0,0 0 0 0 0,1 1 1 0 0,-1 0-1 0 0,2 1 0 0 0,-1 1 1 0 0,1-1-1 0 0,-1 2 0 0 0,20-6 0 0 0,-16 7-1005 0 0,-1 1 0 0 0,1 0 0 0 0,0 1 0 0 0,17 1 0 0 0,-11 0-6422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2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6449 0 0,'1'0'162'0'0,"0"1"-1"0"0,0-1 1 0 0,0 0 0 0 0,-1 0-1 0 0,1 1 1 0 0,0-1-1 0 0,-1 1 1 0 0,1-1-1 0 0,0 1 1 0 0,-1-1-1 0 0,1 1 1 0 0,0-1 0 0 0,-1 1-1 0 0,1-1 1 0 0,-1 1-1 0 0,1 0 1 0 0,-1-1-1 0 0,0 1 1 0 0,1 0-1 0 0,-1 0 1 0 0,0-1-1 0 0,1 1 1 0 0,-1 0 0 0 0,0 1-1 0 0,7 24 2352 0 0,-5-19-1758 0 0,16 81 4857 0 0,-5 1-6486 0 0,-10-71-498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2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15 112 13827 0 0,'-4'-11'832'0'0,"1"1"0"0"0,1-1-1 0 0,0 0 1 0 0,0-1 0 0 0,1 1 0 0 0,1 0 0 0 0,0-17 0 0 0,0 27-811 0 0,0 1 0 0 0,0 0 1 0 0,0 0-1 0 0,0-1 1 0 0,0 1-1 0 0,1 0 0 0 0,-1 0 1 0 0,0-1-1 0 0,0 1 0 0 0,0 0 1 0 0,0-1-1 0 0,0 1 0 0 0,0 0 1 0 0,0 0-1 0 0,1 0 0 0 0,-1-1 1 0 0,0 1-1 0 0,0 0 1 0 0,0 0-1 0 0,1 0 0 0 0,-1-1 1 0 0,0 1-1 0 0,0 0 0 0 0,1 0 1 0 0,-1 0-1 0 0,0 0 0 0 0,0 0 1 0 0,1-1-1 0 0,-1 1 1 0 0,0 0-1 0 0,0 0 0 0 0,1 0 1 0 0,-1 0-1 0 0,0 0 0 0 0,0 0 1 0 0,1 0-1 0 0,-1 0 0 0 0,0 0 1 0 0,1 0-1 0 0,-1 0 0 0 0,0 0 1 0 0,0 0-1 0 0,1 0 1 0 0,-1 1-1 0 0,0-1 0 0 0,0 0 1 0 0,1 0-1 0 0,-1 0 0 0 0,0 0 1 0 0,0 0-1 0 0,1 0 0 0 0,-1 1 1 0 0,0-1-1 0 0,0 0 1 0 0,0 0-1 0 0,1 0 0 0 0,-1 1 1 0 0,0-1-1 0 0,0 0 0 0 0,0 1 1 0 0,16 16-992 0 0,23 48-6850 0 0,-18-25 3131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3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1 164 11979 0 0,'-1'0'43'0'0,"1"0"0"0"0,0 0 1 0 0,0 0-1 0 0,0 0 0 0 0,0-1 0 0 0,0 1 1 0 0,0 0-1 0 0,0 0 0 0 0,0 0 1 0 0,0 0-1 0 0,0-1 0 0 0,0 1 1 0 0,0 0-1 0 0,0 0 0 0 0,0 0 1 0 0,0-1-1 0 0,0 1 0 0 0,0 0 1 0 0,0 0-1 0 0,0 0 0 0 0,0 0 0 0 0,1-1 1 0 0,-1 1-1 0 0,0 0 0 0 0,0 0 1 0 0,0 0-1 0 0,0 0 0 0 0,0 0 1 0 0,0-1-1 0 0,0 1 0 0 0,1 0 1 0 0,-1 0-1 0 0,0 0 0 0 0,0 0 1 0 0,0 0-1 0 0,0 0 0 0 0,1 0 0 0 0,-1 0 1 0 0,0 0-1 0 0,0-1 0 0 0,0 1 1 0 0,0 0-1 0 0,1 0 0 0 0,-1 0 1 0 0,0 0-1 0 0,0 0 0 0 0,0 0 1 0 0,1 0-1 0 0,-1 0 0 0 0,0 0 1 0 0,0 0-1 0 0,1 1 0 0 0,10 8 1418 0 0,8 15 120 0 0,6 16-90 0 0,34 51-177 0 0,-51-81-1038 0 0,1 1 0 0 0,0-2 0 0 0,0 1 0 0 0,1-1 0 0 0,0-1 0 0 0,12 8 0 0 0,-22-15-246 0 0,1-1 1 0 0,-1 0 0 0 0,1 1-1 0 0,-1-1 1 0 0,1 0 0 0 0,-1 0-1 0 0,0 0 1 0 0,1 1 0 0 0,-1-1-1 0 0,1 0 1 0 0,-1 0 0 0 0,1 0-1 0 0,-1 0 1 0 0,1 0 0 0 0,-1 0-1 0 0,1 0 1 0 0,-1 0 0 0 0,1 0-1 0 0,-1 0 1 0 0,1 0 0 0 0,-1 0-1 0 0,1 0 1 0 0,-1 0 0 0 0,1 0-1 0 0,-1-1 1 0 0,1 1 0 0 0,-1 0-1 0 0,1 0 1 0 0,-1-1 0 0 0,1 1-1 0 0,7-17 493 0 0,-3-31-99 0 0,-5 38-292 0 0,1-6-67 0 0,13-118 177 0 0,-11 118-477 0 0,0 0-1 0 0,1 1 1 0 0,1 0 0 0 0,0 0 0 0 0,1 0-1 0 0,11-18 1 0 0,-15 30-274 0 0,0-1-1 0 0,0 1 1 0 0,0 0-1 0 0,1 0 1 0 0,-1 0 0 0 0,1 0-1 0 0,0 1 1 0 0,0-1-1 0 0,0 1 1 0 0,0-1-1 0 0,1 1 1 0 0,-1 0-1 0 0,7-2 1 0 0,6-2-2146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3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1 259 6449 0 0,'1'3'285'0'0,"0"0"0"0"0,0-1 0 0 0,0 1 0 0 0,1-1 0 0 0,-1 1 0 0 0,1-1 0 0 0,0 1 0 0 0,0-1 0 0 0,0 0 0 0 0,0 0 0 0 0,0 0 0 0 0,0 0 0 0 0,0 0 0 0 0,1-1 0 0 0,-1 1 0 0 0,1-1 0 0 0,-1 1 0 0 0,1-1 0 0 0,4 2 1 0 0,-4-2-78 0 0,1 0 0 0 0,-1 0 0 0 0,1 0 1 0 0,-1 0-1 0 0,1 0 0 0 0,0-1 1 0 0,-1 0-1 0 0,1 0 0 0 0,0 0 0 0 0,-1 0 1 0 0,1 0-1 0 0,0-1 0 0 0,-1 1 1 0 0,8-3-1 0 0,-4-1-144 0 0,1-1 1 0 0,-1 0-1 0 0,0 0 0 0 0,-1 0 0 0 0,1-1 1 0 0,-1 0-1 0 0,0 0 0 0 0,-1 0 1 0 0,1-1-1 0 0,-1 0 0 0 0,-1 0 1 0 0,1 0-1 0 0,-1 0 0 0 0,-1-1 1 0 0,1 0-1 0 0,3-14 0 0 0,-3 12-15 0 0,-1 0-1 0 0,-1-1 0 0 0,0 1 0 0 0,0 0 1 0 0,-1-1-1 0 0,0 0 0 0 0,-1 1 1 0 0,0-1-1 0 0,-1 0 0 0 0,0 1 1 0 0,-1-1-1 0 0,0 1 0 0 0,-3-11 1 0 0,4 19-50 0 0,1 1 1 0 0,-1-1 0 0 0,1 1-1 0 0,-1-1 1 0 0,0 1 0 0 0,0-1 0 0 0,1 1-1 0 0,-1-1 1 0 0,0 1 0 0 0,0 0-1 0 0,0 0 1 0 0,-1-1 0 0 0,1 1 0 0 0,0 0-1 0 0,0 0 1 0 0,-1 0 0 0 0,-1-1-1 0 0,2 2 24 0 0,1 0-1 0 0,-1 0 0 0 0,0 0 0 0 0,0 0 0 0 0,0 0 1 0 0,0 0-1 0 0,1 0 0 0 0,-1 0 0 0 0,0 0 1 0 0,0 0-1 0 0,0 1 0 0 0,1-1 0 0 0,-1 0 0 0 0,0 0 1 0 0,0 1-1 0 0,1-1 0 0 0,-1 1 0 0 0,0-1 1 0 0,1 1-1 0 0,-1-1 0 0 0,1 1 0 0 0,-1-1 0 0 0,0 1 1 0 0,0 0-1 0 0,-3 4 214 0 0,1 0 0 0 0,-1 0 0 0 0,1 1 0 0 0,0-1 0 0 0,0 1 1 0 0,1 0-1 0 0,-3 7 0 0 0,2-3 3 0 0,0-1 0 0 0,1 2 0 0 0,0-1 0 0 0,1 0 1 0 0,0 0-1 0 0,0 0 0 0 0,1 1 0 0 0,1-1 0 0 0,2 17 0 0 0,-2-22-187 0 0,0 0-1 0 0,0-1 1 0 0,1 1 0 0 0,0-1-1 0 0,0 1 1 0 0,0-1-1 0 0,0 0 1 0 0,1 0-1 0 0,-1 0 1 0 0,1 0-1 0 0,0 0 1 0 0,0 0-1 0 0,1-1 1 0 0,-1 0-1 0 0,1 1 1 0 0,0-1-1 0 0,0-1 1 0 0,0 1 0 0 0,0 0-1 0 0,0-1 1 0 0,0 0-1 0 0,8 3 1 0 0,7 0-84 0 0,0-1 1 0 0,1-1-1 0 0,-1 0 1 0 0,35-1-1 0 0,-22-2-201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8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67 149 7834 0 0,'-9'-16'1317'0'0,"-7"-15"2598"0"0,2-1 0 0 0,-13-38-1 0 0,41 125-2144 0 0,10 85-1 0 0,-5 66-2518 0 0,-9-86-1627 0 0,-7-93-5330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8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12 182 7834 0 0,'-5'-14'696'0'0,"-1"-37"9407"0"0,6 52-10022 0 0,10 8 1525 0 0,7 10-799 0 0,4 8-180 0 0,65 75 749 0 0,-75-91-1257 0 0,0-1 1 0 0,1 0-1 0 0,0-1 0 0 0,0 0 1 0 0,1-1-1 0 0,25 12 0 0 0,-36-19-109 0 0,0 0 0 0 0,0 0-1 0 0,0-1 1 0 0,0 1 0 0 0,0-1-1 0 0,0 1 1 0 0,0-1 0 0 0,0 1 0 0 0,0-1-1 0 0,0 0 1 0 0,0 0 0 0 0,0 0 0 0 0,0 0-1 0 0,0-1 1 0 0,0 1 0 0 0,1 0 0 0 0,-1-1-1 0 0,0 1 1 0 0,0-1 0 0 0,0 0-1 0 0,3-2 1 0 0,-2 1 8 0 0,-1 0 0 0 0,0 0 0 0 0,1-1 0 0 0,-1 1 0 0 0,0-1 0 0 0,-1 1 1 0 0,1-1-1 0 0,0 0 0 0 0,-1 0 0 0 0,1 0 0 0 0,-1 1 0 0 0,2-7 0 0 0,1-8 42 0 0,-1 0 0 0 0,-1 0 0 0 0,0 0 1 0 0,-1-20-1 0 0,0 34-58 0 0,-1-180-1355 0 0,0 162 570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8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0 231 15667 0 0,'1'0'103'0'0,"-1"1"0"0"0,0 0-1 0 0,1 0 1 0 0,-1 0 0 0 0,1-1-1 0 0,-1 1 1 0 0,1 0 0 0 0,-1-1-1 0 0,1 1 1 0 0,-1 0 0 0 0,1-1-1 0 0,-1 1 1 0 0,1-1 0 0 0,0 1-1 0 0,0-1 1 0 0,-1 1 0 0 0,1-1-1 0 0,0 1 1 0 0,0-1 0 0 0,-1 0-1 0 0,1 1 1 0 0,0-1 0 0 0,0 0-1 0 0,0 0 1 0 0,0 0 0 0 0,-1 1 0 0 0,1-1-1 0 0,0 0 1 0 0,0 0 0 0 0,0 0-1 0 0,1-1 1 0 0,0 0 49 0 0,1 0 0 0 0,-1 0 1 0 0,1 0-1 0 0,-1 0 0 0 0,0-1 1 0 0,0 1-1 0 0,0-1 0 0 0,0 1 0 0 0,0-1 1 0 0,3-3-1 0 0,4-5 112 0 0,-1 0 0 0 0,0-1 0 0 0,9-17 1 0 0,-10 16-308 0 0,-1 0 1 0 0,0 0 0 0 0,-1-1 0 0 0,0 0 0 0 0,-1 0 0 0 0,0 0 0 0 0,-1 0-1 0 0,-1-1 1 0 0,2-20 0 0 0,-4 33 12 0 0,0 0-1 0 0,0 1 0 0 0,0-1 1 0 0,0 0-1 0 0,0 1 0 0 0,0-1 1 0 0,0 0-1 0 0,0 0 1 0 0,-1 1-1 0 0,1-1 0 0 0,0 0 1 0 0,0 1-1 0 0,-1-1 1 0 0,1 0-1 0 0,0 1 0 0 0,-1-1 1 0 0,1 1-1 0 0,0-1 0 0 0,-1 1 1 0 0,1-1-1 0 0,-1 1 1 0 0,1-1-1 0 0,-1 1 0 0 0,1-1 1 0 0,-1 1-1 0 0,0-1 0 0 0,0 1 13 0 0,0 0-1 0 0,0 0 0 0 0,1 0 0 0 0,-1 0 1 0 0,0 0-1 0 0,0 1 0 0 0,0-1 0 0 0,1 0 0 0 0,-1 0 1 0 0,0 1-1 0 0,0-1 0 0 0,1 0 0 0 0,-1 1 0 0 0,0-1 1 0 0,0 1-1 0 0,1-1 0 0 0,-1 1 0 0 0,0 0 0 0 0,-3 3 34 0 0,1-1 0 0 0,-1 1-1 0 0,1 0 1 0 0,0 0-1 0 0,0 0 1 0 0,-2 6 0 0 0,1 1 31 0 0,0-1 1 0 0,1 1 0 0 0,0 1-1 0 0,1-1 1 0 0,0 0 0 0 0,1 0 0 0 0,0 1-1 0 0,1-1 1 0 0,2 18 0 0 0,-1-20-64 0 0,0-1 0 0 0,1 1 1 0 0,0 0-1 0 0,0-1 0 0 0,1 1 1 0 0,0-1-1 0 0,0 0 1 0 0,1 0-1 0 0,0 0 0 0 0,1 0 1 0 0,0-1-1 0 0,10 13 0 0 0,-2-9-1516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8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204 1 3681 0 0,'-14'10'967'0'0,"1"1"1"0"0,0 1 0 0 0,0 0-1 0 0,1 1 1 0 0,1 0-1 0 0,-13 19 1 0 0,7-5 81 0 0,0 0 0 0 0,-19 44 1 0 0,29-54-891 0 0,1 0 0 0 0,0 0 0 0 0,-5 27 0 0 0,10-38-140 0 0,0 0 1 0 0,0 0-1 0 0,1 1 0 0 0,-1-1 0 0 0,1 0 0 0 0,1 0 0 0 0,-1 0 1 0 0,1 0-1 0 0,0 0 0 0 0,1 0 0 0 0,-1 0 0 0 0,1 0 0 0 0,0 0 1 0 0,4 5-1 0 0,-6-10-52 0 0,0-1 1 0 0,0 0 0 0 0,0 1-1 0 0,0-1 1 0 0,1 1-1 0 0,-1-1 1 0 0,0 1 0 0 0,0-1-1 0 0,1 0 1 0 0,-1 1 0 0 0,0-1-1 0 0,1 0 1 0 0,-1 1-1 0 0,1-1 1 0 0,-1 0 0 0 0,0 1-1 0 0,1-1 1 0 0,-1 0-1 0 0,1 0 1 0 0,-1 0 0 0 0,0 1-1 0 0,1-1 1 0 0,-1 0 0 0 0,1 0-1 0 0,-1 0 1 0 0,1 0-1 0 0,-1 0 1 0 0,1 0 0 0 0,-1 0-1 0 0,1 0 1 0 0,-1 0-1 0 0,1 0 1 0 0,-1 0 0 0 0,1 0-1 0 0,11-15-1256 0 0,1-25-540 0 0,-6 14 2097 0 0,0 0 0 0 0,21-46 0 0 0,-25 64 114 0 0,1 1-1 0 0,0 0 1 0 0,0 0 0 0 0,0 0-1 0 0,1 1 1 0 0,0-1 0 0 0,0 1 0 0 0,1 1-1 0 0,-1-1 1 0 0,1 1 0 0 0,1 0-1 0 0,-1 0 1 0 0,1 0 0 0 0,8-3 0 0 0,-13 7-255 0 0,-1 0 0 0 0,1 0 0 0 0,0 1 0 0 0,0-1 0 0 0,0 1 0 0 0,0-1 0 0 0,0 1 0 0 0,0 0 0 0 0,0 0 1 0 0,0 0-1 0 0,0 0 0 0 0,0 0 0 0 0,0 0 0 0 0,0 1 0 0 0,0-1 0 0 0,0 1 0 0 0,-1-1 0 0 0,1 1 0 0 0,3 1 0 0 0,-2 0 32 0 0,0 0-1 0 0,0 0 0 0 0,-1 1 0 0 0,1-1 0 0 0,-1 1 0 0 0,1-1 1 0 0,-1 1-1 0 0,0 0 0 0 0,0 0 0 0 0,2 4 0 0 0,3 9 241 0 0,0-1 1 0 0,-1 1-1 0 0,6 29 0 0 0,-8-31-311 0 0,3 11 13 0 0,-1 1 0 0 0,-1 0 0 0 0,3 51 0 0 0,-8-68-79 0 0,-1 1 1 0 0,1 0 0 0 0,-2 0 0 0 0,1-1 0 0 0,-1 1-1 0 0,-1-1 1 0 0,0 1 0 0 0,0-1 0 0 0,-1 0 0 0 0,0 0 0 0 0,0 0-1 0 0,-1-1 1 0 0,-11 15 0 0 0,4-9-384 0 0,-1 0 1 0 0,0-2-1 0 0,-1 1 1 0 0,-1-2-1 0 0,-22 15 1 0 0,14-13-7303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9.3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0 10594 0 0,'-1'1'173'0'0,"0"-1"1"0"0,0 1-1 0 0,0-1 0 0 0,-1 1 0 0 0,1-1 1 0 0,0 1-1 0 0,0 0 0 0 0,0 0 0 0 0,0 0 1 0 0,0 0-1 0 0,0-1 0 0 0,0 1 0 0 0,1 0 0 0 0,-1 1 1 0 0,0-1-1 0 0,0 0 0 0 0,1 0 0 0 0,-1 1 1 0 0,-15 30 1547 0 0,10-20-811 0 0,3-7-519 0 0,-43 90 3102 0 0,42-86-3331 0 0,1 0-1 0 0,0 0 1 0 0,0 1-1 0 0,1-1 1 0 0,1 1 0 0 0,-1 0-1 0 0,1 0 1 0 0,1 14-1 0 0,0-22-135 0 0,0 1 0 0 0,1-1 0 0 0,-1 0-1 0 0,0 0 1 0 0,1 0 0 0 0,-1 0 0 0 0,1 0 0 0 0,0 0-1 0 0,0 0 1 0 0,0 0 0 0 0,0 0 0 0 0,0 0-1 0 0,0 0 1 0 0,0 0 0 0 0,1-1 0 0 0,2 4 0 0 0,-3-4-90 0 0,1 0 0 0 0,-1-1 1 0 0,0 1-1 0 0,1 0 1 0 0,-1-1-1 0 0,1 1 1 0 0,-1-1-1 0 0,1 0 1 0 0,-1 1-1 0 0,1-1 1 0 0,-1 0-1 0 0,1 0 0 0 0,-1 0 1 0 0,1 0-1 0 0,-1 0 1 0 0,1 0-1 0 0,-1 0 1 0 0,3-1-1 0 0,1-1-369 0 0,0 0 0 0 0,0 0 0 0 0,-1 0 0 0 0,1 0 0 0 0,-1-1 0 0 0,0 0 0 0 0,1 0 0 0 0,-1 0 0 0 0,0 0 0 0 0,-1-1 0 0 0,1 1 0 0 0,5-8 0 0 0,-2-1-742 0 0,-1 1 0 0 0,0-1 0 0 0,0 0 0 0 0,-1-1 0 0 0,3-14 0 0 0,8-17-37 0 0,6 4 3558 0 0,-22 39-2137 0 0,0 1 0 0 0,1-1 1 0 0,-1 0-1 0 0,0 1 1 0 0,1-1-1 0 0,-1 1 0 0 0,1-1 1 0 0,-1 1-1 0 0,1-1 0 0 0,-1 1 1 0 0,1 0-1 0 0,0-1 1 0 0,-1 1-1 0 0,1 0 0 0 0,-1-1 1 0 0,1 1-1 0 0,0 0 1 0 0,-1-1-1 0 0,1 1 0 0 0,0 0 1 0 0,-1 0-1 0 0,1 0 0 0 0,0 0 1 0 0,-1 0-1 0 0,1 0 1 0 0,0 0-1 0 0,0 0 0 0 0,1 0 1 0 0,-1 1 46 0 0,0 0-1 0 0,1-1 1 0 0,-1 1 0 0 0,0 0 0 0 0,0 0 0 0 0,0 0 0 0 0,1 0 0 0 0,-1 0 0 0 0,0 0 0 0 0,0 1 0 0 0,0-1-1 0 0,1 2 1 0 0,19 44 2374 0 0,-20-44-2424 0 0,18 60 881 0 0,-13-37-795 0 0,15 35-1 0 0,-18-54-501 0 0,0-1 0 0 0,0 1 0 0 0,0-1 0 0 0,1 0 0 0 0,0 0 0 0 0,1-1 0 0 0,-1 1 0 0 0,1-1 0 0 0,0 0 0 0 0,6 5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9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5065 0 0,'0'27'8605'0'0,"0"4"-6176"0"0,7 55-530 0 0,4 0-1 0 0,4-1 1 0 0,36 119-1 0 0,-8-84-4282 0 0,-34-98-5298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9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4145 0 0,'4'-8'368'0'0,"0"4"-296"0"0,1 0-72 0 0,1 0 0 0 0,-1 2 448 0 0,1 2 80 0 0,2-1 16 0 0,7-1 0 0 0,9 0 1 0 0,6-1 7 0 0,3 2 0 0 0,5-1-1937 0 0,0-1-391 0 0,-4 1-80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9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13363 0 0,'2'30'3419'0'0,"5"33"0"0"0,1 3-1479 0 0,-5-24-1091 0 0,3 98-1194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0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6 11522 0 0,'0'-1'120'0'0,"-1"1"0"0"0,1-1 0 0 0,-1 1 0 0 0,1-1-1 0 0,-1 1 1 0 0,0 0 0 0 0,1-1 0 0 0,-1 1-1 0 0,1 0 1 0 0,-1 0 0 0 0,1-1 0 0 0,-1 1 0 0 0,0 0-1 0 0,1 0 1 0 0,-1 0 0 0 0,0 0 0 0 0,1 0-1 0 0,-1 0 1 0 0,0 0 0 0 0,1 0 0 0 0,-1 0 0 0 0,0 0-1 0 0,0 0 1 0 0,0 14 4212 0 0,2 1-3901 0 0,0 0-630 0 0,0 0-1 0 0,2 0 0 0 0,0 0 1 0 0,8 25-1 0 0,-1-8-46 0 0,-5-8 246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0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5985 0 0,'2'0'407'0'0,"0"0"-1"0"0,0 0 0 0 0,0 0 0 0 0,0 0 0 0 0,0 0 1 0 0,0 0-1 0 0,0 1 0 0 0,0-1 0 0 0,0 1 0 0 0,0 0 1 0 0,0-1-1 0 0,0 1 0 0 0,0 0 0 0 0,0 0 1 0 0,0 0-1 0 0,-1 0 0 0 0,1 0 0 0 0,0 1 0 0 0,-1-1 1 0 0,2 2-1 0 0,33 29 3634 0 0,-12-2-2727 0 0,0 1 1 0 0,-2 1-1 0 0,21 43 1 0 0,-12-22-72 0 0,-22-97-72 0 0,19-106-1290 0 0,3 53-3005 0 0,-19 65-5193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0.6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0 224 10594 0 0,'1'3'261'0'0,"0"-1"-1"0"0,0 0 1 0 0,0 0-1 0 0,0 1 0 0 0,1-1 1 0 0,-1 0-1 0 0,1 0 1 0 0,0 0-1 0 0,-1 0 0 0 0,1-1 1 0 0,0 1-1 0 0,0 0 1 0 0,0-1-1 0 0,0 1 1 0 0,0-1-1 0 0,0 0 0 0 0,1 0 1 0 0,-1 0-1 0 0,0 0 1 0 0,1 0-1 0 0,-1 0 1 0 0,0 0-1 0 0,1-1 0 0 0,-1 1 1 0 0,1-1-1 0 0,0 0 1 0 0,-1 0-1 0 0,1 0 1 0 0,-1 0-1 0 0,1 0 0 0 0,-1-1 1 0 0,1 1-1 0 0,-1-1 1 0 0,1 1-1 0 0,-1-1 0 0 0,0 0 1 0 0,1 0-1 0 0,-1 0 1 0 0,3-2-1 0 0,1-1-136 0 0,0-1 0 0 0,0 1 0 0 0,-1-1 0 0 0,0-1 0 0 0,0 1 0 0 0,0-1 0 0 0,0 1 0 0 0,-1-1 0 0 0,0 0 0 0 0,-1-1 1 0 0,1 1-1 0 0,-1-1 0 0 0,4-13 0 0 0,-3 7-217 0 0,0 0 0 0 0,-1-1 1 0 0,0 1-1 0 0,-1-1 1 0 0,-1 0-1 0 0,0-18 0 0 0,-1 30 54 0 0,0 0-1 0 0,0 0 0 0 0,0 0 1 0 0,0 0-1 0 0,0 0 0 0 0,0 1 0 0 0,-1-1 1 0 0,1 0-1 0 0,0 0 0 0 0,-1 0 1 0 0,0 0-1 0 0,1 1 0 0 0,-1-1 1 0 0,0 0-1 0 0,0 0 0 0 0,0 1 0 0 0,0-1 1 0 0,0 1-1 0 0,-1-1 0 0 0,1 1 1 0 0,0 0-1 0 0,-1-1 0 0 0,1 1 0 0 0,-1 0 1 0 0,1 0-1 0 0,-1 0 0 0 0,1 0 1 0 0,-1 0-1 0 0,-2-1 0 0 0,1 2-17 0 0,0 0 0 0 0,1 0 0 0 0,-1 0-1 0 0,0 0 1 0 0,1 1 0 0 0,-1-1 0 0 0,0 1 0 0 0,1 0-1 0 0,-1-1 1 0 0,1 1 0 0 0,-1 0 0 0 0,1 1 0 0 0,-1-1-1 0 0,1 0 1 0 0,0 1 0 0 0,-1-1 0 0 0,1 1 0 0 0,0 0-1 0 0,-3 3 1 0 0,-4 4 140 0 0,1 0-1 0 0,0 0 0 0 0,1 0 0 0 0,0 1 1 0 0,1 0-1 0 0,0 0 0 0 0,0 0 1 0 0,1 1-1 0 0,0 0 0 0 0,1 0 0 0 0,1 1 1 0 0,0-1-1 0 0,0 1 0 0 0,1-1 1 0 0,-1 24-1 0 0,2-27-1 0 0,2 0 0 0 0,-1 0 0 0 0,1 0 0 0 0,1 0 0 0 0,-1-1 0 0 0,1 1 0 0 0,1-1 1 0 0,-1 1-1 0 0,1-1 0 0 0,0 0 0 0 0,1 0 0 0 0,0 0 0 0 0,0 0 0 0 0,0-1 0 0 0,1 0 0 0 0,0 0 0 0 0,0 0 0 0 0,1 0 0 0 0,0-1 0 0 0,0 0 1 0 0,0 0-1 0 0,0 0 0 0 0,1-1 0 0 0,0 0 0 0 0,7 3 0 0 0,-4-3-65 0 0,1 0 0 0 0,-1 0 0 0 0,1-1 1 0 0,0 0-1 0 0,0-1 0 0 0,0-1 0 0 0,1 1 0 0 0,-1-2 0 0 0,0 0 1 0 0,0 0-1 0 0,1-1 0 0 0,15-3 0 0 0,0-2-429 0 0,1-1 0 0 0,-1-2 0 0 0,46-20 0 0 0,-31 9-682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6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92 456 0 0,'-4'-3'406'0'0,"0"0"0"0"0,0 0 0 0 0,0-1 0 0 0,1 1 0 0 0,-1-1 0 0 0,1 0 0 0 0,0 0 0 0 0,-4-6 0 0 0,6 9-4 0 0,0-1 0 0 0,-1 1 0 0 0,1-1 0 0 0,0 0 0 0 0,0 1 0 0 0,1-1 0 0 0,-1 0 0 0 0,0 0 0 0 0,1 0 1 0 0,-1 0-1 0 0,1 0 0 0 0,-1 1 0 0 0,1-1 0 0 0,0 0 0 0 0,0 0 0 0 0,0 0 0 0 0,0 0 0 0 0,0 0 0 0 0,0 0 0 0 0,0 0 0 0 0,1 0 0 0 0,-1 0 1 0 0,1 0-1 0 0,0-2 0 0 0,0 4-276 0 0,-1-1 1 0 0,1 1 0 0 0,-1-1-1 0 0,1 1 1 0 0,0-1 0 0 0,-1 1-1 0 0,1 0 1 0 0,-1-1 0 0 0,1 1 0 0 0,0 0-1 0 0,-1-1 1 0 0,1 1 0 0 0,0 0-1 0 0,-1 0 1 0 0,1 0 0 0 0,0 0-1 0 0,0 0 1 0 0,-1 0 0 0 0,1-1-1 0 0,0 2 1 0 0,-1-1 0 0 0,1 0-1 0 0,0 0 1 0 0,-1 0 0 0 0,1 0-1 0 0,0 0 1 0 0,0 1 0 0 0,-1-1-1 0 0,1 0 1 0 0,-1 0 0 0 0,1 1 0 0 0,0-1-1 0 0,-1 1 1 0 0,1-1 0 0 0,-1 0-1 0 0,1 1 1 0 0,-1-1 0 0 0,1 1-1 0 0,-1-1 1 0 0,1 1 0 0 0,-1 0-1 0 0,1-1 1 0 0,-1 1 0 0 0,0-1-1 0 0,1 1 1 0 0,-1 1 0 0 0,19 30 704 0 0,-6 8-464 0 0,-2 0 0 0 0,-1 1 0 0 0,-2 0 1 0 0,2 47-1 0 0,-2 169-2431 0 0,-8-257 1861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7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90 6913 0 0,'6'-8'492'0'0,"0"-1"-1"0"0,0 1 0 0 0,1 1 0 0 0,0-1 0 0 0,1 1 0 0 0,0 1 0 0 0,0-1 0 0 0,0 1 0 0 0,16-9 0 0 0,-21 14-391 0 0,0 0 1 0 0,0-1-1 0 0,-1 1 0 0 0,1 0 1 0 0,0 1-1 0 0,0-1 0 0 0,0 1 1 0 0,0-1-1 0 0,0 1 0 0 0,0 0 1 0 0,0 0-1 0 0,0 0 0 0 0,0 0 1 0 0,0 0-1 0 0,0 1 0 0 0,0 0 1 0 0,0-1-1 0 0,0 1 0 0 0,-1 0 1 0 0,1 0-1 0 0,0 1 0 0 0,0-1 1 0 0,-1 1-1 0 0,1-1 0 0 0,-1 1 1 0 0,0 0-1 0 0,1 0 0 0 0,-1 0 1 0 0,0 0-1 0 0,0 0 0 0 0,0 0 1 0 0,0 1-1 0 0,0-1 0 0 0,-1 1 1 0 0,1-1-1 0 0,-1 1 0 0 0,2 3 1 0 0,0 0-68 0 0,-1 0 0 0 0,0 0 1 0 0,0 1-1 0 0,0-1 0 0 0,0 1 1 0 0,-1 0-1 0 0,0-1 0 0 0,-1 1 1 0 0,1 0-1 0 0,-1-1 0 0 0,-1 1 1 0 0,1 0-1 0 0,-1 0 0 0 0,0-1 1 0 0,-1 1-1 0 0,1-1 0 0 0,-1 1 1 0 0,-1-1-1 0 0,1 0 0 0 0,-1 1 1 0 0,0-1-1 0 0,-1-1 1 0 0,1 1-1 0 0,-7 8 0 0 0,4-7 167 0 0,0 0-1 0 0,0 0 1 0 0,0 0-1 0 0,-1-1 0 0 0,0 0 1 0 0,0 0-1 0 0,0-1 1 0 0,-1 1-1 0 0,0-2 1 0 0,0 1-1 0 0,0-1 1 0 0,-1-1-1 0 0,1 1 0 0 0,-1-1 1 0 0,0-1-1 0 0,0 0 1 0 0,-15 2-1 0 0,22-3-221 0 0,0-1 1 0 0,0 0-1 0 0,0 0 0 0 0,0 0 0 0 0,0 0 0 0 0,0 0 0 0 0,0 0 0 0 0,0 0 0 0 0,0-1 0 0 0,0 1 1 0 0,0-1-1 0 0,0 1 0 0 0,0-1 0 0 0,1 0 0 0 0,-1 0 0 0 0,0 1 0 0 0,0-2 0 0 0,1 1 1 0 0,-1 0-1 0 0,0 0 0 0 0,1 0 0 0 0,-1-1 0 0 0,1 1 0 0 0,0-1 0 0 0,-1 1 0 0 0,1-1 1 0 0,0 1-1 0 0,0-1 0 0 0,0 0 0 0 0,0 0 0 0 0,0 1 0 0 0,1-1 0 0 0,-1 0 0 0 0,0 0 1 0 0,1 0-1 0 0,-1-2 0 0 0,2-12-505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9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4609 0 0,'2'-11'402'0'0,"-1"3"683"0"0,0 0 1 0 0,0 0-1 0 0,1 0 0 0 0,5-11 0 0 0,-7 19-943 0 0,0-1-1 0 0,0 0 1 0 0,1 0 0 0 0,-1 1 0 0 0,1-1-1 0 0,-1 0 1 0 0,1 1 0 0 0,-1-1 0 0 0,1 0-1 0 0,-1 1 1 0 0,1-1 0 0 0,-1 1-1 0 0,1-1 1 0 0,0 1 0 0 0,-1-1 0 0 0,1 1-1 0 0,0 0 1 0 0,0-1 0 0 0,-1 1 0 0 0,1 0-1 0 0,1-1 1 0 0,-1 1-44 0 0,0 0-1 0 0,0 1 1 0 0,1-1-1 0 0,-1 0 1 0 0,0 1 0 0 0,0-1-1 0 0,0 1 1 0 0,0-1 0 0 0,0 1-1 0 0,0-1 1 0 0,0 1-1 0 0,0 0 1 0 0,0-1 0 0 0,0 1-1 0 0,0 0 1 0 0,0 0-1 0 0,0 0 1 0 0,-1 0 0 0 0,2 1-1 0 0,0 1 42 0 0,0 0 0 0 0,0 0-1 0 0,-1 0 1 0 0,1 0 0 0 0,-1 0 0 0 0,0 1-1 0 0,0-1 1 0 0,0 0 0 0 0,0 1-1 0 0,0 5 1 0 0,2 42 456 0 0,-3-30-365 0 0,2 42 183 0 0,6 72 53 0 0,-5-114-586 0 0,1-1-1 0 0,0 1 1 0 0,1-1-1 0 0,13 29 1 0 0,-10-28-3129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9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1 231 3681 0 0,'8'-12'9455'0'0,"-7"12"-9229"0"0,16-6 2573 0 0,-11 5-2969 0 0,0 0 373 0 0,0 0 0 0 0,0 1 1 0 0,0 0-1 0 0,0 1 0 0 0,0-1 1 0 0,0 1-1 0 0,0 0 0 0 0,0 1 1 0 0,-1-1-1 0 0,1 1 1 0 0,0 0-1 0 0,-1 0 0 0 0,9 6 1 0 0,7 4 879 0 0,-1 1 0 0 0,23 20 0 0 0,-29-23-957 0 0,42 38-111 0 0,-37-30 10 0 0,2-1 0 0 0,33 22 0 0 0,-53-38-17 0 0,1 0 0 0 0,-1 0-1 0 0,1 0 1 0 0,0 0-1 0 0,-1 0 1 0 0,1 0-1 0 0,0-1 1 0 0,0 1-1 0 0,0 0 1 0 0,0-1 0 0 0,-1 0-1 0 0,1 1 1 0 0,0-1-1 0 0,0 0 1 0 0,0 0-1 0 0,0 0 1 0 0,0 0-1 0 0,0-1 1 0 0,0 1-1 0 0,2-1 1 0 0,-2 0 8 0 0,-1 0-1 0 0,1 0 1 0 0,-1 0 0 0 0,0 0-1 0 0,0-1 1 0 0,0 1 0 0 0,1 0-1 0 0,-1-1 1 0 0,0 1 0 0 0,-1 0-1 0 0,1-1 1 0 0,0 1-1 0 0,0-1 1 0 0,-1 0 0 0 0,1 1-1 0 0,-1-1 1 0 0,1 0 0 0 0,0-1-1 0 0,0-10 119 0 0,0 0 1 0 0,0 0-1 0 0,-1 0 0 0 0,-2-21 0 0 0,1 30-95 0 0,-2-43 285 0 0,1 1-1 0 0,9-79 1 0 0,-3 97-3934 0 0,9-35 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0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53 11979 0 0,'-1'-10'2129'0'0,"0"0"1"0"0,-1-1-1 0 0,-4-11 1236 0 0,15 49-3014 0 0,7 22-230 0 0,-2 1-1 0 0,9 68 0 0 0,3 106 532 0 0,14 84-5828 0 0,-40-292 969 0 0,0-16 4097 0 0,0 0 0 0 0,-1 0 0 0 0,1 0 0 0 0,0 0 0 0 0,-1 0-1 0 0,1 0 1 0 0,-1 0 0 0 0,1 0 0 0 0,0 0 0 0 0,-1 0 0 0 0,1 0 0 0 0,-1 0 0 0 0,1 0 0 0 0,0 0-1 0 0,-1-1 1 0 0,1 1 0 0 0,0 0 0 0 0,-1 0 0 0 0,1 0 0 0 0,0-1 0 0 0,-1 1 0 0 0,1 0-1 0 0,0 0 1 0 0,-1-1 0 0 0,1 1 0 0 0,0 0 0 0 0,0-1 0 0 0,0 1 0 0 0,-1 0 0 0 0,1-1 0 0 0,0 1-1 0 0,0 0 1 0 0,0-1 0 0 0,0 1 0 0 0,-1 0 0 0 0,1-1 0 0 0,0 0 0 0 0,-6-8 71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0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0 251 6449 0 0,'2'-11'515'0'0,"1"1"1"0"0,0 0-1 0 0,0 0 0 0 0,1 0 0 0 0,0 1 0 0 0,0-1 0 0 0,1 1 0 0 0,1 0 0 0 0,9-12 0 0 0,-6 6-8 0 0,-1 3-33 0 0,0 0 0 0 0,1 0 1 0 0,0 1-1 0 0,1 1 0 0 0,0-1 1 0 0,0 2-1 0 0,1-1 1 0 0,20-12-1 0 0,-27 20-391 0 0,0-1 0 0 0,0 1 0 0 0,0 0 0 0 0,0 1 0 0 0,0-1 0 0 0,0 1 0 0 0,0 0 0 0 0,1 0 0 0 0,-1 0-1 0 0,0 0 1 0 0,1 1 0 0 0,-1 0 0 0 0,1 0 0 0 0,-1 0 0 0 0,0 0 0 0 0,1 1 0 0 0,-1 0 0 0 0,0 0 0 0 0,1 0 0 0 0,-1 0 0 0 0,0 1 0 0 0,0-1 0 0 0,0 1 0 0 0,0 0 0 0 0,0 0 0 0 0,0 1 0 0 0,-1-1 0 0 0,1 1 0 0 0,-1 0 0 0 0,0 0-1 0 0,0 0 1 0 0,4 4 0 0 0,-2-1-112 0 0,-1-1-1 0 0,1 1 0 0 0,-1 0 0 0 0,0 0 1 0 0,-1 0-1 0 0,0 1 0 0 0,0 0 0 0 0,0-1 1 0 0,0 1-1 0 0,-1 0 0 0 0,-1 0 0 0 0,1 0 1 0 0,-1 0-1 0 0,0 1 0 0 0,0-1 0 0 0,-1 0 1 0 0,0 0-1 0 0,-1 1 0 0 0,1-1 0 0 0,-1 0 1 0 0,-1 0-1 0 0,-2 9 0 0 0,1-7 114 0 0,0 0-1 0 0,-1-1 1 0 0,0 1-1 0 0,0-1 1 0 0,-1 0 0 0 0,0-1-1 0 0,-1 1 1 0 0,1-1-1 0 0,-1 0 1 0 0,-1 0-1 0 0,1-1 1 0 0,-1 1 0 0 0,-1-2-1 0 0,1 1 1 0 0,-1-1-1 0 0,0 0 1 0 0,-8 4 0 0 0,6-4 136 0 0,-1-1 0 0 0,1 0 0 0 0,0-1 0 0 0,-1 0-1 0 0,0 0 1 0 0,-11 0 0 0 0,19-2-294 0 0,-1-1-1 0 0,0 0 1 0 0,0 0-1 0 0,1 0 0 0 0,-1-1 1 0 0,1 1-1 0 0,-1-1 1 0 0,0 0-1 0 0,1 0 0 0 0,-1 0 1 0 0,1 0-1 0 0,0-1 1 0 0,-1 1-1 0 0,1-1 0 0 0,0 0 1 0 0,0 0-1 0 0,0 0 1 0 0,0 0-1 0 0,0-1 0 0 0,0 1 1 0 0,-3-5-1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7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10594 0 0,'0'0'819'0'0,"2"0"-285"0"0,0 0 1 0 0,0 0-1 0 0,0 0 0 0 0,0 0 0 0 0,0 0 0 0 0,0 0 1 0 0,0 1-1 0 0,0-1 0 0 0,0 1 0 0 0,0 0 0 0 0,0-1 1 0 0,0 1-1 0 0,3 1 0 0 0,-2 2-296 0 0,1-1 0 0 0,-1 0 0 0 0,1 1 0 0 0,-1 0 0 0 0,0 0 0 0 0,-1 0 0 0 0,1 0 1 0 0,0 0-1 0 0,-1 0 0 0 0,0 1 0 0 0,0-1 0 0 0,-1 1 0 0 0,1 0 0 0 0,-1-1 0 0 0,1 8 0 0 0,2 10-94 0 0,-2 0 1 0 0,0 23-1 0 0,-1-40-89 0 0,-1 141 153 0 0,4 66 320 0 0,-1-175-4057 0 0,17 68-1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57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3 203 3225 0 0,'-3'-25'15192'0'0,"7"35"-13958"0"0,6 10-301 0 0,0-1 0 0 0,25 35-1 0 0,-6-9-713 0 0,-6-8-117 0 0,1 0 0 0 0,42 49 0 0 0,-57-76-87 0 0,0 0-1 0 0,1-1 0 0 0,0 0 0 0 0,1-1 1 0 0,-1 0-1 0 0,1-1 0 0 0,1 0 0 0 0,0-1 1 0 0,0 0-1 0 0,0-1 0 0 0,0 0 0 0 0,22 5 1 0 0,-32-9 2 0 0,-1-1 1 0 0,1 1 0 0 0,-1-1-1 0 0,1 0 1 0 0,-1 0 0 0 0,0 0-1 0 0,1 0 1 0 0,-1 0-1 0 0,1 0 1 0 0,-1 0 0 0 0,1 0-1 0 0,-1 0 1 0 0,1-1 0 0 0,-1 1-1 0 0,0-1 1 0 0,1 1 0 0 0,-1-1-1 0 0,0 1 1 0 0,1-1 0 0 0,-1 0-1 0 0,0 0 1 0 0,0 0 0 0 0,1 0-1 0 0,-1 0 1 0 0,0 0-1 0 0,0 0 1 0 0,0 0 0 0 0,0 0-1 0 0,-1 0 1 0 0,1 0 0 0 0,0-1-1 0 0,0 1 1 0 0,-1 0 0 0 0,1 0-1 0 0,-1-1 1 0 0,1 1 0 0 0,-1-1-1 0 0,1 1 1 0 0,-1-1 0 0 0,0 1-1 0 0,0 0 1 0 0,0-4-1 0 0,1-7 153 0 0,-1 0 0 0 0,-1 0 0 0 0,0 0 0 0 0,-4-18-1 0 0,1 6 61 0 0,-3-90 442 0 0,9-146 0 0 0,-2 255-677 0 0,0-5-282 0 0,0 0 0 0 0,0-1 0 0 0,-1 1 0 0 0,-4-17 0 0 0,4 24-249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09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22 4145 0 0,'-2'-19'8915'0'0,"0"17"-8357"0"0,-7 13 2867 0 0,-9 40-2824 0 0,17-48-217 0 0,-20 67-87 0 0,3 1 0 0 0,3 1 0 0 0,3 0 1 0 0,3 1-1 0 0,4 0 0 0 0,4 92 0 0 0,3-142-202 0 0,1 1-1 0 0,2 0 0 0 0,0-1 0 0 0,1 0 1 0 0,2 0-1 0 0,0-1 0 0 0,1 0 0 0 0,2 0 1 0 0,0-1-1 0 0,14 20 0 0 0,0-6 156 0 0,2-1 0 0 0,2-2 0 0 0,0-1 0 0 0,57 47 0 0 0,-25-26-614 0 0,2-3-1 0 0,121 72 1 0 0,-160-110-7263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0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65 456 0 0,'-1'-2'23'0'0,"-1"0"-1"0"0,1 0 1 0 0,-1 0 0 0 0,0 0-1 0 0,0 0 1 0 0,0 0 0 0 0,1 1-1 0 0,-2-1 1 0 0,-3-2 0 0 0,5 4-7 0 0,-1-1 0 0 0,1 0 0 0 0,-1 0 0 0 0,1 1 1 0 0,0-1-1 0 0,-1 0 0 0 0,1-1 0 0 0,0 1 0 0 0,0 0 1 0 0,0 0-1 0 0,0 0 0 0 0,0-1 0 0 0,0 1 0 0 0,0-1 1 0 0,0 1-1 0 0,0-1 0 0 0,1 1 0 0 0,-1-1 0 0 0,0 1 1 0 0,1-1-1 0 0,0 1 0 0 0,-1-1 0 0 0,1 0 0 0 0,0 1 1 0 0,0-1-1 0 0,0 0 0 0 0,0-2 0 0 0,1-1-16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0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1 182 3225 0 0,'7'-6'21069'0'0,"3"-1"-24392"0"0,-4 2 5074 0 0,5-3-1674 0 0,0 0 1 0 0,1 1-1 0 0,0 0 0 0 0,0 1 0 0 0,0 1 0 0 0,1 0 0 0 0,14-4 1 0 0,97-19-382 0 0,-73 19 574 0 0,30-6-178 0 0,-29 6 2 0 0,71-21 0 0 0,-120 29-169 0 0,0 0-61 0 0,-1 1-1 0 0,1-1 1 0 0,0 0 0 0 0,-1-1 0 0 0,1 1 0 0 0,-1 0-1 0 0,1-1 1 0 0,-1 1 0 0 0,3-3 0 0 0,-4 1-616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0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5529 0 0,'2'-20'9239'0'0,"-1"19"-8941"0"0,0 0 22 0 0,0 0 0 0 0,0 0 0 0 0,0 0 0 0 0,0 0 0 0 0,0 0 0 0 0,0 0 1 0 0,0 0-1 0 0,0 0 0 0 0,1 0 0 0 0,-1 1 0 0 0,0-1 0 0 0,1 0 0 0 0,-1 1 0 0 0,3-1 0 0 0,-3 1-163 0 0,0 1 0 0 0,0 0 1 0 0,0-1-1 0 0,0 1 0 0 0,1 0 0 0 0,-1 0 1 0 0,0 0-1 0 0,-1 0 0 0 0,1 0 0 0 0,0 0 1 0 0,0 0-1 0 0,0 0 0 0 0,0 0 0 0 0,-1 0 0 0 0,1 0 1 0 0,-1 0-1 0 0,1 0 0 0 0,-1 1 0 0 0,1 1 1 0 0,9 25 203 0 0,16 73 263 0 0,-20-68-784 0 0,2-1 0 0 0,1 0 0 0 0,2 0 0 0 0,1-1 0 0 0,29 54 0 0 0,-40-84-225 0 0,-1 0 0 0 0,1 0 0 0 0,0 0 0 0 0,0-1 0 0 0,1 3-770 0 0,-1-2 770 0 0,0-1 0 0 0,0 1 0 0 0,0 0 1 0 0,1-1-1 0 0,-1 1 0 0 0,0-1 0 0 0,0 1 0 0 0,0-1 0 0 0,0 0 0 0 0,0 1 0 0 0,1-1 0 0 0,-1 0 0 0 0,0 0 0 0 0,2 0 0 0 0,4 1-2644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1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48 3681 0 0,'-22'-33'7672'0'0,"22"32"-7137"0"0,-1 0 0 0 0,1 0-1 0 0,0-1 1 0 0,0 1-1 0 0,0 0 1 0 0,0-1 0 0 0,0 1-1 0 0,0-3 1 0 0,1 4-310 0 0,0 0 1 0 0,0 0-1 0 0,1-1 1 0 0,-1 1-1 0 0,0 0 0 0 0,0 0 1 0 0,1 0-1 0 0,-1 0 1 0 0,0 1-1 0 0,0-1 1 0 0,1 0-1 0 0,-1 1 1 0 0,0-1-1 0 0,0 0 0 0 0,0 1 1 0 0,0-1-1 0 0,1 1 1 0 0,-1 0-1 0 0,1 0 1 0 0,23 14 927 0 0,-6 0-855 0 0,1 0 0 0 0,-2 2-1 0 0,0 0 1 0 0,-1 1 0 0 0,-1 1-1 0 0,18 26 1 0 0,-8-5-131 0 0,-2 2 1 0 0,25 56-1 0 0,-39-72-141 0 0,0 0 1 0 0,-1 0-1 0 0,-2 1 0 0 0,-1 0 1 0 0,-1 0-1 0 0,2 39 0 0 0,-6-54-39 0 0,0 1 1 0 0,-1-1-1 0 0,-1 1 0 0 0,0-1 1 0 0,-1 1-1 0 0,-1-1 0 0 0,1 0 1 0 0,-2 0-1 0 0,0 0 0 0 0,0 0 0 0 0,-1-1 1 0 0,-1 1-1 0 0,1-1 0 0 0,-2 0 1 0 0,0-1-1 0 0,-11 14 0 0 0,17-23 4 0 0,-16 14-456 0 0,16-15 411 0 0,1 1-1 0 0,-1-1 0 0 0,1 1 1 0 0,-1-1-1 0 0,0 0 0 0 0,1 0 1 0 0,-1 1-1 0 0,0-1 1 0 0,1 0-1 0 0,-1 0 0 0 0,0 0 1 0 0,1 0-1 0 0,-1 1 1 0 0,0-1-1 0 0,0 0 0 0 0,1 0 1 0 0,-1-1-1 0 0,0 1 1 0 0,1 0-1 0 0,-1 0 0 0 0,0 0 1 0 0,1 0-1 0 0,-1-1 0 0 0,0 1 1 0 0,1 0-1 0 0,-1 0 1 0 0,0-1-1 0 0,0 0 0 0 0,-8-7-623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1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53 3681 0 0,'0'-4'-171'0'0,"0"-11"2872"0"0,0 12-1712 0 0,0 1 0 0 0,0-1 0 0 0,0 1 0 0 0,-1-1 0 0 0,1 1 0 0 0,-1 0 0 0 0,1-1-1 0 0,-4-6 2968 0 0,2 5-2967 0 0,-16 41 2325 0 0,-85 210-2513 0 0,89-206-751 0 0,2 1 1 0 0,1 0-1 0 0,3 0 1 0 0,-5 51-1 0 0,13-76 0 0 0,0 0 0 0 0,1 1 0 0 0,0-1-1 0 0,2 0 1 0 0,0 0 0 0 0,1 0 0 0 0,0-1-1 0 0,2 1 1 0 0,0-1 0 0 0,1 0 0 0 0,0 0-1 0 0,1-1 1 0 0,1 0 0 0 0,16 20 0 0 0,-18-25-185 0 0,2-1 1 0 0,-1 0-1 0 0,1 0 1 0 0,1-1-1 0 0,0 0 1 0 0,0-1-1 0 0,0 0 1 0 0,1-1-1 0 0,0 0 1 0 0,0 0-1 0 0,16 4 1 0 0,-16-6-488 0 0,0-1 1 0 0,0-1 0 0 0,0 0 0 0 0,1-1-1 0 0,-1 0 1 0 0,1-1 0 0 0,-1 0 0 0 0,15-2 0 0 0,-4-1-6673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2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25 5985 0 0,'-20'-15'4457'0'0,"22"9"-2205"0"0,13 3-592 0 0,15 3 370 0 0,-1 1 0 0 0,1 2 0 0 0,45 9 0 0 0,1 0-1319 0 0,-63-10-823 0 0,-1-1 0 0 0,0 2 0 0 0,0 0 0 0 0,1 0 0 0 0,-2 1 0 0 0,20 9 0 0 0,-23-9-628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2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1376 0 0,'4'-3'1538'0'0,"-3"2"-769"0"0,1-1-1 0 0,0 1 1 0 0,0 0 0 0 0,0 0 0 0 0,0 0-1 0 0,0 0 1 0 0,0 0 0 0 0,0 1 0 0 0,4-1 0 0 0,27 0 4287 0 0,-27 2-4480 0 0,1 1 1 0 0,-1-1-1 0 0,0 1 0 0 0,0 0 0 0 0,0 0 1 0 0,0 1-1 0 0,-1 0 0 0 0,7 4 0 0 0,-3 0-371 0 0,-1 1-1 0 0,0 0 0 0 0,-1 0 0 0 0,1 0 0 0 0,-1 1 1 0 0,-1 0-1 0 0,0 1 0 0 0,0 0 0 0 0,-1 0 0 0 0,0 0 0 0 0,-1 0 1 0 0,0 1-1 0 0,-1-1 0 0 0,4 17 0 0 0,-2 1-110 0 0,0 0 0 0 0,-2 1-1 0 0,-1-1 1 0 0,-3 43 0 0 0,-26 128-439 0 0,16-141-1439 0 0,7-26-6212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27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55 9218 0 0,'-4'-6'1298'0'0,"0"0"-1"0"0,0 0 1 0 0,0 0-1 0 0,0 0 1 0 0,-2-8-1 0 0,1 3 1240 0 0,6 16-2245 0 0,-1-1 0 0 0,1 1 1 0 0,-1-1-1 0 0,0 1 0 0 0,0-1 0 0 0,0 1 0 0 0,-2 8 0 0 0,0 3-100 0 0,3 54 130 0 0,14 100 0 0 0,-7-98-271 0 0,46 287 201 0 0,0-2-23 0 0,-34-110-64 0 0,-8-80 245 0 0,42 209 0 0 0,-17-170 409 0 0,-33-168-1432 0 0,-2 0 0 0 0,-1-1 0 0 0,-7 59 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28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109 376 6913 0 0,'-10'2'813'0'0,"0"-1"1"0"0,1 0-1 0 0,-1-1 0 0 0,-11-1 0 0 0,19 1-587 0 0,-1 0 0 0 0,1 0 0 0 0,0 0 0 0 0,0 0 0 0 0,-1-1 0 0 0,1 1 0 0 0,0-1 0 0 0,0 1 0 0 0,0-1 0 0 0,0 0 0 0 0,0 0 0 0 0,0 0 0 0 0,0 0 0 0 0,0 0 0 0 0,0-1 0 0 0,0 1 0 0 0,0 0 0 0 0,1-1 0 0 0,-1 1 0 0 0,1-1 0 0 0,-1 0 0 0 0,1 0 0 0 0,-3-3 1 0 0,4 4-108 0 0,1 0 1 0 0,-1 1-1 0 0,0-1 1 0 0,0 0-1 0 0,0 1 1 0 0,1-1-1 0 0,-1 0 1 0 0,0 1-1 0 0,1-1 1 0 0,-1 1 0 0 0,1-1-1 0 0,-1 1 1 0 0,1-1-1 0 0,-1 1 1 0 0,1-1-1 0 0,-1 1 1 0 0,1-1-1 0 0,-1 1 1 0 0,1-1 0 0 0,-1 1-1 0 0,1 0 1 0 0,0 0-1 0 0,-1-1 1 0 0,1 1-1 0 0,0 0 1 0 0,-1 0-1 0 0,1-1 1 0 0,1 1 0 0 0,28-9-153 0 0,-23 8 310 0 0,61-16 264 0 0,133-16 0 0 0,76 13-169 0 0,-113 10-258 0 0,456-43 70 0 0,-181 15-166 0 0,1102-58 219 0 0,-473 68-45 0 0,-797 24-169 0 0,439-13 29 0 0,-153 4 76 0 0,-349 15-1516 0 0,62-2-1242 0 0,-269 0 2486 0 0,-1 0 1 0 0,0-1 0 0 0,1 1 0 0 0,-1 0-1 0 0,0 0 1 0 0,1 0 0 0 0,-1 0-1 0 0,1 0 1 0 0,-1 0 0 0 0,1 0 0 0 0,-1-1-1 0 0,0 1 1 0 0,1 1 0 0 0,-1-1 0 0 0,1 0-1 0 0,-1 0 1 0 0,0 0 0 0 0,1 0-1 0 0,-1 0 1 0 0,1 0 0 0 0,-1 0 0 0 0,0 0-1 0 0,1 1 1 0 0,-1-1 0 0 0,0 0 0 0 0,1 0-1 0 0,-1 1 1 0 0,3 3-1720 0 0,-3-4 1720 0 0,0 1 0 0 0,1-1 0 0 0,-1 0-1 0 0,0 2 1 0 0,-10 16-4992 0 0,3-9 6028 0 0,3-2-893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28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7370 0 0,'0'-1'125'0'0,"0"1"1"0"0,0-1-1 0 0,0 1 1 0 0,0-1-1 0 0,0 1 1 0 0,0 0 0 0 0,0-1-1 0 0,0 1 1 0 0,0-1-1 0 0,0 1 1 0 0,0-1-1 0 0,0 1 1 0 0,0 0 0 0 0,0-1-1 0 0,1 1 1 0 0,-1-1-1 0 0,0 1 1 0 0,0 0-1 0 0,1-1 1 0 0,-1 1 0 0 0,0 0-1 0 0,0-1 1 0 0,1 1-1 0 0,-1 0 1 0 0,0-1-1 0 0,1 1 1 0 0,-1 0-1 0 0,0 0 1 0 0,1-1 0 0 0,-1 1-1 0 0,0 0 1 0 0,2 0-1 0 0,12 5 3637 0 0,-11-3-3394 0 0,1 1 0 0 0,-1-1 0 0 0,0 1 0 0 0,-1 0 0 0 0,1 0 0 0 0,0 0 0 0 0,2 4 0 0 0,4 16 324 0 0,-1 1 1 0 0,-1-1 0 0 0,-1 1 0 0 0,6 49 0 0 0,-2-9-261 0 0,133 901 114 0 0,-136-507-429 0 0,-11-252-95 0 0,10-99 57 0 0,34 195 1 0 0,-5-70 75 0 0,-29-144-149 0 0,-6 100 1 0 0,-2-72-9 0 0,2-109-119 0 0,-1 24-1285 0 0,1-30 1338 0 0,0 0 0 0 0,0 0 0 0 0,0 1 0 0 0,-1-1-1 0 0,1 0 1 0 0,0 0 0 0 0,-1 0 0 0 0,1 1 0 0 0,-1-1 0 0 0,1 0-1 0 0,-1 0 1 0 0,1 0 0 0 0,-1 0 0 0 0,0 0 0 0 0,0 0 0 0 0,1 0-1 0 0,-1 0 1 0 0,0 0 0 0 0,-1 1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29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6196 0 1840 0 0,'2'2'832'0'0,"-2"-2"-665"0"0,0 1-1 0 0,1-1 0 0 0,-1 1 1 0 0,0-1-1 0 0,0 1 0 0 0,0-1 1 0 0,1 1-1 0 0,-1-1 1 0 0,0 0-1 0 0,0 1 0 0 0,0-1 1 0 0,0 1-1 0 0,0-1 0 0 0,0 1 1 0 0,0-1-1 0 0,0 1 1 0 0,0-1-1 0 0,0 1 0 0 0,0-1 1 0 0,0 1-1 0 0,-5 4 2330 0 0,5-4-2330 0 0,0-1 0 0 0,-1 0 1 0 0,1 0-1 0 0,-1 1 0 0 0,1-1 1 0 0,0 0-1 0 0,-1 0 0 0 0,1 0 1 0 0,-1 0-1 0 0,1 0 1 0 0,-1 0-1 0 0,1 0 0 0 0,-1 0 1 0 0,0 0-1 0 0,-28 6 2419 0 0,-143 12 1109 0 0,-22 0-2966 0 0,-402-12 2669 0 0,249-5-2993 0 0,13 0-635 0 0,-360 9-1187 0 0,99 2 1416 0 0,61-2 1607 0 0,140-7-1145 0 0,-162 9-1274 0 0,-405 58 1610 0 0,641-34-1267 0 0,229-24 394 0 0,52-9 222 0 0,-1-2 0 0 0,1-2 1 0 0,-61-8-1 0 0,-45-1 130 0 0,143 10-672 0 0,-3-1 551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29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5985 0 0,'1'-14'6743'0'0,"7"33"-2280"0"0,-5-4-5030 0 0,2 32 1810 0 0,-1 50 1 0 0,-4-54-2599 0 0,10 71 0 0 0,-5-87-4636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0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 13827 0 0,'0'1'1496'0'0,"2"-1"-1496"0"0,0 0 0 0 0,1 0 0 0 0,0 0 0 0 0,2-1 0 0 0,5-2 0 0 0,4-1 0 0 0,5-2 88 0 0,0-3-16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8:32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31 6937 0 0,'-22'1'800'0'0,"16"0"-712"0"0,1 0-1 0 0,0-1 1 0 0,-1 0 0 0 0,1 0-1 0 0,-1 0 1 0 0,1-1 0 0 0,-33-32 16412 0 0,41 37-16574 0 0,1 3 25 0 0,0 0 0 0 0,-1 1 0 0 0,0-1 0 0 0,0 1 0 0 0,0 0 0 0 0,-1 0 0 0 0,0 0 0 0 0,1 13 0 0 0,5 78-548 0 0,-6-59 503 0 0,7 74 376 0 0,29 130 0 0 0,2 42-615 0 0,-13-70 182 0 0,-8-55 126 0 0,-3 198 1 0 0,-1-13 17 0 0,23 15-49 0 0,23-36 702 0 0,-52-295-693 0 0,-6-23-148 0 0,-1 0-1 0 0,0 0 1 0 0,0 0 0 0 0,-1 0 0 0 0,1 1 0 0 0,-2-1 0 0 0,1 0 0 0 0,-1 9-1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6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 3681 0 0,'0'1'162'0'0,"0"0"0"0"0,1 0 0 0 0,-1 0 0 0 0,1 0-1 0 0,-1 0 1 0 0,1 0 0 0 0,-1-1 0 0 0,1 1 0 0 0,-1 0 0 0 0,1 0 0 0 0,0 0 0 0 0,0-1 0 0 0,-1 1 0 0 0,1 0 0 0 0,0-1 0 0 0,0 1 0 0 0,0 0 0 0 0,0-1 0 0 0,0 1 0 0 0,-1-1-1 0 0,1 0 1 0 0,0 1 0 0 0,2 0 0 0 0,30 8 3250 0 0,-24-7-2148 0 0,5 1-130 0 0,0 0 1 0 0,0-1 0 0 0,0-1-1 0 0,16 0 1 0 0,-9-2-368 0 0,-1 0 1 0 0,27-7-1 0 0,-13 0-2046 0 0,-1-1-1 0 0,0-2 1 0 0,33-16 0 0 0,-54 21-4252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6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0 7370 0 0,'-10'10'5065'0'0,"9"-9"-4558"0"0,0 0-1 0 0,0 0 1 0 0,1 1 0 0 0,-1-1-1 0 0,0 2 1 0 0,-4 28 2532 0 0,9 31-2437 0 0,-3-59-458 0 0,35 182-897 0 0,-28-153-134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6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48 6449 0 0,'-1'0'107'0'0,"1"0"0"0"0,-1 0 0 0 0,0 0-1 0 0,1 0 1 0 0,-1 0 0 0 0,1 0-1 0 0,-1 0 1 0 0,1 0 0 0 0,-1 0-1 0 0,1 0 1 0 0,-1 0 0 0 0,0 0 0 0 0,1 0-1 0 0,-1 0 1 0 0,1-1 0 0 0,-1 1-1 0 0,1 0 1 0 0,-1 0 0 0 0,1 0 0 0 0,-1-1-1 0 0,1 1 1 0 0,0 0 0 0 0,-1-1-1 0 0,1 1 1 0 0,-1-1 0 0 0,1 1-1 0 0,0 0 1 0 0,-1-2 0 0 0,9-9 3096 0 0,25-9 555 0 0,-21 17-3474 0 0,-1 0 1 0 0,1 1-1 0 0,0 1 0 0 0,0 0 1 0 0,0 0-1 0 0,19 3 1 0 0,37 7-3547 0 0,-50-5-2338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7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9218 0 0,'0'-6'11114'0'0,"4"21"-11094"0"0,0 0-1 0 0,-1 0 0 0 0,-1 0 0 0 0,-1 0 0 0 0,0 27 0 0 0,3 28-456 0 0,54 217-3655 0 0,-51-257 4145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7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52 6913 0 0,'-8'1'8917'0'0,"29"-10"-6632"0"0,37-13-1276 0 0,-56 22-981 0 0,16-5-93 0 0,0 0 1 0 0,0 1-1 0 0,0 1 1 0 0,26-1-1 0 0,-23 4-6697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7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10594 0 0,'-13'-1'6357'0'0,"14"25"-2680"0"0,0-21-4393 0 0,7 76 1461 0 0,-4-35-1998 0 0,1 0-1 0 0,14 48 1 0 0,-13-69-4954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8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3225 0 0,'2'4'7419'0'0,"4"-5"-6806"0"0,1-1 1 0 0,-1 1-1 0 0,0-1 1 0 0,0-1-1 0 0,0 1 1 0 0,10-7-1 0 0,7-1 875 0 0,-15 7-1116 0 0,3-2-117 0 0,0 0 0 0 0,1 1 0 0 0,0 1 0 0 0,-1 0 1 0 0,1 1-1 0 0,19-2 0 0 0,-14 5-1099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8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5529 0 0,'-3'8'1065'0'0,"0"0"1"0"0,0 1-1 0 0,1-1 0 0 0,0 1 0 0 0,0 0 0 0 0,1 0 1 0 0,0 0-1 0 0,0 11 0 0 0,8 78 2544 0 0,-1-39-3622 0 0,-5-33-1375 0 0,1 1-4838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8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5065 0 0,'2'-4'402'0'0,"0"1"-1"0"0,0 0 1 0 0,1 1 0 0 0,-1-1 0 0 0,1 0-1 0 0,-1 1 1 0 0,1-1 0 0 0,0 1-1 0 0,0 0 1 0 0,0 0 0 0 0,0 0-1 0 0,0 0 1 0 0,1 1 0 0 0,-1-1 0 0 0,1 1-1 0 0,-1 0 1 0 0,1 0 0 0 0,-1 0-1 0 0,8-1 1 0 0,6 0 772 0 0,0 1 1 0 0,34 2-1 0 0,-37 0-1072 0 0,128 3-1169 0 0,-116-4-4572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9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0 11522 0 0,'0'0'887'0'0,"-6"22"3502"0"0,3-2-3937 0 0,1-1 0 0 0,1 1 0 0 0,0 0-1 0 0,1 0 1 0 0,1 0 0 0 0,1-1 0 0 0,5 21-1 0 0,2-4-4009 0 0,16 44 0 0 0,-20-61 1496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19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5065 0 0,'0'0'390'0'0,"24"-1"2906"0"0,104-30 4344 0 0,-16 3-7582 0 0,-90 24-5953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0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 6913 0 0,'-10'7'8339'0'0,"10"-6"-8051"0"0,-2 20 3494 0 0,10 26-2297 0 0,-7-41-993 0 0,34 115 278 0 0,-5-42-3341 0 0,-16-49-4492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0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32 968 0 0,'-5'-3'8361'0'0,"21"-3"-2684"0"0,-10 4-7503 0 0,19-4 3046 0 0,0 2-1 0 0,0 0 1 0 0,1 1-1 0 0,45 2 1 0 0,-12 0-591 0 0,31 0-2671 0 0,-65 1-4413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0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6449 0 0,'-15'12'7135'0'0,"12"-8"-6540"0"0,0 16 3738 0 0,5-14-3924 0 0,-1 1 1 0 0,1-1-1 0 0,0 0 1 0 0,1 1-1 0 0,3 6 0 0 0,4 11-263 0 0,27 119-1901 0 0,-30-110-5209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0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 10594 0 0,'10'-4'786'0'0,"1"1"-1"0"0,-1 0 0 0 0,1 1 0 0 0,0 0 1 0 0,19 0-1 0 0,66-1 2277 0 0,34 11-3812 0 0,-98-5-3609 0 0,-8-2-1346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1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3225 0 0,'-29'6'16836'0'0,"32"7"-16779"0"0,12 58 2301 0 0,2 38-4029 0 0,2 10-1806 0 0,-9-43 3307 0 0,-10-49 24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1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21 7370 0 0,'0'0'119'0'0,"-1"0"0"0"0,1 0 1 0 0,0 0-1 0 0,-1 1 0 0 0,1-1 0 0 0,-2 1 597 0 0,2-1-596 0 0,0 1-1 0 0,0-1 0 0 0,0 0 1 0 0,-1 1-1 0 0,1-1 0 0 0,0 0 1 0 0,0 1-1 0 0,0-1 0 0 0,0 0 1 0 0,0 1-1 0 0,-1-1 0 0 0,1 0 1 0 0,0 1-1 0 0,0-1 0 0 0,0 1 0 0 0,0-1 1 0 0,0 0-1 0 0,0 1 0 0 0,0-1 1 0 0,1 0-1 0 0,-1 1 0 0 0,0-1 1 0 0,0 0-1 0 0,0 1 0 0 0,0-1 1 0 0,0 0-1 0 0,1 1 0 0 0,17 2 1853 0 0,35-12-1192 0 0,-45 7-248 0 0,26-6-63 0 0,0 2 0 0 0,0 1 1 0 0,1 2-1 0 0,0 1 0 0 0,-1 2 0 0 0,40 4 1 0 0,-17 5-3747 0 0,-40-8 2038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1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 10594 0 0,'-6'12'2423'0'0,"1"1"-1"0"0,-6 22 1 0 0,-1 31 517 0 0,10-48-3126 0 0,2 0-1 0 0,0-1 1 0 0,0 1 0 0 0,2 0-1 0 0,0-1 1 0 0,1 1 0 0 0,1-1-1 0 0,0 0 1 0 0,9 21 0 0 0,-8-28-7 0 0,1 0 1 0 0,0 0 0 0 0,10 12-1 0 0,2 3 172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2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6 2761 0 0,'-15'-1'11638'0'0,"28"-1"-9345"0"0,34-1-2039 0 0,129 5-542 0 0,-152-2-1015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3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 5985 0 0,'57'0'9421'0'0,"-51"-1"-9216"0"0,77-14 901 0 0,1 6-3967 0 0,-59 8-2225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3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6913 0 0,'-1'2'5194'0'0,"10"-3"-2432"0"0,19-4-1263 0 0,-6 1-241 0 0,-9 3-1077 0 0,1 0 0 0 0,-1 1-1 0 0,1 0 1 0 0,-1 1-1 0 0,0 1 1 0 0,19 4 0 0 0,-11-1-860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3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12443 0 0,'24'-2'1667'0'0,"-1"-1"0"0"0,1 0 0 0 0,36-12 1 0 0,-29 7-618 0 0,36-4 1 0 0,-49 11-1901 0 0,0 0 1 0 0,0 1 0 0 0,22 3 0 0 0,-22 0-5669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4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8754 0 0,'27'-2'7782'0'0,"8"-2"-4093"0"0,-8 1-4260 0 0,1 0 1 0 0,0 1-1 0 0,55 5 1 0 0,-40 7-2714 0 0,-21-3-2197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4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 3681 0 0,'17'-7'2219'0'0,"-1"0"0"0"0,1 0 1 0 0,26-5-1 0 0,-21 8-769 0 0,-1 0-1 0 0,35 0 1 0 0,-30 4-2257 0 0,47 6 0 0 0,-44-2-3698 0 0,39 12 0 0 0,-53-11 4327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5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10 10138 0 0,'-9'0'-173'0'0,"-19"-3"9252"0"0,39 0-6325 0 0,-9 2-2437 0 0,3 1-62 0 0,12-2-602 0 0,1 2-1 0 0,-1 0 1 0 0,0 1-1 0 0,27 5 0 0 0,74 20-6599 0 0,-97-21 5319 0 0,6 2-419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25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11058 0 0,'3'0'985'0'0,"1"-1"-793"0"0,0 1-192 0 0,1-1 0 0 0,-1-1 800 0 0,4 1 128 0 0,6 0 16 0 0,9-4 8 0 0,11 1 89 0 0,9-3 15 0 0,3 1 8 0 0,2 0 0 0 0,1-2-1400 0 0,3-2-280 0 0,6-2-56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0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1895 1 7834 0 0,'-5'0'15277'0'0,"-27"3"-15252"0"0,-19 6 154 0 0,-81 25 1 0 0,-22 5 82 0 0,-149-1-264 0 0,85-12 15 0 0,145-20 197 0 0,0-3 1 0 0,-108-9-1 0 0,-74 2-20 0 0,-30 35-510 0 0,274-30 408 0 0,4 0-146 0 0,0 0 1 0 0,0-1 0 0 0,0 1-1 0 0,0-1 1 0 0,0-1 0 0 0,0 0 0 0 0,0 0-1 0 0,0 0 1 0 0,1 0 0 0 0,-14-6-1 0 0,19 7 72 0 0,1 0 0 0 0,0-1 0 0 0,0 1 0 0 0,0 0 0 0 0,-1 0 0 0 0,1 0 0 0 0,0-1 0 0 0,0 1 0 0 0,0 0 0 0 0,0 0 0 0 0,-1-1 0 0 0,1 1 0 0 0,0 0 0 0 0,0-1 0 0 0,0 1 0 0 0,0 0 0 0 0,0 0 0 0 0,0-1 0 0 0,0 1 0 0 0,0 0 0 0 0,0-1 0 0 0,0 1 0 0 0,0 0 0 0 0,0-1 0 0 0,0 1 0 0 0,0 0 0 0 0,0 0 0 0 0,0-1 0 0 0,0 1 0 0 0,0 0 0 0 0,0-1 0 0 0,0 1 0 0 0,1 0 0 0 0,-1 0 0 0 0,0-1 0 0 0,0 1 0 0 0,0 0 0 0 0,1 0 0 0 0,-1-1 0 0 0,0 1 0 0 0,0 0 0 0 0,0 0 0 0 0,1 0 0 0 0,-1 0 0 0 0,0-1-1 0 0,0 1 1 0 0,1 0 0 0 0,-1 0 0 0 0,0 0 0 0 0,1 0 0 0 0,-1 0 0 0 0,0 0 0 0 0,0 0 0 0 0,1-1 0 0 0,0 1 0 0 0,0 2 3 0 0,-1-1 0 0 0,1 0-1 0 0,0 0 1 0 0,0 0 0 0 0,0 1 0 0 0,-1-1-1 0 0,1 0 1 0 0,0 1 0 0 0,-1-1 0 0 0,0 0-1 0 0,1 1 1 0 0,-1-1 0 0 0,0 1 0 0 0,1-1-1 0 0,-1 1 1 0 0,0-1 0 0 0,0 1 0 0 0,0-1-1 0 0,-1 1 1 0 0,1-1 0 0 0,0 0 0 0 0,0 1-1 0 0,-1-1 1 0 0,1 1 0 0 0,-1-1-1 0 0,1 0 1 0 0,-1 1 0 0 0,0-1 0 0 0,-1 2-1 0 0,-2 10 37 0 0,-3 18-28 0 0,2 0 1 0 0,1 1-1 0 0,1-1 1 0 0,2 55-1 0 0,1-11-212 0 0,-14 572 373 0 0,39-1 109 0 0,-11-496-195 0 0,4 41 322 0 0,-8 212 1 0 0,-10-402-425 0 0,0 3-37 0 0,0 0 0 0 0,-1-1 0 0 0,1 1 0 0 0,1 0 0 0 0,-1 0-1 0 0,0 0 1 0 0,1 0 0 0 0,0-1 0 0 0,0 1 0 0 0,1 4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1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367 209 4609 0 0,'-113'32'6586'0'0,"59"-15"-3261"0"0,-89 15-1 0 0,138-31-3027 0 0,0 0 1 0 0,0 0-1 0 0,0 0 1 0 0,1 1-1 0 0,-1-1 0 0 0,0 1 1 0 0,1 1-1 0 0,-5 2 1 0 0,8-5-229 0 0,0 1 0 0 0,1-1 0 0 0,-1 1 0 0 0,0-1 0 0 0,1 1 1 0 0,-1-1-1 0 0,1 1 0 0 0,-1 0 0 0 0,1-1 0 0 0,-1 1 0 0 0,1 0 0 0 0,0-1 0 0 0,-1 1 1 0 0,1 0-1 0 0,0 0 0 0 0,-1-1 0 0 0,1 1 0 0 0,0 0 0 0 0,0 0 0 0 0,0 0 0 0 0,0 1 1 0 0,0-1-34 0 0,0 1 1 0 0,1-1 0 0 0,-1 0 0 0 0,1 0 0 0 0,0 1 0 0 0,-1-1 0 0 0,1 0-1 0 0,0 0 1 0 0,0 0 0 0 0,0 0 0 0 0,0 0 0 0 0,0 0 0 0 0,0 0-1 0 0,0 0 1 0 0,0 0 0 0 0,0 0 0 0 0,2 0 0 0 0,2 2-36 0 0,1 0 1 0 0,-1-1-1 0 0,0 0 1 0 0,0 0 0 0 0,1-1-1 0 0,-1 1 1 0 0,1-1-1 0 0,0-1 1 0 0,-1 1-1 0 0,1-1 1 0 0,7 0-1 0 0,69-8-13 0 0,-54 4 10 0 0,503-95 2 0 0,-141 21 0 0 0,-42 9 314 0 0,170-24 292 0 0,-277 85-298 0 0,-205 8-296 0 0,-24 3-4373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1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43 9674 0 0,'-30'5'2596'0'0,"23"-4"322"0"0,23-4-313 0 0,101-13 1191 0 0,-37 3-3236 0 0,121-4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2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0 920 0 0,'-38'7'21547'0'0,"50"10"-21082"0"0,-10-12-419 0 0,1 0 1 0 0,-1 1 0 0 0,0-1 0 0 0,-1 0 0 0 0,1 0 0 0 0,-1 1-1 0 0,0-1 1 0 0,-1 1 0 0 0,1 8 0 0 0,-5 52 527 0 0,2-37-471 0 0,1 40-103 0 0,4 0 0 0 0,2 0 0 0 0,17 78 0 0 0,-17-120 0 0 0,35 350 118 0 0,-30-234-3 0 0,55 268 0 0 0,-62-401-127 0 0,29 112-366 0 0,31 244 0 0 0,-63-354-41 0 0,0-6-1164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3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5481 6913 0 0,'-4'9'3969'0'0,"17"-12"852"0"0,-7 1-5820 0 0,50-7 3947 0 0,60-2 0 0 0,143 10-2689 0 0,-129 2 87 0 0,91 4 227 0 0,223-10-33 0 0,125-29-46 0 0,-80-3-157 0 0,-105 7-284 0 0,131-13 30 0 0,43-17-83 0 0,531-48 15 0 0,37 30-22 0 0,-472 59 153 0 0,-508 16-132 0 0,318-16-59 0 0,-129 3 18 0 0,128 7 27 0 0,-176-2 0 0 0,-56 1 0 0 0,27-9-16 0 0,9 1-43 0 0,-159 15 43 0 0,-15-1-2 0 0,174 16-1 0 0,-236-8 69 0 0,-10-2 55 0 0,1 1 1 0 0,-1 1-1 0 0,0 1 0 0 0,23 9 0 0 0,-43-14-104 0 0,0 1-1 0 0,-1-1 1 0 0,1 1-1 0 0,0-1 1 0 0,0 0-1 0 0,-1 0 0 0 0,1 1 1 0 0,0-1-1 0 0,0 0 1 0 0,0 0-1 0 0,0 0 1 0 0,-1 0-1 0 0,1 0 1 0 0,0 0-1 0 0,0 0 1 0 0,0 0-1 0 0,0 0 1 0 0,-1-1-1 0 0,1 1 1 0 0,0 0-1 0 0,0 0 1 0 0,0-1-1 0 0,-1 1 1 0 0,1 0-1 0 0,0-1 1 0 0,0 1-1 0 0,-1-1 1 0 0,1 1-1 0 0,0-1 1 0 0,-1 1-1 0 0,1-1 1 0 0,-1 0-1 0 0,1 1 1 0 0,-1-1-1 0 0,1 0 1 0 0,-1 1-1 0 0,1-1 0 0 0,-1 0 1 0 0,0 0-1 0 0,1 0 1 0 0,-1 1-1 0 0,0-1 1 0 0,0 0-1 0 0,1 0 1 0 0,-1 0-1 0 0,0 1 1 0 0,0-3-1 0 0,1-5 7 0 0,-1-1 0 0 0,0 0 0 0 0,0 1 0 0 0,-2-10 0 0 0,0 1-1 0 0,7-150 123 0 0,0 75 27 0 0,-11-117-1 0 0,-6 80-114 0 0,-51-420 372 0 0,-23-267-1067 0 0,34 277 459 0 0,-3-49-351 0 0,10-142 11 0 0,35 603 531 0 0,7 35 132 0 0,3-1 1 0 0,5 1 0 0 0,3 0-1 0 0,5 0 1 0 0,3 1-1 0 0,38-118 1 0 0,-44 175 35 0 0,2 1-1 0 0,1 0 1 0 0,24-45 0 0 0,-32 66-395 0 0,-9 8-782 0 0,3 4 722 0 0,0 0 0 0 0,-1 1 0 0 0,1-1 0 0 0,0 1 1 0 0,0-1-1 0 0,-1 1 0 0 0,1-1 0 0 0,0 1 0 0 0,0 0 0 0 0,0 0 1 0 0,0-1-1 0 0,0 1 0 0 0,-1 1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4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296 308 2761 0 0,'-23'-8'949'0'0,"0"-1"1"0"0,1-1 0 0 0,-37-22-1 0 0,33 17 447 0 0,1 2 1 0 0,-31-11-1 0 0,50 21-685 0 0,-1 1 0 0 0,1-1 0 0 0,0 0 1 0 0,0 0-1 0 0,0-1 0 0 0,0 0 0 0 0,0 0 1 0 0,-6-6-1 0 0,14 12-588 0 0,1-1 0 0 0,0 0 1 0 0,-1 1-1 0 0,1-1 0 0 0,0 0 0 0 0,0 0 0 0 0,-1 0 1 0 0,1-1-1 0 0,0 1 0 0 0,0-1 0 0 0,0 1 0 0 0,6-1 1 0 0,49-1 25 0 0,-27-1 243 0 0,343-16 166 0 0,-124 3-856 0 0,140-31 968 0 0,-228 22 40 0 0,-13-3-360 0 0,52-5 1665 0 0,-181 28-1928 0 0,-17 3-261 0 0,0 0 0 0 0,0 1 0 0 0,0-1 0 0 0,0 1 0 0 0,0-1 0 0 0,0 1 0 0 0,1 0-1 0 0,-1 0 1 0 0,5 1 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33 3681 0 0,'-219'47'14960'0'0,"223"-49"-14525"0"0,9-1-89 0 0,0 0 1 0 0,1 1-1 0 0,-1 0 0 0 0,0 1 1 0 0,1 0-1 0 0,13 2 0 0 0,48-5 227 0 0,30-6-208 0 0,180 7 0 0 0,-51 3 133 0 0,-115 0-241 0 0,-73 2-52 0 0,0-3 0 0 0,88-11 0 0 0,-133 11-206 0 0,34-8-412 0 0,-34 8 393 0 0,0 1-1 0 0,0 0 1 0 0,0 0 0 0 0,-1-1-1 0 0,1 1 1 0 0,0-1-1 0 0,0 1 1 0 0,0 0 0 0 0,0-1-1 0 0,-1 0 1 0 0,1 1-1 0 0,0-1 1 0 0,0 1 0 0 0,-1-1-1 0 0,1 0 1 0 0,0 0-1 0 0,-1 1 1 0 0,1-1 0 0 0,-1 0-1 0 0,1 0 1 0 0,-1 0-1 0 0,0 0 1 0 0,1 0 0 0 0,-1 1-1 0 0,0-1 1 0 0,1 0-1 0 0,-1 0 1 0 0,0 0 0 0 0,0 0-1 0 0,0 0 1 0 0,0-1-1 0 0,-1-4-544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47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83 195 5617 0 0,'-3'-1'130'0'0,"1"0"0"0"0,-1-1 0 0 0,1 1 0 0 0,0-1 0 0 0,-1 1 0 0 0,1-1 0 0 0,0 0 0 0 0,0 0 0 0 0,0 0 0 0 0,0 0 0 0 0,1 0 0 0 0,-1 0 0 0 0,-2-4 0 0 0,2 1 1133 0 0,1-1 0 0 0,-1 1 0 0 0,1 0 0 0 0,0 0 0 0 0,0-10 0 0 0,0 4 758 0 0,-8-30 4341 0 0,1 3-4935 0 0,-1 13-1246 0 0,2 15 100 0 0,7 10-268 0 0,0 0 0 0 0,-1-1 0 0 0,1 1 0 0 0,0 0 1 0 0,0 0-1 0 0,0 0 0 0 0,-1 0 0 0 0,1 0 1 0 0,0 0-1 0 0,0 0 0 0 0,-1 0 0 0 0,1 0 0 0 0,0 0 1 0 0,0 0-1 0 0,-1 0 0 0 0,1 1 0 0 0,0-1 0 0 0,0 0 1 0 0,0 0-1 0 0,-1 0 0 0 0,1 0 0 0 0,0 0 0 0 0,0 0 1 0 0,0 0-1 0 0,-1 1 0 0 0,1-1 0 0 0,0 0 0 0 0,0 0 1 0 0,0 0-1 0 0,0 0 0 0 0,-1 1 0 0 0,1-1 1 0 0,0 0-1 0 0,0 0 0 0 0,0 0 0 0 0,0 1 0 0 0,0-1 1 0 0,0 0-1 0 0,0 0 0 0 0,-1 1 0 0 0,1 7 37 0 0,0 1-1 0 0,0-1 1 0 0,1 1-1 0 0,0-1 1 0 0,0 0-1 0 0,4 15 1 0 0,-1-6 197 0 0,40 174-159 0 0,-27-129-72 0 0,-3 1 0 0 0,10 93 0 0 0,-16-58-16 0 0,22 98 0 0 0,-23-170-11 0 0,0-1 1 0 0,16 35-1 0 0,-12-36 0 0 0,-2 1 1 0 0,10 40-1 0 0,-12 17 144 0 0,-7-64-78 0 0,2-1 0 0 0,0 1 0 0 0,0 0 0 0 0,7 20 0 0 0,11 12-725 0 0,-10-29-6799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1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0 133 7370 0 0,'6'3'6022'0'0,"14"-5"-3924"0"0,22-4-722 0 0,216-34 3623 0 0,-140 25-4256 0 0,125-33 1 0 0,-219 43-724 0 0,-18 5-92 0 0,0-1 0 0 0,-1 0 0 0 0,1 0 0 0 0,-1-1 1 0 0,0 1-1 0 0,1-1 0 0 0,-1 0 0 0 0,0 0 0 0 0,8-6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1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4 5185 0 0,'-46'-3'2345'0'0,"-4"3"12954"0"0,54 7-13955 0 0,3 26-1133 0 0,-1 1-1 0 0,-2 0 0 0 0,0 67 1 0 0,-4-53 40 0 0,11 65 0 0 0,-8-95-267 0 0,-2-5-378 0 0,1-1 1 0 0,0 1-1 0 0,1-1 1 0 0,1 1-1 0 0,0-1 1 0 0,0 0-1 0 0,1 0 1 0 0,12 20-1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2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 1625 5065 0 0,'1'1'297'0'0,"-1"1"0"0"0,1 0-1 0 0,-1-1 1 0 0,0 1 0 0 0,1 0-1 0 0,-1 0 1 0 0,0 0 0 0 0,0-1 0 0 0,0 1-1 0 0,0 0 1 0 0,0 0 0 0 0,-1 0 0 0 0,1-1-1 0 0,0 1 1 0 0,-1 0 0 0 0,0-1 0 0 0,1 1-1 0 0,-1 0 1 0 0,0-1 0 0 0,0 1 0 0 0,-1 2-1 0 0,0-1-86 0 0,0-1 0 0 0,1 0 0 0 0,-1 0-1 0 0,0 0 1 0 0,0 0 0 0 0,0 0 0 0 0,0 0-1 0 0,-1-1 1 0 0,1 1 0 0 0,0-1 0 0 0,-1 1-1 0 0,1-1 1 0 0,-4 2 0 0 0,5-3-136 0 0,0 0 1 0 0,0 0-1 0 0,1 0 0 0 0,-1 0 1 0 0,0 0-1 0 0,0 0 0 0 0,0-1 1 0 0,1 1-1 0 0,-1 0 0 0 0,0 0 1 0 0,0-1-1 0 0,1 1 1 0 0,-1 0-1 0 0,0-1 0 0 0,0 1 1 0 0,1 0-1 0 0,-1-1 0 0 0,0 1 1 0 0,1-1-1 0 0,-1 1 0 0 0,1-1 1 0 0,-1 0-1 0 0,1 1 1 0 0,-1-1-1 0 0,1 0 0 0 0,-1 1 1 0 0,1-1-1 0 0,0 0 0 0 0,-1 1 1 0 0,1-1-1 0 0,0 0 0 0 0,-1 0 1 0 0,1 0-1 0 0,-9-34 1211 0 0,5 22-887 0 0,-110-307 1801 0 0,93 250-2032 0 0,3 0 0 0 0,3-2 0 0 0,4 0-1 0 0,2 0 1 0 0,3 0 0 0 0,4-1-1 0 0,3 0 1 0 0,3 0 0 0 0,17-93 0 0 0,-13 130-133 0 0,2 1 1 0 0,2 0 0 0 0,1 1 0 0 0,1 0 0 0 0,2 2 0 0 0,1-1 0 0 0,2 2 0 0 0,41-53 0 0 0,-47 67-39 0 0,1 1-1 0 0,1 0 0 0 0,1 1 1 0 0,0 0-1 0 0,1 1 1 0 0,0 1-1 0 0,1 1 0 0 0,20-10 1 0 0,-34 20-652 0 0,-10 6-1419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2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 56 1840 0 0,'-3'-3'297'0'0,"-1"0"-1"0"0,1 0 1 0 0,-1 1-1 0 0,0 0 0 0 0,0 0 1 0 0,0 0-1 0 0,0 0 1 0 0,0 0-1 0 0,-1 1 0 0 0,1 0 1 0 0,0 0-1 0 0,-1 0 0 0 0,1 0 1 0 0,-1 1-1 0 0,1 0 1 0 0,-1 0-1 0 0,1 0 0 0 0,-1 0 1 0 0,1 1-1 0 0,-6 1 1 0 0,-12 3 1917 0 0,1 0 1 0 0,0 2 0 0 0,-19 9 0 0 0,9-4-1217 0 0,16-4-84 0 0,21-4-399 0 0,-2-4-474 0 0,0 1 0 0 0,0-1 0 0 0,-1-1 0 0 0,1 1 0 0 0,0 0 0 0 0,7-3 0 0 0,58-22 663 0 0,-40 13-469 0 0,2 1 0 0 0,54-11 0 0 0,-53 16-44 0 0,-23 3-40 0 0,1 1-1 0 0,-1 0 1 0 0,1 1-1 0 0,0 0 1 0 0,0 0-1 0 0,0 1 1 0 0,10 1-1 0 0,-19 0-138 0 0,0-1 0 0 0,0 1 0 0 0,0 0 0 0 0,0-1 0 0 0,0 1 0 0 0,0 0 0 0 0,0 0 0 0 0,0 0 0 0 0,0 0 0 0 0,0 0 0 0 0,0 0 0 0 0,0 0 0 0 0,0 0 0 0 0,-1 0 0 0 0,1 0 0 0 0,-1 0 0 0 0,1 0 0 0 0,-1 1 0 0 0,1-1 0 0 0,-1 0 0 0 0,1 0-1 0 0,-1 1 1 0 0,0-1 0 0 0,0 0 0 0 0,0 1 0 0 0,0-1 0 0 0,0 0 0 0 0,0 1 0 0 0,0-1 0 0 0,0 0 0 0 0,0 0 0 0 0,-1 1 0 0 0,1-1 0 0 0,-1 2 0 0 0,-13 51 176 0 0,12-49-152 0 0,-6 17 38 0 0,5-15-36 0 0,0 1 0 0 0,0 0 0 0 0,1-1 0 0 0,0 1 0 0 0,0 0 0 0 0,1 0 0 0 0,0 1 0 0 0,0 8 0 0 0,4-3-38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6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5985 0 0,'8'10'9377'0'0,"6"-8"-8540"0"0,-1-2-1 0 0,0 0 1 0 0,0 0 0 0 0,0-1-1 0 0,23-5 1 0 0,40-2 1450 0 0,-68 8-4873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19:58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21 2304 0 0,'-19'8'2461'0'0,"0"-1"0"0"0,-26 7 0 0 0,3-2 3967 0 0,86-16-1582 0 0,7-1-4642 0 0,68-11 608 0 0,129 0 0 0 0,-198 15-639 0 0,0-2 1 0 0,70-13-1 0 0,-94 16 252 0 0,-18 2-2137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1.6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11246 1 4609 0 0,'-18'-1'466'0'0,"10"1"2331"0"0,20 3 509 0 0,-7-1-2645 0 0,20 9 90 0 0,0 1 0 0 0,-1 1 0 0 0,-1 1 0 0 0,0 2 0 0 0,22 18 0 0 0,0 5-312 0 0,55 61-1 0 0,-70-65-275 0 0,-1 2-1 0 0,-2 1 1 0 0,27 50-1 0 0,54 129 55 0 0,-54-104-38 0 0,-13-23 254 0 0,57 188-1 0 0,-2 106 733 0 0,-55-210-577 0 0,3 28-9 0 0,19 239 0 0 0,-24 210-626 0 0,-38-536 47 0 0,-5 0 0 0 0,-4-1 0 0 0,-6 0 0 0 0,-34 134 0 0 0,-6-13 0 0 0,-78 285 0 0 0,108-450 6 0 0,-67 131 1 0 0,-55 55-172 0 0,79-147 107 0 0,-97 121 0 0 0,122-180 41 0 0,-3-1 0 0 0,-1-2 0 0 0,-2-2 0 0 0,-66 46 1 0 0,9-18-88 0 0,-3-5 0 0 0,-130 61 0 0 0,51-43-593 0 0,-288 90 1 0 0,308-123 186 0 0,-119 33 9 0 0,-155 43-401 0 0,-5 1 199 0 0,-412 107-4114 0 0,-993 219 1523 0 0,1292-352 3114 0 0,-10-30-1194 0 0,-4-28 620 0 0,227-20 113 0 0,-1114 20 3707 0 0,1239-60-2832 0 0,2-9 0 0 0,-324-78-1 0 0,103-18 71 0 0,333 82-52 0 0,2-4 0 0 0,-102-57-1 0 0,108 46-61 0 0,-86-49 1063 0 0,156 83-574 0 0,2-1 1 0 0,1-2-1 0 0,0 0 1 0 0,-30-35-1 0 0,36 33-130 0 0,1-2 1 0 0,2 0-1 0 0,0-1 0 0 0,2-1 0 0 0,1 0 1 0 0,-19-52-1 0 0,26 61-123 0 0,-1 0 1 0 0,-1 0-1 0 0,-16-24 1 0 0,21 36-548 0 0,0 0-1 0 0,0 1 1 0 0,0 0 0 0 0,-1 0 0 0 0,0 0-1 0 0,0 0 1 0 0,0 1 0 0 0,-1 0-1 0 0,0 0 1 0 0,0 0 0 0 0,0 1-1 0 0,0 0 1 0 0,-10-4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04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42 2761 0 0,'-9'10'16979'0'0,"7"-9"-16855"0"0,0-1-1 0 0,0 0 1 0 0,1 1 0 0 0,-1-1-1 0 0,0 1 1 0 0,1-1-1 0 0,-1 1 1 0 0,0 0 0 0 0,1 0-1 0 0,-1 0 1 0 0,1 0-1 0 0,-1 0 1 0 0,1 0 0 0 0,0 0-1 0 0,-1 1 1 0 0,1-1-1 0 0,-1 2 1 0 0,-4 3 116 0 0,-4 5-58 0 0,1 1-1 0 0,0-1 1 0 0,1 1 0 0 0,1 1 0 0 0,0 0 0 0 0,0 0 0 0 0,1 0 0 0 0,1 1 0 0 0,-7 26-1 0 0,7-16-89 0 0,0 0-1 0 0,2 0 0 0 0,0 0 0 0 0,2 0 0 0 0,2 29 1 0 0,-1-50-77 0 0,0 0 0 0 0,0 0 0 0 0,1 0 1 0 0,-1 1-1 0 0,1-1 0 0 0,0 0 0 0 0,0 0 1 0 0,0 0-1 0 0,0 0 0 0 0,0 0 0 0 0,1 0 1 0 0,-1-1-1 0 0,1 1 0 0 0,0 0 1 0 0,0-1-1 0 0,0 1 0 0 0,4 3 0 0 0,-11-39-541 0 0,0 1 426 0 0,0-1 1 0 0,3 0-1 0 0,0 1 1 0 0,6-64-1 0 0,0 70 299 0 0,10-38 0 0 0,-14 62-197 0 0,1 0 10 0 0,0-1 0 0 0,0 1 0 0 0,0-1 0 0 0,0 1-1 0 0,0 0 1 0 0,1-1 0 0 0,-1 1 0 0 0,1 0 0 0 0,0 0 0 0 0,-1 0-1 0 0,1 0 1 0 0,0 0 0 0 0,0 0 0 0 0,0 1 0 0 0,0-1 0 0 0,1 1 0 0 0,-1-1-1 0 0,0 1 1 0 0,1 0 0 0 0,-1 0 0 0 0,1 0 0 0 0,-1 0 0 0 0,1 0-1 0 0,-1 0 1 0 0,1 1 0 0 0,0 0 0 0 0,-1-1 0 0 0,1 1 0 0 0,4 0 0 0 0,1 0 6 0 0,-1 1 0 0 0,1-1 0 0 0,-1 1 0 0 0,1 1 0 0 0,-1-1 0 0 0,0 1 0 0 0,0 0 0 0 0,0 1 0 0 0,9 4 0 0 0,9 4-9 0 0,0-1 0 0 0,1-1 0 0 0,0-2 0 0 0,1 0 0 0 0,-1-2 0 0 0,30 2 0 0 0,44 10-8 0 0,-97-16-1 0 0,-1 0 0 0 0,1-1 0 0 0,-1 1 0 0 0,1-1 0 0 0,0 1 0 0 0,-1-1 0 0 0,1 0 0 0 0,0 0 0 0 0,-1-1 0 0 0,1 1 0 0 0,0 0 0 0 0,-1-1 0 0 0,1 1 0 0 0,-1-1 0 0 0,4-1 0 0 0,-6 1-4 0 0,0 1-1 0 0,0 0 1 0 0,0-1-1 0 0,0 1 1 0 0,0-1-1 0 0,-1 1 1 0 0,1 0-1 0 0,0-1 1 0 0,0 1-1 0 0,0 0 1 0 0,0-1-1 0 0,0 1 1 0 0,-1 0-1 0 0,1 0 1 0 0,0-1-1 0 0,0 1 1 0 0,-1 0-1 0 0,1 0 1 0 0,0-1-1 0 0,0 1 1 0 0,-1 0-1 0 0,1 0 0 0 0,0-1 1 0 0,-1 1-1 0 0,1 0 1 0 0,0 0-1 0 0,-1 0 1 0 0,1 0-1 0 0,0 0 1 0 0,-1 0-1 0 0,1 0 1 0 0,0-1-1 0 0,-1 1 1 0 0,1 0-1 0 0,-1 0 1 0 0,1 0-1 0 0,0 0 1 0 0,-1 1-1 0 0,-95-29-527 0 0,70 22 327 0 0,0-1-1 0 0,1-1 0 0 0,0-2 1 0 0,-31-15-1 0 0,43 17 207 0 0,-3-2 9 0 0,-1 1 0 0 0,0 1-1 0 0,-26-9 1 0 0,39 15-8 0 0,-1 1-1 0 0,1 0 1 0 0,-1 0 0 0 0,0 0-1 0 0,0 1 1 0 0,0 0 0 0 0,1-1-1 0 0,-1 2 1 0 0,0-1 0 0 0,0 0-1 0 0,0 1 1 0 0,1 0 0 0 0,-1 0 0 0 0,0 1-1 0 0,1-1 1 0 0,-1 1 0 0 0,1 0-1 0 0,-8 4 1 0 0,52 6 265 0 0,-7-6-148 0 0,0-1 0 0 0,0-1 1 0 0,1-2-1 0 0,41-2 1 0 0,-27 0 52 0 0,52 6 0 0 0,56 5-172 0 0,-193-5 0 0 0,8-6-163 0 0,0-1 0 0 0,-33-7 0 0 0,31 4-45 0 0,-39-2 0 0 0,42 7 142 0 0,0 1 1 0 0,0 1 0 0 0,0 1-1 0 0,0 2 1 0 0,1 0 0 0 0,-1 2-1 0 0,2 1 1 0 0,-1 2 0 0 0,1 0-1 0 0,1 2 1 0 0,-41 26 0 0 0,64-38 34 0 0,0 0 0 0 0,1 1 0 0 0,-1-1 0 0 0,1 0 0 0 0,-1 1 0 0 0,1-1 0 0 0,0 0 1 0 0,0 1-1 0 0,-1 0 0 0 0,1-1 0 0 0,0 1 0 0 0,-1 2 0 0 0,2-3 17 0 0,0-1-1 0 0,0 1 0 0 0,0 0 0 0 0,0 0 0 0 0,0 0 0 0 0,0-1 1 0 0,0 1-1 0 0,0 0 0 0 0,0 0 0 0 0,0-1 0 0 0,0 1 1 0 0,0 0-1 0 0,0 0 0 0 0,1-1 0 0 0,-1 1 0 0 0,0 0 1 0 0,1 0-1 0 0,-1-1 0 0 0,0 1 0 0 0,1-1 0 0 0,0 2 1 0 0,3 2-39 0 0,0-1 0 0 0,1 1 0 0 0,-1-1 0 0 0,1 0 1 0 0,-1 0-1 0 0,1-1 0 0 0,5 3 0 0 0,-4-2 22 0 0,-1-2-6 0 0,-1 1-1 0 0,1-1 1 0 0,-1 0 0 0 0,1-1-1 0 0,-1 1 1 0 0,1-1-1 0 0,0 0 1 0 0,-1 0 0 0 0,1 0-1 0 0,0 0 1 0 0,-1-1-1 0 0,1 0 1 0 0,-1 0 0 0 0,1 0-1 0 0,6-3 1 0 0,10-4-295 0 0,36-20-1 0 0,-50 24 321 0 0,12-8 365 0 0,-16 10-241 0 0,0-1 1 0 0,0 1-1 0 0,0 0 1 0 0,1 0-1 0 0,-1 0 1 0 0,1 1-1 0 0,0-1 1 0 0,-1 1-1 0 0,1 0 1 0 0,6-2-1 0 0,-10 5-96 0 0,0 0 1 0 0,0 0-1 0 0,0 0 1 0 0,0 0-1 0 0,-1-1 1 0 0,1 1-1 0 0,-1 0 1 0 0,1 0-1 0 0,-1-1 1 0 0,1 1-1 0 0,-1 0 1 0 0,0-1-1 0 0,0 1 0 0 0,-2 1 1 0 0,3-2-24 0 0,-9 14-73 0 0,-1 0 0 0 0,0-1 0 0 0,-1 0 0 0 0,-1 0 0 0 0,0-2 0 0 0,-25 21 1 0 0,-5 7-634 0 0,111-117-641 0 0,17-17 2430 0 0,-73 82-753 0 0,1 0-1 0 0,0 1 1 0 0,1 0-1 0 0,30-16 1 0 0,-45 27-315 0 0,0 0 0 0 0,0 0 1 0 0,0 0-1 0 0,0 0 0 0 0,0 0 0 0 0,0 0 1 0 0,0 0-1 0 0,-1 0 0 0 0,1 0 0 0 0,0 0 1 0 0,0 0-1 0 0,0 1 0 0 0,0-1 0 0 0,0 0 1 0 0,0 0-1 0 0,0 0 0 0 0,0 0 1 0 0,0 0-1 0 0,0 0 0 0 0,0 0 0 0 0,0 0 1 0 0,1 0-1 0 0,-1 0 0 0 0,0 0 0 0 0,0 0 1 0 0,0 1-1 0 0,0-1 0 0 0,0 0 0 0 0,0 0 1 0 0,0 0-1 0 0,0 0 0 0 0,0 0 0 0 0,0 0 1 0 0,0 0-1 0 0,0 0 0 0 0,0 0 1 0 0,0 0-1 0 0,0 0 0 0 0,0 0 0 0 0,0 0 1 0 0,0 0-1 0 0,0 0 0 0 0,1 0 0 0 0,-1 0 1 0 0,0 0-1 0 0,0 0 0 0 0,0 0 0 0 0,0 0 1 0 0,0 0-1 0 0,0 0 0 0 0,-9 13 100 0 0,-12 11-89 0 0,-81 65 107 0 0,66-61-41 0 0,-50 53 0 0 0,82-75-309 0 0,6-4-371 0 0,17-9-1250 0 0,24-16-1264 0 0,-2-3-207 0 0,-27 15-1798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59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46 920 0 0,'-22'5'-277'0'0,"-13"2"12372"0"0,62-14-11070 0 0,29-8 0 0 0,-1 3-1 0 0,2 2 1 0 0,-1 3 0 0 0,102 0 0 0 0,-144 8-1152 0 0,31 4-4959 0 0,-37-4 3463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0:59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5985 0 0,'-3'3'17844'0'0,"2"8"-20439"0"0,1-2 2777 0 0,0-1 1 0 0,1 1-1 0 0,-1-1 0 0 0,2 1 1 0 0,-1-1-1 0 0,1 1 1 0 0,4 9-1 0 0,4 25 26 0 0,-2 16-172 0 0,-4-15 23 0 0,3 0-1 0 0,14 48 1 0 0,-18-83-319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02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166 214 4609 0 0,'-9'4'468'0'0,"0"0"0"0"0,0 0 1 0 0,0 1-1 0 0,1 0 0 0 0,0 1 0 0 0,-1 0 0 0 0,-9 10 0 0 0,-7 4 1072 0 0,15-13-617 0 0,3-2 103 0 0,-1 0-1 0 0,2 0 1 0 0,-1 1-1 0 0,-8 8 1 0 0,14-13-907 0 0,0 0 1 0 0,1 0-1 0 0,-1-1 1 0 0,0 1-1 0 0,1 0 1 0 0,-1 0-1 0 0,0 0 1 0 0,1 0-1 0 0,-1 0 1 0 0,1 0-1 0 0,-1 0 1 0 0,1 1-1 0 0,0-1 1 0 0,0 0-1 0 0,-1 0 1 0 0,1 0-1 0 0,0 0 1 0 0,0 0-1 0 0,0 1 1 0 0,0-1-1 0 0,0 0 1 0 0,0 0-1 0 0,1 0 1 0 0,-1 0-1 0 0,0 0 1 0 0,0 0-1 0 0,1 1 1 0 0,-1-1-1 0 0,1 0 1 0 0,-1 0-1 0 0,1 0 1 0 0,0 0-1 0 0,-1 0 1 0 0,1 0-1 0 0,0-1 1 0 0,-1 1-1 0 0,1 0 1 0 0,0 0-1 0 0,0 0 1 0 0,1 0-1 0 0,0 0-47 0 0,0 0-1 0 0,0 0 0 0 0,0 0 1 0 0,-1-1-1 0 0,1 1 0 0 0,0 0 1 0 0,0-1-1 0 0,1 0 0 0 0,-1 1 0 0 0,0-1 1 0 0,0 0-1 0 0,0 0 0 0 0,0 0 1 0 0,0 0-1 0 0,0-1 0 0 0,0 1 0 0 0,0-1 1 0 0,3 0-1 0 0,43-18 208 0 0,-27 11-152 0 0,42-11 1 0 0,1 3 0 0 0,124-16 0 0 0,-89 16-145 0 0,-62 8 11 0 0,0 2 0 0 0,56-2 0 0 0,62 17 10 0 0,-54-2 83 0 0,78-7 63 0 0,-71-2-92 0 0,-89 2-46 0 0,0 1 1 0 0,0 0-1 0 0,-1 2 1 0 0,1 0-1 0 0,35 11 1 0 0,-54-14-18 0 0,1 1 1 0 0,0-1-1 0 0,0 0 1 0 0,-1 1-1 0 0,1-1 1 0 0,0 0-1 0 0,0 0 1 0 0,0 0-1 0 0,0 0 1 0 0,-1 0-1 0 0,1 0 0 0 0,0 0 1 0 0,0 0-1 0 0,0 0 1 0 0,0 0-1 0 0,0 0 1 0 0,-1 0-1 0 0,1-1 1 0 0,0 1-1 0 0,0 0 1 0 0,-1-1-1 0 0,1 1 1 0 0,0 0-1 0 0,0-1 1 0 0,-1 1-1 0 0,1-1 1 0 0,0 1-1 0 0,0-2 1 0 0,-1 2-3 0 0,0-1 0 0 0,0 0 0 0 0,0 1 0 0 0,0-1 0 0 0,0 0 0 0 0,0 1 0 0 0,0-1-1 0 0,0 0 1 0 0,0 1 0 0 0,0-1 0 0 0,0 0 0 0 0,-1 1 0 0 0,1-1 0 0 0,0 1 0 0 0,0-1 0 0 0,-1 0 0 0 0,1 1 0 0 0,0-1 0 0 0,-1 1 0 0 0,1-1 0 0 0,-1 1 0 0 0,1-1 0 0 0,-1 1 0 0 0,1-1 0 0 0,-1 1 0 0 0,1-1 0 0 0,-1 1 0 0 0,1 0 0 0 0,-1-1 0 0 0,1 1 0 0 0,-1 0 0 0 0,0 0 0 0 0,1-1 0 0 0,-1 1 0 0 0,0 0 0 0 0,-41-17 40 0 0,32 13-49 0 0,0 0 0 0 0,0 0 0 0 0,-15-10 0 0 0,21 12 18 0 0,1-1 0 0 0,0 1 0 0 0,0-1-1 0 0,0 0 1 0 0,1 0 0 0 0,-1 0 0 0 0,1 0 0 0 0,0 0 0 0 0,0 0 0 0 0,0-1-1 0 0,0 1 1 0 0,0-1 0 0 0,1 0 0 0 0,-2-4 0 0 0,2 5-2 0 0,0 0 0 0 0,0-1 1 0 0,0 1-1 0 0,-1 0 0 0 0,1 0 0 0 0,-1 0 1 0 0,0 0-1 0 0,0 0 0 0 0,0 0 0 0 0,0 1 0 0 0,0-1 1 0 0,-1 0-1 0 0,-3-2 0 0 0,0 1 64 0 0,0 1-1 0 0,0 0 1 0 0,0 1 0 0 0,0-1-1 0 0,-9-1 1 0 0,-1-1 15 0 0,15 4-79 0 0,0 1 0 0 0,1 0 0 0 0,-1-1 0 0 0,0 1 0 0 0,0-1 0 0 0,0 1 1 0 0,1-1-1 0 0,-1 1 0 0 0,0-1 0 0 0,1 1 0 0 0,-1-1 0 0 0,0 0 0 0 0,1 1 0 0 0,-1-1 0 0 0,1 0 0 0 0,-1 0 0 0 0,1 0 0 0 0,-1 1 0 0 0,1-1 1 0 0,0 0-1 0 0,-1 0 0 0 0,1 0 0 0 0,0 0 0 0 0,0 0 0 0 0,-1 1 0 0 0,1-1 0 0 0,0 0 0 0 0,0 0 0 0 0,0 0 0 0 0,0-1 0 0 0,0 1 8 0 0,1 0 0 0 0,-1 0 0 0 0,0 0 0 0 0,-1 0 0 0 0,1 0 0 0 0,0 0 0 0 0,0 0 0 0 0,0 1 0 0 0,0-1 0 0 0,-1 0 0 0 0,1 0 0 0 0,0 0 0 0 0,-1 0 0 0 0,1 1 0 0 0,-1-1 0 0 0,1 0 1 0 0,-1 0-1 0 0,1 1 0 0 0,-1-1 0 0 0,0 0 0 0 0,1 1 0 0 0,-1-1 0 0 0,0 0 0 0 0,1 1 0 0 0,-1-1 0 0 0,0 1 0 0 0,0-1 0 0 0,1 1 0 0 0,-1 0 0 0 0,0-1 0 0 0,0 1 0 0 0,0 0 0 0 0,0 0 0 0 0,0-1 0 0 0,0 1 0 0 0,1 0 0 0 0,-1 0 0 0 0,-1 0 0 0 0,1 0 3 0 0,0 0 0 0 0,0 0 0 0 0,-1 0 0 0 0,1-1 0 0 0,0 1 0 0 0,0 0 0 0 0,0 0 0 0 0,0-1 0 0 0,0 1 0 0 0,1-1 0 0 0,-1 1 0 0 0,0-1 0 0 0,0 1 0 0 0,0-1 0 0 0,0 0 0 0 0,0 1 0 0 0,1-1 0 0 0,-1 0 0 0 0,0 0 0 0 0,0 0 0 0 0,1 1 0 0 0,-1-1 0 0 0,1 0 0 0 0,-1 0 0 0 0,1 0 0 0 0,-1 0 0 0 0,1 0 0 0 0,0 0 0 0 0,-1 0 0 0 0,1 0 0 0 0,0 0 0 0 0,0-2 0 0 0,-1 1 63 0 0,1 1 0 0 0,-1-1 1 0 0,1 0-1 0 0,-1 1 1 0 0,1-1-1 0 0,-1 0 1 0 0,0 1-1 0 0,0-1 1 0 0,0 1-1 0 0,0-1 1 0 0,-2-1-1 0 0,74 14 716 0 0,-42 3-801 0 0,-1 1 0 0 0,0 1 1 0 0,-1 2-1 0 0,-1 0 0 0 0,24 24 0 0 0,-50-42 12 0 0,5 4-13 0 0,-1 1 0 0 0,1-1 1 0 0,0-1-1 0 0,0 1 0 0 0,0-1 1 0 0,0 1-1 0 0,1-1 0 0 0,-1-1 1 0 0,1 1-1 0 0,7 1 0 0 0,-27-8-81 0 0,-1 0-1 0 0,0-1 0 0 0,1-1 1 0 0,0-1-1 0 0,0 0 0 0 0,-23-16 0 0 0,29 17 100 0 0,-1 1-1 0 0,1 1 0 0 0,-1-1 1 0 0,0 1-1 0 0,0 1 0 0 0,0-1 0 0 0,0 2 1 0 0,-19-4-1 0 0,1 3-187 0 0,-52-1-1 0 0,93 4 182 0 0,-1 1 1 0 0,0 1-1 0 0,0 0 0 0 0,0 0 1 0 0,0 1-1 0 0,0 1 1 0 0,-1 0-1 0 0,1 1 0 0 0,-1 0 1 0 0,0 1-1 0 0,0 0 0 0 0,-1 1 1 0 0,0 0-1 0 0,0 1 1 0 0,-1 0-1 0 0,19 19 0 0 0,-21-20-5 0 0,1 0-1 0 0,0 0 0 0 0,0-1 1 0 0,0 0-1 0 0,1-1 0 0 0,0 0 1 0 0,0-1-1 0 0,0 1 1 0 0,0-2-1 0 0,1 0 0 0 0,10 2 1 0 0,20 7 13 0 0,-40-12-6 0 0,0 0 0 0 0,0 0 0 0 0,-1 1 0 0 0,1-1 0 0 0,0 0 0 0 0,0 0 0 0 0,0 1 0 0 0,-1-1 0 0 0,1 0 1 0 0,0 1-1 0 0,0-1 0 0 0,-1 0 0 0 0,1 1 0 0 0,0-1 0 0 0,-1 1 0 0 0,1 0 0 0 0,0-1 0 0 0,-1 1 0 0 0,1-1 0 0 0,-1 1 0 0 0,1 0 0 0 0,-1-1 0 0 0,1 1 0 0 0,-1 0 0 0 0,0 0 0 0 0,1 0 0 0 0,-1-1 0 0 0,1 2 0 0 0,-2-1 9 0 0,1 0 0 0 0,0-1 1 0 0,-1 1-1 0 0,1 0 0 0 0,-1-1 0 0 0,1 1 0 0 0,-1 0 1 0 0,0-1-1 0 0,1 1 0 0 0,-1-1 0 0 0,1 1 0 0 0,-1-1 0 0 0,0 0 1 0 0,1 1-1 0 0,-1-1 0 0 0,0 0 0 0 0,0 1 0 0 0,1-1 1 0 0,-1 0-1 0 0,0 0 0 0 0,0 1 0 0 0,0-1 0 0 0,-24 6-40 0 0,0 1-1 0 0,1 2 0 0 0,0 0 0 0 0,1 2 0 0 0,0 1 1 0 0,1 0-1 0 0,0 2 0 0 0,1 0 0 0 0,0 1 0 0 0,-26 27 1 0 0,46-42 1 0 0,0 1 0 0 0,1-1 0 0 0,-1 1 0 0 0,0 0 0 0 0,1-1 1 0 0,-1 1-1 0 0,0 0 0 0 0,1-1 0 0 0,-1 1 0 0 0,1 0 0 0 0,-1 0 0 0 0,1 0 1 0 0,0 0-1 0 0,-1 0 0 0 0,1-1 0 0 0,0 1 0 0 0,-1 0 0 0 0,1 0 1 0 0,0 0-1 0 0,0 0 0 0 0,0 0 0 0 0,0 1 0 0 0,1-1 0 0 0,-1-1 0 0 0,1 1 0 0 0,0-1 0 0 0,-1 0-1 0 0,1 0 1 0 0,0 1 0 0 0,-1-1 0 0 0,1 0 0 0 0,0 0-1 0 0,0 0 1 0 0,-1 0 0 0 0,1 0 0 0 0,0 0 0 0 0,0 0-1 0 0,-1 0 1 0 0,1 0 0 0 0,0 0 0 0 0,-1-1 0 0 0,1 1 0 0 0,0 0-1 0 0,0 0 1 0 0,-1-1 0 0 0,1 1 0 0 0,0 0 0 0 0,-1-1-1 0 0,1 1 1 0 0,-1-1 0 0 0,2 0 0 0 0,150-87-411 0 0,-137 81 465 0 0,0-2 0 0 0,-1 0 0 0 0,0 0 0 0 0,14-13 0 0 0,-59 33 914 0 0,-71 61-896 0 0,53-35-1928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05.3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173 6 456 0 0,'-1'-3'8418'0'0,"-10"0"-5713"0"0,-13 4-2449 0 0,13 3 525 0 0,-1 1 1 0 0,1 0-1 0 0,1 1 1 0 0,-11 7-1 0 0,10-6-275 0 0,0-1-1 0 0,-1 0 0 0 0,-15 6 1 0 0,48-14 126 0 0,0 0 0 0 0,37 3 1 0 0,-22 0-468 0 0,-10-1-155 0 0,-15 1-10 0 0,1-1 0 0 0,-1-1 0 0 0,0 1 0 0 0,18-5 0 0 0,-57 0 1439 0 0,-32 0-1336 0 0,-17-1 92 0 0,69 6-183 0 0,1 0-1 0 0,-1 1 1 0 0,1 0-1 0 0,0 1 1 0 0,0 0-1 0 0,-1 0 1 0 0,1 0-1 0 0,-8 4 1 0 0,8 1-13 0 0,13-3-2 0 0,15 0-1 0 0,-19-4 4 0 0,36 4-6 0 0,0-3 0 0 0,1 0 1 0 0,-1-3-1 0 0,75-12 1 0 0,-110 13 25 0 0,34-7 58 0 0,-36 8-74 0 0,0 0-1 0 0,0 0 1 0 0,1-1-1 0 0,-1 1 1 0 0,0 0-1 0 0,0-1 1 0 0,0 1-1 0 0,0-1 1 0 0,0 1-1 0 0,0-1 0 0 0,0 0 1 0 0,0 0-1 0 0,0 1 1 0 0,0-1-1 0 0,0 0 1 0 0,0 0-1 0 0,0 0 1 0 0,0 0-1 0 0,-1 0 1 0 0,1 0-1 0 0,0 0 1 0 0,-1 0-1 0 0,1 0 1 0 0,0-1-1 0 0,-4 1-2 0 0,0 0 0 0 0,1 1 0 0 0,-1 0 0 0 0,0 0 0 0 0,1 0 0 0 0,-1 0 0 0 0,0 0 1 0 0,1 0-1 0 0,-4 1 0 0 0,-18 5-10 0 0,12-2-570 0 0,0-1 0 0 0,0-1 0 0 0,0 1 0 0 0,-1-2 0 0 0,1 0 0 0 0,0 0 0 0 0,-1-1 0 0 0,-18-3 0 0 0,24 2-83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06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1288 0 2304 0 0,'4'3'14795'0'0,"-24"3"-12090"0"0,-32 6-3582 0 0,51-12 881 0 0,-416 34 2064 0 0,257-25-1423 0 0,-34-1-260 0 0,158-7-344 0 0,0 1 1 0 0,0 2 0 0 0,-42 10-1 0 0,46-7 16 0 0,1-2-1 0 0,-1-1 0 0 0,0-1 1 0 0,-47-2-1 0 0,63-4-143 0 0,15 3 79 0 0,0-1 0 0 0,-1 1 1 0 0,1 0-1 0 0,-1-1 0 0 0,1 1 0 0 0,-1 0 1 0 0,1 0-1 0 0,-1 0 0 0 0,1 0 1 0 0,-1 0-1 0 0,1 0 0 0 0,-1 1 1 0 0,1-1-1 0 0,-1 0 0 0 0,1 1 0 0 0,0-1 1 0 0,-1 1-1 0 0,1-1 0 0 0,0 1 1 0 0,-1 0-1 0 0,1 0 0 0 0,0-1 0 0 0,-2 3 1 0 0,2-3-57 0 0,-1 1 48 0 0,1 1 32 0 0,1-2 34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07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46 3457 0 0,'5'-46'13889'0'0,"-7"47"-13380"0"0,-22 10 2015 0 0,-23 4-1658 0 0,34-11-783 0 0,0 0 1 0 0,0 2-1 0 0,0-1 1 0 0,0 2 0 0 0,-18 12-1 0 0,13-8 128 0 0,5-2-133 0 0,1 0 1 0 0,0 1-1 0 0,-18 20 1 0 0,16-16-49 0 0,-2 11 162 0 0,15-24-185 0 0,1 0 0 0 0,0 0 0 0 0,-1 0 0 0 0,1 0 0 0 0,-1 0 0 0 0,1 0 0 0 0,0 0 0 0 0,0-1 0 0 0,-1 1-1 0 0,1 0 1 0 0,0 0 0 0 0,0 0 0 0 0,0 1 0 0 0,0-1 0 0 0,0 0 0 0 0,1 0 0 0 0,-1 0 0 0 0,0-1 0 0 0,0 1 0 0 0,0 0 0 0 0,1 0 0 0 0,-1 0 0 0 0,1 0 0 0 0,-1 0 0 0 0,1 0 0 0 0,-1 0 0 0 0,1 0 0 0 0,-1-1 0 0 0,1 1 0 0 0,1 1 0 0 0,85 35 273 0 0,-77-33-266 0 0,1 0 1 0 0,0-1-1 0 0,1 0 0 0 0,-1 0 1 0 0,0-1-1 0 0,1-1 0 0 0,-1 0 1 0 0,17-1-1 0 0,-9 1 18 0 0,37 5-1 0 0,-35-7-6 0 0,-20 1-88 0 0,-1-1-1 0 0,1 1 1 0 0,0 0-1 0 0,-1 0 0 0 0,1 0 1 0 0,0-1-1 0 0,-1 1 1 0 0,1 0-1 0 0,0 0 1 0 0,-1-1-1 0 0,1 1 0 0 0,-1-1 1 0 0,1 1-1 0 0,-1-1 1 0 0,1 1-1 0 0,-1-1 1 0 0,1 1-1 0 0,-1-1 0 0 0,1 1 1 0 0,-1-1-1 0 0,0 1 1 0 0,1-1-1 0 0,-1 0 1 0 0,0 1-1 0 0,1-1 0 0 0,-1 0 1 0 0,0 1-1 0 0,0-1 1 0 0,0-1-1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08.5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1 106 2809 0 0,'1'-1'238'0'0,"1"0"0"0"0,0-1 1 0 0,0 1-1 0 0,0 0 0 0 0,0 0 1 0 0,0 1-1 0 0,0-1 0 0 0,1 0 1 0 0,-1 1-1 0 0,0-1 0 0 0,0 1 1 0 0,1 0-1 0 0,3-1 0 0 0,8 1 829 0 0,0 0-1 0 0,0 0 1 0 0,-1 2-1 0 0,1 0 0 0 0,0 0 1 0 0,18 6-1 0 0,-16-3-507 0 0,0 1 0 0 0,0 1-1 0 0,0 1 1 0 0,25 15 0 0 0,-41-22-674 0 0,1-1 1 0 0,-1 0 0 0 0,1 1 0 0 0,-1-1-1 0 0,1 0 1 0 0,-1 0 0 0 0,1 1 0 0 0,-1-1 0 0 0,1 0-1 0 0,-1 0 1 0 0,1 0 0 0 0,-1 0 0 0 0,1 0 0 0 0,-1 0-1 0 0,1 0 1 0 0,0 0 0 0 0,-1 0 0 0 0,1 0 0 0 0,-1 0-1 0 0,1 0 1 0 0,-1 0 0 0 0,1-1 0 0 0,-1 1 0 0 0,1 0-1 0 0,-1 0 1 0 0,1 0 0 0 0,-1-1 0 0 0,1 1-1 0 0,-1 0 1 0 0,1-1 0 0 0,-1 1 0 0 0,1 0 0 0 0,-1-1-1 0 0,0 1 1 0 0,1-1 0 0 0,0 0 0 0 0,11-27-3807 0 0,-1-35 384 0 0,-11 63 3538 0 0,0-3 32 0 0,0 0 0 0 0,0 0 0 0 0,-1 1 0 0 0,1-1 0 0 0,-1 0 0 0 0,0 0 0 0 0,1 1 0 0 0,-1-1 0 0 0,-3-4 0 0 0,-14-20 5841 0 0,17 26-5733 0 0,0 1 1 0 0,0-1-1 0 0,0 1 0 0 0,1-1 1 0 0,-1 1-1 0 0,0 0 0 0 0,0-1 1 0 0,0 1-1 0 0,0 0 0 0 0,0 0 1 0 0,0 0-1 0 0,0 0 0 0 0,0 0 1 0 0,0 0-1 0 0,0 0 0 0 0,0 0 1 0 0,0 0-1 0 0,0 1 0 0 0,0-1 1 0 0,0 0-1 0 0,-1 1 0 0 0,-25 10 1219 0 0,15-6-897 0 0,-7 4-258 0 0,0 0 0 0 0,-33 21 0 0 0,-7 5-616 0 0,239-132-1943 0 0,-181 98 2573 0 0,0 1 1 0 0,0 0-1 0 0,1 0 1 0 0,-1 0-1 0 0,1-1 1 0 0,0 1-1 0 0,-1 0 1 0 0,1 0-1 0 0,0 0 0 0 0,0 0 1 0 0,0 0-1 0 0,0 0 1 0 0,1 0-1 0 0,-1 0 1 0 0,0 0-1 0 0,1-1 1 0 0,0 4-1 0 0,3 16-269 0 0,-2-6 9 0 0,1 0 0 0 0,1 0 1 0 0,0 0-1 0 0,0 0 0 0 0,14 27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7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3681 0 0,'35'4'8304'0'0,"20"-5"-3773"0"0,5-4-4223 0 0,-7 0-4671 0 0,-40 4-992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7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8754 0 0,'-9'1'6617'0'0,"9"-1"-6451"0"0,-4 15 2419 0 0,3 27-1990 0 0,1-32 423 0 0,3 39-1237 0 0,11 69 0 0 0,-10-92-802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8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6913 0 0,'0'0'52'0'0,"0"0"-1"0"0,0 0 0 0 0,0 0 0 0 0,0 1 0 0 0,0-1 0 0 0,0 0 0 0 0,0 0 0 0 0,0 1 0 0 0,0-1 0 0 0,0 0 0 0 0,0 0 0 0 0,0 0 0 0 0,0 1 0 0 0,0-1 0 0 0,0 0 0 0 0,0 0 0 0 0,0 1 0 0 0,0-1 0 0 0,0 0 0 0 0,0 0 0 0 0,0 0 1 0 0,0 1-1 0 0,0-1 0 0 0,0 0 0 0 0,1 0 0 0 0,-1 0 0 0 0,0 1 0 0 0,0-1 0 0 0,0 0 0 0 0,0 0 0 0 0,0 0 0 0 0,1 0 0 0 0,-1 0 0 0 0,0 1 0 0 0,0-1 0 0 0,0 0 0 0 0,1 0 0 0 0,-1 0 0 0 0,0 0 0 0 0,0 0 0 0 0,0 0 0 0 0,1 0 0 0 0,-1 0 1 0 0,0 0-1 0 0,1 0 0 0 0,20 8 1620 0 0,21 0 624 0 0,-15-6-606 0 0,1 0 0 0 0,-1-2 0 0 0,55-8 0 0 0,26-14-4816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8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 3681 0 0,'-1'0'291'0'0,"-1"0"1"0"0,1 0-1 0 0,-1 1 0 0 0,1-1 1 0 0,-1 0-1 0 0,1 1 1 0 0,-1 0-1 0 0,1-1 1 0 0,-1 1-1 0 0,1 0 0 0 0,0-1 1 0 0,-1 1-1 0 0,1 0 1 0 0,0 0-1 0 0,0 0 0 0 0,0 0 1 0 0,0 1-1 0 0,0-1 1 0 0,0 0-1 0 0,0 0 1 0 0,0 1-1 0 0,0-1 0 0 0,0 0 1 0 0,1 1-1 0 0,-1-1 1 0 0,1 1-1 0 0,-1-1 1 0 0,1 1-1 0 0,-1-1 0 0 0,1 1 1 0 0,0-1-1 0 0,0 1 1 0 0,0-1-1 0 0,0 1 0 0 0,0-1 1 0 0,0 1-1 0 0,0 0 1 0 0,1 2-1 0 0,2 7 741 0 0,0-1 0 0 0,0 1 0 0 0,2-1 0 0 0,8 18 0 0 0,2 3-726 0 0,-4 1-714 0 0,-1 1-1 0 0,9 59 1 0 0,-15-65-6516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8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58 4145 0 0,'-15'-1'5778'0'0,"33"-10"-2831"0"0,34-11-502 0 0,-34 16-2513 0 0,-1 1-1 0 0,1 1 1 0 0,0 1-1 0 0,0 0 1 0 0,29 0 0 0 0,-29 3-5323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8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 8754 0 0,'0'0'102'0'0,"-1"0"0"0"0,0 0 0 0 0,1-1 0 0 0,-1 1 0 0 0,0 0-1 0 0,1 0 1 0 0,-1 0 0 0 0,0 0 0 0 0,1 0 0 0 0,-1 0 0 0 0,0 0 0 0 0,1 1 0 0 0,-1-1 0 0 0,0 0 0 0 0,1 0 0 0 0,-1 0 0 0 0,0 1 0 0 0,1-1 0 0 0,-1 0 0 0 0,1 1-1 0 0,-1-1 1 0 0,1 0 0 0 0,-1 1 0 0 0,0-1 0 0 0,1 1 0 0 0,-1 0 0 0 0,-6 20 3022 0 0,9 35 1421 0 0,0-43-4301 0 0,10 95 1447 0 0,5-37-3842 0 0,-10-49-4685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9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6913 0 0,'0'-1'121'0'0,"1"0"-1"0"0,0 0 1 0 0,0 0-1 0 0,-1 0 0 0 0,1 0 1 0 0,0 0-1 0 0,0 0 0 0 0,0 0 1 0 0,0 1-1 0 0,0-1 0 0 0,0 0 1 0 0,0 1-1 0 0,0-1 0 0 0,1 0 1 0 0,-1 1-1 0 0,2-1 1 0 0,24-10 2222 0 0,-23 10-1779 0 0,17-5 995 0 0,0 1 0 0 0,0 0 0 0 0,33-1 1 0 0,22-5-3294 0 0,-57 7 999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9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 2761 0 0,'-2'1'307'0'0,"0"0"1"0"0,0 0-1 0 0,0 1 1 0 0,0-1-1 0 0,0 0 1 0 0,1 1 0 0 0,-1-1-1 0 0,0 1 1 0 0,1 0-1 0 0,-1 0 1 0 0,1-1 0 0 0,0 1-1 0 0,0 0 1 0 0,0 0-1 0 0,0 0 1 0 0,0 1-1 0 0,0-1 1 0 0,0 0 0 0 0,1 0-1 0 0,-1 0 1 0 0,1 1-1 0 0,-1-1 1 0 0,1 0-1 0 0,0 0 1 0 0,0 1 0 0 0,0-1-1 0 0,0 0 1 0 0,0 1-1 0 0,1 1 1 0 0,1 11 663 0 0,1 1-1 0 0,0-1 1 0 0,0-1 0 0 0,2 1 0 0 0,11 25 0 0 0,-2-5-1832 0 0,-6-14-5169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29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207 126 1376 0 0,'-20'-3'1028'0'0,"-1"1"0"0"0,1 1 0 0 0,-38 4 0 0 0,-20 6 5551 0 0,69-6-3401 0 0,25-3-2410 0 0,31-2-618 0 0,251-21 766 0 0,-31 5 209 0 0,434-44-288 0 0,-432 49-818 0 0,94-2 21 0 0,-347 13-538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30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29 2745 0 0,'-46'-15'2835'0'0,"0"2"5739"0"0,67 15-3106 0 0,-5-2-5189 0 0,1 2-1 0 0,24 5 1 0 0,2 8-246 0 0,-2 2 0 0 0,1 1 1 0 0,-2 3-1 0 0,67 44 0 0 0,-103-62-41 0 0,-1-1 0 0 0,1 1 0 0 0,-1 0 0 0 0,1 0 0 0 0,-1 0 0 0 0,0 0 0 0 0,0 0 0 0 0,0 1-1 0 0,2 5 1 0 0,-4-8 29 0 0,0 0 1 0 0,-1 0-1 0 0,0 1 0 0 0,1-1 0 0 0,-1 0 0 0 0,0 1 0 0 0,1-1 0 0 0,-1 1 0 0 0,0-1 1 0 0,0 0-1 0 0,0 1 0 0 0,0-1 0 0 0,0 1 0 0 0,-1-1 0 0 0,1 0 0 0 0,0 1 0 0 0,-1-1 1 0 0,1 0-1 0 0,-1 1 0 0 0,1-1 0 0 0,-1 0 0 0 0,0 0 0 0 0,1 1 0 0 0,-1-1 1 0 0,0 0-1 0 0,0 0 0 0 0,0 0 0 0 0,0 0 0 0 0,0 0 0 0 0,0 0 0 0 0,0 0 0 0 0,-2 0 1 0 0,-21 17 369 0 0,0-1 0 0 0,-40 18 0 0 0,39-21-754 0 0,0 0 0 0 0,-42 32 1 0 0,50-30-504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35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39 133 2304 0 0,'-6'-10'1077'0'0,"0"0"-1"0"0,1 0 0 0 0,0 0 0 0 0,-3-13 0 0 0,6 18-244 0 0,0 0-1 0 0,1-1 1 0 0,0 1 0 0 0,0-1 0 0 0,0 0 0 0 0,1 1 0 0 0,0-1 0 0 0,0 0 0 0 0,0 1 0 0 0,6-10 3360 0 0,-5 15-4124 0 0,7 8 1071 0 0,8 14-1018 0 0,-15-20 150 0 0,13 19-60 0 0,-2 1-1 0 0,0 0 0 0 0,-2 1 1 0 0,15 47-1 0 0,16 103 16 0 0,-27-108-134 0 0,-3-20-15 0 0,10 46-9 0 0,-4 0-1 0 0,7 103 1 0 0,-24-190-183 0 0,-1 42 387 0 0,-6-28-619 0 0,7-17 293 0 0,-1-1 0 0 0,1 1 1 0 0,-1-1-1 0 0,1 0 0 0 0,-1 1 0 0 0,1-1 1 0 0,-1 0-1 0 0,1 1 0 0 0,-1-1 1 0 0,1 0-1 0 0,-1 0 0 0 0,1 0 0 0 0,-1 1 1 0 0,1-1-1 0 0,-1 0 0 0 0,1 0 0 0 0,-1 0 1 0 0,1 0-1 0 0,-1 0 0 0 0,0 0 0 0 0,1 0 1 0 0,-1 0-1 0 0,1 0 0 0 0,-1 0 1 0 0,1 0-1 0 0,-1-1 0 0 0,1 1 0 0 0,-2 0 1 0 0,-4-4-1096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36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109 101 2304 0 0,'-37'3'446'0'0,"30"-2"533"0"0,-1 0 0 0 0,0 0 0 0 0,1-1 0 0 0,-1 0-1 0 0,0 0 1 0 0,-17-5 2345 0 0,25 5-3238 0 0,0 0 1 0 0,0-1 0 0 0,0 1 0 0 0,0 0 0 0 0,-1 0 0 0 0,1-1-1 0 0,0 1 1 0 0,0 0 0 0 0,0 0 0 0 0,0 0 0 0 0,0-1 0 0 0,0 1-1 0 0,0 0 1 0 0,0 0 0 0 0,0-1 0 0 0,0 1 0 0 0,1 0 0 0 0,9-10 1597 0 0,17-3-457 0 0,9-2-700 0 0,0 2 1 0 0,1 1-1 0 0,0 3 1 0 0,1 0-1 0 0,0 3 1 0 0,0 1-1 0 0,51 0 0 0 0,-87 5-570 0 0,41 4 188 0 0,-40-3-294 0 0,-1-1 0 0 0,0 1 0 0 0,0-1 0 0 0,1 1 0 0 0,-1 0 0 0 0,0 0 0 0 0,0 0 0 0 0,0 0-1 0 0,0 0 1 0 0,0 1 0 0 0,0-1 0 0 0,-1 1 0 0 0,1-1 0 0 0,0 1 0 0 0,-1-1 0 0 0,3 4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36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98 6913 0 0,'21'-7'3692'0'0,"45"-16"2818"0"0,-2-6-3839 0 0,6-3-3682 0 0,-52 25-5697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37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164 448 456 0 0,'-22'-9'1322'0'0,"-1"2"-1"0"0,1 0 1 0 0,-40-5 0 0 0,27 5 1055 0 0,56 10 59 0 0,-1 0 0 0 0,24-1 0 0 0,95-8-730 0 0,-12 0-792 0 0,-13 4-606 0 0,0-6-1 0 0,0-5 1 0 0,143-34 0 0 0,-131 24 54 0 0,143-8 1 0 0,-168 22-344 0 0,78 5 157 0 0,-122 5-35 0 0,94-10-1 0 0,-92-3-128 0 0,-61 11-26 0 0,-1 0-1 0 0,1 0 1 0 0,-1 0-1 0 0,1 0 0 0 0,0-1 1 0 0,0 1-1 0 0,0-1 1 0 0,0 0-1 0 0,0 0 1 0 0,-3-3-1 0 0,-7-6-137 0 0,-14-11-203 0 0,1 0-1 0 0,-25-29 0 0 0,36 38 615 0 0,-1 1-1 0 0,1 1 1 0 0,-2 0-1 0 0,0 0 0 0 0,0 2 1 0 0,0 0-1 0 0,-27-10 1 0 0,30 6 318 0 0,13 13-560 0 0,0 0 1 0 0,-1 0 0 0 0,1 0 0 0 0,0 0 0 0 0,0-1-1 0 0,-1 1 1 0 0,1 0 0 0 0,0 0 0 0 0,0 0-1 0 0,0 0 1 0 0,-1-1 0 0 0,1 1 0 0 0,0 0 0 0 0,0 0-1 0 0,0 0 1 0 0,-1-1 0 0 0,1 1 0 0 0,0 0-1 0 0,0 0 1 0 0,0-1 0 0 0,0 1 0 0 0,0 0 0 0 0,0 0-1 0 0,0-1 1 0 0,0 1 0 0 0,0 0 0 0 0,-1-1 0 0 0,1 1-1 0 0,0 0 1 0 0,0 0 0 0 0,0-1 0 0 0,1 1-1 0 0,-1 0 1 0 0,0 0 0 0 0,0-1 0 0 0,0 1 0 0 0,0 0-1 0 0,0-1 1 0 0,0 1 0 0 0,0 0 0 0 0,0 0-1 0 0,0-1 1 0 0,1 1 0 0 0,-1 0 0 0 0,0 0 0 0 0,0 0-1 0 0,0-1 1 0 0,1 1 0 0 0,-1 0 0 0 0,0 0-1 0 0,1-1 219 0 0,1 5-182 0 0,0-1-52 0 0,0 0 0 0 0,0 1 0 0 0,1-1 0 0 0,-1-1 0 0 0,1 1 0 0 0,0 0 0 0 0,0-1 0 0 0,0 1 0 0 0,0-1 1 0 0,0 0-1 0 0,1 0 0 0 0,-1 0 0 0 0,7 3 0 0 0,57 14 29 0 0,-52-16-26 0 0,0 1 0 0 0,23 9 0 0 0,-3 5-5 0 0,42 28 0 0 0,-49-28 0 0 0,0-1 0 0 0,51 22 0 0 0,-78-38 6 0 0,0-1 1 0 0,0 0-1 0 0,0 0 0 0 0,0 1 1 0 0,0-1-1 0 0,0 1 1 0 0,0-1-1 0 0,0 1 0 0 0,0-1 1 0 0,-1 1-1 0 0,1 0 1 0 0,0-1-1 0 0,0 1 0 0 0,-1 0 1 0 0,1 0-1 0 0,0-1 0 0 0,-1 1 1 0 0,1 0-1 0 0,-1 0 1 0 0,1 0-1 0 0,-1 0 0 0 0,1 0 1 0 0,-1 0-1 0 0,0 0 1 0 0,1 0-1 0 0,-1 0 0 0 0,0 0 1 0 0,0 0-1 0 0,0 0 0 0 0,0 0 1 0 0,0 0-1 0 0,0 0 1 0 0,0 0-1 0 0,0 0 0 0 0,0 0 1 0 0,0 0-1 0 0,-1 0 1 0 0,1 0-1 0 0,0 0 0 0 0,-1 0 1 0 0,1 0-1 0 0,-1 0 0 0 0,1 0 1 0 0,-1 0-1 0 0,1-1 1 0 0,-1 1-1 0 0,0 0 0 0 0,1 0 1 0 0,-2 1-1 0 0,-6 7 117 0 0,0 0 0 0 0,-1 0 1 0 0,-15 12-1 0 0,6-6-31 0 0,-30 32-13 0 0,14-15 39 0 0,1 2 0 0 0,-40 53-1 0 0,72-86-246 0 0,0 0 0 0 0,-1 1 0 0 0,1-1 0 0 0,1 1-1 0 0,-1 0 1 0 0,0-1 0 0 0,0 1 0 0 0,0 0 0 0 0,1-1 0 0 0,-1 1-1 0 0,1 0 1 0 0,0 0 0 0 0,-1 2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5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190 148 5529 0 0,'-66'23'3415'0'0,"40"-14"-1075"0"0,0 0 1 0 0,-45 30 3198 0 0,71-39-5479 0 0,14 6 928 0 0,14 3-588 0 0,-5-7-160 0 0,0-1-1 0 0,-1-1 0 0 0,1 0 0 0 0,-1-2 1 0 0,1-1-1 0 0,31-8 0 0 0,-4 2-17 0 0,173-33 159 0 0,127-17 222 0 0,-123 33-411 0 0,99-8 216 0 0,56 4 504 0 0,-379 30-919 0 0,-1 1-261 0 0,0-1 0 0 0,0 0 0 0 0,0 0 0 0 0,0 0 0 0 0,0 0 0 0 0,0-1 0 0 0,0 1 0 0 0,0 0 0 0 0,0-1 0 0 0,0 0 0 0 0,0 1 0 0 0,0-1 0 0 0,0 0 0 0 0,0 0 0 0 0,0 0 0 0 0,-1 0-1 0 0,1 0 1 0 0,0-1 0 0 0,-1 1 0 0 0,1 0 0 0 0,-1-1 0 0 0,1 1 0 0 0,-1-1 0 0 0,0 0 0 0 0,0 1 0 0 0,1-1 0 0 0,-1 0 0 0 0,0 0 0 0 0,0-2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6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 66 2304 0 0,'-29'-6'2523'0'0,"-1"-1"-1"0"0,-38-15 0 0 0,34 11 1989 0 0,-37-9-1 0 0,52 21 415 0 0,109 45-4681 0 0,-42-23-24 0 0,55 37 0 0 0,15 7-220 0 0,-36-23 0 0 0,-78-42 21 0 0,0 0-1 0 0,0 1 1 0 0,0 0 0 0 0,-1 0-1 0 0,1 0 1 0 0,-1 0-1 0 0,1 1 1 0 0,-1-1-1 0 0,0 1 1 0 0,0 0 0 0 0,-1 0-1 0 0,1 0 1 0 0,-1 0-1 0 0,0 0 1 0 0,0 1-1 0 0,0-1 1 0 0,-1 1 0 0 0,1-1-1 0 0,-1 1 1 0 0,1 6-1 0 0,-2-5 9 0 0,0 0-1 0 0,0 0 1 0 0,-1 0-1 0 0,0 0 1 0 0,0 0-1 0 0,0 0 1 0 0,-1 0-1 0 0,0 0 1 0 0,0-1-1 0 0,-1 1 1 0 0,1-1-1 0 0,-1 1 1 0 0,0-1-1 0 0,-1 0 1 0 0,-4 6-1 0 0,-24 30-56 0 0,-2-3-1 0 0,-2 0 0 0 0,-57 46 1 0 0,92-83-115 0 0,0-1-1 0 0,1 1 1 0 0,-1-1 0 0 0,1 1 0 0 0,-1-1 0 0 0,0 1 0 0 0,0-1-1 0 0,1 0 1 0 0,-1 1 0 0 0,0-1 0 0 0,0 0 0 0 0,0 1 0 0 0,1-1 0 0 0,-1 0-1 0 0,0 0 1 0 0,0 0 0 0 0,0 0 0 0 0,1 0 0 0 0,-1 0 0 0 0,0 0-1 0 0,0 0 1 0 0,0 0 0 0 0,0 0 0 0 0,1 0 0 0 0,-1-1 0 0 0,0 1-1 0 0,0 0 1 0 0,-1-1 0 0 0,-2-4-1112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5 5065 0 0,'-1'-1'199'0'0,"0"1"-1"0"0,0-1 1 0 0,-1 1 0 0 0,1-1-1 0 0,0 1 1 0 0,-1-1-1 0 0,1 1 1 0 0,0 0 0 0 0,-1-1-1 0 0,1 1 1 0 0,0 0-1 0 0,-1 0 1 0 0,1 0 0 0 0,-1 0-1 0 0,1 0 1 0 0,0 1-1 0 0,-1-1 1 0 0,1 0 0 0 0,0 1-1 0 0,-1-1 1 0 0,1 0-1 0 0,0 1 1 0 0,0 0 0 0 0,-1-1-1 0 0,1 1 1 0 0,0 0 0 0 0,0 0-1 0 0,0-1 1 0 0,0 1-1 0 0,-2 2 1 0 0,2-1 232 0 0,-1-1 1 0 0,1 1-1 0 0,-1 0 1 0 0,1-1-1 0 0,0 1 1 0 0,0 0-1 0 0,0 0 1 0 0,0 0-1 0 0,0 0 0 0 0,0 0 1 0 0,1 0-1 0 0,-1 0 1 0 0,1 0-1 0 0,-1 0 1 0 0,1 0-1 0 0,0 0 1 0 0,0 1-1 0 0,0-1 0 0 0,0 3 1 0 0,55 249 3353 0 0,-36-181-3730 0 0,42 101 0 0 0,-23-105 493 0 0,-19-36-1758 0 0,-2 1-5181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7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11 162 2280 0 0,'-1'-1'112'0'0,"0"0"0"0"0,0 0 0 0 0,0 0 0 0 0,0 0 0 0 0,0 0 0 0 0,1 0 0 0 0,-1 0 0 0 0,0 0 0 0 0,1-1 0 0 0,-1 1 0 0 0,1 0 0 0 0,0 0 0 0 0,-1-1 0 0 0,1 1 0 0 0,0 0 0 0 0,0 0 0 0 0,0-1-1 0 0,-1 1 1 0 0,2 0 0 0 0,-1-1 0 0 0,0 1 0 0 0,0 0 0 0 0,1-3 0 0 0,0 1 320 0 0,0 0 1 0 0,0 0-1 0 0,1 0 0 0 0,0 0 0 0 0,-1 1 1 0 0,1-1-1 0 0,0 0 0 0 0,0 1 0 0 0,4-4 1 0 0,4-3 1175 0 0,0 1 1 0 0,0 0 0 0 0,21-11 0 0 0,-11 8 145 0 0,-1 1 1 0 0,41-14-1 0 0,-50 21-2063 0 0,0 1 0 0 0,0 0 1 0 0,1 0-1 0 0,18 0 0 0 0,-17 3-1067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 7370 0 0,'2'1'389'0'0,"0"0"1"0"0,-1 0-1 0 0,1 0 1 0 0,0-1 0 0 0,0 1-1 0 0,0-1 1 0 0,0 1-1 0 0,0-1 1 0 0,0 0-1 0 0,0 0 1 0 0,0 0 0 0 0,0 0-1 0 0,3 0 1 0 0,0 0-2 0 0,12-1 875 0 0,-1 1 0 0 0,0-2 0 0 0,0 0 0 0 0,0-1 0 0 0,-1-1 0 0 0,22-7 0 0 0,47-24-2450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48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65 112 2761 0 0,'-4'-12'977'0'0,"1"4"-120"0"0,1 0 1 0 0,-1 1 0 0 0,0-1-1 0 0,-1 1 1 0 0,-4-8-1 0 0,5 11 3 0 0,0 1 0 0 0,0 0-1 0 0,0 0 1 0 0,0 0 0 0 0,0 0-1 0 0,-1 0 1 0 0,-5-3 0 0 0,9 6-725 0 0,-1 0 1 0 0,1 0-1 0 0,-1-1 0 0 0,1 1 1 0 0,0 0-1 0 0,-1-1 1 0 0,1 1-1 0 0,0 0 0 0 0,-1-1 1 0 0,1 1-1 0 0,0-1 1 0 0,-1 1-1 0 0,1 0 1 0 0,0-1-1 0 0,0 1 0 0 0,0-1 1 0 0,-1 1-1 0 0,1-1 1 0 0,0 1-1 0 0,0-1 0 0 0,0 1 1 0 0,0-1-1 0 0,0 1 1 0 0,0 0-1 0 0,0-1 1 0 0,0 1-1 0 0,0-1 0 0 0,0 1 1 0 0,0-1-1 0 0,0 1 1 0 0,0-1-1 0 0,0 1 0 0 0,0-1 1 0 0,1 1-1 0 0,-1-1 1 0 0,0 1-93 0 0,0-1 0 0 0,1 1 0 0 0,-1 0 1 0 0,0 0-1 0 0,0-1 0 0 0,0 1 0 0 0,0 0 0 0 0,1 0 1 0 0,-1 0-1 0 0,0 0 0 0 0,0-1 0 0 0,0 1 1 0 0,1 0-1 0 0,-1 0 0 0 0,0 0 0 0 0,0 0 1 0 0,1 0-1 0 0,-1 0 0 0 0,0-1 0 0 0,0 1 0 0 0,1 0 1 0 0,-1 0-1 0 0,0 0 0 0 0,0 0 0 0 0,1 0 1 0 0,-1 0-1 0 0,0 0 0 0 0,0 0 0 0 0,1 0 0 0 0,-1 0 1 0 0,0 0-1 0 0,0 1 0 0 0,1-1 0 0 0,-1 0 1 0 0,0 0-1 0 0,0 0 0 0 0,1 0 0 0 0,-1 0 0 0 0,0 0 1 0 0,0 0-1 0 0,0 1 0 0 0,1-1 0 0 0,-1 0 1 0 0,0 0-1 0 0,0 0 0 0 0,0 1 0 0 0,0-1 1 0 0,1 0-1 0 0,-1 0 0 0 0,0 0 0 0 0,0 1 0 0 0,0-1 1 0 0,0 0-1 0 0,0 0 0 0 0,0 1 0 0 0,1 0 330 0 0,1 3-285 0 0,18 41 69 0 0,-1 1 1 0 0,-3 1-1 0 0,20 94 0 0 0,-12-31-102 0 0,-6-34 18 0 0,-3 0 0 0 0,-4 1 0 0 0,2 83 0 0 0,-13-133-117 0 0,-2-1 0 0 0,-1 0 0 0 0,-1 0-1 0 0,-1 0 1 0 0,-16 46 0 0 0,30-80-3656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49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3225 0 0,'3'-17'10470'0'0,"-1"16"-10201"0"0,26-3 2908 0 0,38 12-1911 0 0,-64-8-701 0 0,18 5-456 0 0,0 0 0 0 0,-1 1-1 0 0,0 1 1 0 0,0 0 0 0 0,26 16 0 0 0,84 61 805 0 0,-97-61-738 0 0,0-2 0 0 0,1-1 1 0 0,1-1-1 0 0,51 20 1 0 0,-8-18-132 0 0,-58-17-21 0 0,0 1-1 0 0,0 0 1 0 0,-1 1-1 0 0,1 2 1 0 0,-1-1 0 0 0,32 21-1 0 0,-47-26 22 0 0,0 1 1 0 0,1-1-1 0 0,-1 1 0 0 0,0 0 0 0 0,-1 0 0 0 0,1 0 1 0 0,-1 0-1 0 0,1 0 0 0 0,-1 1 0 0 0,0-1 0 0 0,0 1 1 0 0,0 0-1 0 0,-1 0 0 0 0,1-1 0 0 0,-1 1 0 0 0,0 0 1 0 0,0 0-1 0 0,0 0 0 0 0,-1 0 0 0 0,1 0 0 0 0,-1 0 1 0 0,0 5-1 0 0,-1-3-9 0 0,-1 1 0 0 0,1-1 1 0 0,-1 0-1 0 0,0 0 0 0 0,0 0 0 0 0,-1 0 1 0 0,1 0-1 0 0,-1 0 0 0 0,-1-1 0 0 0,1 1 1 0 0,-1-1-1 0 0,0 0 0 0 0,-5 5 0 0 0,-42 40 355 0 0,-61 47-1 0 0,70-63-331 0 0,2 1 0 0 0,1 2 0 0 0,-50 61 0 0 0,48-41-35 0 0,-66 80 26 0 0,70-104-2329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0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88 5985 0 0,'-23'-51'4167'0'0,"7"14"3860"0"0,20 49-3581 0 0,0 14-3182 0 0,3 12-1468 0 0,40 97 215 0 0,-7-23-24 0 0,39 178-1 0 0,-65-196-23 0 0,-5 1-1 0 0,-2 121 1 0 0,-4-196-327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0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19 192 3681 0 0,'-18'-13'10083'0'0,"17"11"-9710"0"0,2 0-132 0 0,-1 1-1 0 0,1 0 0 0 0,0 0 0 0 0,-1 0 1 0 0,1 1-1 0 0,0-1 0 0 0,0 0 0 0 0,0 0 1 0 0,-1 0-1 0 0,1 0 0 0 0,0 1 0 0 0,0-1 1 0 0,0 0-1 0 0,0 1 0 0 0,0-1 0 0 0,1 1 1 0 0,0-1-1 0 0,56-19 1500 0 0,10 6-892 0 0,89-7-1 0 0,0 0-387 0 0,11-7-315 0 0,1 7 1 0 0,274 2-1 0 0,-434 20-143 0 0,18 0 38 0 0,0-1 0 0 0,0-1 0 0 0,0-1 0 0 0,0-1-1 0 0,31-8 1 0 0,-52 8-1681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1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1602 22 4145 0 0,'-25'-16'12873'0'0,"18"14"-11586"0"0,2 1-493 0 0,0 0 1 0 0,0 0-1 0 0,-1 1 0 0 0,1 0 0 0 0,-8 0 1 0 0,-5 3-1447 0 0,1 0 0 0 0,-30 10 1 0 0,15-4 1846 0 0,-29 4-1129 0 0,-2-2 0 0 0,1-3-1 0 0,-1-2 1 0 0,-78-4 0 0 0,40 0-42 0 0,0 5 1 0 0,-136 27 0 0 0,12-1-6 0 0,168-27-19 0 0,19 0 0 0 0,0-1 0 0 0,0-3 0 0 0,-1-1 0 0 0,-62-7 0 0 0,96 6-128 0 0,1-1 0 0 0,-1 0 0 0 0,1 0 1 0 0,-1-1-1 0 0,1 1 0 0 0,-1-1 0 0 0,-4-3 0 0 0,9 5 39 0 0,-1-1 0 0 0,0 0-1 0 0,0 1 1 0 0,0-1-1 0 0,0 0 1 0 0,1 0 0 0 0,-1 0-1 0 0,0 0 1 0 0,1 0 0 0 0,-1 0-1 0 0,1 0 1 0 0,-1 0 0 0 0,1 0-1 0 0,-1 0 1 0 0,1 0 0 0 0,0 0-1 0 0,0 0 1 0 0,-1 0-1 0 0,1 0 1 0 0,0 0 0 0 0,0 0-1 0 0,0 0 1 0 0,0 0 0 0 0,0 0-1 0 0,0-1 1 0 0,1 1 0 0 0,-1 0-1 0 0,0 0 1 0 0,0 0-1 0 0,1 0 1 0 0,-1 0 0 0 0,1 0-1 0 0,-1 0 1 0 0,1 0 0 0 0,0-1-1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75 2304 0 0,'-10'-27'3433'0'0,"8"21"-2300"0"0,1 1 0 0 0,-2-1 0 0 0,1 1 1 0 0,-19-21 9607 0 0,20 26-10632 0 0,0 13 1644 0 0,2 16-1796 0 0,58 393 739 0 0,2 11-753 0 0,-25-41 57 0 0,-19-186 0 0 0,-16-182-536 0 0,7 39 1348 0 0,5-24-7648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2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283 235 2761 0 0,'-1'0'2'0'0,"-13"-11"852"0"0,-2 0-1 0 0,1 1 1 0 0,-1 1-1 0 0,-1 1 1 0 0,0 0-1 0 0,0 1 1 0 0,-1 1-1 0 0,1 0 1 0 0,-20-2-1 0 0,7 4 1265 0 0,-37 0-1 0 0,78 2-1879 0 0,0 1 1 0 0,0-1-1 0 0,0-1 1 0 0,16-6-1 0 0,-3 2 167 0 0,62-18 943 0 0,-26 6-694 0 0,0 2-1 0 0,1 4 1 0 0,113-12 0 0 0,10 23-596 0 0,73-4 996 0 0,-241 5-1392 0 0,23-3 559 0 0,-14-2-7958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0 137 6449 0 0,'8'-7'901'0'0,"0"0"0"0"0,0 0-1 0 0,1 1 1 0 0,0 0-1 0 0,0 1 1 0 0,0 0 0 0 0,1 1-1 0 0,0-1 1 0 0,15-3 0 0 0,11-6 1287 0 0,39-19 599 0 0,-45 20-3449 0 0,1-1-3658 0 0,-24 12 2506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2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10594 0 0,'-6'12'8042'0'0,"6"-10"-7677"0"0,2 16 2127 0 0,-2-13-2620 0 0,2 5 625 0 0,1-1 1 0 0,-1 1-1 0 0,8 14 1 0 0,5 22-176 0 0,-7 9-244 0 0,2 92 0 0 0,-3-24-26 0 0,6-32-21 0 0,44 157 0 0 0,-14-74-37 0 0,-31-130-2106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3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17 169 9674 0 0,'0'1'112'0'0,"-1"-1"-1"0"0,0 0 1 0 0,1 0-1 0 0,-1 0 1 0 0,1 0 0 0 0,-1 0-1 0 0,1 0 1 0 0,-1 0-1 0 0,0 0 1 0 0,1-1-1 0 0,-1 1 1 0 0,1 0 0 0 0,-1 0-1 0 0,1 0 1 0 0,-1-1-1 0 0,1 1 1 0 0,-1 0 0 0 0,1 0-1 0 0,-1-1 1 0 0,1 1-1 0 0,-1 0 1 0 0,1-1-1 0 0,-1 1 1 0 0,1-1 0 0 0,0 1-1 0 0,-1-1 1 0 0,1 1-1 0 0,0-1 1 0 0,-1 1 0 0 0,1-1-1 0 0,0 1 1 0 0,0-1-1 0 0,-1 1 1 0 0,1-1-1 0 0,0 1 1 0 0,0-1 0 0 0,0 1-1 0 0,0-1 1 0 0,0 0-1 0 0,0 1 1 0 0,0-1 0 0 0,0 1-1 0 0,0-1 1 0 0,0 1-1 0 0,0-1 1 0 0,0 0-1 0 0,0 1 1 0 0,0-1 0 0 0,1 1-1 0 0,-1-1 1 0 0,0 1-1 0 0,0-1 1 0 0,1 1 0 0 0,-1-1-1 0 0,0 1 1 0 0,1-1-1 0 0,-1 1 1 0 0,0-1-1 0 0,1 0 1 0 0,1-2 318 0 0,0 0-1 0 0,0 0 1 0 0,1 0-1 0 0,-1 0 1 0 0,1 1-1 0 0,-1-1 1 0 0,1 0-1 0 0,6-3 1 0 0,23-9 136 0 0,1 2-1 0 0,0 1 1 0 0,50-11 0 0 0,-31 9-342 0 0,-1 2-246 0 0,1 1 0 0 0,0 3 0 0 0,0 3-1 0 0,0 1 1 0 0,84 6 0 0 0,90 4 165 0 0,133 8 359 0 0,-193 1-75 0 0,283-11 0 0 0,-299-19-126 0 0,-64 5-156 0 0,107 1 1 0 0,141 24-15 0 0,123 2 243 0 0,-355-15-109 0 0,1 5-1 0 0,151 31 1 0 0,-241-35-146 0 0,-6-3-562 0 0,-10-10-1680 0 0,0 3 989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47 6913 0 0,'-18'-22'1214'0'0,"2"-3"7112"0"0,17 43-3281 0 0,0 10-4540 0 0,120 722 481 0 0,-96-622-964 0 0,51 299 124 0 0,-13-31-111 0 0,-6-45-6 0 0,1-53-68 0 0,-12-81 14 0 0,-40-174 27 0 0,-1 51-1 0 0,-4-59 1 0 0,1 0-1 0 0,13 62 1 0 0,-4-58 15 0 0,-7-30-9 0 0,-1 0 0 0 0,0 0 0 0 0,-1 1 0 0 0,0 0 0 0 0,-1-1-1 0 0,0 1 1 0 0,0 14 0 0 0,-1 4 4 0 0,1 1-1 0 0,2-1 1 0 0,11 54 0 0 0,0-8 336 0 0,-14-65-340 0 0,1 1 0 0 0,0-1 1 0 0,1 0-1 0 0,0 0 1 0 0,1 0-1 0 0,0 0 0 0 0,0 0 1 0 0,1-1-1 0 0,0 1 1 0 0,0-1-1 0 0,1 0 0 0 0,0 0 1 0 0,11 13-1 0 0,-15-20-10 0 0,17 20-1342 0 0,-18-20 1253 0 0,1-1 1 0 0,-1 1 0 0 0,0 0 0 0 0,1-1 0 0 0,-1 1-1 0 0,0-1 1 0 0,0 1 0 0 0,0-1 0 0 0,0 1 0 0 0,1 0 0 0 0,-1-1-1 0 0,0 1 1 0 0,0 0 0 0 0,0-1 0 0 0,0 1 0 0 0,0-1-1 0 0,0 1 1 0 0,0 0 0 0 0,-1-1 0 0 0,1 1 0 0 0,0-1 0 0 0,0 1-1 0 0,0 0 1 0 0,-1-1 0 0 0,1 1 0 0 0,0-1 0 0 0,-1 1-1 0 0,1-1 1 0 0,0 1 0 0 0,-1-1 0 0 0,1 1 0 0 0,-1-1 0 0 0,1 1-1 0 0,-1-1 1 0 0,1 0 0 0 0,-1 1 0 0 0,1-1 0 0 0,-1 1-1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4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4145 0 0,'-6'34'8866'0'0,"2"-22"-8948"0"0,0 0-1 0 0,-2 1 0 0 0,1-2 0 0 0,-12 18 0 0 0,11-22 73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7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11979 0 0,'1'0'1244'0'0,"1"1"-805"0"0,0-1 0 0 0,0 1-1 0 0,-1 0 1 0 0,1-1 0 0 0,0 1 0 0 0,0 0 0 0 0,0 0 0 0 0,0 0-1 0 0,-1 0 1 0 0,1 1 0 0 0,0-1 0 0 0,-1 0 0 0 0,1 1 0 0 0,-1-1 0 0 0,0 1-1 0 0,1-1 1 0 0,1 4 0 0 0,18 31 1004 0 0,-12-12-1328 0 0,0 1 0 0 0,-1 0 1 0 0,-2 0-1 0 0,6 47 0 0 0,1 106 364 0 0,-12-155-470 0 0,-3 3-147 0 0,1-22 84 0 0,1 1 1 0 0,-1 0 0 0 0,1-1-1 0 0,0 1 1 0 0,0 0-1 0 0,1 0 1 0 0,1 5 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9 127 1840 0 0,'-3'-3'1592'0'0,"2"2"-1195"0"0,1 0 1 0 0,-1 0 0 0 0,0 0 0 0 0,1 0-1 0 0,-1 0 1 0 0,1 0 0 0 0,-1 0 0 0 0,1 0 0 0 0,0 0-1 0 0,0-1 1 0 0,-1 1 0 0 0,1 0 0 0 0,0 0-1 0 0,0 0 1 0 0,0-1 0 0 0,0 1 0 0 0,0 0 0 0 0,0 0-1 0 0,1 0 1 0 0,-1 0 0 0 0,0 0 0 0 0,1-2-1 0 0,1 0 248 0 0,-1-1 0 0 0,1 1-1 0 0,0 0 1 0 0,0 0-1 0 0,1 0 1 0 0,-1 1-1 0 0,1-1 1 0 0,4-4-1 0 0,7-4 616 0 0,0 1-1 0 0,27-14 0 0 0,-40 24-1204 0 0,5-4 23 0 0,1 1 1 0 0,-1 1-1 0 0,1-1 0 0 0,0 1 1 0 0,0 0-1 0 0,0 1 0 0 0,0-1 1 0 0,0 2-1 0 0,0-1 0 0 0,8 1 1 0 0,-11 0-74 0 0,-1 0 0 0 0,1 0 0 0 0,0 1 1 0 0,-1 0-1 0 0,1 0 0 0 0,-1 0 0 0 0,1 0 1 0 0,-1 0-1 0 0,0 0 0 0 0,0 1 1 0 0,1 0-1 0 0,-1 0 0 0 0,0 0 0 0 0,0 0 1 0 0,-1 0-1 0 0,1 0 0 0 0,0 1 1 0 0,-1 0-1 0 0,1-1 0 0 0,-1 1 0 0 0,0 0 1 0 0,2 3-1 0 0,-3-4-3 0 0,0 0 0 0 0,0-1 1 0 0,-1 1-1 0 0,1 0 0 0 0,-1 0 0 0 0,1 0 1 0 0,-1-1-1 0 0,0 1 0 0 0,1 0 0 0 0,-1 0 0 0 0,0 0 1 0 0,0 0-1 0 0,0 0 0 0 0,-1-1 0 0 0,1 1 1 0 0,0 0-1 0 0,-1 0 0 0 0,1 0 0 0 0,-2 1 1 0 0,1 1 11 0 0,-1 0 0 0 0,-1 0 1 0 0,1-1-1 0 0,0 1 0 0 0,-1-1 0 0 0,0 0 1 0 0,0 0-1 0 0,-3 4 0 0 0,-4 0-71 0 0,1 1 0 0 0,-1-2 0 0 0,0 1 0 0 0,0-1 0 0 0,-14 5 0 0 0,-45 16-3922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8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15203 0 0,'5'98'7988'0'0,"14"65"-6827"0"0,0 11-3254 0 0,-17-162-938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1:59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1 232 1840 0 0,'-1'-2'280'0'0,"11"-27"12188"0"0,-8 30-12162 0 0,23 8 7608 0 0,-8 0-9327 0 0,4 2 1667 0 0,1 0 0 0 0,0-1 0 0 0,1-1 0 0 0,0-1 0 0 0,0-1 0 0 0,1-1 0 0 0,0-1 0 0 0,0-1 0 0 0,25 0-1 0 0,-47-4-197 0 0,0 0 0 0 0,1 0 0 0 0,-1 0 0 0 0,0-1 0 0 0,0 1 0 0 0,0-1-1 0 0,1 1 1 0 0,-1-1 0 0 0,0 0 0 0 0,0 0 0 0 0,0 0 0 0 0,0 0 0 0 0,0 0-1 0 0,0 0 1 0 0,-1-1 0 0 0,1 1 0 0 0,0-1 0 0 0,-1 1 0 0 0,1-1 0 0 0,-1 1-1 0 0,1-1 1 0 0,-1 0 0 0 0,0 0 0 0 0,1 0 0 0 0,-1 0 0 0 0,0 0 0 0 0,-1 0-1 0 0,1 0 1 0 0,0 0 0 0 0,0 0 0 0 0,-1 0 0 0 0,0-1 0 0 0,1 1 0 0 0,-1 0-1 0 0,0 0 1 0 0,0-1 0 0 0,0-1 0 0 0,0-13 295 0 0,-1 1 0 0 0,-1 0 1 0 0,0 0-1 0 0,-5-18 0 0 0,3 15-129 0 0,-22-85-764 0 0,24 87-2462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18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37 287 10594 0 0,'-2'-2'206'0'0,"-1"0"0"0"0,0-1-1 0 0,0 1 1 0 0,1-1 0 0 0,0 1 0 0 0,-1-1-1 0 0,1 0 1 0 0,0 0 0 0 0,0 0-1 0 0,1 0 1 0 0,-1 0 0 0 0,1-1 0 0 0,-1 1-1 0 0,1 0 1 0 0,0-1 0 0 0,0 1-1 0 0,1-1 1 0 0,-1 1 0 0 0,1-1 0 0 0,-1-6-1 0 0,0-2 607 0 0,1-1-1 0 0,0 0 0 0 0,0 1 0 0 0,5-24 1 0 0,-2 28-634 0 0,0 0 1 0 0,0 0-1 0 0,1 0 0 0 0,0 1 1 0 0,0 0-1 0 0,1-1 0 0 0,0 1 1 0 0,0 1-1 0 0,1-1 1 0 0,0 1-1 0 0,0 0 0 0 0,1 0 1 0 0,-1 1-1 0 0,1 0 1 0 0,0 0-1 0 0,0 0 0 0 0,1 1 1 0 0,0 0-1 0 0,0 1 0 0 0,8-3 1 0 0,-12 5-180 0 0,0 1 0 0 0,0 0 1 0 0,1 0-1 0 0,-1 0 0 0 0,0 0 0 0 0,0 1 1 0 0,1 0-1 0 0,-1 0 0 0 0,0 0 0 0 0,0 0 1 0 0,0 1-1 0 0,0-1 0 0 0,0 1 0 0 0,-1 0 1 0 0,1 0-1 0 0,0 1 0 0 0,-1-1 0 0 0,0 1 1 0 0,1 0-1 0 0,-1 0 0 0 0,0 0 0 0 0,4 5 1 0 0,2 3-34 0 0,0 1 1 0 0,0 0 0 0 0,-1 0 0 0 0,-1 1 0 0 0,7 16 0 0 0,-4-4-64 0 0,-2 1 1 0 0,-1 0-1 0 0,-2 1 1 0 0,0-1-1 0 0,2 52 0 0 0,-4-36-121 0 0,12 51 0 0 0,-15-90 218 0 0,1 0 0 0 0,-1 1 0 0 0,1-1 0 0 0,0 0 0 0 0,0 0 0 0 0,1 0 0 0 0,-1 0 1 0 0,0-1-1 0 0,1 1 0 0 0,0 0 0 0 0,0-1 0 0 0,-1 1 0 0 0,2-1 0 0 0,-1 1 0 0 0,0-1 0 0 0,0 0 1 0 0,1 0-1 0 0,-1 0 0 0 0,4 2 0 0 0,-2-3-16 0 0,-1 0 0 0 0,1 0 0 0 0,-1 0 0 0 0,1-1 0 0 0,0 1 0 0 0,-1-1-1 0 0,1 0 1 0 0,0 0 0 0 0,-1 0 0 0 0,1-1 0 0 0,0 1 0 0 0,-1-1 0 0 0,1 0 0 0 0,-1 0 0 0 0,1 0 0 0 0,3-3 0 0 0,41-16-309 0 0,-32 13 307 0 0,0 0 1 0 0,1 1-1 0 0,0 0 0 0 0,28-4 0 0 0,-39 9 30 0 0,-1 1 1 0 0,1-1 0 0 0,0 1-1 0 0,-1 1 1 0 0,1-1-1 0 0,-1 1 1 0 0,1 0 0 0 0,-1 0-1 0 0,1 1 1 0 0,-1 0 0 0 0,0 0-1 0 0,0 0 1 0 0,1 0 0 0 0,-1 1-1 0 0,-1 0 1 0 0,1 0 0 0 0,0 0-1 0 0,-1 1 1 0 0,5 4-1 0 0,-3-2 41 0 0,1 1-1 0 0,-1 0 0 0 0,-1 0 1 0 0,1 1-1 0 0,-1-1 0 0 0,-1 1 0 0 0,0 1 1 0 0,0-1-1 0 0,0 0 0 0 0,2 11 0 0 0,-2-4 34 0 0,0 1-1 0 0,-1-1 1 0 0,-1 1 0 0 0,-1 0-1 0 0,-1 22 1 0 0,-3-2 42 0 0,-1 0 0 0 0,-2 0 0 0 0,-1 0 0 0 0,-16 45 0 0 0,13-52 89 0 0,-1-1-1 0 0,-1 0 1 0 0,-2-1-1 0 0,-24 38 1 0 0,29-52-257 0 0,0 0 0 0 0,-1-1 0 0 0,-1 0-1 0 0,0 0 1 0 0,0-1 0 0 0,-1-1 0 0 0,0 0 0 0 0,-1-1 0 0 0,0 0-1 0 0,-19 9 1 0 0,31-17-15 0 0,0-1 0 0 0,1 1 0 0 0,-1-1 0 0 0,1 0-1 0 0,-1 1 1 0 0,1-1 0 0 0,-1 0 0 0 0,0 1 0 0 0,1-1-1 0 0,-1 0 1 0 0,0 0 0 0 0,1 0 0 0 0,-1 0 0 0 0,0 0-1 0 0,1 0 1 0 0,-1 1 0 0 0,0-1 0 0 0,1-1 0 0 0,-1 1-1 0 0,0 0 1 0 0,0 0 0 0 0,1 0 0 0 0,-1 0 0 0 0,1 0-1 0 0,-1-1 1 0 0,0 1 0 0 0,1 0 0 0 0,-1-1 0 0 0,0 1-1 0 0,1 0 1 0 0,-1-1 0 0 0,1 1 0 0 0,-1-1 0 0 0,1 1-1 0 0,-1-1 1 0 0,1 1 0 0 0,-1-1 0 0 0,1 1 0 0 0,0-1-1 0 0,-1 0 1 0 0,-1-7-1212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18.6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33 606 14283 0 0,'-5'-7'336'0'0,"1"0"1"0"0,0 0-1 0 0,0 0 1 0 0,0-1-1 0 0,-3-10 1 0 0,6 14-56 0 0,0 1 0 0 0,0 0 1 0 0,0-1-1 0 0,1 1 1 0 0,0-1-1 0 0,-1 1 1 0 0,1 0-1 0 0,0-1 0 0 0,1 1 1 0 0,-1-1-1 0 0,0 1 1 0 0,1-1-1 0 0,0 1 1 0 0,0 0-1 0 0,2-6 0 0 0,-2 8-212 0 0,-1 1 0 0 0,1-1-1 0 0,0 1 1 0 0,0-1-1 0 0,0 1 1 0 0,-1-1-1 0 0,1 1 1 0 0,0-1 0 0 0,0 1-1 0 0,0 0 1 0 0,0-1-1 0 0,0 1 1 0 0,0 0-1 0 0,0 0 1 0 0,-1-1-1 0 0,1 1 1 0 0,0 0 0 0 0,0 0-1 0 0,0 0 1 0 0,0 0-1 0 0,0 1 1 0 0,0-1-1 0 0,0 0 1 0 0,0 0 0 0 0,0 0-1 0 0,0 1 1 0 0,0-1-1 0 0,0 1 1 0 0,-1-1-1 0 0,1 0 1 0 0,0 1-1 0 0,0-1 1 0 0,0 1 0 0 0,-1 0-1 0 0,2 0 1 0 0,31 22 170 0 0,-31-22-154 0 0,75 62 128 0 0,3-5 1 0 0,2-2-1 0 0,110 53 1 0 0,-191-108-176 0 0,0 0 1 0 0,1 0-1 0 0,-1 0 1 0 0,1 0-1 0 0,-1-1 1 0 0,1 1-1 0 0,-1 0 1 0 0,1-1-1 0 0,-1 1 0 0 0,1-1 1 0 0,-1 0-1 0 0,1 0 1 0 0,-1 1-1 0 0,1-1 1 0 0,0 0-1 0 0,-1 0 1 0 0,1 0-1 0 0,-1-1 1 0 0,1 1-1 0 0,-1 0 1 0 0,1-1-1 0 0,0 1 1 0 0,-1-1-1 0 0,1 1 1 0 0,-1-1-1 0 0,3-1 1 0 0,-2-1 78 0 0,-1 1 0 0 0,0-1 0 0 0,1 0 0 0 0,-1 0 0 0 0,0 0 0 0 0,0 0-1 0 0,-1 0 1 0 0,1 0 0 0 0,-1 0 0 0 0,1 0 0 0 0,-1 0 0 0 0,0 0 0 0 0,-1-6 0 0 0,-3-57 720 0 0,-2 0 0 0 0,-23-93 0 0 0,22 122-597 0 0,-37-130 123 0 0,-5-33-3544 0 0,40 138-6571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1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3393 107 9674 0 0,'20'-1'5252'0'0,"-30"0"-894"0"0,-36-1-1681 0 0,-591 10-513 0 0,228-13-2058 0 0,77-1 50 0 0,-7 8-150 0 0,-487-10-218 0 0,664 2 231 0 0,4 1 36 0 0,-186-29-1 0 0,325 31-246 0 0,8 2-321 0 0,-1-1 1 0 0,0 0 0 0 0,1 0-1 0 0,0-2 1 0 0,0 1 0 0 0,0-1-1 0 0,0-1 1 0 0,0 0 0 0 0,-19-12-1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1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7370 0 0,'-1'5'390'0'0,"0"-1"-1"0"0,0 1 1 0 0,1 0 0 0 0,-1-1 0 0 0,1 1 0 0 0,0 0 0 0 0,0 0 0 0 0,1-1 0 0 0,0 1 0 0 0,-1 0 0 0 0,3 4 0 0 0,0 17 1845 0 0,-1 118 4300 0 0,-3-74-5981 0 0,3 0 1 0 0,16 101-1 0 0,58 171-494 0 0,26 147 507 0 0,-17-36-392 0 0,21 161-142 0 0,2 267-33 0 0,-46-391 3 0 0,18 98 1033 0 0,-52-384-678 0 0,-26-177-350 0 0,-1 1-1 0 0,-2-1 0 0 0,-1 0 0 0 0,-1 1 0 0 0,-10 38 0 0 0,9-55 184 0 0,4-10-245 0 0,0-1 1 0 0,0 0 0 0 0,0 0 0 0 0,-1 0-1 0 0,1 1 1 0 0,0-1 0 0 0,0 0 0 0 0,0 0-1 0 0,0 0 1 0 0,0 1 0 0 0,0-1 0 0 0,0 0-1 0 0,-1 0 1 0 0,1 0 0 0 0,0 0 0 0 0,0 1-1 0 0,0-1 1 0 0,0 0 0 0 0,-1 0 0 0 0,1 0-1 0 0,0 0 1 0 0,0 0 0 0 0,0 0 0 0 0,-1 0-1 0 0,1 0 1 0 0,0 0 0 0 0,0 1 0 0 0,0-1-1 0 0,-1 0 1 0 0,1 0 0 0 0,0 0 0 0 0,0 0-1 0 0,0 0 1 0 0,-1 0 0 0 0,1 0 0 0 0,0 0-1 0 0,0-1 1 0 0,-1 1 0 0 0,1 0 0 0 0,0 0-1 0 0,0 0 1 0 0,0 0 0 0 0,-1 0 0 0 0,1 0-1 0 0,0 0 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2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51 407 3681 0 0,'-33'7'1752'0'0,"15"-3"4325"0"0,42-6-3072 0 0,245-31-969 0 0,90-12 737 0 0,204-42-2065 0 0,-102 15 457 0 0,-362 56-919 0 0,251-33 313 0 0,-225 36-537 0 0,223-13 31 0 0,246-14 136 0 0,-556 37-180 0 0,235-26 377 0 0,-229 26-3111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2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 11058 0 0,'49'-2'4369'0'0,"-44"1"-4138"0"0,212-30 5857 0 0,-159 26-5756 0 0,103 4-1 0 0,-112 2-2273 0 0,-22 1-5426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3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1 920 0 0,'-2'1'103'0'0,"1"0"1"0"0,-1 0-1 0 0,1 1 0 0 0,-1-1 0 0 0,1 1 0 0 0,0-1 1 0 0,0 1-1 0 0,0 0 0 0 0,0 0 0 0 0,0-1 0 0 0,0 1 1 0 0,0 0-1 0 0,1 0 0 0 0,-1 0 0 0 0,1 0 0 0 0,-1 0 1 0 0,1 0-1 0 0,0 0 0 0 0,-1 0 0 0 0,1 0 0 0 0,1 3 1 0 0,3 54 3476 0 0,-1-40-2839 0 0,6 60 1629 0 0,4-1 1 0 0,43 144-1 0 0,75 144-417 0 0,-127-354-1805 0 0,35 87 779 0 0,0-1-428 0 0,-4 0 0 0 0,24 109 0 0 0,-42-123-391 0 0,110 623 3436 0 0,-65-335-2917 0 0,11 107 215 0 0,-66-318-761 0 0,0 5-2441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4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22 779 7834 0 0,'-18'8'8424'0'0,"14"-4"-7776"0"0,19-1 3563 0 0,38-5-3125 0 0,187-21-807 0 0,-94 11-284 0 0,182-13 5 0 0,-104 10 0 0 0,323-19 117 0 0,1515-109 75 0 0,1030-29 1083 0 0,-2641 160-1170 0 0,557-25 190 0 0,-604 12-295 0 0,875-44 0 0 0,-538 33 0 0 0,457-24-60 0 0,-358 39 48 0 0,-488 17 23 0 0,699-7 1226 0 0,-548-4-511 0 0,-275 7-622 0 0,-116 6-235 0 0,215-30 1 0 0,-317 30-128 0 0,0 0 0 0 0,0-1 0 0 0,14-7 0 0 0,7-8-6912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5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98 8754 0 0,'-1'0'50'0'0,"1"1"0"0"0,0-1 0 0 0,-1 0-1 0 0,1 1 1 0 0,0-1 0 0 0,0 0 0 0 0,0 1 0 0 0,-1-1 0 0 0,1 1 0 0 0,0-1 0 0 0,0 0 0 0 0,0 1-1 0 0,0-1 1 0 0,0 1 0 0 0,-1-1 0 0 0,1 0 0 0 0,0 1 0 0 0,0-1 0 0 0,0 1 0 0 0,0-1 0 0 0,0 1-1 0 0,0-1 1 0 0,1 0 0 0 0,-1 1 0 0 0,0-1 0 0 0,0 1 0 0 0,0-1 0 0 0,0 0 0 0 0,0 1 0 0 0,1-1-1 0 0,-1 1 1 0 0,0-1 0 0 0,1 1 0 0 0,14 12 904 0 0,22 2 525 0 0,8-9-754 0 0,-1-2 0 0 0,1-2 0 0 0,74-7 0 0 0,-84 3-631 0 0,582-49 1449 0 0,-14-8 977 0 0,-75 44-1818 0 0,-422 16-824 0 0,110-3-525 0 0,-72-12-4105 0 0,-120 9 2898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06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1 1840 0 0,'-1'9'13490'0'0,"22"103"-7784"0"0,-8 63-4820 0 0,54 580-870 0 0,-58-683-11 0 0,44 286 200 0 0,8 58 144 0 0,118 752-201 0 0,21 84 552 0 0,-175-1063-656 0 0,35 204 375 0 0,6 51-296 0 0,-27 3-244 0 0,-31-143 314 0 0,8 161-335 0 0,-11 132 251 0 0,-9-308-58 0 0,11 100-227 0 0,6-54 329 0 0,-13-319-105 0 0,2 0-1 0 0,0 0 0 0 0,0 0 1 0 0,2-1-1 0 0,0 1 1 0 0,0-1-1 0 0,2 0 0 0 0,0 0 1 0 0,9 16-1 0 0,29 38-298 0 0,-44-66 276 0 0,1 0-1 0 0,-1 0 1 0 0,1 0-1 0 0,-1 0 1 0 0,0 0-1 0 0,0 0 1 0 0,-1 0-1 0 0,1 0 0 0 0,0 0 1 0 0,-1 0-1 0 0,0 0 1 0 0,0-1-1 0 0,0 1 1 0 0,0 0-1 0 0,0 0 1 0 0,-2 2-1 0 0,-3 20 228 0 0,3-5-264 0 0,3-18-26 0 0,0 0 0 0 0,-1 0 0 0 0,1 0 0 0 0,0 0 0 0 0,0 0 0 0 0,0 0 0 0 0,0 0 0 0 0,0 0 0 0 0,1 0 0 0 0,-1 0 0 0 0,1 0 0 0 0,-1 0 0 0 0,1 0 0 0 0,0 0 0 0 0,0 0 0 0 0,-1-1 0 0 0,1 1 0 0 0,1 0 0 0 0,0 2 0 0 0,4 6-66 0 0,-6-9 107 0 0,1-1 0 0 0,-1 0-1 0 0,0 0 1 0 0,0 1 0 0 0,0-1 0 0 0,0 0-1 0 0,0 0 1 0 0,0 1 0 0 0,0-1 0 0 0,0 0 0 0 0,0 0-1 0 0,0 1 1 0 0,0-1 0 0 0,0 0 0 0 0,0 1-1 0 0,0-1 1 0 0,0 0 0 0 0,0 0 0 0 0,0 1-1 0 0,0-1 1 0 0,0 0 0 0 0,0 0 0 0 0,-1 1-1 0 0,1-1 1 0 0,0 0 0 0 0,0 0 0 0 0,0 1-1 0 0,0-1 1 0 0,-1 0 0 0 0,1 0 0 0 0,0 0 0 0 0,0 1-1 0 0,0-1 1 0 0,-1 0 0 0 0,1 0 0 0 0,0 0-1 0 0,0 0 1 0 0,-1 0 0 0 0,1 1 0 0 0,0-1-1 0 0,-1 0 1 0 0,-42 12 81 0 0,0-1-1 0 0,-1-2 1 0 0,0-3-1 0 0,0-1 1 0 0,0-2-1 0 0,-1-2 1 0 0,-48-5-1 0 0,-196-30-407 0 0,101 11-1015 0 0,106 11 309 0 0,47 5-4935 0 0,13 3-980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33.7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60 155 8290 0 0,'-6'-1'1017'0'0,"1"1"0"0"0,-1 1 0 0 0,1-1 0 0 0,-1 1 0 0 0,1 0 0 0 0,0 0 0 0 0,0 1 0 0 0,-1-1 0 0 0,-4 4 0 0 0,34-6 2385 0 0,-7 2-3102 0 0,214-18 833 0 0,58-5-703 0 0,158-52 360 0 0,-169 23-1032 0 0,-275 51-234 0 0,5-2 302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34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0 4609 0 0,'-18'3'1697'0'0,"17"-2"-1242"0"0,0-1 0 0 0,-11 9 4547 0 0,11-8-4547 0 0,0 2-1 0 0,0-1 130 0 0,0 0-1 0 0,0 0 0 0 0,1 1 0 0 0,-1-1 0 0 0,1 0 0 0 0,-1 0 1 0 0,1 1-1 0 0,0-1 0 0 0,0 0 0 0 0,0 1 0 0 0,0-1 0 0 0,0 0 1 0 0,0 0-1 0 0,1 1 0 0 0,0 2 0 0 0,2 12-113 0 0,0 1 1 0 0,-2 0-1 0 0,-1 34 0 0 0,2 22 11 0 0,9-7-407 0 0,3 1 0 0 0,35 100 1 0 0,7 29 15 0 0,-33-100-90 0 0,2 8 0 0 0,23 206 0 0 0,-48-305 5 0 0,2 58 332 0 0,-2-59-301 0 0,-1 1 0 0 0,1-1 0 0 0,-1 1 0 0 0,0-1 0 0 0,0 0 0 0 0,-1 1 0 0 0,0-1 0 0 0,-4 10 0 0 0,5-14-163 0 0,0 0 0 0 0,0 0 0 0 0,0 0 1 0 0,0 0-1 0 0,0 0 0 0 0,0 0 0 0 0,0-1 0 0 0,0 1 1 0 0,0 0-1 0 0,-1-1 0 0 0,1 1 0 0 0,-2 0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36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9 4497 0 0,'20'-7'1831'0'0,"-53"13"10522"0"0,6 6-10079 0 0,25-11-2276 0 0,0-1 1 0 0,0 1-1 0 0,0 1 1 0 0,0-1-1 0 0,0 0 1 0 0,1 0 0 0 0,-1 1-1 0 0,0-1 1 0 0,1 0-1 0 0,-1 1 1 0 0,1 0-1 0 0,-1-1 1 0 0,1 1 0 0 0,0 0-1 0 0,0 0 1 0 0,0 0-1 0 0,0 0 1 0 0,0 0-1 0 0,0 0 1 0 0,0 0 0 0 0,0 3-1 0 0,1-4 22 0 0,0 0 0 0 0,1 0 1 0 0,-1 0-1 0 0,1 0 0 0 0,-1 0 0 0 0,1 0 0 0 0,-1 0 0 0 0,1 0 1 0 0,-1 0-1 0 0,1 0 0 0 0,0 0 0 0 0,0 0 0 0 0,-1 0 0 0 0,1 0 1 0 0,0-1-1 0 0,0 1 0 0 0,0 0 0 0 0,0-1 0 0 0,0 1 0 0 0,0-1 0 0 0,0 1 1 0 0,0-1-1 0 0,0 1 0 0 0,0-1 0 0 0,0 0 0 0 0,1 1 0 0 0,-1-1 1 0 0,0 0-1 0 0,0 0 0 0 0,0 0 0 0 0,0 0 0 0 0,0 0 0 0 0,2 0 1 0 0,45-3 363 0 0,-42 3-334 0 0,24-4 114 0 0,381-29 1170 0 0,-72 8-401 0 0,-240 16-434 0 0,-88 7-399 0 0,-9 2-66 0 0,1-1 1 0 0,0 1 0 0 0,0 0 0 0 0,0-1 0 0 0,0 1 0 0 0,0 1 0 0 0,0-1 0 0 0,-1 0 0 0 0,7 2-1 0 0,-11 5-2359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1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1514 190 6481 0 0,'-6'-7'883'0'0,"0"0"-1"0"0,0 1 0 0 0,0-1 0 0 0,-1 1 0 0 0,0 0 0 0 0,0 1 0 0 0,0 0 1 0 0,-1 0-1 0 0,0 0 0 0 0,-12-5 0 0 0,-14-9 113 0 0,21 11-770 0 0,0 1 1 0 0,-1 1-1 0 0,-1 0 1 0 0,1 1-1 0 0,-1 0 1 0 0,0 1 0 0 0,0 1-1 0 0,0 0 1 0 0,0 1-1 0 0,-23 0 1 0 0,-15 3 1348 0 0,-90 14 0 0 0,89-9-1330 0 0,38-4-240 0 0,-17 1 77 0 0,0 1-1 0 0,1 1 1 0 0,0 2 0 0 0,0 2-1 0 0,-61 24 1 0 0,28-3-18 0 0,-2 2 42 0 0,-88 54-1 0 0,136-72-101 0 0,0 1 0 0 0,1 1 0 0 0,1 1-1 0 0,0 0 1 0 0,2 1 0 0 0,0 1 0 0 0,1 1 0 0 0,-20 35 0 0 0,-2 16 12 0 0,-34 93 0 0 0,58-134-15 0 0,-11 25-14 0 0,2 1 0 0 0,3 0 0 0 0,-20 111 0 0 0,23 14 126 0 0,15-150-90 0 0,1 0 0 0 0,1 0 0 0 0,13 57 0 0 0,19 85 61 0 0,-22-100-22 0 0,4-1-1 0 0,24 71 0 0 0,-13-83-144 0 0,1-2 1 0 0,3-1-1 0 0,61 83 0 0 0,-47-72 51 0 0,-23-38-3 0 0,1-1 1 0 0,2 0-1 0 0,0-2 0 0 0,36 29 0 0 0,125 84-158 0 0,-156-121 178 0 0,1-2 0 0 0,1-1 0 0 0,0-2 1 0 0,2-1-1 0 0,-1-1 0 0 0,1-2 1 0 0,1-1-1 0 0,0-2 0 0 0,50 4 0 0 0,-26-8-12 0 0,0-1 0 0 0,1-4 0 0 0,-1-2-1 0 0,109-22 1 0 0,-120 16 28 0 0,-1-3 0 0 0,53-21 0 0 0,-75 23 0 0 0,0 0 0 0 0,-1-2 0 0 0,0-1 0 0 0,-2-1 0 0 0,32-25 0 0 0,-5-2 207 0 0,-2-1 0 0 0,-2-3 0 0 0,-1-1 0 0 0,56-82 0 0 0,-66 78-179 0 0,-17 27-4 0 0,0 0 0 0 0,-2-2 1 0 0,-1 0-1 0 0,21-55 0 0 0,-15 13 17 0 0,-3 0 0 0 0,-3-1 0 0 0,-3-1 0 0 0,-3 0 0 0 0,-2-120 0 0 0,-21-118 182 0 0,8 242-97 0 0,-3 0 1 0 0,-30-104-1 0 0,23 117-110 0 0,-3 1 0 0 0,-2 1 0 0 0,-2 1-1 0 0,-2 2 1 0 0,-3 0 0 0 0,-1 2 0 0 0,-3 1-1 0 0,-1 1 1 0 0,-2 2 0 0 0,-2 2 0 0 0,-2 1-1 0 0,-1 3 1 0 0,-2 1 0 0 0,-2 1 0 0 0,-66-36-1 0 0,75 50-380 0 0,-1 2-1 0 0,0 2 1 0 0,-2 1-1 0 0,0 2 0 0 0,0 2 1 0 0,-43-6-1 0 0,54 13-391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2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724 3436 2016 0 0,'-2'-1'556'0'0,"0"1"0"0"0,-1-1-1 0 0,1-1 1 0 0,0 1 0 0 0,0 0-1 0 0,0 0 1 0 0,0-1 0 0 0,-3-2-1 0 0,-26-23 2260 0 0,2-1-1 0 0,-44-55 0 0 0,-42-73 600 0 0,96 128-3284 0 0,-22-34 972 0 0,-59-122 1 0 0,-15-78-80 0 0,83 187-1018 0 0,4 8 66 0 0,2-1-1 0 0,4-1 1 0 0,2-1 0 0 0,3-1 0 0 0,4 0 0 0 0,-6-100 0 0 0,17 95-74 0 0,4 0 1 0 0,3 1 0 0 0,4-1-1 0 0,23-97 1 0 0,-17 114 0 0 0,3 2 0 0 0,2 0 0 0 0,3 2 0 0 0,2 0 0 0 0,63-101 0 0 0,109-119 122 0 0,-162 233-96 0 0,2 1 0 0 0,1 2 0 0 0,3 1 0 0 0,50-35 0 0 0,-28 27-24 0 0,168-114 0 0 0,-175 125 0 0 0,1 3 0 0 0,79-31 0 0 0,-42 29 0 0 0,0 3 0 0 0,3 5 0 0 0,0 4 0 0 0,126-12 0 0 0,-87 20 0 0 0,211 4 0 0 0,179 52 0 0 0,-477-32-2 0 0,0 2 1 0 0,-1 2-1 0 0,-1 2 1 0 0,51 25-1 0 0,43 15 159 0 0,29 17-50 0 0,-135-65-61 0 0,-24-9-3509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3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326 11 3681 0 0,'-9'-2'499'0'0,"1"-1"0"0"0,0 2 0 0 0,-1-1 1 0 0,0 1-1 0 0,1 0 0 0 0,-1 1 0 0 0,1 0 1 0 0,-10 1-1 0 0,-5 1 2433 0 0,-30 24 7041 0 0,89 16-9578 0 0,-25-30 148 0 0,169 186-401 0 0,-172-190-206 0 0,-1 1-1 0 0,0 0 0 0 0,-1 0 0 0 0,0 0 0 0 0,0 1 0 0 0,-1 0 0 0 0,6 16 0 0 0,-10-23 90 0 0,0 1-1 0 0,0-1 0 0 0,-1 1 0 0 0,1 0 0 0 0,-1-1 0 0 0,1 1 0 0 0,-1 0 0 0 0,0 0 0 0 0,-1-1 1 0 0,1 1-1 0 0,-1 0 0 0 0,0-1 0 0 0,1 1 0 0 0,-2 0 0 0 0,1-1 0 0 0,0 1 0 0 0,-1-1 1 0 0,1 0-1 0 0,-1 1 0 0 0,0-1 0 0 0,0 0 0 0 0,-1 0 0 0 0,1 0 0 0 0,0 0 0 0 0,-5 3 0 0 0,-17 13 258 0 0,-1-1-1 0 0,-1-1 0 0 0,0-1 1 0 0,-43 18-1 0 0,-34 21 314 0 0,22 1-1239 0 0,72-49 539 0 0,0 0 1 0 0,1 1-1 0 0,0 0 1 0 0,1 1-1 0 0,-1 0 0 0 0,-8 15 1 0 0,13-18-1255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4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32 5065 0 0,'-18'-25'4685'0'0,"18"25"-4547"0"0,0-1 1 0 0,0 1-1 0 0,0-1 1 0 0,-2-1 969 0 0,1 2-970 0 0,1-1 1 0 0,0 1-1 0 0,-1 0 1 0 0,1 0-1 0 0,0 0 1 0 0,-1-1-1 0 0,1 1 1 0 0,-1 0-1 0 0,1 0 1 0 0,0 0-1 0 0,-1 0 1 0 0,1 0-1 0 0,-1 0 1 0 0,1 0-1 0 0,0 0 1 0 0,-1 0-1 0 0,1 0 0 0 0,-1 0 1 0 0,1 0-1 0 0,-1 0 1 0 0,1 0-1 0 0,0 0 1 0 0,-1 0-1 0 0,1 0 1 0 0,0 0-1 0 0,-1 1 1 0 0,1-1-1 0 0,-3 2 970 0 0,3-2-969 0 0,0 1-1 0 0,-1-1 1 0 0,1 0-1 0 0,0 1 1 0 0,0-1-1 0 0,0 0 1 0 0,0 1-1 0 0,-1-1 1 0 0,1 1-1 0 0,0-1 1 0 0,0 0-1 0 0,0 1 1 0 0,0-1-1 0 0,0 1 1 0 0,0-1-1 0 0,0 0 1 0 0,0 1-1 0 0,0-1 0 0 0,0 1 1 0 0,0 0-1 0 0,0 9 299 0 0,0 1-1 0 0,1 0 0 0 0,1 0 1 0 0,-1 0-1 0 0,2 0 0 0 0,-1-1 0 0 0,8 18 1 0 0,1 9-171 0 0,30 124 70 0 0,63 157-1 0 0,-78-251-345 0 0,8 13 56 0 0,-5 1 0 0 0,37 157 0 0 0,-64-222-139 0 0,0 1 0 0 0,-2 0 0 0 0,1 0 0 0 0,-5 29 0 0 0,-4 3-3336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5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932 156 8754 0 0,'-5'-13'747'0'0,"-1"1"0"0"0,-1 0 1 0 0,0 1-1 0 0,0-1 0 0 0,-1 1 0 0 0,-1 1 1 0 0,0-1-1 0 0,-16-13 0 0 0,19 19-471 0 0,0 1 1 0 0,0 0-1 0 0,0 0 0 0 0,0 0 0 0 0,-1 1 1 0 0,1 0-1 0 0,-1 0 0 0 0,0 1 0 0 0,0 0 0 0 0,0 0 1 0 0,0 1-1 0 0,-1 0 0 0 0,1 0 0 0 0,0 0 0 0 0,0 1 1 0 0,-1 0-1 0 0,-11 2 0 0 0,-3 3-24 0 0,0 0 0 0 0,0 1 0 0 0,0 1 0 0 0,1 1 0 0 0,0 1 0 0 0,1 1 0 0 0,-21 14 0 0 0,-128 97 459 0 0,157-111-679 0 0,-10 9 48 0 0,0 1 0 0 0,1 1 0 0 0,1 0 0 0 0,1 2 0 0 0,1 0 0 0 0,-26 47 0 0 0,12-10 138 0 0,-43 117-1 0 0,58-124-176 0 0,2 1-1 0 0,3 1 0 0 0,2 0 1 0 0,3 0-1 0 0,2 1 0 0 0,2 0 1 0 0,8 100-1 0 0,26 202 355 0 0,-21-278-378 0 0,39 150 0 0 0,-45-214-17 0 0,10 29 9 0 0,2 0 1 0 0,2-1-1 0 0,2-1 0 0 0,2 0 0 0 0,1-2 0 0 0,46 60 0 0 0,-22-45-47 0 0,2-2-1 0 0,3-3 1 0 0,63 50-1 0 0,-106-94 35 0 0,25 22-59 0 0,1-1 0 0 0,2-1 0 0 0,1-2 0 0 0,59 29 0 0 0,-81-47 28 0 0,0 0 0 0 0,0-2 0 0 0,1 1 0 0 0,-1-2 0 0 0,1 0 0 0 0,1-1 0 0 0,-1-1 1 0 0,0-1-1 0 0,0 0 0 0 0,1-1 0 0 0,-1-1 0 0 0,0 0 0 0 0,1-2 0 0 0,28-7 0 0 0,5-7 22 0 0,-1-3 0 0 0,-1-1 0 0 0,-1-3 0 0 0,-1-2 0 0 0,-1-2 0 0 0,82-65 0 0 0,-103 70 21 0 0,-1-1 0 0 0,-1-1 0 0 0,-2-1-1 0 0,0-1 1 0 0,-2-1 0 0 0,-1 0 0 0 0,-1-1 0 0 0,17-41-1 0 0,6-29 94 0 0,35-130 0 0 0,-60 174 1 0 0,-2 0-1 0 0,-2 0 0 0 0,-3-1 1 0 0,1-60-1 0 0,-9 75-44 0 0,-1-1 0 0 0,-2 0-1 0 0,-2 1 1 0 0,-2 0 0 0 0,-2 0 0 0 0,-16-47-1 0 0,3 27 140 0 0,-3 2-1 0 0,-2 0 0 0 0,-2 2 1 0 0,-3 1-1 0 0,-50-66 1 0 0,56 89-130 0 0,-1 2 0 0 0,-1 0 0 0 0,-1 2 0 0 0,-2 1 0 0 0,-1 1 0 0 0,-1 2 1 0 0,-2 1-1 0 0,0 2 0 0 0,-47-22 0 0 0,-129-41-669 0 0,183 76-111 0 0,-1 2 1 0 0,1 1 0 0 0,-1 1-1 0 0,0 1 1 0 0,-51 0-1 0 0,46 6-7294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5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59 242 5065 0 0,'-5'1'1044'0'0,"0"-1"-1"0"0,-1-1 0 0 0,1 1 1 0 0,0-1-1 0 0,0 0 1 0 0,-1 0-1 0 0,1 0 0 0 0,0-1 1 0 0,-7-2-1 0 0,20 1 2039 0 0,29-7-1817 0 0,444-91 2350 0 0,-311 63-3037 0 0,-145 30-375 0 0,-1 0-1 0 0,0-2 0 0 0,-1-1 0 0 0,39-24 1 0 0,-62 36-221 0 0,0-1 0 0 0,0 0 0 0 0,-1 0 0 0 0,1 0 0 0 0,0 0 1 0 0,0 0-1 0 0,-1 0 0 0 0,1 0 0 0 0,0 0 0 0 0,0 0 0 0 0,-1 0 0 0 0,1 0 1 0 0,0 0-1 0 0,0 0 0 0 0,0 0 0 0 0,-1 0 0 0 0,1 0 0 0 0,0 0 1 0 0,0 0-1 0 0,-1-1 0 0 0,1 1 0 0 0,0 0 0 0 0,0 0 0 0 0,0 0 0 0 0,-1 0 1 0 0,1 0-1 0 0,0 0 0 0 0,0-1 0 0 0,0 1 0 0 0,0 0 0 0 0,0 0 1 0 0,-1 0-1 0 0,1-1 0 0 0,0 1 0 0 0,0 0 0 0 0,0 0 0 0 0,0 0 0 0 0,0-1 1 0 0,0 1-1 0 0,0 0 0 0 0,0 0 0 0 0,0 0 0 0 0,-1-1 0 0 0,1 1 0 0 0,0 0 1 0 0,0 0-1 0 0,0-1 0 0 0,0 1 0 0 0,0 0 0 0 0,1 0 0 0 0,-1-1 1 0 0,0 1-1 0 0,0 0 0 0 0,0 0 0 0 0,0 0 0 0 0,0-1 0 0 0,0 1 0 0 0,0 0 1 0 0,1-1-1 0 0,-3 5-453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49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9218 0 0,'19'-8'3554'0'0,"29"-7"333"0"0,58-12 0 0 0,-82 23-3355 0 0,0 1-1 0 0,1 1 1 0 0,-1 1-1 0 0,39 3 1 0 0,-54-1-673 0 0,-1 0 1 0 0,1 0 0 0 0,0-1 0 0 0,0 0 0 0 0,0 0 0 0 0,0-1-1 0 0,0-1 1 0 0,0 1 0 0 0,-1-1 0 0 0,1-1 0 0 0,-1 0-1 0 0,1 0 1 0 0,-1 0 0 0 0,0-1 0 0 0,0 0 0 0 0,-1-1 0 0 0,9-6-1 0 0,3-4-7304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50.5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484 102 14283 0 0,'-11'-2'305'0'0,"-1"-1"-1"0"0,1 1 1 0 0,-1 1-1 0 0,0 0 1 0 0,0 0-1 0 0,1 1 1 0 0,-1 1-1 0 0,0 0 1 0 0,0 1-1 0 0,1 0 1 0 0,-1 0-1 0 0,1 1 1 0 0,0 1-1 0 0,-1 0 1 0 0,-13 8-1 0 0,7-3-63 0 0,1 0 0 0 0,1 1 0 0 0,0 1 0 0 0,0 1 0 0 0,1 0 1 0 0,0 1-1 0 0,1 1 0 0 0,-20 25 0 0 0,19-17-144 0 0,0 2 0 0 0,1 0 0 0 0,2 1 0 0 0,0 0 0 0 0,2 1 0 0 0,1 0 0 0 0,1 1 0 0 0,1 0 0 0 0,-6 51 0 0 0,8-27-91 0 0,2 1 0 0 0,3-1 0 0 0,1 0 0 0 0,13 73 0 0 0,-7-80-19 0 0,2 1 0 0 0,2-2 0 0 0,2 0 1 0 0,1 0-1 0 0,3-2 0 0 0,1 0 0 0 0,2 0 0 0 0,2-2 1 0 0,46 62-1 0 0,-50-80-3 0 0,0-1 1 0 0,1-1 0 0 0,1-1 0 0 0,1-1-1 0 0,0 0 1 0 0,2-2 0 0 0,0 0-1 0 0,0-2 1 0 0,1-1 0 0 0,1 0 0 0 0,0-2-1 0 0,0-1 1 0 0,29 6 0 0 0,12 0-50 0 0,1-4 1 0 0,1-2-1 0 0,-1-3 1 0 0,69-4 0 0 0,-109-2-96 0 0,-1-1 0 0 0,0-1 1 0 0,0-2-1 0 0,-1-1 0 0 0,39-11 1 0 0,-45 9 161 0 0,0-1-1 0 0,-1 0 1 0 0,0-2 0 0 0,0 0-1 0 0,-1-1 1 0 0,-1 0 0 0 0,27-25-1 0 0,-1-5 385 0 0,-1-2 0 0 0,-2-1 0 0 0,62-93 0 0 0,-81 104-303 0 0,-1 0 0 0 0,-1-1 0 0 0,-2-1 0 0 0,-2-1 0 0 0,-1 0 1 0 0,-2 0-1 0 0,8-42 0 0 0,-17 57 46 0 0,0-1 0 0 0,-2 0 0 0 0,0 0 0 0 0,-2 0 1 0 0,0 1-1 0 0,-1-1 0 0 0,-1 1 0 0 0,-1-1 0 0 0,-1 1 0 0 0,-16-36 0 0 0,7 25 77 0 0,-1 0 0 0 0,-1 1 0 0 0,-2 1 0 0 0,-1 1 0 0 0,-46-51 0 0 0,2 18 441 0 0,-3 2 0 0 0,-141-94 0 0 0,175 132-505 0 0,0 2-1 0 0,-49-22 1 0 0,64 35-610 0 0,0 0-1 0 0,0 0 1 0 0,-1 2 0 0 0,0 0 0 0 0,-1 2 0 0 0,-31-3-1 0 0,27 7-8445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53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9749 3225 0 0,'-14'-22'1764'0'0,"10"17"-831"0"0,1-1-1 0 0,-1 1 1 0 0,-1 0-1 0 0,1 1 1 0 0,-1-1-1 0 0,1 1 1 0 0,-1 0 0 0 0,-1 0-1 0 0,1 1 1 0 0,-6-4-1 0 0,9 7-782 0 0,1 0 1 0 0,0 0-1 0 0,-1 0 0 0 0,1 0 0 0 0,-1 0 1 0 0,1 0-1 0 0,-1 0 0 0 0,1 0 0 0 0,0 1 1 0 0,-1-1-1 0 0,1 1 0 0 0,0-1 0 0 0,-1 1 0 0 0,1-1 1 0 0,0 1-1 0 0,0 0 0 0 0,-1 0 0 0 0,1 0 1 0 0,0-1-1 0 0,0 1 0 0 0,0 0 0 0 0,0 0 0 0 0,0 1 1 0 0,0-1-1 0 0,0 0 0 0 0,1 0 0 0 0,-1 0 1 0 0,0 0-1 0 0,1 1 0 0 0,-1-1 0 0 0,1 0 0 0 0,-1 1 1 0 0,0 2-1 0 0,-12 48 865 0 0,13-51-998 0 0,-9 64 123 0 0,3 0 0 0 0,4 0 0 0 0,5 76 0 0 0,40 195 294 0 0,71 129-450 0 0,36-11 0 0 0,-88-298 84 0 0,115 208 0 0 0,-102-216-38 0 0,36 66 155 0 0,-78-158-131 0 0,67 89 0 0 0,-20-55 91 0 0,3-3 1 0 0,105 84 0 0 0,-147-138-164 0 0,2-1-1 0 0,68 38 1 0 0,102 40 0 0 0,-167-87 56 0 0,30 12-31 0 0,151 47 0 0 0,88-5-10 0 0,161-9 71 0 0,1-35 0 0 0,-48-19 120 0 0,769-74 0 0 0,-81-94-105 0 0,-954 130-42 0 0,74-9 23 0 0,105-16-20 0 0,823-123-140 0 0,-4-31 390 0 0,-573 89-188 0 0,-163 26-106 0 0,38-7 0 0 0,686-122-125 0 0,-329 59 50 0 0,-635 124 78 0 0,638-122 40 0 0,-5-26 58 0 0,-736 161-90 0 0,324-90 31 0 0,1049-392-42 0 0,-937 273 151 0 0,-16-30 38 0 0,95-111-193 0 0,-90-19 15 0 0,-360 258 153 0 0,219-254 0 0 0,-294 294-153 0 0,-3-4 0 0 0,-5-2 0 0 0,88-180-1 0 0,-87 133-1 0 0,-7-3 0 0 0,48-186-1 0 0,-77 225-23 0 0,185-762 182 0 0,-183 686-166 0 0,-9-2 0 0 0,-1-306 0 0 0,-65-375 357 0 0,23 559-97 0 0,-3 13-323 0 0,-12 1 0 0 0,-13 1 1 0 0,-142-467-1 0 0,-36-162 568 0 0,92 362-312 0 0,95 441-129 0 0,-5 2 0 0 0,-93-173 0 0 0,-109-205 44 0 0,209 406-151 0 0,-4 0 0 0 0,-4 3 0 0 0,-3 2-1 0 0,-4 2 1 0 0,-75-89 0 0 0,26 42-9 0 0,31 38 78 0 0,71 91-66 0 0,-1 0 1 0 0,1 0-1 0 0,0 1 1 0 0,-1-1-1 0 0,1 0 0 0 0,-1 0 1 0 0,1 1-1 0 0,-1-1 1 0 0,0 0-1 0 0,1 1 0 0 0,-1-1 1 0 0,0 1-1 0 0,0-1 1 0 0,1 1-1 0 0,-1-1 0 0 0,0 1 1 0 0,0-1-1 0 0,0 1 1 0 0,1 0-1 0 0,-1-1 1 0 0,0 1-1 0 0,0 0 0 0 0,0 0 1 0 0,0 0-1 0 0,0 0 1 0 0,0 0-1 0 0,1-1 0 0 0,-1 2 1 0 0,0-1-1 0 0,-2 0 1 0 0,3 1-117 0 0,-1 0 0 0 0,1 0 0 0 0,-1 0 1 0 0,0 0-1 0 0,1 0 0 0 0,0 0 0 0 0,-1 0 1 0 0,1 0-1 0 0,0 0 0 0 0,0 1 0 0 0,-1-1 1 0 0,1 0-1 0 0,0 0 0 0 0,0 0 0 0 0,0 0 1 0 0,0 0-1 0 0,1 1 0 0 0,-1-1 0 0 0,0 0 1 0 0,0 0-1 0 0,1 0 0 0 0,-1 0 0 0 0,1 1 1 0 0,2 7-2171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53.9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213 233 920 0 0,'2'-1'361'0'0,"-1"0"-1"0"0,0-1 0 0 0,0 1 1 0 0,1 0-1 0 0,-1-1 1 0 0,0 1-1 0 0,0-1 1 0 0,0 1-1 0 0,-1-1 0 0 0,1 0 1 0 0,-4-8 3897 0 0,-14 14-1665 0 0,-2 2-530 0 0,-12 6 182 0 0,-36 17 0 0 0,59-25-2009 0 0,0 0 0 0 0,0 1 1 0 0,1 0-1 0 0,-1 1 0 0 0,1 0 0 0 0,0 0 0 0 0,1 0 1 0 0,-1 1-1 0 0,-6 10 0 0 0,6-3 354 0 0,7-14-578 0 0,0 1 0 0 0,-1-1 1 0 0,1 1-1 0 0,0-1 0 0 0,0 1 0 0 0,0-1 0 0 0,0 1 1 0 0,0-1-1 0 0,-1 1 0 0 0,1-1 0 0 0,0 1 1 0 0,0-1-1 0 0,0 1 0 0 0,0-1 0 0 0,1 1 0 0 0,-1-1 1 0 0,0 1-1 0 0,0-1 0 0 0,0 1 0 0 0,0-1 0 0 0,0 1 1 0 0,1-1-1 0 0,-1 0 0 0 0,0 1 0 0 0,0-1 0 0 0,1 1 1 0 0,-1-1-1 0 0,0 0 0 0 0,1 1 0 0 0,2-3 46 0 0,0-1-1 0 0,-1 1 0 0 0,1-1 0 0 0,-1 0 0 0 0,0 0 1 0 0,0 0-1 0 0,0 0 0 0 0,0 0 0 0 0,0 0 1 0 0,1-4-1 0 0,-1 3-19 0 0,0 1 0 0 0,0 0 0 0 0,1 0 1 0 0,-1 0-1 0 0,1 0 0 0 0,-1 0 0 0 0,1 0 0 0 0,0 1 1 0 0,0-1-1 0 0,1 1 0 0 0,-1 0 0 0 0,0 0 1 0 0,1 0-1 0 0,-1 0 0 0 0,1 0 0 0 0,0 1 0 0 0,-1 0 1 0 0,1 0-1 0 0,0 0 0 0 0,0 0 0 0 0,0 1 0 0 0,0-1 1 0 0,0 1-1 0 0,0 0 0 0 0,0 0 0 0 0,4 1 1 0 0,13 1-50 0 0,0 2 0 0 0,-1 0 1 0 0,37 13-1 0 0,-25-8 107 0 0,116 22 509 0 0,-69-17-303 0 0,-74-10-297 0 0,-54-42-1234 0 0,37 29 1203 0 0,0 0-1 0 0,1-1 1 0 0,0 0 0 0 0,0-1-1 0 0,1 0 1 0 0,1 0-1 0 0,0-1 1 0 0,0 0-1 0 0,-11-24 1 0 0,-1-23 144 0 0,17 45-49 0 0,0 0 1 0 0,-1 0-1 0 0,-1 0 0 0 0,0 1 0 0 0,-1 0 0 0 0,-12-18 1 0 0,18 30-65 0 0,0 0-1 0 0,0 0 1 0 0,0 0 0 0 0,0 0 0 0 0,0 0 0 0 0,0 0 0 0 0,0 0 0 0 0,-1 1-1 0 0,1-1 1 0 0,0 0 0 0 0,0 1 0 0 0,-1-1 0 0 0,1 1 0 0 0,0-1 0 0 0,-1 1-1 0 0,1-1 1 0 0,-1 1 0 0 0,1 0 0 0 0,0 0 0 0 0,-1 0 0 0 0,1 0 0 0 0,-1 0 0 0 0,1 0-1 0 0,-1 0 1 0 0,1 0 0 0 0,0 1 0 0 0,-1-1 0 0 0,1 0 0 0 0,0 1 0 0 0,-1-1-1 0 0,1 1 1 0 0,0 0 0 0 0,-2 0 0 0 0,15-1 48 0 0,-3 1-4 0 0,-1 0-1 0 0,1 0 1 0 0,0 1-1 0 0,-1 1 0 0 0,1-1 1 0 0,-1 1-1 0 0,1 1 1 0 0,12 6-1 0 0,-8-2-630 0 0,0 0 0 0 0,0 1 0 0 0,0 0 0 0 0,15 16 1 0 0,-31-26-420 0 0,1 1 0 0 0,-1-1 1 0 0,0 0-1 0 0,0 1 1 0 0,0 0-1 0 0,0-1 1 0 0,0 1-1 0 0,-5 1 0 0 0,-5-2-1021 0 0,3 0 308 0 0,0-2-1528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54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0 3225 0 0,'-23'23'16104'0'0,"10"12"-11165"0"0,8-12-6398 0 0,-2 36 1 0 0,3-30 3052 0 0,-1 12-1575 0 0,-12 83 13 0 0,-2 143 1 0 0,18-260-120 0 0,-1-17-110 0 0,0-19-153 0 0,26-159-117 0 0,-11 104 536 0 0,4-124 0 0 0,-19 166 833 0 0,3 44-887 0 0,-1-1 1 0 0,1 0-1 0 0,-1 0 1 0 0,1 0 0 0 0,-1 0-1 0 0,1 0 1 0 0,0-1 0 0 0,0 1-1 0 0,-1 0 1 0 0,1 0-1 0 0,0 0 1 0 0,0-1 0 0 0,0 1-1 0 0,0 0 1 0 0,0-1 0 0 0,0 1-1 0 0,2 0 1 0 0,25 13 331 0 0,-18-9-290 0 0,71 35 173 0 0,97 33 1 0 0,-143-62-563 0 0,1 0 0 0 0,0-3 0 0 0,1-1 0 0 0,-1-1 0 0 0,60 0 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3:55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1145 84 10594 0 0,'-10'-7'467'0'0,"0"0"1"0"0,-1 0-1 0 0,0 1 0 0 0,0 1 0 0 0,0 0 0 0 0,0 0 0 0 0,-17-4 0 0 0,18 6 75 0 0,-10-4 120 0 0,0 1 0 0 0,-1 1 0 0 0,0 1 1 0 0,0 1-1 0 0,0 0 0 0 0,0 2 1 0 0,0 0-1 0 0,-28 4 0 0 0,26 0-437 0 0,1 1 0 0 0,-1 2 0 0 0,1 0 0 0 0,1 1 0 0 0,-1 1 0 0 0,1 1 0 0 0,-31 19 0 0 0,13-5-139 0 0,2 2 0 0 0,1 2-1 0 0,1 1 1 0 0,1 2 0 0 0,1 1 0 0 0,2 2 0 0 0,1 1 0 0 0,2 1 0 0 0,2 1-1 0 0,1 2 1 0 0,1 0 0 0 0,-23 55 0 0 0,10-7-59 0 0,5 1-1 0 0,3 1 1 0 0,4 1 0 0 0,4 2-1 0 0,-18 174 1 0 0,37-207-31 0 0,1 1 0 0 0,4-1 0 0 0,1 0 0 0 0,4 1 0 0 0,2-2 0 0 0,27 90 0 0 0,-2-40-5 0 0,5-2-1 0 0,78 146 1 0 0,-85-193-17 0 0,2-1 1 0 0,2-1-1 0 0,3-2 0 0 0,2-3 1 0 0,3 0-1 0 0,62 53 0 0 0,-48-54-4 0 0,2-2 0 0 0,2-4 0 0 0,2-2 0 0 0,1-3 0 0 0,82 35 0 0 0,90 20-111 0 0,-198-82 111 0 0,0-1-1 0 0,1-3 1 0 0,0-1-1 0 0,47 2 1 0 0,-44-8 59 0 0,0-2 1 0 0,0-2-1 0 0,0-2 1 0 0,-1-2-1 0 0,1-1 1 0 0,-2-3 0 0 0,1-1-1 0 0,-2-3 1 0 0,0-1-1 0 0,0-2 1 0 0,71-43-1 0 0,-91 45 72 0 0,0 0 0 0 0,-1-1-1 0 0,0-1 1 0 0,20-25 0 0 0,60-88-2 0 0,-85 106-47 0 0,-1-1 0 0 0,-1-1-1 0 0,0 0 1 0 0,-3 0 0 0 0,0-1 0 0 0,-2-1-1 0 0,-1 1 1 0 0,6-48 0 0 0,-4-20 167 0 0,-5-124 1 0 0,-5 148-53 0 0,0-42 205 0 0,-20-137-1 0 0,10 180-210 0 0,-3 1 0 0 0,-4 1 0 0 0,-28-76 0 0 0,15 64 119 0 0,-75-215 421 0 0,19 42-476 0 0,72 220-193 0 0,-1 1 0 0 0,-2 0 0 0 0,-2 2 0 0 0,0 0 0 0 0,-32-35 0 0 0,15 24 13 0 0,-2 3 0 0 0,-2 1 0 0 0,-63-46 0 0 0,72 63-19 0 0,-1 0 0 0 0,0 3 0 0 0,-2 0 0 0 0,0 3 0 0 0,-67-21 0 0 0,58 23-118 0 0,-2 2-1 0 0,-70-8 1 0 0,100 18-192 0 0,1 0 1 0 0,0 1 0 0 0,-1 1-1 0 0,1 1 1 0 0,0 0-1 0 0,-1 0 1 0 0,1 2 0 0 0,1 0-1 0 0,-1 0 1 0 0,0 2-1 0 0,-22 11 1 0 0,-1 6-8618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0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9674 0 0,'0'0'748'0'0,"2"47"6494"0"0,18 132-2649 0 0,-1-24-4001 0 0,-18-126-2320 0 0,0 0-1 0 0,-2-1 1 0 0,-6 43-1 0 0,2-44-5124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0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535 75 9674 0 0,'-6'-7'405'0'0,"0"1"0"0"0,0 0 0 0 0,-1 0 0 0 0,1 0 1 0 0,-2 1-1 0 0,1 0 0 0 0,0 0 0 0 0,-1 1 0 0 0,0 0 0 0 0,0 0 0 0 0,0 1 0 0 0,-1 0 0 0 0,1 0 0 0 0,-1 1 1 0 0,-16-2-1 0 0,17 3-229 0 0,-1 1 0 0 0,1 0 0 0 0,-1 1 0 0 0,1 0 1 0 0,0 0-1 0 0,-1 1 0 0 0,1 0 0 0 0,0 1 0 0 0,0-1 0 0 0,0 2 1 0 0,0-1-1 0 0,1 1 0 0 0,-1 0 0 0 0,1 1 0 0 0,0-1 1 0 0,-11 11-1 0 0,2 1-64 0 0,1 0 0 0 0,0 1 0 0 0,1 1 0 0 0,1 0-1 0 0,1 1 1 0 0,0 0 0 0 0,-9 23 0 0 0,-54 150 18 0 0,69-175-122 0 0,-6 22 21 0 0,0 0-1 0 0,3 1 1 0 0,1 0 0 0 0,2 0-1 0 0,2 1 1 0 0,2 0-1 0 0,1-1 1 0 0,2 1 0 0 0,8 48-1 0 0,-4-61-12 0 0,1 0 0 0 0,1 0 0 0 0,2 0 0 0 0,0-1 1 0 0,2 0-1 0 0,1-1 0 0 0,1 0 0 0 0,2-1 0 0 0,0-1 0 0 0,1 0 0 0 0,2-1 0 0 0,0-1 0 0 0,38 36 0 0 0,-34-40-7 0 0,1 0 0 0 0,0-2-1 0 0,1 0 1 0 0,1-2 0 0 0,0-1-1 0 0,1 0 1 0 0,0-2 0 0 0,1-1 0 0 0,1-2-1 0 0,-1 0 1 0 0,1-2 0 0 0,0-1-1 0 0,1-1 1 0 0,44 0 0 0 0,-43-4-1 0 0,0-2 0 0 0,-1-1 0 0 0,1-1 1 0 0,-1-1-1 0 0,0-2 0 0 0,0-1 0 0 0,0-1 0 0 0,-1-2 1 0 0,-1-1-1 0 0,0-1 0 0 0,-1-1 0 0 0,0-1 0 0 0,43-34 0 0 0,-53 37 78 0 0,-1-2 0 0 0,0 0 0 0 0,-1-1 0 0 0,0-1-1 0 0,-2 0 1 0 0,1 0 0 0 0,-2-1 0 0 0,0-1-1 0 0,-2 0 1 0 0,0 0 0 0 0,0-1 0 0 0,-2 0 0 0 0,0-1-1 0 0,-2 1 1 0 0,0-1 0 0 0,-1-1 0 0 0,-1 1-1 0 0,1-25 1 0 0,-2 2-13 0 0,-3-1-1 0 0,-1 0 0 0 0,-2 1 1 0 0,-2-1-1 0 0,-17-61 0 0 0,13 73-13 0 0,0 0 0 0 0,-2 1 1 0 0,-1 1-1 0 0,-2 0 0 0 0,-1 1 0 0 0,-1 1 0 0 0,-39-49 0 0 0,-90-77 189 0 0,116 126-374 0 0,-1 2 0 0 0,-2 2 0 0 0,-41-25 0 0 0,71 47-17 0 0,0 0 0 0 0,0 0 1 0 0,-1 0-1 0 0,1 0 0 0 0,0 1 0 0 0,-1-1 1 0 0,0 1-1 0 0,1 0 0 0 0,-1 0 0 0 0,0 0 0 0 0,1 1 1 0 0,-1-1-1 0 0,0 1 0 0 0,0 0 0 0 0,1 0 1 0 0,-1 0-1 0 0,-4 1 0 0 0,-2 5-712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1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8290 0 0,'13'-1'953'0'0,"0"-1"1"0"0,0 0 0 0 0,0-1-1 0 0,23-9 1 0 0,8-1 1321 0 0,-19 9-1232 0 0,1 1 0 0 0,0 1 1 0 0,0 1-1 0 0,38 4 0 0 0,-38-2-1658 0 0,-1 0-1 0 0,1-1 1 0 0,0-2-1 0 0,38-6 1 0 0,-36 1-3007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1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4145 0 0,'-11'30'12145'0'0,"13"-28"-11741"0"0,2 7-424 0 0,6 18 716 0 0,-2 0-1 0 0,0 1 1 0 0,-2 0 0 0 0,-1 1-1 0 0,-2-1 1 0 0,1 46 0 0 0,8 57 925 0 0,-6-97-2711 0 0,15 50-1 0 0,-13-61-6458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2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38 258 4609 0 0,'-4'-3'280'0'0,"1"-1"0"0"0,0 1 1 0 0,0-1-1 0 0,0 0 0 0 0,0 1 0 0 0,1-2 1 0 0,-1 1-1 0 0,1 0 0 0 0,0 0 0 0 0,0-1 1 0 0,1 1-1 0 0,-1-1 0 0 0,1 1 0 0 0,0-1 1 0 0,0 0-1 0 0,1 1 0 0 0,-1-1 0 0 0,1 0 1 0 0,0 0-1 0 0,0 1 0 0 0,1-1 0 0 0,-1 0 1 0 0,1 0-1 0 0,0 1 0 0 0,0-1 0 0 0,1 1 0 0 0,-1-1 1 0 0,1 1-1 0 0,0-1 0 0 0,1 1 0 0 0,-1 0 1 0 0,1 0-1 0 0,-1 0 0 0 0,1 0 0 0 0,0 1 1 0 0,7-7-1 0 0,-2 4-58 0 0,0 0 0 0 0,0 0-1 0 0,1 0 1 0 0,-1 1 0 0 0,1 1 0 0 0,0 0 0 0 0,1 0 0 0 0,10-3 0 0 0,-14 6-136 0 0,0 0 0 0 0,0 1 1 0 0,0-1-1 0 0,-1 1 0 0 0,1 0 1 0 0,0 1-1 0 0,0 0 0 0 0,-1 0 1 0 0,1 0-1 0 0,0 0 0 0 0,-1 1 1 0 0,1 0-1 0 0,-1 0 0 0 0,0 0 1 0 0,9 6-1 0 0,5 4 12 0 0,-1 2 0 0 0,31 27-1 0 0,-37-30-53 0 0,0 0 0 0 0,1 0 0 0 0,0-1 0 0 0,1-1-1 0 0,0 0 1 0 0,29 13 0 0 0,-30-18-20 0 0,0-1 0 0 0,-1 0 1 0 0,2-1-1 0 0,-1 0 0 0 0,0-1 0 0 0,0 0 0 0 0,0-1 1 0 0,1-1-1 0 0,25-4 0 0 0,-32 4-9 0 0,0-1 0 0 0,0 1-1 0 0,0-1 1 0 0,-1 0 0 0 0,1-1 0 0 0,-1 0-1 0 0,1 0 1 0 0,-1 0 0 0 0,0-1 0 0 0,0 0 0 0 0,0 0-1 0 0,-1 0 1 0 0,1-1 0 0 0,-1 0 0 0 0,0 0-1 0 0,-1 0 1 0 0,1 0 0 0 0,-1-1 0 0 0,0 0-1 0 0,4-8 1 0 0,-5 7 155 0 0,-2 0 0 0 0,1-1-1 0 0,-1 1 1 0 0,1-14 0 0 0,5-30 7 0 0,-6 49-178 0 0,-1 0 1 0 0,1 0 0 0 0,-1 0-1 0 0,1 0 1 0 0,0 0 0 0 0,0 0-1 0 0,0 1 1 0 0,0-1 0 0 0,1 0-1 0 0,-1 1 1 0 0,0-1 0 0 0,1 1-1 0 0,-1-1 1 0 0,1 1 0 0 0,-1-1-1 0 0,1 1 1 0 0,0 0 0 0 0,-1 0-1 0 0,4-2 1 0 0,-1 3 81 0 0,-1-1-1 0 0,0 1 1 0 0,0 0 0 0 0,0 0-1 0 0,0 0 1 0 0,0 0 0 0 0,1 0 0 0 0,-1 1-1 0 0,0 0 1 0 0,0-1 0 0 0,0 1-1 0 0,0 0 1 0 0,5 3 0 0 0,9 2-1299 0 0,0-4-3867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3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 5529 0 0,'-10'2'263'0'0,"-24"15"6745"0"0,40-7-3027 0 0,15 8-2166 0 0,-17-14-1203 0 0,115 95 1497 0 0,-105-87-2079 0 0,1 1 1 0 0,0-2-1 0 0,0 0 1 0 0,1-1 0 0 0,0-1-1 0 0,1 0 1 0 0,0-1-1 0 0,1-1 1 0 0,-1 0 0 0 0,1-2-1 0 0,1 0 1 0 0,-1-1-1 0 0,1 0 1 0 0,-1-2 0 0 0,1 0-1 0 0,0-2 1 0 0,22-1-1 0 0,-26-1 843 0 0,-39 15-432 0 0,0 9-653 0 0,2 0 0 0 0,1 1 0 0 0,0 1 0 0 0,2 1 0 0 0,1 1 0 0 0,1 0 0 0 0,-20 43 0 0 0,29-49-7502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4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7834 0 0,'0'-34'9809'0'0,"4"56"-6637"0"0,5 20-2792 0 0,1 0 1 0 0,28 72-1 0 0,45 77-293 0 0,-69-160-29 0 0,6 13-56 0 0,-7-13-35 0 0,19 32 0 0 0,-21-130 33 0 0,-2 30 85 0 0,20-51 0 0 0,-22 74 7 0 0,-1-1 1 0 0,2 1-1 0 0,0 0 0 0 0,0 1 0 0 0,1-1 1 0 0,13-12-1 0 0,-21 24-74 0 0,0 1 1 0 0,0 0-1 0 0,0-1 1 0 0,0 1 0 0 0,1 0-1 0 0,-1 0 1 0 0,0 0-1 0 0,1 0 1 0 0,-1 0-1 0 0,1 0 1 0 0,-1 0-1 0 0,1 1 1 0 0,0-1-1 0 0,-1 0 1 0 0,1 1-1 0 0,0-1 1 0 0,-1 1-1 0 0,1 0 1 0 0,0-1-1 0 0,0 1 1 0 0,-1 0 0 0 0,1 0-1 0 0,2 1 1 0 0,-2-1 0 0 0,0 1 0 0 0,0 0 0 0 0,0 0 1 0 0,0 1-1 0 0,0-1 0 0 0,0 0 1 0 0,0 1-1 0 0,0-1 0 0 0,-1 1 1 0 0,1 0-1 0 0,0-1 0 0 0,-1 1 1 0 0,0 0-1 0 0,1 0 0 0 0,0 2 0 0 0,5 9 33 0 0,-1 1 0 0 0,0-1 0 0 0,-1 1 0 0 0,4 17 0 0 0,-6-21-294 0 0,5 22 208 0 0,2 1 0 0 0,21 44 0 0 0,-24-64-2274 0 0,0 0 1 0 0,14 17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4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72 5529 0 0,'-3'2'12244'0'0,"-3"22"-9309"0"0,-5 37-2162 0 0,11-56-746 0 0,1 0 1 0 0,-1-1-1 0 0,1 1 1 0 0,0 0-1 0 0,0-1 1 0 0,0 1-1 0 0,1-1 1 0 0,0 1-1 0 0,0-1 1 0 0,0 0-1 0 0,0 0 1 0 0,0 0-1 0 0,1 0 1 0 0,0 0-1 0 0,0 0 1 0 0,0-1-1 0 0,0 1 1 0 0,1-1 0 0 0,-1 0-1 0 0,1 0 1 0 0,0 0-1 0 0,0-1 1 0 0,0 1-1 0 0,0-1 1 0 0,0 0-1 0 0,1 0 1 0 0,-1 0-1 0 0,1-1 1 0 0,-1 0-1 0 0,6 2 1 0 0,-6-2-1 0 0,1 0 0 0 0,-1 0-1 0 0,0-1 1 0 0,1 1 0 0 0,-1-1 0 0 0,1 0 0 0 0,-1 0 0 0 0,0 0 0 0 0,1-1 0 0 0,-1 1 0 0 0,1-1-1 0 0,-1 0 1 0 0,0 0 0 0 0,0-1 0 0 0,0 1 0 0 0,0-1 0 0 0,0 0 0 0 0,0 0 0 0 0,0-1-1 0 0,0 1 1 0 0,-1-1 0 0 0,1 1 0 0 0,-1-1 0 0 0,0 0 0 0 0,0 0 0 0 0,0-1 0 0 0,0 1 0 0 0,0-1-1 0 0,-1 1 1 0 0,0-1 0 0 0,1 0 0 0 0,1-5 0 0 0,-3 4-4 0 0,0 0 1 0 0,0 0-1 0 0,-1 0 0 0 0,1 0 0 0 0,-1-1 1 0 0,0 1-1 0 0,-1 0 0 0 0,1 0 1 0 0,-1 0-1 0 0,0 0 0 0 0,0 0 1 0 0,-1 0-1 0 0,1 0 0 0 0,-1 0 0 0 0,0 1 1 0 0,-1-1-1 0 0,1 0 0 0 0,-1 1 1 0 0,0 0-1 0 0,-5-6 0 0 0,-3-5-102 0 0,-1 1 0 0 0,-1 0 0 0 0,0 2 1 0 0,-21-17-1 0 0,18 18-281 0 0,15 11 226 0 0,1 0 1 0 0,-1-1 0 0 0,0 1 0 0 0,1 0 0 0 0,-1-1-1 0 0,0 1 1 0 0,1 0 0 0 0,-1 0 0 0 0,0-1 0 0 0,1 1-1 0 0,-1 0 1 0 0,0 0 0 0 0,1 0 0 0 0,-1 0 0 0 0,0 0-1 0 0,1 0 1 0 0,-1 0 0 0 0,0 0 0 0 0,1 0-1 0 0,-1 0 1 0 0,0 1 0 0 0,1-1 0 0 0,-1 0 0 0 0,0 0-1 0 0,0 1 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5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84 1840 0 0,'-9'-27'-344'0'0,"-2"-4"4923"0"0,-5 6 5071 0 0,19 41-3970 0 0,1 16-4878 0 0,99 390 1464 0 0,-85-353-2854 0 0,-11-49 348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5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1 268 11979 0 0,'7'1'531'0'0,"0"0"1"0"0,0-1 0 0 0,0 0-1 0 0,0-1 1 0 0,0 1 0 0 0,0-1-1 0 0,0-1 1 0 0,0 1 0 0 0,0-1-1 0 0,0 0 1 0 0,-1-1 0 0 0,1 0 0 0 0,-1 0-1 0 0,1 0 1 0 0,-1-1 0 0 0,0 0-1 0 0,-1 0 1 0 0,11-9 0 0 0,-13 7-537 0 0,1 1 0 0 0,-1-1 0 0 0,-1 0 0 0 0,1 0-1 0 0,-1-1 1 0 0,0 1 0 0 0,0 0 0 0 0,-1-1 0 0 0,0 0 0 0 0,0 1 0 0 0,-1-1 0 0 0,1 1 0 0 0,-2-13 0 0 0,0 8-53 0 0,0 1 1 0 0,-1 0 0 0 0,0 0-1 0 0,-1 0 1 0 0,0 0-1 0 0,0 0 1 0 0,-1 1-1 0 0,-6-12 1 0 0,10 19 60 0 0,-1 1 0 0 0,0 0 0 0 0,1-1 0 0 0,-1 1 0 0 0,0 0 0 0 0,0 0 0 0 0,0 0 0 0 0,0-1 0 0 0,0 1 0 0 0,0 0 0 0 0,0 0 0 0 0,0 1 0 0 0,-1-1 0 0 0,1 0 0 0 0,0 0 0 0 0,0 0 0 0 0,-1 1 0 0 0,1-1 0 0 0,0 1 0 0 0,-1-1 0 0 0,1 1 0 0 0,-1 0 1 0 0,1-1-1 0 0,-1 1 0 0 0,1 0 0 0 0,-1 0 0 0 0,1 0 0 0 0,-1 0 0 0 0,1 0 0 0 0,-1 0 0 0 0,1 0 0 0 0,0 1 0 0 0,-1-1 0 0 0,1 1 0 0 0,-1-1 0 0 0,1 1 0 0 0,0-1 0 0 0,-1 1 0 0 0,1 0 0 0 0,0-1 0 0 0,-1 1 0 0 0,1 0 0 0 0,0 0 0 0 0,0 0 0 0 0,-2 2 0 0 0,-1 1 20 0 0,1 0 0 0 0,-1-1 0 0 0,1 1 0 0 0,0 1 0 0 0,0-1 0 0 0,0 0 0 0 0,1 1 0 0 0,0-1-1 0 0,0 1 1 0 0,0 0 0 0 0,0 0 0 0 0,-1 6 0 0 0,2-6-16 0 0,1 0-1 0 0,0 0 1 0 0,0 1 0 0 0,0-1-1 0 0,0 0 1 0 0,1 0 0 0 0,0 0-1 0 0,0 0 1 0 0,0 0 0 0 0,1 0 0 0 0,0 0-1 0 0,0 0 1 0 0,0 0 0 0 0,4 5-1 0 0,-1-2 10 0 0,1-1 0 0 0,0 0-1 0 0,0 0 1 0 0,0 0-1 0 0,1-1 1 0 0,0 0 0 0 0,12 7-1 0 0,8 3-71 0 0,1-1 0 0 0,0-1 0 0 0,51 16 0 0 0,-57-23-334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5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1 9674 0 0,'-1'0'177'0'0,"0"0"-1"0"0,0 0 0 0 0,0 0 1 0 0,0 0-1 0 0,-1 0 1 0 0,1 0-1 0 0,0 0 1 0 0,0 0-1 0 0,0 0 1 0 0,0 0-1 0 0,0 1 1 0 0,-1-1-1 0 0,1 1 1 0 0,0-1-1 0 0,0 1 0 0 0,0-1 1 0 0,0 1-1 0 0,0-1 1 0 0,0 1-1 0 0,0 0 1 0 0,-1 1-1 0 0,-29 17 2874 0 0,22-14-2483 0 0,1 1 0 0 0,0 1 0 0 0,0-1 0 0 0,0 1 0 0 0,1 1 0 0 0,0-1 0 0 0,0 1 0 0 0,1 1 0 0 0,0-1-1 0 0,-7 15 1 0 0,11-19-559 0 0,1-1-1 0 0,-1 1 0 0 0,1 0 1 0 0,0 0-1 0 0,0-1 0 0 0,1 1 1 0 0,-1 0-1 0 0,1 0 0 0 0,0 0 1 0 0,0 0-1 0 0,0 0 0 0 0,0 0 1 0 0,1-1-1 0 0,-1 1 0 0 0,1 0 1 0 0,0 0-1 0 0,0 0 0 0 0,1-1 1 0 0,-1 1-1 0 0,1-1 0 0 0,0 1 1 0 0,0-1-1 0 0,0 1 0 0 0,0-1 1 0 0,0 0-1 0 0,1 0 0 0 0,0 0 1 0 0,-1-1-1 0 0,1 1 0 0 0,0 0 1 0 0,4 1-1 0 0,6 6-7 0 0,1-2 0 0 0,0 0 0 0 0,0 0 0 0 0,1-2 0 0 0,29 10 0 0 0,32 15 0 0 0,-74-30 4 0 0,-1 0 1 0 0,1-1 0 0 0,0 1-1 0 0,-1 0 1 0 0,1 0-1 0 0,-1 0 1 0 0,1 0-1 0 0,-1 0 1 0 0,1 0 0 0 0,-1 1-1 0 0,0-1 1 0 0,0 0-1 0 0,0 1 1 0 0,1-1-1 0 0,-1 1 1 0 0,0-1-1 0 0,-1 1 1 0 0,1 0 0 0 0,0-1-1 0 0,0 1 1 0 0,-1 0-1 0 0,1 0 1 0 0,-1-1-1 0 0,1 4 1 0 0,-2-2-2 0 0,1-1 0 0 0,-1 1 0 0 0,0-1 0 0 0,0 1 0 0 0,0-1-1 0 0,0 0 1 0 0,0 1 0 0 0,0-1 0 0 0,-1 0 0 0 0,1 0 0 0 0,-1 0 0 0 0,1 0 0 0 0,-1 0 0 0 0,0 0 0 0 0,-2 2 0 0 0,-8 5 24 0 0,0 0 0 0 0,-1-1 0 0 0,0 0 0 0 0,-23 10 0 0 0,5-5-1535 0 0,0-2-6290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6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11058 0 0,'1'0'115'0'0,"0"0"0"0"0,1 1 0 0 0,-1 0 0 0 0,0-1 0 0 0,-1 1 0 0 0,1-1 0 0 0,0 1 0 0 0,0 0 0 0 0,0 0 0 0 0,0 0 0 0 0,-1-1 0 0 0,1 1 0 0 0,0 0-1 0 0,0 0 1 0 0,-1 0 0 0 0,1 0 0 0 0,-1 0 0 0 0,1 2 0 0 0,11 24 644 0 0,-11-24-573 0 0,9 27 990 0 0,8 38 0 0 0,-13-46-842 0 0,0-1 0 0 0,1 1 1 0 0,2-1-1 0 0,16 33 1 0 0,-24-53-334 0 0,0 0 0 0 0,1 0 0 0 0,-1-1 1 0 0,1 1-1 0 0,-1 0 0 0 0,1 0 1 0 0,-1 0-1 0 0,1-1 0 0 0,0 1 1 0 0,-1 0-1 0 0,1-1 0 0 0,0 1 1 0 0,0-1-1 0 0,-1 1 0 0 0,1 0 1 0 0,0-1-1 0 0,0 0 0 0 0,1 2 0 0 0,-1-3 0 0 0,-1 1 0 0 0,1 0 0 0 0,-1 0-1 0 0,1 0 1 0 0,-1-1 0 0 0,1 1-1 0 0,-1 0 1 0 0,0-1 0 0 0,1 1 0 0 0,-1 0-1 0 0,0-1 1 0 0,1 1 0 0 0,-1 0 0 0 0,0-1-1 0 0,1 1 1 0 0,-1-1 0 0 0,0 1-1 0 0,0 0 1 0 0,1-1 0 0 0,-1 1 0 0 0,0-1-1 0 0,0 1 1 0 0,0-1 0 0 0,0 1-1 0 0,1-1 1 0 0,5-46 19 0 0,-5 34-18 0 0,4-15 190 0 0,2 1 0 0 0,10-31-1 0 0,-12 45-95 0 0,0 0-1 0 0,1 0 0 0 0,0 0 1 0 0,1 1-1 0 0,1 0 0 0 0,10-13 1 0 0,-18 24-57 0 0,1 0 0 0 0,0-1 0 0 0,0 1 0 0 0,0 0 1 0 0,0 0-1 0 0,0 0 0 0 0,1 0 0 0 0,-1 0 0 0 0,0 1 0 0 0,0-1 0 0 0,1 0 1 0 0,-1 0-1 0 0,0 1 0 0 0,1-1 0 0 0,-1 1 0 0 0,1-1 0 0 0,-1 1 0 0 0,1 0 1 0 0,-1 0-1 0 0,1-1 0 0 0,-1 1 0 0 0,1 0 0 0 0,-1 0 0 0 0,1 0 0 0 0,-1 1 1 0 0,1-1-1 0 0,-1 0 0 0 0,1 1 0 0 0,-1-1 0 0 0,0 0 0 0 0,1 1 0 0 0,-1 0 1 0 0,0-1-1 0 0,1 1 0 0 0,-1 0 0 0 0,0 0 0 0 0,0 0 0 0 0,1-1 1 0 0,-1 1-1 0 0,0 1 0 0 0,0-1 0 0 0,0 0 0 0 0,0 0 0 0 0,1 2 0 0 0,6 8 147 0 0,-1 0 0 0 0,0 0 0 0 0,0 0 0 0 0,6 16-1 0 0,-6-12-165 0 0,88 158 68 0 0,-95-173-89 0 0,0 1 0 0 0,0-1 1 0 0,0 0-1 0 0,1 1 1 0 0,-1-1-1 0 0,0 0 0 0 0,0 1 1 0 0,1-1-1 0 0,-1 0 0 0 0,0 1 1 0 0,0-1-1 0 0,1 0 0 0 0,-1 0 1 0 0,0 1-1 0 0,1-1 1 0 0,-1 0-1 0 0,0 0 0 0 0,1 0 1 0 0,-1 1-1 0 0,1-1 0 0 0,-1 0 1 0 0,0 0-1 0 0,1 0 0 0 0,-1 0 1 0 0,0 0-1 0 0,1 0 1 0 0,-1 0-1 0 0,1 0 0 0 0,-1 0 1 0 0,0 0-1 0 0,1 0 0 0 0,-1 0 1 0 0,1 0-1 0 0,-1 0 0 0 0,0 0 1 0 0,1 0-1 0 0,0-1 1 0 0,14-13-66 0 0,7-23-143 0 0,-1-12-534 0 0,-14 31 844 0 0,0 0 0 0 0,2 0 0 0 0,1 1-1 0 0,18-27 1 0 0,-27 42-68 0 0,0 0 1 0 0,0 0-1 0 0,1 1 0 0 0,-1-1 0 0 0,0 1 0 0 0,1-1 0 0 0,0 1 0 0 0,-1 0 0 0 0,1-1 1 0 0,-1 1-1 0 0,1 0 0 0 0,0 0 0 0 0,0 0 0 0 0,0 0 0 0 0,0 1 0 0 0,0-1 0 0 0,0 0 1 0 0,0 1-1 0 0,0-1 0 0 0,0 1 0 0 0,0 0 0 0 0,0 0 0 0 0,0 0 0 0 0,0 0 0 0 0,0 0 1 0 0,0 0-1 0 0,0 0 0 0 0,0 1 0 0 0,3 0 0 0 0,-2 1-6 0 0,0 0-1 0 0,-1 0 1 0 0,1 0-1 0 0,-1 0 1 0 0,1 1 0 0 0,-1-1-1 0 0,0 1 1 0 0,0 0-1 0 0,0-1 1 0 0,0 1 0 0 0,0 0-1 0 0,0 0 1 0 0,-1 0-1 0 0,0 0 1 0 0,0 0-1 0 0,1 1 1 0 0,-1 3 0 0 0,14 69 317 0 0,-12-52-585 0 0,11 39 0 0 0,-11-55-968 0 0,0 0 1 0 0,0 0 0 0 0,1 0 0 0 0,8 12 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7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9 158 10594 0 0,'-5'-11'4193'0'0,"1"24"-1828"0"0,4 28-1196 0 0,2-36-1122 0 0,0 0-1 0 0,0 0 0 0 0,0 1 0 0 0,0-1 1 0 0,1-1-1 0 0,0 1 0 0 0,0 0 1 0 0,0-1-1 0 0,1 1 0 0 0,-1-1 0 0 0,1 0 1 0 0,0 0-1 0 0,0-1 0 0 0,1 1 1 0 0,-1-1-1 0 0,1 0 0 0 0,-1 0 0 0 0,1 0 1 0 0,0-1-1 0 0,0 1 0 0 0,1-1 1 0 0,-1-1-1 0 0,0 1 0 0 0,0-1 0 0 0,1 0 1 0 0,-1 0-1 0 0,9 0 0 0 0,-10 0 12 0 0,0-1-1 0 0,0 1 0 0 0,0-1 0 0 0,-1-1 1 0 0,1 1-1 0 0,0 0 0 0 0,0-1 1 0 0,0 0-1 0 0,0 0 0 0 0,-1 0 0 0 0,1 0 1 0 0,0-1-1 0 0,-1 1 0 0 0,1-1 1 0 0,-1 0-1 0 0,0 0 0 0 0,0 0 0 0 0,1 0 1 0 0,-1-1-1 0 0,0 1 0 0 0,-1-1 1 0 0,1 0-1 0 0,-1 0 0 0 0,1 0 0 0 0,-1 0 1 0 0,0 0-1 0 0,0-1 0 0 0,0 1 1 0 0,0-1-1 0 0,-1 1 0 0 0,1-1 0 0 0,-1 0 1 0 0,0 1-1 0 0,0-1 0 0 0,0 0 1 0 0,-1 0-1 0 0,1 0 0 0 0,-1 1 0 0 0,0-6 1 0 0,-1-4-15 0 0,0 1 1 0 0,-1 0-1 0 0,0-1 1 0 0,-1 1-1 0 0,-1 0 1 0 0,0 0 0 0 0,-5-12-1 0 0,6 17-116 0 0,0 0 0 0 0,-1 0 0 0 0,0 1-1 0 0,0-1 1 0 0,0 1 0 0 0,-1 0 0 0 0,0 0 0 0 0,0 0 0 0 0,0 0-1 0 0,-1 1 1 0 0,0 0 0 0 0,-10-7 0 0 0,1 6-877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7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5985 0 0,'0'0'1270'0'0,"25"34"6111"0"0,-20-28-6631 0 0,39 41 2781 0 0,-40-43-3186 0 0,0 0 0 0 0,0-1 0 0 0,1 0 0 0 0,-1 1 0 0 0,1-2 0 0 0,0 1 0 0 0,0 0 0 0 0,-1-1 0 0 0,8 2 0 0 0,-11-4-318 0 0,-1 1 0 0 0,1-1-1 0 0,-1 0 1 0 0,1 0-1 0 0,-1 0 1 0 0,1 0-1 0 0,-1 0 1 0 0,1 0 0 0 0,-1 0-1 0 0,1 0 1 0 0,-1 0-1 0 0,1 0 1 0 0,0-1-1 0 0,-1 1 1 0 0,1 0 0 0 0,-1 0-1 0 0,1 0 1 0 0,-1 0-1 0 0,1-1 1 0 0,-1 1-1 0 0,0 0 1 0 0,1-1 0 0 0,-1 1-1 0 0,1 0 1 0 0,-1-1-1 0 0,0 1 1 0 0,1-1-1 0 0,-1 1 1 0 0,0 0-1 0 0,1-2 1 0 0,3-19 371 0 0,-13-28-61 0 0,8 42-206 0 0,-3-12-131 0 0,1 11-200 0 0,1-1-1 0 0,0 0 0 0 0,1 1 1 0 0,0-1-1 0 0,0 0 0 0 0,1 0 1 0 0,0 0-1 0 0,3-15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7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4145 0 0,'14'27'8951'0'0,"1"-1"-3334"0"0,6 12-1806 0 0,-14-24-3605 0 0,0 0 0 0 0,-1 1 0 0 0,-1-1 0 0 0,6 25 0 0 0,-3 2 105 0 0,-5-20-7218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7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9674 0 0,'0'11'864'0'0,"2"-5"-696"0"0,1 0-168 0 0,-1 0 0 0 0,1-2 480 0 0,0-1 65 0 0,0 1 15 0 0,3 3 0 0 0,4 5-208 0 0,4 1-48 0 0,2-1-8 0 0,4-4 0 0 0,-1-2-296 0 0,0-2 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6913 0 0,'5'-4'809'0'0,"1"-1"0"0"0,-1 1 0 0 0,1 1 0 0 0,0-1-1 0 0,0 1 1 0 0,0 0 0 0 0,1 1 0 0 0,-1-1 0 0 0,0 1-1 0 0,1 0 1 0 0,7 0 0 0 0,-9 1-492 0 0,-1 0 1 0 0,1 0-1 0 0,0 1 0 0 0,-1 0 0 0 0,1-1 1 0 0,0 2-1 0 0,-1-1 0 0 0,1 1 1 0 0,0-1-1 0 0,-1 1 0 0 0,1 1 0 0 0,-1-1 1 0 0,1 1-1 0 0,-1 0 0 0 0,1-1 0 0 0,6 6 1 0 0,-5-1-254 0 0,0 0 0 0 0,-1 0 0 0 0,0 1 0 0 0,0 0 0 0 0,-1 0 0 0 0,0 0 0 0 0,0 1 0 0 0,0-1 0 0 0,-1 1 0 0 0,0 0 0 0 0,2 14 0 0 0,-2-13-68 0 0,0 0 0 0 0,0 1 0 0 0,1-1 0 0 0,0 0 0 0 0,0-1 0 0 0,1 1 0 0 0,10 12 0 0 0,-15-20 1 0 0,1 0 1 0 0,-1-1-1 0 0,0 1 1 0 0,1-1-1 0 0,-1 1 0 0 0,1-1 1 0 0,-1 1-1 0 0,0-1 1 0 0,1 1-1 0 0,-1-1 0 0 0,1 0 1 0 0,0 1-1 0 0,-1-1 1 0 0,1 0-1 0 0,-1 1 1 0 0,1-1-1 0 0,0 0 0 0 0,-1 0 1 0 0,1 0-1 0 0,-1 1 1 0 0,1-1-1 0 0,0 0 1 0 0,-1 0-1 0 0,1 0 0 0 0,0 0 1 0 0,-1 0-1 0 0,1 0 1 0 0,0 0-1 0 0,-1 0 0 0 0,1-1 1 0 0,-1 1-1 0 0,1 0 1 0 0,0 0-1 0 0,-1 0 1 0 0,1-1-1 0 0,-1 1 0 0 0,1 0 1 0 0,0-1-1 0 0,-1 1 1 0 0,1 0-1 0 0,-1-1 0 0 0,1 1 1 0 0,-1-1-1 0 0,1 1 1 0 0,-1-1-1 0 0,0 1 1 0 0,1-1-1 0 0,-1 1 0 0 0,0-1 1 0 0,1 1-1 0 0,-1-1 1 0 0,0 0-1 0 0,1 0 1 0 0,14-45-165 0 0,-8 23 97 0 0,1 4 31 0 0,1 1-1 0 0,16-25 1 0 0,-22 39 64 0 0,0 0-1 0 0,0 0 1 0 0,0 0-1 0 0,0 0 0 0 0,0 1 1 0 0,1-1-1 0 0,0 1 1 0 0,0 0-1 0 0,0 0 0 0 0,0 0 1 0 0,0 1-1 0 0,0 0 1 0 0,1-1-1 0 0,-1 1 0 0 0,1 1 1 0 0,5-3-1 0 0,-8 4-6 0 0,-1 0-1 0 0,1 1 1 0 0,-1-1-1 0 0,1 0 1 0 0,-1 0-1 0 0,1 1 1 0 0,-1-1-1 0 0,1 1 1 0 0,-1-1-1 0 0,0 1 1 0 0,1 0-1 0 0,-1-1 1 0 0,0 1-1 0 0,0 0 1 0 0,1 0-1 0 0,-1 0 1 0 0,0 0-1 0 0,0 0 1 0 0,0 0-1 0 0,0 0 1 0 0,0 0-1 0 0,0 1 0 0 0,0-1 1 0 0,-1 0-1 0 0,1 0 1 0 0,0 1-1 0 0,0 2 1 0 0,16 45 137 0 0,-14-36-161 0 0,0-4-51 0 0,1 0 0 0 0,-1 0 0 0 0,1 0-1 0 0,1-1 1 0 0,8 13 0 0 0,8 3-6415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8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30 3225 0 0,'-28'-29'17334'0'0,"26"30"-16896"0"0,-12 15-1391 0 0,5-1 1314 0 0,0 1-1 0 0,1 0 0 0 0,-12 32 0 0 0,18-41-332 0 0,0-1-1 0 0,0 0 0 0 0,0 1 1 0 0,1-1-1 0 0,0 1 1 0 0,0-1-1 0 0,1 1 0 0 0,0-1 1 0 0,0 1-1 0 0,1-1 1 0 0,-1 1-1 0 0,1 0 0 0 0,4 11 1 0 0,-5-17-44 0 0,1 1 1 0 0,0 0 0 0 0,-1-1 0 0 0,1 1-1 0 0,0-1 1 0 0,0 1 0 0 0,0-1-1 0 0,0 1 1 0 0,0-1 0 0 0,0 0 0 0 0,1 0-1 0 0,-1 1 1 0 0,0-1 0 0 0,1 0-1 0 0,-1 0 1 0 0,0 0 0 0 0,1 0 0 0 0,-1-1-1 0 0,1 1 1 0 0,0 0 0 0 0,-1-1 0 0 0,1 1-1 0 0,0-1 1 0 0,-1 1 0 0 0,1-1-1 0 0,0 0 1 0 0,0 1 0 0 0,-1-1 0 0 0,1 0-1 0 0,0 0 1 0 0,-1-1 0 0 0,1 1-1 0 0,0 0 1 0 0,0-1 0 0 0,-1 1 0 0 0,1 0-1 0 0,0-1 1 0 0,-1 0 0 0 0,1 1-1 0 0,-1-1 1 0 0,1 0 0 0 0,-1 0 0 0 0,3-2-1 0 0,7-4-269 0 0,0-1-1 0 0,0 0 0 0 0,-1-1 1 0 0,13-14-1 0 0,-16 16 164 0 0,4-5-109 0 0,-4 4 418 0 0,1 0-1 0 0,0 1 0 0 0,0 0 1 0 0,1 0-1 0 0,16-9 0 0 0,-23 14-125 0 0,0 2 1 0 0,0-1-1 0 0,0 0 0 0 0,0 0 0 0 0,0 1 0 0 0,0-1 0 0 0,1 1 0 0 0,-1 0 0 0 0,0-1 0 0 0,0 1 0 0 0,0 0 0 0 0,1 0 1 0 0,-1 1-1 0 0,0-1 0 0 0,0 0 0 0 0,1 1 0 0 0,-1-1 0 0 0,0 1 0 0 0,0 0 0 0 0,0 0 0 0 0,0 0 0 0 0,0 0 0 0 0,0 0 1 0 0,0 0-1 0 0,0 0 0 0 0,-1 1 0 0 0,1-1 0 0 0,0 1 0 0 0,-1-1 0 0 0,1 1 0 0 0,-1 0 0 0 0,1-1 0 0 0,-1 1 0 0 0,2 3 1 0 0,2 3-4 0 0,0 1 1 0 0,-1 1 0 0 0,1-1 0 0 0,-2 0-1 0 0,1 1 1 0 0,-2 0 0 0 0,1 0 0 0 0,-1 0-1 0 0,0 0 1 0 0,0 15 0 0 0,-2 0 71 0 0,0 1 0 0 0,-7 49 0 0 0,3-52-30 0 0,-1 0 0 0 0,-1-1 0 0 0,-1 0 0 0 0,-1-1 0 0 0,-15 32 0 0 0,17-42-58 0 0,0 0 0 0 0,-1-1-1 0 0,0 1 1 0 0,-1-1 0 0 0,0-1-1 0 0,0 1 1 0 0,-1-2-1 0 0,0 1 1 0 0,-1-1 0 0 0,0 0-1 0 0,-18 11 1 0 0,10-12-309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9.5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10 1376 0 0,'-1'-1'451'0'0,"0"0"-1"0"0,0 0 1 0 0,0 0-1 0 0,0 0 1 0 0,-1 0-1 0 0,1 1 1 0 0,0-1-1 0 0,-1 1 1 0 0,1-1-1 0 0,-1 1 1 0 0,1-1 0 0 0,0 1-1 0 0,-1 0 1 0 0,1 0-1 0 0,-1 0 1 0 0,1 0-1 0 0,-3 0 1 0 0,0 0 30 0 0,0 1 1 0 0,0 0 0 0 0,0 0 0 0 0,0 0-1 0 0,0 0 1 0 0,-6 3 0 0 0,6-1-147 0 0,-1-1 1 0 0,0 1 0 0 0,1 0-1 0 0,-1 0 1 0 0,1 0 0 0 0,0 1 0 0 0,0 0-1 0 0,0 0 1 0 0,0 0 0 0 0,-4 6-1 0 0,5-4-95 0 0,1 0 0 0 0,-1 1-1 0 0,1 0 1 0 0,1-1-1 0 0,-1 1 1 0 0,1 0 0 0 0,0 0-1 0 0,0 0 1 0 0,1 12 0 0 0,9 68 666 0 0,-5-59-645 0 0,9 78 511 0 0,22 145-495 0 0,-23-198-2364 0 0,-6-32-4810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19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0 153 10594 0 0,'0'-2'115'0'0,"0"0"-1"0"0,0 1 0 0 0,1-1 1 0 0,-1 0-1 0 0,0 0 0 0 0,1 1 1 0 0,-1-1-1 0 0,1 0 1 0 0,-1 1-1 0 0,1-1 0 0 0,0 1 1 0 0,0-1-1 0 0,-1 0 0 0 0,1 1 1 0 0,0 0-1 0 0,1-1 0 0 0,-1 1 1 0 0,0 0-1 0 0,0-1 0 0 0,0 1 1 0 0,1 0-1 0 0,2-1 1 0 0,38-27 1896 0 0,-33 24-1652 0 0,17-11 858 0 0,1 2-1 0 0,33-13 0 0 0,-47 22-1389 0 0,0 0 1 0 0,1 1-1 0 0,0 1 0 0 0,-1 0 1 0 0,1 1-1 0 0,0 0 0 0 0,14 1 0 0 0,-9 3 35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0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70 11522 0 0,'1'1'1191'0'0,"6"7"168"0"0,0 1-1 0 0,0 0 0 0 0,9 19 0 0 0,14 16-317 0 0,9-7-714 0 0,-32-32-290 0 0,0 1 1 0 0,0 0 0 0 0,0 0 0 0 0,-1 1-1 0 0,10 13 1 0 0,-19-28 331 0 0,0 0 0 0 0,0 0 0 0 0,1-1 0 0 0,0 1 0 0 0,1-1 0 0 0,0 1 1 0 0,0-1-1 0 0,1 0 0 0 0,1-13 0 0 0,0 6-507 0 0,0-1 0 0 0,1 1 0 0 0,1 0 0 0 0,9-29 0 0 0,-10 40-78 0 0,0 1 1 0 0,0 0-1 0 0,0 0 1 0 0,1 0-1 0 0,0 0 1 0 0,3-5 0 0 0,7-5-1214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0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17 1840 0 0,'0'-1'206'0'0,"0"0"0"0"0,0 1-1 0 0,0-1 1 0 0,0 0 0 0 0,-1 1-1 0 0,1-1 1 0 0,0 1 0 0 0,0-1-1 0 0,0 0 1 0 0,0 1 0 0 0,-1-1-1 0 0,1 1 1 0 0,0-1 0 0 0,-1 0-1 0 0,1 1 1 0 0,-2-2 822 0 0,1 1-822 0 0,1 1 0 0 0,-1-1-1 0 0,1 1 1 0 0,-1 0 0 0 0,1-1-1 0 0,-1 1 1 0 0,1 0 0 0 0,-1 0-1 0 0,0-1 1 0 0,1 1 0 0 0,-1 0-1 0 0,1 0 1 0 0,-1 0 0 0 0,0 0-1 0 0,1 0 1 0 0,-1 0 0 0 0,0 0-1 0 0,1 0 1 0 0,-1 0 0 0 0,0 0-1 0 0,-1 0 87 0 0,1 1-1 0 0,-1-1 0 0 0,1 0 0 0 0,-1 1 0 0 0,1-1 1 0 0,0 1-1 0 0,-1 0 0 0 0,1-1 0 0 0,0 1 1 0 0,0 0-1 0 0,-1 0 0 0 0,1-1 0 0 0,0 1 0 0 0,0 0 1 0 0,0 0-1 0 0,0 0 0 0 0,0 1 0 0 0,-1 1 0 0 0,-1 4-79 0 0,0 1 0 0 0,0 0 0 0 0,1 0 0 0 0,1 0-1 0 0,-1 1 1 0 0,1-1 0 0 0,1 0 0 0 0,-1 0 0 0 0,1 1-1 0 0,1-1 1 0 0,0 0 0 0 0,3 17 0 0 0,-3-20-216 0 0,0 1 1 0 0,1 0 0 0 0,-1-1-1 0 0,1 1 1 0 0,0-1-1 0 0,1 1 1 0 0,-1-1 0 0 0,1 0-1 0 0,0 0 1 0 0,0 0 0 0 0,1 0-1 0 0,-1-1 1 0 0,1 1 0 0 0,0-1-1 0 0,1 0 1 0 0,-1 0-1 0 0,1 0 1 0 0,-1-1 0 0 0,6 4-1 0 0,-8-7 16 0 0,-1 1-1 0 0,1 0 1 0 0,-1-1-1 0 0,1 1 1 0 0,-1-1 0 0 0,1 1-1 0 0,-1-1 1 0 0,1 0-1 0 0,-1 0 1 0 0,1 0-1 0 0,-1 0 1 0 0,1 0-1 0 0,0 0 1 0 0,-1 0-1 0 0,1 0 1 0 0,-1 0-1 0 0,1-1 1 0 0,-1 1-1 0 0,1-1 1 0 0,-1 1 0 0 0,1-1-1 0 0,-1 0 1 0 0,0 1-1 0 0,1-1 1 0 0,-1 0-1 0 0,0 0 1 0 0,1 0-1 0 0,-1 0 1 0 0,0 0-1 0 0,0 0 1 0 0,0 0-1 0 0,0-1 1 0 0,0 1-1 0 0,0 0 1 0 0,0-1 0 0 0,-1 1-1 0 0,2-3 1 0 0,0 1 44 0 0,-1-1 1 0 0,0 1-1 0 0,0 0 1 0 0,-1-1 0 0 0,1 1-1 0 0,-1 0 1 0 0,1-1-1 0 0,-1 1 1 0 0,0-1-1 0 0,-1 1 1 0 0,1-1 0 0 0,0 1-1 0 0,-1 0 1 0 0,0-1-1 0 0,0 1 1 0 0,-2-5 0 0 0,-3-4-82 0 0,-1 1 0 0 0,-1 0 0 0 0,0 1 1 0 0,0 0-1 0 0,-14-13 0 0 0,-5-6-1360 0 0,19 19 273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1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9218 0 0,'12'8'2278'0'0,"39"26"4820"0"0,-48-31-6909 0 0,1 1 0 0 0,-1 0 0 0 0,0-1 0 0 0,0 2 0 0 0,0-1 0 0 0,0 0 0 0 0,-1 0 0 0 0,1 1-1 0 0,-1-1 1 0 0,2 8 0 0 0,6 39 71 0 0,-9-42-282 0 0,0 0 0 0 0,0-1 0 0 0,1 1 0 0 0,1-1 0 0 0,-1 0 0 0 0,1 1 0 0 0,5 9 0 0 0,-7-18 22 0 0,-1 1 0 0 0,0-1 1 0 0,0 0-1 0 0,1 1 0 0 0,-1-1 0 0 0,0 1 0 0 0,1-1 0 0 0,-1 1 0 0 0,0-1 0 0 0,1 0 0 0 0,-1 1 0 0 0,1-1 0 0 0,-1 0 0 0 0,1 0 0 0 0,-1 1 0 0 0,1-1 0 0 0,-1 0 0 0 0,1 0 0 0 0,-1 1 0 0 0,1-1 0 0 0,-1 0 0 0 0,1 0 0 0 0,-1 0 0 0 0,1 0 0 0 0,-1 0 0 0 0,1 0 0 0 0,-1 0 0 0 0,1 0 0 0 0,0 0 0 0 0,-1 0 0 0 0,1 0 0 0 0,0-1 0 0 0,16-12-2 0 0,5-26 19 0 0,-12 5 164 0 0,6-21-72 0 0,-15 52-85 0 0,1-1 0 0 0,-1 1 0 0 0,1 0 0 0 0,0 0-1 0 0,0 0 1 0 0,0 0 0 0 0,0 0 0 0 0,0 0 0 0 0,1 1 0 0 0,-1-1 0 0 0,1 1 0 0 0,4-4 0 0 0,-6 6-11 0 0,1-1 0 0 0,0 0 0 0 0,-1 0 0 0 0,1 1 0 0 0,-1-1 0 0 0,1 1 0 0 0,0 0 0 0 0,0-1 0 0 0,-1 1 0 0 0,1 0 0 0 0,0 0 0 0 0,-1 0 0 0 0,1 0 0 0 0,0 1 0 0 0,0-1 0 0 0,-1 0 0 0 0,1 1 0 0 0,0-1 0 0 0,-1 1 0 0 0,1-1 0 0 0,-1 1 0 0 0,1 0 0 0 0,-1-1 0 0 0,1 1 0 0 0,-1 0 0 0 0,1 0 0 0 0,-1 0 0 0 0,0 1 0 0 0,1-1 0 0 0,-1 0 0 0 0,1 2 0 0 0,6 6 132 0 0,-1 0 0 0 0,0 0 0 0 0,9 19 0 0 0,-3-8-45 0 0,-6-10-106 0 0,0-1 0 0 0,1-1 0 0 0,10 10 0 0 0,-15-15 3 0 0,1 0-1 0 0,0 0 0 0 0,0 0 0 0 0,0 0 0 0 0,0-1 0 0 0,0 0 0 0 0,0 0 0 0 0,1 0 0 0 0,-1 0 0 0 0,8 1 0 0 0,-11-3 2 0 0,1 0 1 0 0,-1 0-1 0 0,0 0 0 0 0,0-1 1 0 0,0 1-1 0 0,0 0 0 0 0,1-1 1 0 0,-1 1-1 0 0,0-1 0 0 0,0 0 1 0 0,0 1-1 0 0,0-1 0 0 0,0 0 1 0 0,0 1-1 0 0,-1-1 0 0 0,1 0 1 0 0,0 0-1 0 0,0 0 0 0 0,0 0 0 0 0,-1 0 1 0 0,1 0-1 0 0,0 0 0 0 0,-1 0 1 0 0,1 0-1 0 0,0-1 0 0 0,15-37-39 0 0,-10 23 33 0 0,-6 15 8 0 0,9-19 36 0 0,1 0 0 0 0,15-22 0 0 0,-22 38-28 0 0,0-1 0 0 0,0 1 0 0 0,0 0 0 0 0,1 0 0 0 0,-1 0-1 0 0,1 1 1 0 0,0-1 0 0 0,0 1 0 0 0,1 0 0 0 0,-1 0 0 0 0,0 1 0 0 0,1-1 0 0 0,0 1 0 0 0,0 0 0 0 0,7-3-1 0 0,-9 5 12 0 0,0 0 0 0 0,-1 0 0 0 0,1 0 0 0 0,-1 0 0 0 0,1 1-1 0 0,0-1 1 0 0,-1 1 0 0 0,1 0 0 0 0,-1-1 0 0 0,1 1-1 0 0,-1 0 1 0 0,0 0 0 0 0,1 1 0 0 0,-1-1 0 0 0,0 0 0 0 0,0 1-1 0 0,0 0 1 0 0,0-1 0 0 0,0 1 0 0 0,0 0 0 0 0,3 4-1 0 0,4 6 190 0 0,0 0-1 0 0,13 23 1 0 0,-5-8-79 0 0,2-7-177 0 0,-8-11-192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1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11058 0 0,'1'-1'546'0'0,"-1"0"-478"0"0,0 1 1 0 0,0 0-1 0 0,0 0 0 0 0,1 0 0 0 0,-1 0 0 0 0,0 0 1 0 0,0 0-1 0 0,0 0 0 0 0,1 0 0 0 0,-1 0 1 0 0,0 0-1 0 0,0 0 0 0 0,0 0 0 0 0,1 0 0 0 0,-1 0 1 0 0,0 0-1 0 0,0 0 0 0 0,0 0 0 0 0,1 0 0 0 0,-1 0 1 0 0,0 0-1 0 0,0 0 0 0 0,0 0 0 0 0,1 0 1 0 0,-1 0-1 0 0,0 0 0 0 0,1 1 546 0 0,-1-1-546 0 0,1 0 0 0 0,-1 1 1 0 0,0-1-1 0 0,0 0 0 0 0,0 0 0 0 0,0 0 1 0 0,0 1-1 0 0,0-1 0 0 0,0 0 0 0 0,0 0 0 0 0,0 1 1 0 0,10 8 1660 0 0,25 70 2965 0 0,11 43-3486 0 0,-27-70-1494 0 0,-3 1-1 0 0,-2 1 1 0 0,9 69 0 0 0,-22-110-4924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2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7 114 5985 0 0,'-1'0'100'0'0,"1"0"0"0"0,-1-1 1 0 0,1 1-1 0 0,-1-1 0 0 0,1 1 0 0 0,0 0 0 0 0,-1-1 0 0 0,1 1 0 0 0,0-1 0 0 0,-1 1 0 0 0,1-1 1 0 0,0 1-1 0 0,0-1 0 0 0,-1 1 0 0 0,1-1 0 0 0,0 1 0 0 0,0-1 0 0 0,0 1 0 0 0,0-1 0 0 0,0 1 1 0 0,0-1-1 0 0,0 1 0 0 0,0-1 0 0 0,0 0 0 0 0,0 1 0 0 0,0-1 0 0 0,0 1 0 0 0,0-1 0 0 0,0 1 1 0 0,0-1-1 0 0,1 1 0 0 0,-1-1 0 0 0,0 1 0 0 0,0-1 0 0 0,1 1 0 0 0,-1-1 0 0 0,0 1 0 0 0,1-1 1 0 0,9-21 1956 0 0,-4 15-1623 0 0,0 1 0 0 0,0 0 0 0 0,1 0 0 0 0,-1 1 0 0 0,2 0 0 0 0,-1 0 0 0 0,0 0 1 0 0,1 1-1 0 0,0 0 0 0 0,0 1 0 0 0,0 0 0 0 0,0 0 0 0 0,1 1 0 0 0,16-3 0 0 0,-20 4-345 0 0,1 0 0 0 0,-1 0 0 0 0,0 1 0 0 0,1-1 0 0 0,-1 1 0 0 0,0 1 0 0 0,1-1 0 0 0,-1 1-1 0 0,0 0 1 0 0,0 0 0 0 0,1 0 0 0 0,-1 1 0 0 0,0 0 0 0 0,0 0 0 0 0,-1 0 0 0 0,1 0 0 0 0,0 1 0 0 0,-1 0-1 0 0,1 0 1 0 0,-1 0 0 0 0,0 1 0 0 0,0-1 0 0 0,0 1 0 0 0,-1 0 0 0 0,6 6 0 0 0,-9-8-86 0 0,1-1 0 0 0,0 1 1 0 0,0-1-1 0 0,0 1 0 0 0,-1-1 0 0 0,1 1 1 0 0,-1 0-1 0 0,1-1 0 0 0,-1 1 1 0 0,1 0-1 0 0,-1-1 0 0 0,0 1 1 0 0,0 0-1 0 0,0-1 0 0 0,0 1 0 0 0,0 0 1 0 0,0-1-1 0 0,-1 1 0 0 0,1 0 1 0 0,0-1-1 0 0,-1 1 0 0 0,0-1 0 0 0,1 1 1 0 0,-2 2-1 0 0,0-1 6 0 0,0-1 0 0 0,-1 1 0 0 0,1 0 0 0 0,-1-1 0 0 0,0 0 0 0 0,1 1 0 0 0,-1-1 1 0 0,0 0-1 0 0,0 0 0 0 0,-1-1 0 0 0,-2 3 0 0 0,-8 1 21 0 0,-1 0 1 0 0,1 0 0 0 0,-1-1-1 0 0,-21 2 1 0 0,0-3-574 0 0,13-4-4871 0 0,5 0-1093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3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0,'3'3'5479'0'0,"11"20"-2884"0"0,-4 7-1817 0 0,-1 0 1 0 0,-2 0-1 0 0,-1 1 1 0 0,3 41-1 0 0,6 29-525 0 0,-7-67-962 0 0,0 1 0 0 0,3-2-1 0 0,16 37 1 0 0,-22-59-1383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3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6 241 5529 0 0,'0'0'50'0'0,"-1"-1"0"0"0,1 1 0 0 0,-1-1-1 0 0,1 0 1 0 0,-1 1 0 0 0,1-1 0 0 0,0 0 0 0 0,-1 1-1 0 0,1-1 1 0 0,0 0 0 0 0,-1 1 0 0 0,1-1 0 0 0,0 0-1 0 0,0 0 1 0 0,0 1 0 0 0,0-1 0 0 0,0 0 0 0 0,0 0-1 0 0,0 0 1 0 0,0 1 0 0 0,0-1 0 0 0,0 0 0 0 0,0 0-1 0 0,0 1 1 0 0,1-2 0 0 0,13-20 1356 0 0,34-15 1016 0 0,-41 32-2054 0 0,13-9 398 0 0,1 1 1 0 0,0 0-1 0 0,0 2 1 0 0,1 1-1 0 0,1 1 1 0 0,-1 0-1 0 0,34-7 1 0 0,-34 12-734 0 0,-1 1 0 0 0,1 1-1 0 0,0 0 1 0 0,0 2 0 0 0,0 1 0 0 0,-1 0 0 0 0,1 2 0 0 0,30 6 0 0 0,-46-7-55 0 0,0-1 1 0 0,0 1 0 0 0,0 0 0 0 0,0 0-1 0 0,-1 1 1 0 0,1-1 0 0 0,-1 1-1 0 0,6 4 1 0 0,-9-5 33 0 0,0-1 1 0 0,-1 1-1 0 0,0-1 1 0 0,1 1-1 0 0,-1 0 1 0 0,0 0-1 0 0,0 0 1 0 0,0-1-1 0 0,0 1 1 0 0,0 0-1 0 0,0 0 1 0 0,0 0-1 0 0,-1 1 1 0 0,1-1-1 0 0,-1 0 1 0 0,0 0-1 0 0,1 0 1 0 0,-1 0-1 0 0,0 0 1 0 0,0 0-1 0 0,0 1 1 0 0,-1-1-1 0 0,1 0 1 0 0,0 0-1 0 0,-1 0 1 0 0,-1 3-1 0 0,-11 29 443 0 0,10-29-398 0 0,0 0 1 0 0,1 1 0 0 0,0-1-1 0 0,0 1 1 0 0,0 0 0 0 0,1-1-1 0 0,0 1 1 0 0,0 0-1 0 0,0 7 1 0 0,1-12-57 0 0,0-1 0 0 0,0 1 0 0 0,1 0-1 0 0,-1-1 1 0 0,0 1 0 0 0,0 0 0 0 0,0 0 0 0 0,1-1 0 0 0,-1 1 0 0 0,0 0 0 0 0,1-1-1 0 0,-1 1 1 0 0,1-1 0 0 0,-1 1 0 0 0,1-1 0 0 0,-1 1 0 0 0,1 0 0 0 0,-1-1 0 0 0,1 0-1 0 0,0 1 1 0 0,-1-1 0 0 0,1 1 0 0 0,0-1 0 0 0,-1 0 0 0 0,1 1 0 0 0,1-1-1 0 0,25 1-28 0 0,-19-3 87 0 0,1 0 0 0 0,0 0 1 0 0,14-8-1 0 0,-11 5 199 0 0,-1-1 0 0 0,1-1 1 0 0,-2 0-1 0 0,1 0 0 0 0,-1-1 0 0 0,12-12 1 0 0,-20 18-206 0 0,0 0 1 0 0,0 0-1 0 0,0 0 1 0 0,0 0-1 0 0,-1 0 1 0 0,1-1-1 0 0,-1 1 1 0 0,1-1-1 0 0,-1 1 1 0 0,0-1-1 0 0,0 0 1 0 0,0 1-1 0 0,0-1 1 0 0,0 0-1 0 0,-1 0 1 0 0,1 0 0 0 0,-1 1-1 0 0,0-1 1 0 0,0 0-1 0 0,0 0 1 0 0,0 0-1 0 0,0 0 1 0 0,-1 0-1 0 0,1 1 1 0 0,-1-1-1 0 0,0 0 1 0 0,0 0-1 0 0,0 1 1 0 0,0-1-1 0 0,0 0 1 0 0,-1 1-1 0 0,1-1 1 0 0,-3-2-1 0 0,-5-5-56 0 0,1 1 0 0 0,-2 0 0 0 0,1 0 0 0 0,-1 1 0 0 0,0 1 0 0 0,-16-10 0 0 0,-14-5-6681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4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10138 0 0,'0'0'106'0'0,"0"-1"0"0"0,0 1 1 0 0,0 0-1 0 0,1 0 0 0 0,-1-1 0 0 0,0 1 0 0 0,2-2 956 0 0,-2 1-956 0 0,0 1 0 0 0,0 0 0 0 0,1 0 0 0 0,-1 0 0 0 0,0 0 1 0 0,0-1-1 0 0,1 1 0 0 0,-1 0 0 0 0,0 0 0 0 0,1 0 0 0 0,-1 0 0 0 0,0 0 1 0 0,1 0-1 0 0,-1 0 0 0 0,0 0 0 0 0,1 0 0 0 0,-1 0 0 0 0,0 0 0 0 0,0 0 1 0 0,1 0-1 0 0,-1 0 0 0 0,0 0 0 0 0,1 0 0 0 0,-1 0 0 0 0,0 1 0 0 0,1-1 1 0 0,-1 0-1 0 0,0 0 0 0 0,1 1 0 0 0,6 17 3293 0 0,-2 27-518 0 0,3 44-1262 0 0,1 24-1096 0 0,-6-108-134 0 0,0-12 292 0 0,-6-21-543 0 0,3 27-138 0 0,1 1-12 0 0,7 19-114 0 0,13 69-2762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4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 3225 0 0,'0'-17'4809'0'0,"14"21"1327"0"0,-5-1-5029 0 0,-7-2-1660 0 0,14 7 1404 0 0,1 1 0 0 0,-2 0 0 0 0,1 1 0 0 0,-1 1 0 0 0,-1 0 0 0 0,19 20 0 0 0,-1-3-119 0 0,9 10-114 0 0,-17-15-367 0 0,29 21 0 0 0,-47-39-236 0 0,1 0 1 0 0,0-1-1 0 0,1 0 0 0 0,-1 0 0 0 0,1-1 0 0 0,-1 0 0 0 0,1 0 1 0 0,0 0-1 0 0,12 1 0 0 0,-19-4 13 0 0,1 0 1 0 0,0 0 0 0 0,0 1-1 0 0,0-2 1 0 0,-1 1 0 0 0,1 0-1 0 0,0 0 1 0 0,0 0-1 0 0,-1-1 1 0 0,1 1 0 0 0,0-1-1 0 0,0 0 1 0 0,-1 1 0 0 0,1-1-1 0 0,-1 0 1 0 0,1 0-1 0 0,-1 0 1 0 0,1 0 0 0 0,-1 0-1 0 0,1 0 1 0 0,-1-1 0 0 0,0 1-1 0 0,0 0 1 0 0,1-1-1 0 0,-1 1 1 0 0,0-1 0 0 0,0 1-1 0 0,-1-1 1 0 0,1 1 0 0 0,0-1-1 0 0,0 0 1 0 0,-1 1-1 0 0,1-1 1 0 0,-1 0 0 0 0,0 0-1 0 0,1 1 1 0 0,-1-1 0 0 0,0-2-1 0 0,1-9 220 0 0,0 0 0 0 0,-1 0 0 0 0,0 0 0 0 0,-4-16 0 0 0,3 14-68 0 0,-4-33-17 0 0,1 19-771 0 0,1 0 0 0 0,2 0 0 0 0,2-30 0 0 0,1 40-7669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5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6 148 10594 0 0,'-1'-3'365'0'0,"0"0"0"0"0,0 0-1 0 0,0-1 1 0 0,0 1 0 0 0,1 0-1 0 0,0-1 1 0 0,0 1-1 0 0,0-1 1 0 0,0 1 0 0 0,0 0-1 0 0,1-1 1 0 0,-1 1 0 0 0,1 0-1 0 0,0-1 1 0 0,0 1 0 0 0,0 0-1 0 0,1 0 1 0 0,-1 0 0 0 0,1 0-1 0 0,2-4 1 0 0,1-1 86 0 0,0 1 1 0 0,1 0-1 0 0,-1 0 1 0 0,1 0 0 0 0,0 1-1 0 0,12-10 1 0 0,-16 14-398 0 0,1 0 0 0 0,-1 1 1 0 0,0-1-1 0 0,1 0 1 0 0,-1 1-1 0 0,1 0 0 0 0,0 0 1 0 0,-1-1-1 0 0,1 2 1 0 0,0-1-1 0 0,0 0 1 0 0,-1 0-1 0 0,1 1 0 0 0,0 0 1 0 0,0-1-1 0 0,0 1 1 0 0,0 0-1 0 0,0 1 0 0 0,0-1 1 0 0,-1 0-1 0 0,1 1 1 0 0,3 0-1 0 0,-4 1-52 0 0,1-1 0 0 0,-1 1 1 0 0,0-1-1 0 0,0 1 0 0 0,0 0 0 0 0,0 0 0 0 0,0 0 1 0 0,0 0-1 0 0,-1 0 0 0 0,1 0 0 0 0,-1 0 0 0 0,1 1 1 0 0,-1-1-1 0 0,0 1 0 0 0,0-1 0 0 0,0 1 0 0 0,0-1 1 0 0,0 1-1 0 0,-1-1 0 0 0,1 1 0 0 0,-1 0 0 0 0,0-1 1 0 0,0 6-1 0 0,0 17-26 0 0,-2-1 1 0 0,0 1 0 0 0,-2-1-1 0 0,-1 0 1 0 0,0 0 0 0 0,-14 35-1 0 0,8-24-258 0 0,-13 65 0 0 0,24-98 295 0 0,-1 1 1 0 0,1 0 0 0 0,0-1-1 0 0,0 1 1 0 0,0-1-1 0 0,0 1 1 0 0,0 0 0 0 0,0-1-1 0 0,1 1 1 0 0,-1 0 0 0 0,1-1-1 0 0,0 1 1 0 0,-1-1 0 0 0,1 1-1 0 0,0-1 1 0 0,1 0-1 0 0,-1 1 1 0 0,0-1 0 0 0,1 0-1 0 0,-1 0 1 0 0,3 3 0 0 0,-1-3 1 0 0,1 0 1 0 0,-1 0-1 0 0,1 0 1 0 0,-1 0 0 0 0,1-1-1 0 0,-1 1 1 0 0,1-1 0 0 0,0 0-1 0 0,0 0 1 0 0,0-1 0 0 0,0 1-1 0 0,0-1 1 0 0,6 0-1 0 0,2 1 61 0 0,-1-2 0 0 0,1 0-1 0 0,-1 0 1 0 0,1-1 0 0 0,-1-1-1 0 0,1 0 1 0 0,-1 0 0 0 0,0-1-1 0 0,0 0 1 0 0,14-9-1 0 0,-1-1-531 0 0,-1-2 0 0 0,0 0 0 0 0,25-25 0 0 0,-30 25-167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655 76 7370 0 0,'-3'-5'539'0'0,"-1"0"0"0"0,0 0 0 0 0,0 0 0 0 0,-1 0 1 0 0,1 1-1 0 0,-1-1 0 0 0,0 1 0 0 0,0 1 1 0 0,0-1-1 0 0,-1 1 0 0 0,1-1 0 0 0,-1 2 1 0 0,0-1-1 0 0,0 1 0 0 0,0-1 0 0 0,0 2 0 0 0,-12-3 1 0 0,3 1 12 0 0,0 0 1 0 0,0 2-1 0 0,-1 0 1 0 0,1 0 0 0 0,-1 2-1 0 0,1 0 1 0 0,-1 0-1 0 0,-23 6 1 0 0,25-2-487 0 0,-1-1 1 0 0,1 2-1 0 0,0 0 1 0 0,1 1-1 0 0,-1 0 0 0 0,1 1 1 0 0,1 0-1 0 0,-1 1 1 0 0,1 1-1 0 0,1 0 0 0 0,0 0 1 0 0,0 1-1 0 0,1 1 1 0 0,-8 12-1 0 0,-8 13-58 0 0,3 0 0 0 0,1 2 0 0 0,2 1 1 0 0,1 0-1 0 0,2 1 0 0 0,2 1 0 0 0,2 1 0 0 0,-13 80 0 0 0,20-84-32 0 0,2-1-1 0 0,2 1 0 0 0,1 0 1 0 0,2 0-1 0 0,2 0 1 0 0,1 0-1 0 0,3-1 0 0 0,0 1 1 0 0,3-2-1 0 0,18 50 1 0 0,-17-61-98 0 0,1-1 0 0 0,1-1 0 0 0,1 0 0 0 0,1 0 1 0 0,2-2-1 0 0,0 0 0 0 0,28 28 0 0 0,-29-34-153 0 0,1-2 1 0 0,1 0-1 0 0,0-1 0 0 0,1-1 0 0 0,0 0 1 0 0,1-2-1 0 0,0 0 0 0 0,0-1 0 0 0,38 11 0 0 0,-10-8 386 0 0,0-1 0 0 0,1-3-1 0 0,0-2 1 0 0,0-2 0 0 0,1-2 0 0 0,-1-2-1 0 0,1-3 1 0 0,58-10 0 0 0,-85 8 116 0 0,0-2 1 0 0,0 0-1 0 0,-1-2 1 0 0,0 0-1 0 0,0-2 1 0 0,-1 0-1 0 0,0-1 1 0 0,-1-1-1 0 0,21-19 1 0 0,-17 11-69 0 0,-1-1-1 0 0,-1 0 1 0 0,-2-2 0 0 0,0-1 0 0 0,-1 0-1 0 0,24-44 1 0 0,-26 36-44 0 0,-1 0-1 0 0,-2-1 1 0 0,-1-1-1 0 0,-2 0 1 0 0,-1-1-1 0 0,-2 0 1 0 0,-1 0 0 0 0,-2 0-1 0 0,-1-1 1 0 0,-2 0-1 0 0,-2 0 1 0 0,-7-62-1 0 0,4 82-105 0 0,0 0 1 0 0,-2 0-1 0 0,1 1 0 0 0,-2-1 0 0 0,0 1 0 0 0,-1 0 0 0 0,-1 1 0 0 0,0-1 1 0 0,-1 1-1 0 0,-1 1 0 0 0,0 0 0 0 0,-1 1 0 0 0,-1 0 0 0 0,0 0 1 0 0,0 1-1 0 0,-1 1 0 0 0,-1 0 0 0 0,0 1 0 0 0,0 0 0 0 0,-1 1 0 0 0,0 1 1 0 0,-1 0-1 0 0,0 1 0 0 0,0 1 0 0 0,0 0 0 0 0,-1 1 0 0 0,-33-5 0 0 0,31 7-176 0 0,-1 1-1 0 0,1 1 0 0 0,-1 0 0 0 0,1 2 1 0 0,-1 0-1 0 0,-19 4 0 0 0,27-3 28 0 0,0 1 0 0 0,0 0 1 0 0,1 1-1 0 0,0 0 0 0 0,0 1 0 0 0,0 0 0 0 0,0 1 0 0 0,1 0 1 0 0,0 1-1 0 0,-18 15 0 0 0,9-2-588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6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3 3225 0 0,'0'0'111'0'0,"-1"-1"0"0"0,0 1 1 0 0,0 0-1 0 0,0-1 0 0 0,0 1 0 0 0,0 0 1 0 0,0 0-1 0 0,0 0 0 0 0,0 0 1 0 0,0 0-1 0 0,0 0 0 0 0,0 0 0 0 0,0 0 1 0 0,0 0-1 0 0,0 1 0 0 0,0-1 0 0 0,0 0 1 0 0,0 0-1 0 0,0 1 0 0 0,1-1 1 0 0,-1 1-1 0 0,0-1 0 0 0,0 1 0 0 0,0-1 1 0 0,0 1-1 0 0,0 0 0 0 0,-20 25 9692 0 0,21-26-9703 0 0,17 0 2513 0 0,24-9-805 0 0,-37 8-1342 0 0,18-4-65 0 0,1 1-1 0 0,-1 0 0 0 0,1 2 1 0 0,0 0-1 0 0,0 2 1 0 0,0 1-1 0 0,34 5 1 0 0,74 6-1452 0 0,-118-11 692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7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1 211 6913 0 0,'5'-14'1017'0'0,"1"0"0"0"0,0 1 0 0 0,1-1 0 0 0,1 1-1 0 0,0 1 1 0 0,15-19 0 0 0,-19 26-715 0 0,1-1 0 0 0,0 1 0 0 0,0 0 0 0 0,0 1-1 0 0,1-1 1 0 0,-1 1 0 0 0,1 0 0 0 0,0 0 0 0 0,0 1 0 0 0,1 0 0 0 0,-1 0 0 0 0,1 0 0 0 0,-1 1 0 0 0,1 0-1 0 0,13-2 1 0 0,-16 4-288 0 0,-1 0 0 0 0,1 1 0 0 0,-1-1-1 0 0,1 1 1 0 0,-1 0 0 0 0,1 0 0 0 0,-1 0-1 0 0,0 1 1 0 0,1-1 0 0 0,-1 1-1 0 0,0-1 1 0 0,4 4 0 0 0,39 31 64 0 0,-25-17-92 0 0,-3-5-174 0 0,0-1 0 0 0,0 0 0 0 0,2-2 1 0 0,-1 0-1 0 0,39 15 0 0 0,-52-24 245 0 0,0 0 0 0 0,0-1 0 0 0,1 1 1 0 0,-1-1-1 0 0,0 0 0 0 0,1-1 0 0 0,-1 0 0 0 0,0 0 1 0 0,1 0-1 0 0,-1-1 0 0 0,0 0 0 0 0,1 0 0 0 0,-1 0 1 0 0,0-1-1 0 0,0 0 0 0 0,0 0 0 0 0,0-1 0 0 0,0 1 1 0 0,-1-1-1 0 0,1-1 0 0 0,-1 1 0 0 0,0-1 0 0 0,1 0 1 0 0,7-8-1 0 0,-4 1 305 0 0,1 0-1 0 0,-2-1 1 0 0,9-14 0 0 0,-13 18-210 0 0,1-1 1 0 0,1 1 0 0 0,-1 0-1 0 0,1 1 1 0 0,0-1-1 0 0,1 1 1 0 0,0 1-1 0 0,0-1 1 0 0,14-9-1 0 0,-16 15-97 0 0,0-1-1 0 0,0 1 1 0 0,0-1-1 0 0,0 1 1 0 0,0 1-1 0 0,0-1 1 0 0,0 1-1 0 0,1 0 0 0 0,-1 0 1 0 0,0 1-1 0 0,6 0 1 0 0,-4 0-181 0 0,0 0 1 0 0,0-1-1 0 0,0 0 1 0 0,0 0-1 0 0,13-3 0 0 0,6-7-2549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8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3225 0 0,'0'1'125'0'0,"0"-1"1"0"0,0 1-1 0 0,-1 0 1 0 0,1-1-1 0 0,0 1 1 0 0,0-1-1 0 0,1 1 1 0 0,-1-1-1 0 0,0 1 1 0 0,0 0-1 0 0,0-1 1 0 0,0 1 0 0 0,0-1-1 0 0,1 1 1 0 0,-1-1-1 0 0,0 1 1 0 0,0-1-1 0 0,1 1 1 0 0,-1-1-1 0 0,0 1 1 0 0,1-1-1 0 0,-1 1 1 0 0,0-1-1 0 0,1 1 1 0 0,-1-1-1 0 0,1 0 1 0 0,-1 1-1 0 0,1-1 1 0 0,-1 0-1 0 0,1 1 1 0 0,-1-1-1 0 0,1 0 1 0 0,-1 0 0 0 0,1 0-1 0 0,-1 1 1 0 0,1-1-1 0 0,0 0 1 0 0,-1 0-1 0 0,1 0 1 0 0,-1 0-1 0 0,1 0 1 0 0,0 0-1 0 0,36 8 3495 0 0,-29-6-2853 0 0,11 2 835 0 0,0 1-1 0 0,-1 2 0 0 0,23 9 1 0 0,2 7-228 0 0,45 30-1 0 0,-50-28-1387 0 0,69 32-1 0 0,-55-42 103 0 0,-57-13 134 0 0,1 1 0 0 0,-1-1 1 0 0,1 1-1 0 0,-1 1 0 0 0,-6 6 0 0 0,4-4-286 0 0,-25 20 53 0 0,2 1-1 0 0,-28 32 1 0 0,15-5-6732 0 0,31-36-448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9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1 274 4609 0 0,'0'0'353'0'0,"24"7"5515"0"0,-17-7-5597 0 0,0 0 0 0 0,0-1 0 0 0,0 1 0 0 0,0-1 0 0 0,-1-1 0 0 0,1 1 0 0 0,0-1 0 0 0,0 0 0 0 0,-1-1 0 0 0,0 0 0 0 0,1 0 1 0 0,-1 0-1 0 0,0-1 0 0 0,0 1 0 0 0,-1-1 0 0 0,1-1 0 0 0,-1 1 0 0 0,0-1 0 0 0,0 0 0 0 0,0 0 0 0 0,-1-1 0 0 0,0 1 0 0 0,4-8 0 0 0,-4 7-25 0 0,0 0-1 0 0,0 0 1 0 0,-1-1 0 0 0,1 0 0 0 0,-2 1 0 0 0,1-1 0 0 0,-1 0-1 0 0,0 0 1 0 0,-1 0 0 0 0,1-1 0 0 0,-1 1 0 0 0,-1 0 0 0 0,1 0-1 0 0,-1-1 1 0 0,-1 1 0 0 0,1 0 0 0 0,-1-1 0 0 0,-1 1 0 0 0,1 0-1 0 0,-1 0 1 0 0,0 0 0 0 0,-4-7 0 0 0,5 12-252 0 0,0 0 1 0 0,0 0-1 0 0,0 0 0 0 0,0 0 1 0 0,0 0-1 0 0,0 0 1 0 0,-1 1-1 0 0,1-1 0 0 0,0 0 1 0 0,-1 1-1 0 0,0-1 0 0 0,1 1 1 0 0,-1 0-1 0 0,0-1 1 0 0,0 1-1 0 0,0 0 0 0 0,0 0 1 0 0,0 0-1 0 0,0 1 0 0 0,0-1 1 0 0,0 0-1 0 0,0 1 1 0 0,0-1-1 0 0,0 1 0 0 0,0 0 1 0 0,-1 0-1 0 0,1-1 1 0 0,0 1-1 0 0,0 1 0 0 0,0-1 1 0 0,-1 0-1 0 0,1 1 0 0 0,0-1 1 0 0,0 1-1 0 0,0-1 1 0 0,0 1-1 0 0,0 0 0 0 0,0 0 1 0 0,0 0-1 0 0,0 0 0 0 0,-3 3 1 0 0,-1 0-17 0 0,-1 1 1 0 0,1 0-1 0 0,0 1 1 0 0,0-1 0 0 0,1 1-1 0 0,0 1 1 0 0,0-1-1 0 0,0 1 1 0 0,1-1-1 0 0,-5 10 1 0 0,6-7 33 0 0,-1 0 0 0 0,1 1 0 0 0,0-1 0 0 0,1 1 0 0 0,0 0-1 0 0,1-1 1 0 0,0 1 0 0 0,1 0 0 0 0,-1 0 0 0 0,2 0 0 0 0,0 0 0 0 0,0 0 0 0 0,0 0 0 0 0,1-1 0 0 0,1 1 0 0 0,0-1 0 0 0,0 1 0 0 0,1-1 0 0 0,0 0 0 0 0,1 0 0 0 0,-1-1-1 0 0,2 1 1 0 0,-1-1 0 0 0,1 0 0 0 0,10 10 0 0 0,-9-11-15 0 0,0 1 0 0 0,1-1 1 0 0,0-1-1 0 0,0 1 0 0 0,1-1 0 0 0,-1-1 0 0 0,1 0 0 0 0,0 0 0 0 0,1-1 1 0 0,-1 0-1 0 0,1 0 0 0 0,0-1 0 0 0,0 0 0 0 0,0-1 0 0 0,0 0 0 0 0,1-1 0 0 0,-1 0 1 0 0,0 0-1 0 0,1-1 0 0 0,-1-1 0 0 0,1 0 0 0 0,-1 0 0 0 0,0-1 0 0 0,13-4 1 0 0,-8 1-814 0 0,-1 0 1 0 0,0-2 0 0 0,0 0 0 0 0,17-11 0 0 0,-9 3-773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29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25 9218 0 0,'-8'16'9315'0'0,"12"-17"-7740"0"0,42-15 1185 0 0,-28 9-3448 0 0,35-10-1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0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9218 0 0,'23'45'7059'0'0,"80"196"-2308"0"0,-103-241-4755 0 0,0 1-1 0 0,1 0 0 0 0,-1 0 1 0 0,0-1-1 0 0,1 1 0 0 0,-1 0 0 0 0,1 0 1 0 0,-1-1-1 0 0,0 1 0 0 0,1 0 0 0 0,0-1 1 0 0,-1 1-1 0 0,1-1 0 0 0,-1 1 0 0 0,1-1 1 0 0,0 1-1 0 0,-1-1 0 0 0,1 1 0 0 0,0-1 1 0 0,0 0-1 0 0,-1 1 0 0 0,1-1 0 0 0,0 0 1 0 0,0 1-1 0 0,0-1 0 0 0,-1 0 0 0 0,1 0 1 0 0,1 0-1 0 0,0 0-17 0 0,-1-1 0 0 0,0 0 0 0 0,1 1 0 0 0,-1-1 0 0 0,0 0 1 0 0,0 0-1 0 0,0 0 0 0 0,1 0 0 0 0,-1 0 0 0 0,0 0 0 0 0,0 0 0 0 0,0 0 0 0 0,0 0 0 0 0,1-3 1 0 0,6-9-220 0 0,-1 0 0 0 0,9-24 0 0 0,-10 22 117 0 0,16-39-309 0 0,-14 33 488 0 0,1 0-1 0 0,17-30 1 0 0,-26 50 1 0 0,1 0 0 0 0,0 0 0 0 0,-1 0 1 0 0,1 0-1 0 0,0 0 0 0 0,-1 0 0 0 0,1 1 0 0 0,0-1 0 0 0,0 0 1 0 0,0 0-1 0 0,0 1 0 0 0,0-1 0 0 0,0 0 0 0 0,0 1 0 0 0,0-1 1 0 0,0 1-1 0 0,0-1 0 0 0,0 1 0 0 0,0 0 0 0 0,0-1 1 0 0,0 1-1 0 0,1 0 0 0 0,-1 0 0 0 0,0 0 0 0 0,0 0 0 0 0,0 0 1 0 0,0 0-1 0 0,0 0 0 0 0,1 0 0 0 0,-1 0 0 0 0,0 1 0 0 0,0-1 1 0 0,0 0-1 0 0,0 1 0 0 0,0-1 0 0 0,0 1 0 0 0,0-1 1 0 0,0 1-1 0 0,0 0 0 0 0,0-1 0 0 0,0 1 0 0 0,0 0 0 0 0,0 0 1 0 0,0-1-1 0 0,-1 1 0 0 0,1 0 0 0 0,0 0 0 0 0,1 2 0 0 0,5 6 14 0 0,0 0 0 0 0,-1 0-1 0 0,10 19 1 0 0,-14-24-39 0 0,17 42 53 0 0,-16-37-68 0 0,0-1 0 0 0,0 0 0 0 0,0 0 0 0 0,1 0 0 0 0,0 0 0 0 0,1-1 0 0 0,9 13 0 0 0,-13-19-24 0 0,0-1 1 0 0,-1 1 0 0 0,1-1-1 0 0,0 1 1 0 0,-1-1-1 0 0,1 0 1 0 0,0 1 0 0 0,0-1-1 0 0,0 0 1 0 0,-1 1-1 0 0,1-1 1 0 0,0 0 0 0 0,0 0-1 0 0,0 0 1 0 0,0 0-1 0 0,-1 1 1 0 0,1-1 0 0 0,0-1-1 0 0,0 1 1 0 0,0 0-1 0 0,0 0 1 0 0,0 0 0 0 0,-1 0-1 0 0,1 0 1 0 0,0-1-1 0 0,0 1 1 0 0,0 0 0 0 0,-1-1-1 0 0,1 1 1 0 0,0-1 0 0 0,-1 1-1 0 0,1-1 1 0 0,0 1-1 0 0,-1-1 1 0 0,1 1 0 0 0,0-1-1 0 0,-1 0 1 0 0,1 1-1 0 0,-1-1 1 0 0,1 0 0 0 0,-1 0-1 0 0,1 1 1 0 0,-1-1-1 0 0,1-1 1 0 0,21-44-115 0 0,-18 36-34 0 0,5-8 76 0 0,0 0-1 0 0,1 0 1 0 0,18-23-1 0 0,-25 36 65 0 0,1 0 0 0 0,0 0 0 0 0,0 1 0 0 0,1 0 0 0 0,-1 0 0 0 0,1 0 0 0 0,0 0 0 0 0,0 1 0 0 0,0-1 0 0 0,0 1 1 0 0,0 1-1 0 0,1-1 0 0 0,0 1 0 0 0,-1 0 0 0 0,1 0 0 0 0,7-1 0 0 0,-11 3 39 0 0,1 0 0 0 0,0 0 0 0 0,-1 1 0 0 0,1-1 1 0 0,-1 1-1 0 0,1-1 0 0 0,-1 1 0 0 0,1 0 0 0 0,-1 0 0 0 0,0 0 1 0 0,1 0-1 0 0,-1 0 0 0 0,0 1 0 0 0,0-1 0 0 0,0 1 1 0 0,0 0-1 0 0,0-1 0 0 0,0 1 0 0 0,0 0 0 0 0,0 0 1 0 0,-1 0-1 0 0,3 4 0 0 0,4 7 254 0 0,0 0-1 0 0,11 27 1 0 0,-5-10-112 0 0,22 27-379 0 0,-6-12-2894 0 0,-22-31 1869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0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3225 0 0,'0'2'525'0'0,"1"1"0"0"0,-1 0 0 0 0,1 0 1 0 0,-1-1-1 0 0,0 1 0 0 0,0 0 0 0 0,0 0 1 0 0,0 0-1 0 0,0-1 0 0 0,-2 5 0 0 0,1 3 392 0 0,1 1-284 0 0,0 1 0 0 0,0-1 0 0 0,1 1 0 0 0,1-1 0 0 0,0 0 0 0 0,0 1 0 0 0,1-1 0 0 0,0-1 0 0 0,7 14 0 0 0,-9-20-501 0 0,2 0-1 0 0,-1 0 0 0 0,0-1 0 0 0,1 1 1 0 0,0-1-1 0 0,-1 1 0 0 0,1-1 0 0 0,0 0 1 0 0,1 0-1 0 0,-1-1 0 0 0,1 1 0 0 0,-1-1 1 0 0,1 1-1 0 0,0-1 0 0 0,0 0 0 0 0,0-1 1 0 0,0 1-1 0 0,0-1 0 0 0,0 1 0 0 0,0-1 1 0 0,0 0-1 0 0,1-1 0 0 0,-1 1 0 0 0,0-1 1 0 0,1 0-1 0 0,-1 0 0 0 0,6-1 0 0 0,-5 1-40 0 0,0-1 0 0 0,-1 0 0 0 0,1 0 0 0 0,0 0 0 0 0,-1 0 0 0 0,1-1 0 0 0,-1 0 0 0 0,1 0 0 0 0,-1 0 0 0 0,0 0 0 0 0,0-1 0 0 0,0 0 0 0 0,0 0 0 0 0,0 0 0 0 0,-1 0 0 0 0,1 0 0 0 0,-1-1 0 0 0,0 0 0 0 0,4-5 0 0 0,-5 6-64 0 0,-1 0 1 0 0,1-1-1 0 0,-1 1 0 0 0,1-1 0 0 0,-1 1 0 0 0,0-1 1 0 0,0 1-1 0 0,-1-1 0 0 0,1 0 0 0 0,-1 1 0 0 0,0-1 1 0 0,0 0-1 0 0,0 0 0 0 0,0 1 0 0 0,-1-1 0 0 0,1 0 1 0 0,-1 1-1 0 0,0-1 0 0 0,0 1 0 0 0,-1-1 0 0 0,1 1 1 0 0,-1-1-1 0 0,1 1 0 0 0,-1 0 0 0 0,-3-4 0 0 0,0 0-165 0 0,1 1 0 0 0,-2-1 0 0 0,1 1 0 0 0,-1 0 0 0 0,0 1 0 0 0,0-1 0 0 0,0 1 0 0 0,-1 1 0 0 0,0-1 0 0 0,0 1 0 0 0,0 0 0 0 0,0 1 0 0 0,-1 0 0 0 0,1 0 0 0 0,-11-3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1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7370 0 0,'21'12'8935'0'0,"39"31"-4207"0"0,-16-11-3254 0 0,-40-29-1375 0 0,19 12 503 0 0,-23-14-593 0 0,1-1 0 0 0,0 1 0 0 0,-1-1 1 0 0,1 0-1 0 0,0 1 0 0 0,0-1 0 0 0,-1 1 0 0 0,1-1 1 0 0,0 0-1 0 0,0 0 0 0 0,0 1 0 0 0,-1-1 1 0 0,1 0-1 0 0,0 0 0 0 0,0 0 0 0 0,0 0 0 0 0,0 0 1 0 0,0 0-1 0 0,-1 0 0 0 0,1 0 0 0 0,0 0 1 0 0,0-1-1 0 0,1 1 0 0 0,-2-3 45 0 0,1 1-1 0 0,-1-1 1 0 0,1 1-1 0 0,-1-1 1 0 0,0 1-1 0 0,0-1 1 0 0,0 1-1 0 0,0-1 1 0 0,-1 0-1 0 0,1 1 1 0 0,-1-1-1 0 0,1 1 1 0 0,-1 0-1 0 0,-1-3 1 0 0,-1-6-244 0 0,2 0 79 0 0,0-1-1 0 0,1 1 0 0 0,0 0 0 0 0,0 0 0 0 0,3-12 0 0 0,5-10-6127 0 0,1 10-1123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1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13827 0 0,'-2'17'2097'0'0,"1"-1"0"0"0,2 30 0 0 0,0 16 84 0 0,-6-23-1557 0 0,3-24-856 0 0,0 0 0 0 0,1 0-1 0 0,0-1 1 0 0,1 1 0 0 0,3 19 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1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11058 0 0,'-1'-8'5970'0'0,"2"12"-5154"0"0,1 2-88 0 0,1 3-24 0 0,-2 4 0 0 0,-1 0-848 0 0,1 1-176 0 0,3 0-32 0 0,1-2 0 0 0,3 1 256 0 0,0-4 96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1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12931 0 0,'3'0'160'0'0,"0"1"0"0"0,0 0 0 0 0,0 0 0 0 0,-1 0 1 0 0,1 1-1 0 0,0-1 0 0 0,-1 1 0 0 0,1-1 0 0 0,-1 1 0 0 0,1 0 1 0 0,-1 0-1 0 0,0 0 0 0 0,0 0 0 0 0,0 1 0 0 0,0-1 0 0 0,0 0 0 0 0,-1 1 1 0 0,3 3-1 0 0,27 51 2559 0 0,-22-34-2344 0 0,-7-18-372 0 0,0 1 0 0 0,-1-1 0 0 0,2 0 0 0 0,-1 0 1 0 0,0-1-1 0 0,1 1 0 0 0,0 0 0 0 0,0-1 0 0 0,4 5 0 0 0,-6-10-23 0 0,-1 1 1 0 0,1 0-1 0 0,-1 0 0 0 0,0 0 1 0 0,1-1-1 0 0,-1 1 1 0 0,0 0-1 0 0,1 0 0 0 0,-1-1 1 0 0,0 1-1 0 0,1 0 0 0 0,-1-1 1 0 0,0 1-1 0 0,0-1 1 0 0,1 1-1 0 0,-1 0 0 0 0,0-1 1 0 0,0 1-1 0 0,0-1 1 0 0,1 1-1 0 0,-1 0 0 0 0,0-1 1 0 0,0 1-1 0 0,0-1 1 0 0,0 1-1 0 0,0-1 0 0 0,0 1 1 0 0,0 0-1 0 0,0-1 1 0 0,0 0-1 0 0,4-22-735 0 0,-3 19 679 0 0,0 1 85 0 0,13-58 1795 0 0,-13 57-1683 0 0,1 1 1 0 0,-1-1-1 0 0,0 1 1 0 0,1-1-1 0 0,-1 1 0 0 0,1 0 1 0 0,0 0-1 0 0,0 0 0 0 0,1 0 1 0 0,-1 0-1 0 0,0 0 1 0 0,1 1-1 0 0,0-1 0 0 0,4-2 1 0 0,-6 4-85 0 0,-1 1 1 0 0,1 0-1 0 0,0 0 0 0 0,-1 0 1 0 0,1 0-1 0 0,-1 0 0 0 0,1 0 1 0 0,0 0-1 0 0,-1 0 1 0 0,1 0-1 0 0,-1 0 0 0 0,1 1 1 0 0,0-1-1 0 0,-1 0 0 0 0,1 0 1 0 0,-1 0-1 0 0,1 1 0 0 0,-1-1 1 0 0,1 0-1 0 0,-1 1 1 0 0,1-1-1 0 0,-1 1 0 0 0,1-1 1 0 0,-1 0-1 0 0,1 1 0 0 0,-1-1 1 0 0,0 1-1 0 0,1-1 0 0 0,-1 1 1 0 0,0-1-1 0 0,1 1 1 0 0,-1-1-1 0 0,0 2 0 0 0,13 27 183 0 0,-5-12-122 0 0,-6-13-285 0 0,1-1-1 0 0,-1 0 0 0 0,1 0 1 0 0,0 0-1 0 0,0-1 1 0 0,0 1-1 0 0,0-1 0 0 0,1 1 1 0 0,-1-1-1 0 0,1 0 1 0 0,4 1-1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2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63 8290 0 0,'1'-7'-66'0'0,"1"-23"2301"0"0,-2 28-1908 0 0,0 1 0 0 0,0 0 1 0 0,0-1-1 0 0,-1 1 0 0 0,1 0 0 0 0,0-1 0 0 0,-1 1 0 0 0,1 0 1 0 0,-1 0-1 0 0,1-1 0 0 0,-1 1 0 0 0,1 0 0 0 0,-1 0 0 0 0,0 0 0 0 0,0 0 1 0 0,1 0-1 0 0,-1 0 0 0 0,0 0 0 0 0,-2-1 0 0 0,3 2-195 0 0,-1 0 1 0 0,0-1-1 0 0,0 1 0 0 0,0 0 0 0 0,0 0 0 0 0,1 0 0 0 0,-1 1 0 0 0,0-1 0 0 0,0 0 0 0 0,0 0 1 0 0,1 0-1 0 0,-1 1 0 0 0,0-1 0 0 0,0 0 0 0 0,1 1 0 0 0,-1-1 0 0 0,0 0 0 0 0,1 1 0 0 0,-1-1 1 0 0,0 1-1 0 0,1-1 0 0 0,-1 1 0 0 0,0 0 0 0 0,1-1 0 0 0,-1 1 0 0 0,1-1 0 0 0,-1 1 1 0 0,1 0-1 0 0,0 0 0 0 0,-1-1 0 0 0,1 1 0 0 0,0 0 0 0 0,-1 0 0 0 0,-14 30-91 0 0,14-29 125 0 0,-4 10-194 0 0,1 0 1 0 0,0 0 0 0 0,0 0-1 0 0,1 1 1 0 0,-1 17 0 0 0,3-27-103 0 0,1 0-1 0 0,-1 0 1 0 0,1 0 0 0 0,0 0 0 0 0,0 0 0 0 0,0 0 0 0 0,1 1 0 0 0,-1-1 0 0 0,1 0-1 0 0,0 0 1 0 0,0 0 0 0 0,0 0 0 0 0,0 0 0 0 0,0 0 0 0 0,0-1 0 0 0,1 1 0 0 0,0 0-1 0 0,-1-1 1 0 0,1 1 0 0 0,0-1 0 0 0,0 1 0 0 0,1-1 0 0 0,-1 0 0 0 0,0 0 0 0 0,1 0-1 0 0,-1 0 1 0 0,5 2 0 0 0,-5-4 50 0 0,-1 1 0 0 0,1-1 0 0 0,0 0 0 0 0,-1 1-1 0 0,1-1 1 0 0,0 0 0 0 0,0 0 0 0 0,-1-1 0 0 0,1 1 0 0 0,0 0-1 0 0,0 0 1 0 0,-1-1 0 0 0,1 1 0 0 0,0-1 0 0 0,-1 1 0 0 0,1-1 0 0 0,-1 0-1 0 0,1 0 1 0 0,-1 0 0 0 0,2-1 0 0 0,33-27 329 0 0,-20 16 65 0 0,-11 9-174 0 0,0 0 1 0 0,0 1-1 0 0,1 0 0 0 0,-1 0 1 0 0,1 0-1 0 0,0 0 1 0 0,0 1-1 0 0,0 0 0 0 0,0 1 1 0 0,0-1-1 0 0,0 1 1 0 0,0 0-1 0 0,11 0 0 0 0,-14 2-43 0 0,0-1-1 0 0,1 1 0 0 0,-1-1 1 0 0,0 1-1 0 0,0 0 0 0 0,0 1 1 0 0,0-1-1 0 0,0 0 0 0 0,0 1 0 0 0,0 0 1 0 0,0-1-1 0 0,0 1 0 0 0,-1 0 1 0 0,1 0-1 0 0,-1 1 0 0 0,1-1 1 0 0,-1 1-1 0 0,0-1 0 0 0,0 1 1 0 0,0 0-1 0 0,0-1 0 0 0,-1 1 1 0 0,1 0-1 0 0,-1 0 0 0 0,0 0 1 0 0,0 0-1 0 0,1 4 0 0 0,3 10 14 0 0,-2 0 1 0 0,0 1-1 0 0,-1-1 0 0 0,-1 0 0 0 0,-1 1 1 0 0,0-1-1 0 0,-1 0 0 0 0,-1 1 0 0 0,-1-1 0 0 0,0 0 1 0 0,-1 0-1 0 0,-1-1 0 0 0,-7 18 0 0 0,10-29-186 0 0,-1 0 0 0 0,1-1-1 0 0,-1 1 1 0 0,-1 0 0 0 0,1-1-1 0 0,-7 8 1 0 0,-7 1-5751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2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9 17052 0 0,'-1'-1'80'0'0,"0"0"1"0"0,1 1-1 0 0,-1-1 0 0 0,0 0 1 0 0,0 1-1 0 0,0-1 1 0 0,0 0-1 0 0,0 1 1 0 0,0-1-1 0 0,0 1 0 0 0,0 0 1 0 0,0-1-1 0 0,0 1 1 0 0,0 0-1 0 0,0 0 1 0 0,0-1-1 0 0,0 1 0 0 0,-1 0 1 0 0,1 0-1 0 0,0 0 1 0 0,0 0-1 0 0,0 0 1 0 0,0 1-1 0 0,0-1 0 0 0,0 0 1 0 0,0 0-1 0 0,0 1 1 0 0,0-1-1 0 0,0 1 1 0 0,0-1-1 0 0,0 1 0 0 0,0-1 1 0 0,0 1-1 0 0,-2 1 1 0 0,0 0 85 0 0,-1 0-1 0 0,1 1 1 0 0,0-1 0 0 0,0 1 0 0 0,0 0-1 0 0,0 0 1 0 0,1 0 0 0 0,-1 0 0 0 0,-1 4 0 0 0,-4 9 7 0 0,1 0 1 0 0,2 1 0 0 0,-1 0 0 0 0,2 0 0 0 0,0 0 0 0 0,-2 34 0 0 0,3 107 89 0 0,4-129-132 0 0,1-1 1 0 0,11 48 0 0 0,-11-66-379 0 0,1 0 1 0 0,0 0-1 0 0,0-1 1 0 0,1 0 0 0 0,1 1-1 0 0,0-1 1 0 0,0-1 0 0 0,0 1-1 0 0,1-1 1 0 0,1 0-1 0 0,7 8 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3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 3681 0 0,'-1'-9'5869'0'0,"2"8"-5772"0"0,23-12 2615 0 0,33-7-993 0 0,113-33-6166 0 0,-149 48 4410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3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74 11058 0 0,'0'1'164'0'0,"-1"0"-1"0"0,1 1 1 0 0,0-1-1 0 0,0 0 1 0 0,-1 0 0 0 0,1 1-1 0 0,0-1 1 0 0,0 0-1 0 0,0 0 1 0 0,0 1-1 0 0,1-1 1 0 0,-1 0-1 0 0,0 0 1 0 0,0 1-1 0 0,1-1 1 0 0,-1 0-1 0 0,1 0 1 0 0,-1 0-1 0 0,1 1 1 0 0,-1-1-1 0 0,1 0 1 0 0,0 0-1 0 0,0 0 1 0 0,-1 0-1 0 0,1 0 1 0 0,0 0 0 0 0,0 0-1 0 0,0-1 1 0 0,0 1-1 0 0,0 0 1 0 0,0 0-1 0 0,0-1 1 0 0,3 2-1 0 0,48 28 2700 0 0,-37-22-2038 0 0,0 0-198 0 0,0 1 1 0 0,15 13 0 0 0,-27-19-587 0 0,0-1 1 0 0,1 1-1 0 0,-1 0 0 0 0,0 0 1 0 0,-1 1-1 0 0,1-1 1 0 0,-1 0-1 0 0,1 1 1 0 0,-1 0-1 0 0,0 0 0 0 0,0-1 1 0 0,-1 1-1 0 0,1 0 1 0 0,1 7-1 0 0,-3-11-26 0 0,0 0 0 0 0,0 1 0 0 0,0-1 0 0 0,0 0 0 0 0,0 0 0 0 0,1 0 0 0 0,-1 1-1 0 0,0-1 1 0 0,0 0 0 0 0,0 0 0 0 0,0 1 0 0 0,0-1 0 0 0,0 0 0 0 0,0 0 0 0 0,0 1 0 0 0,0-1 0 0 0,0 0 0 0 0,0 0-1 0 0,0 1 1 0 0,0-1 0 0 0,0 0 0 0 0,0 0 0 0 0,-1 0 0 0 0,1 1 0 0 0,0-1 0 0 0,0 0 0 0 0,0 0 0 0 0,0 1-1 0 0,0-1 1 0 0,0 0 0 0 0,-1 0 0 0 0,1 0 0 0 0,0 0 0 0 0,0 1 0 0 0,0-1 0 0 0,0 0 0 0 0,-1 0 0 0 0,1 0 0 0 0,0 0-1 0 0,0 0 1 0 0,-1 0 0 0 0,1 1 0 0 0,-10-8 319 0 0,-8-16 144 0 0,14 16-534 0 0,2-1 1 0 0,-1 1-1 0 0,1-1 1 0 0,1 0 0 0 0,-1 0-1 0 0,1 0 1 0 0,1 0-1 0 0,-1 0 1 0 0,1 0 0 0 0,1 0-1 0 0,-1-1 1 0 0,2 1-1 0 0,-1 1 1 0 0,1-1 0 0 0,0 0-1 0 0,0 0 1 0 0,1 1-1 0 0,0-1 1 0 0,1 1 0 0 0,0 0-1 0 0,0 0 1 0 0,0 0-1 0 0,1 0 1 0 0,0 1 0 0 0,10-11-1 0 0,7-1-777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3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3 8754 0 0,'-2'-1'318'0'0,"-1"1"0"0"0,0-1 0 0 0,1 1 0 0 0,-1 0 0 0 0,0 0 0 0 0,1 0 0 0 0,-1 0 0 0 0,0 0 0 0 0,0 0 0 0 0,1 1 0 0 0,-1-1 0 0 0,0 1 0 0 0,1 0 0 0 0,-1 0 0 0 0,1 0 0 0 0,-1 0 0 0 0,1 0 0 0 0,-1 1 0 0 0,1-1 0 0 0,0 1 0 0 0,0 0 0 0 0,0-1 0 0 0,0 1 0 0 0,0 0 0 0 0,0 0 0 0 0,0 0 0 0 0,0 0 0 0 0,1 1 0 0 0,-2 1 0 0 0,1 0-151 0 0,0-1 0 0 0,1 1 0 0 0,-1-1 0 0 0,1 1 0 0 0,0 0 0 0 0,0 0 0 0 0,0-1 0 0 0,1 1 0 0 0,-1 0 0 0 0,1 0 0 0 0,0 0 0 0 0,0 0 0 0 0,0 0 0 0 0,1-1 0 0 0,-1 1 0 0 0,1 0 0 0 0,0 0 0 0 0,0 0 0 0 0,3 6 0 0 0,1-1-84 0 0,0 0 0 0 0,0-1-1 0 0,1 0 1 0 0,0 0 0 0 0,1 0 0 0 0,10 10-1 0 0,-14-15-57 0 0,0 0 0 0 0,0-1 0 0 0,0 0-1 0 0,0 1 1 0 0,0-1 0 0 0,0 0 0 0 0,1 0-1 0 0,-1-1 1 0 0,0 1 0 0 0,1-1 0 0 0,0 0-1 0 0,-1 1 1 0 0,1-2 0 0 0,0 1-1 0 0,0 0 1 0 0,-1-1 0 0 0,1 0 0 0 0,0 1-1 0 0,0-2 1 0 0,4 1 0 0 0,-6-1-23 0 0,0 0 0 0 0,-1 0 1 0 0,1 0-1 0 0,-1 1 0 0 0,1-2 0 0 0,-1 1 1 0 0,1 0-1 0 0,-1 0 0 0 0,0 0 1 0 0,1-1-1 0 0,-1 1 0 0 0,0 0 0 0 0,0-1 1 0 0,0 1-1 0 0,0-1 0 0 0,0 0 0 0 0,-1 1 1 0 0,1-1-1 0 0,0 0 0 0 0,-1 1 0 0 0,1-1 1 0 0,-1 0-1 0 0,0 0 0 0 0,1 1 1 0 0,-1-1-1 0 0,0 0 0 0 0,0 0 0 0 0,0 0 1 0 0,-1-2-1 0 0,1-4 4 0 0,0 0 0 0 0,-1 0 0 0 0,-1 0 0 0 0,1 0 0 0 0,-4-10 0 0 0,1 8-650 0 0,0-1 0 0 0,-1 1 0 0 0,0-1 0 0 0,0 1 0 0 0,-10-13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4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9674 0 0,'7'0'1092'0'0,"1"0"1"0"0,-1 1-1 0 0,1-1 0 0 0,-1 2 0 0 0,1-1 1 0 0,-1 1-1 0 0,0 0 0 0 0,0 0 0 0 0,11 6 1 0 0,-15-6-997 0 0,0 0 1 0 0,0 0-1 0 0,0 0 0 0 0,-1 0 1 0 0,1 0-1 0 0,-1 1 1 0 0,1 0-1 0 0,-1-1 1 0 0,0 1-1 0 0,0 0 1 0 0,0 0-1 0 0,-1 0 1 0 0,1 0-1 0 0,-1 0 1 0 0,1 1-1 0 0,-1-1 1 0 0,0 0-1 0 0,0 1 1 0 0,-1-1-1 0 0,1 1 1 0 0,-1-1-1 0 0,1 5 1 0 0,-1 7-77 0 0,-1-11-15 0 0,1 0-1 0 0,0 0 0 0 0,0 0 1 0 0,0 0-1 0 0,1 0 0 0 0,-1 0 1 0 0,1 0-1 0 0,0 0 0 0 0,0 0 1 0 0,0 0-1 0 0,1 0 1 0 0,2 5-1 0 0,-4-9-6 0 0,1 0 1 0 0,-1 0-1 0 0,1 0 1 0 0,0 0-1 0 0,-1 0 1 0 0,1-1-1 0 0,-1 1 1 0 0,1 0-1 0 0,-1 0 1 0 0,1 0-1 0 0,-1 0 1 0 0,1-1-1 0 0,-1 1 0 0 0,1 0 1 0 0,-1 0-1 0 0,0-1 1 0 0,1 1-1 0 0,-1 0 1 0 0,1-1-1 0 0,-1 1 1 0 0,0 0-1 0 0,1-1 1 0 0,-1 1-1 0 0,0-1 1 0 0,1 1-1 0 0,-1-1 1 0 0,0 1-1 0 0,0-1 0 0 0,1 1 1 0 0,-1-1-1 0 0,0 1 1 0 0,0-1-1 0 0,0 1 1 0 0,0-1-1 0 0,0 1 1 0 0,1-2-1 0 0,9-25-112 0 0,-9 25 93 0 0,8-25-257 0 0,2 0 0 0 0,23-40 0 0 0,-29 58 271 0 0,1-1 0 0 0,0 1 0 0 0,1 1 0 0 0,0-1-1 0 0,1 1 1 0 0,-1 0 0 0 0,2 1 0 0 0,-1 0 0 0 0,18-12-1 0 0,-24 18 22 0 0,-1 0-1 0 0,0 1 1 0 0,0-1 0 0 0,1 0-1 0 0,-1 1 1 0 0,1-1-1 0 0,-1 1 1 0 0,0 0-1 0 0,1-1 1 0 0,-1 1 0 0 0,1 0-1 0 0,-1 0 1 0 0,1 0-1 0 0,-1 0 1 0 0,1 0-1 0 0,-1 0 1 0 0,0 0 0 0 0,1 0-1 0 0,-1 1 1 0 0,1-1-1 0 0,-1 1 1 0 0,0-1-1 0 0,1 1 1 0 0,-1-1 0 0 0,0 1-1 0 0,1 0 1 0 0,-1 0-1 0 0,0-1 1 0 0,0 1-1 0 0,0 0 1 0 0,0 0 0 0 0,0 0-1 0 0,0 0 1 0 0,0 1-1 0 0,0-1 1 0 0,0 0-1 0 0,1 2 1 0 0,3 6 78 0 0,-1 0 1 0 0,0 1-1 0 0,0-1 1 0 0,3 17-1 0 0,1 0-88 0 0,-2-12-10 0 0,1-1 0 0 0,0 0 0 0 0,1 0 0 0 0,1 0 0 0 0,16 18 0 0 0,-27-36 15 0 0,0 0 0 0 0,0 0-1 0 0,1-1 1 0 0,0 1 0 0 0,0 0 0 0 0,1 0 0 0 0,-1-1 0 0 0,1 1 0 0 0,0 0-1 0 0,0-1 1 0 0,1 1 0 0 0,0 0 0 0 0,2-9 0 0 0,-3 10-4 0 0,1 0 0 0 0,0 0 0 0 0,0 0 1 0 0,0 1-1 0 0,0-1 0 0 0,0 0 0 0 0,1 1 0 0 0,0-1 0 0 0,-1 1 1 0 0,1-1-1 0 0,1 1 0 0 0,-1 0 0 0 0,0 0 0 0 0,1 0 0 0 0,0 0 1 0 0,-1 0-1 0 0,1 1 0 0 0,0-1 0 0 0,0 1 0 0 0,1 0 0 0 0,-1 0 1 0 0,0 0-1 0 0,6-2 0 0 0,-7 4 22 0 0,0 0 0 0 0,0 0 1 0 0,0 0-1 0 0,0 0 0 0 0,0 1 0 0 0,0-1 1 0 0,0 1-1 0 0,0-1 0 0 0,0 1 0 0 0,0-1 1 0 0,-1 1-1 0 0,1 0 0 0 0,0 0 0 0 0,0 0 0 0 0,0 0 1 0 0,-1 1-1 0 0,1-1 0 0 0,-1 0 0 0 0,1 1 1 0 0,-1-1-1 0 0,1 1 0 0 0,-1-1 0 0 0,0 1 1 0 0,0-1-1 0 0,0 1 0 0 0,0 0 0 0 0,2 3 1 0 0,-2-3-108 0 0,0 1 1 0 0,0-1-1 0 0,1 0 1 0 0,-1 0-1 0 0,1 0 1 0 0,-1 0-1 0 0,1 0 1 0 0,0 0 0 0 0,0-1-1 0 0,0 1 1 0 0,0-1-1 0 0,0 1 1 0 0,0-1-1 0 0,0 1 1 0 0,1-1 0 0 0,-1 0-1 0 0,0 0 1 0 0,1-1-1 0 0,-1 1 1 0 0,5 1-1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3225 0 0,'-6'8'10759'0'0,"4"10"-6702"0"0,3 25-3318 0 0,-1-36 333 0 0,1 46-617 0 0,3-1 0 0 0,1 0 0 0 0,15 59-1 0 0,-17-96-1209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5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0 112 11522 0 0,'5'2'354'0'0,"-1"0"-1"0"0,1 0 0 0 0,-1 0 1 0 0,0 1-1 0 0,0-1 0 0 0,1 1 1 0 0,-2 0-1 0 0,1 0 0 0 0,0 1 0 0 0,-1-1 1 0 0,6 8-1 0 0,4 2 297 0 0,16 13 198 0 0,1-1 0 0 0,49 31 1 0 0,-65-47-506 0 0,0-1 0 0 0,0-1 0 0 0,1 0 0 0 0,0-1 0 0 0,1-1 0 0 0,-1 0 0 0 0,1-1 1 0 0,27 4-1 0 0,-39-8-294 0 0,-1 0 0 0 0,1 0 0 0 0,0 0 0 0 0,-1 0 0 0 0,1 0 0 0 0,-1-1 0 0 0,1 1 0 0 0,-1-1 0 0 0,1 0 1 0 0,-1 0-1 0 0,1-1 0 0 0,-1 1 0 0 0,0-1 0 0 0,1 0 0 0 0,-1 1 0 0 0,0-1 0 0 0,0-1 0 0 0,3-2 0 0 0,-3 2 16 0 0,0-1 0 0 0,0 0-1 0 0,0-1 1 0 0,0 1-1 0 0,-1-1 1 0 0,1 1-1 0 0,-1-1 1 0 0,0 0 0 0 0,0 1-1 0 0,-1-1 1 0 0,2-8-1 0 0,-1-2 26 0 0,0 0 0 0 0,-2-1-1 0 0,1 1 1 0 0,-2 0-1 0 0,0 0 1 0 0,-1 0 0 0 0,-6-24-1 0 0,5 25-271 0 0,0 8-37 0 0,1 1-1 0 0,1-1 1 0 0,-1 0-1 0 0,1 0 1 0 0,0 0-1 0 0,0 0 0 0 0,1 0 1 0 0,0 0-1 0 0,0 0 1 0 0,0 0-1 0 0,1 0 1 0 0,0 0-1 0 0,1-6 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6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42 7834 0 0,'-3'-11'-827'0'0,"-5"-20"11581"0"0,12 49-7553 0 0,46 174-890 0 0,10 38-4189 0 0,-55-206-5794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6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0 213 2761 0 0,'8'-5'545'0'0,"0"-1"-1"0"0,0 1 1 0 0,1 1 0 0 0,0 0 0 0 0,0 0 0 0 0,0 0 0 0 0,10-1 0 0 0,7-5 386 0 0,67-25 2941 0 0,111-27-1 0 0,-117 35-2649 0 0,14-4 30 0 0,-88 28-856 0 0,0 1 0 0 0,0 0 1 0 0,1 1-1 0 0,-1 0 0 0 0,22 2 1 0 0,-34-1-350 0 0,-1 0 0 0 0,0 0 0 0 0,1 0 1 0 0,-1 0-1 0 0,0 0 0 0 0,1 0 0 0 0,-1 0 1 0 0,0 0-1 0 0,1 0 0 0 0,-1 1 0 0 0,0-1 1 0 0,0 0-1 0 0,1 0 0 0 0,-1 0 0 0 0,0 0 1 0 0,0 1-1 0 0,1-1 0 0 0,-1 0 0 0 0,0 0 1 0 0,0 0-1 0 0,1 1 0 0 0,-1-1 0 0 0,0 0 0 0 0,0 0 1 0 0,0 1-1 0 0,1-1 0 0 0,-1 0 0 0 0,0 1 1 0 0,0-1-1 0 0,0 0 0 0 0,0 0 0 0 0,0 1 1 0 0,0 0-1 0 0,-4 12 620 0 0,-20 17-544 0 0,18-22 64 0 0,3-3-178 0 0,0 0-1 0 0,0 0 1 0 0,0 1 0 0 0,1-1-1 0 0,0 1 1 0 0,0 0 0 0 0,1-1 0 0 0,0 1-1 0 0,0 0 1 0 0,0 0 0 0 0,0 0-1 0 0,1 0 1 0 0,0 0 0 0 0,0 0 0 0 0,1 0-1 0 0,0 0 1 0 0,2 9 0 0 0,-2-10-10 0 0,1 0 0 0 0,-1 0 1 0 0,1-1-1 0 0,0 1 1 0 0,0-1-1 0 0,0 1 1 0 0,1-1-1 0 0,0 0 0 0 0,-1 0 1 0 0,2 0-1 0 0,-1 0 1 0 0,0 0-1 0 0,1-1 1 0 0,-1 1-1 0 0,1-1 0 0 0,0 0 1 0 0,0 0-1 0 0,1 0 1 0 0,-1-1-1 0 0,1 0 1 0 0,6 3-1 0 0,-9-4 3 0 0,0 0 0 0 0,0 0 0 0 0,1-1 0 0 0,-1 1 0 0 0,0-1 1 0 0,0 1-1 0 0,1-1 0 0 0,-1 0 0 0 0,0 0 0 0 0,1 0 0 0 0,-1 0 0 0 0,0 0 0 0 0,0 0 0 0 0,1-1 0 0 0,-1 1 0 0 0,0-1 1 0 0,0 0-1 0 0,1 0 0 0 0,-1 1 0 0 0,0-1 0 0 0,0-1 0 0 0,0 1 0 0 0,0 0 0 0 0,0 0 0 0 0,-1-1 0 0 0,1 1 0 0 0,0-1 1 0 0,0 1-1 0 0,-1-1 0 0 0,1 0 0 0 0,-1 0 0 0 0,0 0 0 0 0,0 0 0 0 0,1 0 0 0 0,-1 0 0 0 0,0-2 0 0 0,1-1 21 0 0,-1 1-1 0 0,0-1 0 0 0,0 1 1 0 0,0-1-1 0 0,-1 1 1 0 0,1-1-1 0 0,-1 0 0 0 0,-1 1 1 0 0,1-1-1 0 0,0 1 0 0 0,-1-1 1 0 0,0 0-1 0 0,0 1 1 0 0,-1-1-1 0 0,1 1 0 0 0,-1 0 1 0 0,-2-5-1 0 0,-6-7-124 0 0,-1 1-1 0 0,-1 0 0 0 0,0 0 1 0 0,0 1-1 0 0,-2 1 1 0 0,0 0-1 0 0,0 1 1 0 0,-17-11-1 0 0,19 16-686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7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7370 0 0,'4'-10'14177'0'0,"5"23"-11787"0"0,2 12-4631 0 0,-6-13 3590 0 0,18 68-845 0 0,47 131-273 0 0,-66-200-630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7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45 456 0 0,'6'-5'783'0'0,"0"1"1"0"0,0-1-1 0 0,0 1 0 0 0,1 0 0 0 0,0 1 1 0 0,0-1-1 0 0,0 1 0 0 0,0 1 0 0 0,0-1 1 0 0,1 1-1 0 0,-1 1 0 0 0,1-1 0 0 0,-1 1 1 0 0,1 0-1 0 0,11 1 0 0 0,-11 0-220 0 0,0 0 1 0 0,0 1-1 0 0,0 0 0 0 0,0 0 0 0 0,0 1 0 0 0,0 0 1 0 0,-1 0-1 0 0,1 1 0 0 0,0 0 0 0 0,-1 0 1 0 0,0 0-1 0 0,0 1 0 0 0,0 1 0 0 0,10 7 1 0 0,-16-11-537 0 0,0 0 0 0 0,0 0 0 0 0,0 0 1 0 0,0 1-1 0 0,0-1 0 0 0,-1 0 0 0 0,1 1 1 0 0,0-1-1 0 0,-1 0 0 0 0,1 1 0 0 0,-1-1 1 0 0,1 1-1 0 0,-1-1 0 0 0,0 1 0 0 0,1-1 1 0 0,-1 1-1 0 0,0-1 0 0 0,0 1 0 0 0,0-1 1 0 0,0 1-1 0 0,0 0 0 0 0,-1-1 0 0 0,1 1 1 0 0,0-1-1 0 0,-1 0 0 0 0,1 1 0 0 0,-1-1 1 0 0,0 1-1 0 0,1-1 0 0 0,-1 0 0 0 0,0 1 1 0 0,0-1-1 0 0,0 0 0 0 0,0 0 0 0 0,0 0 1 0 0,0 1-1 0 0,-1 0 0 0 0,-7 7-32 0 0,0-1 0 0 0,0 1 0 0 0,-17 10 0 0 0,14-10 104 0 0,-78 51-1529 0 0,69-47-6112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9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17 299 5529 0 0,'-1'0'138'0'0,"1"0"1"0"0,-1 0-1 0 0,1 0 0 0 0,-1 0 1 0 0,1 1-1 0 0,-1-1 0 0 0,1 0 0 0 0,-1 0 1 0 0,1 0-1 0 0,-1 0 0 0 0,1 0 0 0 0,-1 0 1 0 0,1 0-1 0 0,-1-1 0 0 0,1 1 1 0 0,-1 0-1 0 0,1 0 0 0 0,-1 0 0 0 0,1 0 1 0 0,-1-1-1 0 0,1 1 0 0 0,-1 0 0 0 0,1 0 1 0 0,-1-1-1 0 0,1 1 0 0 0,0 0 1 0 0,-1-1-1 0 0,1 1 0 0 0,0 0 0 0 0,-1-1 1 0 0,1 1-1 0 0,0-1 0 0 0,-1 1 0 0 0,1 0 1 0 0,0-1-1 0 0,0 1 0 0 0,-1-2 0 0 0,2 1 36 0 0,-1-1 0 0 0,1 1 0 0 0,0 0 0 0 0,0-1 0 0 0,0 1-1 0 0,0 0 1 0 0,0-1 0 0 0,0 1 0 0 0,0 0 0 0 0,0 0 0 0 0,0 0-1 0 0,2-1 1 0 0,44-29 1242 0 0,14 5-705 0 0,1 2 1 0 0,1 2-1 0 0,85-16 0 0 0,-38 10 165 0 0,5 0-146 0 0,1 6 1 0 0,146-10-1 0 0,-231 30-700 0 0,352-19 221 0 0,-226 21 46 0 0,111 3 828 0 0,-184 2-858 0 0,99 17 0 0 0,-169-19-238 0 0,1 0 0 0 0,0 1 1 0 0,-1 1-1 0 0,0 0 1 0 0,0 1-1 0 0,-1 0 1 0 0,25 16-1 0 0,-28-15 24 0 0,-1 0-1 0 0,0 1 1 0 0,-1 0-1 0 0,0 1 1 0 0,0 0-1 0 0,-1 0 1 0 0,0 0-1 0 0,-1 1 1 0 0,0 0-1 0 0,8 18 1 0 0,41 103 90 0 0,47 178 0 0 0,3 145 107 0 0,-62-245-218 0 0,86 251 0 0 0,26 73-29 0 0,-29 8-13 0 0,-109-466 6 0 0,38 199-141 0 0,-46-212 184 0 0,-3 1-1 0 0,-3 90 1 0 0,-4-103-38 0 0,-3-1-1 0 0,-1 0 1 0 0,-14 53 0 0 0,15-87 12 0 0,0 0 0 0 0,-1-1 1 0 0,-1 0-1 0 0,0 0 0 0 0,-1 0 1 0 0,-1-1-1 0 0,0 0 0 0 0,-1 0 1 0 0,0-1-1 0 0,0 0 0 0 0,-2-1 1 0 0,1 0-1 0 0,-1-1 0 0 0,-17 13 1 0 0,-10 1 64 0 0,0-1 0 0 0,-2-2 0 0 0,-1-2 0 0 0,-84 27 0 0 0,-183 32 116 0 0,201-55-170 0 0,-294 57-58 0 0,64-14 121 0 0,200-36-87 0 0,-244 46 0 0 0,348-71-123 0 0,-55-1 0 0 0,53-5-263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9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10138 0 0,'36'13'2228'0'0,"-5"0"-1363"0"0,43 6 1240 0 0,-1-4 0 0 0,102 8 0 0 0,152-11 798 0 0,181-23-2299 0 0,-474 10-625 0 0,81-3-240 0 0,-100 3 210 0 0,-1-2-1 0 0,0 1 1 0 0,1-2 0 0 0,-1 0 0 0 0,22-9-1 0 0,-18 2-1915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39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46 3393 0 0,'-32'-11'351'0'0,"20"0"2054"0"0,11-10 6094 0 0,1 21-8315 0 0,1 0 0 0 0,-1 0 0 0 0,1-1 0 0 0,-1 1 0 0 0,1 0 1 0 0,-1 0-1 0 0,1-1 0 0 0,-1 1 0 0 0,1 0 0 0 0,-1 0 0 0 0,1 0 0 0 0,-1 0 0 0 0,1 0 0 0 0,-1 0 0 0 0,1 0 0 0 0,-1 0 0 0 0,1 0 0 0 0,-1 0 0 0 0,1 0 0 0 0,-1 0 0 0 0,1 0 0 0 0,0 1 0 0 0,-1-1 0 0 0,1 1 0 0 0,24 4 1344 0 0,-24-4-1172 0 0,15 5-95 0 0,0 0 1 0 0,0 1-1 0 0,-1 1 1 0 0,0 0-1 0 0,-1 1 0 0 0,0 1 1 0 0,0 0-1 0 0,-1 1 1 0 0,0 0-1 0 0,19 24 1 0 0,-22-24-246 0 0,-1 1 1 0 0,0 0-1 0 0,-1 0 0 0 0,0 1 1 0 0,-1 0-1 0 0,-1 0 0 0 0,0 1 1 0 0,0 0-1 0 0,-2 0 0 0 0,1 0 1 0 0,-2 1-1 0 0,3 23 0 0 0,-6-30-11 0 0,0 0-1 0 0,-1-1 1 0 0,0 1 0 0 0,0-1-1 0 0,0 1 1 0 0,-1-1 0 0 0,-1 1-1 0 0,1-1 1 0 0,-1 0 0 0 0,0 0-1 0 0,-1 0 1 0 0,0 0-1 0 0,0-1 1 0 0,0 0 0 0 0,-1 1-1 0 0,-6 6 1 0 0,-9 7-89 0 0,-1 0-1 0 0,-1-2 1 0 0,-23 16-1 0 0,34-26-41 0 0,-5 4-289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0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323 303 3225 0 0,'2'-1'289'0'0,"-1"1"0"0"0,0-1 1 0 0,1 0-1 0 0,-1 1 0 0 0,1-1 0 0 0,-1 0 1 0 0,0 0-1 0 0,0 0 0 0 0,0 0 1 0 0,1 0-1 0 0,-1 0 0 0 0,0 0 0 0 0,0 0 1 0 0,-1 0-1 0 0,1-1 0 0 0,0 1 1 0 0,0 0-1 0 0,0-1 0 0 0,-1 1 1 0 0,1 0-1 0 0,-1-1 0 0 0,1 1 0 0 0,-1-1 1 0 0,1 1-1 0 0,-1-1 0 0 0,0 1 1 0 0,0-1-1 0 0,0 1 0 0 0,0-1 0 0 0,0 1 1 0 0,0-1-1 0 0,0 1 0 0 0,0-1 1 0 0,-1 1-1 0 0,1-1 0 0 0,-1 1 1 0 0,1-1-1 0 0,-1 1 0 0 0,-1-3 0 0 0,0 0 335 0 0,0 1-1 0 0,0-1 1 0 0,0 1 0 0 0,0 0-1 0 0,-1-1 1 0 0,0 1-1 0 0,0 0 1 0 0,-3-2-1 0 0,-15-9 168 0 0,12 12-694 0 0,1 0 0 0 0,-1 0-1 0 0,1 1 1 0 0,-1 0 0 0 0,0 1 0 0 0,1 0-1 0 0,-1 0 1 0 0,0 1 0 0 0,0 0-1 0 0,1 0 1 0 0,-1 1 0 0 0,1 0 0 0 0,-1 1-1 0 0,1-1 1 0 0,0 2 0 0 0,0-1 0 0 0,0 1-1 0 0,1 0 1 0 0,-1 1 0 0 0,-7 6-1 0 0,5-4-80 0 0,1 0-1 0 0,0 1 1 0 0,0 0-1 0 0,1 0 0 0 0,0 1 1 0 0,0 0-1 0 0,1 0 0 0 0,0 1 1 0 0,1 0-1 0 0,0 0 1 0 0,0 0-1 0 0,1 1 0 0 0,1 0 1 0 0,-5 16-1 0 0,8-23-38 0 0,0-1-1 0 0,1 1 1 0 0,-1 0 0 0 0,1-1 0 0 0,0 1-1 0 0,0-1 1 0 0,1 1 0 0 0,-1 0-1 0 0,1-1 1 0 0,-1 1 0 0 0,1-1-1 0 0,0 1 1 0 0,1-1 0 0 0,-1 1-1 0 0,0-1 1 0 0,1 0 0 0 0,0 0 0 0 0,0 0-1 0 0,0 0 1 0 0,0 0 0 0 0,0 0-1 0 0,1 0 1 0 0,-1-1 0 0 0,1 1-1 0 0,0-1 1 0 0,-1 1 0 0 0,1-1 0 0 0,0 0-1 0 0,1 0 1 0 0,-1-1 0 0 0,0 1-1 0 0,0-1 1 0 0,1 1 0 0 0,-1-1-1 0 0,1 0 1 0 0,-1-1 0 0 0,1 1 0 0 0,-1 0-1 0 0,1-1 1 0 0,0 0 0 0 0,-1 0-1 0 0,1 0 1 0 0,0 0 0 0 0,-1-1-1 0 0,1 1 1 0 0,-1-1 0 0 0,1 0 0 0 0,-1 0-1 0 0,1 0 1 0 0,-1 0 0 0 0,0-1-1 0 0,1 0 1 0 0,-1 1 0 0 0,3-3-1 0 0,3-2-384 0 0,0-1-1 0 0,-1 0 0 0 0,0 0 0 0 0,0 0 0 0 0,-1-1 0 0 0,0 0 1 0 0,-1 0-1 0 0,1-1 0 0 0,-1 0 0 0 0,-1 0 0 0 0,0-1 0 0 0,0 1 1 0 0,-1-1-1 0 0,0 0 0 0 0,-1 0 0 0 0,0 0 0 0 0,0-1 1 0 0,1-16-1 0 0,-3 15 371 0 0,-1-1 0 0 0,0 1 1 0 0,0 0-1 0 0,-1 0 0 0 0,-5-22 1 0 0,-30-158 8368 0 0,34 179-7058 0 0,11 41-266 0 0,10 5-675 0 0,44 59-1 0 0,-37-57-329 0 0,23 43 0 0 0,-42-66-157 0 0,0 3-398 0 0,1-1-1 0 0,0 0 0 0 0,1-1 1 0 0,1 0-1 0 0,19 21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1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 1 1840 0 0,'-26'5'3077'0'0,"1"3"0"0"0,-25 9 0 0 0,12-4-530 0 0,31-11-2097 0 0,1 1 0 0 0,-1-1 0 0 0,0 1 0 0 0,1 1 0 0 0,0-1 0 0 0,0 1 1 0 0,0 0-1 0 0,-7 7 0 0 0,9-8-293 0 0,1 1-1 0 0,0 0 1 0 0,0 0 0 0 0,0 0-1 0 0,1 1 1 0 0,-1-1 0 0 0,1 1-1 0 0,0-1 1 0 0,0 1 0 0 0,1 0-1 0 0,0 0 1 0 0,-2 8 0 0 0,1-1-125 0 0,0-1 0 0 0,1 1 1 0 0,1 0-1 0 0,0-1 1 0 0,1 1-1 0 0,3 18 1 0 0,-4-28-56 0 0,0 1 1 0 0,1-1 0 0 0,-1 0-1 0 0,1 0 1 0 0,-1 0 0 0 0,1 0-1 0 0,0 0 1 0 0,0 0 0 0 0,0 0-1 0 0,0 0 1 0 0,1 0 0 0 0,-1-1-1 0 0,0 1 1 0 0,1 0 0 0 0,-1-1-1 0 0,1 1 1 0 0,-1-1 0 0 0,1 1-1 0 0,0-1 1 0 0,0 0 0 0 0,0 0-1 0 0,0 0 1 0 0,0 0 0 0 0,0 0-1 0 0,0 0 1 0 0,0 0 0 0 0,0-1-1 0 0,0 1 1 0 0,0-1-1 0 0,0 1 1 0 0,1-1 0 0 0,-1 0-1 0 0,0 0 1 0 0,0 0 0 0 0,0 0-1 0 0,0-1 1 0 0,1 1 0 0 0,-1 0-1 0 0,0-1 1 0 0,0 1 0 0 0,0-1-1 0 0,4-2 1 0 0,-2 1-78 0 0,1 1-1 0 0,-1-1 1 0 0,0-1 0 0 0,0 1 0 0 0,-1-1-1 0 0,1 1 1 0 0,0-1 0 0 0,-1 0-1 0 0,1 0 1 0 0,-1-1 0 0 0,0 1-1 0 0,5-8 1 0 0,1-3 241 0 0,-1-1 0 0 0,8-20 0 0 0,8-13 1490 0 0,-23 47-1535 0 0,0-1 0 0 0,0 1 0 0 0,0-1 0 0 0,1 1 0 0 0,-1 0 0 0 0,1-1 0 0 0,-1 1 0 0 0,1 0 0 0 0,-1 0 0 0 0,1 0 0 0 0,-1 0 0 0 0,1 0 0 0 0,0 0 0 0 0,0 0 1 0 0,-1 1-1 0 0,1-1 0 0 0,0 1 0 0 0,0-1 0 0 0,0 1 0 0 0,0 0 0 0 0,0-1 0 0 0,0 1 0 0 0,0 0 0 0 0,-1 0 0 0 0,1 1 0 0 0,0-1 0 0 0,0 0 0 0 0,0 1 0 0 0,0-1 1 0 0,0 1-1 0 0,0-1 0 0 0,-1 1 0 0 0,1 0 0 0 0,0 0 0 0 0,-1 0 0 0 0,4 2 0 0 0,8 5-632 0 0,0 1-1 0 0,-1 0 1 0 0,20 20-1 0 0,-13-12-3959 0 0,0-2-2648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2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263 320 1840 0 0,'-2'-3'554'0'0,"0"-1"0"0"0,0 0-1 0 0,0 1 1 0 0,0 0-1 0 0,0-1 1 0 0,-1 1 0 0 0,0 0-1 0 0,1 0 1 0 0,-1 1-1 0 0,0-1 1 0 0,0 0 0 0 0,-1 1-1 0 0,1 0 1 0 0,-4-2-1 0 0,3 3-277 0 0,1 0 1 0 0,0 0-1 0 0,-1 0 0 0 0,1 1 0 0 0,0-1 0 0 0,-1 1 0 0 0,1 0 0 0 0,-1 0 0 0 0,1 0 0 0 0,-1 0 0 0 0,1 1 0 0 0,0 0 0 0 0,-1-1 1 0 0,1 1-1 0 0,0 0 0 0 0,-1 1 0 0 0,-3 1 0 0 0,-6 3 438 0 0,0 1-1 0 0,0 1 1 0 0,0 0 0 0 0,1 1-1 0 0,-20 18 1 0 0,27-22-613 0 0,-1 1 1 0 0,1-1-1 0 0,0 1 0 0 0,0 0 0 0 0,1 0 0 0 0,0 1 0 0 0,0 0 0 0 0,0-1 1 0 0,1 1-1 0 0,0 0 0 0 0,0 1 0 0 0,1-1 0 0 0,-2 8 0 0 0,3-14-106 0 0,1 1 0 0 0,0-1 0 0 0,0 0-1 0 0,-1 0 1 0 0,1 1 0 0 0,0-1-1 0 0,0 0 1 0 0,0 0 0 0 0,0 1-1 0 0,1-1 1 0 0,-1 0 0 0 0,0 0-1 0 0,0 0 1 0 0,1 1 0 0 0,-1-1 0 0 0,1 0-1 0 0,-1 0 1 0 0,1 0 0 0 0,-1 0-1 0 0,1 0 1 0 0,0 0 0 0 0,0 0-1 0 0,-1 0 1 0 0,1 0 0 0 0,0 0 0 0 0,0 0-1 0 0,0 0 1 0 0,0 0 0 0 0,0-1-1 0 0,0 1 1 0 0,0 0 0 0 0,0-1-1 0 0,0 1 1 0 0,0-1 0 0 0,1 1-1 0 0,-1-1 1 0 0,0 0 0 0 0,0 1 0 0 0,0-1-1 0 0,1 0 1 0 0,-1 0 0 0 0,0 0-1 0 0,0 0 1 0 0,1 0 0 0 0,-1 0-1 0 0,0 0 1 0 0,0 0 0 0 0,2-1-1 0 0,2 0-75 0 0,-1 0-1 0 0,1 0 1 0 0,-1 0-1 0 0,0-1 1 0 0,0 1-1 0 0,0-1 1 0 0,0 0-1 0 0,0 0 0 0 0,0-1 1 0 0,0 1-1 0 0,-1-1 1 0 0,6-4-1 0 0,-3-1-185 0 0,-1 0-1 0 0,0 0 0 0 0,-1 0 1 0 0,0-1-1 0 0,0 0 1 0 0,0 1-1 0 0,-1-1 0 0 0,-1-1 1 0 0,1 1-1 0 0,-2 0 1 0 0,1 0-1 0 0,-1-1 0 0 0,0-14 1 0 0,-2-15-2 0 0,-12-78-1 0 0,6 67 1330 0 0,5 28 336 0 0,-2 1-1 0 0,-10-35 1 0 0,9 49-280 0 0,3 14-266 0 0,1 14-369 0 0,7 8-278 0 0,1-1 0 0 0,2 0 0 0 0,0 0 0 0 0,2-1 0 0 0,28 50 0 0 0,36 45-573 0 0,-21-45-2834 0 0,-25-35-233 0 0,-8-11-3909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3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8754 0 0,'2'6'571'0'0,"-1"0"1"0"0,1 0 0 0 0,0 0-1 0 0,1 0 1 0 0,-1-1-1 0 0,7 9 1 0 0,1 5 447 0 0,-2-1-193 0 0,7 16 931 0 0,28 47 0 0 0,-38-72-1640 0 0,0-1-1 0 0,1-1 1 0 0,0 1 0 0 0,0-1-1 0 0,0 0 1 0 0,1 0-1 0 0,0-1 1 0 0,1 0 0 0 0,-1 0-1 0 0,1-1 1 0 0,10 5-1 0 0,-16-9-106 0 0,1 0 0 0 0,-1 0 0 0 0,1 0 0 0 0,-1 0-1 0 0,1 0 1 0 0,0-1 0 0 0,-1 0 0 0 0,1 1 0 0 0,0-1-1 0 0,-1 0 1 0 0,1 0 0 0 0,0-1 0 0 0,-1 1 0 0 0,1 0-1 0 0,-1-1 1 0 0,1 0 0 0 0,0 1 0 0 0,4-3 0 0 0,-3 0 63 0 0,0 1 1 0 0,0-1 0 0 0,0 0 0 0 0,0 0 0 0 0,-1 0-1 0 0,1-1 1 0 0,-1 1 0 0 0,0-1 0 0 0,5-7 0 0 0,-1-2 93 0 0,0 1 0 0 0,0-2 1 0 0,-1 1-1 0 0,-1-1 1 0 0,7-27-1 0 0,-8 18-2 0 0,-1 0-1 0 0,-1 0 1 0 0,-1-25 0 0 0,30 83 328 0 0,-5 5-457 0 0,10 16 31 0 0,-32-52-63 0 0,-1 1 0 0 0,1-1 0 0 0,0 0 0 0 0,0 0 0 0 0,0 0 0 0 0,1-1 0 0 0,-1 0 0 0 0,10 5 0 0 0,-13-7-5 0 0,1 0 0 0 0,0-1 0 0 0,-1 1-1 0 0,1-1 1 0 0,0 1 0 0 0,0-1 0 0 0,-1 0 0 0 0,1 1 0 0 0,0-1 0 0 0,0 0 0 0 0,-1 0 0 0 0,1 0 0 0 0,0-1 0 0 0,0 1-1 0 0,0 0 1 0 0,-1-1 0 0 0,1 1 0 0 0,0-1 0 0 0,-1 0 0 0 0,3 0 0 0 0,-1-1-6 0 0,0 0 1 0 0,0-1 0 0 0,0 1-1 0 0,0-1 1 0 0,0 1-1 0 0,-1-1 1 0 0,1 0-1 0 0,4-7 1 0 0,0-2-33 0 0,0-1 0 0 0,-1 0 1 0 0,9-25-1 0 0,0-24-394 0 0,-13 47 437 0 0,2 0 1 0 0,-1 0-1 0 0,13-27 1 0 0,-16 42 20 0 0,1 0 1 0 0,-1 1-1 0 0,0-1 1 0 0,1 0-1 0 0,-1 0 0 0 0,1 0 1 0 0,-1 0-1 0 0,1 0 1 0 0,-1 0-1 0 0,0 1 0 0 0,1-1 1 0 0,-1 0-1 0 0,1 0 0 0 0,-1 1 1 0 0,0-1-1 0 0,1 0 1 0 0,-1 1-1 0 0,0-1 0 0 0,0 0 1 0 0,1 1-1 0 0,-1-1 0 0 0,0 0 1 0 0,0 1-1 0 0,1-1 1 0 0,-1 1-1 0 0,0-1 0 0 0,0 0 1 0 0,0 1-1 0 0,0-1 1 0 0,1 1-1 0 0,12 21 151 0 0,-10-16-83 0 0,40 60 279 0 0,-19-31-169 0 0,39 77 1 0 0,-61-108-154 0 0,0 1 0 0 0,0-1 1 0 0,1 1-1 0 0,-1-1 0 0 0,1 0 0 0 0,0 0 0 0 0,0-1 0 0 0,6 7 0 0 0,11 0-2018 0 0,9-9-6541 0 0,-16-2 3492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3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8754 0 0,'15'-6'1984'0'0,"0"1"0"0"0,0 1 0 0 0,32-4 1 0 0,-39 7-1308 0 0,1 0 1 0 0,0 1 0 0 0,0 0 0 0 0,0 0 0 0 0,-1 1 0 0 0,1 0 0 0 0,0 1 0 0 0,14 4 0 0 0,-22-6-648 0 0,0 0 1 0 0,0 1 0 0 0,1-1-1 0 0,-1 1 1 0 0,0-1 0 0 0,0 1 0 0 0,0-1-1 0 0,0 1 1 0 0,0-1 0 0 0,0 1 0 0 0,0 0-1 0 0,0 0 1 0 0,-1 0 0 0 0,1-1-1 0 0,0 1 1 0 0,0 0 0 0 0,0 0 0 0 0,-1 0-1 0 0,1 0 1 0 0,-1 0 0 0 0,1 0 0 0 0,-1 0-1 0 0,1 1 1 0 0,-1-1 0 0 0,1 0-1 0 0,-1 0 1 0 0,0 2 0 0 0,0-1-17 0 0,-1 0 1 0 0,1 0-1 0 0,-1 0 1 0 0,1 0 0 0 0,-1 0-1 0 0,0 0 1 0 0,0 0-1 0 0,0 0 1 0 0,0-1-1 0 0,-1 1 1 0 0,1 0-1 0 0,0-1 1 0 0,-1 1-1 0 0,-1 1 1 0 0,-8 7-133 0 0,0 0 0 0 0,-1-2 1 0 0,-17 11-1 0 0,27-18 91 0 0,-25 16-2142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8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332 159 456 0 0,'-5'-43'836'0'0,"4"32"428"0"0,-1 0-1 0 0,-1 1 1 0 0,1-1-1 0 0,-8-16 1 0 0,8 24-885 0 0,1 0 0 0 0,-1 0 1 0 0,1 1-1 0 0,-1-1 0 0 0,0 0 0 0 0,0 1 1 0 0,0-1-1 0 0,0 1 0 0 0,0-1 0 0 0,-1 1 1 0 0,1 0-1 0 0,-1 0 0 0 0,0 0 1 0 0,1 0-1 0 0,-1 1 0 0 0,0-1 0 0 0,-4-1 1 0 0,3 2-246 0 0,1 1-1 0 0,0-1 1 0 0,-1 1 0 0 0,1 0 0 0 0,-1 0 0 0 0,1 0 0 0 0,0 0 0 0 0,-1 0 0 0 0,1 1 0 0 0,0 0 0 0 0,-1-1 0 0 0,-4 3 0 0 0,1 1 91 0 0,0-1 0 0 0,0 1-1 0 0,0 0 1 0 0,1 1 0 0 0,-1 0-1 0 0,1 0 1 0 0,1 0 0 0 0,-1 1 0 0 0,1-1-1 0 0,0 1 1 0 0,0 1 0 0 0,-6 8-1 0 0,-5 12 157 0 0,-22 47-1 0 0,35-66-347 0 0,-11 19 0 0 0,2 0 0 0 0,1 0 1 0 0,1 1-1 0 0,1 0 0 0 0,-8 52 0 0 0,17-78-32 0 0,-1 0 0 0 0,1 0-1 0 0,0 0 1 0 0,0-1 0 0 0,0 1-1 0 0,0 0 1 0 0,0 0 0 0 0,1 0 0 0 0,-1 0-1 0 0,0-1 1 0 0,1 1 0 0 0,-1 0-1 0 0,1 0 1 0 0,0-1 0 0 0,0 1-1 0 0,-1 0 1 0 0,1-1 0 0 0,0 1-1 0 0,0-1 1 0 0,1 1 0 0 0,1 1 0 0 0,-2-2 16 0 0,0-1 1 0 0,0 0 0 0 0,1 1-1 0 0,-1-1 1 0 0,1 0 0 0 0,-1 1 0 0 0,0-1-1 0 0,1 0 1 0 0,-1 0 0 0 0,1 0 0 0 0,-1-1-1 0 0,0 1 1 0 0,1 0 0 0 0,-1 0 0 0 0,1-1-1 0 0,-1 1 1 0 0,0-1 0 0 0,0 1 0 0 0,1-1-1 0 0,-1 1 1 0 0,0-1 0 0 0,0 0 0 0 0,1 0-1 0 0,-1 0 1 0 0,0 1 0 0 0,0-1 0 0 0,1-2-1 0 0,13-12 13 0 0,0 0 0 0 0,-1-1 0 0 0,-1-1 0 0 0,0 0 0 0 0,-1-1 0 0 0,-1 0-1 0 0,11-27 1 0 0,-11 23-7 0 0,1 1 0 0 0,0 0-1 0 0,2 0 1 0 0,30-34-1 0 0,-43 53-14 0 0,1 1 0 0 0,-1-1-1 0 0,1 0 1 0 0,0 1-1 0 0,0 0 1 0 0,0-1-1 0 0,0 1 1 0 0,0 0-1 0 0,0 0 1 0 0,0 0-1 0 0,0 0 1 0 0,0 0-1 0 0,0 0 1 0 0,1 1-1 0 0,-1-1 1 0 0,0 1-1 0 0,0 0 1 0 0,1-1-1 0 0,-1 1 1 0 0,0 0 0 0 0,5 1-1 0 0,-3 0 20 0 0,-1 0-1 0 0,0 1 1 0 0,0-1-1 0 0,0 1 1 0 0,0-1-1 0 0,0 1 1 0 0,0 0-1 0 0,0 1 1 0 0,-1-1-1 0 0,1 0 1 0 0,-1 1 0 0 0,1-1-1 0 0,1 4 1 0 0,6 8 74 0 0,-1 0 1 0 0,-1 0 0 0 0,0 0 0 0 0,-2 1 0 0 0,6 16 0 0 0,-4-9-33 0 0,-2 1 0 0 0,0 0-1 0 0,-1 0 1 0 0,-2 0 0 0 0,0 0 0 0 0,-2 0 0 0 0,0 1 0 0 0,-2-1 0 0 0,0 1 0 0 0,-8 33 0 0 0,7-43-127 0 0,-2-1-1 0 0,1 1 1 0 0,-2-1 0 0 0,0 0 0 0 0,0-1 0 0 0,-2 1 0 0 0,1-1-1 0 0,-1 0 1 0 0,-1-1 0 0 0,0 1 0 0 0,-1-2 0 0 0,0 1 0 0 0,-1-1-1 0 0,0 0 1 0 0,0-1 0 0 0,-1-1 0 0 0,0 1 0 0 0,0-2-1 0 0,-14 7 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8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6449 0 0,'2'3'622'0'0,"0"0"-1"0"0,0 1 1 0 0,-1-1-1 0 0,1 0 1 0 0,-1 1-1 0 0,0-1 1 0 0,0 1-1 0 0,0 0 0 0 0,0 6 1 0 0,0-5 49 0 0,4 18 1434 0 0,-2-1-1 0 0,-1 1 1 0 0,0 42 0 0 0,-14 69-4123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24 9218 0 0,'-1'-5'816'0'0,"1"1"-656"0"0,0 1-160 0 0,1 0 1152 0 0,0 0-519 0 0,-1 1-1 0 0,2-1-288 0 0,-2 4-56 0 0,0 3-16 0 0,0 6 0 0 0,-2 4-848 0 0,1 4-160 0 0,-3 4-41 0 0,2 1-7 0 0,1 2 608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8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0 201 6913 0 0,'5'-2'254'0'0,"-1"0"-1"0"0,1 1 1 0 0,0-1-1 0 0,0 1 1 0 0,0 0-1 0 0,0 0 1 0 0,0 1-1 0 0,0-1 1 0 0,0 1-1 0 0,0 0 1 0 0,0 1-1 0 0,-1-1 1 0 0,1 1-1 0 0,0 0 0 0 0,0 0 1 0 0,0 1-1 0 0,0-1 1 0 0,-1 1-1 0 0,1 0 1 0 0,-1 0-1 0 0,1 1 1 0 0,-1 0-1 0 0,6 3 1 0 0,-1 1 280 0 0,0-1 1 0 0,-1 1 0 0 0,1 1 0 0 0,-1-1-1 0 0,-1 1 1 0 0,0 1 0 0 0,0 0-1 0 0,0 0 1 0 0,8 16 0 0 0,3 23 629 0 0,-16-39-980 0 0,0-1 0 0 0,1 1 0 0 0,0-1 0 0 0,1 0 0 0 0,0 0 0 0 0,0 0 0 0 0,0 0 0 0 0,9 9 1 0 0,-13-17-170 0 0,0 1 0 0 0,0-1 0 0 0,0 0 0 0 0,1 0 1 0 0,-1 0-1 0 0,0 1 0 0 0,0-1 0 0 0,0 0 0 0 0,1 0 1 0 0,-1 0-1 0 0,0 0 0 0 0,0 0 0 0 0,0 0 0 0 0,1 1 1 0 0,-1-1-1 0 0,0 0 0 0 0,0 0 0 0 0,1 0 0 0 0,-1 0 1 0 0,0 0-1 0 0,0 0 0 0 0,0 0 0 0 0,1 0 0 0 0,-1 0 1 0 0,0 0-1 0 0,0 0 0 0 0,1 0 0 0 0,-1 0 0 0 0,0 0 1 0 0,0 0-1 0 0,1 0 0 0 0,-1-1 0 0 0,0 1 0 0 0,0 0 1 0 0,0 0-1 0 0,1 0 0 0 0,-1 0 0 0 0,0 0 0 0 0,0 0 1 0 0,0-1-1 0 0,1 1 0 0 0,-1 0 0 0 0,0 0 0 0 0,6-15 342 0 0,-1-20-44 0 0,-5 33-267 0 0,7-86 396 0 0,-6 50-584 0 0,2 0 1 0 0,1 0 0 0 0,2 0 0 0 0,2 1 0 0 0,17-50-1 0 0,-14 61-708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9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1 298 6913 0 0,'3'1'174'0'0,"1"0"-1"0"0,0 0 1 0 0,0 0-1 0 0,-1-1 1 0 0,1 0-1 0 0,0 0 1 0 0,0 0-1 0 0,0 0 1 0 0,0 0-1 0 0,-1-1 1 0 0,1 1-1 0 0,0-1 1 0 0,0 0-1 0 0,-1-1 0 0 0,1 1 1 0 0,-1 0-1 0 0,1-1 1 0 0,4-3-1 0 0,3-1 245 0 0,0 0 1 0 0,0-2-1 0 0,-1 1 0 0 0,13-12 0 0 0,-13 7-83 0 0,0 0-1 0 0,-1 0 1 0 0,-1 0-1 0 0,0-1 1 0 0,-1-1-1 0 0,0 1 1 0 0,-1-1-1 0 0,0 0 1 0 0,-1 0-1 0 0,-1-1 1 0 0,0 0 0 0 0,-1 0-1 0 0,2-29 1 0 0,-4 43-333 0 0,-1-1 1 0 0,0 1 0 0 0,0 0 0 0 0,0 0-1 0 0,0 0 1 0 0,0-1 0 0 0,0 1 0 0 0,0 0-1 0 0,-1 0 1 0 0,1 0 0 0 0,0-1 0 0 0,0 1-1 0 0,-1 0 1 0 0,1 0 0 0 0,-1 0 0 0 0,-1-2-1 0 0,2 3 0 0 0,0 0 0 0 0,-1 0-1 0 0,1 0 1 0 0,-1 0 0 0 0,1 0-1 0 0,-1 0 1 0 0,1 0 0 0 0,0 0-1 0 0,-1 0 1 0 0,1 0 0 0 0,-1 0-1 0 0,1 0 1 0 0,-1 0 0 0 0,1 1-1 0 0,0-1 1 0 0,-1 0 0 0 0,1 0-1 0 0,-1 0 1 0 0,1 1 0 0 0,0-1-1 0 0,-1 0 1 0 0,1 0 0 0 0,0 1-1 0 0,0-1 1 0 0,-1 0 0 0 0,1 1-1 0 0,0-1 1 0 0,-1 1 0 0 0,-2 3 6 0 0,-1 1 1 0 0,1 0 0 0 0,0-1 0 0 0,0 1 0 0 0,-3 8 0 0 0,4-4 31 0 0,0-1 1 0 0,0 1-1 0 0,0 0 1 0 0,1 0-1 0 0,1-1 1 0 0,0 1-1 0 0,0 0 1 0 0,0 0-1 0 0,1-1 1 0 0,0 1-1 0 0,1 0 1 0 0,0-1-1 0 0,0 1 1 0 0,1-1-1 0 0,0 0 1 0 0,1 1-1 0 0,0-1 1 0 0,0-1-1 0 0,5 9 1 0 0,-4-10-94 0 0,-1 0 1 0 0,1 1-1 0 0,1-1 1 0 0,-1-1 0 0 0,1 1-1 0 0,0-1 1 0 0,0 0-1 0 0,0 0 1 0 0,1-1-1 0 0,0 0 1 0 0,0 0-1 0 0,0-1 1 0 0,0 1-1 0 0,0-1 1 0 0,1-1-1 0 0,-1 0 1 0 0,1 0-1 0 0,0 0 1 0 0,0-1 0 0 0,0 0-1 0 0,12-1 1 0 0,-1-1-6070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9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 7834 0 0,'-20'9'3663'0'0,"-13"15"343"0"0,20-15-2909 0 0,0 1-1 0 0,0 1 1 0 0,-12 13 0 0 0,21-20-997 0 0,0 1-1 0 0,1-1 1 0 0,0 1-1 0 0,0 0 1 0 0,0 0-1 0 0,1 0 1 0 0,-1 0-1 0 0,1 1 1 0 0,0-1-1 0 0,1 0 1 0 0,-1 1-1 0 0,1 0 1 0 0,0 6-1 0 0,0-6-68 0 0,1 0 0 0 0,0 0 0 0 0,1 0 0 0 0,-1 0 0 0 0,1 0 0 0 0,0 0 0 0 0,0-1 0 0 0,1 1 0 0 0,0 0 0 0 0,0-1 0 0 0,0 1 0 0 0,1-1 0 0 0,0 1 0 0 0,4 4 0 0 0,3 3 43 0 0,0 0 0 0 0,1-1 0 0 0,22 17 0 0 0,2 4 239 0 0,-34-32-303 0 0,0 0 0 0 0,1 0 1 0 0,-1 0-1 0 0,0 0 0 0 0,0 1 0 0 0,0-1 0 0 0,0 0 1 0 0,-1 1-1 0 0,1-1 0 0 0,0 0 0 0 0,0 1 1 0 0,-1-1-1 0 0,1 1 0 0 0,-1-1 0 0 0,1 1 1 0 0,-1 0-1 0 0,0-1 0 0 0,0 1 0 0 0,1-1 1 0 0,-1 1-1 0 0,0 0 0 0 0,-1-1 0 0 0,1 1 1 0 0,0-1-1 0 0,0 1 0 0 0,-1-1 0 0 0,1 1 1 0 0,-1-1-1 0 0,1 1 0 0 0,-1-1 0 0 0,1 1 1 0 0,-1-1-1 0 0,0 1 0 0 0,0-1 0 0 0,0 0 0 0 0,0 1 1 0 0,0-1-1 0 0,0 0 0 0 0,0 0 0 0 0,0 0 1 0 0,-2 1-1 0 0,-6 6-209 0 0,-1-1 1 0 0,0-1-1 0 0,0 0 1 0 0,-18 8-1 0 0,12-6-732 0 0,-6 3-6537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49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25 9674 0 0,'-13'-24'6711'0'0,"14"41"-1242"0"0,19 301-2807 0 0,-14-152-3643 0 0,10-2-5632 0 0,-12-136-667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0 211 2761 0 0,'52'-4'1409'0'0,"-11"2"-198"0"0,0-1 1 0 0,0-2-1 0 0,0-2 0 0 0,50-15 0 0 0,-67 14-795 0 0,-1 0 0 0 0,0-2 0 0 0,-1-1 0 0 0,0-1 1 0 0,-1 0-1 0 0,0-2 0 0 0,-1 0 0 0 0,27-25 0 0 0,-35 25 199 0 0,14-11 992 0 0,-24 27-1391 0 0,-1 1 0 0 0,0 0 0 0 0,0-1 0 0 0,0 1 0 0 0,0 0 0 0 0,-1-1 0 0 0,1 1 1 0 0,-1 5-1 0 0,1-5-62 0 0,5 36 72 0 0,1 3 523 0 0,14 48 0 0 0,-18-78-650 0 0,1-1-1 0 0,1 0 1 0 0,-1 0 0 0 0,2-1 0 0 0,-1 1 0 0 0,1-1 0 0 0,1-1 0 0 0,0 1 0 0 0,9 9-1 0 0,-15-18-98 0 0,0-1 0 0 0,-1 1 0 0 0,1-1 0 0 0,-1 0 0 0 0,1 1 0 0 0,0-1 0 0 0,0 0 0 0 0,-1 1 0 0 0,1-1 0 0 0,0 0 0 0 0,0 0 0 0 0,-1 0 0 0 0,1 0 0 0 0,0 0 0 0 0,0 0 0 0 0,-1 0 0 0 0,1 0 0 0 0,0 0 0 0 0,0 0 0 0 0,-1 0 0 0 0,1 0 0 0 0,0 0 0 0 0,0-1 0 0 0,-1 1 0 0 0,1 0 0 0 0,0 0 0 0 0,-1-1 0 0 0,1 1 0 0 0,0-1 0 0 0,-1 1 0 0 0,1-1 0 0 0,-1 1 0 0 0,1-1 0 0 0,0 1 0 0 0,-1-1 0 0 0,1 1 0 0 0,-1-1 0 0 0,0 0 0 0 0,1 1 0 0 0,0-2 0 0 0,20-32 0 0 0,-17 27 0 0 0,25-50-12 0 0,-22 41 5 0 0,0 0 1 0 0,1 1-1 0 0,0 0 1 0 0,2 1 0 0 0,0 0-1 0 0,0 0 1 0 0,18-16-1 0 0,-27 29 12 0 0,0 0-1 0 0,0 0 1 0 0,0 0-1 0 0,1 0 1 0 0,-1 0-1 0 0,0 0 0 0 0,1 0 1 0 0,-1 1-1 0 0,1-1 1 0 0,-1 0-1 0 0,0 1 0 0 0,1-1 1 0 0,0 1-1 0 0,-1 0 1 0 0,1 0-1 0 0,-1-1 0 0 0,1 1 1 0 0,-1 0-1 0 0,1 0 1 0 0,-1 0-1 0 0,1 1 0 0 0,2-1 1 0 0,-1 1 12 0 0,-1 1 1 0 0,0-1 0 0 0,0 0-1 0 0,0 1 1 0 0,0-1 0 0 0,0 1-1 0 0,0-1 1 0 0,0 1 0 0 0,0 0-1 0 0,-1 0 1 0 0,1 0 0 0 0,2 4-1 0 0,3 7 82 0 0,0 0 0 0 0,-1 1 0 0 0,8 26 0 0 0,-11-32-89 0 0,31 108-2213 0 0,-28-100-4812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0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1 303 920 0 0,'10'-2'1326'0'0,"0"-2"-1"0"0,-1 1 0 0 0,1-1 1 0 0,-1-1-1 0 0,0 0 0 0 0,12-8 1 0 0,-12 6-458 0 0,0 0 0 0 0,0-1 1 0 0,0 0-1 0 0,-1-1 1 0 0,11-13-1 0 0,-14 14-625 0 0,1 0-1 0 0,-1 0 0 0 0,-1 0 0 0 0,1 0 0 0 0,-1-1 1 0 0,-1 0-1 0 0,0 0 0 0 0,0 0 0 0 0,-1 0 0 0 0,0-1 0 0 0,0 1 1 0 0,-1-1-1 0 0,0 1 0 0 0,-1-1 0 0 0,0 1 0 0 0,-2-13 1 0 0,2 19-211 0 0,-1 1 0 0 0,1 0 0 0 0,0 0 0 0 0,-1 0 0 0 0,0 0 1 0 0,1 0-1 0 0,-1 0 0 0 0,0 0 0 0 0,0 0 0 0 0,0 0 0 0 0,-1 0 1 0 0,1 0-1 0 0,0 0 0 0 0,-1 1 0 0 0,1-1 0 0 0,-1 0 0 0 0,-1-1 1 0 0,2 3 19 0 0,-1-1 0 0 0,1 0 1 0 0,-1 1-1 0 0,1-1 0 0 0,0 1 1 0 0,-1-1-1 0 0,1 1 0 0 0,-1 0 1 0 0,1 0-1 0 0,-1 0 1 0 0,1 0-1 0 0,-1 0 0 0 0,1 0 1 0 0,-1 0-1 0 0,1 0 0 0 0,-1 0 1 0 0,1 1-1 0 0,-1-1 0 0 0,-1 1 1 0 0,-1 1 32 0 0,1 0 0 0 0,-1 0 0 0 0,1 0 0 0 0,-1 0-1 0 0,1 0 1 0 0,0 1 0 0 0,-1 0 0 0 0,2 0 0 0 0,-1 0 0 0 0,0 0 0 0 0,0 0 0 0 0,1 0 0 0 0,0 0 0 0 0,-1 1 0 0 0,1 0 0 0 0,-2 6-1 0 0,2-2-45 0 0,0-1-1 0 0,0 0 0 0 0,1 1 0 0 0,1-1 0 0 0,-1 1 0 0 0,1-1 0 0 0,0 1 0 0 0,1-1 1 0 0,0 1-1 0 0,0-1 0 0 0,0 0 0 0 0,1 1 0 0 0,0-1 0 0 0,1 0 0 0 0,0 0 1 0 0,0 0-1 0 0,0 0 0 0 0,6 7 0 0 0,-3-4-206 0 0,1 0 0 0 0,0 0-1 0 0,1-1 1 0 0,0 0 0 0 0,0-1 0 0 0,1 0 0 0 0,0 0-1 0 0,1-1 1 0 0,0 0 0 0 0,18 10 0 0 0,-2-6-7523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1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297 469 5529 0 0,'-1'-8'676'0'0,"0"0"0"0"0,-1 0 0 0 0,0 0 0 0 0,-1 0 0 0 0,0 0 0 0 0,0 1 0 0 0,0 0 0 0 0,-8-13 0 0 0,10 19-509 0 0,0-1-1 0 0,-1 0 1 0 0,1 1-1 0 0,0-1 1 0 0,-1 1-1 0 0,1-1 1 0 0,-1 1 0 0 0,0 0-1 0 0,1-1 1 0 0,-1 1-1 0 0,0 0 1 0 0,1 0-1 0 0,-1 0 1 0 0,0 0 0 0 0,0 1-1 0 0,0-1 1 0 0,0 1-1 0 0,0-1 1 0 0,0 1-1 0 0,0-1 1 0 0,0 1 0 0 0,0 0-1 0 0,0 0 1 0 0,0 0-1 0 0,0 0 1 0 0,0 1-1 0 0,0-1 1 0 0,0 0 0 0 0,0 1-1 0 0,0-1 1 0 0,0 1-1 0 0,0 0 1 0 0,0 0-1 0 0,0 0 1 0 0,0 0 0 0 0,0 0-1 0 0,1 0 1 0 0,-1 0-1 0 0,-2 3 1 0 0,-6 4 154 0 0,0 2 1 0 0,0-1 0 0 0,1 1-1 0 0,1 0 1 0 0,0 1-1 0 0,0 0 1 0 0,-11 22-1 0 0,0 4-100 0 0,-16 47 0 0 0,33-77-219 0 0,-15 37 26 0 0,-11 51 1 0 0,25-83-25 0 0,0 0 0 0 0,1 1 0 0 0,1-1 0 0 0,0 1 0 0 0,1 0 0 0 0,0-1 0 0 0,1 1 0 0 0,0-1 0 0 0,5 19 0 0 0,-6-28-9 0 0,1 0 0 0 0,0 0 0 0 0,0-1 1 0 0,0 1-1 0 0,0-1 0 0 0,0 1 1 0 0,0-1-1 0 0,1 1 0 0 0,-1-1 1 0 0,1 0-1 0 0,0 0 0 0 0,0 1 1 0 0,0-1-1 0 0,0 0 0 0 0,0-1 0 0 0,0 1 1 0 0,0 0-1 0 0,0-1 0 0 0,1 1 1 0 0,-1-1-1 0 0,1 0 0 0 0,2 1 1 0 0,-3-1-4 0 0,1-1 1 0 0,0 0 0 0 0,-1 0 0 0 0,1 0 0 0 0,0-1 0 0 0,-1 1-1 0 0,1 0 1 0 0,-1-1 0 0 0,1 0 0 0 0,-1 0 0 0 0,1 0 0 0 0,-1 0-1 0 0,1 0 1 0 0,-1 0 0 0 0,0 0 0 0 0,0-1 0 0 0,0 1 0 0 0,0-1-1 0 0,0 0 1 0 0,0 0 0 0 0,0 0 0 0 0,0 0 0 0 0,2-2 0 0 0,9-14-161 0 0,0 0 1 0 0,-1 0 0 0 0,-1-1-1 0 0,-1-1 1 0 0,0 0 0 0 0,-1 0-1 0 0,6-25 1 0 0,1-12-1064 0 0,13-85 0 0 0,4-179-1376 0 0,-27 106 5010 0 0,3 374 3452 0 0,3-62-5477 0 0,5 0 0 0 0,33 108 0 0 0,-36-159-289 0 0,21 45 1 0 0,-30-79-98 0 0,0 0 1 0 0,2-1 0 0 0,-1 0 0 0 0,1 0 0 0 0,1 0 0 0 0,0-1-1 0 0,0 0 1 0 0,1-1 0 0 0,11 10 0 0 0,-17-17-125 0 0,1 1 0 0 0,-1-1 0 0 0,1 0 1 0 0,0 0-1 0 0,-1 0 0 0 0,1 0 0 0 0,0 0 0 0 0,0-1 0 0 0,0 0 1 0 0,0 0-1 0 0,0 0 0 0 0,1 0 0 0 0,-1-1 0 0 0,0 0 1 0 0,0 1-1 0 0,0-2 0 0 0,1 1 0 0 0,7-2 0 0 0,8-5-7688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1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9218 0 0,'3'0'538'0'0,"-1"1"0"0"0,0 1 0 0 0,0-1 1 0 0,0 0-1 0 0,-1 0 0 0 0,1 1 0 0 0,0-1 0 0 0,0 1 0 0 0,-1 0 1 0 0,1-1-1 0 0,-1 1 0 0 0,0 0 0 0 0,3 3 0 0 0,18 28 1905 0 0,45 96 377 0 0,-59-115-3126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1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3681 0 0,'0'0'160'0'0,"1"0"40"0"0,1 2-200 0 0,1-2 0 0 0,-1 1 0 0 0,0 0 0 0 0,0 1 0 0 0,3 0 0 0 0,1 4 0 0 0,4 1 0 0 0,2 2 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2.2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69 6449 0 0,'0'-2'-143'0'0,"0"-2"636"0"0,-1 0 0 0 0,0 1 0 0 0,0-1 0 0 0,0 0-1 0 0,0 0 1 0 0,-3-5 0 0 0,3 9-346 0 0,1-1 0 0 0,0 1 0 0 0,0-1-1 0 0,-1 1 1 0 0,1 0 0 0 0,0-1 0 0 0,-1 1 0 0 0,1 0-1 0 0,-1-1 1 0 0,1 1 0 0 0,0 0 0 0 0,-1-1 0 0 0,1 1-1 0 0,-1 0 1 0 0,1 0 0 0 0,-1 0 0 0 0,1-1 0 0 0,-1 1 0 0 0,1 0-1 0 0,-1 0 1 0 0,1 0 0 0 0,-1 0 0 0 0,0 0 0 0 0,0 0 35 0 0,-1 1 1 0 0,1-1 0 0 0,0 0-1 0 0,0 1 1 0 0,0-1 0 0 0,0 1-1 0 0,0 0 1 0 0,0-1-1 0 0,0 1 1 0 0,0 0 0 0 0,0 0-1 0 0,0 0 1 0 0,0 0 0 0 0,-1 1-1 0 0,-5 6 82 0 0,1 1-1 0 0,0 0 0 0 0,1 0 0 0 0,0 0 0 0 0,0 1 0 0 0,1 0 0 0 0,0 0 0 0 0,1 0 0 0 0,0 0 1 0 0,0 0-1 0 0,1 1 0 0 0,1 0 0 0 0,-1 10 0 0 0,1-9-228 0 0,1 1 1 0 0,0-1-1 0 0,0 1 1 0 0,2-1-1 0 0,0 1 0 0 0,0-1 1 0 0,1 0-1 0 0,0 0 1 0 0,1 0-1 0 0,10 20 0 0 0,-11-26-21 0 0,1-1 0 0 0,-1 1 0 0 0,1-1 0 0 0,1 0-1 0 0,-1-1 1 0 0,1 1 0 0 0,-1-1 0 0 0,1 0 0 0 0,0 0 0 0 0,1 0-1 0 0,8 4 1 0 0,-11-6 10 0 0,-1-1-1 0 0,0 0 1 0 0,1 0-1 0 0,-1-1 1 0 0,1 1 0 0 0,-1 0-1 0 0,1-1 1 0 0,-1 0-1 0 0,1 1 1 0 0,-1-1-1 0 0,1 0 1 0 0,-1 0 0 0 0,1-1-1 0 0,0 1 1 0 0,-1 0-1 0 0,1-1 1 0 0,-1 0-1 0 0,1 1 1 0 0,-1-1 0 0 0,0 0-1 0 0,1 0 1 0 0,-1 0-1 0 0,0-1 1 0 0,0 1-1 0 0,0-1 1 0 0,0 1 0 0 0,0-1-1 0 0,0 1 1 0 0,0-1-1 0 0,0 0 1 0 0,2-3-1 0 0,3-6 63 0 0,0 0 0 0 0,-1-1 0 0 0,0 1 0 0 0,0-2-1 0 0,-1 1 1 0 0,-1 0 0 0 0,0-1 0 0 0,-1 0 0 0 0,0 0-1 0 0,1-25 1 0 0,-2 6-455 0 0,-1-1 0 0 0,-2 1 0 0 0,-5-42 0 0 0,1 45-1519 0 0,0 3-4885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2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159 299 3225 0 0,'-2'0'26'0'0,"-1"-1"1"0"0,1 1 0 0 0,-1 0 0 0 0,0 0 0 0 0,1 0-1 0 0,-1 0 1 0 0,0 0 0 0 0,1 0 0 0 0,-1 1-1 0 0,1 0 1 0 0,-1-1 0 0 0,0 1 0 0 0,1 0-1 0 0,0 0 1 0 0,-1 0 0 0 0,1 1 0 0 0,0-1-1 0 0,-1 1 1 0 0,1-1 0 0 0,0 1 0 0 0,0-1 0 0 0,0 1-1 0 0,0 0 1 0 0,1 0 0 0 0,-1 0 0 0 0,0 0-1 0 0,1 1 1 0 0,-3 3 0 0 0,-11 14 245 0 0,1 0 0 0 0,1 1 0 0 0,-14 30 1 0 0,23-42-121 0 0,1-1 0 0 0,0 1 0 0 0,0 0 0 0 0,1 0 1 0 0,-1 0-1 0 0,2 0 0 0 0,0 0 0 0 0,0 0 0 0 0,0 1 1 0 0,1-1-1 0 0,1 0 0 0 0,1 13 0 0 0,-2-21-94 0 0,1 1 1 0 0,-1 0-1 0 0,0 0 0 0 0,1 0 1 0 0,0 0-1 0 0,-1 0 0 0 0,1-1 0 0 0,0 1 1 0 0,0 0-1 0 0,0 0 0 0 0,0-1 1 0 0,0 1-1 0 0,0-1 0 0 0,0 1 0 0 0,1-1 1 0 0,-1 1-1 0 0,0-1 0 0 0,1 0 0 0 0,-1 0 1 0 0,1 0-1 0 0,0 0 0 0 0,-1 0 1 0 0,1 0-1 0 0,0 0 0 0 0,0 0 0 0 0,-1-1 1 0 0,1 1-1 0 0,0 0 0 0 0,0-1 1 0 0,0 0-1 0 0,0 0 0 0 0,0 1 0 0 0,0-1 1 0 0,0 0-1 0 0,-1 0 0 0 0,1-1 0 0 0,0 1 1 0 0,0 0-1 0 0,0-1 0 0 0,2 0 1 0 0,3-1 41 0 0,-1 0-1 0 0,0-1 1 0 0,0 1 0 0 0,0-1 0 0 0,0-1 0 0 0,-1 1 0 0 0,1-1 0 0 0,-1 0 0 0 0,0 0 0 0 0,7-7 0 0 0,-2-1-46 0 0,0 0 0 0 0,-1 0 0 0 0,0-1 0 0 0,-1-1 0 0 0,-1 1 0 0 0,0-1 0 0 0,-1 0 0 0 0,0-1 0 0 0,-1 1 0 0 0,-1-1 0 0 0,0 0 0 0 0,-1-1 0 0 0,-1 1 0 0 0,1-21 0 0 0,-3 2 186 0 0,-2 0 0 0 0,-1 0 0 0 0,-1 1 0 0 0,-3-1 0 0 0,-14-47 0 0 0,4 17 787 0 0,10 39 3497 0 0,10 35-1213 0 0,23 102-2047 0 0,16 50-520 0 0,-3-55-381 0 0,32 101-538 0 0,-65-183-77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3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1 215 5713 0 0,'0'3'399'0'0,"0"0"0"0"0,0 0-1 0 0,1 0 1 0 0,-1 0 0 0 0,1 0 0 0 0,-1 0-1 0 0,1 0 1 0 0,0 0 0 0 0,0 0 0 0 0,1-1-1 0 0,-1 1 1 0 0,0 0 0 0 0,1-1-1 0 0,0 1 1 0 0,-1-1 0 0 0,1 1 0 0 0,0-1-1 0 0,0 0 1 0 0,1 0 0 0 0,-1 0 0 0 0,0 0-1 0 0,1 0 1 0 0,-1-1 0 0 0,1 1-1 0 0,0-1 1 0 0,-1 1 0 0 0,4 0 0 0 0,-2-1-118 0 0,0 0 0 0 0,0 0-1 0 0,0 0 1 0 0,0 0 0 0 0,0-1 0 0 0,0 1 0 0 0,0-1 0 0 0,0 0 0 0 0,0-1 0 0 0,0 1 0 0 0,0-1 0 0 0,0 0 0 0 0,0 0 0 0 0,0 0 0 0 0,-1 0 0 0 0,1 0 0 0 0,0-1 0 0 0,0 0 0 0 0,4-3 0 0 0,0 0-164 0 0,-2-1-1 0 0,1 0 1 0 0,-1 0 0 0 0,0 0 0 0 0,0-1-1 0 0,0 0 1 0 0,-1 0 0 0 0,0 0-1 0 0,-1-1 1 0 0,0 1 0 0 0,0-1 0 0 0,0 0-1 0 0,4-17 1 0 0,-6 19-79 0 0,-1-2 1 0 0,1 1-1 0 0,-1 0 1 0 0,-1 0-1 0 0,1 0 0 0 0,-1 0 1 0 0,-1-1-1 0 0,1 1 0 0 0,-1 0 1 0 0,0 0-1 0 0,-1 0 0 0 0,0 0 1 0 0,0 0-1 0 0,0 0 0 0 0,-1 1 1 0 0,0-1-1 0 0,-5-8 0 0 0,7 13-34 0 0,0 0 0 0 0,0 1-1 0 0,-1-1 1 0 0,1 0 0 0 0,0 1-1 0 0,0-1 1 0 0,-1 1 0 0 0,1 0-1 0 0,-1-1 1 0 0,1 1 0 0 0,-1 0-1 0 0,0 0 1 0 0,1 0 0 0 0,-1 0-1 0 0,0 0 1 0 0,0 1 0 0 0,0-1-1 0 0,1 0 1 0 0,-1 1 0 0 0,0-1-1 0 0,0 1 1 0 0,0 0 0 0 0,-4 0-1 0 0,4 0-4 0 0,0 1 1 0 0,0-1-1 0 0,0 1 0 0 0,0 0 0 0 0,1 0 0 0 0,-1 0 0 0 0,0 0 0 0 0,0 0 0 0 0,1 0 1 0 0,-1 0-1 0 0,1 1 0 0 0,-1-1 0 0 0,1 1 0 0 0,-1-1 0 0 0,1 1 0 0 0,0-1 1 0 0,0 1-1 0 0,0 0 0 0 0,0 0 0 0 0,0-1 0 0 0,0 1 0 0 0,-1 4 0 0 0,-3 7-8 0 0,1 0 0 0 0,0 0-1 0 0,1 1 1 0 0,0-1 0 0 0,1 1 0 0 0,0 0-1 0 0,2 0 1 0 0,-1 0 0 0 0,2-1-1 0 0,0 1 1 0 0,0 0 0 0 0,1 0-1 0 0,1-1 1 0 0,9 26 0 0 0,-6-25-8 0 0,0 0 0 0 0,1 0 0 0 0,1 0 0 0 0,0-1 0 0 0,1 0 0 0 0,1-1 0 0 0,0 0 0 0 0,0 0 0 0 0,1-1 0 0 0,1-1 0 0 0,0 0 0 0 0,0 0 0 0 0,14 7 0 0 0,71 37-2702 0 0,-66-40-5151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3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 9 7834 0 0,'-2'-1'190'0'0,"0"0"1"0"0,0 0 0 0 0,0 0-1 0 0,0 0 1 0 0,-1 0 0 0 0,1 0-1 0 0,0 1 1 0 0,-1-1 0 0 0,1 1-1 0 0,0-1 1 0 0,-1 1 0 0 0,1 0-1 0 0,-1 0 1 0 0,1 0 0 0 0,0 1-1 0 0,-1-1 1 0 0,1 0 0 0 0,-1 1-1 0 0,1-1 1 0 0,0 1 0 0 0,0 0-1 0 0,-1 0 1 0 0,1 0 0 0 0,0 0-1 0 0,0 0 1 0 0,0 1 0 0 0,0-1-1 0 0,-3 4 1 0 0,-8 4 513 0 0,0 1 1 0 0,2 1-1 0 0,-1 0 0 0 0,1 1 1 0 0,1 0-1 0 0,0 0 0 0 0,-10 18 1 0 0,13-20-466 0 0,2 0 1 0 0,-1 0 0 0 0,2 1 0 0 0,-1-1 0 0 0,1 1 0 0 0,1 0 0 0 0,0 0 0 0 0,1 0 0 0 0,0 1 0 0 0,-1 20 0 0 0,4-20-170 0 0,0-1 1 0 0,1 0 0 0 0,0 0-1 0 0,1 0 1 0 0,0 0 0 0 0,1 0-1 0 0,0-1 1 0 0,1 1 0 0 0,0-1-1 0 0,1 0 1 0 0,0-1-1 0 0,13 17 1 0 0,-15-21-180 0 0,0 0 1 0 0,1 0-1 0 0,0 0 0 0 0,0 0 1 0 0,0-1-1 0 0,1 0 0 0 0,-1 0 1 0 0,1 0-1 0 0,0-1 0 0 0,0 0 0 0 0,0 0 1 0 0,1 0-1 0 0,-1-1 0 0 0,1 0 1 0 0,-1 0-1 0 0,1-1 0 0 0,0 0 0 0 0,-1 0 1 0 0,1 0-1 0 0,0-1 0 0 0,0 0 1 0 0,8-1-1 0 0,6-4-1174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4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 6625 0 0,'-3'-2'13233'0'0,"8"10"-12886"0"0,0 1 1 0 0,0-1 0 0 0,-1 1 0 0 0,0-1 0 0 0,-1 1-1 0 0,0 0 1 0 0,0 1 0 0 0,-1-1 0 0 0,2 17-1 0 0,3 9-53 0 0,3 6-53 0 0,20 68 57 0 0,-26-99-294 0 0,0 0-1 0 0,1 1 1 0 0,0-2 0 0 0,0 1-1 0 0,1 0 1 0 0,1-1 0 0 0,13 16-1 0 0,-18-24-26 0 0,-1 0 0 0 0,0 0 0 0 0,0 1-1 0 0,1-1 1 0 0,-1 0 0 0 0,1 0 0 0 0,-1 0-1 0 0,1-1 1 0 0,-1 1 0 0 0,1 0 0 0 0,-1 0 0 0 0,1-1-1 0 0,0 1 1 0 0,-1-1 0 0 0,1 0 0 0 0,0 1-1 0 0,0-1 1 0 0,-1 0 0 0 0,1 0 0 0 0,0 0 0 0 0,0 0-1 0 0,-1 0 1 0 0,1 0 0 0 0,0-1 0 0 0,-1 1 0 0 0,1-1-1 0 0,3 0 1 0 0,-1-2-316 0 0,-1 1 0 0 0,1 0-1 0 0,-1-1 1 0 0,0 1 0 0 0,1-1-1 0 0,-1 0 1 0 0,0 0 0 0 0,-1 0-1 0 0,1 0 1 0 0,3-6 0 0 0,6-11-6913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4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10594 0 0,'1'3'449'0'0,"0"-1"0"0"0,0 1-1 0 0,0 0 1 0 0,0 0-1 0 0,0 0 1 0 0,-1 0 0 0 0,0 0-1 0 0,1 0 1 0 0,-1 0-1 0 0,-1 5 1 0 0,2 6 456 0 0,10 79 2766 0 0,8 61-969 0 0,12-3-4094 0 0,-23-125-6236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4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6449 0 0,'7'3'649'0'0,"0"0"0"0"0,0 0-1 0 0,0 0 1 0 0,0 1-1 0 0,0 0 1 0 0,-1 1 0 0 0,0-1-1 0 0,0 1 1 0 0,0 1-1 0 0,0-1 1 0 0,-1 1 0 0 0,0 0-1 0 0,0 0 1 0 0,-1 0-1 0 0,6 11 1 0 0,7 13 1093 0 0,-1 0-1 0 0,12 39 1 0 0,-19-46-1287 0 0,19 42 523 0 0,-39-86-978 0 0,8 16 0 0 0,0-1 0 0 0,0 0 0 0 0,0 0 0 0 0,1 0 0 0 0,-3-8 0 0 0,3-1-144 0 0,1 0-1 0 0,0 0 1 0 0,1-1 0 0 0,0 1-1 0 0,1 0 1 0 0,1 0-1 0 0,1-1 1 0 0,0 2 0 0 0,0-1-1 0 0,2 0 1 0 0,6-14 0 0 0,2-2-1013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5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8034 0 0,'4'2'858'0'0,"1"-1"0"0"0,0 1 0 0 0,-1 0 0 0 0,1 0 0 0 0,-1 0 0 0 0,0 1 0 0 0,0 0 0 0 0,0-1 0 0 0,0 1 0 0 0,0 1 0 0 0,-1-1 0 0 0,1 1 0 0 0,-1-1 0 0 0,0 1 0 0 0,5 7 0 0 0,9 27 536 0 0,-13-29-1219 0 0,12 33 263 0 0,-1 1 0 0 0,10 52 0 0 0,-25-82-438 0 0,-8-17 0 0 0,-7-19 0 0 0,10 8-47 0 0,1-1-1 0 0,0 0 1 0 0,1 1 0 0 0,1-1-1 0 0,0 0 1 0 0,1 0-1 0 0,1 0 1 0 0,1 0-1 0 0,0 0 1 0 0,5-25-1 0 0,-1 23-2353 0 0,-1-1 0 0 0,13-27 0 0 0,-2 12-4885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5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1 256 5153 0 0,'0'1'13'0'0,"0"0"0"0"0,1 1 0 0 0,0-1-1 0 0,-1 0 1 0 0,1 1 0 0 0,0-1 0 0 0,0 0 0 0 0,0 0 0 0 0,0 0-1 0 0,-1 0 1 0 0,2 0 0 0 0,-1 0 0 0 0,0 0 0 0 0,0 0 0 0 0,2 1-1 0 0,-1-1 332 0 0,0 0 0 0 0,0-1 0 0 0,0 1 0 0 0,0 0 0 0 0,1-1 0 0 0,-1 0 0 0 0,0 1 0 0 0,1-1 0 0 0,-1 0 0 0 0,0 0 0 0 0,1 0 0 0 0,-1 0 0 0 0,0-1 0 0 0,3 0 0 0 0,-1 0 211 0 0,0 0-1 0 0,0 0 1 0 0,0 0-1 0 0,-1-1 0 0 0,1 1 1 0 0,-1-1-1 0 0,1 0 1 0 0,-1 0-1 0 0,1 0 1 0 0,-1-1-1 0 0,0 1 0 0 0,0-1 1 0 0,0 0-1 0 0,3-4 1 0 0,0-4-274 0 0,-1 1 0 0 0,0-1 0 0 0,-1 0 0 0 0,-1 0 0 0 0,1 0 0 0 0,-2-1 0 0 0,2-13 1 0 0,5-83 1364 0 0,-9 105-1643 0 0,0 2-24 0 0,1-1 1 0 0,-1 1-1 0 0,0 0 0 0 0,0-1 1 0 0,0 1-1 0 0,0-1 1 0 0,0 1-1 0 0,0-1 0 0 0,0 1 1 0 0,-1 0-1 0 0,1-1 1 0 0,0 1-1 0 0,-1-1 0 0 0,1 1 1 0 0,-1 0-1 0 0,1-1 0 0 0,-1 1 1 0 0,0 0-1 0 0,0 0 1 0 0,1 0-1 0 0,-3-2 0 0 0,2 2-23 0 0,0 1 0 0 0,0 0 0 0 0,0 0 0 0 0,0 0 1 0 0,0 1-1 0 0,0-1 0 0 0,0 0 0 0 0,0 0 0 0 0,0 0 0 0 0,0 1 0 0 0,0-1 0 0 0,1 0 0 0 0,-1 1 0 0 0,0-1 0 0 0,0 1 0 0 0,0-1 0 0 0,0 1 0 0 0,1 0 0 0 0,-1-1 0 0 0,0 1 0 0 0,0 0 0 0 0,0 1 0 0 0,-5 4-185 0 0,0 0-1 0 0,1 1 1 0 0,0 0 0 0 0,0 0-1 0 0,1 1 1 0 0,-4 7 0 0 0,5-8 194 0 0,2 0-1 0 0,-1 0 1 0 0,1 0 0 0 0,0 0-1 0 0,0 1 1 0 0,1-1 0 0 0,0 0-1 0 0,0 0 1 0 0,1 0 0 0 0,0 0-1 0 0,0 1 1 0 0,1-1 0 0 0,0 0-1 0 0,0-1 1 0 0,5 11 0 0 0,-4-9 42 0 0,1 0 0 0 0,0-1 0 0 0,0 1 0 0 0,1-1 0 0 0,0 0-1 0 0,0-1 1 0 0,1 1 0 0 0,0-1 0 0 0,0 0 0 0 0,0 0 0 0 0,1-1 0 0 0,14 9 0 0 0,-20-13 16 0 0,1 0-1 0 0,0-1 0 0 0,0 1 1 0 0,0 0-1 0 0,0-1 1 0 0,-1 0-1 0 0,1 1 0 0 0,0-1 1 0 0,0 0-1 0 0,0 0 1 0 0,0 0-1 0 0,0 0 1 0 0,0 0-1 0 0,0-1 0 0 0,0 1 1 0 0,0 0-1 0 0,0-1 1 0 0,0 0-1 0 0,-1 1 0 0 0,1-1 1 0 0,0 0-1 0 0,0 0 1 0 0,-1 0-1 0 0,1 0 1 0 0,0 0-1 0 0,-1 0 0 0 0,1-1 1 0 0,2-2-1 0 0,4-5 168 0 0,-1 0 0 0 0,1 0 0 0 0,10-20 0 0 0,-1 4-104 0 0,-4 7 31 0 0,1 1 0 0 0,0 0-1 0 0,1 1 1 0 0,1 1-1 0 0,1 0 1 0 0,27-18 0 0 0,-43 32-79 0 0,0 1 0 0 0,0-1 0 0 0,0 1 0 0 0,0-1 0 0 0,0 1 0 0 0,0 0 0 0 0,0-1 0 0 0,0 1 1 0 0,1 0-1 0 0,-1 0 0 0 0,0 0 0 0 0,0 0 0 0 0,0 0 0 0 0,0 0 0 0 0,1 0 0 0 0,-1 1 0 0 0,0-1 0 0 0,0 0 1 0 0,0 0-1 0 0,0 1 0 0 0,0-1 0 0 0,0 1 0 0 0,0-1 0 0 0,0 1 0 0 0,0 0 0 0 0,0-1 0 0 0,0 1 1 0 0,0 0-1 0 0,0 0 0 0 0,0-1 0 0 0,0 1 0 0 0,-1 0 0 0 0,1 0 0 0 0,0 0 0 0 0,-1 0 0 0 0,1 0 0 0 0,-1 0 1 0 0,1 0-1 0 0,0 2 0 0 0,3 6 182 0 0,0 1 0 0 0,0 0 1 0 0,3 16-1 0 0,-3-11-89 0 0,7 29 234 0 0,10 29-244 0 0,-19-67-123 0 0,0-1 0 0 0,1 1 0 0 0,0 0-1 0 0,0-1 1 0 0,0 0 0 0 0,1 1 0 0 0,-1-1 0 0 0,1-1-1 0 0,6 6 1 0 0,-10-9-27 0 0,1-1-1 0 0,0 0 0 0 0,0 1 1 0 0,0-1-1 0 0,0 0 0 0 0,0 1 1 0 0,-1-1-1 0 0,1 0 0 0 0,0 0 1 0 0,0 0-1 0 0,0 0 0 0 0,0 1 1 0 0,0-2-1 0 0,0 1 1 0 0,0 0-1 0 0,0 0 0 0 0,0 0 1 0 0,0 0-1 0 0,-1 0 0 0 0,1-1 1 0 0,0 1-1 0 0,0 0 0 0 0,0-1 1 0 0,0 1-1 0 0,-1-1 0 0 0,1 1 1 0 0,0-1-1 0 0,0 1 0 0 0,-1-1 1 0 0,1 0-1 0 0,0 1 1 0 0,-1-1-1 0 0,1 0 0 0 0,-1 1 1 0 0,1-1-1 0 0,-1 0 0 0 0,1 0 1 0 0,-1 0-1 0 0,1 1 0 0 0,-1-2 1 0 0,23-41-713 0 0,-19 35 595 0 0,19-42-1340 0 0,2 2 0 0 0,3 0 0 0 0,36-47 0 0 0,-48 82 1633 0 0,-15 12-93 0 0,-1 1-1 0 0,1 0 1 0 0,-1 0-1 0 0,1 0 1 0 0,-1 0-1 0 0,1 0 1 0 0,-1 0-1 0 0,1 0 1 0 0,-1 0-1 0 0,1 0 1 0 0,-1 0-1 0 0,1 0 1 0 0,-1 0-1 0 0,1 1 1 0 0,-1-1-1 0 0,1 0 1 0 0,-1 0-1 0 0,1 0 1 0 0,-1 1-1 0 0,1-1 1 0 0,-1 0-1 0 0,0 1 1 0 0,1-1-1 0 0,2 3 346 0 0,-1 1-1 0 0,0-1 0 0 0,0 0 1 0 0,0 1-1 0 0,-1-1 0 0 0,1 1 0 0 0,1 5 1 0 0,4 10 174 0 0,3 0-211 0 0,0 0-1 0 0,1-1 1 0 0,20 26-1 0 0,-28-39-466 0 0,1-1 0 0 0,-1 1 0 0 0,1-1 0 0 0,1 0 0 0 0,-1 0-1 0 0,0-1 1 0 0,1 1 0 0 0,0-1 0 0 0,0 0 0 0 0,0 0 0 0 0,0-1 0 0 0,0 1-1 0 0,1-1 1 0 0,-1 0 0 0 0,1-1 0 0 0,-1 1 0 0 0,12 0 0 0 0,-13-2-201 0 0,-1 0 1 0 0,1-1 0 0 0,0 0-1 0 0,-1 0 1 0 0,1 0-1 0 0,-1 0 1 0 0,1 0 0 0 0,-1-1-1 0 0,0 1 1 0 0,0-1-1 0 0,1 0 1 0 0,-1 0-1 0 0,0 0 1 0 0,-1-1 0 0 0,1 1-1 0 0,3-5 1 0 0,8-9 252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 11058 0 0,'0'0'66'0'0,"0"0"0"0"0,-1 0-1 0 0,1 0 1 0 0,0 0 0 0 0,-1 0-1 0 0,1 0 1 0 0,0 0 0 0 0,-1 0-1 0 0,1 0 1 0 0,0 0 0 0 0,-1 0-1 0 0,1 0 1 0 0,-1 0 0 0 0,1 0-1 0 0,0 0 1 0 0,-1 0 0 0 0,1 0-1 0 0,0 1 1 0 0,-1-1 0 0 0,1 0-1 0 0,0 0 1 0 0,0 0-1 0 0,-1 1 1 0 0,1-1 0 0 0,0 0-1 0 0,-1 0 1 0 0,1 1 0 0 0,0-1-1 0 0,0 0 1 0 0,0 0 0 0 0,-1 1-1 0 0,1-1 1 0 0,0 0 0 0 0,0 1-1 0 0,-1-1 1 0 0,7 13 3371 0 0,2 3-2291 0 0,2 24 111 0 0,-1 1-1 0 0,-2 0 0 0 0,-2 0 1 0 0,-1 70-1 0 0,-4-66-1138 0 0,3 1-1 0 0,1-1 1 0 0,17 69-1 0 0,-16-98-332 0 0,1 0-1 0 0,1-1 1 0 0,1 1-1 0 0,13 19 0 0 0,-10-18-1537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6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89 10594 0 0,'-4'-3'472'0'0,"1"0"96"0"0,3 0-455 0 0,1 1-113 0 0,2 0 0 0 0,1 1 0 0 0,0 0 672 0 0,5-2 104 0 0,3-1 24 0 0,7-2 8 0 0,6-1-280 0 0,3-2-56 0 0,2-1-16 0 0,0 0 1 0 0,2-1-385 0 0,-2-2-72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5:56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0,'0'11'592'0'0,"2"-5"120"0"0,2 1-568 0 0,-2-5-144 0 0,1 1 0 0 0,0-3 0 0 0,2 0 344 0 0,2 0 40 0 0,3 2 0 0 0,5-2 8 0 0,4 0-328 0 0,-2-3-64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39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11058 0 0,'6'-45'3475'0'0,"1"26"286"0"0,-5 25-1447 0 0,27 240-1055 0 0,115 705-473 0 0,-87-698-783 0 0,147 810 267 0 0,-168-738 190 0 0,-11 626-1 0 0,-27-917-550 0 0,-1 0 0 0 0,-12 46 0 0 0,9-58-220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0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77 635 8290 0 0,'-27'-1'1649'0'0,"-22"1"2631"0"0,60 0-3572 0 0,1 0 1 0 0,0 1-1 0 0,0 0 1 0 0,12 3-1 0 0,17 2-402 0 0,369 0 1655 0 0,1-34-616 0 0,-224 13-948 0 0,720-70 266 0 0,-107 9-571 0 0,-1 1-8 0 0,-12-11 172 0 0,-572 61-164 0 0,280-37 76 0 0,590-57-16 0 0,1368 41 643 0 0,-1772 77-257 0 0,292 4-47 0 0,-694-7-4023 0 0,-250 4-4274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1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10462 0 456 0 0,'-6'7'954'0'0,"0"-1"-1"0"0,1 1 1 0 0,0 0-1 0 0,0 1 1 0 0,0-1-1 0 0,1 1 1 0 0,0 0-1 0 0,1 0 1 0 0,-4 10 0 0 0,4-6 2 0 0,0 1 0 0 0,0 0 0 0 0,2 0 0 0 0,-1 0 1 0 0,2 20-1 0 0,4 9 594 0 0,1-1 0 0 0,22 80 0 0 0,-10-53-702 0 0,122 707 154 0 0,-113-538-987 0 0,66 762 34 0 0,-8 66 272 0 0,-78-1007-194 0 0,65 475 629 0 0,-36-344-743 0 0,47 210-14 0 0,-78-383 2 0 0,1 0 0 0 0,0 0 1 0 0,13 24-1 0 0,-14-33-7 0 0,0 0 0 0 0,0 0 0 0 0,1-1 1 0 0,0 1-1 0 0,1-1 0 0 0,0-1 0 0 0,-1 1 0 0 0,2-1 0 0 0,8 7 1 0 0,-3-5-4 0 0,-7-5 10 0 0,-1 0 1 0 0,0 1 0 0 0,0-1-1 0 0,0 1 1 0 0,-1 0-1 0 0,1 0 1 0 0,-1 0-1 0 0,6 7 1 0 0,-19-12 598 0 0,-27-3-523 0 0,-1 1-1 0 0,0 1 1 0 0,-50 4-1 0 0,-121 19-186 0 0,112-10 34 0 0,-1300 48 140 0 0,29-32-736 0 0,-34 69 432 0 0,-237-14 240 0 0,828-85 0 0 0,467-4 3 0 0,-341 0-70 0 0,275 23 56 0 0,-54 1-133 0 0,42-12 99 0 0,276-3 6 0 0,-214 12-114 0 0,117 4 750 0 0,-51 4 526 0 0,131-6-951 0 0,58-7-14 0 0,-163 34-1 0 0,261-40-202 0 0,-9 2-13 0 0,-1 0-1 0 0,-23 1 1 0 0,26-5-281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2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2761 0 0,'-2'4'985'0'0,"-1"0"0"0"0,1 0 1 0 0,0 0-1 0 0,0 0 0 0 0,1 0 1 0 0,-1 0-1 0 0,1 0 0 0 0,0 1 1 0 0,0-1-1 0 0,0 0 0 0 0,0 1 1 0 0,1-1-1 0 0,0 7 0 0 0,3 61 3799 0 0,6-20-4041 0 0,26 88 0 0 0,-2-19-627 0 0,15 113 92 0 0,29 358 0 0 0,-15 48-149 0 0,25-2-67 0 0,-79-586-8 0 0,13 88 60 0 0,46 448 285 0 0,-71 103 114 0 0,21-341 933 0 0,-13-314-1120 0 0,0 35 195 0 0,-4 1 0 0 0,-2 0-1 0 0,-14 86 1 0 0,14-146-2387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3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20 9218 0 0,'-16'-20'12204'0'0,"47"139"-10791"0"0,34 153-790 0 0,-52-195-561 0 0,3-1-1 0 0,3 0 0 0 0,36 88 1 0 0,-47-148-72 0 0,17 49 90 0 0,-24-61-139 0 0,0 0 0 0 0,0 0 0 0 0,0 0 0 0 0,-1 0 0 0 0,1-1 0 0 0,-1 1 1 0 0,0 0-1 0 0,0 0 0 0 0,0 0 0 0 0,-1 0 0 0 0,1 0 0 0 0,-1 0 0 0 0,0 0 0 0 0,-2 4 0 0 0,0-3-462 0 0,-2-1-115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3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53 348 5985 0 0,'-2'-5'109'0'0,"1"0"0"0"0,1 1 0 0 0,-1-1 0 0 0,1 1 0 0 0,-1-1 0 0 0,1 0-1 0 0,1 0 1 0 0,-1 1 0 0 0,1-1 0 0 0,-1 1 0 0 0,3-7 0 0 0,2-1 576 0 0,0 0 1 0 0,12-21-1 0 0,-14 27-495 0 0,10-15 1280 0 0,1 1 0 0 0,0 0 0 0 0,2 1 0 0 0,34-34 1 0 0,-38 42-863 0 0,0 1 0 0 0,1 0 0 0 0,0 0 0 0 0,0 2 0 0 0,1-1 1 0 0,0 2-1 0 0,1 0 0 0 0,25-8 0 0 0,-36 14-595 0 0,1 0-1 0 0,0 1 0 0 0,0 0 1 0 0,0 0-1 0 0,-1 0 1 0 0,1 1-1 0 0,0-1 1 0 0,0 1-1 0 0,-1 0 1 0 0,1 1-1 0 0,0-1 1 0 0,-1 1-1 0 0,1 0 1 0 0,-1 0-1 0 0,0 0 0 0 0,0 1 1 0 0,1-1-1 0 0,-2 1 1 0 0,1 0-1 0 0,0 0 1 0 0,-1 0-1 0 0,4 5 1 0 0,9 9 24 0 0,0 1 0 0 0,-2 0-1 0 0,15 23 1 0 0,-26-36-36 0 0,3 4-1 0 0,0 1 0 0 0,0 0 0 0 0,-1 0 0 0 0,0 1 0 0 0,0 0 0 0 0,-1-1 0 0 0,3 15 0 0 0,-6-19 0 0 0,-1 1 0 0 0,1-1 0 0 0,-1 1 0 0 0,0-1 0 0 0,0 1 0 0 0,-1-1 0 0 0,0 1 0 0 0,0-1 0 0 0,-1 1 0 0 0,0-1 0 0 0,0 0 0 0 0,0 0 0 0 0,-1 0 0 0 0,-4 8 0 0 0,-9 12 136 0 0,0-1 1 0 0,-2-1-1 0 0,-1 0 1 0 0,-1-2-1 0 0,0 0 1 0 0,-2-1-1 0 0,-1-1 1 0 0,0-1-1 0 0,-1-1 1 0 0,-48 26 0 0 0,64-40-115 0 0,0-1 1 0 0,-1 0 0 0 0,1 0-1 0 0,0-1 1 0 0,-1 0 0 0 0,1 0-1 0 0,-1-1 1 0 0,0 0 0 0 0,0-1 0 0 0,-15-1-1 0 0,-3-2-193 0 0,0-2 0 0 0,-29-8 0 0 0,5 1-1831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4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51 2304 0 0,'-20'-12'2062'0'0,"16"10"-553"0"0,-1-1 1 0 0,1 0-1 0 0,0 0 1 0 0,0 0-1 0 0,1-1 0 0 0,-1 0 1 0 0,1 1-1 0 0,0-1 1 0 0,-4-6-1 0 0,9 16-1060 0 0,0-1 1 0 0,-1 0-1 0 0,0 0 0 0 0,0 1 0 0 0,0-1 1 0 0,-1 0-1 0 0,1 1 0 0 0,-2 6 0 0 0,-4 51-702 0 0,4-45 584 0 0,-5 36-304 0 0,-9 92 224 0 0,6 244-1 0 0,10-315-2193 0 0,-4 1-3417 0 0,2-58-1868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5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17 143 7370 0 0,'-2'-3'324'0'0,"0"0"1"0"0,1 0 0 0 0,-1 0-1 0 0,0 0 1 0 0,1 0 0 0 0,-1-1-1 0 0,1 1 1 0 0,0 0 0 0 0,0-1 0 0 0,1 1-1 0 0,-1 0 1 0 0,1-1 0 0 0,-1 1-1 0 0,1-1 1 0 0,0 1 0 0 0,1-1-1 0 0,0-5 1 0 0,-1 7-136 0 0,0 1 0 0 0,0-1 0 0 0,0 1-1 0 0,1-1 1 0 0,-1 1 0 0 0,1-1 0 0 0,-1 1 0 0 0,1-1-1 0 0,-1 1 1 0 0,1 0 0 0 0,0-1 0 0 0,0 1 0 0 0,0 0 0 0 0,0 0-1 0 0,-1-1 1 0 0,2 1 0 0 0,-1 0 0 0 0,0 0 0 0 0,0 0-1 0 0,0 0 1 0 0,0 0 0 0 0,1 0 0 0 0,-1 1 0 0 0,0-1 0 0 0,1 0-1 0 0,-1 1 1 0 0,1-1 0 0 0,-1 1 0 0 0,1-1 0 0 0,-1 1 0 0 0,1 0-1 0 0,-1-1 1 0 0,1 1 0 0 0,-1 0 0 0 0,1 0 0 0 0,-1 0-1 0 0,1 0 1 0 0,-1 1 0 0 0,1-1 0 0 0,-1 0 0 0 0,3 1 0 0 0,0 1-88 0 0,-1-1 0 0 0,1 1 0 0 0,0 0 1 0 0,-1 0-1 0 0,1 1 0 0 0,-1-1 0 0 0,0 1 1 0 0,0 0-1 0 0,0 0 0 0 0,0 0 0 0 0,0 0 1 0 0,-1 0-1 0 0,0 0 0 0 0,4 6 0 0 0,27 58-94 0 0,-25-49 68 0 0,9 19-53 0 0,2-2-1 0 0,28 42 1 0 0,-34-59-23 0 0,1 0 0 0 0,1-1 1 0 0,0-1-1 0 0,2 0 0 0 0,26 20 0 0 0,-25-23 50 0 0,1 2-100 0 0,35 20-1 0 0,-50-32 95 0 0,1-1 0 0 0,-1 0 0 0 0,0 0-1 0 0,1 0 1 0 0,0-1 0 0 0,-1 1 0 0 0,1-1 0 0 0,0 0-1 0 0,0 0 1 0 0,0-1 0 0 0,-1 1 0 0 0,1-1-1 0 0,0 0 1 0 0,8-2 0 0 0,-10 1 18 0 0,0-1 0 0 0,0 1 1 0 0,0-1-1 0 0,0 0 0 0 0,0 0 0 0 0,0 0 1 0 0,0 0-1 0 0,-1-1 0 0 0,1 1 0 0 0,-1-1 1 0 0,0 0-1 0 0,1 0 0 0 0,-1 0 0 0 0,-1 0 0 0 0,1 0 1 0 0,0 0-1 0 0,2-6 0 0 0,1-5 235 0 0,1 0-1 0 0,4-26 0 0 0,-6 12 176 0 0,-1 0-1 0 0,-1 0 0 0 0,-2 0 0 0 0,-4-44 0 0 0,-1-18-20 0 0,5 64-609 0 0,1-37 288 0 0,2 21-3069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7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10594 0 0,'2'-1'325'0'0,"0"-1"0"0"0,1 1 0 0 0,-1 0 0 0 0,1-1 0 0 0,-1 1 0 0 0,1 0-1 0 0,-1 0 1 0 0,1 1 0 0 0,0-1 0 0 0,-1 0 0 0 0,1 1 0 0 0,5 0 0 0 0,41 0 1597 0 0,-32 0-1168 0 0,27 0 69 0 0,-1 2-1 0 0,0 2 1 0 0,0 1-1 0 0,0 3 0 0 0,73 22 1 0 0,-97-23-1557 0 0,-1-2 0 0 0,37 6 0 0 0,-47-10 478 0 0,0 0 0 0 0,-1-1 0 0 0,1 0 0 0 0,0 0 0 0 0,0-1 0 0 0,0 0-1 0 0,-1 0 1 0 0,1-1 0 0 0,0 0 0 0 0,7-3 0 0 0,-9 2-975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7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35 7602 0 0,'1'-8'-317'0'0,"4"-18"9619"0"0,-5 37-5690 0 0,-2 163-606 0 0,3-54-2614 0 0,-4-45-666 0 0,-1-18-241 0 0,3 1-1 0 0,2 0 0 0 0,12 78 1 0 0,-7-109-7143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89 10194 0 0,'20'-2'1629'0'0,"-1"-1"0"0"0,0-1 0 0 0,25-7 0 0 0,37-9 2308 0 0,-30 15-3032 0 0,65 0-1 0 0,-82 6-1353 0 0,1-2 0 0 0,-1-1 0 0 0,0-2 1 0 0,0-1-1 0 0,39-12 0 0 0,-26 7-8538 0 0,-40 10 6173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8.4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4 10138 0 0,'-32'-4'11816'0'0,"35"9"-11380"0"0,10 19-46 0 0,-2 0 0 0 0,0 1 0 0 0,-2 0 0 0 0,7 29 0 0 0,18 114-5 0 0,6 16-817 0 0,15-9-4481 0 0,-39-128 3185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8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5529 0 0,'26'-15'5829'0'0,"-1"3"-4510"0"0,1 2 0 0 0,0 1 0 0 0,0 1 0 0 0,1 1 0 0 0,0 1 0 0 0,50-3 0 0 0,167 9 923 0 0,-191 2-2215 0 0,-3 2-2327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9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58 9298 0 0,'-5'-3'331'0'0,"0"-1"-1"0"0,0 0 1 0 0,0 0 0 0 0,0 0 0 0 0,-6-8-1 0 0,-6-15 8296 0 0,31 70-5151 0 0,-2 31-3435 0 0,-2-13 102 0 0,74 280-2386 0 0,-69-298-5426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9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1 106 11979 0 0,'3'-3'283'0'0,"0"0"0"0"0,0 0 0 0 0,1 0 0 0 0,-1 0 0 0 0,1 1 0 0 0,0-1 0 0 0,-1 1 0 0 0,1 0 0 0 0,1 0 0 0 0,-1 0 0 0 0,0 1 0 0 0,9-3 0 0 0,60-8 2328 0 0,-48 9-1763 0 0,83-8 1879 0 0,-67 8-2644 0 0,1-1 0 0 0,0-3 1 0 0,63-18-1 0 0,-84 17-887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49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14283 0 0,'-2'7'6621'0'0,"8"14"-5244"0"0,-5-17-849 0 0,10 42-168 0 0,-3 0 0 0 0,5 90 0 0 0,-5-41-2208 0 0,-2-43-6054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0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 6913 0 0,'8'0'1182'0'0,"0"-1"-1"0"0,0-1 0 0 0,0 1 1 0 0,10-5-1 0 0,16-3 821 0 0,26 2 583 0 0,1 3 1 0 0,111 7-1 0 0,21-1-1734 0 0,-175-3-1614 0 0,1-1 0 0 0,32-8 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0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13827 0 0,'9'9'8426'0'0,"-8"-7"-8059"0"0,5 25 1782 0 0,0 30-3219 0 0,-5-51 1687 0 0,10 149-369 0 0,23 253 9 0 0,-31-387-457 0 0,0-1 0 0 0,8 22-1 0 0,2-8-6183 0 0,0-9-1274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0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2 117 6449 0 0,'-2'2'2831'0'0,"7"-1"-736"0"0,18-2 478 0 0,31-7 211 0 0,63-25 1490 0 0,-60 15-3299 0 0,92-15 0 0 0,-1 10-2333 0 0,-125 19-6381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1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0,'2'9'7270'0'0,"6"16"-6011"0"0,6 12-857 0 0,-2 1 0 0 0,-2 0 0 0 0,11 74 1 0 0,-4 119-602 0 0,-11-121-1826 0 0,-3-79-5977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4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 6449 0 0,'0'-2'210'0'0,"0"1"0"0"0,0 0 0 0 0,0 0 0 0 0,0 0-1 0 0,1-1 1 0 0,-1 1 0 0 0,0 0 0 0 0,1 0 0 0 0,-1 0-1 0 0,1 0 1 0 0,0 0 0 0 0,-1-1 0 0 0,1 1 0 0 0,0 0 0 0 0,0 1-1 0 0,-1-1 1 0 0,1 0 0 0 0,0 0 0 0 0,0 0 0 0 0,0 0-1 0 0,0 1 1 0 0,0-1 0 0 0,2-1 0 0 0,28-19 2656 0 0,-30 21-2710 0 0,14-8 287 0 0,0 1-1 0 0,1 0 1 0 0,0 1 0 0 0,0 0-1 0 0,0 2 1 0 0,1 0 0 0 0,31-3-1 0 0,125 2 3587 0 0,-121 5-3669 0 0,-21 0-499 0 0,-16-1-123 0 0,0 0 0 0 0,0 2 0 0 0,0-1 1 0 0,0 2-1 0 0,0 0 0 0 0,0 1 0 0 0,27 9 0 0 0,-29-6-569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4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76 10594 0 0,'0'1'28'0'0,"0"-1"0"0"0,-1 0 0 0 0,1 0 0 0 0,0 0 0 0 0,0 0 0 0 0,0 0 0 0 0,0 0 0 0 0,0 0 0 0 0,0 1 0 0 0,0-1 0 0 0,0 0 0 0 0,0 0 0 0 0,-1 0-1 0 0,1 0 1 0 0,0 0 0 0 0,0 1 0 0 0,0-1 0 0 0,0 0 0 0 0,0 0 0 0 0,0 0 0 0 0,0 0 0 0 0,0 1 0 0 0,0-1 0 0 0,0 0 0 0 0,0 0 0 0 0,0 0 0 0 0,0 0 0 0 0,0 1 0 0 0,0-1 0 0 0,1 0 0 0 0,-1 0-1 0 0,0 0 1 0 0,0 0 0 0 0,0 0 0 0 0,0 1 0 0 0,0-1 0 0 0,0 0 0 0 0,0 0 0 0 0,0 0 0 0 0,0 0 0 0 0,1 0 0 0 0,-1 0 0 0 0,0 0 0 0 0,0 0 0 0 0,0 1 0 0 0,0-1 0 0 0,0 0 0 0 0,1 0-1 0 0,-1 0 1 0 0,13 4 1177 0 0,14-1 1172 0 0,14-5-256 0 0,59-8 1 0 0,40-16-1957 0 0,12-2-2688 0 0,29 9-2575 0 0,-130 15 436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4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 11058 0 0,'39'-5'5582'0'0,"128"-30"588"0"0,88 9-7893 0 0,-222 25-5849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5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4 131 5985 0 0,'-1'0'97'0'0,"1"-1"-1"0"0,0 1 1 0 0,-1-1-1 0 0,1 1 1 0 0,0 0 0 0 0,0-1-1 0 0,0 1 1 0 0,-1-1-1 0 0,1 1 1 0 0,0-1-1 0 0,0 1 1 0 0,0-1-1 0 0,0 1 1 0 0,0 0 0 0 0,0-1-1 0 0,0 1 1 0 0,0-1-1 0 0,0 1 1 0 0,0-1-1 0 0,0 1 1 0 0,0-1-1 0 0,0 1 1 0 0,0-1 0 0 0,0 1-1 0 0,0-1 1 0 0,1 1-1 0 0,-1-1 1 0 0,0 1-1 0 0,0 0 1 0 0,1-1-1 0 0,-1 0 1 0 0,16-15 2423 0 0,24-9 1530 0 0,-16 13-2271 0 0,0 1-1 0 0,37-10 1 0 0,-31 13-890 0 0,52-7-1 0 0,-24 10-859 0 0,-1 2 0 0 0,60 6 0 0 0,-65-2-554 0 0,-7-1-1736 0 0,-15 2-3095 0 0,-9 2-985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5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76 11979 0 0,'31'-1'2846'0'0,"-1"-1"0"0"0,31-7 0 0 0,59-17-278 0 0,-75 15-2617 0 0,1 1-1 0 0,-1 3 0 0 0,61-3 0 0 0,-78 12-1288 0 0,0 1 0 0 0,51 12 0 0 0,-62-12-209 0 0,12 3-4928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5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1840 0 0,'1'-5'5595'0'0,"-1"4"-5490"0"0,24-5 2999 0 0,37-5 495 0 0,101 1 2179 0 0,-107 9-4822 0 0,91-13 0 0 0,-72 1-2578 0 0,-50 9-29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6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 6913 0 0,'5'1'611'0'0,"0"0"-1"0"0,0 0 1 0 0,1-1-1 0 0,-1 0 1 0 0,0 0-1 0 0,8-1 0 0 0,142-18 6107 0 0,1 0-3745 0 0,85-9-1512 0 0,-33 3-5058 0 0,-171 22-3248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2:56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0 112 2304 0 0,'3'-1'395'0'0,"0"-1"0"0"0,0 1 0 0 0,0 0-1 0 0,0-1 1 0 0,0 1 0 0 0,1 1-1 0 0,-1-1 1 0 0,6 0 0 0 0,-6 0-252 0 0,136-20 8637 0 0,4 6-3667 0 0,13-1-2560 0 0,219-29-3902 0 0,-350 42 208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4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27 6385 0 0,'-3'-2'289'0'0,"-1"-2"168"0"0,0 1 0 0 0,-1 0 0 0 0,1 1 0 0 0,-1-1 0 0 0,0 1 0 0 0,0 0-1 0 0,0 0 1 0 0,-8-1 0 0 0,41 23 2947 0 0,-14-13-3405 0 0,0-1 1 0 0,0-1 0 0 0,0 0 0 0 0,1-1-1 0 0,0 0 1 0 0,0-1 0 0 0,0-1 0 0 0,0 0-1 0 0,21-1 1 0 0,11-3 967 0 0,79-15 1 0 0,-80 10-1926 0 0,76-4 1 0 0,-104 12-1673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4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4 121 3225 0 0,'-1'-2'14'0'0,"0"0"1"0"0,1 1 0 0 0,-1-1-1 0 0,1 0 1 0 0,0 0 0 0 0,0 0-1 0 0,-1 0 1 0 0,1 0 0 0 0,1 0-1 0 0,-1 0 1 0 0,0 0-1 0 0,0 0 1 0 0,2-4 0 0 0,6-27 1533 0 0,-7 26-695 0 0,1 1 0 0 0,0 0 0 0 0,1 0 0 0 0,-1 0 0 0 0,1 0 0 0 0,0 0 1 0 0,7-8 515 0 0,-7 17-992 0 0,0 0 0 0 0,1 0 0 0 0,-1-1 1 0 0,1 1-1 0 0,-1-1 0 0 0,1 0 0 0 0,8 3 1 0 0,-8-3-160 0 0,59 24 508 0 0,-50-22-498 0 0,0 0 1 0 0,0 1-1 0 0,-1 1 0 0 0,1 0 1 0 0,-1 1-1 0 0,-1 0 1 0 0,21 18-1 0 0,-30-24-256 0 0,-1 1 0 0 0,0-1 0 0 0,0 1 0 0 0,0-1 0 0 0,0 1 0 0 0,0 0 0 0 0,0-1 0 0 0,-1 1 0 0 0,1 0 0 0 0,0 0 1 0 0,-1 0-1 0 0,0-1 0 0 0,1 1 0 0 0,-1 0 0 0 0,0 0 0 0 0,0 0 0 0 0,0 0 0 0 0,0 0 0 0 0,0 0 0 0 0,0 0 0 0 0,-1-1 0 0 0,1 1 0 0 0,-1 0 0 0 0,1 0 0 0 0,-1 0 1 0 0,0 0-1 0 0,1-1 0 0 0,-1 1 0 0 0,-1 1 0 0 0,-5 8-616 0 0,1-1-1 0 0,-1 0 1 0 0,-15 14 0 0 0,6-4-1084 0 0,2-2-3843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5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2 185 6913 0 0,'-2'0'682'0'0,"5"-2"-81"0"0,11-8 423 0 0,23-11 784 0 0,-21 14-1216 0 0,1 0 0 0 0,0 2 0 0 0,0 0 0 0 0,0 1 0 0 0,22-2 0 0 0,88-1 841 0 0,-97 8-1380 0 0,0-2 0 0 0,-1-1 0 0 0,1-1 0 0 0,-1-2 0 0 0,47-13 0 0 0,1-12-57 0 0,10-3-1091 0 0,-27 15-3117 0 0,-56 16 3037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5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23 1840 0 0,'-24'-15'1944'0'0,"-3"8"4448"0"0,65 14 1382 0 0,-17 0-7161 0 0,0 1-1 0 0,36 19 1 0 0,-42-18-493 0 0,-2 0 0 0 0,1 0 0 0 0,-1 1 0 0 0,-1 1 0 0 0,0 0 0 0 0,20 23-1 0 0,-29-30-112 0 0,0 0 0 0 0,0 0 0 0 0,0 0 0 0 0,0 0 0 0 0,-1 1 0 0 0,0-1 0 0 0,0 1 0 0 0,0 0 0 0 0,-1-1 0 0 0,1 1 0 0 0,-1 0 0 0 0,0 0 0 0 0,0 0 0 0 0,-1 0 0 0 0,0 0 0 0 0,1 0 0 0 0,-2 0 0 0 0,1 0 0 0 0,-1 0-1 0 0,1-1 1 0 0,-1 1 0 0 0,-1 0 0 0 0,1 0 0 0 0,-1 0 0 0 0,1-1 0 0 0,-4 7 0 0 0,-4 1-40 0 0,0 0 0 0 0,-1 0-1 0 0,0-1 1 0 0,-22 20 0 0 0,21-21-124 0 0,-7 6-59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6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36 5529 0 0,'-4'-9'8780'0'0,"3"10"-8639"0"0,16-12 1995 0 0,-15 10-2392 0 0,9-2 576 0 0,0 0-1 0 0,0 0 0 0 0,0 1 1 0 0,1 1-1 0 0,-1-1 0 0 0,0 1 1 0 0,1 1-1 0 0,-1 0 0 0 0,13 1 1 0 0,10 0-68 0 0,56-1 169 0 0,-26 1-1489 0 0,-21-2-2672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6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15 3225 0 0,'-24'-12'1240'0'0,"-14"9"5461"0"0,27 3-4077 0 0,39 5 1385 0 0,-23-4-3817 0 0,1-1 0 0 0,-1 1 0 0 0,0 0-1 0 0,0 1 1 0 0,1-1 0 0 0,-1 1 0 0 0,0 0 0 0 0,6 4-1 0 0,-3-1-99 0 0,0 1-1 0 0,0 0 0 0 0,-1 0 1 0 0,1 0-1 0 0,-1 1 0 0 0,-1 0 0 0 0,0 1 1 0 0,0 0-1 0 0,0 0 0 0 0,-1 0 0 0 0,0 0 1 0 0,5 12-1 0 0,-8-14-165 0 0,1 1 0 0 0,-1-1 1 0 0,-1 0-1 0 0,1 1 0 0 0,-1-1 1 0 0,0 1-1 0 0,-1-1 0 0 0,0 1 1 0 0,0 0-1 0 0,0-1 0 0 0,-1 1 1 0 0,1-1-1 0 0,-2 1 0 0 0,1-1 1 0 0,-1 1-1 0 0,0-1 0 0 0,0 0 1 0 0,-6 11-1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7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1 365 6449 0 0,'0'-6'178'0'0,"1"-1"-1"0"0,-1 0 1 0 0,1 1-1 0 0,1-1 1 0 0,-1 1-1 0 0,1 0 1 0 0,0 0-1 0 0,1-1 1 0 0,0 1-1 0 0,0 1 0 0 0,0-1 1 0 0,0 0-1 0 0,1 1 1 0 0,0-1-1 0 0,0 1 1 0 0,6-5-1 0 0,-5 4 180 0 0,1 0-1 0 0,-1 0 0 0 0,1 1 1 0 0,1 0-1 0 0,-1 0 0 0 0,1 1 1 0 0,0 0-1 0 0,0 0 1 0 0,0 0-1 0 0,0 1 0 0 0,1 0 1 0 0,15-4-1 0 0,-13 7-154 0 0,-1 0 1 0 0,1 1-1 0 0,-1 0 1 0 0,1 0-1 0 0,-1 1 1 0 0,0 1-1 0 0,0-1 1 0 0,0 2-1 0 0,0-1 1 0 0,11 7-1 0 0,-8-5-116 0 0,1 0 0 0 0,-1 0 0 0 0,1-1 0 0 0,19 3 0 0 0,-19-6 35 0 0,0 0 1 0 0,0-1 0 0 0,0 0 0 0 0,0-2 0 0 0,0 1 0 0 0,0-1-1 0 0,0-1 1 0 0,-1-1 0 0 0,1 1 0 0 0,-1-2 0 0 0,18-8 0 0 0,3-6 664 0 0,-1-1 1 0 0,46-37 0 0 0,-51 35-1259 0 0,1 1-1 0 0,1 2 1 0 0,53-26-1 0 0,-54 35-2485 0 0,-14 6 1431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7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5985 0 0,'13'0'1613'0'0,"1"2"0"0"0,-1 0 0 0 0,14 4 0 0 0,89 29 2817 0 0,-89-26-3649 0 0,17 4 192 0 0,-20-6-358 0 0,0 0 1 0 0,-1 2 0 0 0,28 14-1 0 0,-51-23-598 0 0,1 0 0 0 0,-1 0 0 0 0,1 1 0 0 0,-1-1 0 0 0,1 1 0 0 0,-1-1 0 0 0,0 0 0 0 0,1 1-1 0 0,-1-1 1 0 0,1 1 0 0 0,-1-1 0 0 0,0 1 0 0 0,0-1 0 0 0,1 1 0 0 0,-1-1 0 0 0,0 1 0 0 0,0-1 0 0 0,1 1 0 0 0,-1 0 0 0 0,0-1 0 0 0,0 1-1 0 0,0-1 1 0 0,0 1 0 0 0,0-1 0 0 0,0 1 0 0 0,0 0 0 0 0,0 0 0 0 0,-9 19 285 0 0,-25 17 15 0 0,29-32-264 0 0,-104 106-1556 0 0,84-84-5924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8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3 176 7834 0 0,'0'-2'132'0'0,"-1"1"0"0"0,1-1 0 0 0,-1 1 0 0 0,1-1 0 0 0,0 0 0 0 0,0 1 0 0 0,-1-1 0 0 0,1 1 0 0 0,0-1 0 0 0,1 1 0 0 0,-1-1 0 0 0,0 0 0 0 0,0 1 0 0 0,1-1 0 0 0,-1 1 0 0 0,1-3 0 0 0,9-25 517 0 0,-10 29-612 0 0,4-10 221 0 0,0 0-1 0 0,0 1 1 0 0,1-1 0 0 0,0 1 0 0 0,1 0 0 0 0,9-12 0 0 0,-11 18-178 0 0,-1-1 1 0 0,1 1-1 0 0,0-1 0 0 0,0 1 0 0 0,0 0 0 0 0,0 0 1 0 0,1 1-1 0 0,-1-1 0 0 0,1 1 0 0 0,0 0 0 0 0,-1 1 0 0 0,1-1 1 0 0,0 1-1 0 0,0 0 0 0 0,6-1 0 0 0,2 2-4 0 0,0 1 0 0 0,0 0-1 0 0,-1 0 1 0 0,1 2 0 0 0,0-1-1 0 0,-1 2 1 0 0,0 0 0 0 0,0 0-1 0 0,0 1 1 0 0,19 11 0 0 0,-12-7 14 0 0,0 0 1 0 0,35 9 0 0 0,-47-16-107 0 0,1 0 246 0 0,-1-1-1 0 0,1 1 1 0 0,0-1-1 0 0,-1 0 1 0 0,13-1-1 0 0,-18 0-226 0 0,-1 0-1 0 0,1 0 0 0 0,-1-1 0 0 0,1 1 0 0 0,-1-1 1 0 0,1 1-1 0 0,-1-1 0 0 0,0 1 0 0 0,1-1 0 0 0,-1 0 1 0 0,0 0-1 0 0,1 0 0 0 0,-1 1 0 0 0,0-1 0 0 0,0 0 0 0 0,0-1 1 0 0,0 1-1 0 0,0 0 0 0 0,0 0 0 0 0,0 0 0 0 0,0-1 1 0 0,0 1-1 0 0,-1 0 0 0 0,1-1 0 0 0,0 1 0 0 0,-1-1 1 0 0,1 1-1 0 0,-1 0 0 0 0,0-1 0 0 0,1 1 0 0 0,-1-1 0 0 0,0 1 1 0 0,0-4-1 0 0,1-4-1406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8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4145 0 0,'1'6'3689'0'0,"-1"-6"-3619"0"0,13 7 2169 0 0,14 4 253 0 0,10-3-232 0 0,-4 0 338 0 0,51 18-1 0 0,-73-21-2362 0 0,0 0 1 0 0,0 1-1 0 0,0 0 0 0 0,0 1 1 0 0,-1 0-1 0 0,0 1 0 0 0,17 17 1 0 0,-17-14 1 0 0,28 31-55 0 0,-37-40-170 0 0,1 0-1 0 0,0 0 0 0 0,-1 0 0 0 0,0 0 0 0 0,1 0 0 0 0,-1 0 0 0 0,0 1 0 0 0,0-1 0 0 0,-1 1 0 0 0,1-1 0 0 0,0 1 0 0 0,-1-1 0 0 0,1 1 0 0 0,-1-1 0 0 0,0 1 0 0 0,0-1 0 0 0,0 4 0 0 0,-2-3-11 0 0,1 0 0 0 0,-1 1 0 0 0,0-1 0 0 0,0 0 0 0 0,0 0 0 0 0,-1 0 0 0 0,1-1 0 0 0,-1 1 0 0 0,1-1 0 0 0,-6 5 0 0 0,-3 1-98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29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84 3225 0 0,'-4'-1'7519'0'0,"16"-10"-5459"0"0,24-10-101 0 0,-20 18-1736 0 0,1 0 1 0 0,-1 1-1 0 0,1 1 0 0 0,-1 0 0 0 0,1 1 0 0 0,18 3 1 0 0,-10-1 463 0 0,41-3 1 0 0,-59 0-624 0 0,1 0 1 0 0,0-1 0 0 0,-1 1 0 0 0,1-1-1 0 0,-1-1 1 0 0,0 1 0 0 0,0-1-1 0 0,0-1 1 0 0,10-5 0 0 0,2-8-2064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30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17 4609 0 0,'-28'-13'4638'0'0,"28"12"-4505"0"0,-1 1 1 0 0,1 0 0 0 0,-1-1 0 0 0,1 1-1 0 0,-1 0 1 0 0,1 0 0 0 0,-1-1 0 0 0,0 1 0 0 0,1 0-1 0 0,-1 0 1 0 0,1 0 0 0 0,-1 0 0 0 0,0 0 0 0 0,1 0-1 0 0,-1 0 1 0 0,0 0 0 0 0,1 0 0 0 0,-1 0 0 0 0,1 0-1 0 0,-1 0 1 0 0,0 0 0 0 0,1 1 0 0 0,-1-1 0 0 0,1 0-1 0 0,-1 0 1 0 0,1 1 0 0 0,-1-1 0 0 0,1 0 0 0 0,-1 1-1 0 0,1-1 1 0 0,-1 1 0 0 0,1-1 0 0 0,-1 0 0 0 0,1 1-1 0 0,0-1 1 0 0,-1 1 0 0 0,1-1 0 0 0,0 1-1 0 0,-1-1 1 0 0,1 1 0 0 0,0 0 0 0 0,0-1 0 0 0,-1 1-1 0 0,1 0 1 0 0,1 1-39 0 0,0 1 0 0 0,1-1-1 0 0,-1 0 1 0 0,0 0 0 0 0,1 0 0 0 0,0 0-1 0 0,-1 0 1 0 0,1 0 0 0 0,0-1-1 0 0,0 1 1 0 0,0-1 0 0 0,0 1-1 0 0,0-1 1 0 0,3 2 0 0 0,9 7 430 0 0,29 35 646 0 0,-18-18-932 0 0,2 0 0 0 0,1-2 0 0 0,37 26 0 0 0,-64-51-228 0 0,0 1 0 0 0,1 0 0 0 0,-1-1 0 0 0,0 1 0 0 0,0 0 0 0 0,0 0 0 0 0,0 0 0 0 0,0 0 0 0 0,0 0 0 0 0,0 0 0 0 0,0 0 0 0 0,0 0 0 0 0,0 1 0 0 0,-1-1 0 0 0,1 0 0 0 0,0 1 0 0 0,-1-1 0 0 0,1 0 0 0 0,-1 1 0 0 0,0-1 0 0 0,1 0 0 0 0,-1 1 0 0 0,0-1 0 0 0,0 1 0 0 0,0-1 0 0 0,0 0 0 0 0,0 1 1 0 0,0 1-1 0 0,-2 2 160 0 0,0-1 1 0 0,0 1 0 0 0,0-1 0 0 0,-1 1 0 0 0,1-1 0 0 0,-8 8 0 0 0,9-10-133 0 0,-93 118 1322 0 0,84-107-1427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39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923 58 3225 0 0,'1'-2'227'0'0,"-1"0"0"0"0,0 0 0 0 0,0 0 0 0 0,0-1 0 0 0,-1 1 1 0 0,1 0-1 0 0,0 0 0 0 0,-1-1 0 0 0,0 1 0 0 0,1 0 0 0 0,-1 0 0 0 0,0 0 1 0 0,0 0-1 0 0,0 0 0 0 0,0 0 0 0 0,0 0 0 0 0,-1 1 0 0 0,1-1 1 0 0,-1 0-1 0 0,1 0 0 0 0,-1 1 0 0 0,1-1 0 0 0,-4-1 0 0 0,1 1 55 0 0,-1 1 0 0 0,1-1-1 0 0,0 1 1 0 0,0 0-1 0 0,0 1 1 0 0,-1-1 0 0 0,1 1-1 0 0,-1 0 1 0 0,1 0 0 0 0,0 0-1 0 0,-7 1 1 0 0,-11 2 304 0 0,0 2 1 0 0,0 0-1 0 0,1 1 0 0 0,0 1 1 0 0,-39 18-1 0 0,12 0-490 0 0,-57 39 0 0 0,100-60-84 0 0,-67 48 12 0 0,65-46-35 0 0,0 1 0 0 0,0-1 1 0 0,1 1-1 0 0,0 1 0 0 0,0-1 0 0 0,0 1 0 0 0,-4 10 0 0 0,8-17 45 0 0,1 0 0 0 0,0 1-1 0 0,-1-1 1 0 0,1 0 0 0 0,-1 0-1 0 0,1 0 1 0 0,-1 0 0 0 0,1 0 0 0 0,-1 0-1 0 0,0-1 1 0 0,0 1 0 0 0,1-1-1 0 0,-1 1 1 0 0,0-1 0 0 0,0 1-1 0 0,0-1 1 0 0,1 0 0 0 0,-1 0-1 0 0,0 0 1 0 0,-3 0 0 0 0,-51-4 710 0 0,31 2-486 0 0,-35 2 92 0 0,38 1-105 0 0,0-1 1 0 0,0 0-1 0 0,0-2 0 0 0,0-1 1 0 0,1 0-1 0 0,-39-12 0 0 0,40 5-1300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39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30 3681 0 0,'3'-30'8538'0'0,"-10"42"-6631"0"0,-19 34-705 0 0,-2-1 0 0 0,-36 44 0 0 0,-26 40-967 0 0,87-124-177 0 0,0 0 0 0 0,1-1 0 0 0,-1 1 0 0 0,1 0 0 0 0,0 1 0 0 0,1-1 0 0 0,-1 0 0 0 0,1 0 0 0 0,0 1 0 0 0,1-1 0 0 0,-1 10 0 0 0,1-12-13 0 0,0-1-1 0 0,1 1 1 0 0,-1 0 0 0 0,1-1 0 0 0,0 1 0 0 0,0-1 0 0 0,0 1-1 0 0,0-1 1 0 0,0 1 0 0 0,1-1 0 0 0,-1 0 0 0 0,1 0 0 0 0,-1 1-1 0 0,1-1 1 0 0,0 0 0 0 0,0 0 0 0 0,0-1 0 0 0,0 1-1 0 0,0 0 1 0 0,0-1 0 0 0,0 1 0 0 0,1-1 0 0 0,-1 0 0 0 0,1 0-1 0 0,3 2 1 0 0,17 4-267 0 0,1 0 1 0 0,0-2-1 0 0,0 0 0 0 0,1-2 0 0 0,45 1 0 0 0,-39-2-6424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0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872 1 6913 0 0,'-9'1'160'0'0,"0"0"-1"0"0,1 1 0 0 0,-1 1 0 0 0,0-1 0 0 0,1 1 0 0 0,-15 7 0 0 0,-22 8 897 0 0,19-10-97 0 0,-1 1 0 0 0,2 2-1 0 0,-1 0 1 0 0,2 2-1 0 0,-27 18 1 0 0,-107 89-631 0 0,157-119-338 0 0,-5 3-3 0 0,-1 0 0 0 0,0 0 0 0 0,0 0 0 0 0,0-1 1 0 0,0 0-1 0 0,-1 0 0 0 0,1-1 0 0 0,-1 0 0 0 0,1 0 1 0 0,-13 0-1 0 0,-13 1 532 0 0,-39-2 0 0 0,45-1 301 0 0,7-1-430 0 0,1 1-1 0 0,0-2 1 0 0,-1-1 0 0 0,1-1-1 0 0,0 0 1 0 0,1-1-1 0 0,-29-12 1 0 0,37 10-2627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1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3 8754 0 0,'-10'-2'7707'0'0,"-6"18"-7393"0"0,0 2 0 0 0,1 0 0 0 0,1 0 0 0 0,0 1 0 0 0,2 1 0 0 0,0 1 0 0 0,1-1 0 0 0,1 2 0 0 0,-11 35 1 0 0,19-52-165 0 0,1 0 0 0 0,-1 0 1 0 0,1 1-1 0 0,0-1 0 0 0,1 0 1 0 0,-1 1-1 0 0,1-1 0 0 0,0 1 1 0 0,1-1-1 0 0,-1 1 0 0 0,1-1 1 0 0,0 0-1 0 0,0 1 0 0 0,1-1 1 0 0,3 8-1 0 0,-3-9-139 0 0,1 0-1 0 0,-1-1 1 0 0,1 1-1 0 0,0-1 1 0 0,0 0-1 0 0,0 1 1 0 0,0-2-1 0 0,1 1 1 0 0,-1 0 0 0 0,1-1-1 0 0,0 1 1 0 0,-1-1-1 0 0,1 0 1 0 0,0 0-1 0 0,0-1 1 0 0,1 1-1 0 0,-1-1 1 0 0,0 0 0 0 0,7 1-1 0 0,54 3-2402 0 0,-40-4-4767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1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786 24 8754 0 0,'-16'-6'1506'0'0,"-1"1"-1"0"0,0 1 1 0 0,-26-4 0 0 0,34 8-1282 0 0,1 0 1 0 0,-1 0-1 0 0,0 1 1 0 0,1 0-1 0 0,-1 0 0 0 0,1 1 1 0 0,0 0-1 0 0,-1 0 1 0 0,-10 5-1 0 0,-4 4-45 0 0,1 2 0 0 0,-1 0 0 0 0,2 1 0 0 0,0 1 0 0 0,1 1 0 0 0,-20 20 0 0 0,-8 13 382 0 0,-44 56 0 0 0,85-96-386 0 0,0 0 0 0 0,-1 0-1 0 0,0-1 1 0 0,0-1 0 0 0,-1 1-1 0 0,0-1 1 0 0,-16 9 0 0 0,21-14-100 0 0,-1 0 0 0 0,0 0 0 0 0,0-1 0 0 0,0 0 0 0 0,0 0 0 0 0,0 0 0 0 0,0 0 0 0 0,0-1 1 0 0,0 1-1 0 0,0-1 0 0 0,0-1 0 0 0,0 1 0 0 0,0-1 0 0 0,0 0 0 0 0,0 0 0 0 0,0 0 0 0 0,0 0 0 0 0,0-1 0 0 0,-6-3 0 0 0,-2-1-354 0 0,1-1 0 0 0,0 0 0 0 0,0-1 0 0 0,1-1 0 0 0,0 1 0 0 0,-18-20 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2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2 7834 0 0,'13'-1'8064'0'0,"-16"6"-7245"0"0,-60 82 1845 0 0,37-52-1976 0 0,0 1 0 0 0,3 1 0 0 0,-26 53 0 0 0,48-88-672 0 0,0-1 0 0 0,1 1 0 0 0,-1 0 0 0 0,0 0 0 0 0,1-1 0 0 0,-1 1 0 0 0,1 0 1 0 0,-1 0-1 0 0,1 0 0 0 0,0 0 0 0 0,0 0 0 0 0,0-1 0 0 0,0 1 0 0 0,0 0 0 0 0,0 0 0 0 0,0 0 0 0 0,1 0 1 0 0,-1 0-1 0 0,1-1 0 0 0,-1 1 0 0 0,1 0 0 0 0,0 0 0 0 0,0-1 0 0 0,0 1 0 0 0,0 0 0 0 0,0-1 1 0 0,0 1-1 0 0,0-1 0 0 0,0 1 0 0 0,1-1 0 0 0,-1 0 0 0 0,0 1 0 0 0,1-1 0 0 0,-1 0 0 0 0,1 0 0 0 0,0 0 1 0 0,-1 0-1 0 0,1 0 0 0 0,0-1 0 0 0,0 1 0 0 0,-1 0 0 0 0,1-1 0 0 0,0 1 0 0 0,0-1 0 0 0,2 0 0 0 0,13 3-76 0 0,-1-1-1 0 0,0 0 0 0 0,1-1 0 0 0,21-3 0 0 0,-16 2-279 0 0,41 0-1302 0 0,-29 0 787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2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824 34 10594 0 0,'-1'-2'63'0'0,"0"-1"1"0"0,0 1-1 0 0,-1 0 0 0 0,1 0 0 0 0,0 0 1 0 0,-1 0-1 0 0,0 1 0 0 0,1-1 0 0 0,-1 0 0 0 0,0 1 1 0 0,0-1-1 0 0,0 1 0 0 0,0-1 0 0 0,0 1 0 0 0,-1 0 1 0 0,1 0-1 0 0,0 0 0 0 0,0 0 0 0 0,-1 1 0 0 0,1-1 1 0 0,0 0-1 0 0,-1 1 0 0 0,1 0 0 0 0,-1-1 1 0 0,1 1-1 0 0,-1 0 0 0 0,1 1 0 0 0,-4-1 0 0 0,-7 1 523 0 0,0 1-1 0 0,1 0 0 0 0,-1 1 1 0 0,-13 4-1 0 0,4 1-150 0 0,-1 0 0 0 0,1 2 0 0 0,1 0 0 0 0,0 2 1 0 0,-38 27-1 0 0,31-16-231 0 0,1 1 1 0 0,1 1-1 0 0,-28 36 1 0 0,39-44 60 0 0,5-3-44 0 0,-2-1 0 0 0,0 0 1 0 0,0-1-1 0 0,-19 15 1 0 0,26-23-167 0 0,0-1 1 0 0,-1 0 0 0 0,1-1-1 0 0,-1 1 1 0 0,0-1 0 0 0,1 0-1 0 0,-1 0 1 0 0,0-1-1 0 0,0 1 1 0 0,0-2 0 0 0,-1 1-1 0 0,1 0 1 0 0,0-1 0 0 0,0 0-1 0 0,0-1 1 0 0,-8-1 0 0 0,4 1-40 0 0,0-2 0 0 0,0 1 0 0 0,0-1 0 0 0,0-1 0 0 0,1 0 1 0 0,0 0-1 0 0,0-1 0 0 0,0 0 0 0 0,0-1 0 0 0,1 0 1 0 0,-1 0-1 0 0,2 0 0 0 0,-1-1 0 0 0,1-1 0 0 0,0 1 1 0 0,0-1-1 0 0,1 0 0 0 0,0-1 0 0 0,1 1 0 0 0,-8-16 1 0 0,7 6-718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3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13 10594 0 0,'15'-13'2373'0'0,"-22"25"768"0"0,-22 25-758 0 0,-21 19-1123 0 0,17-19-743 0 0,0 0 1 0 0,3 3-1 0 0,-48 80 1 0 0,74-113-421 0 0,0 1 0 0 0,1 0 1 0 0,0 0-1 0 0,1 0 1 0 0,-2 8-1 0 0,3-15-86 0 0,1 0 1 0 0,0 1-1 0 0,0-1 0 0 0,-1 0 1 0 0,1 0-1 0 0,0 0 0 0 0,0 0 1 0 0,0 1-1 0 0,1-1 0 0 0,-1 0 0 0 0,0 0 1 0 0,0 0-1 0 0,1 0 0 0 0,-1 0 1 0 0,0 0-1 0 0,1 1 0 0 0,-1-1 1 0 0,1 0-1 0 0,0 0 0 0 0,-1 0 0 0 0,1-1 1 0 0,0 1-1 0 0,-1 0 0 0 0,1 0 1 0 0,0 0-1 0 0,0 0 0 0 0,0-1 1 0 0,0 1-1 0 0,0 0 0 0 0,0-1 0 0 0,0 1 1 0 0,0-1-1 0 0,0 1 0 0 0,0-1 1 0 0,0 1-1 0 0,0-1 0 0 0,0 0 0 0 0,1 1 1 0 0,-1-1-1 0 0,0 0 0 0 0,0 0 1 0 0,0 0-1 0 0,0 0 0 0 0,0 0 1 0 0,2-1-1 0 0,15 1-471 0 0,28 1-412 0 0,-16 4-5794 0 0,-14 0 229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4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498 71 7290 0 0,'-7'-15'242'0'0,"6"14"-227"0"0,0 0 0 0 0,0 0 0 0 0,0 0-1 0 0,0 0 1 0 0,0 0 0 0 0,0-1 0 0 0,1 1 0 0 0,-1 0-1 0 0,0 0 1 0 0,1-1 0 0 0,-1 1 0 0 0,1-1 0 0 0,0 1 0 0 0,-1 0-1 0 0,1-1 1 0 0,0 1 0 0 0,0-1 0 0 0,0 1 0 0 0,0-1 0 0 0,0 1-1 0 0,0-1 1 0 0,1 1 0 0 0,-1-1 0 0 0,0 1 0 0 0,1 0-1 0 0,-1-1 1 0 0,1 1 0 0 0,-1 0 0 0 0,1-1 0 0 0,0 1 0 0 0,4-14 6055 0 0,-5 15-5954 0 0,-15 0 6148 0 0,6 4-6107 0 0,-1 1 0 0 0,1 0 0 0 0,0 0 0 0 0,1 1 1 0 0,-1 0-1 0 0,1 0 0 0 0,0 1 0 0 0,1 0 0 0 0,-1 1 0 0 0,-10 14 1 0 0,6-8-128 0 0,0-1 1 0 0,-29 24 0 0 0,33-31-120 0 0,-1 0-1 0 0,0-1 1 0 0,-1 0-1 0 0,1 0 1 0 0,-1-1 0 0 0,0 0-1 0 0,0 0 1 0 0,0-2-1 0 0,0 1 1 0 0,0-1-1 0 0,-16 1 1 0 0,18-3 106 0 0,1 0 1 0 0,0-1 0 0 0,0 1 0 0 0,-1-2-1 0 0,1 1 1 0 0,0-1 0 0 0,0 0-1 0 0,0 0 1 0 0,0-1 0 0 0,1 0 0 0 0,-1 0-1 0 0,1-1 1 0 0,0 0 0 0 0,-1 0-1 0 0,2 0 1 0 0,-1-1 0 0 0,-7-7 0 0 0,11 9-232 0 0,0 1 1 0 0,0 0 0 0 0,-1 0 0 0 0,1 0 0 0 0,-1 0-1 0 0,0 0 1 0 0,1 0 0 0 0,-1 0 0 0 0,0 1 0 0 0,0 0 0 0 0,0-1-1 0 0,0 1 1 0 0,-5-1 0 0 0,2 2-883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4:44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0 10594 0 0,'-14'17'1944'0'0,"11"-13"-1363"0"0,-47 51 3238 0 0,-17 20-2198 0 0,61-68-1359 0 0,0 1 0 0 0,1 1 0 0 0,0-1 0 0 0,0 1 0 0 0,1 0 0 0 0,0 0 0 0 0,-4 16 0 0 0,7-23-214 0 0,1 0 0 0 0,0 1 0 0 0,-1-1-1 0 0,1 0 1 0 0,0 1 0 0 0,1-1 0 0 0,-1 1 0 0 0,0-1-1 0 0,1 0 1 0 0,-1 1 0 0 0,1-1 0 0 0,-1 0 0 0 0,1 1-1 0 0,0-1 1 0 0,0 0 0 0 0,0 0 0 0 0,1 0 0 0 0,-1 0-1 0 0,0 0 1 0 0,1 0 0 0 0,-1 0 0 0 0,1 0 0 0 0,0-1 0 0 0,-1 1-1 0 0,1 0 1 0 0,0-1 0 0 0,0 0 0 0 0,4 3 0 0 0,6 2-59 0 0,0 0 1 0 0,0-1-1 0 0,1-1 0 0 0,15 5 1 0 0,-5-2-1017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6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40 241 13363 0 0,'-3'-24'905'0'0,"0"-44"0"0"0,4 52-599 0 0,-1 1 0 0 0,-1-1 0 0 0,-1 1 0 0 0,0 0-1 0 0,-1 0 1 0 0,0 0 0 0 0,-7-17 0 0 0,10 31-245 0 0,0 1 0 0 0,0 0 0 0 0,0-1 0 0 0,0 1 0 0 0,0 0 0 0 0,0-1 0 0 0,0 1 0 0 0,0-1 0 0 0,0 1 0 0 0,0 0 0 0 0,-1-1 0 0 0,1 1 0 0 0,0 0 0 0 0,0-1 0 0 0,0 1 0 0 0,-1 0 0 0 0,1 0 0 0 0,0-1 0 0 0,0 1 0 0 0,-1 0 0 0 0,1 0 0 0 0,0-1 0 0 0,-1 1 0 0 0,1 0 0 0 0,0 0 0 0 0,-1 0 0 0 0,1 0 0 0 0,0-1 1 0 0,-1 1-1 0 0,1 0 0 0 0,0 0 0 0 0,-1 0 0 0 0,0 0 0 0 0,-3 12 965 0 0,2 24-434 0 0,4 21-288 0 0,3 0 0 0 0,17 86 1 0 0,40 110-254 0 0,-38-164 47 0 0,193 992 216 0 0,-188-915-350 0 0,45 178-416 0 0,-70-315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7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9 422 9218 0 0,'-1'-5'139'0'0,"-1"-3"17"0"0,0 1 0 0 0,1 0 0 0 0,0-1-1 0 0,0 1 1 0 0,1-1 0 0 0,0 0-1 0 0,0 1 1 0 0,1-1 0 0 0,0 1 0 0 0,0-1-1 0 0,1 1 1 0 0,0 0 0 0 0,0 0-1 0 0,6-12 1 0 0,0 5 217 0 0,0 2 0 0 0,1-1 0 0 0,1 1 0 0 0,0 1 1 0 0,0-1-1 0 0,1 2 0 0 0,1-1 0 0 0,13-8 0 0 0,-5 5 183 0 0,1 2 1 0 0,0 0-1 0 0,1 1 0 0 0,34-11 1 0 0,13 2 566 0 0,1 2 0 0 0,104-11 0 0 0,-154 27-1018 0 0,207-20 738 0 0,-67 8-890 0 0,-157 14-27 0 0,8-2-344 0 0,0 1 0 0 0,1 0 0 0 0,-1 1 0 0 0,22 3 0 0 0,-13 2-6758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7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1 341 9674 0 0,'0'-2'254'0'0,"0"0"0"0"0,0 0-1 0 0,0 0 1 0 0,0 0 0 0 0,0 1 0 0 0,1-1 0 0 0,-1 0-1 0 0,1 0 1 0 0,-1 0 0 0 0,1 1 0 0 0,-1-1 0 0 0,1 0-1 0 0,0 1 1 0 0,0-1 0 0 0,0 1 0 0 0,0-1 0 0 0,0 1-1 0 0,3-3 1 0 0,28-31 4325 0 0,-22 25-4707 0 0,26-27 1042 0 0,1 2 0 0 0,46-34-1 0 0,-61 53-1003 0 0,1 1 0 0 0,1 1 0 0 0,1 1 0 0 0,0 1 1 0 0,45-15-1 0 0,-29 16-252 0 0,2 0 171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7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 59 12443 0 0,'-11'-4'343'0'0,"1"1"-1"0"0,-1 1 1 0 0,0 0 0 0 0,0 0 0 0 0,0 1 0 0 0,0 0 0 0 0,1 1 0 0 0,-1 1 0 0 0,0-1 0 0 0,0 2 0 0 0,0-1 0 0 0,0 2-1 0 0,1-1 1 0 0,-1 1 0 0 0,-19 9 0 0 0,19-7-44 0 0,0 1 0 0 0,1 0 0 0 0,0 0 0 0 0,0 1 0 0 0,0 0 0 0 0,1 1 1 0 0,0 0-1 0 0,0 0 0 0 0,1 1 0 0 0,-14 19 0 0 0,13-14-159 0 0,0 1 0 0 0,1 0 0 0 0,1 0 0 0 0,0 1 0 0 0,1 0 0 0 0,1 0 1 0 0,-4 21-1 0 0,5-13-120 0 0,0 1 0 0 0,2-1 0 0 0,1 1 1 0 0,1 0-1 0 0,1 0 0 0 0,1-1 0 0 0,1 1 0 0 0,1-1 1 0 0,2 0-1 0 0,15 45 0 0 0,-14-52-15 0 0,1 0 0 0 0,1-1 0 0 0,0 0 0 0 0,2-1 0 0 0,-1 0 0 0 0,2 0 0 0 0,0-1 0 0 0,0-1 0 0 0,1 0 0 0 0,1 0 0 0 0,0-2 0 0 0,1 0 0 0 0,0 0 0 0 0,1-2-1 0 0,0 1 1 0 0,1-2 0 0 0,-1-1 0 0 0,1 0 0 0 0,1-1 0 0 0,0 0 0 0 0,-1-2 0 0 0,1 0 0 0 0,1-1 0 0 0,-1-1 0 0 0,0 0 0 0 0,1-2 0 0 0,23-1 0 0 0,-28 0 0 0 0,-1-1 0 0 0,1 0 0 0 0,-1-1-1 0 0,0 0 1 0 0,0-1 0 0 0,0-1 0 0 0,0 0 0 0 0,-1-1 0 0 0,0 0 0 0 0,0-1 0 0 0,16-11 0 0 0,-21 12-1 0 0,0-1 0 0 0,0 1 0 0 0,0-1 0 0 0,-1 0 0 0 0,0 0 0 0 0,-1-1 1 0 0,0 0-1 0 0,0 0 0 0 0,0 0 0 0 0,-1 0 0 0 0,0-1 0 0 0,-1 0 0 0 0,0 0 1 0 0,0 0-1 0 0,-1 0 0 0 0,0 0 0 0 0,0-14 0 0 0,-1-1 57 0 0,-2-1 0 0 0,-1 1 0 0 0,0 0-1 0 0,-2 0 1 0 0,-1 0 0 0 0,-1 0 0 0 0,-1 1-1 0 0,-16-36 1 0 0,-8-9 40 0 0,-60-94-1 0 0,76 137-118 0 0,-1 0-1 0 0,-1 1 1 0 0,-22-23 0 0 0,33 40-154 0 0,-1 1 0 0 0,1 0 0 0 0,-1 1 1 0 0,0-1-1 0 0,0 1 0 0 0,0 1 0 0 0,-1-1 1 0 0,0 1-1 0 0,0 1 0 0 0,0-1 0 0 0,0 1 1 0 0,0 1-1 0 0,-1 0 0 0 0,-17-3 0 0 0,-10 6-7381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8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27 226 9218 0 0,'-26'-29'14331'0'0,"33"11"-14251"0"0,-6 15-75 0 0,0 0-1 0 0,0 0 1 0 0,0 1-1 0 0,1-1 1 0 0,-1 1 0 0 0,1-1-1 0 0,0 1 1 0 0,-1-1-1 0 0,1 1 1 0 0,0 0 0 0 0,0 0-1 0 0,1 0 1 0 0,-1 0-1 0 0,0 0 1 0 0,1 1 0 0 0,-1-1-1 0 0,1 1 1 0 0,-1-1 0 0 0,1 1-1 0 0,0 0 1 0 0,4-1-1 0 0,-2 1 13 0 0,-1 1 1 0 0,0 0-1 0 0,1 0 0 0 0,-1 0 0 0 0,1 1 0 0 0,-1 0 0 0 0,1-1 0 0 0,-1 1 1 0 0,0 1-1 0 0,0-1 0 0 0,0 1 0 0 0,8 3 0 0 0,4 5 37 0 0,0 0 0 0 0,0 1 0 0 0,-1 1 0 0 0,-1 0 0 0 0,18 20 0 0 0,0 4-54 0 0,-1 2 0 0 0,-3 0 0 0 0,48 86 0 0 0,-40-53 0 0 0,43 123 0 0 0,-78-191 10 0 0,0 0 1 0 0,0 0-1 0 0,0-1 0 0 0,-1 1 0 0 0,1 0 0 0 0,-1 0 0 0 0,0 0 1 0 0,0 4-1 0 0,0-6-8 0 0,0-1 0 0 0,0 0 1 0 0,0 0-1 0 0,0 1 0 0 0,0-1 0 0 0,0 0 1 0 0,0 0-1 0 0,0 0 0 0 0,-1 1 1 0 0,1-1-1 0 0,0 0 0 0 0,0 0 0 0 0,0 1 1 0 0,0-1-1 0 0,0 0 0 0 0,-1 0 0 0 0,1 0 1 0 0,0 0-1 0 0,0 0 0 0 0,0 1 0 0 0,0-1 1 0 0,-1 0-1 0 0,1 0 0 0 0,0 0 1 0 0,0 0-1 0 0,-1 0 0 0 0,1 0 0 0 0,0 0 1 0 0,0 0-1 0 0,0 0 0 0 0,-1 1 0 0 0,1-1 1 0 0,0 0-1 0 0,0 0 0 0 0,-1 0 0 0 0,-15-10 75 0 0,9 3 33 0 0,0-1 0 0 0,1 0 1 0 0,-1 0-1 0 0,1-1 0 0 0,1 1 0 0 0,0-1 1 0 0,0-1-1 0 0,1 1 0 0 0,0-1 1 0 0,0 1-1 0 0,1-1 0 0 0,-3-19 1 0 0,0-7 64 0 0,1 0 0 0 0,1-48 0 0 0,3 41-203 0 0,2 0 0 0 0,1 0 0 0 0,2 0 0 0 0,3 0 0 0 0,1 1 1 0 0,2 0-1 0 0,15-40 0 0 0,-21 73-377 0 0,0 0 0 0 0,0 0-1 0 0,1 1 1 0 0,0 0 0 0 0,12-15 0 0 0,5 1-8192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19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44 11979 0 0,'0'-2'252'0'0,"0"0"0"0"0,0 0 1 0 0,-1 0-1 0 0,1 0 0 0 0,-1 0 1 0 0,0 0-1 0 0,0 0 1 0 0,1 0-1 0 0,-1 0 0 0 0,0 0 1 0 0,0 1-1 0 0,-1-1 1 0 0,1 0-1 0 0,0 1 0 0 0,-1-1 1 0 0,1 0-1 0 0,-1 1 0 0 0,1 0 1 0 0,-1-1-1 0 0,0 1 1 0 0,1 0-1 0 0,-1 0 0 0 0,0 0 1 0 0,0 0-1 0 0,0 0 1 0 0,-3-1-1 0 0,3 2-160 0 0,0 1 0 0 0,0-1 0 0 0,0 0 0 0 0,0 1 0 0 0,0-1 0 0 0,0 1 0 0 0,0-1 0 0 0,0 1 0 0 0,0 0 0 0 0,1 0 0 0 0,-1 0 0 0 0,0 0 0 0 0,0 0 0 0 0,1 1 0 0 0,-1-1 0 0 0,1 0 1 0 0,-1 1-1 0 0,1-1 0 0 0,-1 1 0 0 0,1-1 0 0 0,0 1 0 0 0,0 0 0 0 0,0 0 0 0 0,0-1 0 0 0,0 1 0 0 0,0 0 0 0 0,-1 3 0 0 0,-8 20 121 0 0,2 0 0 0 0,0 0 0 0 0,1 1-1 0 0,-6 46 1 0 0,9-25-169 0 0,2 87-1 0 0,3-104-37 0 0,3-1 1 0 0,0 0-1 0 0,2 0 1 0 0,1 0-1 0 0,11 27 1 0 0,-12-40-5 0 0,0 0 0 0 0,1 0 0 0 0,1-1 0 0 0,1 0 0 0 0,0-1 0 0 0,1 0 1 0 0,0 0-1 0 0,1-1 0 0 0,25 23 0 0 0,-31-32-11 0 0,1 0 0 0 0,0 0-1 0 0,0 0 1 0 0,1-1 0 0 0,-1 0 0 0 0,0-1 0 0 0,1 1 0 0 0,0-1-1 0 0,0 0 1 0 0,0-1 0 0 0,-1 0 0 0 0,1 0 0 0 0,1 0 0 0 0,-1-1-1 0 0,0 0 1 0 0,0 0 0 0 0,0-1 0 0 0,0 0 0 0 0,0 0 0 0 0,-1-1 0 0 0,1 1-1 0 0,0-1 1 0 0,0-1 0 0 0,-1 0 0 0 0,1 0 0 0 0,-1 0 0 0 0,0 0-1 0 0,0-1 1 0 0,7-6 0 0 0,-5 4-5 0 0,0 0 0 0 0,-1 0 1 0 0,0-1-1 0 0,0 0 0 0 0,-1 0 0 0 0,0-1 0 0 0,0 1 0 0 0,0-1 0 0 0,-1-1 1 0 0,0 1-1 0 0,-1-1 0 0 0,0 1 0 0 0,0-1 0 0 0,-1-1 0 0 0,0 1 1 0 0,-1 0-1 0 0,0-1 0 0 0,0 1 0 0 0,-1-1 0 0 0,0-19 0 0 0,-1 28 13 0 0,-1-7-5 0 0,1-1-1 0 0,-1 0 1 0 0,0 1-1 0 0,0-1 1 0 0,-1 1-1 0 0,-1 0 1 0 0,1-1-1 0 0,-1 1 1 0 0,-1 0-1 0 0,1 0 1 0 0,-1 1-1 0 0,-7-10 1 0 0,11 16 7 0 0,0 1 1 0 0,0 0-1 0 0,0 0 1 0 0,0 0-1 0 0,0 0 1 0 0,0 0-1 0 0,0 0 1 0 0,0-1-1 0 0,0 1 1 0 0,0 0-1 0 0,0 0 1 0 0,0 0-1 0 0,0 0 1 0 0,-1 0-1 0 0,1 0 1 0 0,0 0-1 0 0,0 0 0 0 0,0-1 1 0 0,0 1-1 0 0,0 0 1 0 0,0 0-1 0 0,0 0 1 0 0,0 0-1 0 0,-1 0 1 0 0,1 0-1 0 0,0 0 1 0 0,0 0-1 0 0,0 0 1 0 0,0 0-1 0 0,0 0 1 0 0,0 0-1 0 0,0 0 1 0 0,-1 0-1 0 0,1 0 0 0 0,0 0 1 0 0,0 0-1 0 0,0 0 1 0 0,0 0-1 0 0,0 0 1 0 0,0 0-1 0 0,-1 0 1 0 0,1 0-1 0 0,0 0 1 0 0,0 0-1 0 0,0 0 1 0 0,0 0-1 0 0,0 0 1 0 0,0 0-1 0 0,0 0 1 0 0,-1 0-1 0 0,1 0 0 0 0,0 1 1 0 0,0-1-1 0 0,0 0 1 0 0,0 0-1 0 0,0 0 1 0 0,0 0-1 0 0,0 11 120 0 0,5 14-36 0 0,1-5-86 0 0,1-1 0 0 0,1 1-1 0 0,0-2 1 0 0,1 1 0 0 0,1-1 0 0 0,1 0 0 0 0,1-1 0 0 0,0-1 0 0 0,1 0 0 0 0,1 0 0 0 0,0-2 0 0 0,1 1-1 0 0,27 18 1 0 0,-28-23 23 0 0,0-1 0 0 0,1 0 1 0 0,0-1-1 0 0,1-1 0 0 0,-1 0 0 0 0,1-1 0 0 0,0-1 0 0 0,1-1 0 0 0,0 0 0 0 0,-1-1 0 0 0,1-1 0 0 0,0 0 0 0 0,0-1 1 0 0,0-1-1 0 0,0-1 0 0 0,32-5 0 0 0,-42 5 7 0 0,0-1 1 0 0,-1 0-1 0 0,1 0 0 0 0,-1 0 1 0 0,0-1-1 0 0,0 0 1 0 0,0 0-1 0 0,0-1 0 0 0,0 1 1 0 0,-1-1-1 0 0,1 0 1 0 0,-1-1-1 0 0,0 0 0 0 0,0 1 1 0 0,-1-2-1 0 0,0 1 0 0 0,0 0 1 0 0,0-1-1 0 0,0 0 1 0 0,-1 0-1 0 0,0 0 0 0 0,3-8 1 0 0,-3 4 20 0 0,0-1 0 0 0,0 1 0 0 0,-1-1 0 0 0,-1 0 0 0 0,0 0 0 0 0,-1 0 0 0 0,0 0 0 0 0,0 1 0 0 0,-1-1 0 0 0,0 0 0 0 0,-1 0 0 0 0,-1 0 0 0 0,-3-12 0 0 0,-3-1 9 0 0,-1 1-1 0 0,-2-1 1 0 0,0 2 0 0 0,-24-35 0 0 0,6 17-363 0 0,-48-51 1 0 0,75 88 185 0 0,-36-33-277 0 0,37 34 199 0 0,1 1 1 0 0,-1 0-1 0 0,0 0 1 0 0,0 0-1 0 0,0 0 1 0 0,1 0-1 0 0,-1 0 1 0 0,0 0-1 0 0,0 0 1 0 0,0 1 0 0 0,0-1-1 0 0,0 1 1 0 0,0-1-1 0 0,-1 1 1 0 0,1 0-1 0 0,0 0 1 0 0,0 0-1 0 0,0 0 1 0 0,0 0 0 0 0,0 1-1 0 0,-4 0 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0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397 295 7834 0 0,'3'-3'124'0'0,"0"-1"0"0"0,-1 0 0 0 0,1 0 0 0 0,-1 0 0 0 0,0 0 0 0 0,0 0 0 0 0,0 0 0 0 0,-1-1 0 0 0,1 1 0 0 0,-1-1 0 0 0,0 1 0 0 0,0-1 0 0 0,0-8 0 0 0,-2 4 205 0 0,1 1 0 0 0,-2-1 0 0 0,1 1 0 0 0,-1-1-1 0 0,0 1 1 0 0,-6-14 0 0 0,3 11 185 0 0,0 0-1 0 0,0 0 1 0 0,-1 1 0 0 0,0-1-1 0 0,-1 1 1 0 0,0 1 0 0 0,-1-1-1 0 0,0 2 1 0 0,0-1 0 0 0,-1 1-1 0 0,0 0 1 0 0,-11-7 0 0 0,15 12-390 0 0,1 0 1 0 0,-2 0 0 0 0,1 1-1 0 0,0-1 1 0 0,0 1 0 0 0,-1 1-1 0 0,0-1 1 0 0,1 1 0 0 0,-1 0-1 0 0,0 0 1 0 0,1 0 0 0 0,-1 1-1 0 0,0 0 1 0 0,0 0 0 0 0,1 1-1 0 0,-1-1 1 0 0,0 1-1 0 0,1 0 1 0 0,-1 1 0 0 0,1-1-1 0 0,-1 1 1 0 0,1 1 0 0 0,-1-1-1 0 0,1 1 1 0 0,0-1 0 0 0,-9 8-1 0 0,2 0-94 0 0,0 1-1 0 0,1 0 0 0 0,0 0 1 0 0,0 1-1 0 0,2 0 0 0 0,-1 1 1 0 0,2 0-1 0 0,0 1 0 0 0,0 0 1 0 0,1 0-1 0 0,1 1 0 0 0,0-1 0 0 0,1 1 1 0 0,-3 18-1 0 0,3-10 2 0 0,0 1 1 0 0,2 0-1 0 0,1-1 0 0 0,1 1 1 0 0,1 0-1 0 0,1 0 0 0 0,1 0 1 0 0,9 39-1 0 0,-7-49-103 0 0,0-1-1 0 0,1 0 1 0 0,0-1 0 0 0,1 1 0 0 0,1-1 0 0 0,0 0 0 0 0,1-1-1 0 0,0 1 1 0 0,14 13 0 0 0,-17-19 12 0 0,1-1-1 0 0,-1 0 1 0 0,1 0 0 0 0,0-1-1 0 0,1 0 1 0 0,-1 0 0 0 0,1 0-1 0 0,10 3 1 0 0,-13-5 37 0 0,1-1 0 0 0,-1 0 0 0 0,1 0 0 0 0,-1 0 0 0 0,1-1 0 0 0,0 1 0 0 0,0-1 0 0 0,-1 0 0 0 0,1-1 0 0 0,0 1 0 0 0,-1-1 0 0 0,1 0 0 0 0,0 0 0 0 0,5-2 0 0 0,-4 0-62 0 0,0 0 0 0 0,-1-1 1 0 0,1 1-1 0 0,-1-1 0 0 0,0 0 0 0 0,0 0 0 0 0,-1-1 0 0 0,1 1 0 0 0,-1-1 0 0 0,0 0 0 0 0,0-1 1 0 0,0 1-1 0 0,-1 0 0 0 0,0-1 0 0 0,0 0 0 0 0,0 0 0 0 0,2-9 0 0 0,1-3 223 0 0,-1 0 0 0 0,-1 0 0 0 0,0 0-1 0 0,1-36 1 0 0,-5 6 772 0 0,-2 0 1 0 0,-10-53-1 0 0,6 57-449 0 0,10 64-399 0 0,1 0 1 0 0,0-1 0 0 0,2 0 0 0 0,0 0-1 0 0,1 0 1 0 0,1-1 0 0 0,16 25-1 0 0,-5-13 43 0 0,1 0 0 0 0,2-1 0 0 0,37 37 0 0 0,47 23-2302 0 0,-19-17-2741 0 0,-67-53-2442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0.3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14283 0 0,'0'-4'112'0'0,"0"0"0"0"0,0 0 0 0 0,1 0 0 0 0,-1 0 0 0 0,1 0 0 0 0,-1 0 0 0 0,1 0 0 0 0,1 1 0 0 0,-1-1 0 0 0,0 0 0 0 0,1 1 0 0 0,0-1 0 0 0,0 1 0 0 0,0-1 0 0 0,0 1 0 0 0,0 0 0 0 0,1 0 0 0 0,-1 0 0 0 0,1 0 0 0 0,6-5 0 0 0,-5 6 73 0 0,-1 1 0 0 0,1-1 0 0 0,0 0 0 0 0,0 1 0 0 0,0 0 0 0 0,0 0 0 0 0,0 0 0 0 0,0 1 1 0 0,0-1-1 0 0,0 1 0 0 0,1 0 0 0 0,-1 0 0 0 0,0 0 0 0 0,0 1 0 0 0,0-1 0 0 0,0 1 0 0 0,0 0 0 0 0,0 0 0 0 0,7 4 0 0 0,5 1-40 0 0,-1 2 0 0 0,0 0 0 0 0,-1 1 0 0 0,0 0 0 0 0,0 1 0 0 0,-1 1 0 0 0,20 21 0 0 0,-2 2 108 0 0,43 60 1 0 0,-72-92-223 0 0,12 20 28 0 0,-13-21-38 0 0,0-1 0 0 0,-1 1 0 0 0,1 0 0 0 0,-1-1 0 0 0,0 1 0 0 0,1 0 0 0 0,-1 0-1 0 0,0-1 1 0 0,1 1 0 0 0,-1 0 0 0 0,0 0 0 0 0,0 0 0 0 0,1 0 0 0 0,-1 0 0 0 0,0-1 0 0 0,0 1-1 0 0,0 0 1 0 0,0 0 0 0 0,0 0 0 0 0,-1 0 0 0 0,1 1 0 0 0,-1-2 21 0 0,0 0 0 0 0,1 0 0 0 0,-1 0 0 0 0,0 0 0 0 0,0 0 0 0 0,1 0 1 0 0,-1 0-1 0 0,0-1 0 0 0,1 1 0 0 0,-1 0 0 0 0,0 0 0 0 0,0-1 0 0 0,1 1 0 0 0,-1 0 0 0 0,0-1 0 0 0,1 1 0 0 0,-1-1 1 0 0,1 1-1 0 0,-1 0 0 0 0,1-1 0 0 0,-1 0 0 0 0,1 1 0 0 0,-1-1 0 0 0,0 0 0 0 0,-14-15 398 0 0,10 8-369 0 0,0-1 1 0 0,1 1-1 0 0,0-1 0 0 0,0 0 1 0 0,1 0-1 0 0,0 0 0 0 0,0 0 0 0 0,1 0 1 0 0,1-1-1 0 0,-1 1 0 0 0,2-1 0 0 0,-1 0 1 0 0,2-12-1 0 0,0 4-427 0 0,1 0 0 0 0,1 1 0 0 0,1-1 0 0 0,1 1-1 0 0,0-1 1 0 0,9-20 0 0 0,8-6-7759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0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400 967 6913 0 0,'3'-3'42'0'0,"-1"-1"1"0"0,0 1-1 0 0,0 0 0 0 0,0-1 0 0 0,0 1 0 0 0,0-1 0 0 0,-1 1 0 0 0,0-1 0 0 0,1 0 0 0 0,-2 0 0 0 0,1 1 0 0 0,0-1 0 0 0,-1 0 0 0 0,1 0 0 0 0,-1 0 0 0 0,0 0 0 0 0,-1 0 0 0 0,1 0 0 0 0,-1 0 0 0 0,-1-5 0 0 0,-2-10 39 0 0,-2-1 0 0 0,-14-32 0 0 0,13 33 66 0 0,0 1 341 0 0,-1 1 1 0 0,0 0-1 0 0,-1 0 1 0 0,-1 1-1 0 0,-1 0 0 0 0,0 0 1 0 0,-15-15-1 0 0,22 27-258 0 0,1 0-1 0 0,-1 1 1 0 0,0-1-1 0 0,0 1 1 0 0,0 0-1 0 0,0 0 1 0 0,-1 0-1 0 0,1 1 1 0 0,-1 0-1 0 0,0 0 0 0 0,0 0 1 0 0,0 0-1 0 0,1 0 1 0 0,-2 1-1 0 0,1 0 1 0 0,0 0-1 0 0,0 1 1 0 0,0-1-1 0 0,0 1 1 0 0,-1 0-1 0 0,1 1 1 0 0,0-1-1 0 0,0 1 1 0 0,0 0-1 0 0,0 0 0 0 0,0 1 1 0 0,0-1-1 0 0,0 1 1 0 0,0 0-1 0 0,-7 5 1 0 0,1 0-37 0 0,1 1 1 0 0,1 0 0 0 0,0 0-1 0 0,0 1 1 0 0,0 0 0 0 0,1 0-1 0 0,1 1 1 0 0,0 0-1 0 0,0 1 1 0 0,1-1 0 0 0,0 1-1 0 0,1 1 1 0 0,0-1 0 0 0,1 1-1 0 0,-5 16 1 0 0,5-12-196 0 0,0 1 1 0 0,1-1-1 0 0,1 0 0 0 0,1 1 1 0 0,0-1-1 0 0,1 1 0 0 0,0-1 0 0 0,2 1 1 0 0,0-1-1 0 0,1 1 0 0 0,5 16 1 0 0,-5-24-7 0 0,0-1 1 0 0,1 0 0 0 0,0 0-1 0 0,1-1 1 0 0,0 1 0 0 0,0-1-1 0 0,1 0 1 0 0,0 0 0 0 0,0 0-1 0 0,0-1 1 0 0,1 0 0 0 0,0-1-1 0 0,0 1 1 0 0,0-1 0 0 0,1 0-1 0 0,0-1 1 0 0,0 0 0 0 0,16 6-1 0 0,-18-8-44 0 0,-1-1 0 0 0,0 0 0 0 0,1 0-1 0 0,-1 0 1 0 0,1 0 0 0 0,-1-1 0 0 0,1 0-1 0 0,0 0 1 0 0,-1 0 0 0 0,1-1 0 0 0,-1 0-1 0 0,1 0 1 0 0,-1 0 0 0 0,0-1 0 0 0,1 0-1 0 0,-1 0 1 0 0,0 0 0 0 0,0-1 0 0 0,0 0 0 0 0,-1 1-1 0 0,1-2 1 0 0,0 1 0 0 0,-1 0 0 0 0,0-1-1 0 0,0 0 1 0 0,0 0 0 0 0,-1 0 0 0 0,1-1-1 0 0,-1 1 1 0 0,0-1 0 0 0,3-6 0 0 0,5-10-296 0 0,-1-1 0 0 0,-2 0 0 0 0,0 0 0 0 0,-1-1 0 0 0,-1 0 0 0 0,-1 0 0 0 0,3-42 0 0 0,-6 12 47 0 0,-1 0 1 0 0,-9-71-1 0 0,-74-354 1749 0 0,81 472-1392 0 0,-2-8 227 0 0,0 0 0 0 0,-1 0 0 0 0,0 0 0 0 0,-1 0 0 0 0,-9-18 0 0 0,14 31-234 0 0,-1 0 1 0 0,1 1 0 0 0,0-1 0 0 0,-1 0-1 0 0,1 0 1 0 0,-1 1 0 0 0,1-1 0 0 0,-1 0-1 0 0,1 1 1 0 0,-1-1 0 0 0,0 0 0 0 0,1 1-1 0 0,-1-1 1 0 0,0 1 0 0 0,1-1-1 0 0,-1 1 1 0 0,0-1 0 0 0,0 1 0 0 0,1 0-1 0 0,-1-1 1 0 0,0 1 0 0 0,0 0 0 0 0,0 0-1 0 0,1-1 1 0 0,-2 1 0 0 0,1 1 3 0 0,0-1 1 0 0,0 0-1 0 0,0 1 1 0 0,1-1-1 0 0,-1 1 0 0 0,0 0 1 0 0,0-1-1 0 0,1 1 1 0 0,-1-1-1 0 0,0 1 0 0 0,1 0 1 0 0,-1 0-1 0 0,1-1 1 0 0,-1 1-1 0 0,1 0 1 0 0,-1 0-1 0 0,1 0 0 0 0,-1 1 1 0 0,-1 4 124 0 0,0 1 1 0 0,0-1-1 0 0,0 1 1 0 0,0 11-1 0 0,1 25 1 0 0,2 1 0 0 0,3-1-1 0 0,1-1 1 0 0,19 76 0 0 0,65 167 194 0 0,-34-121-195 0 0,49 202-1719 0 0,-87-294-6694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1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16588 0 0,'1'11'303'0'0,"1"0"1"0"0,0 0 0 0 0,0 0 0 0 0,1 0-1 0 0,5 11 1 0 0,6 23-342 0 0,83 592 1668 0 0,-68-385-595 0 0,-21-195-1037 0 0,2-2 1 0 0,2 1 0 0 0,3-1 0 0 0,2-1 0 0 0,3-1-1 0 0,2-1 1 0 0,30 54 0 0 0,-33-74-334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1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1 263 10594 0 0,'0'-5'94'0'0,"1"0"0"0"0,-1 0 0 0 0,1 0 0 0 0,0 1 1 0 0,1-1-1 0 0,-1 0 0 0 0,1 0 0 0 0,0 1 0 0 0,0-1 0 0 0,0 1 0 0 0,1-1 0 0 0,0 1 0 0 0,-1 0 0 0 0,1 0 0 0 0,1 0 0 0 0,-1 1 0 0 0,1-1 0 0 0,-1 1 0 0 0,6-4 0 0 0,11-10 424 0 0,1 2-1 0 0,28-17 1 0 0,-46 30-387 0 0,25-14 592 0 0,1 2 1 0 0,1 0-1 0 0,0 2 1 0 0,0 1-1 0 0,1 2 0 0 0,1 1 1 0 0,37-5-1 0 0,-30 8-312 0 0,0 2-1 0 0,0 1 1 0 0,1 3 0 0 0,-1 1-1 0 0,63 11 1 0 0,-92-11-391 0 0,0 0 0 0 0,0 1 0 0 0,0 0 0 0 0,-1 1-1 0 0,1 0 1 0 0,-1 1 0 0 0,0 0 0 0 0,10 7 0 0 0,-16-10-17 0 0,-1 0 0 0 0,1 0 0 0 0,0 0 0 0 0,-1 1 0 0 0,1 0 0 0 0,-1-1 0 0 0,0 1 0 0 0,0 0 0 0 0,0 0 0 0 0,0 0 0 0 0,0 0 0 0 0,-1 0 0 0 0,1 1 0 0 0,-1-1 0 0 0,0 0 0 0 0,0 1 0 0 0,0-1 0 0 0,-1 1 0 0 0,1-1 0 0 0,-1 1 0 0 0,0-1 0 0 0,0 1 0 0 0,0 0 0 0 0,0-1 0 0 0,0 1 0 0 0,-1-1 0 0 0,-1 5 0 0 0,-1 1-10 0 0,-1 0-1 0 0,0 1 1 0 0,0-2 0 0 0,-1 1-1 0 0,0 0 1 0 0,0-1 0 0 0,-8 8 0 0 0,-50 53-228 0 0,43-49 180 0 0,-102 95-424 0 0,67-65 62 0 0,-56 64 0 0 0,100-96 304 0 0,11-17 96 0 0,0-1 1 0 0,0 1-1 0 0,0-1 1 0 0,0 0-1 0 0,0 1 0 0 0,0-1 1 0 0,0 0-1 0 0,0 1 1 0 0,0-1-1 0 0,0 0 1 0 0,0 1-1 0 0,0-1 1 0 0,0 0-1 0 0,0 1 1 0 0,0-1-1 0 0,1 0 0 0 0,-1 1 1 0 0,0-1-1 0 0,0 0 1 0 0,0 1-1 0 0,1-1 1 0 0,-1 0-1 0 0,0 0 1 0 0,0 1-1 0 0,1-1 1 0 0,-1 0-1 0 0,0 0 0 0 0,1 1 1 0 0,-1-1-1 0 0,4 1-76 0 0,0 0 0 0 0,-1 0-1 0 0,1-1 1 0 0,0 1 0 0 0,0-1-1 0 0,0 0 1 0 0,5 0 0 0 0,7 0 343 0 0,44 2-23 0 0,0 3 1 0 0,0 3-1 0 0,0 2 0 0 0,-1 3 1 0 0,-1 2-1 0 0,76 31 1 0 0,-110-37-146 0 0,0 2 0 0 0,-1 0 0 0 0,0 2 0 0 0,-1 0 0 0 0,40 33 0 0 0,-57-41-70 0 0,1 0 1 0 0,-1 0-1 0 0,0 0 1 0 0,-1 1-1 0 0,1 0 1 0 0,-1 0-1 0 0,0 0 0 0 0,0 1 1 0 0,-1-1-1 0 0,0 1 1 0 0,0 0-1 0 0,-1 0 1 0 0,0 0-1 0 0,0 0 1 0 0,0 0-1 0 0,-1 0 1 0 0,0 1-1 0 0,-1-1 1 0 0,0 0-1 0 0,0 1 1 0 0,0-1-1 0 0,-1 1 1 0 0,0-1-1 0 0,0 0 1 0 0,-4 12-1 0 0,-2-1 47 0 0,-1 0 0 0 0,0-1 0 0 0,-1 1 0 0 0,-1-2 0 0 0,-1 1 0 0 0,0-1 0 0 0,-1-1 0 0 0,-16 16 0 0 0,0-3 69 0 0,-2 0 0 0 0,-63 44 0 0 0,52-46-403 0 0,-1-2 1 0 0,-1-1-1 0 0,-70 25 0 0 0,84-37-730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1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10138 0 0,'18'19'1038'0'0,"0"1"1"0"0,-2 1-1 0 0,0 0 0 0 0,-1 1 0 0 0,-2 1 0 0 0,0 0 0 0 0,-1 1 1 0 0,-2 0-1 0 0,12 38 0 0 0,-17-43-721 0 0,-1-1 0 0 0,-1 1 0 0 0,0 0 1 0 0,-1 0-1 0 0,-3 37 0 0 0,0-41-826 0 0,-1 0 1 0 0,-1 0 0 0 0,0-1-1 0 0,-1 1 1 0 0,0-1 0 0 0,-2 0-1 0 0,1 0 1 0 0,-9 14 0 0 0,3-11-1949 0 0,0-5-27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2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33 17508 0 0,'-5'-20'1200'0'0,"5"8"-448"0"0,0 12-708 0 0,1 1 1 0 0,-1 0-1 0 0,1-1 0 0 0,0 1 0 0 0,-1 0 1 0 0,1 0-1 0 0,-1-1 0 0 0,0 1 1 0 0,1 0-1 0 0,-1 0 0 0 0,0 0 0 0 0,1-1 1 0 0,-1 1-1 0 0,0 0 0 0 0,0 0 0 0 0,0 0 1 0 0,1 0-1 0 0,-1 0 0 0 0,0 0 0 0 0,0-1 1 0 0,-1 3-1 0 0,1-2-57 0 0,0-1 1 0 0,0 1-1 0 0,0 0 0 0 0,0 0 1 0 0,0 0-1 0 0,0 0 0 0 0,0-1 1 0 0,1 1-1 0 0,-1 0 0 0 0,0 0 1 0 0,0 0-1 0 0,1-1 0 0 0,-1 1 0 0 0,0 0 1 0 0,1 0-1 0 0,-1-1 0 0 0,1 1 1 0 0,-1 0-1 0 0,1-1 0 0 0,-1 1 1 0 0,1 0-1 0 0,-1-1 0 0 0,1 1 1 0 0,0-1-1 0 0,1 2 0 0 0,9 6-15 0 0,3 0 28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2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585 33 6913 0 0,'-7'-4'147'0'0,"1"0"-1"0"0,-1 0 0 0 0,0 1 0 0 0,0 0 0 0 0,0 0 0 0 0,-1 0 0 0 0,1 1 0 0 0,-1 0 0 0 0,1 1 0 0 0,-1-1 0 0 0,0 1 0 0 0,0 1 0 0 0,1 0 0 0 0,-14 1 0 0 0,-5 1 1071 0 0,-1 2-1 0 0,-48 14 0 0 0,55-12-538 0 0,1 1 0 0 0,0 1-1 0 0,1 1 1 0 0,0 0-1 0 0,1 1 1 0 0,-1 1-1 0 0,2 1 1 0 0,-23 21 0 0 0,19-15-185 0 0,1 1 0 0 0,1 1 1 0 0,1 1-1 0 0,1 0 0 0 0,1 1 0 0 0,-12 25 1 0 0,24-42-469 0 0,1-1-1 0 0,-1 1 1 0 0,1 0 0 0 0,0 1 0 0 0,1-1 0 0 0,0 0-1 0 0,-1 0 1 0 0,1 1 0 0 0,1-1 0 0 0,-1 0 0 0 0,1 1-1 0 0,0-1 1 0 0,1 1 0 0 0,-1-1 0 0 0,1 0 0 0 0,0 1-1 0 0,0-1 1 0 0,3 9 0 0 0,-1-10-19 0 0,-1 0 0 0 0,1 0-1 0 0,-1 0 1 0 0,1 0 0 0 0,0 0 0 0 0,0 0 0 0 0,1-1-1 0 0,-1 0 1 0 0,1 1 0 0 0,0-1 0 0 0,0-1 0 0 0,0 1-1 0 0,0 0 1 0 0,0-1 0 0 0,1 0 0 0 0,-1 0 0 0 0,1 0-1 0 0,-1-1 1 0 0,1 0 0 0 0,0 0 0 0 0,4 1 0 0 0,1-1 1 0 0,0 0 1 0 0,0 0 0 0 0,0-1 0 0 0,0 0 0 0 0,-1-1 0 0 0,1 0 0 0 0,0-1 0 0 0,0 0 0 0 0,-1-1 0 0 0,1 1 0 0 0,-1-2 0 0 0,0 1 0 0 0,0-2 0 0 0,0 1-1 0 0,-1-1 1 0 0,1 0 0 0 0,-1-1 0 0 0,0 0 0 0 0,-1 0 0 0 0,1-1 0 0 0,11-13 0 0 0,-10 10 35 0 0,-1-1 0 0 0,0 0 0 0 0,0-1 0 0 0,-1 0 0 0 0,0 0 0 0 0,-1 0 0 0 0,-1-1-1 0 0,0 0 1 0 0,-1 0 0 0 0,0 0 0 0 0,-1-1 0 0 0,0 1 0 0 0,-1-1 0 0 0,-1 0 0 0 0,0-15 0 0 0,-2 9-6 0 0,0-6 622 0 0,5 29-322 0 0,3 17-178 0 0,18 68-632 0 0,-5-16 1116 0 0,34 78 1 0 0,-42-124-1234 0 0,1-1 0 0 0,18 26 0 0 0,-20-34-912 0 0,1-1 0 0 0,1-1 0 0 0,27 25 0 0 0,-4-10-6233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22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63 7370 0 0,'0'-4'533'0'0,"0"1"0"0"0,-1-1 0 0 0,1 1 0 0 0,-1-1 0 0 0,0 1 0 0 0,0 0 0 0 0,0-1 0 0 0,0 1 0 0 0,0 0 0 0 0,-1 0 0 0 0,1 0 0 0 0,-1 0 0 0 0,-4-5 1 0 0,5 7-375 0 0,0 0 0 0 0,0 0 0 0 0,0 0 0 0 0,0 0 1 0 0,0 0-1 0 0,0 0 0 0 0,-1 1 0 0 0,1-1 1 0 0,0 0-1 0 0,0 1 0 0 0,-1-1 0 0 0,1 1 1 0 0,-1-1-1 0 0,1 1 0 0 0,0 0 0 0 0,-1-1 1 0 0,1 1-1 0 0,-1 0 0 0 0,1 0 0 0 0,-1 0 0 0 0,1 0 1 0 0,-1 0-1 0 0,1 1 0 0 0,0-1 0 0 0,-1 0 1 0 0,1 1-1 0 0,-1-1 0 0 0,1 1 0 0 0,0-1 1 0 0,-1 1-1 0 0,1 0 0 0 0,0-1 0 0 0,0 1 0 0 0,-2 1 1 0 0,-10 8-43 0 0,1 0 1 0 0,1 1-1 0 0,-1 0 1 0 0,2 1-1 0 0,0 0 0 0 0,0 1 1 0 0,1 0-1 0 0,0 1 1 0 0,1-1-1 0 0,1 2 1 0 0,1-1-1 0 0,-10 29 1 0 0,15-40-118 0 0,0 1-1 0 0,1 0 1 0 0,-1 0 0 0 0,1-1 0 0 0,0 1 0 0 0,0 0 0 0 0,0 0-1 0 0,0 0 1 0 0,1 0 0 0 0,0-1 0 0 0,0 1 0 0 0,0 0 0 0 0,0-1-1 0 0,0 1 1 0 0,1 0 0 0 0,-1-1 0 0 0,1 0 0 0 0,0 1 0 0 0,0-1 0 0 0,0 0-1 0 0,1 0 1 0 0,-1 0 0 0 0,1 0 0 0 0,-1 0 0 0 0,1-1 0 0 0,0 1-1 0 0,0-1 1 0 0,1 0 0 0 0,-1 0 0 0 0,0 0 0 0 0,7 2 0 0 0,10 5-39 0 0,1-1 0 0 0,0 0 0 0 0,1-2 0 0 0,29 5 0 0 0,-23-5-57 0 0,-16-4 58 0 0,50 12-392 0 0,85 31-1 0 0,-130-38 367 0 0,0 0 0 0 0,-1 0 0 0 0,0 2 1 0 0,0 0-1 0 0,-1 1 0 0 0,0 1 1 0 0,-1 0-1 0 0,0 0 0 0 0,23 27 0 0 0,-34-34 93 0 0,0 0 0 0 0,0 1 0 0 0,0-1 1 0 0,0 1-1 0 0,0 0 0 0 0,-1 0 0 0 0,0 0 0 0 0,0 0 0 0 0,-1 0 0 0 0,1 0 0 0 0,-1 1 0 0 0,0-1 0 0 0,0 0 0 0 0,-1 1 0 0 0,0-1 0 0 0,0 1 0 0 0,0-1 0 0 0,0 0 0 0 0,-1 1 1 0 0,0-1-1 0 0,0 0 0 0 0,-1 1 0 0 0,-3 9 0 0 0,1-7 111 0 0,-1 0 0 0 0,1 0 0 0 0,-1-1 0 0 0,0 0-1 0 0,-1 0 1 0 0,0 0 0 0 0,0 0 0 0 0,-1-1 0 0 0,1 0 0 0 0,-1-1 0 0 0,-1 1 0 0 0,1-1 0 0 0,-15 7 0 0 0,-2 0 129 0 0,1-2 0 0 0,-2 0 1 0 0,0-2-1 0 0,0 0 0 0 0,0-2 0 0 0,-1-1 1 0 0,1-1-1 0 0,-1-1 0 0 0,-46 0 0 0 0,51-6-479 0 0,1-4-136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2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100 746 6913 0 0,'-9'0'527'0'0,"0"0"-1"0"0,1 0 0 0 0,-1-1 0 0 0,0 0 0 0 0,1-1 0 0 0,-1 0 0 0 0,1 0 0 0 0,0 0 0 0 0,-12-6 1 0 0,20 8-488 0 0,0-1 0 0 0,-1 1 0 0 0,1 0 0 0 0,0 0 1 0 0,0 0-1 0 0,0 0 0 0 0,0 0 0 0 0,0 0 0 0 0,0-1 1 0 0,0 1-1 0 0,-1 0 0 0 0,1 0 0 0 0,0 0 0 0 0,0 0 1 0 0,0 0-1 0 0,0-1 0 0 0,0 1 0 0 0,0 0 0 0 0,0 0 1 0 0,0 0-1 0 0,0-1 0 0 0,0 1 0 0 0,0 0 0 0 0,0 0 1 0 0,0 0-1 0 0,0 0 0 0 0,0-1 0 0 0,0 1 0 0 0,0 0 1 0 0,0 0-1 0 0,0 0 0 0 0,0 0 0 0 0,0-1 0 0 0,0 1 1 0 0,1 0-1 0 0,-1 0 0 0 0,0 0 0 0 0,0 0 0 0 0,0 0 1 0 0,0-1-1 0 0,0 1 0 0 0,0 0 0 0 0,0 0 0 0 0,1 0 1 0 0,-1 0-1 0 0,0 0 0 0 0,0 0 0 0 0,13-8 703 0 0,16-2-434 0 0,362-92 239 0 0,8 34 524 0 0,647 0 747 0 0,-311 28-1420 0 0,256-28 370 0 0,-145 6 523 0 0,-14 7 182 0 0,-412 30-1188 0 0,1215-65-125 0 0,-1096 41-1250 0 0,-181 2-3070 0 0,-175 22-531 0 0,-153 21-203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3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9549 1 5065 0 0,'-3'10'10243'0'0,"-13"56"-4952"0"0,10-24-4789 0 0,2 0 0 0 0,2 0-1 0 0,4 52 1 0 0,22 128-286 0 0,-16-157-60 0 0,62 322 185 0 0,27-5 253 0 0,-14-58-653 0 0,58 445 174 0 0,-52-242-159 0 0,41 24 51 0 0,30 166 61 0 0,-52 312 167 0 0,-99-576-222 0 0,-7-145-37 0 0,1-271-99 0 0,-1-28 82 0 0,-1-1 1 0 0,0 0-1 0 0,0 1 0 0 0,-1-1 0 0 0,0 0 1 0 0,0 1-1 0 0,-1-1 0 0 0,0 0 1 0 0,-1 1-1 0 0,-4 13 0 0 0,5-21 44 0 0,0 1 0 0 0,0-1 0 0 0,0 0 0 0 0,-1 1 0 0 0,1-1 0 0 0,0 0 1 0 0,-1 0-1 0 0,1 0 0 0 0,0 0 0 0 0,-1 0 0 0 0,1 0 0 0 0,-1-1 0 0 0,0 1 0 0 0,1 0 0 0 0,-1-1 0 0 0,0 0 0 0 0,1 1 0 0 0,-1-1 0 0 0,0 0 0 0 0,1 1 0 0 0,-1-1 1 0 0,0 0-1 0 0,0 0 0 0 0,1-1 0 0 0,-1 1 0 0 0,0 0 0 0 0,-2-1 0 0 0,-8-2 34 0 0,1 0 1 0 0,0-1-1 0 0,-13-6 0 0 0,4 1 8 0 0,-52-13-151 0 0,-1 3-1 0 0,-75-10 1 0 0,-153-9-113 0 0,265 34 237 0 0,-1096-90 66 0 0,379 35-360 0 0,-1264-55-1994 0 0,225 70-520 0 0,1579 43 2429 0 0,-620 4 1078 0 0,2 52 2104 0 0,831-55-2819 0 0,-500 71 1550 0 0,-32 18-79 0 0,283-52-1316 0 0,-294 5 0 0 0,516-41-693 0 0,-1-1 0 0 0,0-1 0 0 0,1-1 0 0 0,-1-1 0 0 0,1-2 0 0 0,0-1 0 0 0,-41-14 0 0 0,38 6-6868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3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8754 0 0,'1'-17'127'0'0,"3"-11"3102"0"0,-4 28-3197 0 0,3 20 1253 0 0,29 346 5008 0 0,18 137-4210 0 0,154 712-1056 0 0,-130-859-801 0 0,24 127 265 0 0,-30 6 95 0 0,-40 584 80 0 0,-28-851-1201 0 0,-1-210 113 0 0,1-8 154 0 0,-1 0 1 0 0,1-1-1 0 0,0 1 0 0 0,0 0 1 0 0,0 0-1 0 0,0-1 0 0 0,1 1 0 0 0,-1 0 1 0 0,1 0-1 0 0,0-1 0 0 0,0 1 0 0 0,2 4 1 0 0,-2-8 128 0 0,-1 0 0 0 0,1 0 0 0 0,-1 0 0 0 0,0 0 0 0 0,1 0 0 0 0,-1 0 0 0 0,1 0 0 0 0,-1 0 0 0 0,1 0 0 0 0,-1 0 0 0 0,0 0 0 0 0,1 0 0 0 0,-1-1 0 0 0,1 1 0 0 0,-1 0 0 0 0,0 0 0 0 0,1 0 0 0 0,-1-1 0 0 0,0 1 0 0 0,1 0 0 0 0,-1 0 0 0 0,0-1 0 0 0,2-1-834 0 0,-2 2 834 0 0,1 0 0 0 0,-1-1 0 0 0,0 1 0 0 0,0-1 0 0 0,0 1 0 0 0,0 0 0 0 0,0-1 0 0 0,1 0 0 0 0,5-17-1947 0 0,-1-8 1162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4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 9674 0 0,'-1'0'194'0'0,"0"0"-1"0"0,1 0 1 0 0,-1 0-1 0 0,0 1 0 0 0,0-1 1 0 0,1 0-1 0 0,-1 0 1 0 0,0 1-1 0 0,1-1 1 0 0,-1 1-1 0 0,0-1 1 0 0,1 1-1 0 0,-1-1 1 0 0,1 1-1 0 0,-1-1 1 0 0,0 1-1 0 0,1-1 1 0 0,-1 1-1 0 0,1-1 1 0 0,0 1-1 0 0,-1 0 1 0 0,1-1-1 0 0,0 1 1 0 0,-1 0-1 0 0,1 0 1 0 0,0-1-1 0 0,0 1 1 0 0,-1 0-1 0 0,1 0 1 0 0,0-1-1 0 0,0 1 1 0 0,0 0-1 0 0,0 1 1 0 0,1 28 1322 0 0,-1-27-1312 0 0,12 76 1239 0 0,30 111-1 0 0,-13-70-803 0 0,-14-52-291 0 0,45 179 402 0 0,-47-202-686 0 0,3-1-1 0 0,1 0 1 0 0,32 56 0 0 0,-39-84-36 0 0,0 0 0 0 0,1-1 0 0 0,26 28-1 0 0,-33-38-111 0 0,1 0 0 0 0,1-1 0 0 0,-1 1 0 0 0,1-1 0 0 0,-1 0 0 0 0,1 0-1 0 0,0-1 1 0 0,1 0 0 0 0,-1 0 0 0 0,0 0 0 0 0,1-1 0 0 0,0 0 0 0 0,-1 0-1 0 0,9 0 1 0 0,-15-1-49 0 0,1-1 0 0 0,0 0 0 0 0,-1 0 0 0 0,1 0 0 0 0,0 0 0 0 0,-1 0 0 0 0,1 0 0 0 0,0 0 0 0 0,0-1 0 0 0,-1 1 0 0 0,1 0 0 0 0,0 0 0 0 0,-1 0 0 0 0,1-1 0 0 0,0 1 0 0 0,-1 0-1 0 0,1-1 1 0 0,-1 1 0 0 0,1 0 0 0 0,-1-1 0 0 0,1 1 0 0 0,0-1 0 0 0,-1 1 0 0 0,0-1 0 0 0,1 1 0 0 0,-1-1 0 0 0,1 0 0 0 0,-1 1 0 0 0,0-1 0 0 0,1 1 0 0 0,-1-1 0 0 0,1-1 0 0 0,0-23-6324 0 0,-1 24 6294 0 0,-2-14-2652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4.6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7370 0 0,'6'-5'300'0'0,"0"-1"1"0"0,0 1 0 0 0,1 0-1 0 0,0 0 1 0 0,0 1-1 0 0,0 0 1 0 0,1 0 0 0 0,-1 0-1 0 0,1 1 1 0 0,0 1 0 0 0,0-1-1 0 0,16-2 1 0 0,-6 2 849 0 0,0 1 0 0 0,1 1 1 0 0,-1 0-1 0 0,35 4 0 0 0,-46-3-876 0 0,0 2 1 0 0,0-1-1 0 0,0 1 0 0 0,0 0 0 0 0,-1 0 1 0 0,1 1-1 0 0,-1 0 0 0 0,1 0 1 0 0,-1 1-1 0 0,0-1 0 0 0,0 1 0 0 0,0 1 1 0 0,8 8-1 0 0,-9-9-209 0 0,-1 1-1 0 0,0 0 1 0 0,-1 0 0 0 0,1 1-1 0 0,-1-1 1 0 0,0 1 0 0 0,0 0-1 0 0,-1-1 1 0 0,1 1 0 0 0,-1 1-1 0 0,-1-1 1 0 0,1 0 0 0 0,-1 0-1 0 0,0 1 1 0 0,-1-1 0 0 0,1 0-1 0 0,-1 1 1 0 0,-1-1 0 0 0,1 0-1 0 0,-1 1 1 0 0,0-1-1 0 0,0 0 1 0 0,-5 12 0 0 0,0-2-7 0 0,-2 0 1 0 0,1 0-1 0 0,-2-1 0 0 0,0 0 1 0 0,-1 0-1 0 0,0-1 0 0 0,-2 0 1 0 0,1-1-1 0 0,-27 23 0 0 0,27-27-17 0 0,-1 1 0 0 0,0-2-1 0 0,0 1 1 0 0,-1-2 0 0 0,-1 0-1 0 0,1 0 1 0 0,-1-1 0 0 0,0-1-1 0 0,0 0 1 0 0,0-1 0 0 0,-1-1-1 0 0,-15 2 1 0 0,27-5-220 0 0,-1 1 0 0 0,1-1 1 0 0,-1-1-1 0 0,1 1 0 0 0,-1 0 0 0 0,1-1 0 0 0,0 0 0 0 0,-1 0 1 0 0,1 0-1 0 0,-4-2 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5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2 6449 0 0,'0'0'499'0'0,"0"-1"-244"0"0,-3 33 5077 0 0,-7 17-2186 0 0,0 10-1391 0 0,5 5-92 0 0,6 109 0 0 0,20 66-990 0 0,-9-127-575 0 0,16 126-98 0 0,67 260 0 0 0,-61-343 117 0 0,-6 1 0 0 0,14 293 1 0 0,-3 218 265 0 0,-3-122-118 0 0,52 777 1364 0 0,42-361-1031 0 0,-129-956-749 0 0,9 45-175 0 0,-1-16-6176 0 0,-2-13-1133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6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 7834 0 0,'-1'-14'8336'0'0,"4"17"-7545"0"0,7 11-481 0 0,-1-1-1 0 0,-1 1 1 0 0,0 0 0 0 0,-1 1-1 0 0,-1 0 1 0 0,0 0 0 0 0,-1 0-1 0 0,0 1 1 0 0,-1-1 0 0 0,-1 1-1 0 0,2 28 1 0 0,-1 14-279 0 0,-7 112 0 0 0,-13 73-3945 0 0,15-212-2237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6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16 312 10594 0 0,'-15'-28'5603'0'0,"29"34"-3781"0"0,58 39-511 0 0,-40-22-833 0 0,2-2-1 0 0,1-2 1 0 0,0-1-1 0 0,73 26 1 0 0,-103-42-436 0 0,1-1 0 0 0,0 0 0 0 0,-1 0 0 0 0,1 0 0 0 0,0 0 0 0 0,0-1 0 0 0,0 0 0 0 0,0-1 0 0 0,-1 1 0 0 0,1-1 0 0 0,0 0 0 0 0,0 0 0 0 0,9-4 0 0 0,-11 3 2 0 0,0 0 0 0 0,0-1-1 0 0,0 0 1 0 0,-1 0 0 0 0,1 0 0 0 0,-1 0-1 0 0,1 0 1 0 0,-1-1 0 0 0,0 1-1 0 0,0-1 1 0 0,0 0 0 0 0,-1 0-1 0 0,0 0 1 0 0,1 0 0 0 0,-1 0 0 0 0,-1-1-1 0 0,3-5 1 0 0,1-11 109 0 0,-1 0-1 0 0,-1 0 1 0 0,0 0-1 0 0,-2 0 1 0 0,0-1 0 0 0,-2 1-1 0 0,-4-32 1 0 0,3 27-682 0 0,0-1-1 0 0,1 1 1 0 0,2-1 0 0 0,5-31-1 0 0,0 34-7278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7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14747 0 0,'3'1'265'0'0,"1"1"0"0"0,-1-1 0 0 0,1 0 0 0 0,-1-1 0 0 0,1 1-1 0 0,-1 0 1 0 0,1-1 0 0 0,-1 0 0 0 0,1 0 0 0 0,0 0 0 0 0,-1 0 0 0 0,6-2 0 0 0,3 1 77 0 0,37-1 951 0 0,-1-3 0 0 0,93-22 0 0 0,90-42-2569 0 0,-178 52-400 0 0,-19 5-5413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7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0,'4'14'9800'0'0,"5"1"-9354"0"0,0 0 0 0 0,-1 1 1 0 0,-1 0-1 0 0,0 0 0 0 0,7 31 0 0 0,13 93-1308 0 0,-17-79-433 0 0,-1-10-6224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7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37 1376 0 0,'0'0'43'0'0,"0"0"0"0"0,0 0 0 0 0,-1 0 0 0 0,1 0 0 0 0,0 0 0 0 0,0 0 0 0 0,0 0 0 0 0,0 0 1 0 0,-1 0-1 0 0,1 0 0 0 0,0 0 0 0 0,0-1 0 0 0,0 1 0 0 0,0 0 0 0 0,0 0 0 0 0,0 0 0 0 0,-1 0 0 0 0,1 0 0 0 0,0 0 0 0 0,0-1 0 0 0,0 1 0 0 0,0 0 0 0 0,0 0 0 0 0,0 0 0 0 0,0 0 0 0 0,0 0 0 0 0,0-1 0 0 0,0 1 0 0 0,0 0 0 0 0,0 0 0 0 0,0 0 0 0 0,0 0 0 0 0,0-1 0 0 0,0 1 0 0 0,0 0 0 0 0,0 0 0 0 0,0 0 0 0 0,0 0 0 0 0,0-1 0 0 0,0 1 0 0 0,0 0 0 0 0,0 0 0 0 0,0 0 0 0 0,0 0 0 0 0,0 0 0 0 0,0-1 0 0 0,0 1 0 0 0,0 0 1 0 0,1 0-1 0 0,-1 0 0 0 0,0 0 0 0 0,0 0 0 0 0,0 0 0 0 0,0-1 0 0 0,0 1 0 0 0,1 0 0 0 0,13-7 4705 0 0,9 0-113 0 0,-14 5-4515 0 0,31-5 1668 0 0,-1 3-1 0 0,0 1 1 0 0,47 3-1 0 0,3 3-1873 0 0,-1 1-5171 0 0,-59-4-1248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8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6449 0 0,'-3'5'7444'0'0,"4"9"-4621"0"0,4 16-952 0 0,30 164 2871 0 0,-23-116-6171 0 0,3-1-4030 0 0,-7-37-1604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8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14283 0 0,'7'-6'517'0'0,"0"0"0"0"0,0 1 0 0 0,1 0 0 0 0,0 0 0 0 0,0 1-1 0 0,0 0 1 0 0,14-4 0 0 0,61-15 1823 0 0,138-8-1447 0 0,-142 23-4365 0 0,-12 6-5324 0 0,-51 3 7727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8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12443 0 0,'0'4'311'0'0,"0"1"0"0"0,0-1 0 0 0,0 1 0 0 0,1 0 0 0 0,0-1 0 0 0,0 1 0 0 0,0-1 0 0 0,1 0 0 0 0,-1 1 0 0 0,4 6 0 0 0,4 13 845 0 0,54 265 4365 0 0,-60-275-5805 0 0,1 0 1 0 0,1-1-1 0 0,0 1 0 0 0,0-1 1 0 0,1 0-1 0 0,1-1 0 0 0,1 1 1 0 0,-1-1-1 0 0,2-1 0 0 0,0 1 1 0 0,0-1-1 0 0,12 10 0 0 0,6-2-93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9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9674 0 0,'4'-6'264'0'0,"1"-1"0"0"0,0 1 0 0 0,0 0 0 0 0,1 0 0 0 0,-1 1 0 0 0,1 0 0 0 0,0 0 1 0 0,1 0-1 0 0,-1 1 0 0 0,8-4 0 0 0,4-1 733 0 0,1 1-1 0 0,1 1 1 0 0,-1 1 0 0 0,1 0 0 0 0,0 2 0 0 0,32-4 0 0 0,-19 3-599 0 0,38-11-1453 0 0,11-1-99 0 0,-66 15 1220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9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8 15203 0 0,'-3'-8'1749'0'0,"10"11"-277"0"0,10 12 223 0 0,-3 11-1112 0 0,0 0 0 0 0,-2 1 0 0 0,16 53 0 0 0,-6-18-944 0 0,-8-24-1359 0 0,0 2-5615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9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1 198 13363 0 0,'0'0'40'0'0,"0"0"0"0"0,0-1 0 0 0,0 1 1 0 0,0 0-1 0 0,0-1 0 0 0,0 1 0 0 0,0 0 0 0 0,0-1 0 0 0,0 1 1 0 0,0 0-1 0 0,0-1 0 0 0,0 1 0 0 0,0 0 0 0 0,0-1 0 0 0,0 1 1 0 0,1 0-1 0 0,-1 0 0 0 0,0-1 0 0 0,0 1 0 0 0,0 0 1 0 0,1 0-1 0 0,-1-1 0 0 0,0 1 0 0 0,0 0 0 0 0,1 0 0 0 0,-1-1 1 0 0,0 1-1 0 0,0 0 0 0 0,1 0 0 0 0,-1 0 0 0 0,0 0 0 0 0,1 0 1 0 0,-1 0-1 0 0,0-1 0 0 0,1 1 0 0 0,-1 0 0 0 0,0 0 0 0 0,1 0 1 0 0,18-7 69 0 0,-17 6 285 0 0,65-24 1276 0 0,205-67 3638 0 0,-268 90-5323 0 0,155-48-1712 0 0,-129 38-5706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49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0,'2'6'1055'0'0,"-1"-1"1"0"0,0 0-1 0 0,1-1 1 0 0,0 1-1 0 0,0 0 0 0 0,0 0 1 0 0,6 6-1 0 0,3 10 432 0 0,5 24 161 0 0,-2 1 0 0 0,13 70 0 0 0,9 29-2981 0 0,-29-123-209 0 0,0-1-1 0 0,2 0 1 0 0,1 0-1 0 0,19 30 1 0 0,-7-19-1199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0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1 124 10594 0 0,'53'-25'3439'0'0,"87"-28"-1"0"0,-98 40-4039 0 0,0 2 1 0 0,76-8-1 0 0,-99 16 583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0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14283 0 0,'0'0'1103'0'0,"13"19"1935"0"0,-4 1-2028 0 0,0 0-1 0 0,-1 1 1 0 0,-1 0-1 0 0,5 23 1 0 0,11 92-453 0 0,2 8-773 0 0,-13-100 183 0 0,-1-4-54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73 14283 0 0,'-1'0'27'0'0,"1"0"0"0"0,0 0 0 0 0,0 0 0 0 0,0 0 0 0 0,0 0 0 0 0,0 0 0 0 0,0 0 0 0 0,0 0 0 0 0,0 0 0 0 0,0 0 0 0 0,-1 0 0 0 0,1 0 0 0 0,0 0 0 0 0,0 0 0 0 0,0 1 0 0 0,0-1 0 0 0,0 0 0 0 0,0 0 0 0 0,0 0 0 0 0,0 0 0 0 0,0 0-1 0 0,0 0 1 0 0,0 0 0 0 0,0 0 0 0 0,-1 0 0 0 0,1 0 0 0 0,0 0 0 0 0,0 0 0 0 0,0 0 0 0 0,0 1 0 0 0,0-1 0 0 0,0 0 0 0 0,0 0 0 0 0,0 0 0 0 0,0 0 0 0 0,0 0 0 0 0,0 0 0 0 0,0 0 0 0 0,0 0 0 0 0,0 1 0 0 0,0-1 0 0 0,0 0 0 0 0,0 0 0 0 0,0 0 0 0 0,0 0 0 0 0,0 0 0 0 0,0 0 0 0 0,0 0 0 0 0,0 0 0 0 0,0 0 0 0 0,0 0 0 0 0,0 1 0 0 0,1-1 0 0 0,-1 0 0 0 0,0 0 0 0 0,0 0 0 0 0,0 0 0 0 0,0 0 0 0 0,0 0-1 0 0,0 0 1 0 0,0 0 0 0 0,0 0 0 0 0,0 0 0 0 0,0 0 0 0 0,11 6 901 0 0,15 0 709 0 0,13-5-942 0 0,0-1-1 0 0,0-3 0 0 0,-1-1 1 0 0,1-2-1 0 0,42-12 0 0 0,29-4-637 0 0,60-4-2310 0 0,-107 15-5163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1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14283 0 0,'247'-105'5304'0'0,"-173"76"-4892"0"0,-67 25-840 0 0,0 2 0 0 0,0-1 0 0 0,0 1 0 0 0,0 0 0 0 0,1 1 0 0 0,-1 0 0 0 0,0 0 0 0 0,13 0 0 0 0,-5 3-5549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1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 11058 0 0,'7'2'579'0'0,"1"-1"0"0"0,-1 0 0 0 0,0-1 0 0 0,1 1 0 0 0,-1-1 0 0 0,0 0 0 0 0,1-1 0 0 0,-1 0 0 0 0,0 0 0 0 0,10-3 0 0 0,-6 2 30 0 0,175-45 2220 0 0,-4 0-3519 0 0,-134 39 679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2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12443 0 0,'22'-9'1461'0'0,"1"0"0"0"0,0 2-1 0 0,38-7 1 0 0,-14 4 444 0 0,-18 2-1438 0 0,164-32-3427 0 0,-155 36 1778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2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 17972 0 0,'4'0'259'0'0,"0"-1"0"0"0,0 0 0 0 0,0 0-1 0 0,0 0 1 0 0,0 0 0 0 0,0 0 0 0 0,-1-1 0 0 0,5-2 0 0 0,2 0 246 0 0,72-27 885 0 0,15-5-3280 0 0,-60 24-495 0 0,-1 1-1 0 0,42-6 1 0 0,-29 10 1650 0 0,-1 0 554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2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 21197 0 0,'1'1'72'0'0,"-1"0"0"0"0,1-1 0 0 0,0 1 0 0 0,0 0 1 0 0,0 0-1 0 0,0-1 0 0 0,0 1 0 0 0,0 0 1 0 0,0-1-1 0 0,0 1 0 0 0,0-1 0 0 0,0 1 0 0 0,0-1 1 0 0,0 0-1 0 0,0 0 0 0 0,0 1 0 0 0,0-1 0 0 0,0 0 1 0 0,1 0-1 0 0,-1 0 0 0 0,0 0 0 0 0,2 0 1 0 0,30 1-1292 0 0,-11-3 1482 0 0,-1 0-1 0 0,0-2 0 0 0,0 0 0 0 0,26-9 0 0 0,81-36-133 0 0,-59 22-935 0 0,-13 5-254 0 0,4-4-69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4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3783 19 3225 0 0,'3'-2'496'0'0,"1"0"527"0"0,1-1 0 0 0,0 1 0 0 0,0 0 0 0 0,0 0-1 0 0,1 1 1 0 0,5-2 1372 0 0,-13 2-1860 0 0,-1 1-1 0 0,0 0 0 0 0,0-1 0 0 0,0 1 1 0 0,0 0-1 0 0,1 0 0 0 0,-1 1 1 0 0,0-1-1 0 0,-5 2 0 0 0,3-2-494 0 0,-487 58 4197 0 0,360-44-3843 0 0,-169 23-284 0 0,-31 9-565 0 0,128-19 231 0 0,-781 150 843 0 0,729-117-210 0 0,-187 47 227 0 0,252-62-479 0 0,-60 17-111 0 0,177-40-28 0 0,-4 1-1195 0 0,28-5-6164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5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5529 0 0,'-8'7'13413'0'0,"10"0"-15015"0"0,4 43 3100 0 0,-2 1 0 0 0,-6 94 1 0 0,3 45-1625 0 0,42 198 428 0 0,12 150 156 0 0,-15 164-440 0 0,-28-485 70 0 0,48 412 270 0 0,-46-552-343 0 0,51 301 330 0 0,-25 3-54 0 0,-39-366-290 0 0,22 628 422 0 0,-25-443-229 0 0,-33 240 1 0 0,20-339-1430 0 0,-6 42-4649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7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494 104 456 0 0,'-91'5'2339'0'0,"64"-2"-800"0"0,0-1 1 0 0,0-2 0 0 0,-50-4 0 0 0,61 2-869 0 0,-1 1 0 0 0,0 1 0 0 0,0 1 0 0 0,1 0 0 0 0,-1 1 0 0 0,1 1 0 0 0,-1 1 0 0 0,1 0 0 0 0,-19 7 0 0 0,-26 7-165 0 0,165-24 904 0 0,385-67 1846 0 0,-145 17-1493 0 0,-81 43-1305 0 0,-119 10-3413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7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0 672 1376 0 0,'0'0'107'0'0,"80"-5"9068"0"0,40-13-7041 0 0,16-3-2086 0 0,202-23 889 0 0,-66 6-490 0 0,178-27-793 0 0,-214 28 508 0 0,611-100 1533 0 0,-397 62-322 0 0,-4 9-277 0 0,138-20-521 0 0,-311 50 112 0 0,-139 20-1453 0 0,1-3-4187 0 0,-81 11-960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8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8290 0 0,'-2'10'9402'0'0,"7"43"-8747"0"0,30 39 24 0 0,32 106 547 0 0,60 535-675 0 0,-96-513-555 0 0,67 639 1146 0 0,-91-736-1844 0 0,-11-42-3433 0 0,0-52-2231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6:59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10074 10594 0 0,'3'-4'105'0'0,"0"1"-1"0"0,0-1 1 0 0,1 1-1 0 0,0 0 1 0 0,0 0-1 0 0,-1 0 1 0 0,2 1-1 0 0,-1-1 1 0 0,0 1-1 0 0,9-3 1 0 0,50-16 1194 0 0,-51 18-562 0 0,275-56 3975 0 0,-107 26-3872 0 0,339-34 806 0 0,-174 30-787 0 0,22-17-623 0 0,438-55 328 0 0,-584 85-559 0 0,560-53 51 0 0,-249 19-43 0 0,-286 30-15 0 0,1391-137 2 0 0,709-30 0 0 0,-2161 180 0 0 0,1198-69-448 0 0,-202 57 853 0 0,377 55-330 0 0,-721 28 43 0 0,-645-42-161 0 0,949 149 168 0 0,-640-60 296 0 0,-285-66-223 0 0,435 16-1 0 0,-576-51-191 0 0,-17 1 8 0 0,-1-3 1 0 0,1-2 0 0 0,101-17-1 0 0,-147 16-26 0 0,1 0-1 0 0,-1-1 1 0 0,0-1-1 0 0,0 0 0 0 0,0 0 1 0 0,-1-1-1 0 0,0-1 1 0 0,0 0-1 0 0,0-1 1 0 0,9-8-1 0 0,-15 11 4 0 0,0 0 0 0 0,0 0 0 0 0,-1-1 0 0 0,1 1-1 0 0,-1-1 1 0 0,-1 0 0 0 0,1 0 0 0 0,-1-1 0 0 0,0 1 0 0 0,-1-1-1 0 0,1 1 1 0 0,-1-1 0 0 0,0 0 0 0 0,-1 0 0 0 0,0 0-1 0 0,0 0 1 0 0,-1 0 0 0 0,1 0 0 0 0,-3-13 0 0 0,-9-49 17 0 0,-31-105 1 0 0,16 75 463 0 0,-59-194-493 0 0,41 154 7 0 0,-29-171 0 0 0,-69-589 471 0 0,13-188 179 0 0,111 903-600 0 0,-33-407-14 0 0,-11-105 31 0 0,-40 2-24 0 0,79 572 11 0 0,-86-469-105 0 0,38-5-11 0 0,54 333 19 0 0,-57-689-558 0 0,47 723 520 0 0,-23-231-29 0 0,39 99 182 0 0,9 199-516 0 0,2 155 386 0 0,-1-27-181 0 0,-7-49 0 0 0,7 74-15 0 0,-1-1-1 0 0,0 1 1 0 0,-1 1-1 0 0,1-1 1 0 0,-2 0-1 0 0,1 1 1 0 0,-2-1-1 0 0,1 1 1 0 0,-1 0-1 0 0,-9-11 1 0 0,2 7-1066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0.4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 87 7026 0 0,'-26'3'258'0'0,"-1"-2"1"0"0,-43-4 0 0 0,57 2-249 0 0,-1-1 1 0 0,1 0 0 0 0,0-1-1 0 0,0-1 1 0 0,0 0 0 0 0,0-1-1 0 0,-12-7 1 0 0,7 2 1885 0 0,16 8-1450 0 0,-1 0 0 0 0,0 0 0 0 0,0 0 0 0 0,0 1 0 0 0,0-1 0 0 0,-1 1 0 0 0,1 0 0 0 0,0 0-1 0 0,0 0 1 0 0,-1 0 0 0 0,1 1 0 0 0,-1-1 0 0 0,-4 1 0 0 0,-18 1 531 0 0,1 2 1 0 0,-30 6-1 0 0,-12 2 389 0 0,59-9-1434 0 0,9 3-88 0 0,20 1-124 0 0,36-3 75 0 0,992 26-717 0 0,47-91 2963 0 0,-229 30-626 0 0,-662 31-3690 0 0,-194 0-1909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34 115 6913 0 0,'-34'6'4685'0'0,"54"-12"-3523"0"0,47-10 510 0 0,0 3 0 0 0,76-4 0 0 0,-72 10-2157 0 0,128-30-1 0 0,-165 26-477 0 0,-1-2-12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6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1634 351 12899 0 0,'-21'-22'724'0'0,"-1"1"1"0"0,-1 1 0 0 0,-1 1-1 0 0,0 1 1 0 0,-1 1 0 0 0,-40-19-1 0 0,35 22-437 0 0,-1 1 0 0 0,-1 2-1 0 0,0 1 1 0 0,-1 1 0 0 0,-45-6 0 0 0,33 11-187 0 0,-1 1 0 0 0,1 3 0 0 0,0 1 1 0 0,0 2-1 0 0,0 3 0 0 0,0 1 0 0 0,1 2 0 0 0,0 2 1 0 0,-51 20-1 0 0,-122 61 492 0 0,188-77-554 0 0,2 1-1 0 0,0 2 1 0 0,0 0 0 0 0,2 2 0 0 0,-32 31 0 0 0,23-13-21 0 0,2 1 0 0 0,1 1 1 0 0,2 2-1 0 0,2 1 0 0 0,1 1 1 0 0,3 2-1 0 0,2 0 0 0 0,-21 64 1 0 0,36-88-27 0 0,1-1 0 0 0,2 1 0 0 0,0 0 0 0 0,1-1 1 0 0,1 1-1 0 0,1 0 0 0 0,1 0 0 0 0,1 0 0 0 0,6 27 1 0 0,2-3-14 0 0,2 0 0 0 0,3-1 0 0 0,24 55 0 0 0,92 142 313 0 0,-76-149-190 0 0,-37-60-98 0 0,3-1 1 0 0,0-1 0 0 0,46 50-1 0 0,-48-62-56 0 0,1-1-1 0 0,1-1 1 0 0,1 0-1 0 0,0-2 1 0 0,1 0-1 0 0,26 12 1 0 0,15 2-35 0 0,0-2 0 0 0,102 27 0 0 0,-116-41 266 0 0,0-3 1 0 0,0-2-1 0 0,1-2 0 0 0,60-1 1 0 0,-77-7-216 0 0,0-1 0 0 0,0-2 0 0 0,0-1 1 0 0,-1-2-1 0 0,0-1 0 0 0,36-15 0 0 0,183-96 424 0 0,-248 118-380 0 0,29-16 73 0 0,-1-2 1 0 0,0-1 0 0 0,-2-2-1 0 0,35-33 1 0 0,95-118-48 0 0,-109 112 125 0 0,82-128 1 0 0,-119 165-90 0 0,-1-1 0 0 0,0 0-1 0 0,-3-1 1 0 0,0-1 0 0 0,-1 1 0 0 0,-2-1 0 0 0,-1-1-1 0 0,4-49 1 0 0,-9 49 13 0 0,-1-1-1 0 0,-1 1 1 0 0,-2 0-1 0 0,-1 0 1 0 0,-2 0-1 0 0,0 0 1 0 0,-2 1-1 0 0,-1 0 1 0 0,-1 0-1 0 0,-2 1 1 0 0,0 1-1 0 0,-2 0 1 0 0,-1 1-1 0 0,-36-47 1 0 0,-8 0 134 0 0,-3 2 1 0 0,-134-115-1 0 0,-174-85-1793 0 0,334 248-396 0 0,2 3-5975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9 147 7834 0 0,'-9'6'6330'0'0,"28"-4"-3920"0"0,31-5-845 0 0,104-13 984 0 0,547-75-1360 0 0,-535 55-4534 0 0,-131 28-3408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7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860 52 10594 0 0,'-13'-3'-96'0'0,"0"0"0"0"0,0 1 1 0 0,-1 0-1 0 0,1 1 0 0 0,-1 0 0 0 0,1 1 0 0 0,-1 1 0 0 0,1 0 0 0 0,-22 5 0 0 0,3 3 19 0 0,1 1 0 0 0,0 1 0 0 0,0 2-1 0 0,1 1 1 0 0,1 1 0 0 0,1 2-1 0 0,-38 28 1 0 0,26-12 498 0 0,1 1 0 0 0,2 2 0 0 0,1 2 0 0 0,-32 45 0 0 0,41-47-65 0 0,1 1-1 0 0,2 1 1 0 0,1 1-1 0 0,3 1 0 0 0,-28 74 1 0 0,38-83-147 0 0,2 1 1 0 0,1 0-1 0 0,1 0 0 0 0,2 0 1 0 0,2 1-1 0 0,0 0 0 0 0,2 0 1 0 0,8 53-1 0 0,1-24-154 0 0,4 0 0 0 0,2-2-1 0 0,3 0 1 0 0,50 111 0 0 0,-47-127 0 0 0,3-1 0 0 0,1-1-1 0 0,3-1 1 0 0,1-1 0 0 0,1-1 0 0 0,66 61 0 0 0,-68-76 49 0 0,1-2 1 0 0,1-2-1 0 0,1 0 1 0 0,0-3-1 0 0,2 0 1 0 0,0-2-1 0 0,0-1 1 0 0,2-2-1 0 0,0-1 1 0 0,0-2-1 0 0,66 8 1 0 0,-39-10 36 0 0,0-4 0 0 0,0-1 0 0 0,0-4 0 0 0,-1-2-1 0 0,1-4 1 0 0,70-16 0 0 0,-81 11 167 0 0,-1-1 0 0 0,0-3 0 0 0,-1-2 1 0 0,-1-3-1 0 0,63-36 0 0 0,-75 35-6 0 0,-1-2 0 0 0,-1-1 0 0 0,-1-2 0 0 0,-1-1 0 0 0,-1-1 1 0 0,51-68-1 0 0,-52 56-150 0 0,-2-1-1 0 0,-3-1 1 0 0,-1-1 0 0 0,-2-1 0 0 0,-2-1 0 0 0,-2-1 0 0 0,-3 0 0 0 0,18-89-1 0 0,-28 101-87 0 0,-1 1 0 0 0,-2-1 0 0 0,-1 0-1 0 0,-2 0 1 0 0,-1 0 0 0 0,-2 1 0 0 0,-1-1-1 0 0,-2 1 1 0 0,-2 0 0 0 0,-1 1 0 0 0,-1 0-1 0 0,-2 1 1 0 0,-22-41 0 0 0,12 36-31 0 0,-2 1-1 0 0,-1 0 1 0 0,-2 2 0 0 0,-1 2 0 0 0,-2 0 0 0 0,-1 2 0 0 0,-2 2-1 0 0,-68-47 1 0 0,56 46-98 0 0,-1 3-1 0 0,-2 2 1 0 0,0 1-1 0 0,-1 3 1 0 0,-2 2 0 0 0,-101-23-1 0 0,109 34-287 0 0,0 2 0 0 0,0 2-1 0 0,-1 2 1 0 0,1 2 0 0 0,-1 2 0 0 0,1 2-1 0 0,-74 15 1 0 0,58-4-7283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582 3543 8754 0 0,'-5'-5'269'0'0,"1"0"0"0"0,0 0 0 0 0,-1 0 0 0 0,0 1 0 0 0,0 0 0 0 0,-1 0 0 0 0,1 0 0 0 0,-1 0 0 0 0,-9-4 0 0 0,-12-8 195 0 0,-31-24 1871 0 0,-74-66 1 0 0,111 85-1828 0 0,0 0 1 0 0,1-2-1 0 0,1 0 0 0 0,1-1 1 0 0,1-1-1 0 0,-14-29 1 0 0,3-6-317 0 0,2-2 1 0 0,3-1 0 0 0,3 0 0 0 0,3-2-1 0 0,2 0 1 0 0,4-1 0 0 0,2 0 0 0 0,3-1-1 0 0,4-99 1 0 0,7 73-212 0 0,4 1 0 0 0,4 0 0 0 0,4 1 0 0 0,5 0 1 0 0,3 2-1 0 0,46-110 0 0 0,-46 143 27 0 0,3 1 1 0 0,2 2 0 0 0,55-75 0 0 0,130-132 84 0 0,12 36-25 0 0,17 21-183 0 0,-125 107-36 0 0,-61 50-15 0 0,2 3-1 0 0,2 3 0 0 0,101-49 1 0 0,-23 18 198 0 0,-47 22 56 0 0,195-70 0 0 0,-210 94-24 0 0,237-63 252 0 0,-314 87-367 0 0,40-4 629 0 0,-38 4-720 0 0,-1 1 1 0 0,0 0-1 0 0,0 0 0 0 0,0 0 1 0 0,0 0-1 0 0,0 1 0 0 0,1-1 1 0 0,-1 0-1 0 0,0 1 0 0 0,0 0 1 0 0,0-1-1 0 0,0 1 1 0 0,0 0-1 0 0,0 0 0 0 0,3 2 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08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77 5409 0 0,'-7'-39'1538'0'0,"2"20"1232"0"0,2 0 5050 0 0,28 30-5185 0 0,0 0-2560 0 0,-1 1 0 0 0,0 1-1 0 0,-1 1 1 0 0,-1 1 0 0 0,39 34-1 0 0,-35-25-16 0 0,1-2 0 0 0,0-1 0 0 0,2-1 0 0 0,0-2 0 0 0,2-1 0 0 0,0-1 0 0 0,63 23 1 0 0,-67-32 51 0 0,29 10 253 0 0,-52-16-308 0 0,-1 1 0 0 0,1-1 0 0 0,-1 1 0 0 0,0 0 0 0 0,1 0 0 0 0,-1 0 0 0 0,0 0 0 0 0,0 1 0 0 0,-1-1 0 0 0,1 1 0 0 0,4 6 0 0 0,-6-7-13 0 0,0 0 0 0 0,0 1 0 0 0,0-1 0 0 0,-1 1 0 0 0,1-1 0 0 0,-1 1 0 0 0,1-1 0 0 0,-1 1 0 0 0,0 0 0 0 0,0-1 0 0 0,0 1 0 0 0,-1-1 0 0 0,1 1 0 0 0,-1-1 0 0 0,1 1 0 0 0,-3 4 0 0 0,-19 46 80 0 0,12-31 132 0 0,-159 327-73 0 0,153-318-2013 0 0,4 2-5974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19 204 9218 0 0,'-1'0'199'0'0,"0"0"0"0"0,0 1 0 0 0,0-1 0 0 0,0 0-1 0 0,0 0 1 0 0,0 1 0 0 0,0-1 0 0 0,0 1 0 0 0,0-1 0 0 0,0 1 0 0 0,0-1 0 0 0,0 1 0 0 0,0 0 0 0 0,1-1 0 0 0,-1 1-1 0 0,0 0 1 0 0,0 0 0 0 0,-1 1 0 0 0,2 5 1048 0 0,13-5-162 0 0,25-6 1227 0 0,65-18 0 0 0,19-4-170 0 0,-38 16-1756 0 0,0-3-1 0 0,120-36 1 0 0,-36-14-540 0 0,-75 27-6098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0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71 7370 0 0,'-50'-27'2808'0'0,"-38"-16"5274"0"0,101 105-3217 0 0,44 326-3856 0 0,-31-183-626 0 0,-22-180-844 0 0,1-1 0 0 0,1-1 0 0 0,1 1 0 0 0,1-1 0 0 0,0 0 0 0 0,2-1 0 0 0,1 0 0 0 0,24 36 0 0 0,-24-45 449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1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1015 297 4145 0 0,'-4'-9'479'0'0,"0"-1"1"0"0,-1 1-1 0 0,0 0 0 0 0,-1 0 1 0 0,0 1-1 0 0,0 0 1 0 0,-1 0-1 0 0,0 0 0 0 0,0 1 1 0 0,-1 0-1 0 0,0 0 1 0 0,0 1-1 0 0,-1 0 0 0 0,-11-6 1 0 0,2 3 384 0 0,-1 1 0 0 0,-1 1 0 0 0,1 1 0 0 0,-1 1 0 0 0,0 0 0 0 0,0 2 0 0 0,-33-3 0 0 0,32 5-651 0 0,0 1 1 0 0,-1 1 0 0 0,1 1 0 0 0,0 1 0 0 0,0 0 0 0 0,1 2 0 0 0,-1 0 0 0 0,1 2 0 0 0,0 0 0 0 0,0 1 0 0 0,1 1 0 0 0,-19 12 0 0 0,20-8-126 0 0,2 0 1 0 0,-1 2-1 0 0,2 0 1 0 0,0 0-1 0 0,1 1 1 0 0,1 1-1 0 0,-20 32 1 0 0,-65 137 71 0 0,58-100-157 0 0,3 2 0 0 0,5 1 0 0 0,-32 138 0 0 0,56-179 90 0 0,2 0 0 0 0,2 74 1 0 0,15 95 186 0 0,-5-170-266 0 0,1-1 0 0 0,3-1 1 0 0,1 1-1 0 0,3-2 0 0 0,1 0 0 0 0,2-1 1 0 0,2 0-1 0 0,2-1 0 0 0,44 64 0 0 0,-45-80-32 0 0,1 0-1 0 0,0-2 0 0 0,2-1 0 0 0,49 39 0 0 0,-28-30-54 0 0,2-1 0 0 0,54 26 0 0 0,-66-39 70 0 0,0-3 0 0 0,1-1 0 0 0,1-1 0 0 0,1-2-1 0 0,-1-2 1 0 0,50 7 0 0 0,-58-13 34 0 0,0-2 1 0 0,-1 0-1 0 0,1-2 0 0 0,0-1 1 0 0,-1-1-1 0 0,1-1 0 0 0,-1-2 0 0 0,0-1 1 0 0,34-13-1 0 0,-17 1 41 0 0,-2-2 1 0 0,0-1-1 0 0,-2-2 1 0 0,46-36 0 0 0,136-133-19 0 0,-170 141 65 0 0,-3-2 0 0 0,-3-3 0 0 0,-1-1 0 0 0,-4-3-1 0 0,-2-1 1 0 0,-3-2 0 0 0,-2-1 0 0 0,-4-2 0 0 0,-2-1-1 0 0,25-95 1 0 0,-42 113 14 0 0,-1 0-1 0 0,-3-1 1 0 0,-2 0-1 0 0,-3 0 0 0 0,-1 0 1 0 0,-3 0-1 0 0,-2 0 1 0 0,-19-92-1 0 0,13 98-138 0 0,-3 2-1 0 0,-1-1 0 0 0,-2 2 0 0 0,-2 0 0 0 0,-2 1 1 0 0,-2 1-1 0 0,-1 1 0 0 0,-2 0 0 0 0,-2 2 1 0 0,-35-38-1 0 0,45 58-90 0 0,0 0 1 0 0,-1 2 0 0 0,-1 0-1 0 0,0 1 1 0 0,-1 1-1 0 0,-21-11 1 0 0,26 17-107 0 0,-1 0 0 0 0,1 1 0 0 0,-1 1 0 0 0,0 0-1 0 0,-1 1 1 0 0,1 1 0 0 0,-1 0 0 0 0,1 2 0 0 0,-24-1 0 0 0,-9 6-757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2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0 229 6913 0 0,'1'-1'132'0'0,"-1"-1"0"0"0,1 1 0 0 0,-1-1 0 0 0,1 1 0 0 0,0 0-1 0 0,0 0 1 0 0,0-1 0 0 0,-1 1 0 0 0,1 0 0 0 0,0 0-1 0 0,0 0 1 0 0,0 0 0 0 0,1 0 0 0 0,-1 0 0 0 0,0 0-1 0 0,2 0 1 0 0,24-16 1046 0 0,-22 14-889 0 0,31-15 1245 0 0,1 2 1 0 0,0 1-1 0 0,1 3 1 0 0,74-16-1 0 0,55-18-25 0 0,-151 40-1448 0 0,60-21-1196 0 0,-25 12-2502 0 0,-29 10-2036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15667 0 0,'18'37'4255'0'0,"10"17"-3229"0"0,-2 2 0 0 0,35 114 1 0 0,12 124-955 0 0,-24-84-1807 0 0,-33-153-5920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3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1215 89 10594 0 0,'-2'-6'124'0'0,"-2"0"0"0"0,1 1 1 0 0,0-1-1 0 0,-1 1 0 0 0,0 0 0 0 0,0 0 0 0 0,-1 0 0 0 0,1 1 0 0 0,-1 0 0 0 0,0 0 0 0 0,0 0 0 0 0,-1 0 0 0 0,1 1 1 0 0,-1 0-1 0 0,0 0 0 0 0,0 0 0 0 0,0 1 0 0 0,0 0 0 0 0,0 0 0 0 0,-10-2 0 0 0,-1 2 115 0 0,1 1 0 0 0,-1 1 0 0 0,0 0 0 0 0,0 1 0 0 0,1 1 0 0 0,-1 1-1 0 0,1 0 1 0 0,-1 1 0 0 0,1 0 0 0 0,0 2 0 0 0,1 0 0 0 0,-27 14 0 0 0,-13 11 174 0 0,2 2 0 0 0,-51 43 0 0 0,89-65-384 0 0,-210 171-162 0 0,188-146-91 0 0,2 0 0 0 0,1 3-1 0 0,-49 71 1 0 0,53-61 11 0 0,3 2 0 0 0,1 0 1 0 0,3 2-1 0 0,2 1 1 0 0,2 0-1 0 0,-11 59 0 0 0,13-25-150 0 0,3 0 0 0 0,5 1 0 0 0,1 106 0 0 0,9-135-55 0 0,2 0 1 0 0,3 0-1 0 0,20 90 0 0 0,-18-120 194 0 0,1 0 0 0 0,1 0 0 0 0,1-1-1 0 0,2-1 1 0 0,0 0 0 0 0,2-1 0 0 0,2 0-1 0 0,31 39 1 0 0,-36-52 80 0 0,1-1 0 0 0,0-1 0 0 0,1 0 0 0 0,1-1 1 0 0,-1 0-1 0 0,2-1 0 0 0,0-1 0 0 0,27 12 0 0 0,-18-11 53 0 0,1-2 1 0 0,-1 0-1 0 0,2-2 1 0 0,-1-1-1 0 0,36 3 1 0 0,-8-7 324 0 0,1-1-1 0 0,0-3 1 0 0,-1-2 0 0 0,1-3-1 0 0,64-18 1 0 0,-10-3 1242 0 0,-2-6 0 0 0,-1-4 0 0 0,-2-5 0 0 0,174-100 0 0 0,-251 126-1251 0 0,0 0-1 0 0,-2-2 0 0 0,0-1 1 0 0,-1 0-1 0 0,-1-2 0 0 0,-2-1 1 0 0,0-1-1 0 0,-1 0 0 0 0,-2-2 1 0 0,-1 0-1 0 0,0-1 1 0 0,-3-1-1 0 0,0 0 0 0 0,-2-1 1 0 0,-1 0-1 0 0,-1-1 0 0 0,-2 0 1 0 0,-1-1-1 0 0,-1 1 0 0 0,-2-1 1 0 0,-1-1-1 0 0,-2 1 0 0 0,-1 0 1 0 0,-1 0-1 0 0,-9-47 1 0 0,-5-3-120 0 0,-4 1 0 0 0,-3 1 1 0 0,-4 1-1 0 0,-4 1 0 0 0,-2 1 1 0 0,-46-76-1 0 0,66 132-348 0 0,-1 2 0 0 0,-1-1 0 0 0,-1 2 1 0 0,0 0-1 0 0,-2 0 0 0 0,-25-21 0 0 0,32 32 79 0 0,0-1-1 0 0,0 1 1 0 0,0 1-1 0 0,-1 0 1 0 0,0 0-1 0 0,-1 1 1 0 0,1 1-1 0 0,-1 0 1 0 0,0 0 0 0 0,0 1-1 0 0,0 1 1 0 0,0 0-1 0 0,-25 0 1 0 0,4 5-1043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11276 10138 0 0,'1'14'-21'0'0,"1"0"0"0"0,0 1-1 0 0,7 21 1 0 0,1 6-285 0 0,55 245 1896 0 0,-51-239-845 0 0,2-1-1 0 0,3-1 1 0 0,48 87-1 0 0,33 17 689 0 0,177 202-1 0 0,-265-338-1408 0 0,274 274 540 0 0,-110-120-264 0 0,-47-42 156 0 0,6-6-1 0 0,293 201 1 0 0,-88-98-24 0 0,-285-191-311 0 0,120 49 0 0 0,67 5 180 0 0,-112-41-89 0 0,-23-7-40 0 0,730 234 983 0 0,-239-139-549 0 0,409 17-240 0 0,6-57-50 0 0,270-60-448 0 0,656-65-16 0 0,-966-46 170 0 0,0-33 22 0 0,-491 53-25 0 0,1827-346 440 0 0,9-296-320 0 0,-1750 453-73 0 0,-22-45-15 0 0,-345 169-47 0 0,-5-9 0 0 0,224-196 0 0 0,-235 167 95 0 0,184-208 0 0 0,-253 236-75 0 0,-6-4-1 0 0,124-205 0 0 0,-161 213-37 0 0,-5-4 0 0 0,74-203-1 0 0,44-300 410 0 0,-92 244 41 0 0,136-625-421 0 0,-178 725-14 0 0,21-450 1 0 0,-79 63 330 0 0,-37-1 58 0 0,29 478-320 0 0,-88-872-119 0 0,60 796-181 0 0,-143-499-1 0 0,-200-252 283 0 0,261 723-40 0 0,-140-296-260 0 0,183 446 124 0 0,-174-253 0 0 0,192 325 146 0 0,-3 2-1 0 0,-121-113 0 0 0,185 193-22 0 0,-435-386-88 0 0,339 310 212 0 0,-2 5 1 0 0,-187-102-1 0 0,251 159-101 0 0,0 1 0 0 0,-1 2-1 0 0,-1 1 1 0 0,0 2-1 0 0,0 2 1 0 0,-1 1 0 0 0,0 3-1 0 0,0 0 1 0 0,-69 4-1 0 0,106 0-68 0 0,-1 0-1 0 0,0 0 0 0 0,1 0 1 0 0,-1 0-1 0 0,0 0 0 0 0,1 1 1 0 0,-1-1-1 0 0,0 1 0 0 0,1-1 0 0 0,-1 1 1 0 0,1 0-1 0 0,-1 0 0 0 0,1 0 1 0 0,-1 1-1 0 0,1-1 0 0 0,0 1 1 0 0,0-1-1 0 0,0 1 0 0 0,0 0 1 0 0,0-1-1 0 0,0 1 0 0 0,0 0 1 0 0,0 0-1 0 0,-2 4 0 0 0,3-4 17 0 0,0-1 0 0 0,0 1 0 0 0,0-1 0 0 0,0 1 0 0 0,0-1 0 0 0,-1 0 0 0 0,1 0 0 0 0,-1 1 0 0 0,1-1 0 0 0,-4 1 0 0 0,-8 0-1356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6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396 410 3209 0 0,'-24'-21'1007'0'0,"-40"-29"0"0"0,2 2 3855 0 0,41 31-3372 0 0,13 12-599 0 0,0-1 0 0 0,1 0 0 0 0,0-1 0 0 0,0 0-1 0 0,1 0 1 0 0,-7-9 0 0 0,11 13-745 0 0,1 1-1 0 0,0 0 1 0 0,0-1 0 0 0,0 1 0 0 0,0-1 0 0 0,1 1-1 0 0,-1-1 1 0 0,1 0 0 0 0,-1 1 0 0 0,1-1-1 0 0,0 0 1 0 0,0 1 0 0 0,0-1 0 0 0,0 0 0 0 0,1 1-1 0 0,-1-1 1 0 0,1 1 0 0 0,-1-1 0 0 0,1 0-1 0 0,0 1 1 0 0,0-1 0 0 0,0 1 0 0 0,0 0 0 0 0,1-1-1 0 0,-1 1 1 0 0,1 0 0 0 0,2-3 0 0 0,29-28-166 0 0,-16 16-8 0 0,-16 17 35 0 0,-1 0 0 0 0,0 0 0 0 0,0 0 0 0 0,0-1 0 0 0,0 1 0 0 0,0 0 0 0 0,0 0 0 0 0,0-1 0 0 0,0 1 0 0 0,0 0 0 0 0,0 0 0 0 0,0 0 0 0 0,0-1 0 0 0,0 1 0 0 0,-1 0 0 0 0,1 0 0 0 0,0 0 0 0 0,0-1 0 0 0,0 1 0 0 0,0 0 0 0 0,0 0 0 0 0,0 0 0 0 0,0 0 0 0 0,-1-1 0 0 0,1 1 0 0 0,0 0 0 0 0,0 0 0 0 0,0 0 0 0 0,0 0 0 0 0,-1 0 0 0 0,1-1 0 0 0,0 1 0 0 0,0 0 0 0 0,0 0 0 0 0,-1 0 0 0 0,1 0 0 0 0,0 0 0 0 0,0 0 0 0 0,0 0 0 0 0,-1 0 0 0 0,1 0 0 0 0,0 0-1 0 0,0 0 1 0 0,0 0 0 0 0,-1 0 0 0 0,1 0 0 0 0,0 0 0 0 0,0 0 0 0 0,-1 0 0 0 0,1 0 0 0 0,0 0 0 0 0,0 0 0 0 0,0 0 0 0 0,-1 0 0 0 0,1 0 0 0 0,0 1 0 0 0,-2-2 6 0 0,0 1 0 0 0,0 0-1 0 0,0 0 1 0 0,0 0-1 0 0,1 1 1 0 0,-1-1-1 0 0,0 0 1 0 0,0 1 0 0 0,0-1-1 0 0,0 1 1 0 0,1-1-1 0 0,-1 1 1 0 0,0 0-1 0 0,0 0 1 0 0,1 0 0 0 0,-1 0-1 0 0,1 0 1 0 0,-1 0-1 0 0,1 0 1 0 0,-1 1-1 0 0,1-1 1 0 0,0 0-1 0 0,0 1 1 0 0,-1-1 0 0 0,1 1-1 0 0,0 0 1 0 0,0-1-1 0 0,1 1 1 0 0,-1 0-1 0 0,0-1 1 0 0,0 1 0 0 0,0 2-1 0 0,-9 23-14 0 0,1 0 0 0 0,0 0 0 0 0,2 1 0 0 0,2-1 0 0 0,0 2 0 0 0,2-1 0 0 0,1 0 0 0 0,3 47 0 0 0,-1-74-3 0 0,0 0 1 0 0,0 0 0 0 0,0 0 0 0 0,0 0 0 0 0,0 0 0 0 0,0 0 0 0 0,0 1 0 0 0,-1-1 0 0 0,1 0 0 0 0,0 0 0 0 0,-1 0 0 0 0,1 0 0 0 0,-1 0 0 0 0,1 0 0 0 0,-1 0 0 0 0,1 0 0 0 0,-1 0 0 0 0,1 0 0 0 0,-1-1 0 0 0,0 1 0 0 0,0 0 0 0 0,1 0 0 0 0,-1 0 0 0 0,0-1 0 0 0,0 1 0 0 0,0-1 0 0 0,0 1 0 0 0,0 0 0 0 0,0-1 0 0 0,0 0 0 0 0,0 1 0 0 0,0-1 0 0 0,0 1 0 0 0,0-1 0 0 0,0 0 0 0 0,0 0 0 0 0,0 0 0 0 0,0 0 0 0 0,-2 0 0 0 0,-7 0 8 0 0,1 0 0 0 0,0 0 0 0 0,0-1 0 0 0,-10-3 0 0 0,-7 1 46 0 0,14 3 16 0 0,18 0-326 0 0,23-6 34 0 0,47-39-35 0 0,-1-3 0 0 0,-3-3 0 0 0,68-62 0 0 0,-137 111 323 0 0,-1 0 1 0 0,1-1 0 0 0,-1 1 0 0 0,0-1 0 0 0,0 1-1 0 0,0-1 1 0 0,0 0 0 0 0,0 1 0 0 0,2-7 0 0 0,-4 8-37 0 0,0-1 0 0 0,0 1 0 0 0,1-1 0 0 0,-1 1 0 0 0,0 0 0 0 0,-1-1 0 0 0,1 1 0 0 0,0-1 0 0 0,0 1 0 0 0,-1 0 1 0 0,1-1-1 0 0,0 1 0 0 0,-1 0 0 0 0,0-1 0 0 0,1 1 0 0 0,-1 0 0 0 0,0 0 0 0 0,1 0 0 0 0,-1-1 0 0 0,0 1 0 0 0,0 0 1 0 0,0 0-1 0 0,0 0 0 0 0,-1 0 0 0 0,2 0-13 0 0,-1 1-8 0 0,1 0 0 0 0,0 0-1 0 0,0 0 1 0 0,0-1 0 0 0,0 1 0 0 0,0 0-1 0 0,0 0 1 0 0,0 0 0 0 0,-1-1 0 0 0,1 1 0 0 0,0 0-1 0 0,0 0 1 0 0,0 0 0 0 0,0 0 0 0 0,-1 0 0 0 0,1 0-1 0 0,0 0 1 0 0,0-1 0 0 0,0 1 0 0 0,-1 0 0 0 0,1 0-1 0 0,0 0 1 0 0,0 0 0 0 0,-1 0 0 0 0,1 0-1 0 0,0 0 1 0 0,0 0 0 0 0,0 0 0 0 0,-1 0 0 0 0,1 0-1 0 0,0 0 1 0 0,0 0 0 0 0,-1 0 0 0 0,1 0 0 0 0,0 0-1 0 0,0 0 1 0 0,0 1 0 0 0,-1-1 0 0 0,1 0-1 0 0,0 0 1 0 0,0 0 0 0 0,0 0 0 0 0,0 0 0 0 0,-1 0-1 0 0,1 1 1 0 0,0-1 0 0 0,0 0 0 0 0,0 0 0 0 0,0 0-1 0 0,0 0 1 0 0,-1 1 0 0 0,1-1 0 0 0,0 0-1 0 0,0 0 1 0 0,0 0 0 0 0,0 1 0 0 0,0-1 0 0 0,0 0-1 0 0,0 0 1 0 0,0 1 0 0 0,0-1 0 0 0,0 0 0 0 0,-18 31-18 0 0,-1-1 0 0 0,-1 0 1 0 0,-44 47-1 0 0,34-46-5 0 0,-2 0 0 0 0,-1-3 0 0 0,-65 44 0 0 0,87-67-89 0 0,24-18-135 0 0,0-1 181 0 0,-10 11 16 0 0,6-6 415 0 0,0 13 301 0 0,11 8-733 0 0,12 8 176 0 0,49 36-1 0 0,-49-31-20 0 0,44 24-1 0 0,-22-19-65 0 0,102 51 106 0 0,-164-90-213 0 0,0 0 0 0 0,0 1 0 0 0,-1 0 0 0 0,0 0 0 0 0,-11-6 0 0 0,-62-30 17 0 0,53 30 34 0 0,1-2 0 0 0,0 0 0 0 0,2-2 0 0 0,-33-28 0 0 0,10-1 44 0 0,26 24-1 0 0,0 1 0 0 0,-2 0 1 0 0,-30-19-1 0 0,48 36-11 0 0,12 4-4 0 0,7 0-17 0 0,77-19-648 0 0,-1-2 0 0 0,98-41 0 0 0,-136 45-233 0 0,-28 11-48 0 0,0-1 1 0 0,-1-1 0 0 0,34-19-1 0 0,-55 28 906 0 0,1 0 0 0 0,-1 0 0 0 0,1-1 0 0 0,-1 1 0 0 0,1 0 0 0 0,-1 0 0 0 0,0-1 0 0 0,1 1 0 0 0,-1 0 0 0 0,1-1 0 0 0,-1 1 0 0 0,0 0 0 0 0,1-1 0 0 0,-1 1 0 0 0,0-1 0 0 0,1 1 0 0 0,-1 0 0 0 0,0-1 0 0 0,0 1 0 0 0,0-1 0 0 0,1 1 0 0 0,-1-1 0 0 0,0 1 0 0 0,0-1 0 0 0,0 1 0 0 0,0-1 0 0 0,0 1 0 0 0,0-1 0 0 0,0 1 0 0 0,0-1 0 0 0,0 1 0 0 0,0-1 0 0 0,0 1 0 0 0,0-1 0 0 0,0 1 0 0 0,0-1 0 0 0,-1 1 0 0 0,1-1 0 0 0,0 0 0 0 0,-2 0 52 0 0,1 0-1 0 0,-1-1 0 0 0,1 1 1 0 0,-1 0-1 0 0,0 0 0 0 0,1-1 0 0 0,-1 2 1 0 0,0-1-1 0 0,0 0 0 0 0,-3-1 1 0 0,-4-1 43 0 0,-1 0-1 0 0,0 1 1 0 0,-15-2 0 0 0,15 4-255 0 0,-1 0 1 0 0,1 1-1 0 0,0 0 0 0 0,-1 1 0 0 0,1 0 1 0 0,0 0-1 0 0,-12 6 0 0 0,-69 33 353 0 0,16-7 174 0 0,0-6-52 0 0,-43 16 2399 0 0,152-64-1949 0 0,56-42-1 0 0,-31 18-788 0 0,5-6-153 0 0,-50 37 330 0 0,0 1 0 0 0,0 1 0 0 0,1 0 0 0 0,1 1-1 0 0,0 1 1 0 0,30-13 0 0 0,-95 72-1548 0 0,22-30 1322 0 0,-2 0 0 0 0,0-2 0 0 0,-51 24 0 0 0,-5 3 109 0 0,59-28 179 0 0,26-17-182 0 0,-1 1 1 0 0,0-1 0 0 0,0 1-1 0 0,0-1 1 0 0,1 1 0 0 0,-1-1-1 0 0,0 1 1 0 0,1 0 0 0 0,-1-1 0 0 0,0 1-1 0 0,1 0 1 0 0,-1-1 0 0 0,1 1-1 0 0,-1 0 1 0 0,1 0 0 0 0,-1 0-1 0 0,1-1 1 0 0,0 1 0 0 0,-1 0-1 0 0,1 0 1 0 0,0 0 0 0 0,0 0 0 0 0,0 0-1 0 0,0 0 1 0 0,0 0 0 0 0,0-1-1 0 0,0 3 1 0 0,1-3-41 0 0,0 1 0 0 0,0-1 0 0 0,1 1 0 0 0,-1-1 0 0 0,0 0 0 0 0,0 0 0 0 0,1 1 0 0 0,-1-1 0 0 0,0 0-1 0 0,1 0 1 0 0,-1 0 0 0 0,0 0 0 0 0,0 0 0 0 0,1-1 0 0 0,-1 1 0 0 0,0 0 0 0 0,1-1 0 0 0,1 0 0 0 0,24-8-141 0 0,14-7 108 0 0,-1-2-1 0 0,0-1 0 0 0,-2-3 0 0 0,0-1 0 0 0,67-54 1 0 0,-91 60-3143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17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0 117 920 0 0,'3'0'0'0'0,"0"-1"80"0"0,1 0-80 0 0,0-2 0 0 0,-1 1 0 0 0,1 0 0 0 0,0-1 456 0 0,6-3 80 0 0,5-3 9 0 0,6-6 7 0 0,3-2-392 0 0,5-2-72 0 0,0 0-24 0 0,-3-1 16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2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67 2761 0 0,'-1'-14'684'0'0,"0"8"-47"0"0,1 1 1 0 0,-1-1 0 0 0,1 1-1 0 0,0-1 1 0 0,1 0 0 0 0,0 1-1 0 0,7-8 3074 0 0,-8 13-3644 0 0,6 10 1153 0 0,3 11-316 0 0,16 66 1389 0 0,13 91 1 0 0,-23-100-2755 0 0,47 147-1 0 0,-55-206-496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5 10250 0 0,'-7'-2'208'0'0,"0"1"0"0"0,0 0 0 0 0,1 1-1 0 0,-1 0 1 0 0,0 0 0 0 0,0 0 0 0 0,0 1-1 0 0,0 0 1 0 0,0 1 0 0 0,-6 1 0 0 0,9-2 45 0 0,-5 1 23 0 0,-1 1 0 0 0,0 0 0 0 0,1 1 0 0 0,0 0 0 0 0,0 0 0 0 0,0 1-1 0 0,0 0 1 0 0,1 0 0 0 0,0 1 0 0 0,-13 12 0 0 0,10-7-80 0 0,0 1 1 0 0,1 0-1 0 0,1 1 0 0 0,0 0 1 0 0,1 0-1 0 0,-8 18 0 0 0,0 8-52 0 0,1 0-1 0 0,3 1 1 0 0,1 0-1 0 0,-7 54 1 0 0,8-32-119 0 0,4 0 1 0 0,2 1-1 0 0,6 88 1 0 0,2-104-16 0 0,2 0-1 0 0,2-1 1 0 0,2 1 0 0 0,1-2-1 0 0,22 53 1 0 0,-22-76-93 0 0,1 0 1 0 0,0-1-1 0 0,2 0 0 0 0,0-1 1 0 0,2-1-1 0 0,26 28 0 0 0,-31-35 50 0 0,-6-8-10 0 0,0 0 1 0 0,0 0 0 0 0,1 0-1 0 0,-1 0 1 0 0,1-1 0 0 0,0 0-1 0 0,0 0 1 0 0,0-1-1 0 0,0 0 1 0 0,0 0 0 0 0,0 0-1 0 0,1-1 1 0 0,-1 0 0 0 0,1 0-1 0 0,7 0 1 0 0,11 0 63 0 0,0-2 1 0 0,38-4-1 0 0,-43 2 76 0 0,-1-1 0 0 0,1 0 0 0 0,-1-2 0 0 0,0 0 0 0 0,0-1 0 0 0,0-1-1 0 0,-1-1 1 0 0,-1 0 0 0 0,1-1 0 0 0,-2-1 0 0 0,1-1 0 0 0,-1 0 0 0 0,18-19 0 0 0,-15 10-24 0 0,0-1 1 0 0,-1-1 0 0 0,-1 0 0 0 0,-2-1 0 0 0,0-1-1 0 0,-1-1 1 0 0,-2 1 0 0 0,15-47 0 0 0,-8 18 128 0 0,-4-1 0 0 0,-1-1 1 0 0,-3 0-1 0 0,5-89 0 0 0,-14 120-40 0 0,-2-1-1 0 0,-1 1 1 0 0,-2 0-1 0 0,0-1 0 0 0,-1 1 1 0 0,-2 1-1 0 0,0-1 1 0 0,-2 1-1 0 0,0 0 0 0 0,-2 0 1 0 0,-1 1-1 0 0,-22-37 1 0 0,27 53-160 0 0,0-1-1 0 0,0 1 1 0 0,-1 1 0 0 0,0-1 0 0 0,0 1 0 0 0,0 0 0 0 0,-1 0 0 0 0,0 1 0 0 0,0 0 0 0 0,0 1-1 0 0,0 0 1 0 0,-1 0 0 0 0,0 1 0 0 0,-14-4 0 0 0,18 5-221 0 0,-1 1-1 0 0,0 0 1 0 0,-1 0 0 0 0,1 1-1 0 0,0 0 1 0 0,0 0 0 0 0,0 0-1 0 0,0 1 1 0 0,0 0 0 0 0,0 0-1 0 0,0 0 1 0 0,0 1 0 0 0,0 0-1 0 0,0 0 1 0 0,1 0 0 0 0,-1 1-1 0 0,1 0 1 0 0,-1 0 0 0 0,1 0-1 0 0,0 1 1 0 0,1 0 0 0 0,-1 0-1 0 0,-5 5 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3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22 7834 0 0,'0'-1'117'0'0,"0"0"1"0"0,-1 0 0 0 0,1 0 0 0 0,0 1-1 0 0,-1-1 1 0 0,1 0 0 0 0,0 0-1 0 0,0 0 1 0 0,0 0 0 0 0,0 0 0 0 0,0 1-1 0 0,0-1 1 0 0,0 0 0 0 0,0 0 0 0 0,0 0-1 0 0,0 0 1 0 0,1 0 0 0 0,-1 1 0 0 0,0-1-1 0 0,1 0 1 0 0,0-1 0 0 0,-1 2-65 0 0,0 0 1 0 0,0 0 0 0 0,1-1 0 0 0,-1 1 0 0 0,0 0-1 0 0,1 0 1 0 0,-1 0 0 0 0,1 0 0 0 0,-1 0-1 0 0,0 0 1 0 0,1 0 0 0 0,-1-1 0 0 0,0 1 0 0 0,1 0-1 0 0,-1 0 1 0 0,0 0 0 0 0,1 0 0 0 0,-1 1-1 0 0,1-1 1 0 0,-1 0 0 0 0,0 0 0 0 0,1 0 0 0 0,-1 0-1 0 0,0 0 1 0 0,1 0 0 0 0,-1 1 0 0 0,0-1-1 0 0,1 0 1 0 0,-1 0 0 0 0,0 0 0 0 0,0 1 0 0 0,1-1-1 0 0,-1 0 1 0 0,0 0 0 0 0,1 1 0 0 0,-1-1-1 0 0,0 0 1 0 0,0 1 0 0 0,0-1 0 0 0,0 0 0 0 0,1 1-1 0 0,-1-1 1 0 0,0 0 0 0 0,0 1 0 0 0,0-1 0 0 0,0 0-1 0 0,0 1 1 0 0,0-1 0 0 0,0 1 0 0 0,0-1-1 0 0,0 1 1 0 0,11 24 1016 0 0,-2 0 0 0 0,-1 1-1 0 0,8 45 1 0 0,3 8-29 0 0,-7-34-868 0 0,-8-25-124 0 0,1-1-1 0 0,1 1 1 0 0,10 19 0 0 0,-15-57 149 0 0,1 0 1 0 0,1 0-1 0 0,1 0 1 0 0,6-17-1 0 0,-10 34-198 0 0,28-90-2 0 0,-25 83 5 0 0,1 0-1 0 0,-1 0 1 0 0,2 0-1 0 0,-1 0 1 0 0,1 1-1 0 0,0 0 0 0 0,0 0 1 0 0,12-11-1 0 0,-16 17 36 0 0,1 0 0 0 0,-1 0 0 0 0,0 0-1 0 0,1 0 1 0 0,-1 0 0 0 0,0 0 0 0 0,1 0 0 0 0,-1 1-1 0 0,1-1 1 0 0,-1 1 0 0 0,1-1 0 0 0,-1 1 0 0 0,1-1-1 0 0,0 1 1 0 0,-1 0 0 0 0,1 0 0 0 0,-1 0 0 0 0,1 0-1 0 0,0 0 1 0 0,-1 0 0 0 0,1 0 0 0 0,2 1 0 0 0,-1 1 31 0 0,0-1 0 0 0,0 0 0 0 0,-1 1 0 0 0,1 0 0 0 0,-1 0 0 0 0,1-1 0 0 0,-1 1 0 0 0,0 1 0 0 0,0-1 1 0 0,0 0-1 0 0,3 4 0 0 0,1 5 84 0 0,1-1 1 0 0,-1 2 0 0 0,-1-1 0 0 0,8 22-1 0 0,-5-8-180 0 0,-1 0-292 0 0,1 0 1 0 0,1-1 0 0 0,1-1-1 0 0,1 0 1 0 0,27 42 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43 3681 0 0,'-3'5'287'0'0,"1"-1"1"0"0,-1 1 0 0 0,1 0-1 0 0,1 0 1 0 0,-1 0-1 0 0,1 0 1 0 0,-1 0-1 0 0,2 0 1 0 0,-1 0 0 0 0,0 0-1 0 0,1 0 1 0 0,0 0-1 0 0,0 1 1 0 0,1-1-1 0 0,-1 0 1 0 0,1 0 0 0 0,0 0-1 0 0,1 0 1 0 0,-1 0-1 0 0,1 0 1 0 0,0 0-1 0 0,4 6 1 0 0,-4-8-45 0 0,0 1 0 0 0,0-1 1 0 0,1 0-1 0 0,-1 0 0 0 0,1 0 0 0 0,0-1 0 0 0,0 1 0 0 0,0-1 1 0 0,0 1-1 0 0,1-1 0 0 0,-1 0 0 0 0,1 0 0 0 0,-1-1 1 0 0,1 1-1 0 0,-1-1 0 0 0,1 1 0 0 0,0-1 0 0 0,0-1 0 0 0,0 1 1 0 0,0 0-1 0 0,0-1 0 0 0,0 0 0 0 0,-1 0 0 0 0,1 0 1 0 0,0 0-1 0 0,0 0 0 0 0,0-1 0 0 0,0 0 0 0 0,7-2 0 0 0,-7 2-119 0 0,-1-1-1 0 0,1 0 0 0 0,0 1 1 0 0,-1-1-1 0 0,0 0 0 0 0,1-1 0 0 0,-1 1 1 0 0,0 0-1 0 0,0-1 0 0 0,0 0 1 0 0,-1 0-1 0 0,1 0 0 0 0,-1 0 0 0 0,1 0 1 0 0,-1 0-1 0 0,3-7 0 0 0,-2 4-59 0 0,-1 0 1 0 0,0 1-1 0 0,0-1 0 0 0,0 0 0 0 0,-1 0 0 0 0,0 0 0 0 0,0-1 0 0 0,0 1 0 0 0,-1 0 0 0 0,-1-9 1 0 0,1 11-83 0 0,0 0 0 0 0,-1 0 0 0 0,0 0 0 0 0,0 0 0 0 0,0 0 0 0 0,0 0 0 0 0,-1 0 0 0 0,1 0 0 0 0,-1 1 0 0 0,0-1 0 0 0,0 0 0 0 0,-1 1 1 0 0,1 0-1 0 0,-1-1 0 0 0,-2-2 0 0 0,2 4-21 0 0,1 0 1 0 0,-1 1 0 0 0,0-1 0 0 0,0 1-1 0 0,1-1 1 0 0,-1 1 0 0 0,0 0-1 0 0,0 0 1 0 0,0 0 0 0 0,0 0 0 0 0,0 1-1 0 0,0-1 1 0 0,-1 1 0 0 0,1 0-1 0 0,0 0 1 0 0,0 0 0 0 0,0 0 0 0 0,0 0-1 0 0,0 1 1 0 0,0 0 0 0 0,0-1-1 0 0,-4 2 1 0 0,1 0-645 0 0,-1 1 0 0 0,1-1 1 0 0,0 1-1 0 0,-11 6 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4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2761 0 0,'1'-7'-185'0'0,"6"-29"1746"0"0,-6 34-1130 0 0,-1 0 0 0 0,1 1 1 0 0,-1-1-1 0 0,1 1 0 0 0,0-1 1 0 0,-1 1-1 0 0,1-1 0 0 0,0 1 1 0 0,0 0-1 0 0,0-1 0 0 0,0 1 1 0 0,0 0-1 0 0,0 0 0 0 0,1 0 1 0 0,-1 0-1 0 0,0 0 0 0 0,1 0 1 0 0,1-1-1 0 0,-2 2-289 0 0,-1 0 1 0 0,1 0-1 0 0,-1 0 1 0 0,1 0 0 0 0,-1 0-1 0 0,1 0 1 0 0,-1 0-1 0 0,1 0 1 0 0,-1 1-1 0 0,0-1 1 0 0,1 0-1 0 0,-1 0 1 0 0,1 0-1 0 0,-1 1 1 0 0,0-1-1 0 0,1 0 1 0 0,-1 1-1 0 0,0-1 1 0 0,1 0-1 0 0,-1 1 1 0 0,0-1-1 0 0,1 0 1 0 0,-1 1-1 0 0,0-1 1 0 0,0 1-1 0 0,0-1 1 0 0,1 1-1 0 0,-1-1 1 0 0,0 0-1 0 0,0 1 1 0 0,0-1-1 0 0,0 1 1 0 0,0-1-1 0 0,0 1 1 0 0,0 0-1 0 0,4 23 1685 0 0,-3-19-1142 0 0,17 133 2085 0 0,-12-77-2755 0 0,2-2-1 0 0,3 1 0 0 0,35 107 0 0 0,-25-124-2476 0 0,-10-23-4914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4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1 441 8434 0 0,'1'1'166'0'0,"1"0"1"0"0,0 0-1 0 0,0 0 0 0 0,0 0 1 0 0,0 0-1 0 0,1 0 0 0 0,-1-1 1 0 0,0 1-1 0 0,0 0 1 0 0,0-1-1 0 0,1 0 0 0 0,-1 0 1 0 0,0 0-1 0 0,0 0 0 0 0,1 0 1 0 0,-1 0-1 0 0,0 0 1 0 0,0-1-1 0 0,1 1 0 0 0,2-2 1 0 0,4 0 1028 0 0,0-1 1 0 0,0-1 0 0 0,13-6-1 0 0,-11 3-849 0 0,0-1-1 0 0,0 0 1 0 0,-1 0 0 0 0,-1-1-1 0 0,1-1 1 0 0,-1 1-1 0 0,-1-2 1 0 0,0 1 0 0 0,0-1-1 0 0,-1 0 1 0 0,-1 0-1 0 0,0-1 1 0 0,0 0 0 0 0,4-14-1 0 0,-4 8-384 0 0,0 0 1 0 0,-2 0-1 0 0,0-1 0 0 0,0 1 0 0 0,-2-1 0 0 0,-1 0 0 0 0,0 0 1 0 0,-1 0-1 0 0,-4-25 0 0 0,4 41 7 0 0,-1 0-1 0 0,1 0 1 0 0,-1 0-1 0 0,0 0 1 0 0,0 1 0 0 0,0-1-1 0 0,0 0 1 0 0,-1 0 0 0 0,1 1-1 0 0,-1-1 1 0 0,0 0-1 0 0,1 1 1 0 0,-1 0 0 0 0,-1-1-1 0 0,1 1 1 0 0,0 0 0 0 0,-4-3-1 0 0,4 4 18 0 0,1 1 0 0 0,-1-1 0 0 0,1 1 0 0 0,-1-1 0 0 0,0 1 0 0 0,1 0 0 0 0,-1-1 0 0 0,1 1 0 0 0,-1 0 0 0 0,0 0 0 0 0,1 0 0 0 0,-1 1-1 0 0,0-1 1 0 0,1 0 0 0 0,-1 1 0 0 0,1-1 0 0 0,-1 1 0 0 0,1-1 0 0 0,-1 1 0 0 0,1-1 0 0 0,-1 1 0 0 0,1 0 0 0 0,0 0 0 0 0,-1 0 0 0 0,1 0 0 0 0,0 0 0 0 0,0 0 0 0 0,-1 0 0 0 0,1 1 0 0 0,0-1 0 0 0,0 0 0 0 0,0 0-1 0 0,1 1 1 0 0,-2 2 0 0 0,-3 4 37 0 0,1 0 0 0 0,0 0 0 0 0,1 1 0 0 0,-1-1 0 0 0,2 1 0 0 0,-1 0 0 0 0,1-1 0 0 0,1 1 0 0 0,0 0 0 0 0,0 0 0 0 0,1 1 0 0 0,0-1 0 0 0,0 0 0 0 0,1 0 0 0 0,0 0 0 0 0,1 0 0 0 0,3 11 0 0 0,0 0 46 0 0,1 0 0 0 0,2 0 0 0 0,0 0 1 0 0,1-1-1 0 0,0 0 0 0 0,18 23 0 0 0,-20-33-75 0 0,1 0 0 0 0,0-1 0 0 0,1 1 0 0 0,0-2 0 0 0,0 1 0 0 0,1-1 0 0 0,0-1 0 0 0,0 0 0 0 0,0 0 1 0 0,1-1-1 0 0,0 0 0 0 0,0-1 0 0 0,0 0 0 0 0,0-1 0 0 0,1 0 0 0 0,15 1 0 0 0,4 1-644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1382 387 6913 0 0,'72'-18'1458'0'0,"-52"14"6895"0"0,-35 10-7568 0 0,-10 4 40 0 0,-1-1 1 0 0,1-1-1 0 0,-2-2 0 0 0,1 0 0 0 0,-41 3 1 0 0,-190-21-93 0 0,131 2-506 0 0,-56-7-229 0 0,105 8 6 0 0,0 3 0 0 0,-146 8 1 0 0,-54 35 496 0 0,233-37 59 0 0,85-21-2228 0 0,-30 16 821 0 0,-2-1 0 0 0,1 0 0 0 0,-1-1 1 0 0,17-14-1 0 0,-19 13 447 0 0,1 2 1 0 0,1-1-1 0 0,-1 1 1 0 0,1 0 0 0 0,18-8-1 0 0,-25 13 660 0 0,0-1-1 0 0,0 1 1 0 0,1 0-1 0 0,-1-1 1 0 0,0 0-1 0 0,0 1 1 0 0,0-1-1 0 0,0 0 1 0 0,-1 0-1 0 0,1 0 1 0 0,-1 0-1 0 0,3-4 1 0 0,7-9 1713 0 0,-8 11-1781 0 0,-1 0 0 0 0,1-1 0 0 0,-1 1 0 0 0,0-1 0 0 0,-1 1 1 0 0,1-1-1 0 0,-1 0 0 0 0,0 1 0 0 0,1-9 0 0 0,7-23-333 0 0,6 4-86 0 0,-14 30 220 0 0,-1 1-1 0 0,1 0 1 0 0,0-1-1 0 0,0 1 0 0 0,0-1 1 0 0,0 1-1 0 0,0 0 1 0 0,0 0-1 0 0,0 0 1 0 0,0-1-1 0 0,0 1 1 0 0,1 0-1 0 0,-1 0 1 0 0,0 1-1 0 0,1-1 1 0 0,-1 0-1 0 0,1 0 1 0 0,-1 1-1 0 0,3-1 1 0 0,-4 1 27 0 0,1 0 1 0 0,-1 0-1 0 0,1 0 0 0 0,-1 1 1 0 0,1-1-1 0 0,-1 0 1 0 0,1 1-1 0 0,-1-1 1 0 0,1 0-1 0 0,-1 1 1 0 0,0-1-1 0 0,1 0 1 0 0,-1 1-1 0 0,0-1 1 0 0,1 1-1 0 0,-1-1 1 0 0,0 1-1 0 0,1-1 1 0 0,-1 1-1 0 0,0-1 0 0 0,0 1 1 0 0,0-1-1 0 0,0 1 1 0 0,1-1-1 0 0,-1 1 1 0 0,0-1-1 0 0,0 1 1 0 0,0-1-1 0 0,0 1 1 0 0,0 0-1 0 0,0-1 1 0 0,0 1-1 0 0,-1-1 1 0 0,1 1-1 0 0,0-1 1 0 0,0 1-1 0 0,0-1 1 0 0,0 1-1 0 0,-1 0 0 0 0,-8 25 134 0 0,-6-5-119 0 0,-1 0 1 0 0,0 0-1 0 0,-2-2 0 0 0,0 0 1 0 0,-25 19-1 0 0,21-19 3 0 0,1 0-1 0 0,1 2 0 0 0,-30 40 0 0 0,42-54 23 0 0,7-6-52 0 0,0-1 1 0 0,1 1-1 0 0,-1 0 1 0 0,0-1 0 0 0,0 1-1 0 0,0 0 1 0 0,1 0 0 0 0,-1-1-1 0 0,1 1 1 0 0,-1 0 0 0 0,0 0-1 0 0,1 0 1 0 0,-1 0-1 0 0,1 0 1 0 0,0 0 0 0 0,-1 0-1 0 0,1 0 1 0 0,0-1 0 0 0,-1 3-1 0 0,1-1-7 0 0,-1-1 0 0 0,1 1-1 0 0,0-1 1 0 0,0 1-1 0 0,-1-1 1 0 0,1 1 0 0 0,0-1-1 0 0,0 1 1 0 0,1-1 0 0 0,-1 1-1 0 0,0-1 1 0 0,0 1 0 0 0,1-1-1 0 0,-1 1 1 0 0,1-1 0 0 0,-1 0-1 0 0,1 1 1 0 0,-1-1 0 0 0,1 0-1 0 0,0 1 1 0 0,0-1 0 0 0,0 0-1 0 0,0 0 1 0 0,0 0-1 0 0,0 0 1 0 0,0 0 0 0 0,0 0-1 0 0,0 0 1 0 0,0 0 0 0 0,1 0-1 0 0,-1 0 1 0 0,0-1 0 0 0,1 1-1 0 0,-1 0 1 0 0,1-1 0 0 0,-1 1-1 0 0,0-1 1 0 0,1 0 0 0 0,-1 1-1 0 0,3-1 1 0 0,108 39 231 0 0,-75-25-257 0 0,70 18-1 0 0,-75-27 73 0 0,-22-4-18 0 0,0 1 0 0 0,1 0-1 0 0,-1 0 1 0 0,0 1 0 0 0,0 0 0 0 0,12 7-1 0 0,-14-4-168 0 0,-17-20-40 0 0,-10-29-262 0 0,2-1 0 0 0,2-1 0 0 0,-17-91 0 0 0,20 82 551 0 0,5 22-130 0 0,2 0 0 0 0,1 0 1 0 0,1 0-1 0 0,2 0 0 0 0,4-54 0 0 0,0 69 645 0 0,-1 30 44 0 0,0 11-562 0 0,60 232-94 0 0,-24-113-14 0 0,-29-108-18 0 0,-1 1 0 0 0,-3 1 0 0 0,2 43 0 0 0,-14-96-64 0 0,-1-12-95 0 0,5-19 3 0 0,2 0 0 0 0,10-88 0 0 0,0 22-12 0 0,-9 112 188 0 0,1 0 0 0 0,-1-1-1 0 0,0 1 1 0 0,0-1-1 0 0,0 1 1 0 0,0 0 0 0 0,0-1-1 0 0,0 1 1 0 0,-1-1 0 0 0,1 1-1 0 0,0 0 1 0 0,-1-1 0 0 0,1 1-1 0 0,-1 0 1 0 0,0-1-1 0 0,1 1 1 0 0,-1 0 0 0 0,0 0-1 0 0,-1-2 1 0 0,1 3 0 0 0,1 0 0 0 0,-1-1 0 0 0,0 1 1 0 0,0 0-1 0 0,0 0 0 0 0,1 0 0 0 0,-1 0 0 0 0,0-1 0 0 0,0 1 0 0 0,0 0 0 0 0,0 1 1 0 0,0-1-1 0 0,1 0 0 0 0,-1 0 0 0 0,0 0 0 0 0,0 0 0 0 0,0 1 0 0 0,1-1 1 0 0,-1 0-1 0 0,0 1 0 0 0,0-1 0 0 0,1 1 0 0 0,-2 0 0 0 0,-7 5 4 0 0,1 1-1 0 0,-1 0 1 0 0,-12 14-1 0 0,14-14-2 0 0,-17 20-104 0 0,1 0-1 0 0,1 2 1 0 0,2 0 0 0 0,0 2-1 0 0,-23 51 1 0 0,81-162-447 0 0,36-109 0 0 0,-67 174 1045 0 0,-6 26-125 0 0,-9 29-131 0 0,0-12-213 0 0,-5 10 57 0 0,-14 80 0 0 0,77-343-1639 0 0,-27 134 1175 0 0,-10 54 557 0 0,-11 33-36 0 0,-7 23-39 0 0,-36 84 297 0 0,25-68-438 0 0,3 0 1 0 0,-14 53 0 0 0,26-87-31 0 0,1 1 1 0 0,-1 0-1 0 0,1-1 0 0 0,0 1 1 0 0,0-1-1 0 0,0 1 1 0 0,0 0-1 0 0,0-1 1 0 0,0 1-1 0 0,0-1 1 0 0,0 1-1 0 0,0 0 1 0 0,1-1-1 0 0,-1 1 1 0 0,1-1-1 0 0,-1 1 1 0 0,1-1-1 0 0,0 1 1 0 0,0-1-1 0 0,0 1 0 0 0,-1-1 1 0 0,1 0-1 0 0,2 3 1 0 0,-2-4-22 0 0,-1 0-1 0 0,1 0 1 0 0,-1 0 0 0 0,0 1 0 0 0,1-1 0 0 0,-1 0-1 0 0,1 0 1 0 0,-1 0 0 0 0,1 0 0 0 0,-1 0-1 0 0,1 0 1 0 0,-1 0 0 0 0,1 0 0 0 0,-1 0-1 0 0,1 0 1 0 0,-1 0 0 0 0,1 0 0 0 0,-1 0 0 0 0,1 0-1 0 0,-1-1 1 0 0,0 1 0 0 0,1 0 0 0 0,-1 0-1 0 0,1 0 1 0 0,-1-1 0 0 0,1 1 0 0 0,-1-1-1 0 0,2 0-74 0 0,-1 0-1 0 0,1-1 1 0 0,-1 1-1 0 0,0-1 1 0 0,0 0-1 0 0,0 1 1 0 0,0-1-1 0 0,0 0 1 0 0,0 0-1 0 0,1-3 1 0 0,5-22 296 0 0,0 0 1 0 0,-2-1-1 0 0,-1 0 1 0 0,1-31-1 0 0,-3 27 1186 0 0,2 0 0 0 0,14-48 1504 0 0,-13 95-2260 0 0,1 18-147 0 0,39 235 445 0 0,-43-263-897 0 0,1 10 123 0 0,-3-15-108 0 0,0 0 0 0 0,0 0 0 0 0,0 0 0 0 0,0 0 1 0 0,0 0-1 0 0,0 0 0 0 0,0 0 0 0 0,0 0 0 0 0,0 0 0 0 0,0 0 0 0 0,-1 0 1 0 0,1 0-1 0 0,0 0 0 0 0,0 0 0 0 0,0 0 0 0 0,0 0 0 0 0,0 0 0 0 0,0 0 0 0 0,0 0 1 0 0,0 0-1 0 0,0 0 0 0 0,-1 0-84 0 0,0-5 17 0 0,-5-44-273 0 0,1-1 0 0 0,2 0 0 0 0,6-60-1 0 0,-3 96 381 0 0,12-103 888 0 0,-10 135-695 0 0,0-1 1 0 0,2 1-1 0 0,-1-1 1 0 0,9 20 0 0 0,-2-1-25 0 0,1 9-181 0 0,-3 0 0 0 0,5 80 0 0 0,-13 91 52 0 0,0-206-48 0 0,-1-5-7 0 0,1 1-1 0 0,0 0 0 0 0,0 0 1 0 0,1 0-1 0 0,-1 0 1 0 0,3 6-1 0 0,-4-20-333 0 0,0 0 0 0 0,1 0 0 0 0,-1 0 0 0 0,3-14 0 0 0,-1 7-58 0 0,-1-132-9309 0 0,-2 131 5189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8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30 213 3889 0 0,'0'-3'306'0'0,"-1"-1"1"0"0,0 1 0 0 0,0 0-1 0 0,0 0 1 0 0,-1 0 0 0 0,1 0-1 0 0,-1 0 1 0 0,1 0-1 0 0,-1 0 1 0 0,0 0 0 0 0,0 1-1 0 0,0-1 1 0 0,0 1-1 0 0,-1-1 1 0 0,-2-1 0 0 0,3 2 68 0 0,10-31 4603 0 0,-4-10-1609 0 0,-5 36-3033 0 0,2-1 0 0 0,-1 1 0 0 0,1-1 0 0 0,0 1 0 0 0,0 0 0 0 0,1 0 0 0 0,0 0 0 0 0,0 0 0 0 0,6-12-1 0 0,-8 18-312 0 0,0 1 0 0 0,0 0 0 0 0,0 0 0 0 0,0 0 0 0 0,0 0 0 0 0,0 0 0 0 0,0 0 0 0 0,0 0 0 0 0,0-1 0 0 0,0 1 0 0 0,0 0 0 0 0,0 0-1 0 0,0 0 1 0 0,1 0 0 0 0,-1 0 0 0 0,0 0 0 0 0,0 0 0 0 0,0 0 0 0 0,0 0 0 0 0,0-1 0 0 0,0 1 0 0 0,0 0 0 0 0,0 0 0 0 0,1 0 0 0 0,-1 0-1 0 0,0 0 1 0 0,0 0 0 0 0,0 0 0 0 0,0 0 0 0 0,0 0 0 0 0,0 0 0 0 0,1 0 0 0 0,-1 0 0 0 0,0 0 0 0 0,0 0 0 0 0,0 0 0 0 0,0 0 0 0 0,0 0-1 0 0,0 0 1 0 0,0 0 0 0 0,1 0 0 0 0,-1 0 0 0 0,0 0 0 0 0,0 0 0 0 0,0 0 0 0 0,0 0 0 0 0,0 1 0 0 0,0-1 0 0 0,0 0 0 0 0,1 0 0 0 0,-1 0-1 0 0,0 0 1 0 0,0 0 0 0 0,3 10 428 0 0,-1 21-493 0 0,-1-25 132 0 0,18 343 274 0 0,-19-281-773 0 0,-5-23-2811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4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5 168 2761 0 0,'-1'-3'131'0'0,"0"-1"0"0"0,0 1 1 0 0,1 0-1 0 0,-1-1 1 0 0,1 1-1 0 0,0-1 1 0 0,0 1-1 0 0,0-1 1 0 0,0 1-1 0 0,2-7 1 0 0,8-34 3997 0 0,-8 41-3807 0 0,-1 0-1 0 0,1 0 1 0 0,-1 1-1 0 0,1-1 1 0 0,0 0-1 0 0,0 1 1 0 0,0-1-1 0 0,0 1 1 0 0,1 0-1 0 0,-1-1 1 0 0,1 1-1 0 0,-1 1 1 0 0,1-1-1 0 0,0 0 1 0 0,0 0-1 0 0,5-1 1 0 0,55-19 2539 0 0,-44 17-2626 0 0,-6 1-90 0 0,-1 2 1 0 0,1-1-1 0 0,-1 2 0 0 0,1 0 0 0 0,0 0 0 0 0,0 1 0 0 0,19 3 0 0 0,9 3 266 0 0,40 13 0 0 0,-51-11-168 0 0,1-1 0 0 0,60 5 1 0 0,-73-13-92 0 0,1 0 0 0 0,18-4 0 0 0,-23 3-10 0 0,-1 0-1 0 0,0 1 0 0 0,0 0 1 0 0,1 1-1 0 0,18 2 0 0 0,3 6 13 0 0,-34-8-154 0 0,-12-2 17 0 0,10 2 66 0 0,-14-4 41 0 0,0 1 0 0 0,-1 1 0 0 0,1 1 0 0 0,-1 0 0 0 0,0 1 1 0 0,1 0-1 0 0,-1 2 0 0 0,-23 4 0 0 0,-36 3-94 0 0,0-3 1 0 0,-114-6-1 0 0,78-1-18 0 0,95 3-37 0 0,12-1-2 0 0,11 0-8 0 0,-7-1-37 0 0,4 0-57 0 0,23 5 19 0 0,-1 1 1 0 0,50 18 0 0 0,30 8-107 0 0,-60-23 159 0 0,0-2 0 0 0,0-3 0 0 0,1-1 0 0 0,0-3 0 0 0,-1-1 0 0 0,1-3 0 0 0,78-15 0 0 0,-66 8 114 0 0,-23 4 27 0 0,0 0 0 0 0,38-15 0 0 0,-84 25 45 0 0,0 0 1 0 0,-1-1-1 0 0,1 0 1 0 0,-1-1-1 0 0,1 0 0 0 0,-1-1 1 0 0,1 0-1 0 0,-14-2 1 0 0,-98-19 17 0 0,92 14-135 0 0,-1 1 0 0 0,0 1-1 0 0,-62 0 1 0 0,87 5-6 0 0,-90 9 186 0 0,84-7-214 0 0,0 0 1 0 0,1 1-1 0 0,-1 0 0 0 0,0 1 1 0 0,-19 10-1 0 0,30-14 16 0 0,0 0-1 0 0,1 0 1 0 0,-1 1 0 0 0,0-1 0 0 0,0 0 0 0 0,1 1-1 0 0,-1-1 1 0 0,0 1 0 0 0,1-1 0 0 0,-1 1 0 0 0,1-1-1 0 0,-1 1 1 0 0,1-1 0 0 0,-1 1 0 0 0,1 0-1 0 0,-1-1 1 0 0,1 1 0 0 0,-1 0 0 0 0,1-1 0 0 0,0 1-1 0 0,-1 0 1 0 0,1 0 0 0 0,0-1 0 0 0,0 1 0 0 0,0 0-1 0 0,-1 1 1 0 0,2-1-7 0 0,-1 0 1 0 0,1-1-1 0 0,-1 1 1 0 0,1 0-1 0 0,-1 0 0 0 0,1 0 1 0 0,0-1-1 0 0,-1 1 1 0 0,1 0-1 0 0,0-1 0 0 0,-1 1 1 0 0,1-1-1 0 0,0 1 1 0 0,0-1-1 0 0,0 1 0 0 0,0-1 1 0 0,1 1-1 0 0,42 12-570 0 0,96 17-950 0 0,-106-20 1413 0 0,2-2 1 0 0,-1-1-1 0 0,1-1 0 0 0,0-3 1 0 0,41 0-1 0 0,-26-11 71 0 0,-49 8 74 0 0,0 0 1 0 0,-1-1-1 0 0,1 1 1 0 0,0-1-1 0 0,0 1 1 0 0,0-1-1 0 0,0 0 1 0 0,0 0-1 0 0,-1 0 1 0 0,1 0-1 0 0,0 0 1 0 0,-1 0-1 0 0,1 0 1 0 0,-1-1-1 0 0,1 1 1 0 0,-1 0-1 0 0,0-1 1 0 0,1 1 0 0 0,-1-1-1 0 0,0 0 1 0 0,0 1-1 0 0,1-4 1 0 0,-2 4 26 0 0,0 0 1 0 0,-1 0-1 0 0,1 0 1 0 0,0 0-1 0 0,-1 0 0 0 0,1 0 1 0 0,-1 0-1 0 0,1 0 1 0 0,-1 0-1 0 0,0 0 1 0 0,1 0-1 0 0,-1 0 1 0 0,0 1-1 0 0,0-1 1 0 0,0 0-1 0 0,0 0 1 0 0,1 1-1 0 0,-1-1 1 0 0,0 1-1 0 0,0-1 1 0 0,0 1-1 0 0,0-1 1 0 0,0 1-1 0 0,0 0 0 0 0,0-1 1 0 0,-2 1-1 0 0,-30-9 703 0 0,-1 3-501 0 0,-1 2 1 0 0,0 1 0 0 0,0 2 0 0 0,0 1-1 0 0,-41 6 1 0 0,50-2-447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2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59 114 5985 0 0,'-5'0'405'0'0,"1"-1"-1"0"0,0 1 0 0 0,0-1 0 0 0,0 0 1 0 0,0 0-1 0 0,0 0 0 0 0,1-1 1 0 0,-1 1-1 0 0,-4-4 0 0 0,7 5-323 0 0,0-1 0 0 0,0 1-1 0 0,0-1 1 0 0,0 1 0 0 0,0-1-1 0 0,1 1 1 0 0,-1-1 0 0 0,0 0 0 0 0,0 1-1 0 0,1-1 1 0 0,-1 0 0 0 0,0 0-1 0 0,1 1 1 0 0,-1-1 0 0 0,1 0 0 0 0,-1 0-1 0 0,1 0 1 0 0,0 0 0 0 0,-1 0-1 0 0,1 0 1 0 0,0 0 0 0 0,0 0 0 0 0,-1 0-1 0 0,1 0 1 0 0,0 0 0 0 0,0 0-1 0 0,0 0 1 0 0,0 0 0 0 0,0 0 0 0 0,1 0-1 0 0,-1 0 1 0 0,0 0 0 0 0,0 0-1 0 0,1 0 1 0 0,-1 0 0 0 0,0 1 0 0 0,1-1-1 0 0,-1 0 1 0 0,1 0 0 0 0,-1 0-1 0 0,1 0 1 0 0,1-1 0 0 0,2-4 172 0 0,1 1 1 0 0,1-1 0 0 0,-1 1-1 0 0,1 1 1 0 0,0-1-1 0 0,0 1 1 0 0,0 0-1 0 0,1 0 1 0 0,-1 0-1 0 0,1 1 1 0 0,0 0 0 0 0,0 1-1 0 0,0-1 1 0 0,10-1-1 0 0,-14 4-164 0 0,0-1-1 0 0,0 1 1 0 0,0 0 0 0 0,1 0-1 0 0,-1 0 1 0 0,0 0 0 0 0,0 0-1 0 0,0 1 1 0 0,0-1-1 0 0,0 1 1 0 0,0 0 0 0 0,0 0-1 0 0,0 0 1 0 0,0 0-1 0 0,0 1 1 0 0,0-1 0 0 0,0 1-1 0 0,-1 0 1 0 0,1 0 0 0 0,-1 0-1 0 0,1 0 1 0 0,-1 0-1 0 0,0 0 1 0 0,0 0 0 0 0,0 1-1 0 0,0-1 1 0 0,0 1-1 0 0,-1 0 1 0 0,1 0 0 0 0,-1-1-1 0 0,1 1 1 0 0,-1 0 0 0 0,0 0-1 0 0,0 0 1 0 0,0 5-1 0 0,3 8 34 0 0,-1 1-1 0 0,-1-1 1 0 0,-1 1-1 0 0,0-1 1 0 0,-2 25-1 0 0,-16 82 94 0 0,9-79-95 0 0,-2 49 1 0 0,9-90-99 0 0,1-1 1 0 0,0 0-1 0 0,0 1 0 0 0,0-1 1 0 0,0 1-1 0 0,1-1 1 0 0,-1 0-1 0 0,1 1 1 0 0,-1-1-1 0 0,1 0 0 0 0,0 1 1 0 0,0-1-1 0 0,0 0 1 0 0,0 0-1 0 0,0 0 1 0 0,1 0-1 0 0,-1 0 1 0 0,1 0-1 0 0,-1 0 0 0 0,1 0 1 0 0,0 0-1 0 0,-1-1 1 0 0,5 3-1 0 0,-4-3-11 0 0,0 0 1 0 0,0-1-1 0 0,0 1 0 0 0,0-1 0 0 0,0 1 0 0 0,0-1 0 0 0,0 0 1 0 0,1 0-1 0 0,-1 0 0 0 0,0 0 0 0 0,0 0 0 0 0,0-1 0 0 0,0 1 1 0 0,0-1-1 0 0,0 1 0 0 0,1-1 0 0 0,-1 0 0 0 0,0 0 0 0 0,0 1 1 0 0,-1-1-1 0 0,1-1 0 0 0,0 1 0 0 0,0 0 0 0 0,0 0 0 0 0,-1-1 1 0 0,3-2-1 0 0,6-5-386 0 0,-1 0-1 0 0,0-1 1 0 0,8-12 0 0 0,-1-1-5033 0 0,-14 20 4166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25 8290 0 0,'-31'-8'742'0'0,"15"4"-456"0"0,0 0 1 0 0,0 1-1 0 0,0 0 0 0 0,-25 1 1 0 0,30 2 92 0 0,-1 1-1 0 0,0 0 1 0 0,1 1 0 0 0,-1 1 0 0 0,1-1 0 0 0,-1 2 0 0 0,1 0 0 0 0,0 0 0 0 0,1 1 0 0 0,-1 0 0 0 0,1 1 0 0 0,0 0 0 0 0,-15 12 0 0 0,12-6-69 0 0,0 1-1 0 0,1 0 1 0 0,0 0 0 0 0,1 1-1 0 0,1 1 1 0 0,0 0 0 0 0,1 0-1 0 0,-10 24 1 0 0,9-16-246 0 0,0 0 1 0 0,2 0-1 0 0,0 1 1 0 0,2 0-1 0 0,0 1 1 0 0,2-1-1 0 0,1 1 1 0 0,0 0-1 0 0,2 0 1 0 0,1 0-1 0 0,1 0 1 0 0,2 0-1 0 0,0 0 1 0 0,1 0-1 0 0,2-1 1 0 0,13 38-1 0 0,-5-22 24 0 0,2-2-1 0 0,1 0 1 0 0,2-1 0 0 0,2-1-1 0 0,1 0 1 0 0,28 32-1 0 0,-40-56-58 0 0,0-1 1 0 0,1 0-1 0 0,0-1 0 0 0,1 0 0 0 0,0-1 0 0 0,0 0 0 0 0,1-1 1 0 0,0 0-1 0 0,1-1 0 0 0,-1 0 0 0 0,1-1 0 0 0,1-1 0 0 0,-1 0 1 0 0,1-1-1 0 0,0-1 0 0 0,0 0 0 0 0,0-1 0 0 0,0-1 0 0 0,28 0 0 0 0,-25-3-62 0 0,-1 0 0 0 0,1-1-1 0 0,-1-1 1 0 0,0 0-1 0 0,0-1 1 0 0,0-1 0 0 0,-1-1-1 0 0,0-1 1 0 0,16-9 0 0 0,-11 4 90 0 0,-2-1 0 0 0,0 0 0 0 0,0-2 0 0 0,-2 0 0 0 0,0-1 0 0 0,20-25 0 0 0,-20 19 84 0 0,0-1 1 0 0,-1 0-1 0 0,-2-2 1 0 0,0 1 0 0 0,-2-2-1 0 0,-1 0 1 0 0,-1 0-1 0 0,-1-1 1 0 0,-2 0 0 0 0,-1-1-1 0 0,5-47 1 0 0,-10 55-45 0 0,0 1 1 0 0,-2-1-1 0 0,0 1 1 0 0,-2 0-1 0 0,0 0 0 0 0,-1 0 1 0 0,-10-32-1 0 0,10 42-113 0 0,-1-1 1 0 0,0 1-1 0 0,0 1 0 0 0,-1-1 1 0 0,0 1-1 0 0,-1 0 0 0 0,0 0 1 0 0,-1 1-1 0 0,1 0 0 0 0,-1 0 0 0 0,-1 1 1 0 0,0 0-1 0 0,0 0 0 0 0,0 1 1 0 0,-15-8-1 0 0,1 4 29 0 0,0 0 1 0 0,-41-12-1 0 0,5 12-1284 0 0,48 9-240 0 0,1 0 0 0 0,-1 1-1 0 0,-14 3 1 0 0,2 1-5312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126 180 5593 0 0,'27'-63'4239'0'0,"-20"49"-2866"0"0,-1 0-1 0 0,0-1 1 0 0,0 1 0 0 0,5-28 0 0 0,-11 41-1283 0 0,0 1 0 0 0,1-1 0 0 0,-1 1 0 0 0,0-1 1 0 0,0 1-1 0 0,0-1 0 0 0,0 1 0 0 0,0-1 1 0 0,0 1-1 0 0,0-1 0 0 0,0 1 0 0 0,0-1 0 0 0,0 1 1 0 0,0-1-1 0 0,0 0 0 0 0,0 1 0 0 0,0-1 1 0 0,-1 1-1 0 0,1-1 0 0 0,0 1 0 0 0,0-1 0 0 0,-1 1 1 0 0,1-1-1 0 0,0 1 0 0 0,0 0 0 0 0,-1-1 1 0 0,1 1-1 0 0,-1-1 0 0 0,1 1 0 0 0,0 0 1 0 0,-1-1-1 0 0,1 1 0 0 0,-1 0 0 0 0,1-1 0 0 0,-1 1 1 0 0,1 0-1 0 0,-1 0 0 0 0,0-1 0 0 0,-1 1 57 0 0,0 0 0 0 0,0 1 1 0 0,0-1-1 0 0,0 0 0 0 0,0 1 0 0 0,0-1 0 0 0,0 1 0 0 0,0 0 0 0 0,0-1 0 0 0,-3 3 1 0 0,-3 2 67 0 0,-1 0 0 0 0,1 1 0 0 0,-12 10 0 0 0,7-4-213 0 0,0 2 0 0 0,1-1 0 0 0,1 2 0 0 0,0-1 0 0 0,1 2 0 0 0,1-1 0 0 0,0 1 0 0 0,-11 29 1 0 0,20-44-28 0 0,-1 1 1 0 0,1-1-1 0 0,-1 1 1 0 0,1 0-1 0 0,0-1 1 0 0,0 1 0 0 0,0 0-1 0 0,0-1 1 0 0,0 1-1 0 0,0 0 1 0 0,0-1 0 0 0,0 1-1 0 0,1 0 1 0 0,-1-1-1 0 0,1 1 1 0 0,-1 0-1 0 0,1-1 1 0 0,0 3 0 0 0,0-3-18 0 0,0 0 1 0 0,0-1 0 0 0,0 1-1 0 0,0 0 1 0 0,0 0 0 0 0,1 0-1 0 0,-1-1 1 0 0,0 1 0 0 0,0-1-1 0 0,0 1 1 0 0,1-1 0 0 0,-1 1-1 0 0,0-1 1 0 0,0 0 0 0 0,1 1-1 0 0,-1-1 1 0 0,0 0 0 0 0,2 0-1 0 0,8-1-370 0 0,0 0 1 0 0,0 0-1 0 0,0-1 0 0 0,18-6 0 0 0,-2 1-631 0 0,-26 6 1037 0 0,0 2-1 0 0,-1-1 1 0 0,1 0 0 0 0,-1 0 0 0 0,1 0-1 0 0,0 0 1 0 0,-1 0 0 0 0,1 0 0 0 0,-1 0-1 0 0,1 1 1 0 0,-1-1 0 0 0,1 0 0 0 0,-1 0-1 0 0,1 1 1 0 0,-1-1 0 0 0,1 0 0 0 0,-1 1-1 0 0,1-1 1 0 0,-1 1 0 0 0,1-1 0 0 0,-1 1-1 0 0,0-1 1 0 0,1 1 0 0 0,-1-1 0 0 0,0 1-1 0 0,0-1 1 0 0,1 1 0 0 0,-1-1 0 0 0,0 1-1 0 0,0-1 1 0 0,0 1 0 0 0,1-1 0 0 0,-1 1-1 0 0,0 0 1 0 0,0-1 0 0 0,0 1 0 0 0,0-1-1 0 0,0 1 1 0 0,0 0 0 0 0,0-1 0 0 0,0 1-1 0 0,-1-1 1 0 0,1 2 0 0 0,-6 36 570 0 0,3-19-305 0 0,3-16-229 0 0,0 0-1 0 0,1 0 1 0 0,-1 0-1 0 0,1 0 0 0 0,-1 0 1 0 0,1 0-1 0 0,0 0 1 0 0,0 0-1 0 0,0 0 1 0 0,1 0-1 0 0,-1-1 1 0 0,1 1-1 0 0,0 0 1 0 0,-1-1-1 0 0,1 1 1 0 0,0-1-1 0 0,0 0 1 0 0,1 0-1 0 0,-1 1 1 0 0,0-2-1 0 0,1 1 1 0 0,-1 0-1 0 0,1 0 1 0 0,0-1-1 0 0,-1 1 1 0 0,1-1-1 0 0,0 0 1 0 0,0 0-1 0 0,0 0 1 0 0,6 1-1 0 0,1 0-267 0 0,0 1-1 0 0,0-2 1 0 0,0 1-1 0 0,0-2 1 0 0,0 1-1 0 0,1-1 1 0 0,-1-1-1 0 0,14-2 1 0 0,-7-1-6148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11 10594 0 0,'0'-1'157'0'0,"-1"0"0"0"0,1 1 1 0 0,-1-1-1 0 0,1 0 0 0 0,-1 1 0 0 0,0-1 0 0 0,1 1 0 0 0,-1-1 0 0 0,1 1 0 0 0,-1-1 1 0 0,0 1-1 0 0,0-1 0 0 0,1 1 0 0 0,-1 0 0 0 0,0-1 0 0 0,0 1 0 0 0,1 0 0 0 0,-1 0 0 0 0,0-1 1 0 0,0 1-1 0 0,0 0 0 0 0,1 0 0 0 0,-1 0 0 0 0,0 0 0 0 0,0 0 0 0 0,0 0 0 0 0,-1 0 1 0 0,1 1 70 0 0,1 0 1 0 0,-1 0 0 0 0,0 0-1 0 0,1 0 1 0 0,-1 0 0 0 0,1 0-1 0 0,-1 0 1 0 0,1 0 0 0 0,-1 0-1 0 0,1 0 1 0 0,0 0 0 0 0,-1 0-1 0 0,1 0 1 0 0,0 0 0 0 0,0 0 0 0 0,0 0-1 0 0,0 2 1 0 0,0 7 539 0 0,0-1 0 0 0,1 1 0 0 0,3 14 0 0 0,46 269 494 0 0,-33-167-8493 0 0,-13-99 252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4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1 325 2761 0 0,'73'-48'4905'0'0,"-56"39"-3655"0"0,0-2 1 0 0,-1 0-1 0 0,0 0 0 0 0,-1-2 0 0 0,26-26 0 0 0,-32 28-856 0 0,-1 0-1 0 0,0-1 1 0 0,0 0-1 0 0,8-18 1 0 0,-14 24-314 0 0,1 0 0 0 0,-1 0 0 0 0,0 0 0 0 0,0 0 0 0 0,-1 0 0 0 0,0 0 0 0 0,0 0 0 0 0,-1 0 1 0 0,1 0-1 0 0,-1 0 0 0 0,-1-1 0 0 0,0-8 0 0 0,1 14-57 0 0,0 0 0 0 0,-1 0 0 0 0,1 0 0 0 0,0 1 0 0 0,0-1 0 0 0,0 0 0 0 0,-1 0 0 0 0,1 0 0 0 0,0 1 0 0 0,-1-1 0 0 0,1 0 0 0 0,0 1 0 0 0,-1-1 0 0 0,1 0 0 0 0,-1 1 0 0 0,1-1 0 0 0,-1 0 0 0 0,0 1 0 0 0,1-1 0 0 0,-1 1 0 0 0,0-1 0 0 0,1 1 0 0 0,-1-1 0 0 0,0 1 0 0 0,1 0 0 0 0,-1-1 0 0 0,-1 1 0 0 0,1 0 16 0 0,0 0 0 0 0,0 0 0 0 0,-1 0 0 0 0,1 1 0 0 0,0-1 0 0 0,0 0 0 0 0,0 1 1 0 0,0-1-1 0 0,0 1 0 0 0,-1-1 0 0 0,1 1 0 0 0,0 0 0 0 0,0 0 0 0 0,1-1 0 0 0,-3 3 0 0 0,-2 2 106 0 0,0 0 1 0 0,0 1-1 0 0,1-1 1 0 0,-7 13-1 0 0,4-4-23 0 0,1 0 0 0 0,0 1 0 0 0,1 0-1 0 0,1 0 1 0 0,0 0 0 0 0,1 0 0 0 0,1 1-1 0 0,0-1 1 0 0,1 17 0 0 0,1-26-134 0 0,0-1 1 0 0,1 1-1 0 0,0 0 1 0 0,0-1-1 0 0,0 1 0 0 0,1 0 1 0 0,0-1-1 0 0,0 0 1 0 0,0 1-1 0 0,1-1 0 0 0,6 9 1 0 0,-6-10-131 0 0,0-1 0 0 0,0 0 0 0 0,0 0 0 0 0,1 0 0 0 0,0 0 0 0 0,-1 0 0 0 0,1-1 0 0 0,0 0 0 0 0,0 0 0 0 0,0 0 0 0 0,0 0 0 0 0,1 0 0 0 0,-1-1 0 0 0,0 0 0 0 0,1 0 0 0 0,-1 0 0 0 0,6 0 0 0 0,10 0-6646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4 456 0 0,'0'0'101'0'0,"0"0"1"0"0,-1-1-1 0 0,1 1 1 0 0,-1 0-1 0 0,1-1 0 0 0,0 1 1 0 0,-1 0-1 0 0,1 0 0 0 0,-1-1 1 0 0,1 1-1 0 0,-1 0 0 0 0,1 0 1 0 0,-1 0-1 0 0,1 0 1 0 0,-1-1-1 0 0,1 1 0 0 0,-1 0 1 0 0,1 0-1 0 0,-1 0 0 0 0,1 0 1 0 0,-1 0-1 0 0,1 1 0 0 0,-1-1 1 0 0,1 0-1 0 0,-1 0 1 0 0,1 0-1 0 0,-1 0 0 0 0,1 0 1 0 0,-1 1-1 0 0,1-1 0 0 0,-1 0 1 0 0,1 0-1 0 0,-1 1 0 0 0,1-1 1 0 0,0 0-1 0 0,-1 1 1 0 0,1-1-1 0 0,-1 1 0 0 0,1-1 1 0 0,0 0-1 0 0,-1 1 0 0 0,1 0 1 0 0,-23 22 2988 0 0,19-19-2520 0 0,-13 15 400 0 0,0 1 1 0 0,2 1-1 0 0,0 0 0 0 0,1 1 1 0 0,1 0-1 0 0,1 1 0 0 0,1 1 0 0 0,-13 38 1 0 0,23-57-836 0 0,0 0 0 0 0,1 0 0 0 0,-1 0 0 0 0,1 0 0 0 0,0 0 0 0 0,0 0 0 0 0,1 0 0 0 0,-1 0 0 0 0,1 0 0 0 0,0 0 0 0 0,1 0 0 0 0,-1 0 0 0 0,1 0 0 0 0,0-1 0 0 0,0 1 0 0 0,1-1 0 0 0,-1 1 0 0 0,6 6 0 0 0,-5-7-300 0 0,-1-1 1 0 0,1 0-1 0 0,0 0 0 0 0,0 0 0 0 0,1-1 0 0 0,-1 1 0 0 0,0-1 0 0 0,1 0 0 0 0,-1 0 0 0 0,1 0 0 0 0,0 0 0 0 0,0 0 0 0 0,0-1 1 0 0,0 0-1 0 0,0 0 0 0 0,0 0 0 0 0,0 0 0 0 0,0-1 0 0 0,0 1 0 0 0,0-1 0 0 0,0 0 0 0 0,1-1 0 0 0,5 0 0 0 0,5-2-5672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4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4609 0 0,'-18'5'12314'0'0,"18"-4"-12031"0"0,-1 28 454 0 0,1 0 0 0 0,1 0-1 0 0,7 44 1 0 0,24 91 2102 0 0,-27-143-2778 0 0,37 136-3344 0 0,-36-134-3916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7 190 920 0 0,'-1'-2'331'0'0,"0"-1"0"0"0,0 1-1 0 0,1-1 1 0 0,-1 1 0 0 0,0-1 0 0 0,1 1-1 0 0,-1-1 1 0 0,1 0 0 0 0,0 1 0 0 0,0-1-1 0 0,0 0 1 0 0,0 0 0 0 0,1 1 0 0 0,-1-1-1 0 0,1 1 1 0 0,-1-1 0 0 0,1 0 0 0 0,1-2-1 0 0,1-1 234 0 0,0 0 0 0 0,1 0 0 0 0,-1 1 0 0 0,1 0 0 0 0,0 0 0 0 0,0 0 0 0 0,7-6 0 0 0,7-5 344 0 0,1 2-1 0 0,0 0 1 0 0,25-12 0 0 0,-10 10-2256 0 0,-32 15 1031 0 0,0 1 0 0 0,0-1 0 0 0,0 1 0 0 0,0-1 0 0 0,-1 1 0 0 0,1 0 1 0 0,0 0-1 0 0,0 0 0 0 0,0 0 0 0 0,0 0 0 0 0,0 1 0 0 0,0-1 0 0 0,0 0 1 0 0,0 1-1 0 0,-1 0 0 0 0,1-1 0 0 0,2 2 0 0 0,-2 0 160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5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0 132 4609 0 0,'3'-2'256'0'0,"0"1"1"0"0,-1 0-1 0 0,1 1 0 0 0,0-1 1 0 0,0 0-1 0 0,-1 1 1 0 0,1 0-1 0 0,0-1 0 0 0,0 1 1 0 0,0 0-1 0 0,0 0 0 0 0,0 1 1 0 0,-1-1-1 0 0,1 1 0 0 0,0-1 1 0 0,0 1-1 0 0,-1 0 1 0 0,1 0-1 0 0,0 0 0 0 0,-1 0 1 0 0,1 1-1 0 0,-1-1 0 0 0,1 1 1 0 0,3 3-1 0 0,3 1 810 0 0,0 2 0 0 0,0-1 0 0 0,-1 1 0 0 0,0 0 0 0 0,8 9 0 0 0,-10-9-400 0 0,-1 1 0 0 0,1 0 0 0 0,-1-1-1 0 0,4 12 1 0 0,-7-17-567 0 0,-1 1-1 0 0,1 0 1 0 0,-1-1-1 0 0,0 1 1 0 0,-1 0-1 0 0,1 0 1 0 0,0 0-1 0 0,-1 0 1 0 0,0-1-1 0 0,0 1 1 0 0,0 0-1 0 0,-1 0 1 0 0,1 0-1 0 0,-2 3 1 0 0,2-6-87 0 0,0-1 0 0 0,0 0 0 0 0,0 1 0 0 0,0-1 1 0 0,0 0-1 0 0,0 1 0 0 0,0-1 0 0 0,0 0 0 0 0,-1 1 1 0 0,1-1-1 0 0,0 0 0 0 0,0 1 0 0 0,0-1 0 0 0,0 0 0 0 0,-1 0 1 0 0,1 1-1 0 0,0-1 0 0 0,0 0 0 0 0,-1 0 0 0 0,1 1 0 0 0,0-1 1 0 0,0 0-1 0 0,-1 0 0 0 0,1 0 0 0 0,0 1 0 0 0,-1-1 1 0 0,1 0-1 0 0,0 0 0 0 0,0 0 0 0 0,-1 0 0 0 0,1 0 0 0 0,0 0 1 0 0,-1 0-1 0 0,-7-8 258 0 0,-2-18 14 0 0,10 16-268 0 0,0 0 0 0 0,1 0 0 0 0,-1 0 0 0 0,2 0-1 0 0,0 1 1 0 0,0-1 0 0 0,0 0 0 0 0,1 1 0 0 0,1-1 0 0 0,0 1 0 0 0,6-11 0 0 0,2-1-589 0 0,1-1 1 0 0,1 2-1 0 0,22-26 1 0 0,-1 12-3073 0 0,-18 21-2846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5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 5065 0 0,'-3'2'580'0'0,"-1"1"0"0"0,1 0 0 0 0,0 0 0 0 0,0 0 0 0 0,0 0 0 0 0,0 0 0 0 0,0 1 0 0 0,1-1 0 0 0,0 1 0 0 0,-1 0 0 0 0,1 0 0 0 0,1 0 0 0 0,-1 0 0 0 0,1 0-1 0 0,-1 0 1 0 0,1 0 0 0 0,0 1 0 0 0,0 6 0 0 0,-1-2-142 0 0,1 1 0 0 0,0 0 0 0 0,1 0 0 0 0,0 0 0 0 0,1 0 0 0 0,0 0 0 0 0,3 12 0 0 0,-3-18-383 0 0,1 0 0 0 0,0 0 1 0 0,0 0-1 0 0,0 0 0 0 0,0-1 0 0 0,0 1 0 0 0,1 0 0 0 0,0-1 1 0 0,0 0-1 0 0,0 1 0 0 0,0-1 0 0 0,0-1 0 0 0,1 1 0 0 0,-1 0 1 0 0,1-1-1 0 0,0 1 0 0 0,0-1 0 0 0,-1 0 0 0 0,2-1 0 0 0,-1 1 0 0 0,0-1 1 0 0,0 1-1 0 0,0-1 0 0 0,1 0 0 0 0,-1-1 0 0 0,0 1 0 0 0,1-1 1 0 0,-1 0-1 0 0,0 0 0 0 0,1 0 0 0 0,-1-1 0 0 0,1 0 0 0 0,4-1 0 0 0,-5 2-53 0 0,0-1 1 0 0,0 0-1 0 0,0 0 0 0 0,0 0 0 0 0,0 0 0 0 0,0-1 0 0 0,0 0 0 0 0,0 1 0 0 0,-1-1 0 0 0,1-1 0 0 0,-1 1 0 0 0,1-1 0 0 0,-1 1 0 0 0,0-1 0 0 0,0 0 0 0 0,0 0 0 0 0,0 0 0 0 0,-1 0 0 0 0,1-1 0 0 0,-1 1 0 0 0,0-1 0 0 0,0 1 0 0 0,0-1 0 0 0,-1 0 0 0 0,1 0 0 0 0,-1 0 0 0 0,0 0 0 0 0,0 0 0 0 0,0 0 0 0 0,0 0 0 0 0,-1 0 0 0 0,0-1 0 0 0,0 1 0 0 0,0-7 0 0 0,-2 3-54 0 0,0 0 0 0 0,0 0 0 0 0,-1 1 0 0 0,1-1 0 0 0,-2 1-1 0 0,1 0 1 0 0,-5-7 0 0 0,5 10-225 0 0,0 0 0 0 0,1 0-1 0 0,-1 0 1 0 0,-1 0 0 0 0,1 1-1 0 0,0-1 1 0 0,-1 1 0 0 0,0 0-1 0 0,0 0 1 0 0,0 1-1 0 0,0-1 1 0 0,-9-3 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 10138 0 0,'1'-1'167'0'0,"1"1"1"0"0,0-1-1 0 0,-1 1 0 0 0,1 0 1 0 0,-1 0-1 0 0,1 0 0 0 0,0 0 1 0 0,-1 0-1 0 0,1 0 0 0 0,-1 1 1 0 0,1-1-1 0 0,0 0 0 0 0,-1 1 1 0 0,1-1-1 0 0,-1 1 0 0 0,1-1 1 0 0,-1 1-1 0 0,0 0 0 0 0,1 0 0 0 0,-1 0 1 0 0,0 0-1 0 0,1 0 0 0 0,-1 0 1 0 0,0 0-1 0 0,0 0 0 0 0,0 0 1 0 0,0 0-1 0 0,0 1 0 0 0,0-1 1 0 0,0 0-1 0 0,0 1 0 0 0,-1-1 1 0 0,1 1-1 0 0,0-1 0 0 0,-1 1 1 0 0,1 3-1 0 0,1 6 537 0 0,0 1 0 0 0,0-1 0 0 0,-2 1 1 0 0,0 17-1 0 0,2 16-208 0 0,-2-44-499 0 0,0-1 0 0 0,0 1 0 0 0,0 0 0 0 0,0-1 1 0 0,0 1-1 0 0,0-1 0 0 0,1 1 0 0 0,-1 0 0 0 0,0-1 0 0 0,0 1 1 0 0,0 0-1 0 0,1-1 0 0 0,-1 1 0 0 0,0-1 0 0 0,1 1 0 0 0,-1-1 1 0 0,1 1-1 0 0,-1-1 0 0 0,1 1 0 0 0,-1-1 0 0 0,1 1 1 0 0,-1-1-1 0 0,1 1 0 0 0,-1-1 0 0 0,2 1 0 0 0,-2-2-7 0 0,1 1 0 0 0,0 0 0 0 0,0 0-1 0 0,-1 0 1 0 0,1 0 0 0 0,0-1 0 0 0,-1 1 0 0 0,1 0-1 0 0,0-1 1 0 0,-1 1 0 0 0,1 0 0 0 0,0-1 0 0 0,-1 1-1 0 0,1-1 1 0 0,-1 1 0 0 0,1-1 0 0 0,-1 1 0 0 0,2-2-1 0 0,25-39-502 0 0,-21 31 359 0 0,14-21 31 0 0,1 2 0 0 0,2 0 1 0 0,0 1-1 0 0,32-27 0 0 0,-53 53 228 0 0,1-1 0 0 0,-1 1-1 0 0,1 0 1 0 0,0 0-1 0 0,0 1 1 0 0,0-1-1 0 0,0 1 1 0 0,0-1 0 0 0,1 1-1 0 0,-1 0 1 0 0,0 0-1 0 0,1 0 1 0 0,-1 1-1 0 0,0-1 1 0 0,5 1 0 0 0,-6 0-34 0 0,0 0 0 0 0,0 1 0 0 0,0-1 0 0 0,-1 1 0 0 0,1-1 0 0 0,0 1 0 0 0,0 0 0 0 0,0 0 0 0 0,0 0 0 0 0,-1 0 0 0 0,1 0 0 0 0,0 0 0 0 0,-1 1 0 0 0,1-1 0 0 0,-1 0 0 0 0,1 1 0 0 0,-1-1 0 0 0,0 1 0 0 0,0 0 0 0 0,0-1 1 0 0,0 1-1 0 0,0 0 0 0 0,0 0 0 0 0,0 0 0 0 0,0-1 0 0 0,0 5 0 0 0,13 42 138 0 0,-11-35-615 0 0,1 0 1 0 0,0 0-1 0 0,0-1 1 0 0,1 1-1 0 0,9 14 0 0 0,-4-12-418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6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46 3225 0 0,'6'-17'-94'0'0,"-6"16"458"0"0,0 0-1 0 0,0 0 0 0 0,0 0 1 0 0,0 0-1 0 0,0-1 1 0 0,0 1-1 0 0,0 0 0 0 0,0 0 1 0 0,0 0-1 0 0,-1 0 0 0 0,1 0 1 0 0,0 0-1 0 0,-1 0 0 0 0,1 0 1 0 0,-1 0-1 0 0,-5-6 2048 0 0,6 7-2069 0 0,-1-1-1 0 0,0 1 0 0 0,0-1 1 0 0,0 1-1 0 0,0-1 0 0 0,0 1 1 0 0,0 0-1 0 0,0 0 0 0 0,1-1 1 0 0,-1 1-1 0 0,0 0 0 0 0,0 0 1 0 0,-1 0-1 0 0,-16 4 721 0 0,12-2-873 0 0,1 1 0 0 0,0 0 0 0 0,1 0 0 0 0,-1 1 0 0 0,0 0 0 0 0,1-1-1 0 0,0 1 1 0 0,0 1 0 0 0,0-1 0 0 0,1 0 0 0 0,-1 1 0 0 0,1 0 0 0 0,0 0 0 0 0,0 0 0 0 0,1 0 0 0 0,-1 0 0 0 0,1 1 0 0 0,1-1-1 0 0,-3 10 1 0 0,3-10-192 0 0,0 0-1 0 0,0 0 0 0 0,1-1 0 0 0,-1 1 0 0 0,1 0 0 0 0,1 0 1 0 0,-1 0-1 0 0,1 0 0 0 0,-1-1 0 0 0,1 1 0 0 0,1 0 0 0 0,-1-1 0 0 0,1 1 1 0 0,-1-1-1 0 0,1 1 0 0 0,1-1 0 0 0,-1 0 0 0 0,1 0 0 0 0,-1 0 1 0 0,1 0-1 0 0,0 0 0 0 0,1 0 0 0 0,4 4 0 0 0,9 4-637 0 0,32 17 0 0 0,-37-23 101 0 0,0 1 0 0 0,-1-1 0 0 0,0 2 0 0 0,0 0 0 0 0,-1 0 0 0 0,18 18 0 0 0,-27-25 480 0 0,0 0-1 0 0,0 1 1 0 0,0-1 0 0 0,-1 0 0 0 0,1 1 0 0 0,0-1 0 0 0,0 1 0 0 0,-1-1-1 0 0,1 1 1 0 0,-1-1 0 0 0,1 1 0 0 0,-1 0 0 0 0,0-1 0 0 0,1 1 0 0 0,-1-1 0 0 0,0 1-1 0 0,0 0 1 0 0,0-1 0 0 0,0 1 0 0 0,-1-1 0 0 0,1 1 0 0 0,0 0 0 0 0,-1 1-1 0 0,-1 0 96 0 0,1 0 0 0 0,-1 0-1 0 0,0-1 1 0 0,0 1-1 0 0,0 0 1 0 0,0-1-1 0 0,0 0 1 0 0,0 1-1 0 0,-1-1 1 0 0,-4 4-1 0 0,-7 3 312 0 0,-1-1 0 0 0,1-1 0 0 0,-26 10 0 0 0,36-15-421 0 0,-21 8-5501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8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362 87 656 0 0,'-14'-1'248'0'0,"-1"0"-1"0"0,0 1 0 0 0,1 0 1 0 0,-1 1-1 0 0,1 1 0 0 0,-18 4 1 0 0,-84 29 1788 0 0,100-30-1996 0 0,-44 18 4137 0 0,10 0 8599 0 0,101-26-12451 0 0,155-18-143 0 0,-27 3-53 0 0,155 3-3 0 0,-111 11-39 0 0,33 0-10 0 0,73-6 9 0 0,198-38 210 0 0,-460 43-220 0 0,-1 4 1 0 0,110 10-1 0 0,-155-1-623 0 0,-47-13 162 0 0,1-2 0 0 0,-31-12 0 0 0,35 11 152 0 0,-1 1-1 0 0,1 1 1 0 0,-1 0-1 0 0,-40-4 0 0 0,-199 18-322 0 0,63 1-13 0 0,75-9 900 0 0,1 5 1 0 0,0 5-1 0 0,-134 30 0 0 0,109-1-2023 0 0,-90 17-1481 0 0,213-53 3392 0 0,-77 16-1360 0 0,91-16 1315 0 0,-1 0 1 0 0,2 0-1 0 0,-1 1 1 0 0,0 0-1 0 0,1 1 1 0 0,-1 0-1 0 0,-12 10 517 0 0,22-15-617 0 0,0 0-1 0 0,0 0 1 0 0,-1 0 0 0 0,1 0-1 0 0,0 1 1 0 0,0-1 0 0 0,0 0 0 0 0,0 0-1 0 0,-1 0 1 0 0,1 0 0 0 0,-4-2 1769 0 0,4 1-1769 0 0,0 1-1 0 0,0 0 1 0 0,0 0 0 0 0,-1 0 0 0 0,1-1-1 0 0,0 1 1 0 0,0 0 0 0 0,0 0 0 0 0,0 0-1 0 0,0-1 1 0 0,0 1 0 0 0,0 0 0 0 0,0 0-1 0 0,0 0 1 0 0,0-1 0 0 0,0 1-1 0 0,0 0 1 0 0,0 0 0 0 0,1-1 0 0 0,-5-7-93 0 0,3 5 226 0 0,32-11 533 0 0,-10 9-707 0 0,-1 0 0 0 0,1 2 0 0 0,-1 0 0 0 0,1 2 0 0 0,30 1 0 0 0,-24-1-20 0 0,277-20-13 0 0,-16-1 0 0 0,-63 5-115 0 0,69 0-72 0 0,-258 18 159 0 0,0-1 0 0 0,0-2-1 0 0,0-1 1 0 0,66-16 0 0 0,-71 17-5221 0 0,-26 2 3891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7:59.0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237 173 2304 0 0,'-33'-14'3197'0'0,"-45"-21"6390"0"0,29 3-5990 0 0,28 17-2654 0 0,14 10-453 0 0,0 0 1 0 0,1 0 0 0 0,-1 0-1 0 0,1-1 1 0 0,-11-12-1 0 0,17 17-483 0 0,-1 1 0 0 0,1-1 0 0 0,-1 0 0 0 0,1 1-1 0 0,-1-1 1 0 0,1 0 0 0 0,0 1 0 0 0,-1-1 0 0 0,1 0-1 0 0,0 0 1 0 0,-1 1 0 0 0,1-1 0 0 0,0 0 0 0 0,0 0-1 0 0,0 0 1 0 0,0 1 0 0 0,0-1 0 0 0,0 0 0 0 0,0 0 0 0 0,0 0-1 0 0,0 0 1 0 0,0 1 0 0 0,0-1 0 0 0,0 0 0 0 0,1 0-1 0 0,-1 1 1 0 0,0-1 0 0 0,1 0 0 0 0,-1 0 0 0 0,0 1-1 0 0,1-1 1 0 0,-1 0 0 0 0,1 1 0 0 0,-1-1 0 0 0,1 0-1 0 0,-1 1 1 0 0,1-1 0 0 0,0 1 0 0 0,-1-1 0 0 0,1 1-1 0 0,0-1 1 0 0,-1 1 0 0 0,1 0 0 0 0,0-1 0 0 0,0 1-1 0 0,-1 0 1 0 0,1-1 0 0 0,0 1 0 0 0,1 0 0 0 0,-1 1-5 0 0,1 0 1 0 0,0 0 0 0 0,-1 0 0 0 0,1 0-1 0 0,-1 0 1 0 0,1 0 0 0 0,-1 0 0 0 0,1 1-1 0 0,-1-1 1 0 0,0 1 0 0 0,0-1 0 0 0,0 1-1 0 0,2 2 1 0 0,13 14 12 0 0,-15-17-17 0 0,0-1 0 0 0,0 0 0 0 0,-1 1 0 0 0,1-1 0 0 0,0 0 0 0 0,0 0-1 0 0,0 0 1 0 0,-1 0 0 0 0,1 0 0 0 0,0 0 0 0 0,0 0 0 0 0,0 0 0 0 0,0 0 0 0 0,0 0 0 0 0,-1 0 0 0 0,1 0 0 0 0,0-1 0 0 0,0 1 0 0 0,0 0 0 0 0,-1-1 0 0 0,1 1 0 0 0,1-1 0 0 0,-2 0-86 0 0,1 1 1 0 0,0 0 0 0 0,-1-1-1 0 0,1 1 1 0 0,0 0 0 0 0,0-1-1 0 0,-1 1 1 0 0,1 0 0 0 0,0 0-1 0 0,0 0 1 0 0,-1-1 0 0 0,1 1-1 0 0,0 0 1 0 0,0 0 0 0 0,0 0-1 0 0,-1 0 1 0 0,1 1 0 0 0,0-1-1 0 0,0 0 1 0 0,-1 0 0 0 0,1 0-1 0 0,0 1 1 0 0,0-1 0 0 0,-1 0-1 0 0,1 1 1 0 0,0-1 0 0 0,1 1-1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0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94 3225 0 0,'0'-11'2152'0'0,"1"2"-541"0"0,-1 0 0 0 0,-1 0 0 0 0,-2-16 1 0 0,3 23-1319 0 0,0 1 1 0 0,-1-1-1 0 0,1 1 1 0 0,0 0-1 0 0,-1-1 1 0 0,1 1 0 0 0,-1 0-1 0 0,1-1 1 0 0,-1 1-1 0 0,0 0 1 0 0,0 0-1 0 0,1 0 1 0 0,-1-1-1 0 0,0 1 1 0 0,0 0-1 0 0,0 0 1 0 0,0 0 0 0 0,0 0-1 0 0,-1 1 1 0 0,1-1-1 0 0,0 0 1 0 0,0 0-1 0 0,0 1 1 0 0,-1-1-1 0 0,1 1 1 0 0,0-1-1 0 0,-1 1 1 0 0,1-1 0 0 0,-1 1-1 0 0,1 0 1 0 0,-2 0-1 0 0,1 2-171 0 0,1 1-1 0 0,0 0 0 0 0,0 0 1 0 0,1 0-1 0 0,-1-1 0 0 0,1 1 1 0 0,-1 0-1 0 0,1 0 0 0 0,0 0 1 0 0,0 0-1 0 0,1 6 1 0 0,-1-6-5 0 0,1 110 59 0 0,16 124 0 0 0,-17-233-184 0 0,2 11-93 0 0,0-1 1 0 0,1 1-1 0 0,1-1 0 0 0,7 20 0 0 0,-25-59-305 0 0,9 17 407 0 0,0 0 0 0 0,1 0 0 0 0,0 0 0 0 0,1-1 0 0 0,-4-14 0 0 0,3-4-177 0 0,1 1 0 0 0,2-1-1 0 0,1 1 1 0 0,4-34 0 0 0,-2 29-48 0 0,-1-1 0 0 0,-4-43 0 0 0,3 74 232 0 0,-5-26 1012 0 0,5 26-982 0 0,0 0 1 0 0,0 0 0 0 0,-1 0 0 0 0,1 0 0 0 0,0 0 0 0 0,0 0 0 0 0,-1 1 0 0 0,1-1 0 0 0,0 0 0 0 0,-1 0 0 0 0,1 0 0 0 0,-1 1 0 0 0,1-1 0 0 0,-1 0 0 0 0,0 0-1 0 0,1 1 1 0 0,-1-1 0 0 0,0 1 0 0 0,1-1 0 0 0,-1 1 0 0 0,0-1 0 0 0,0 1 0 0 0,1-1 0 0 0,-3 0 104 0 0,6 13 93 0 0,1 1-178 0 0,1 0 0 0 0,0 0 1 0 0,1-1-1 0 0,11 19 0 0 0,-12-25-39 0 0,0 0 1 0 0,0 0-1 0 0,0 0 0 0 0,1-1 1 0 0,0 0-1 0 0,0 0 0 0 0,0 0 0 0 0,1-1 1 0 0,10 6-1 0 0,9 4-80 0 0,1-1-1 0 0,1-1 1 0 0,0-1-1 0 0,1-2 1 0 0,0-1-1 0 0,0-1 1 0 0,1-1-1 0 0,32 2 1 0 0,-57-8 39 0 0,22 3 59 0 0,-27-3-38 0 0,1 0 1 0 0,0 1-1 0 0,-1-1 1 0 0,1 0-1 0 0,0 0 0 0 0,-1 1 1 0 0,1-1-1 0 0,0 0 0 0 0,-1 1 1 0 0,1-1-1 0 0,0 1 0 0 0,-1-1 1 0 0,1 1-1 0 0,-1-1 0 0 0,1 1 1 0 0,-1-1-1 0 0,1 1 0 0 0,-1-1 1 0 0,0 1-1 0 0,1-1 0 0 0,-1 1 1 0 0,0 0-1 0 0,1-1 0 0 0,-1 1 1 0 0,0 0-1 0 0,0-1 1 0 0,1 1-1 0 0,-1 0 0 0 0,0 1 1 0 0,0-2 7 0 0,-9 2 39 0 0,-34-6 144 0 0,-83 3 0 0 0,111 2-152 0 0,0 1 0 0 0,1 0 0 0 0,-1 2 0 0 0,0-1 0 0 0,1 2 0 0 0,0 0 0 0 0,0 0 0 0 0,0 2 0 0 0,-20 11 0 0 0,20-9-86 0 0,-24 17-291 0 0,36-25 318 0 0,0 1 0 0 0,-1 0 0 0 0,1 0 0 0 0,1 0 0 0 0,-1 0 0 0 0,0 0 0 0 0,0 1 0 0 0,1-1 1 0 0,-1 0-1 0 0,1 1 0 0 0,0-1 0 0 0,0 1 0 0 0,-1 3 0 0 0,2-6 3 0 0,0 1 0 0 0,0-1 0 0 0,0 0 0 0 0,-1 1-1 0 0,1-1 1 0 0,0 0 0 0 0,0 1 0 0 0,0-1 0 0 0,1 0 0 0 0,-1 1 0 0 0,0-1 0 0 0,0 0 0 0 0,0 1 0 0 0,0-1-1 0 0,0 0 1 0 0,0 1 0 0 0,0-1 0 0 0,0 0 0 0 0,1 1 0 0 0,-1-1 0 0 0,0 0 0 0 0,0 1 0 0 0,0-1 0 0 0,1 0-1 0 0,-1 0 1 0 0,0 1 0 0 0,0-1 0 0 0,1 0 0 0 0,-1 0 0 0 0,0 0 0 0 0,1 1 0 0 0,-1-1 0 0 0,0 0 0 0 0,1 0 0 0 0,15 1-330 0 0,14-8-62 0 0,-8 0 125 0 0,63-24-2383 0 0,-78 28 2456 0 0,0 0 0 0 0,0-1 1 0 0,0 0-1 0 0,0-1 0 0 0,-1 1 1 0 0,0-1-1 0 0,0 0 0 0 0,9-11 1 0 0,-14 15 288 0 0,0 0 1 0 0,0 0 0 0 0,0 0-1 0 0,0 0 1 0 0,0 0 0 0 0,0-1-1 0 0,-1 1 1 0 0,1 0 0 0 0,-1-1 0 0 0,1 1-1 0 0,-1 0 1 0 0,1-1 0 0 0,-1 1-1 0 0,0 0 1 0 0,0-1 0 0 0,0 1-1 0 0,1-1 1 0 0,-1 1 0 0 0,-1-1-1 0 0,1 1 1 0 0,0-1 0 0 0,0 1-1 0 0,0 0 1 0 0,-1-1 0 0 0,1 1 0 0 0,-1-1-1 0 0,0 0 1 0 0,0 1-17 0 0,0 0-1 0 0,0 1 1 0 0,0-1-1 0 0,0 0 1 0 0,1 1 0 0 0,-1-1-1 0 0,-1 1 1 0 0,1 0-1 0 0,0-1 1 0 0,0 1 0 0 0,0 0-1 0 0,0 0 1 0 0,0-1-1 0 0,0 1 1 0 0,0 0 0 0 0,0 0-1 0 0,0 0 1 0 0,0 0-1 0 0,-1 1 1 0 0,1-1 0 0 0,0 0-1 0 0,0 0 1 0 0,0 1-1 0 0,0-1 1 0 0,0 0 0 0 0,0 1-1 0 0,0-1 1 0 0,0 1-1 0 0,0-1 1 0 0,0 1 0 0 0,0 0-1 0 0,1-1 1 0 0,-1 1-1 0 0,0 0 1 0 0,-1 1 0 0 0,-25 23-351 0 0,23-21 324 0 0,0 0 1 0 0,0 1-1 0 0,0-1 1 0 0,-1 0-1 0 0,0-1 1 0 0,0 1-1 0 0,0-1 1 0 0,0 0-1 0 0,0-1 1 0 0,0 1-1 0 0,-7 1 1 0 0,10-3-42 0 0,1-1 0 0 0,-1 0 1 0 0,1 0-1 0 0,-1 0 1 0 0,1 1-1 0 0,0-2 1 0 0,-1 1-1 0 0,1 0 0 0 0,-1 0 1 0 0,1 0-1 0 0,0-1 1 0 0,-1 1-1 0 0,1 0 1 0 0,-1-1-1 0 0,1 0 0 0 0,0 1 1 0 0,0-1-1 0 0,-1 0 1 0 0,1 1-1 0 0,0-1 1 0 0,0 0-1 0 0,0 0 1 0 0,0 0-1 0 0,0 0 0 0 0,0 0 1 0 0,0 0-1 0 0,0-1 1 0 0,0 1-1 0 0,1 0 1 0 0,-1 0-1 0 0,0-1 0 0 0,1 1 1 0 0,-1 0-1 0 0,1-1 1 0 0,-1 1-1 0 0,1 0 1 0 0,0-1-1 0 0,-1 1 0 0 0,1-1 1 0 0,0 1-1 0 0,0 0 1 0 0,0-1-1 0 0,0-1 1 0 0,1-10-120 0 0,-1 1 1 0 0,2 0-1 0 0,-1-1 0 0 0,5-12 1 0 0,-3 11 25 0 0,2-20-443 0 0,2-3 1971 0 0,-4 42-592 0 0,0 23-492 0 0,-2-18-311 0 0,1-1 1 0 0,1 1 0 0 0,-1-1-1 0 0,1 0 1 0 0,1 0-1 0 0,0 0 1 0 0,7 11-1 0 0,-6-11-41 0 0,-1-1 0 0 0,0 1 0 0 0,0 0-1 0 0,-1 0 1 0 0,0 1 0 0 0,2 14-1 0 0,-7-5 103 0 0,2-19-95 0 0,-1 0-1 0 0,1 1 1 0 0,0-1 0 0 0,0 0-1 0 0,-1 1 1 0 0,1-1-1 0 0,0 0 1 0 0,-1 0 0 0 0,1 1-1 0 0,0-1 1 0 0,-1 0 0 0 0,1 0-1 0 0,0 0 1 0 0,-1 1 0 0 0,1-1-1 0 0,-1 0 1 0 0,1 0 0 0 0,0 0-1 0 0,-1 0 1 0 0,1 0 0 0 0,-1 0-1 0 0,1 0 1 0 0,0 0 0 0 0,-1 0-1 0 0,1 0 1 0 0,-1 0 0 0 0,0-1-1 0 0,-1 1 0 0 0,1-1 1 0 0,0 1-1 0 0,0-1 1 0 0,0 0-1 0 0,0 1 1 0 0,0-1-1 0 0,0 0 1 0 0,0 0-1 0 0,0 0 0 0 0,0 0 1 0 0,0 0-1 0 0,0 0 1 0 0,1 0-1 0 0,-1 0 1 0 0,0 0-1 0 0,1-1 1 0 0,-1 1-1 0 0,1 0 0 0 0,-1 0 1 0 0,1 0-1 0 0,-1-3 1 0 0,-2-13 22 0 0,1 1 0 0 0,1-1 1 0 0,1 0-1 0 0,2-26 0 0 0,11-59 112 0 0,-9 74 276 0 0,-5 72-389 0 0,2 0 0 0 0,2 0 0 0 0,15 77 0 0 0,-12-76-20 0 0,-6-42 0 0 0,0 0 0 0 0,0 1 0 0 0,0-1 0 0 0,0 0 0 0 0,-1 0 0 0 0,1 0 0 0 0,-1 0 0 0 0,0 0 0 0 0,0 0 0 0 0,0 0 0 0 0,0 0 0 0 0,-2 4 0 0 0,3-7-15 0 0,0 0-1 0 0,-1 1 1 0 0,1-1-1 0 0,0 0 1 0 0,0 1-1 0 0,-1-1 1 0 0,1 0-1 0 0,0 1 1 0 0,-1-1 0 0 0,1 0-1 0 0,0 0 1 0 0,-1 1-1 0 0,1-1 1 0 0,-1 0-1 0 0,1 0 1 0 0,0 0-1 0 0,-1 0 1 0 0,1 0-1 0 0,-1 1 1 0 0,1-1 0 0 0,-1 0-1 0 0,1 0 1 0 0,0 0-1 0 0,-1 0 1 0 0,1 0-1 0 0,-1 0 1 0 0,1 0-1 0 0,-1-1 1 0 0,1 1 0 0 0,0 0-1 0 0,-1 0 1 0 0,1 0-1 0 0,-1 0 1 0 0,-12-13-1031 0 0,-5-19-621 0 0,14 17 1683 0 0,1-1 0 0 0,1 1 0 0 0,0 0 0 0 0,0-1 1 0 0,2 1-1 0 0,0-1 0 0 0,1 1 0 0 0,0 0 0 0 0,1-1 0 0 0,1 1 0 0 0,8-24 0 0 0,-11 38-7 0 0,0-1 0 0 0,1 1-1 0 0,-1 0 1 0 0,1-1 0 0 0,0 1-1 0 0,-1 0 1 0 0,1 0 0 0 0,0-1-1 0 0,0 1 1 0 0,0 0 0 0 0,0 0-1 0 0,0 0 1 0 0,0 0-1 0 0,0 0 1 0 0,0 0 0 0 0,0 0-1 0 0,0 1 1 0 0,1-1 0 0 0,-1 0-1 0 0,0 1 1 0 0,0-1 0 0 0,1 1-1 0 0,-1-1 1 0 0,1 1 0 0 0,-1-1-1 0 0,2 1 1 0 0,1 0 45 0 0,-1 0 1 0 0,1 0-1 0 0,0 0 1 0 0,-1 1-1 0 0,1 0 1 0 0,-1-1-1 0 0,1 1 1 0 0,-1 1-1 0 0,1-1 0 0 0,4 3 1 0 0,-2-1-80 0 0,0 0 0 0 0,-1 0 0 0 0,1 0 0 0 0,-1 1 0 0 0,0 0 0 0 0,0 0 0 0 0,-1 0 0 0 0,1 1 0 0 0,-1 0 0 0 0,0-1 0 0 0,0 2 0 0 0,6 9 0 0 0,-8-11-362 0 0,-1 0-1 0 0,0 0 1 0 0,1-1-1 0 0,-1 1 0 0 0,-1 0 1 0 0,1 0-1 0 0,0 0 1 0 0,-1 0-1 0 0,0 1 0 0 0,0-1 1 0 0,0 0-1 0 0,-1 0 0 0 0,1 0 1 0 0,-1 0-1 0 0,0 0 1 0 0,-2 5-1 0 0,-7 2 376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01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76 2969 0 0,'0'-2'11'0'0,"1"0"0"0"0,0-1 0 0 0,0 1 0 0 0,0 0 0 0 0,1 0 0 0 0,-1 0 0 0 0,0 0 1 0 0,1 0-1 0 0,-1 1 0 0 0,1-1 0 0 0,0 0 0 0 0,0 1 0 0 0,-1-1 0 0 0,1 1 0 0 0,0-1 0 0 0,0 1 0 0 0,0 0 1 0 0,1 0-1 0 0,-1 0 0 0 0,0 0 0 0 0,0 0 0 0 0,3 0 0 0 0,4-3 63 0 0,0 1 0 0 0,1 0 0 0 0,-1 1 0 0 0,15-2 0 0 0,42-6 3695 0 0,-23-2 2167 0 0,-76 19 1856 0 0,-32 2-6210 0 0,19-4-1520 0 0,-210 16 891 0 0,206-20-776 0 0,1-2 1 0 0,0-3-1 0 0,-60-11 0 0 0,81 11-2189 0 0,15 5-339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6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245 142 3225 0 0,'0'-10'1078'0'0,"-1"0"0"0"0,-1 0 0 0 0,0 0 0 0 0,-6-19 0 0 0,7 24-524 0 0,-1-1 1 0 0,0 1 0 0 0,-1 0 0 0 0,1 0 0 0 0,-1 0 0 0 0,0 0 0 0 0,0 0 0 0 0,-1 1 0 0 0,1-1 0 0 0,-6-4 0 0 0,6 7-315 0 0,0 0 0 0 0,0 1 0 0 0,0-1 0 0 0,0 1 0 0 0,0 0 0 0 0,0 0-1 0 0,0 0 1 0 0,0 0 0 0 0,0 1 0 0 0,-1-1 0 0 0,1 1 0 0 0,0 0 0 0 0,0 0 0 0 0,-1 0 0 0 0,1 0 0 0 0,0 0-1 0 0,0 1 1 0 0,-1-1 0 0 0,1 1 0 0 0,0 0 0 0 0,0 0 0 0 0,0 0 0 0 0,-5 3 0 0 0,2-1-94 0 0,1 0 1 0 0,0 0-1 0 0,0 0 1 0 0,0 1-1 0 0,0 0 0 0 0,0 0 1 0 0,1 0-1 0 0,0 0 1 0 0,0 1-1 0 0,0-1 1 0 0,-6 11-1 0 0,0 9-90 0 0,1 1 0 0 0,1 0 0 0 0,2 0 0 0 0,0 0 0 0 0,-2 30 0 0 0,6-44-53 0 0,-1 12-3 0 0,1 0 0 0 0,1-1 0 0 0,1 1 0 0 0,2 0 0 0 0,0 0 0 0 0,1 0 0 0 0,6 24 0 0 0,-5-32 0 0 0,0 0 0 0 0,2 0 0 0 0,-1 0 0 0 0,2-1 0 0 0,0 0 0 0 0,0-1 0 0 0,1 1 0 0 0,1-1 0 0 0,0-1 0 0 0,1 0 0 0 0,15 15 0 0 0,-19-22 3 0 0,0-1 1 0 0,0 0-1 0 0,0 0 1 0 0,0-1-1 0 0,1 0 0 0 0,0 0 1 0 0,-1 0-1 0 0,1-1 1 0 0,0 0-1 0 0,0 0 1 0 0,1-1-1 0 0,-1 0 1 0 0,0 0-1 0 0,0-1 1 0 0,0 0-1 0 0,1 0 0 0 0,-1 0 1 0 0,0-1-1 0 0,0 0 1 0 0,0-1-1 0 0,1 0 1 0 0,-2 0-1 0 0,14-5 1 0 0,-4 0 6 0 0,1-1 1 0 0,-1 0 0 0 0,0-1 0 0 0,-1-1 0 0 0,0 0 0 0 0,-1-2 0 0 0,0 1 0 0 0,19-22 0 0 0,-18 14 77 0 0,0-1-1 0 0,-2-1 1 0 0,0 0-1 0 0,-1-1 1 0 0,-2 0 0 0 0,0-1-1 0 0,-1 0 1 0 0,-1-1-1 0 0,-2 1 1 0 0,0-2 0 0 0,2-25-1 0 0,-7 42-48 0 0,-1 0 0 0 0,0 1 0 0 0,0-1 1 0 0,-1 0-1 0 0,0 0 0 0 0,0 0 0 0 0,-1 0 0 0 0,0 0 0 0 0,0 1 0 0 0,-1-1 0 0 0,0 1 1 0 0,-1 0-1 0 0,1 0 0 0 0,-1 0 0 0 0,-1 0 0 0 0,1 0 0 0 0,-1 1 0 0 0,0 0 0 0 0,-1 0 1 0 0,1 0-1 0 0,-1 1 0 0 0,0 0 0 0 0,0 0 0 0 0,-1 1 0 0 0,-9-6 0 0 0,-6-2-257 0 0,-1 1 0 0 0,0 0 0 0 0,-1 2 0 0 0,0 1 0 0 0,-1 1 0 0 0,-40-7 0 0 0,49 10-2107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341 28 2761 0 0,'-7'-4'935'0'0,"-1"0"1"0"0,0 0-1 0 0,-1 1 1 0 0,1 0-1 0 0,-1 0 1 0 0,1 1-1 0 0,-1 0 1 0 0,0 1-1 0 0,0 0 1 0 0,1 0-1 0 0,-15 1 1 0 0,17 1-576 0 0,0-1 1 0 0,0 1-1 0 0,0 0 1 0 0,0 0-1 0 0,0 1 1 0 0,0 0-1 0 0,0 0 1 0 0,1 0 0 0 0,-1 1-1 0 0,1 0 1 0 0,0 0-1 0 0,0 0 1 0 0,0 1-1 0 0,0 0 1 0 0,0 0-1 0 0,1 0 1 0 0,-6 6-1 0 0,-7 12-190 0 0,1 0 0 0 0,1 1 0 0 0,1 1 0 0 0,-20 46 0 0 0,28-55-148 0 0,1 0 0 0 0,1 1-1 0 0,0 0 1 0 0,1-1 0 0 0,1 1-1 0 0,0 1 1 0 0,2-1 0 0 0,0 0 0 0 0,2 25-1 0 0,0-27 26 0 0,1 1-1 0 0,0-1 1 0 0,0 0-1 0 0,2 0 0 0 0,0-1 1 0 0,0 1-1 0 0,1-1 1 0 0,14 21-1 0 0,-15-26-4 0 0,1 0 0 0 0,0-1 0 0 0,1 0 1 0 0,-1 0-1 0 0,1-1 0 0 0,1 1 0 0 0,-1-2 0 0 0,1 1 0 0 0,0-1 0 0 0,1 0 0 0 0,-1 0 0 0 0,1-1 1 0 0,0-1-1 0 0,11 4 0 0 0,-6-4-23 0 0,0 0 1 0 0,0-1-1 0 0,0 0 1 0 0,1-1-1 0 0,-1-1 1 0 0,1-1 0 0 0,-1 0-1 0 0,0 0 1 0 0,0-2-1 0 0,1 0 1 0 0,-1 0-1 0 0,-1-1 1 0 0,21-9-1 0 0,-19 6 22 0 0,0 0 0 0 0,-1-1 0 0 0,0 0 0 0 0,0-1 0 0 0,0-1 0 0 0,-2 0 0 0 0,1-1-1 0 0,-1-1 1 0 0,-1 0 0 0 0,0 0 0 0 0,15-22 0 0 0,-21 25-1 0 0,0-1 1 0 0,0 0-1 0 0,-1 0 1 0 0,0-1-1 0 0,-1 1 1 0 0,0-1-1 0 0,-1 1 0 0 0,0-1 1 0 0,0 0-1 0 0,-1 0 1 0 0,-1 0-1 0 0,0 0 0 0 0,0 0 1 0 0,-1 0-1 0 0,-1 0 1 0 0,0 0-1 0 0,0 0 1 0 0,-1 1-1 0 0,0-1 0 0 0,-1 1 1 0 0,0 0-1 0 0,-9-16 1 0 0,8 16-89 0 0,-1 0 0 0 0,0 1 0 0 0,-1 0 1 0 0,0 1-1 0 0,0-1 0 0 0,-1 1 1 0 0,1 1-1 0 0,-2-1 0 0 0,1 1 0 0 0,-1 1 1 0 0,0 0-1 0 0,-1 0 0 0 0,1 0 0 0 0,-1 1 1 0 0,0 1-1 0 0,-1 0 0 0 0,1 0 1 0 0,-1 1-1 0 0,0 1 0 0 0,1-1 0 0 0,-1 2 1 0 0,-18-2-1 0 0,-10 9-2327 0 0,20 2-5156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7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1 7834 0 0,'-6'0'295'0'0,"0"0"0"0"0,1 0 0 0 0,-1 0 0 0 0,0 1 0 0 0,1 0 0 0 0,-1 0 0 0 0,1 0 0 0 0,-1 1 0 0 0,1 0 0 0 0,0 0 0 0 0,-1 0 0 0 0,1 1 0 0 0,0-1 0 0 0,1 1 0 0 0,-1 0 0 0 0,0 1 0 0 0,-4 4 0 0 0,-6 4 639 0 0,2 1 0 0 0,0 1 1 0 0,-21 28-1 0 0,25-29-797 0 0,1 1 1 0 0,0 1-1 0 0,1-1 0 0 0,0 1 0 0 0,1 0 1 0 0,1 0-1 0 0,1 1 0 0 0,0-1 1 0 0,1 1-1 0 0,1 0 0 0 0,0 0 1 0 0,1 1-1 0 0,0-1 0 0 0,5 31 1 0 0,0-17-79 0 0,1-1 0 0 0,2 0 0 0 0,1 0 1 0 0,1-1-1 0 0,1 0 0 0 0,2 0 1 0 0,18 32-1 0 0,-26-53-53 0 0,0-1 1 0 0,0 0 0 0 0,1 0-1 0 0,-1 0 1 0 0,1 0-1 0 0,1-1 1 0 0,-1 0 0 0 0,1 0-1 0 0,0 0 1 0 0,0-1 0 0 0,0 0-1 0 0,1 0 1 0 0,-1 0-1 0 0,1-1 1 0 0,0 0 0 0 0,10 2-1 0 0,-6-2 14 0 0,-1-1 0 0 0,1 0 0 0 0,0-1 0 0 0,0-1-1 0 0,0 1 1 0 0,0-2 0 0 0,0 0 0 0 0,0 0 0 0 0,0-1 0 0 0,17-4 0 0 0,-9 0 78 0 0,0-1 0 0 0,-1 0 1 0 0,1-1-1 0 0,-2-1 1 0 0,1 0-1 0 0,-1-2 1 0 0,-1 0-1 0 0,0-1 0 0 0,27-26 1 0 0,-33 29 15 0 0,-1-2-1 0 0,0 1 1 0 0,-1-1 0 0 0,-1 0-1 0 0,1-1 1 0 0,-2 0 0 0 0,0 0-1 0 0,0 0 1 0 0,-1-1 0 0 0,-1 0-1 0 0,0 0 1 0 0,0 0 0 0 0,-1 0-1 0 0,-1 0 1 0 0,1-19 0 0 0,-3 14-6 0 0,-1-1 1 0 0,0 1 0 0 0,-1 0-1 0 0,-1 0 1 0 0,0 0-1 0 0,-2 0 1 0 0,0 0-1 0 0,-1 1 1 0 0,-15-31 0 0 0,15 38-83 0 0,1 0 1 0 0,-2 1 0 0 0,1 0-1 0 0,-1 0 1 0 0,-1 0 0 0 0,0 1-1 0 0,0 0 1 0 0,0 0 0 0 0,-1 1-1 0 0,0 0 1 0 0,-1 1 0 0 0,1 0-1 0 0,-1 0 1 0 0,-1 1 0 0 0,1 1-1 0 0,-22-7 1 0 0,12 6-20 0 0,1 1 0 0 0,-1 0 0 0 0,-25 0 1 0 0,36 4-87 0 0,1 0 1 0 0,0 0 0 0 0,-1 1 0 0 0,1 0-1 0 0,0 0 1 0 0,0 1 0 0 0,0 0-1 0 0,0 0 1 0 0,0 1 0 0 0,-13 6 0 0 0,19-7-151 0 0,0-1 0 0 0,0 1 0 0 0,-1 0 0 0 0,1 0 0 0 0,0 0 0 0 0,0 0 0 0 0,1 0 0 0 0,-1 0 0 0 0,0 0 0 0 0,1 1 0 0 0,-1-1 0 0 0,1 1 0 0 0,-2 3 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7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237 100 4609 0 0,'-6'-4'635'0'0,"0"-1"0"0"0,0 1 1 0 0,0 0-1 0 0,0 0 0 0 0,0 1 0 0 0,-1 0 0 0 0,0 0 1 0 0,0 0-1 0 0,0 1 0 0 0,0 0 0 0 0,0 0 0 0 0,0 1 1 0 0,0 0-1 0 0,0 0 0 0 0,-10 1 0 0 0,13 0-196 0 0,-1 1-1 0 0,1-1 0 0 0,0 1 1 0 0,-1 0-1 0 0,1 0 1 0 0,0 1-1 0 0,0-1 1 0 0,0 1-1 0 0,0 0 0 0 0,0 0 1 0 0,0 0-1 0 0,1 1 1 0 0,-1-1-1 0 0,-3 4 1 0 0,3-2-355 0 0,1-1 1 0 0,0 1-1 0 0,0 0 0 0 0,0 0 1 0 0,0 0-1 0 0,1 1 1 0 0,0-1-1 0 0,-4 10 1 0 0,-1 6-43 0 0,2 1 1 0 0,0 0 0 0 0,1 1 0 0 0,1-1-1 0 0,1 1 1 0 0,1-1 0 0 0,1 1-1 0 0,1 0 1 0 0,0-1 0 0 0,2 1-1 0 0,1-1 1 0 0,0 0 0 0 0,14 38 0 0 0,-13-45-113 0 0,1 0 0 0 0,0-1 1 0 0,1 1-1 0 0,1-1 0 0 0,0-1 1 0 0,0 1-1 0 0,2-2 1 0 0,-1 1-1 0 0,1-1 0 0 0,1-1 1 0 0,0 1-1 0 0,1-2 1 0 0,-1 0-1 0 0,2 0 0 0 0,-1-1 1 0 0,1-1-1 0 0,1 0 0 0 0,-1-1 1 0 0,1 0-1 0 0,24 6 1 0 0,-25-9 16 0 0,-1 0-1 0 0,1-1 1 0 0,-1 0 0 0 0,1-1 0 0 0,-1-1 0 0 0,1 0 0 0 0,0-1 0 0 0,24-4 0 0 0,-30 3 104 0 0,-1 0 0 0 0,1 0 0 0 0,-1-1 0 0 0,0 0-1 0 0,0 0 1 0 0,0 0 0 0 0,0-1 0 0 0,-1 0 0 0 0,1 0-1 0 0,-1 0 1 0 0,0 0 0 0 0,0-1 0 0 0,-1 0 0 0 0,0 0-1 0 0,1-1 1 0 0,-2 1 0 0 0,1-1 0 0 0,4-9 0 0 0,2-7 81 0 0,-1 0 1 0 0,-2 0 0 0 0,0-1-1 0 0,-1 0 1 0 0,-2 0 0 0 0,0-1-1 0 0,0-24 1 0 0,-2 11 40 0 0,-3-1 0 0 0,-1 0 0 0 0,-11-63 0 0 0,11 90-147 0 0,-1 1 0 0 0,0-1 0 0 0,-1 0 0 0 0,0 1 0 0 0,0 0 0 0 0,-1 0-1 0 0,-1 0 1 0 0,1 1 0 0 0,-2 0 0 0 0,1 0 0 0 0,-1 0 0 0 0,-15-13 0 0 0,17 17-114 0 0,-1 0 0 0 0,0 1 0 0 0,0 0 0 0 0,0 0 0 0 0,0 1 0 0 0,-1 0 0 0 0,1 0 0 0 0,-1 0 0 0 0,0 1 0 0 0,0 0 0 0 0,0 0 0 0 0,0 1 0 0 0,0-1 0 0 0,0 2 0 0 0,0-1 0 0 0,0 1 0 0 0,0 0 0 0 0,-1 1 0 0 0,1-1 0 0 0,-13 4 0 0 0,-5 4-1115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8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307 140 5985 0 0,'-3'-3'222'0'0,"-1"0"0"0"0,0 1 0 0 0,0-1-1 0 0,0 1 1 0 0,0 0 0 0 0,0 0 0 0 0,0 0 0 0 0,-1 1-1 0 0,1-1 1 0 0,-1 1 0 0 0,1 0 0 0 0,-1 1 0 0 0,-5-1-1 0 0,3 0 433 0 0,1 1-1 0 0,-1 0 1 0 0,1 0-1 0 0,-1 1 0 0 0,0 0 1 0 0,1 0-1 0 0,-1 0 1 0 0,-9 4-1 0 0,7 0-308 0 0,1 0 0 0 0,0 0 0 0 0,1 0 0 0 0,-1 1 0 0 0,1 0 0 0 0,0 1 0 0 0,0-1 0 0 0,1 1 0 0 0,0 1 0 0 0,0-1 0 0 0,1 1 0 0 0,0 0 0 0 0,-6 14 0 0 0,-3 8 190 0 0,1 0-1 0 0,-13 49 1 0 0,20-57-472 0 0,1 1 1 0 0,1 0 0 0 0,1 0-1 0 0,1 1 1 0 0,1-1 0 0 0,1 0 0 0 0,4 27-1 0 0,-2-35-80 0 0,0 0 0 0 0,1 0-1 0 0,1 0 1 0 0,0 0-1 0 0,1-1 1 0 0,1 0 0 0 0,0 0-1 0 0,1 0 1 0 0,1 0 0 0 0,0-1-1 0 0,18 22 1 0 0,-19-28-37 0 0,1 0 0 0 0,1 0 0 0 0,-1-1 0 0 0,1 0 0 0 0,0 0 0 0 0,1-1 0 0 0,-1-1 0 0 0,1 1 1 0 0,0-1-1 0 0,0-1 0 0 0,0 0 0 0 0,0-1 0 0 0,1 1 0 0 0,-1-2 0 0 0,1 0 0 0 0,-1 0 0 0 0,12-1 0 0 0,0 0-59 0 0,1-2-1 0 0,-1 0 1 0 0,0-2 0 0 0,0 0-1 0 0,0-1 1 0 0,-1-1 0 0 0,23-10-1 0 0,-35 12 171 0 0,-1 0-1 0 0,1-1 1 0 0,-1 0-1 0 0,0 0 1 0 0,-1 0-1 0 0,1-1 1 0 0,-1 0-1 0 0,0-1 1 0 0,0 0-1 0 0,-1 0 1 0 0,0 0 0 0 0,-1-1-1 0 0,1 0 1 0 0,7-14-1 0 0,-9 12 22 0 0,0-1-1 0 0,0 0 1 0 0,-1 1 0 0 0,0-1 0 0 0,-1 0-1 0 0,0-1 1 0 0,-1 1 0 0 0,0 0-1 0 0,-1 0 1 0 0,0-1 0 0 0,-1 1-1 0 0,-2-13 1 0 0,-6-19 351 0 0,-1 1 1 0 0,-27-69-1 0 0,-46-75-150 0 0,76 169-235 0 0,-2 1 0 0 0,0 0 0 0 0,0 1-1 0 0,-2 0 1 0 0,-13-15 0 0 0,20 25-38 0 0,-1 0-1 0 0,0 1 0 0 0,0 0 0 0 0,-1 0 1 0 0,1 0-1 0 0,-1 1 0 0 0,1 0 1 0 0,-1 0-1 0 0,0 0 0 0 0,-1 1 1 0 0,1 0-1 0 0,0 0 0 0 0,-1 0 1 0 0,1 1-1 0 0,-1 0 0 0 0,1 0 0 0 0,-9 1 1 0 0,7 0-65 0 0,1 0 0 0 0,-1 1 0 0 0,1 0 0 0 0,0 0 0 0 0,-1 0 0 0 0,-12 5 1 0 0,17-5-132 0 0,0 1 0 0 0,0-1 0 0 0,1 1 0 0 0,-1 0 1 0 0,0-1-1 0 0,1 1 0 0 0,-1 1 0 0 0,1-1 0 0 0,-1 0 0 0 0,1 0 1 0 0,0 1-1 0 0,0-1 0 0 0,0 1 0 0 0,0 0 0 0 0,1 0 1 0 0,-1-1-1 0 0,-1 7 0 0 0,-2 12-7022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9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60 4609 0 0,'-55'-22'5355'0'0,"46"17"-4412"0"0,1 1 1 0 0,-1 0-1 0 0,0 1 0 0 0,-1 0 0 0 0,-10-3 1 0 0,17 6-706 0 0,0 0 0 0 0,0-1 0 0 0,0 1 0 0 0,0 1 0 0 0,-1-1 0 0 0,1 0 1 0 0,0 1-1 0 0,0 0 0 0 0,0-1 0 0 0,0 1 0 0 0,0 0 0 0 0,1 1 0 0 0,-1-1 0 0 0,0 0 1 0 0,0 1-1 0 0,1 0 0 0 0,-1-1 0 0 0,1 1 0 0 0,-1 0 0 0 0,-2 4 0 0 0,-3 3 15 0 0,1 0-1 0 0,0 0 0 0 0,1 0 0 0 0,0 1 0 0 0,1 0 1 0 0,-8 20-1 0 0,-20 68 30 0 0,31-90-253 0 0,-5 16-9 0 0,0 1 0 0 0,2 0 0 0 0,1 0 0 0 0,1 0 0 0 0,1 1 0 0 0,1 28 0 0 0,2-44-13 0 0,0-1 0 0 0,0 0 0 0 0,1 1-1 0 0,0-1 1 0 0,1 0 0 0 0,0 0-1 0 0,0 0 1 0 0,1-1 0 0 0,0 1-1 0 0,1-1 1 0 0,0 0 0 0 0,0 0 0 0 0,0-1-1 0 0,1 1 1 0 0,0-1 0 0 0,1 0-1 0 0,0-1 1 0 0,0 1 0 0 0,13 8 0 0 0,-5-6-43 0 0,0 0 0 0 0,1-1 0 0 0,0-1 0 0 0,0-1 0 0 0,1 0 0 0 0,-1-1 0 0 0,1 0 0 0 0,0-2 0 0 0,1 0 0 0 0,-1-1 0 0 0,1 0 0 0 0,-1-2 1 0 0,1 0-1 0 0,20-3 0 0 0,-28 2 47 0 0,1-1 0 0 0,-1 0 0 0 0,1-1 1 0 0,-1 0-1 0 0,0-1 0 0 0,0 0 0 0 0,0 0 0 0 0,-1-1 1 0 0,1 0-1 0 0,-1-1 0 0 0,0 0 0 0 0,-1 0 0 0 0,1-1 1 0 0,-1 0-1 0 0,-1-1 0 0 0,1 0 0 0 0,-2 0 0 0 0,1 0 1 0 0,-1-1-1 0 0,0 0 0 0 0,0 0 0 0 0,-1-1 0 0 0,-1 1 1 0 0,5-14-1 0 0,-4 6 84 0 0,0 0-1 0 0,-2-1 1 0 0,0 0 0 0 0,-1 0 0 0 0,-1 0 0 0 0,0 0 0 0 0,-2 0-1 0 0,0 0 1 0 0,-5-25 0 0 0,0 15 52 0 0,-1 0 1 0 0,-1 0-1 0 0,-1 1 1 0 0,-2 1-1 0 0,-16-32 0 0 0,22 50-290 0 0,0 0-1 0 0,0 0 1 0 0,-1 1-1 0 0,0 0 1 0 0,0 0-1 0 0,-1 0 1 0 0,1 1 0 0 0,-2-1-1 0 0,1 2 1 0 0,-1-1-1 0 0,1 1 1 0 0,-12-5-1 0 0,16 8 84 0 0,-1 1 0 0 0,1-1 0 0 0,-1 1 0 0 0,0 0-1 0 0,0 0 1 0 0,1 0 0 0 0,-1 0 0 0 0,0 1 0 0 0,0 0 0 0 0,0-1-1 0 0,0 2 1 0 0,0-1 0 0 0,0 0 0 0 0,1 1 0 0 0,-1-1 0 0 0,0 1-1 0 0,0 0 1 0 0,1 1 0 0 0,-1-1 0 0 0,0 0 0 0 0,1 1 0 0 0,-1 0 0 0 0,1 0-1 0 0,0 0 1 0 0,0 0 0 0 0,0 1 0 0 0,0-1 0 0 0,0 1 0 0 0,0 0-1 0 0,0 0 1 0 0,-2 4 0 0 0,-12 16-23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49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31 5985 0 0,'-31'-15'1250'0'0,"29"13"-900"0"0,-1 1 0 0 0,0-1 0 0 0,1 0 0 0 0,-1 1 1 0 0,0 0-1 0 0,0-1 0 0 0,0 1 0 0 0,0 1 0 0 0,0-1 0 0 0,0 0 0 0 0,0 1 1 0 0,-1-1-1 0 0,1 1 0 0 0,0 0 0 0 0,0 0 0 0 0,0 0 0 0 0,0 1 0 0 0,0-1 0 0 0,-1 1 1 0 0,1-1-1 0 0,-5 3 0 0 0,-1 1 126 0 0,1 0 0 0 0,0 1 0 0 0,0 0 0 0 0,0 0 1 0 0,0 0-1 0 0,1 1 0 0 0,0 0 0 0 0,0 1 0 0 0,1 0 0 0 0,-7 8 1 0 0,4-3-156 0 0,1 1 1 0 0,1 0 0 0 0,0 0-1 0 0,0 1 1 0 0,-7 25-1 0 0,5-7-246 0 0,1 0-1 0 0,2 1 0 0 0,2 0 1 0 0,-1 67-1 0 0,5-82-68 0 0,1 0 1 0 0,1 0-1 0 0,1 0 0 0 0,0 0 1 0 0,1 0-1 0 0,1-1 1 0 0,1 1-1 0 0,1-2 0 0 0,0 1 1 0 0,1 0-1 0 0,0-2 1 0 0,1 1-1 0 0,1-1 0 0 0,14 16 1 0 0,-14-20-30 0 0,0 0 0 0 0,0-1 1 0 0,1-1-1 0 0,0 0 0 0 0,1 0 0 0 0,0-1 1 0 0,1-1-1 0 0,-1 0 0 0 0,1 0 0 0 0,1-1 1 0 0,-1-1-1 0 0,1-1 0 0 0,0 0 0 0 0,0 0 1 0 0,0-1-1 0 0,1-1 0 0 0,-1-1 0 0 0,17 1 1 0 0,-18-2 25 0 0,0 0 0 0 0,0-1 0 0 0,0-1 1 0 0,0 0-1 0 0,-1 0 0 0 0,1-1 0 0 0,0-1 0 0 0,-1 0 1 0 0,0-1-1 0 0,0 0 0 0 0,0-1 0 0 0,-1 0 0 0 0,1-1 1 0 0,-1 0-1 0 0,-1-1 0 0 0,0 0 0 0 0,0 0 0 0 0,0-1 1 0 0,-1-1-1 0 0,-1 0 0 0 0,1 0 0 0 0,-2 0 0 0 0,1-1 1 0 0,10-23-1 0 0,-11 20 69 0 0,-2-1 0 0 0,0 0 1 0 0,0-1-1 0 0,-1 1 0 0 0,-1-1 1 0 0,-1 0-1 0 0,0 0 0 0 0,-1 0 1 0 0,-1 0-1 0 0,0 0 0 0 0,-1 1 1 0 0,-1-1-1 0 0,0 0 0 0 0,-5-17 1 0 0,-1 6 66 0 0,-1 0 1 0 0,0 0-1 0 0,-2 1 0 0 0,-2 1 1 0 0,0 0-1 0 0,-1 0 1 0 0,-21-25-1 0 0,29 42-138 0 0,-1 0 0 0 0,0 1 0 0 0,0 0 0 0 0,-1 0 0 0 0,0 1-1 0 0,-1-1 1 0 0,1 2 0 0 0,-1-1 0 0 0,0 2 0 0 0,0-1 0 0 0,-1 1 0 0 0,1 0 0 0 0,-1 1-1 0 0,0 0 1 0 0,-16-2 0 0 0,6 2-256 0 0,0 1 0 0 0,0 1 0 0 0,1 1 0 0 0,-1 1 0 0 0,0 1-1 0 0,0 0 1 0 0,-22 6 0 0 0,26-2-976 0 0,2 0-296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45 11058 0 0,'-5'-4'617'0'0,"1"-1"0"0"0,-1 1 0 0 0,0 0 0 0 0,0 0 0 0 0,0 1 0 0 0,-1 0 0 0 0,1 0 0 0 0,-1 0 0 0 0,0 0 0 0 0,0 1 0 0 0,0 0 0 0 0,-9-2 0 0 0,12 4-484 0 0,-1 0 0 0 0,1 0-1 0 0,0 0 1 0 0,0 0 0 0 0,0 0 0 0 0,0 1-1 0 0,0-1 1 0 0,0 1 0 0 0,0 0-1 0 0,0 0 1 0 0,0 0 0 0 0,0 0 0 0 0,0 1-1 0 0,0-1 1 0 0,0 1 0 0 0,1 0 0 0 0,-1 0-1 0 0,1 0 1 0 0,-1 0 0 0 0,1 0-1 0 0,0 0 1 0 0,0 1 0 0 0,0-1 0 0 0,0 1-1 0 0,0-1 1 0 0,1 1 0 0 0,-2 3 0 0 0,-7 14-27 0 0,1-1 0 0 0,1 2 1 0 0,0-1-1 0 0,2 1 1 0 0,-6 32-1 0 0,5-10-33 0 0,-2 77 1 0 0,9-98-68 0 0,0-1 1 0 0,2 0-1 0 0,0 1 0 0 0,2-1 1 0 0,0 0-1 0 0,1-1 0 0 0,1 1 1 0 0,11 22-1 0 0,-11-29-44 0 0,1 0-1 0 0,1-1 1 0 0,0 0 0 0 0,1-1 0 0 0,1 0 0 0 0,0 0-1 0 0,0-1 1 0 0,1 0 0 0 0,0 0 0 0 0,1-2-1 0 0,0 1 1 0 0,15 7 0 0 0,-16-10-17 0 0,-1-2 1 0 0,1 0-1 0 0,0 0 0 0 0,1-1 1 0 0,-1 0-1 0 0,1-1 0 0 0,0 0 1 0 0,0-1-1 0 0,0 0 0 0 0,0-1 0 0 0,0-1 1 0 0,19-1-1 0 0,-24 1 49 0 0,-1-1 0 0 0,1-1 1 0 0,0 1-1 0 0,-1-1 0 0 0,1 0 0 0 0,-1-1 0 0 0,0 1 0 0 0,0-1 1 0 0,0-1-1 0 0,0 1 0 0 0,0-1 0 0 0,-1 0 0 0 0,1 0 0 0 0,-1-1 1 0 0,0 1-1 0 0,0-1 0 0 0,-1 0 0 0 0,0-1 0 0 0,0 1 0 0 0,0-1 1 0 0,0 0-1 0 0,-1 0 0 0 0,4-10 0 0 0,-1 1 113 0 0,-2-1-1 0 0,0 0 1 0 0,0 0-1 0 0,-2-1 1 0 0,0 1-1 0 0,-1 0 1 0 0,-1-1-1 0 0,-2-24 1 0 0,-25-133 610 0 0,24 162-686 0 0,-1-7 19 0 0,0-1 0 0 0,-2 1-1 0 0,0 0 1 0 0,-2 1 0 0 0,0-1 0 0 0,-11-17 0 0 0,17 31-157 0 0,-1 1 0 0 0,1 0 0 0 0,-1 0 0 0 0,-1 0 0 0 0,1 0 0 0 0,0 0 0 0 0,-1 0 0 0 0,0 1 1 0 0,0 0-1 0 0,0 0 0 0 0,0 0 0 0 0,0 0 0 0 0,-1 1 0 0 0,1-1 0 0 0,-1 1 0 0 0,0 0 0 0 0,0 1 1 0 0,0-1-1 0 0,0 1 0 0 0,0 0 0 0 0,0 0 0 0 0,0 0 0 0 0,0 1 0 0 0,0 0 0 0 0,0 0 1 0 0,0 0-1 0 0,0 1 0 0 0,-9 1 0 0 0,-9 6-7568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245 5 6449 0 0,'-4'-1'293'0'0,"1"0"-1"0"0,-1 0 0 0 0,1 1 1 0 0,-1-1-1 0 0,0 1 1 0 0,1-1-1 0 0,-1 1 0 0 0,0 0 1 0 0,1 1-1 0 0,-1-1 0 0 0,0 1 1 0 0,-4 1-1 0 0,-43 13 2214 0 0,43-11-2039 0 0,0-1 0 0 0,0 1 0 0 0,1 1 0 0 0,-1-1 0 0 0,1 1-1 0 0,0 0 1 0 0,0 1 0 0 0,1 0 0 0 0,0 0 0 0 0,0 0 0 0 0,0 1 0 0 0,-6 9 0 0 0,6-5-116 0 0,0 0 1 0 0,0 0-1 0 0,2 0 0 0 0,-1 1 1 0 0,1 0-1 0 0,1 0 1 0 0,-4 22-1 0 0,4-2-270 0 0,2 0 1 0 0,0 0-1 0 0,3 0 0 0 0,0 0 0 0 0,14 59 1 0 0,-13-75-85 0 0,1 1 0 0 0,1-1-1 0 0,0-1 1 0 0,2 1 0 0 0,-1-1 0 0 0,2 0 0 0 0,0-1 0 0 0,16 23 0 0 0,-17-29-11 0 0,1 0 1 0 0,-1 0-1 0 0,1 0 0 0 0,1-1 1 0 0,-1 0-1 0 0,1-1 1 0 0,0 0-1 0 0,1 0 0 0 0,-1-1 1 0 0,1 0-1 0 0,0-1 0 0 0,1 0 1 0 0,-1 0-1 0 0,12 2 1 0 0,8-1-75 0 0,1 0 1 0 0,-1-2 0 0 0,1-1 0 0 0,0-1-1 0 0,-1-2 1 0 0,1-1 0 0 0,49-10-1 0 0,-63 9 109 0 0,0-2-1 0 0,0 0 1 0 0,0 0-1 0 0,-1-2 0 0 0,0 0 1 0 0,0-1-1 0 0,-1 0 1 0 0,0-1-1 0 0,0-1 1 0 0,-1-1-1 0 0,0 0 0 0 0,-1 0 1 0 0,-1-2-1 0 0,20-22 1 0 0,-28 28 29 0 0,1 1 0 0 0,-1-1 0 0 0,-1 0 0 0 0,1 0 1 0 0,-1 0-1 0 0,-1-1 0 0 0,1 1 0 0 0,-1-1 0 0 0,-1 0 0 0 0,1 1 1 0 0,-1-1-1 0 0,0-13 0 0 0,-2 8 24 0 0,0 1 0 0 0,0 0 0 0 0,-2-1 0 0 0,1 1 0 0 0,-1 0 0 0 0,-1 0 0 0 0,-7-15 0 0 0,-5-4 75 0 0,-1 1 1 0 0,-2 0 0 0 0,-1 1-1 0 0,-40-45 1 0 0,45 57-65 0 0,0 1 1 0 0,-1 1-1 0 0,-27-21 1 0 0,33 29-74 0 0,-1 1 0 0 0,1 0 0 0 0,-1 0 1 0 0,-1 1-1 0 0,1 1 0 0 0,-1 0 1 0 0,-21-5-1 0 0,19 6-55 0 0,0 1 0 0 0,-1 1-1 0 0,1 0 1 0 0,0 1 0 0 0,-1 1-1 0 0,1 0 1 0 0,-21 4 0 0 0,30-4-104 0 0,0 0 0 0 0,-1 1 0 0 0,1-1 0 0 0,1 1 0 0 0,-1 0 1 0 0,0 1-1 0 0,0-1 0 0 0,1 1 0 0 0,0 0 0 0 0,-1 0 0 0 0,1 0 0 0 0,0 0 0 0 0,0 1 0 0 0,1 0 1 0 0,-1 0-1 0 0,1 0 0 0 0,0 0 0 0 0,0 0 0 0 0,0 1 0 0 0,0-1 0 0 0,1 1 0 0 0,0 0 0 0 0,-2 5 1 0 0,-1 12-1448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1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266 102 7834 0 0,'-5'-9'725'0'0,"1"2"0"0"0,-1-1 1 0 0,0 1-1 0 0,-1-1 0 0 0,0 1 1 0 0,0 1-1 0 0,0-1 1 0 0,-1 1-1 0 0,0 0 0 0 0,0 1 1 0 0,-10-6-1 0 0,14 9-511 0 0,0 0-1 0 0,-1 0 1 0 0,0 1 0 0 0,1-1 0 0 0,-1 1-1 0 0,0 0 1 0 0,0 0 0 0 0,1 0-1 0 0,-1 0 1 0 0,0 1 0 0 0,0 0 0 0 0,0 0-1 0 0,0 0 1 0 0,0 0 0 0 0,0 0 0 0 0,0 1-1 0 0,0 0 1 0 0,1 0 0 0 0,-1 0-1 0 0,0 0 1 0 0,0 1 0 0 0,1-1 0 0 0,-1 1-1 0 0,1 0 1 0 0,-1 0 0 0 0,1 0-1 0 0,-5 4 1 0 0,1 2-185 0 0,-1 0 1 0 0,1 0-1 0 0,1 1 0 0 0,-1 0 1 0 0,2 1-1 0 0,-1-1 0 0 0,1 1 1 0 0,1 0-1 0 0,-1 0 1 0 0,2 0-1 0 0,-1 1 0 0 0,2-1 1 0 0,-1 1-1 0 0,2 0 0 0 0,-1 0 1 0 0,1 18-1 0 0,0 8 133 0 0,3-1 0 0 0,0 1 0 0 0,13 59 0 0 0,-14-94-159 0 0,7 40 2 0 0,25 75 0 0 0,-30-107-25 0 0,1 0-1 0 0,0 0 1 0 0,1-1 0 0 0,0 0 0 0 0,0 0-1 0 0,1 0 1 0 0,0 0 0 0 0,1-1 0 0 0,0 0-1 0 0,0-1 1 0 0,1 1 0 0 0,-1-1 0 0 0,14 9-1 0 0,-16-14-8 0 0,0 1-1 0 0,0-1 0 0 0,0 0 1 0 0,1 0-1 0 0,-1 0 0 0 0,1-1 1 0 0,-1 1-1 0 0,1-1 0 0 0,-1-1 1 0 0,1 1-1 0 0,0-1 0 0 0,-1 0 0 0 0,1 0 1 0 0,9-2-1 0 0,-8 0 5 0 0,1 0 1 0 0,0-1-1 0 0,-1 0 0 0 0,1 0 1 0 0,-1 0-1 0 0,0-1 0 0 0,0 0 1 0 0,-1-1-1 0 0,10-7 0 0 0,-5 3 41 0 0,-1-1-1 0 0,-1 1 1 0 0,0-2-1 0 0,0 0 1 0 0,-1 0-1 0 0,-1 0 0 0 0,1-1 1 0 0,-2 0-1 0 0,0 0 1 0 0,0-1-1 0 0,6-23 1 0 0,-6 8 78 0 0,-1-1 1 0 0,-1 0 0 0 0,-2 1 0 0 0,0-1 0 0 0,-3 0-1 0 0,0 0 1 0 0,-1 0 0 0 0,-2 0 0 0 0,-14-52 0 0 0,13 72-178 0 0,1-1 0 0 0,-1 1 0 0 0,-1 0 0 0 0,0 0 0 0 0,0 1 0 0 0,-1 0 0 0 0,-12-12 0 0 0,11 11-143 0 0,-16-17-399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2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5985 0 0,'1'0'623'0'0,"35"-5"6015"0"0,17-13-4050 0 0,5-1-2811 0 0,36 8-4876 0 0,-62 9 3465 0 0,-2-1 1006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2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5 2304 0 0,'-12'15'7149'0'0,"13"-15"-7038"0"0,17 1 5198 0 0,-3-2-5311 0 0,35-5 3108 0 0,70-6-2050 0 0,-91 10-1453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3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10138 0 0,'14'-2'8349'0'0,"61"-8"-8695"0"0,-40 8-4714 0 0,-10 2-571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29 3681 0 0,'-1'2'3412'0'0,"7"-2"-1137"0"0,21-2-68 0 0,36-8 332 0 0,86-7-2134 0 0,-129 15-5626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26 3681 0 0,'-3'0'315'0'0,"0"-1"0"0"0,0 1 0 0 0,0 0 0 0 0,0 0 0 0 0,0 0 0 0 0,0 0 0 0 0,0 1 0 0 0,0-1 0 0 0,-4 2 0 0 0,5-2 74 0 0,0 1 0 0 0,-1-1 0 0 0,1 1 0 0 0,-1-1 0 0 0,1 0 0 0 0,0 0 0 0 0,-1 0 0 0 0,1 0 0 0 0,-1 0 1 0 0,1 0-1 0 0,-1-1 0 0 0,1 1 0 0 0,0-1 0 0 0,-3 0 0 0 0,5 0-308 0 0,-1 1-1 0 0,1 0 1 0 0,0-1 0 0 0,0 1 0 0 0,0 0 0 0 0,0-1 0 0 0,0 1 0 0 0,0 0-1 0 0,0-1 1 0 0,0 1 0 0 0,0-1 0 0 0,0 1 0 0 0,0 0 0 0 0,0-1 0 0 0,0 1 0 0 0,0 0-1 0 0,0-1 1 0 0,0 1 0 0 0,0 0 0 0 0,0-1 0 0 0,1 1 0 0 0,-1 0 0 0 0,0-1-1 0 0,0 1 1 0 0,0 0 0 0 0,1 0 0 0 0,-1-1 0 0 0,0 1 0 0 0,0 0 0 0 0,1 0-1 0 0,-1-1 1 0 0,0 1 0 0 0,0 0 0 0 0,1 0 0 0 0,-1 0 0 0 0,0-1 0 0 0,1 1 0 0 0,-1 0-1 0 0,0 0 1 0 0,1 0 0 0 0,-1 0 0 0 0,1 0 0 0 0,15-10 1465 0 0,-9 9-1352 0 0,-1 0 0 0 0,1 0 0 0 0,0 0-1 0 0,0 1 1 0 0,0 0 0 0 0,0 0-1 0 0,0 1 1 0 0,0 0 0 0 0,0 0 0 0 0,0 1-1 0 0,0-1 1 0 0,8 5 0 0 0,39 6-6549 0 0,-31-11 391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4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4145 0 0,'10'-1'7565'0'0,"16"-2"-2965"0"0,32-20-336 0 0,12-2-4618 0 0,-52 19-646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5065 0 0,'2'3'4187'0'0,"8"-3"-2154"0"0,11-2-28 0 0,-9 0-1338 0 0,-1 0 1 0 0,1 0 0 0 0,0 1 0 0 0,-1 1 0 0 0,14 1 0 0 0,-4 1-645 0 0,40 10-1 0 0,-39-6-784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5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5529 0 0,'4'1'716'0'0,"0"-1"0"0"0,-1 1 0 0 0,1-1-1 0 0,0 0 1 0 0,0 0 0 0 0,-1 0 0 0 0,1 0 0 0 0,6-2 0 0 0,-2 2 211 0 0,7-1 91 0 0,-1 0-1135 0 0,1 0 1 0 0,-1 1-1 0 0,20 3 1 0 0,-22 0-4757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6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6449 0 0,'11'7'9600'0'0,"124"-2"-6150"0"0,-75-4-4942 0 0,-33-1 97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6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10594 0 0,'32'-8'8476'0'0,"36"-7"-6952"0"0,36-9-3158 0 0,-74 16 1574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6913 0 0,'28'-1'3095'0'0,"0"-2"0"0"0,34-7-1 0 0,-39 5-1943 0 0,1 1 0 0 0,0 2 1 0 0,42-1-1 0 0,-31 2-3381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1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4145 0 0,'-15'5'422'0'0,"8"-2"114"0"0,-1 0 1 0 0,0 0 0 0 0,1 0 0 0 0,0 1 0 0 0,0 0 0 0 0,-10 7-1 0 0,59-11 3591 0 0,-9-1-2417 0 0,1 1 0 0 0,-1 2 0 0 0,62 12 0 0 0,18 2-428 0 0,-93-15-2898 0 0,-1-1 0 0 0,0 0 0 0 0,37-6-1 0 0,-41 4-4457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2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6913 0 0,'14'-31'10373'0'0,"-14"31"-10219"0"0,8 14 2302 0 0,33 173 1466 0 0,-28-115-5573 0 0,3-1-3946 0 0,-9-43-1531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8290 0 0,'118'-7'10000'0'0,"-93"3"-9356"0"0,0-1-1 0 0,47-15 0 0 0,-24 2-4310 0 0,-33 11-2452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9674 0 0,'-1'0'214'0'0,"-1"1"0"0"0,1 0 1 0 0,0 0-1 0 0,0 0 0 0 0,0 0 0 0 0,0 0 0 0 0,0 0 1 0 0,0 0-1 0 0,0 0 0 0 0,0 0 0 0 0,0 1 0 0 0,1-1 1 0 0,-1 0-1 0 0,0 0 0 0 0,1 1 0 0 0,-1-1 0 0 0,1 1 1 0 0,0-1-1 0 0,-1 0 0 0 0,1 1 0 0 0,0-1 0 0 0,0 1 1 0 0,0-1-1 0 0,0 2 0 0 0,1 42 3441 0 0,0-34-2879 0 0,12 111 1969 0 0,8 0-4815 0 0,-13-86-5174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3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58 10594 0 0,'-6'0'171'0'0,"0"-1"-1"0"0,0 1 1 0 0,0 0 0 0 0,0 0-1 0 0,0 1 1 0 0,0 0-1 0 0,0 0 1 0 0,0 0-1 0 0,0 1 1 0 0,1-1 0 0 0,-1 2-1 0 0,0-1 1 0 0,1 0-1 0 0,0 1 1 0 0,-1 0-1 0 0,1 1 1 0 0,-6 4 0 0 0,-4 4 335 0 0,1 0 1 0 0,0 0 0 0 0,1 2-1 0 0,-17 20 1 0 0,18-17-457 0 0,1 0-1 0 0,1 1 1 0 0,0 1 0 0 0,1-1-1 0 0,1 1 1 0 0,1 1-1 0 0,1-1 1 0 0,-6 33 0 0 0,7-21-213 0 0,1 1 1 0 0,1-1-1 0 0,2 1 1 0 0,6 60 0 0 0,-3-76-59 0 0,0 0 1 0 0,1 0-1 0 0,1-1 1 0 0,1 1-1 0 0,0-1 1 0 0,1 0-1 0 0,1-1 1 0 0,15 27-1 0 0,-16-33 66 0 0,0 0 1 0 0,0-1-1 0 0,1 1 0 0 0,0-1 0 0 0,0 0 1 0 0,1-1-1 0 0,-1 0 0 0 0,1 0 0 0 0,1-1 0 0 0,-1 0 1 0 0,1 0-1 0 0,0-1 0 0 0,0 0 0 0 0,0 0 1 0 0,15 2-1 0 0,-11-3 88 0 0,1 0-1 0 0,-1-1 1 0 0,1-1 0 0 0,-1 0 0 0 0,1-1-1 0 0,-1-1 1 0 0,27-3 0 0 0,-31 1 238 0 0,1 1 0 0 0,0-1-1 0 0,-1-1 1 0 0,0 1 0 0 0,0-2-1 0 0,0 1 1 0 0,0-1 0 0 0,-1-1 0 0 0,0 1-1 0 0,0-2 1 0 0,11-10 0 0 0,-2 1 248 0 0,-2-2 0 0 0,0 0 0 0 0,-1 0 0 0 0,-1-2 0 0 0,0 1 1 0 0,-2-2-1 0 0,10-22 0 0 0,-14 26-120 0 0,-1-1 1 0 0,-1 0-1 0 0,0-1 1 0 0,-2 1-1 0 0,0-1 1 0 0,-1 0-1 0 0,0 0 1 0 0,-2 0-1 0 0,-2-21 1 0 0,-1 10 67 0 0,-1 0 1 0 0,-2 0-1 0 0,0 1 0 0 0,-3 0 1 0 0,0 0-1 0 0,-2 1 0 0 0,-26-50 1 0 0,31 67-307 0 0,-1 1 1 0 0,0 0 0 0 0,0 0-1 0 0,-1 1 1 0 0,-1 0-1 0 0,0 0 1 0 0,0 1-1 0 0,0 0 1 0 0,-18-10-1 0 0,19 14-78 0 0,0 0-1 0 0,0 0 0 0 0,-1 1 1 0 0,1 0-1 0 0,-1 1 1 0 0,0 0-1 0 0,1 0 0 0 0,-1 1 1 0 0,0 0-1 0 0,0 1 0 0 0,0 0 1 0 0,0 0-1 0 0,0 1 0 0 0,-14 2 1 0 0,18-2-307 0 0,0 0 0 0 0,0 1 0 0 0,0-1 0 0 0,0 1-1 0 0,0 0 1 0 0,0 1 0 0 0,0-1 0 0 0,-7 6 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3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30 6913 0 0,'-3'-3'314'0'0,"1"0"0"0"0,-1 1 0 0 0,0-1-1 0 0,1 1 1 0 0,-1 0 0 0 0,0 0-1 0 0,-1 0 1 0 0,1 0 0 0 0,0 1-1 0 0,0-1 1 0 0,-1 1 0 0 0,1 0 0 0 0,-1 0-1 0 0,1 0 1 0 0,-1 0 0 0 0,0 1-1 0 0,1-1 1 0 0,-1 1 0 0 0,-3 0-1 0 0,2 1 24 0 0,1 0 0 0 0,-1 0-1 0 0,1 1 1 0 0,-1-1 0 0 0,1 1-1 0 0,0 0 1 0 0,0 0-1 0 0,0 1 1 0 0,0-1 0 0 0,0 1-1 0 0,0 0 1 0 0,1 0-1 0 0,-4 3 1 0 0,-5 7 72 0 0,2 0 0 0 0,-1 0 0 0 0,2 1 0 0 0,-1 1 0 0 0,2-1 0 0 0,0 1 0 0 0,-6 18 1 0 0,8-16-353 0 0,0 0 0 0 0,1 0 0 0 0,1 0 0 0 0,0 1 0 0 0,2-1 0 0 0,0 1 0 0 0,1 0 0 0 0,1 0 1 0 0,0-1-1 0 0,1 1 0 0 0,1 0 0 0 0,6 22 0 0 0,-5-27-140 0 0,1-1-1 0 0,0 0 1 0 0,1 0-1 0 0,1 0 1 0 0,0-1-1 0 0,0 0 1 0 0,1 0-1 0 0,1 0 1 0 0,0-1-1 0 0,0 0 1 0 0,1-1-1 0 0,0 0 1 0 0,0 0-1 0 0,1-1 1 0 0,1 0-1 0 0,-1-1 1 0 0,21 11-1 0 0,-19-13-46 0 0,-1 0-1 0 0,0-1 1 0 0,1-1-1 0 0,0 0 1 0 0,0 0-1 0 0,0-2 1 0 0,0 1-1 0 0,0-1 1 0 0,0-1-1 0 0,0 0 1 0 0,1-1-1 0 0,-1 0 1 0 0,0-1-1 0 0,0 0 1 0 0,0-1-1 0 0,18-7 1 0 0,-14 4 272 0 0,-1 0 0 0 0,0-2 0 0 0,0 1 1 0 0,-1-2-1 0 0,0 0 0 0 0,0-1 0 0 0,-1 0 0 0 0,0-1 1 0 0,-1 0-1 0 0,0-1 0 0 0,17-23 0 0 0,-24 27-22 0 0,-1-1-1 0 0,1 1 1 0 0,-2-1 0 0 0,1 0-1 0 0,-1 0 1 0 0,-1 0-1 0 0,1-1 1 0 0,-1 1 0 0 0,-1-1-1 0 0,0 1 1 0 0,0-1-1 0 0,-1 1 1 0 0,-1-1 0 0 0,1 0-1 0 0,-1 1 1 0 0,-1-1-1 0 0,0 1 1 0 0,0 0 0 0 0,-1 0-1 0 0,-7-18 1 0 0,4 12-82 0 0,-1 1 1 0 0,0 0 0 0 0,-1 0-1 0 0,-1 1 1 0 0,0-1 0 0 0,-1 2-1 0 0,0 0 1 0 0,0 0 0 0 0,-2 1-1 0 0,1 0 1 0 0,-2 1 0 0 0,-13-10-1 0 0,20 17-101 0 0,0-1 0 0 0,0 1 0 0 0,-1 1 0 0 0,1-1 0 0 0,-1 1 0 0 0,0 0 0 0 0,-7-1 0 0 0,-29 2-6161 0 0,17 6-736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4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10594 0 0,'15'-1'1691'0'0,"1"-1"0"0"0,21-4-1 0 0,14-2 168 0 0,-5 5-493 0 0,16-2-204 0 0,-22-1-6944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4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14283 0 0,'-1'3'308'0'0,"1"0"-1"0"0,0 0 1 0 0,0 0 0 0 0,1 0-1 0 0,-1-1 1 0 0,0 1 0 0 0,1 0-1 0 0,0 0 1 0 0,0 0 0 0 0,0-1-1 0 0,0 1 1 0 0,0 0 0 0 0,0-1-1 0 0,3 4 1 0 0,4 15 1896 0 0,-1 14-1113 0 0,3 57 0 0 0,3 16-973 0 0,-11-94-613 0 0,1-1 0 0 0,1 0 0 0 0,0 0-1 0 0,1 0 1 0 0,10 19 0 0 0,-7-20-2170 0 0,0 0 0 0 0,14 16 0 0 0,-14-19 2440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4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60 5065 0 0,'-6'-6'563'0'0,"0"1"1"0"0,-1-1-1 0 0,0 1 1 0 0,1 0-1 0 0,-2 1 0 0 0,1-1 1 0 0,0 2-1 0 0,-1-1 0 0 0,0 1 1 0 0,0 0-1 0 0,0 0 1 0 0,0 1-1 0 0,0 0 0 0 0,-1 1 1 0 0,1 0-1 0 0,0 0 1 0 0,-16 1-1 0 0,11 0-273 0 0,0 1-1 0 0,0 1 1 0 0,0 0 0 0 0,1 0 0 0 0,-1 1-1 0 0,1 1 1 0 0,0 0 0 0 0,-1 1-1 0 0,2 0 1 0 0,-1 1 0 0 0,-11 7 0 0 0,9-2-286 0 0,0 1-1 0 0,1 0 1 0 0,1 0 0 0 0,0 2 0 0 0,0-1 0 0 0,2 2 0 0 0,0-1-1 0 0,0 1 1 0 0,1 1 0 0 0,-7 18 0 0 0,5-9-128 0 0,2 0 1 0 0,0 1-1 0 0,2 0 1 0 0,1 0-1 0 0,0 1 0 0 0,0 27 1 0 0,5-43 30 0 0,0 0 0 0 0,1 0-1 0 0,1 0 1 0 0,0 0 0 0 0,1 0 0 0 0,0 0 0 0 0,0 0 0 0 0,1 0 0 0 0,0 0-1 0 0,1-1 1 0 0,1 0 0 0 0,-1 0 0 0 0,2 0 0 0 0,-1 0 0 0 0,1-1 0 0 0,1 0-1 0 0,-1 0 1 0 0,2 0 0 0 0,-1-1 0 0 0,1 0 0 0 0,0-1 0 0 0,1 0 0 0 0,0 0-1 0 0,13 7 1 0 0,20 11-816 0 0,69 31 0 0 0,-88-46 491 0 0,1-2 1 0 0,0 0-1 0 0,1-1 1 0 0,46 6-1 0 0,-60-13 444 0 0,-1 0-1 0 0,1 0 1 0 0,-1-1-1 0 0,1 0 1 0 0,0-1-1 0 0,-1 0 1 0 0,0-1-1 0 0,0 0 1 0 0,0 0-1 0 0,0-1 1 0 0,0-1-1 0 0,0 0 1 0 0,-1 0-1 0 0,0-1 1 0 0,0 0-1 0 0,-1 0 1 0 0,0-1-1 0 0,0 0 1 0 0,0 0 0 0 0,-1-1-1 0 0,0 0 1 0 0,0-1-1 0 0,8-13 1 0 0,-7 8 258 0 0,1-1-1 0 0,-2 1 1 0 0,0-1 0 0 0,-1-1 0 0 0,0 0 0 0 0,-1 1 0 0 0,-1-2 0 0 0,0 1 0 0 0,-1 0 0 0 0,-1-1 0 0 0,-1 1 0 0 0,0-1 0 0 0,-2 0 0 0 0,-2-23 0 0 0,-4 7 33 0 0,-1 1 1 0 0,-2 0 0 0 0,-2 1-1 0 0,0 0 1 0 0,-2 1 0 0 0,-2 0-1 0 0,0 1 1 0 0,-2 1-1 0 0,-1 0 1 0 0,-1 2 0 0 0,-1 0-1 0 0,-28-24 1 0 0,35 38-2017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6913 0 0,'0'0'88'0'0,"0"0"-1"0"0,0 1 1 0 0,1-1-1 0 0,-1 1 0 0 0,0-1 1 0 0,1 0-1 0 0,-1 1 1 0 0,1-1-1 0 0,-1 0 0 0 0,1 0 1 0 0,-1 1-1 0 0,0-1 1 0 0,1 0-1 0 0,-1 0 0 0 0,1 0 1 0 0,-1 1-1 0 0,1-1 0 0 0,-1 0 1 0 0,1 0-1 0 0,-1 0 1 0 0,1 0-1 0 0,-1 0 0 0 0,1 0 1 0 0,-1 0-1 0 0,1 0 1 0 0,-1 0-1 0 0,1 0 0 0 0,-1 0 1 0 0,1-1-1 0 0,0 1 0 0 0,22 0 1788 0 0,72-13 4647 0 0,-18 2-4696 0 0,-1 6-5162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5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 11522 0 0,'-2'1'388'0'0,"0"1"-1"0"0,0 0 0 0 0,1-1 0 0 0,-1 1 1 0 0,1 0-1 0 0,-1 0 0 0 0,1 0 0 0 0,0 1 1 0 0,-1-1-1 0 0,1 0 0 0 0,0 0 0 0 0,0 1 1 0 0,1-1-1 0 0,-1 0 0 0 0,0 1 0 0 0,1-1 1 0 0,0 1-1 0 0,-1-1 0 0 0,1 4 0 0 0,0 51 2303 0 0,3-25-2468 0 0,1 0 1 0 0,2 0-1 0 0,1-1 1 0 0,16 47-1 0 0,12 4-6759 0 0,-24-60-569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5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29 4145 0 0,'-4'-4'340'0'0,"-1"1"0"0"0,0 0 0 0 0,0 0 0 0 0,0 1 0 0 0,0-1 0 0 0,-1 1 0 0 0,1 0 0 0 0,-1 0 1 0 0,1 1-1 0 0,-1 0 0 0 0,0 0 0 0 0,0 0 0 0 0,1 1 0 0 0,-1-1 0 0 0,0 1 0 0 0,0 1 0 0 0,1-1 0 0 0,-1 1 0 0 0,0 0 0 0 0,1 0 0 0 0,-10 4 0 0 0,3-1 37 0 0,0 1-1 0 0,1 0 0 0 0,0 1 1 0 0,0 0-1 0 0,0 1 0 0 0,1 0 1 0 0,0 1-1 0 0,0 0 0 0 0,0 0 0 0 0,1 1 1 0 0,1 0-1 0 0,0 1 0 0 0,0 0 1 0 0,1 0-1 0 0,0 1 0 0 0,0 0 1 0 0,-7 19-1 0 0,3-4-324 0 0,0 0 0 0 0,2 1 0 0 0,1 0 0 0 0,2 1 0 0 0,0-1 0 0 0,-3 55 0 0 0,8-63-155 0 0,1 0 0 0 0,1 0 1 0 0,0 0-1 0 0,2 1 0 0 0,0-1 0 0 0,1-1 0 0 0,1 1 1 0 0,1-1-1 0 0,8 18 0 0 0,-9-25-130 0 0,1 0-1 0 0,0 0 1 0 0,1-1 0 0 0,0 0 0 0 0,0 0-1 0 0,1-1 1 0 0,0 0 0 0 0,1-1-1 0 0,0 1 1 0 0,0-2 0 0 0,1 1-1 0 0,0-1 1 0 0,0-1 0 0 0,1 0-1 0 0,14 6 1 0 0,-2-2 32 0 0,1-2 1 0 0,0 0-1 0 0,0-2 1 0 0,0-1-1 0 0,1 0 1 0 0,0-2-1 0 0,0-1 0 0 0,46-2 1 0 0,-56-1 478 0 0,-1-1 1 0 0,1 0 0 0 0,-1-1-1 0 0,0-1 1 0 0,0 0 0 0 0,0-1-1 0 0,0-1 1 0 0,-1 0-1 0 0,0 0 1 0 0,0-2 0 0 0,0 1-1 0 0,-1-2 1 0 0,-1 1-1 0 0,1-2 1 0 0,-1 0 0 0 0,13-15-1 0 0,-13 11-68 0 0,0-1 1 0 0,-1 0-1 0 0,-1-1 0 0 0,0 1 0 0 0,-1-2 0 0 0,-1 1 1 0 0,-1-1-1 0 0,0-1 0 0 0,-1 1 0 0 0,-1-1 0 0 0,0 0 0 0 0,-2 1 1 0 0,0-2-1 0 0,-1 1 0 0 0,0 0 0 0 0,-3-21 0 0 0,-1 19-108 0 0,0 0 0 0 0,-1 0 0 0 0,-1 0 0 0 0,0 0 0 0 0,-2 1 0 0 0,-9-20 0 0 0,8 21-471 0 0,-2 1-1 0 0,0 1 1 0 0,-1 0-1 0 0,0 0 1 0 0,-1 1-1 0 0,-23-22 1 0 0,8 14-6399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6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10594 0 0,'13'-4'910'0'0,"-1"1"0"0"0,1 1 0 0 0,-1 0 0 0 0,1 0 0 0 0,0 1-1 0 0,0 1 1 0 0,0 0 0 0 0,13 2 0 0 0,16 5-794 0 0,-1 3-3625 0 0,-38-10 3429 0 0,-5-3 69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6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8290 0 0,'-5'5'7726'0'0,"5"-4"-7492"0"0,0 14 3440 0 0,12 26-2728 0 0,-6-20 5 0 0,18 138 549 0 0,-21-118-2270 0 0,3-1 0 0 0,1 1 1 0 0,21 67-1 0 0,-19-87-6581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7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11 2761 0 0,'-9'-2'487'0'0,"1"-1"0"0"0,-1 1 0 0 0,1 1 0 0 0,-1 0 1 0 0,0 0-1 0 0,0 0 0 0 0,1 1 0 0 0,-1 1 0 0 0,0-1 1 0 0,1 2-1 0 0,-16 2 0 0 0,0 3 1357 0 0,0 0-1 0 0,-43 19 1 0 0,48-17-975 0 0,1 0 1 0 0,0 1 0 0 0,1 1-1 0 0,0 0 1 0 0,-23 21 0 0 0,33-24-747 0 0,-1 0 0 0 0,1 0 0 0 0,0 0 0 0 0,1 1 0 0 0,0 0 0 0 0,1 1 0 0 0,0-1 0 0 0,0 1 0 0 0,1 0 0 0 0,0 0 0 0 0,-5 21 0 0 0,5-12-137 0 0,1-1-1 0 0,1 1 1 0 0,0 0-1 0 0,2-1 1 0 0,0 1-1 0 0,1 0 1 0 0,1 0-1 0 0,1-1 1 0 0,7 29-1 0 0,-6-34-28 0 0,0-1 0 0 0,1 1 0 0 0,1-1 0 0 0,0 0 0 0 0,1 0 0 0 0,0 0 0 0 0,1-1 0 0 0,0 0 0 0 0,0-1 0 0 0,1 0 0 0 0,1 0-1 0 0,0-1 1 0 0,20 15 0 0 0,-14-14 7 0 0,-1-2-1 0 0,1 0 0 0 0,1 0 1 0 0,-1-2-1 0 0,1 0 0 0 0,0 0 1 0 0,1-2-1 0 0,-1 0 0 0 0,1-1 1 0 0,0-1-1 0 0,-1-1 0 0 0,1 0 1 0 0,0-1-1 0 0,33-5 0 0 0,-24 0 295 0 0,1-1 1 0 0,0 0-1 0 0,-1-3 0 0 0,0 0 0 0 0,-1-2 0 0 0,0 0 1 0 0,-1-2-1 0 0,40-27 0 0 0,-54 33-234 0 0,-1-1-1 0 0,0-1 1 0 0,-1 1-1 0 0,0-1 1 0 0,0-1-1 0 0,-1 0 1 0 0,-1 0 0 0 0,1-1-1 0 0,-2 1 1 0 0,1-2-1 0 0,-1 1 1 0 0,-1-1-1 0 0,0 0 1 0 0,-1 0 0 0 0,0 0-1 0 0,-1 0 1 0 0,-1-1-1 0 0,1 1 1 0 0,-2-1 0 0 0,0 0-1 0 0,0 0 1 0 0,-2 0-1 0 0,1 1 1 0 0,-1-1-1 0 0,-1 0 1 0 0,-1 1 0 0 0,1-1-1 0 0,-2 1 1 0 0,0 0-1 0 0,-10-23 1 0 0,6 19-82 0 0,0 1 0 0 0,-2 0 0 0 0,1 0 0 0 0,-2 0 0 0 0,-16-17 0 0 0,-13-7-5936 0 0,9 13-987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7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9674 0 0,'32'-4'2010'0'0,"6"2"1445"0"0,67 4 0 0 0,22 0-428 0 0,-108-4-4152 0 0,0-2-3778 0 0,0 0-1792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10594 0 0,'0'2'158'0'0,"-1"0"0"0"0,1 0 0 0 0,-1 0 1 0 0,1 0-1 0 0,0 0 0 0 0,-1 0 0 0 0,1 0 0 0 0,0 0 0 0 0,0 0 0 0 0,1 0 0 0 0,-1 0 0 0 0,0 0 0 0 0,2 3 0 0 0,9 35 2380 0 0,-6-24-1810 0 0,7 39 1259 0 0,-5-17-223 0 0,14 38 1 0 0,2-24-2667 0 0,-19-45 33 0 0,0-1 1 0 0,1 1 0 0 0,0-1-1 0 0,9 10 1 0 0,0-3-970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68 5985 0 0,'-9'3'282'0'0,"0"0"-1"0"0,0 0 1 0 0,0 1-1 0 0,1 0 1 0 0,-1 0-1 0 0,1 1 1 0 0,-13 10-1 0 0,4-1 398 0 0,0 0 0 0 0,-18 20 0 0 0,25-21-375 0 0,1 0-1 0 0,0 0 1 0 0,1 1-1 0 0,0 0 0 0 0,1 0 1 0 0,1 1-1 0 0,0 0 1 0 0,1 0-1 0 0,0 1 1 0 0,2-1-1 0 0,0 1 1 0 0,-3 31-1 0 0,5-28-138 0 0,1 0 1 0 0,0 0-1 0 0,1 0 0 0 0,1 0 1 0 0,1 0-1 0 0,1 0 1 0 0,0 0-1 0 0,2-1 0 0 0,0 0 1 0 0,13 26-1 0 0,-11-30 105 0 0,1-1 1 0 0,0 0-1 0 0,2-1 1 0 0,-1 0-1 0 0,1-1 0 0 0,1 0 1 0 0,0-1-1 0 0,0 0 1 0 0,1-1-1 0 0,0 0 0 0 0,1-1 1 0 0,28 12-1 0 0,-28-14-94 0 0,0-1 0 0 0,0 0-1 0 0,1 0 1 0 0,0-2 0 0 0,0 0 0 0 0,0 0 0 0 0,0-1-1 0 0,1-1 1 0 0,-1-1 0 0 0,0 0 0 0 0,1-1-1 0 0,-1-1 1 0 0,19-4 0 0 0,-21 2-130 0 0,0-1 0 0 0,-1-1 1 0 0,0 0-1 0 0,0 0 0 0 0,-1-1 0 0 0,0-1 0 0 0,0 0 1 0 0,-1 0-1 0 0,0-1 0 0 0,0-1 0 0 0,-1 1 0 0 0,0-2 0 0 0,-1 1 1 0 0,0-1-1 0 0,0 0 0 0 0,6-14 0 0 0,-1-1 42 0 0,-1-1 0 0 0,-1 0-1 0 0,-1-1 1 0 0,-1 0 0 0 0,-2 0-1 0 0,6-39 1 0 0,-11 48-43 0 0,0-1-1 0 0,-1 1 0 0 0,-1 0 1 0 0,-1-1-1 0 0,0 1 1 0 0,-2 0-1 0 0,-4-21 1 0 0,3 27-45 0 0,0 1 0 0 0,0 0 0 0 0,-1 0 0 0 0,-1 0 1 0 0,0 1-1 0 0,0 0 0 0 0,-1 0 0 0 0,-1 1 0 0 0,0-1 0 0 0,0 2 0 0 0,-16-16 0 0 0,7 12-407 0 0,0-1 0 0 0,-29-16-1 0 0,10 11-5446 0 0,7 6-1326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12443 0 0,'80'0'6597'0'0,"-3"-5"-3981"0"0,-49 2-3409 0 0,0-1 0 0 0,-1-1 0 0 0,42-15 0 0 0,-20 7 505 0 0,-38 10 288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8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5529 0 0,'-2'2'489'0'0,"0"1"0"0"0,0-1 0 0 0,0 0 0 0 0,0 1 0 0 0,0 0 0 0 0,0-1 0 0 0,1 1 0 0 0,0 0 0 0 0,-1 0 0 0 0,1 0 0 0 0,0 0 0 0 0,0 0 0 0 0,0 5 0 0 0,-7 41 3676 0 0,7-5-2946 0 0,1-1 0 0 0,3 1 1 0 0,1-1-1 0 0,19 81 1 0 0,-11-84-2678 0 0,6-2-3319 0 0,-3-16-2263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9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532 126 5985 0 0,'-19'-8'438'0'0,"-1"1"0"0"0,0 1-1 0 0,-31-6 1 0 0,42 11-28 0 0,0 0-1 0 0,0 1 1 0 0,0 0 0 0 0,1 0-1 0 0,-1 1 1 0 0,0 0 0 0 0,0 1 0 0 0,0 0-1 0 0,0 0 1 0 0,-13 6 0 0 0,0 3 491 0 0,1 0 0 0 0,0 1 0 0 0,1 1 1 0 0,0 1-1 0 0,2 1 0 0 0,-23 22 0 0 0,22-17-640 0 0,0 0 1 0 0,-27 39-1 0 0,37-45-271 0 0,1 0 0 0 0,1 0-1 0 0,0 0 1 0 0,0 1 0 0 0,2 0 0 0 0,0 1 0 0 0,0-1 0 0 0,2 1 0 0 0,0 0 0 0 0,1 0-1 0 0,0 0 1 0 0,1 23 0 0 0,2-26 5 0 0,0 0-1 0 0,1-1 1 0 0,0 1 0 0 0,1-1-1 0 0,0 1 1 0 0,1-1 0 0 0,1 0-1 0 0,0-1 1 0 0,0 1 0 0 0,1-1-1 0 0,1 0 1 0 0,0 0 0 0 0,0-1-1 0 0,1 0 1 0 0,0 0-1 0 0,12 10 1 0 0,-4-6 20 0 0,2-1 0 0 0,0 0 1 0 0,0-2-1 0 0,1 0 0 0 0,0-1 0 0 0,1 0 0 0 0,0-2 0 0 0,1-1 1 0 0,0 0-1 0 0,0-2 0 0 0,0 0 0 0 0,0-1 0 0 0,1-1 0 0 0,0-1 1 0 0,28-2-1 0 0,-23-1 230 0 0,0 0 0 0 0,0-3 1 0 0,0 0-1 0 0,0-1 1 0 0,-1-2-1 0 0,0-1 0 0 0,0-1 1 0 0,-1-1-1 0 0,0-1 1 0 0,-1-1-1 0 0,44-30 0 0 0,-56 33-202 0 0,0 0 0 0 0,-1-1 0 0 0,-1-1 0 0 0,0 0 0 0 0,0 0 0 0 0,-1-1 0 0 0,0 0 0 0 0,-1-1 0 0 0,-1 1 0 0 0,0-2 0 0 0,-1 1 0 0 0,0-1 0 0 0,-1 0 0 0 0,0 0 0 0 0,-1 0 0 0 0,-1-1 0 0 0,0 0 0 0 0,-1 1 0 0 0,-1-1 0 0 0,0 0 0 0 0,-1 0 0 0 0,-1 0 0 0 0,0 0 0 0 0,-1 0 0 0 0,-1 1 0 0 0,0-1 0 0 0,-1 1 0 0 0,0 0 0 0 0,-12-26 0 0 0,1 12-36 0 0,-1 0-1 0 0,-1 1 1 0 0,-1 1-1 0 0,-1 1 1 0 0,-1 1-1 0 0,-2 1 1 0 0,0 0-1 0 0,-1 2 1 0 0,-2 0 0 0 0,-49-31-1 0 0,64 47-613 0 0,0 0 0 0 0,-1 0 1 0 0,-20-5-1 0 0,2 4-7080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9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12787 0 0,'0'0'619'0'0,"23"6"1252"0"0,-13-6-992 0 0,1 1 0 0 0,0-1 0 0 0,0-1 0 0 0,-1 0 0 0 0,12-3 0 0 0,29-7-138 0 0,2-1-6606 0 0,-37 9-768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29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9674 0 0,'-7'6'3096'0'0,"6"-5"-2654"0"0,0 0 0 0 0,0 0 0 0 0,1 0 1 0 0,-1 0-1 0 0,0 1 0 0 0,1-1 0 0 0,-1 0 1 0 0,1 0-1 0 0,-1 1 0 0 0,1-1 0 0 0,0 0 1 0 0,0 1-1 0 0,-1 2 0 0 0,-1 32 1676 0 0,1-29-1532 0 0,0 10-553 0 0,0 0-1 0 0,2 0 1 0 0,0 0 0 0 0,0-1 0 0 0,1 1 0 0 0,2-1 0 0 0,-1 1 0 0 0,11 25 0 0 0,-5-23-741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30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84 8754 0 0,'-7'-3'375'0'0,"1"-1"-1"0"0,-1 1 1 0 0,0 1 0 0 0,0-1 0 0 0,0 1-1 0 0,0 0 1 0 0,0 1 0 0 0,0 0 0 0 0,0 0-1 0 0,0 0 1 0 0,-1 1 0 0 0,1 0 0 0 0,-15 2-1 0 0,12 0 2 0 0,-1 0-1 0 0,0 0 0 0 0,1 1 0 0 0,0 1 1 0 0,-1 0-1 0 0,1 0 0 0 0,1 1 0 0 0,-1 0 0 0 0,1 1 1 0 0,-11 8-1 0 0,6-3-29 0 0,1 1 0 0 0,0 0-1 0 0,1 1 1 0 0,1 1 0 0 0,-18 24 0 0 0,9-2-127 0 0,0 0 0 0 0,3 0 0 0 0,0 2 0 0 0,-18 67 0 0 0,30-87-239 0 0,1 1 1 0 0,0-1-1 0 0,2 1 1 0 0,0 0-1 0 0,1 0 1 0 0,1 0 0 0 0,0 0-1 0 0,2-1 1 0 0,0 1-1 0 0,1 0 1 0 0,7 20-1 0 0,-7-26-80 0 0,2-1 1 0 0,0 0-1 0 0,0 0 0 0 0,1-1 1 0 0,1 0-1 0 0,0 0 0 0 0,0 0 0 0 0,1-1 1 0 0,0 0-1 0 0,1 0 0 0 0,0-1 1 0 0,1 0-1 0 0,0-1 0 0 0,0 0 1 0 0,1-1-1 0 0,-1 0 0 0 0,15 7 0 0 0,-6-5 58 0 0,1-1 1 0 0,0-1-1 0 0,0 0 0 0 0,1-2 0 0 0,0 0 0 0 0,0-1 0 0 0,0-1 0 0 0,1-2 0 0 0,-1 0 0 0 0,1-1 0 0 0,-1 0 0 0 0,0-2 0 0 0,1-1 0 0 0,-1-1 0 0 0,24-7 0 0 0,-20 3 113 0 0,-2-1 0 0 0,1-1 1 0 0,-1-1-1 0 0,-1-1 0 0 0,0-1 0 0 0,-1-1 1 0 0,0-1-1 0 0,-1 0 0 0 0,-1-2 0 0 0,0 0 1 0 0,-2-1-1 0 0,25-32 0 0 0,-30 33 33 0 0,-1 0 0 0 0,0 0 0 0 0,-2-1-1 0 0,0-1 1 0 0,-1 1 0 0 0,-1-2 0 0 0,0 1 0 0 0,-2-1 0 0 0,0 1-1 0 0,-1-2 1 0 0,-1 1 0 0 0,-1 0 0 0 0,-1 0 0 0 0,-1-1 0 0 0,-1 1-1 0 0,0-1 1 0 0,-2 1 0 0 0,0 0 0 0 0,-1 0 0 0 0,-10-27 0 0 0,8 27-228 0 0,-1-1 0 0 0,-2 1 0 0 0,0 1 0 0 0,-1-1 0 0 0,-1 2-1 0 0,0-1 1 0 0,-2 1 0 0 0,0 1 0 0 0,-1 1 0 0 0,-1-1 0 0 0,0 2 0 0 0,-34-26 0 0 0,17 20-7085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14.57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5462 31 6913 0 0,'0'-1'50'0'0,"-1"0"0"0"0,1 0-1 0 0,-1 0 1 0 0,1 0 0 0 0,-1 1-1 0 0,1-1 1 0 0,-1 0 0 0 0,0 0-1 0 0,1 1 1 0 0,-1-1 0 0 0,0 0-1 0 0,0 1 1 0 0,1-1 0 0 0,-1 1-1 0 0,0-1 1 0 0,0 1 0 0 0,0-1-1 0 0,0 1 1 0 0,0 0 0 0 0,0-1-1 0 0,1 1 1 0 0,-3 0-1 0 0,-27-7 413 0 0,26 6-240 0 0,-17-3 131 0 0,1 2-1 0 0,-1 0 1 0 0,1 1-1 0 0,-33 4 1 0 0,-85 16 646 0 0,46-5-628 0 0,-595 49 3733 0 0,468-46-3869 0 0,-688 9 319 0 0,624-25 318 0 0,-446-6 1049 0 0,426 1-1819 0 0,-11-2-112 0 0,-394 5 20 0 0,648 3 576 0 0,0-2 0 0 0,1-3 0 0 0,-62-11-1 0 0,84 9-465 0 0,0 1-1 0 0,0 2 1 0 0,-1 1-1 0 0,-44 6 1 0 0,11 4-284 0 0,-85 22 0 0 0,129-26 81 0 0,13-2-49 0 0,0 0 1 0 0,0 1-1 0 0,0 0 0 0 0,0 1 1 0 0,1 1-1 0 0,-14 6 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15.27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806 2 10594 0 0,'-3'0'48'0'0,"0"-1"0"0"0,1 1 0 0 0,-1 0 0 0 0,0 0 0 0 0,0 0 0 0 0,0 0-1 0 0,0 1 1 0 0,1-1 0 0 0,-1 1 0 0 0,0-1 0 0 0,0 1 0 0 0,1 0 0 0 0,-1 0-1 0 0,-5 3 1 0 0,-39 21-116 0 0,33-16 47 0 0,-1 2 1 0 0,1-1-1 0 0,1 2 1 0 0,0 0-1 0 0,-22 27 1 0 0,-49 78 458 0 0,66-91-488 0 0,-206 287 114 0 0,180-255 831 0 0,2 2 0 0 0,2 1 0 0 0,4 2 0 0 0,2 2-1 0 0,-48 129 1 0 0,81-191-844 0 0,1 0 0 0 0,-1 0 0 0 0,0 0-1 0 0,1 0 1 0 0,-1 0 0 0 0,1 0 0 0 0,0 0-1 0 0,0 0 1 0 0,0 0 0 0 0,1 0 0 0 0,-1 0 0 0 0,1 0-1 0 0,0 0 1 0 0,-1 0 0 0 0,1 0 0 0 0,1 0-1 0 0,-1-1 1 0 0,0 1 0 0 0,1 0 0 0 0,-1 0-1 0 0,4 3 1 0 0,2 2 95 0 0,0-1 0 0 0,1 0-1 0 0,0 0 1 0 0,18 12 0 0 0,6 0 100 0 0,1-2 1 0 0,1 0-1 0 0,0-3 1 0 0,48 14-1 0 0,23 11 362 0 0,310 116 551 0 0,-310-118-908 0 0,-85-29-510 0 0,46 17 705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16.08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6 596 7834 0 0,'-1'0'58'0'0,"1"-1"1"0"0,-1 0 0 0 0,1 0-1 0 0,-1 1 1 0 0,1-1-1 0 0,-1 0 1 0 0,1 0 0 0 0,0 1-1 0 0,0-1 1 0 0,-1 0-1 0 0,1 0 1 0 0,0 0 0 0 0,0 0-1 0 0,0 1 1 0 0,0-1 0 0 0,0 0-1 0 0,0 0 1 0 0,0 0-1 0 0,0 0 1 0 0,0 0 0 0 0,0 1-1 0 0,0-1 1 0 0,1 0-1 0 0,-1-1 1 0 0,15-24 599 0 0,-8 18-551 0 0,1-1 1 0 0,-1 2-1 0 0,14-11 0 0 0,-3 5 156 0 0,1 2-1 0 0,0 0 1 0 0,1 1-1 0 0,0 1 1 0 0,23-7-1 0 0,111-25 815 0 0,-119 32-950 0 0,572-107 1803 0 0,9 37-629 0 0,214 4 286 0 0,-389 39-1254 0 0,43-10-333 0 0,-426 42 31 0 0,465-27 162 0 0,26 38 1899 0 0,-101 7-751 0 0,-84-18-871 0 0,-116-4-3986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16.70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111 75 11522 0 0,'-12'-5'525'0'0,"-29"-19"112"0"0,38 23-578 0 0,1-1 1 0 0,0 0-1 0 0,0 0 1 0 0,0 0-1 0 0,0 1 1 0 0,0-2-1 0 0,1 1 0 0 0,-1 0 1 0 0,1 0-1 0 0,-1-1 1 0 0,1 1-1 0 0,0 0 1 0 0,0-1-1 0 0,0 1 0 0 0,-1-4 1 0 0,2 6-39 0 0,0-1 1 0 0,0 1-1 0 0,0 0 1 0 0,1-1-1 0 0,-1 1 1 0 0,0 0-1 0 0,0-1 1 0 0,0 1-1 0 0,0-1 1 0 0,0 1-1 0 0,0 0 1 0 0,1-1-1 0 0,-1 1 1 0 0,0 0-1 0 0,0-1 1 0 0,1 1-1 0 0,-1 0 1 0 0,0 0-1 0 0,0-1 1 0 0,1 1-1 0 0,-1 0 1 0 0,0 0-1 0 0,1-1 1 0 0,-1 1-1 0 0,0 0 1 0 0,1 0-1 0 0,-1 0 1 0 0,0 0-1 0 0,1 0 1 0 0,-1-1-1 0 0,1 1 1 0 0,-1 0-1 0 0,0 0 1 0 0,1 0-1 0 0,-1 0 1 0 0,1 0 0 0 0,-1 0-1 0 0,0 0 1 0 0,1 0-1 0 0,-1 0 1 0 0,0 0-1 0 0,1 1 1 0 0,-1-1-1 0 0,1 0 1 0 0,-1 0-1 0 0,0 0 1 0 0,1 0-1 0 0,-1 1 1 0 0,0-1-1 0 0,1 0 1 0 0,-1 1-1 0 0,21 6 253 0 0,71 42-127 0 0,14 7-127 0 0,24 0 632 0 0,4 1 79 0 0,173 101 0 0 0,-100-23-702 0 0,-206-134-1 0 0,1-1 1 0 0,-1 1-1 0 0,0 0 1 0 0,0 0-1 0 0,0 0 1 0 0,0 0-1 0 0,0 0 0 0 0,0 0 1 0 0,-1 0-1 0 0,1 0 1 0 0,0 1-1 0 0,0-1 0 0 0,-1 0 1 0 0,1 0-1 0 0,-1 1 1 0 0,1-1-1 0 0,-1 0 0 0 0,0 1 1 0 0,1-1-1 0 0,-1 1 1 0 0,0-1-1 0 0,0 0 1 0 0,0 1-1 0 0,0-1 0 0 0,0 1 1 0 0,0-1-1 0 0,0 0 1 0 0,-1 1-1 0 0,1-1 0 0 0,0 0 1 0 0,-1 1-1 0 0,1-1 1 0 0,-1 0-1 0 0,0 1 1 0 0,1-1-1 0 0,-1 0 0 0 0,0 0 1 0 0,0 0-1 0 0,0 0 1 0 0,0 0-1 0 0,0 0 0 0 0,0 0 1 0 0,-2 2-1 0 0,-7 6 54 0 0,0 0-1 0 0,0-1 1 0 0,-22 13-1 0 0,17-11-86 0 0,-322 232-1115 0 0,275-192 1182 0 0,2 2-1 0 0,-80 91 1 0 0,-46 41 1293 0 0,19-39-2136 0 0,152-133 102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19.35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3015 84 7834 0 0,'5'-42'3318'0'0,"-5"40"-3073"0"0,0-1 0 0 0,0 1 0 0 0,0-1 0 0 0,0 1 0 0 0,0-1 0 0 0,-1 1 0 0 0,1 0 0 0 0,-1-1 0 0 0,0 1 0 0 0,1 0 0 0 0,-1-1 0 0 0,0 1 0 0 0,0 0 0 0 0,-1 0 1 0 0,-1-3-1 0 0,3 5-205 0 0,-1 0 0 0 0,1-1 1 0 0,-1 1-1 0 0,1 0 1 0 0,-1 0-1 0 0,1 0 0 0 0,-1 0 1 0 0,1 0-1 0 0,-1 0 1 0 0,1 0-1 0 0,0 0 0 0 0,-1 0 1 0 0,1 0-1 0 0,-1 0 0 0 0,1 0 1 0 0,-1 0-1 0 0,1 0 1 0 0,-1 0-1 0 0,1 0 0 0 0,-1 1 1 0 0,1-1-1 0 0,-1 0 1 0 0,1 0-1 0 0,-1 0 0 0 0,1 1 1 0 0,0-1-1 0 0,-1 0 1 0 0,1 1-1 0 0,0-1 0 0 0,-1 0 1 0 0,1 1-1 0 0,0-1 1 0 0,-1 1-1 0 0,1-1 0 0 0,0 0 1 0 0,0 1-1 0 0,-1 0 1 0 0,-12 19 301 0 0,12-18-231 0 0,-157 318 1493 0 0,-6 11-969 0 0,-55 102-566 0 0,17-2-141 0 0,15-77 190 0 0,33-70-3 0 0,-101 272-129 0 0,162-342 53 0 0,-59 149 64 0 0,99-223-194 0 0,-83 214 298 0 0,-24-8-177 0 0,-163 331-510 0 0,192-387 470 0 0,-104 267-148 0 0,170-329 334 0 0,-13 39 1495 0 0,-4 0-530 0 0,53-161-816 0 0,-49 117 0 0 0,54-164 222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7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0 8754 0 0,'-5'1'684'0'0,"1"-1"1"0"0,-1 2 0 0 0,0-1-1 0 0,0 0 1 0 0,1 1 0 0 0,-1 0-1 0 0,1 0 1 0 0,-1 0-1 0 0,-4 4 1 0 0,7-4-416 0 0,0 0-1 0 0,0 0 1 0 0,0 0-1 0 0,0 0 1 0 0,1 0-1 0 0,-1 0 1 0 0,1 1-1 0 0,-1-1 1 0 0,1 0-1 0 0,0 1 1 0 0,0 0-1 0 0,0-1 1 0 0,0 1-1 0 0,1-1 1 0 0,-1 1-1 0 0,1 0 1 0 0,-1 0-1 0 0,1 5 1 0 0,2 49 368 0 0,1-1 0 0 0,22 104 1 0 0,-14-94-520 0 0,64 305 409 0 0,-51-283-363 0 0,4-1-1 0 0,44 94 0 0 0,-53-133-518 0 0,-3 1-1 0 0,-2 0 0 0 0,-1 1 1 0 0,9 97-1 0 0,-20-132-490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7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31 3225 0 0,'-7'-5'598'0'0,"1"1"1"0"0,-1 1 0 0 0,1-1 0 0 0,-1 1-1 0 0,-13-4 1 0 0,18 6-416 0 0,0 1-1 0 0,0-1 0 0 0,1 1 1 0 0,-1 0-1 0 0,0 0 0 0 0,0 0 1 0 0,0 0-1 0 0,0 0 0 0 0,0 0 1 0 0,1 0-1 0 0,-1 0 0 0 0,0 1 1 0 0,0-1-1 0 0,0 1 1 0 0,1 0-1 0 0,-1-1 0 0 0,0 1 1 0 0,1 0-1 0 0,-1 0 0 0 0,1 0 1 0 0,-1 0-1 0 0,1 0 0 0 0,-1 0 1 0 0,1 1-1 0 0,0-1 1 0 0,-1 0-1 0 0,1 1 0 0 0,0-1 1 0 0,-1 3-1 0 0,-16 31 638 0 0,2 0 0 0 0,2 1 0 0 0,1 0 0 0 0,-12 55 0 0 0,24-84-802 0 0,-1-1-8 0 0,0 0-1 0 0,0 1 1 0 0,1 0 0 0 0,0-1-1 0 0,0 1 1 0 0,1-1 0 0 0,1 14 0 0 0,-1-20 14 0 0,1-1 0 0 0,0 1 0 0 0,-1 0 1 0 0,1-1-1 0 0,-1 1 0 0 0,1-1 1 0 0,0 1-1 0 0,-1-1 0 0 0,1 1 1 0 0,-1-1-1 0 0,1 1 0 0 0,-1-1 1 0 0,0 1-1 0 0,1-1 0 0 0,-1 0 1 0 0,0 1-1 0 0,1-1 0 0 0,-1 0 1 0 0,0 1-1 0 0,0-1 0 0 0,1 0 1 0 0,-1 1-1 0 0,0-1 0 0 0,0-1 1 0 0,11-23 807 0 0,-2-2-104 0 0,5-13 33 0 0,1 1 1 0 0,1 0 0 0 0,3 1 0 0 0,25-40 0 0 0,-43 76-733 0 0,0 0 1 0 0,1 1-1 0 0,-1-1 1 0 0,0 0-1 0 0,1 0 1 0 0,-1 1-1 0 0,1-1 1 0 0,-1 1 0 0 0,1-1-1 0 0,0 1 1 0 0,0 0-1 0 0,0-1 1 0 0,0 1-1 0 0,0 0 1 0 0,0 0-1 0 0,0 1 1 0 0,0-1-1 0 0,0 0 1 0 0,0 1-1 0 0,0-1 1 0 0,4 1-1 0 0,-2 0 26 0 0,-1 1 1 0 0,1 0-1 0 0,0 1 0 0 0,0-1 0 0 0,0 1 0 0 0,-1 0 0 0 0,1 0 0 0 0,-1 0 0 0 0,1 0 1 0 0,-1 1-1 0 0,4 2 0 0 0,110 98 956 0 0,-85-72-1228 0 0,1-1 0 0 0,54 37 0 0 0,-70-56-1705 0 0,3 3-6093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8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10594 0 0,'11'-30'9965'0'0,"-8"47"-8037"0"0,31 315-471 0 0,-13-190-6998 0 0,-18-120 3932 0 0,3 19-5607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8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39 14747 0 0,'-2'-7'648'0'0,"2"3"144"0"0,0 0-632 0 0,0-1-160 0 0,0 4 0 0 0,0 0 0 0 0,0-1 481 0 0,2-2 71 0 0,1 0 16 0 0,-1 0 0 0 0,2 1-1032 0 0,2 3-208 0 0,2 6-32 0 0,0 2-17 0 0,3 6 609 0 0,1 2 112 0 0,0 5 0 0 0,2-1 88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88 5529 0 0,'-25'-16'6985'0'0,"31"27"-5167"0"0,11 24-1010 0 0,-1 1-1 0 0,17 56 0 0 0,-15-37-1644 0 0,-12-43-363 0 0,-3-11-305 0 0,2-19-538 0 0,-3 8 2278 0 0,10-74 630 0 0,-10 59 23 0 0,1 1 0 0 0,2 0-1 0 0,0 0 1 0 0,1 1 0 0 0,12-28 0 0 0,-18 50-779 0 0,1-1 0 0 0,-1 1 0 0 0,1 0 0 0 0,0-1 0 0 0,-1 1 0 0 0,1 0 1 0 0,0 0-1 0 0,0 0 0 0 0,0 0 0 0 0,-1 0 0 0 0,1-1 0 0 0,0 2 0 0 0,1-1 0 0 0,-1 0 0 0 0,0 0 1 0 0,0 0-1 0 0,0 0 0 0 0,0 1 0 0 0,3-2 0 0 0,-3 2-43 0 0,0 0 0 0 0,0 0-1 0 0,0 1 1 0 0,0-1 0 0 0,0 0 0 0 0,0 0-1 0 0,0 1 1 0 0,0-1 0 0 0,-1 0 0 0 0,1 1-1 0 0,0-1 1 0 0,0 1 0 0 0,0-1 0 0 0,-1 1-1 0 0,1 0 1 0 0,0-1 0 0 0,0 1 0 0 0,-1 0-1 0 0,1-1 1 0 0,-1 1 0 0 0,2 1 0 0 0,3 7 123 0 0,1 0 0 0 0,-2 0 0 0 0,1 0 0 0 0,3 12 0 0 0,-5-13-276 0 0,85 181-847 0 0,-87-187 863 0 0,-2-7-111 0 0,1-1-1 0 0,0 0 1 0 0,0 0 0 0 0,1 0 0 0 0,-1 0-1 0 0,3-8 1 0 0,0-5-93 0 0,-2-5 279 0 0,8-60 216 0 0,-8 76-74 0 0,1-1 0 0 0,0 0 0 0 0,1 1 0 0 0,0-1 0 0 0,0 1 1 0 0,9-16-1 0 0,-12 23-101 0 0,1-1 0 0 0,0 1 0 0 0,0-1 0 0 0,0 1 0 0 0,0-1 0 0 0,0 1 0 0 0,0 0 0 0 0,0-1 0 0 0,1 1 0 0 0,-1 0 0 0 0,0 0 0 0 0,1 0 0 0 0,-1 0 0 0 0,1 0 0 0 0,-1 0 0 0 0,1 0 0 0 0,-1 1 0 0 0,1-1 0 0 0,-1 1 0 0 0,1-1 0 0 0,0 1 0 0 0,-1-1 0 0 0,1 1 0 0 0,0 0 0 0 0,0 0 0 0 0,-1 0 0 0 0,1 0 0 0 0,0 0 0 0 0,0 0 0 0 0,-1 0 0 0 0,1 1 0 0 0,0-1 0 0 0,-1 1 0 0 0,1-1 0 0 0,0 1 0 0 0,-1-1 0 0 0,1 1 0 0 0,-1 0 0 0 0,1 0 1 0 0,-1 0-1 0 0,0 0 0 0 0,1 0 0 0 0,-1 0 0 0 0,0 0 0 0 0,1 1 0 0 0,-1-1 0 0 0,1 2 0 0 0,5 5-119 0 0,-1 0 0 0 0,1 0 0 0 0,-2 0 0 0 0,1 1 1 0 0,-1 0-1 0 0,6 16 0 0 0,1 5-497 0 0,-2-1-2439 0 0,17 29 0 0 0,-16-40 1154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8:59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4609 0 0,'1'3'509'0'0,"0"0"0"0"0,0 0-1 0 0,1 0 1 0 0,-1-1 0 0 0,1 1 0 0 0,0 0-1 0 0,0-1 1 0 0,0 1 0 0 0,0-1 0 0 0,0 0 0 0 0,0 0-1 0 0,3 2 1 0 0,5 7 1584 0 0,-1 2-1389 0 0,-1 1 0 0 0,-1 0 0 0 0,0 0 0 0 0,-1 1-1 0 0,0 0 1 0 0,6 28 0 0 0,-7-22-914 0 0,2 0-1 0 0,13 30 1 0 0,-18-96-1703 0 0,-1 17 2340 0 0,2 1 0 0 0,10-42 0 0 0,-12 60-177 0 0,2 1-1 0 0,-1-1 0 0 0,1 1 0 0 0,1 0 0 0 0,-1 0 1 0 0,1 0-1 0 0,1 0 0 0 0,-1 1 0 0 0,1 0 1 0 0,1 0-1 0 0,-1 0 0 0 0,8-6 0 0 0,-13 12-234 0 0,1 1-1 0 0,0-1 0 0 0,0 1 0 0 0,-1-1 0 0 0,1 1 1 0 0,0-1-1 0 0,0 1 0 0 0,-1-1 0 0 0,1 1 1 0 0,0 0-1 0 0,0-1 0 0 0,0 1 0 0 0,0 0 0 0 0,-1 0 1 0 0,1 0-1 0 0,0 0 0 0 0,0-1 0 0 0,0 1 1 0 0,0 0-1 0 0,0 1 0 0 0,0-1 0 0 0,0 0 1 0 0,-1 0-1 0 0,1 0 0 0 0,0 0 0 0 0,0 1 0 0 0,1-1 1 0 0,-1 2 42 0 0,1-1-1 0 0,0 0 1 0 0,-1 1 0 0 0,1-1 0 0 0,-1 1 0 0 0,0-1 0 0 0,1 1 0 0 0,-1-1 0 0 0,0 1 0 0 0,0 0-1 0 0,1 3 1 0 0,3 7 340 0 0,0 1 0 0 0,5 26-1 0 0,-8-28-322 0 0,3 6-159 0 0,0 0 0 0 0,2 0 0 0 0,8 17-1 0 0,-12-28 46 0 0,0 0-1 0 0,0 0 0 0 0,1 0 0 0 0,0-1 0 0 0,0 0 0 0 0,0 0 0 0 0,1 0 0 0 0,0 0 1 0 0,0-1-1 0 0,0 1 0 0 0,9 4 0 0 0,-12-8-51 0 0,-1 0 0 0 0,0-1-1 0 0,0 1 1 0 0,0-1 0 0 0,0 0 0 0 0,1 1 0 0 0,-1-1-1 0 0,0 0 1 0 0,0 0 0 0 0,0 0 0 0 0,1 0 0 0 0,-1 0-1 0 0,0 0 1 0 0,0 0 0 0 0,1 0 0 0 0,-1 0 0 0 0,0-1-1 0 0,0 1 1 0 0,1 0 0 0 0,-1-1 0 0 0,0 1 0 0 0,1-1-1 0 0,1-1-133 0 0,-1 0 0 0 0,1 0-1 0 0,-1 0 1 0 0,1 0 0 0 0,-1-1-1 0 0,0 1 1 0 0,0 0 0 0 0,3-6 0 0 0,3-5-1096 0 0,0-1 0 0 0,9-28 0 0 0,-12 30 346 0 0,2-5-126 0 0,-6 11 757 0 0,1 0 0 0 0,1 0-1 0 0,-1 0 1 0 0,1 1-1 0 0,0-1 1 0 0,0 1-1 0 0,0 0 1 0 0,1-1 0 0 0,0 2-1 0 0,0-1 1 0 0,7-6-1 0 0,0 5-321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0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6913 0 0,'13'-15'700'0'0,"-10"11"3"0"0,1 0 1 0 0,-1 0 0 0 0,1 0-1 0 0,0 0 1 0 0,0 1 0 0 0,8-6-1 0 0,-11 8-555 0 0,0 1 0 0 0,0 0 0 0 0,0-1 0 0 0,1 1 0 0 0,-1 0 0 0 0,0 0 0 0 0,0 0 1 0 0,0 0-1 0 0,0 0 0 0 0,1 0 0 0 0,-1 0 0 0 0,0 0 0 0 0,0 0 0 0 0,0 0 0 0 0,0 1 0 0 0,0-1 0 0 0,1 1 0 0 0,-1-1 0 0 0,0 1 0 0 0,0-1 0 0 0,0 1 0 0 0,0-1 0 0 0,0 1 0 0 0,0 0 0 0 0,-1-1 0 0 0,1 1 0 0 0,0 0 0 0 0,0 0 0 0 0,0 0 1 0 0,-1 0-1 0 0,1 0 0 0 0,0 0 0 0 0,-1 0 0 0 0,1 0 0 0 0,-1 0 0 0 0,1 0 0 0 0,-1 1 0 0 0,8 15 437 0 0,-1-1 0 0 0,-1 1 0 0 0,-1 0 0 0 0,0 1 0 0 0,-1-1 0 0 0,3 37 0 0 0,7 30-3596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11 6449 0 0,'-1'-1'59'0'0,"1"1"-1"0"0,0-1 0 0 0,0 1 0 0 0,0-1 1 0 0,0 1-1 0 0,0-1 0 0 0,0 1 1 0 0,-1-1-1 0 0,1 1 0 0 0,0 0 0 0 0,0-1 1 0 0,0 1-1 0 0,-1-1 0 0 0,1 1 0 0 0,0 0 1 0 0,-1-1-1 0 0,1 1 0 0 0,0-1 1 0 0,-1 1-1 0 0,1 0 0 0 0,-1 0 0 0 0,1-1 1 0 0,-1 1-1 0 0,1 0 0 0 0,0 0 0 0 0,-1-1 1 0 0,-7 10 2046 0 0,1 18 626 0 0,6-21-2473 0 0,1 0 1 0 0,0 1 0 0 0,1-1-1 0 0,0 0 1 0 0,0 0 0 0 0,0 0-1 0 0,1 0 1 0 0,-1 0 0 0 0,1 0-1 0 0,1 0 1 0 0,-1-1-1 0 0,1 1 1 0 0,0-1 0 0 0,0 1-1 0 0,1-1 1 0 0,0 0 0 0 0,0 0-1 0 0,0-1 1 0 0,6 6 0 0 0,4 2 271 0 0,1 0 0 0 0,0 0 0 0 0,1-2 0 0 0,0 0 0 0 0,18 8 1 0 0,-32-17-515 0 0,0 1 0 0 0,1-1 0 0 0,-1 0 1 0 0,0 0-1 0 0,0 0 0 0 0,1-1 0 0 0,-1 1 0 0 0,0 0 1 0 0,1-1-1 0 0,-1 0 0 0 0,1 1 0 0 0,-1-1 1 0 0,1 0-1 0 0,-1 0 0 0 0,0-1 0 0 0,1 1 1 0 0,-1 0-1 0 0,1-1 0 0 0,-1 1 0 0 0,0-1 1 0 0,1 0-1 0 0,-1 0 0 0 0,0 0 0 0 0,0 0 1 0 0,1 0-1 0 0,-1 0 0 0 0,0-1 0 0 0,0 1 1 0 0,0-1-1 0 0,-1 1 0 0 0,1-1 0 0 0,0 0 1 0 0,-1 0-1 0 0,1 0 0 0 0,-1 0 0 0 0,1 0 0 0 0,-1 0 1 0 0,0 0-1 0 0,0 0 0 0 0,0-1 0 0 0,1-2 1 0 0,0 0 12 0 0,-1 0 1 0 0,1 0 0 0 0,-1 0 0 0 0,0-1 0 0 0,-1 1-1 0 0,1 0 1 0 0,-1-1 0 0 0,0 1 0 0 0,0 0 0 0 0,0-1-1 0 0,-1 1 1 0 0,0 0 0 0 0,0 0 0 0 0,-1-1 0 0 0,1 1-1 0 0,-1 0 1 0 0,0 0 0 0 0,-4-6 0 0 0,2 4-228 0 0,-1 1 1 0 0,-1-1 0 0 0,1 1-1 0 0,-1 0 1 0 0,0 1 0 0 0,-1-1-1 0 0,1 1 1 0 0,-1 1-1 0 0,0-1 1 0 0,0 1 0 0 0,-1 0-1 0 0,1 1 1 0 0,-10-4 0 0 0,-10 0-6938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0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28 4609 0 0,'-36'-28'16275'0'0,"40"34"-14458"0"0,-1 3-2260 0 0,8 18-2614 0 0,-10-27 3009 0 0,-1 1 0 0 0,1-1-1 0 0,-1 1 1 0 0,0-1 0 0 0,1 1 0 0 0,-1-1 0 0 0,1 1 0 0 0,-1-1 0 0 0,1 0 0 0 0,-1 1-1 0 0,1-1 1 0 0,0 0 0 0 0,-1 0 0 0 0,1 1 0 0 0,-1-1 0 0 0,1 0 0 0 0,0 0 0 0 0,-1 0-1 0 0,1 0 1 0 0,-1 0 0 0 0,1 1 0 0 0,0-1 0 0 0,-1 0 0 0 0,1-1 0 0 0,0 1 0 0 0,-1 0 0 0 0,1 0-1 0 0,-1 0 1 0 0,1 0 0 0 0,0 0 0 0 0,-1-1 0 0 0,1 1 0 0 0,-1 0 0 0 0,1 0 0 0 0,0-1-1 0 0,-1 1 1 0 0,1 0 0 0 0,-1-1 0 0 0,1 1 0 0 0,-1-1 0 0 0,0 1 0 0 0,1-1 0 0 0,4-3 48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1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65 5985 0 0,'-12'-16'784'0'0,"-31"-32"12631"0"0,40 56-12199 0 0,2 13-951 0 0,1-19-87 0 0,2 29-89 0 0,0 0 0 0 0,2 0 0 0 0,2-1 0 0 0,1 1 0 0 0,1-1 0 0 0,1-1 0 0 0,2 1 0 0 0,1-2 0 0 0,29 51 0 0 0,-35-70-89 0 0,1 0 0 0 0,0 0 0 0 0,1 0 0 0 0,0-1 0 0 0,17 14 0 0 0,-22-19 0 0 0,1-1 0 0 0,-1 0 0 0 0,0 0 0 0 0,0 0 0 0 0,1-1 0 0 0,-1 1 0 0 0,1-1 0 0 0,-1 0 0 0 0,8 1 0 0 0,-9-1 0 0 0,0-1 0 0 0,-1 0 0 0 0,1 0 0 0 0,0-1 0 0 0,0 1 0 0 0,-1 0 0 0 0,1-1 0 0 0,-1 1 0 0 0,1-1 0 0 0,0 1 0 0 0,-1-1 0 0 0,1 0 0 0 0,-1 1 0 0 0,1-1 0 0 0,-1 0 0 0 0,0 0 0 0 0,1 0 0 0 0,-1 0 0 0 0,0 0 0 0 0,0-1 0 0 0,1 1 0 0 0,0-3 0 0 0,0 3 26 0 0,-1-1 0 0 0,0 0 1 0 0,0 0-1 0 0,0 0 0 0 0,0 0 0 0 0,0 0 0 0 0,0 0 1 0 0,0 0-1 0 0,-1 0 0 0 0,1 0 0 0 0,-1 0 0 0 0,0 0 1 0 0,1 0-1 0 0,-1 0 0 0 0,0-1 0 0 0,0 1 1 0 0,-1 0-1 0 0,1 0 0 0 0,0 0 0 0 0,-1 0 0 0 0,1 0 1 0 0,-1 0-1 0 0,1 0 0 0 0,-1 0 0 0 0,0 0 1 0 0,-2-3-1 0 0,-1-8 34 0 0,4-4-41 0 0,1 10-2861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9674 0 0,'-5'10'10887'0'0,"6"8"-9576"0"0,-1-14-1029 0 0,2 33 283 0 0,5 60 964 0 0,-5-86-1862 0 0,0-1 0 0 0,1 0 0 0 0,-1-1 0 0 0,2 1 0 0 0,0 0-1 0 0,0-1 1 0 0,6 11 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47 10594 0 0,'-5'-11'588'0'0,"-18"-24"6939"0"0,22 35-7474 0 0,1 0 0 0 0,0 0-1 0 0,-1 0 1 0 0,1 0-1 0 0,0 0 1 0 0,-1 1 0 0 0,1-1-1 0 0,0 0 1 0 0,0 0-1 0 0,-1 0 1 0 0,1 1 0 0 0,0-1-1 0 0,0 0 1 0 0,0 0-1 0 0,-1 1 1 0 0,1-1 0 0 0,0 0-1 0 0,0 0 1 0 0,0 1-1 0 0,-1-1 1 0 0,1 0 0 0 0,0 1-1 0 0,0-1 1 0 0,0 0-1 0 0,0 1 1 0 0,0-1 0 0 0,0 0-1 0 0,0 1 1 0 0,0-1 0 0 0,0 0-1 0 0,0 1 1 0 0,0-1-1 0 0,0 0 1 0 0,0 1 0 0 0,0-1-1 0 0,0 0 1 0 0,0 1-1 0 0,0 15-304 0 0,1-9-303 0 0,0 0-1 0 0,1 1 0 0 0,-1-1 0 0 0,1 0 0 0 0,1-1 0 0 0,0 1 0 0 0,-1 0 1 0 0,2-1-1 0 0,6 11 0 0 0,2 0 429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18 14283 0 0,'-3'-7'76'0'0,"-2"-3"3126"0"0,5 18-596 0 0,43 187 423 0 0,-15-80-2864 0 0,20 66-41 0 0,-21-105-6708 0 0,-18-51-683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2.7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96 1376 0 0,'-3'3'488'0'0,"1"1"1"0"0,-1 0-1 0 0,1 0 0 0 0,0 0 0 0 0,0 0 0 0 0,1 0 1 0 0,-1 1-1 0 0,1-1 0 0 0,0 0 0 0 0,0 1 0 0 0,0-1 0 0 0,1 1 1 0 0,-1-1-1 0 0,1 6 0 0 0,1-9-261 0 0,-1 1 1 0 0,0-1 0 0 0,0 1-1 0 0,0-1 1 0 0,1 1-1 0 0,-1-1 1 0 0,1 0-1 0 0,-1 1 1 0 0,1-1-1 0 0,0 0 1 0 0,-1 1-1 0 0,1-1 1 0 0,0 0-1 0 0,0 0 1 0 0,0 1-1 0 0,0-1 1 0 0,0 0-1 0 0,2 1 1 0 0,-2-1-59 0 0,1 0-1 0 0,0-1 1 0 0,0 1-1 0 0,-1 0 1 0 0,1-1-1 0 0,0 0 1 0 0,0 1 0 0 0,0-1-1 0 0,0 0 1 0 0,0 0-1 0 0,-1 0 1 0 0,1 0-1 0 0,0 0 1 0 0,0 0 0 0 0,0-1-1 0 0,0 1 1 0 0,0-1-1 0 0,2 0 1 0 0,3-2 61 0 0,0 0 0 0 0,0 0-1 0 0,-1-1 1 0 0,1 0 0 0 0,-1 0 0 0 0,0 0 0 0 0,0-1 0 0 0,-1 0-1 0 0,1 0 1 0 0,-1-1 0 0 0,0 1 0 0 0,0-1 0 0 0,6-11 0 0 0,-9 14-214 0 0,0 0 0 0 0,0-1 1 0 0,0 1-1 0 0,0 0 0 0 0,-1-1 1 0 0,1 1-1 0 0,-1-1 0 0 0,0 0 1 0 0,0 1-1 0 0,0-1 0 0 0,-1 0 1 0 0,1 0-1 0 0,-1 0 0 0 0,0 1 1 0 0,0-1-1 0 0,0 0 0 0 0,-1 0 1 0 0,1 0-1 0 0,-1 1 0 0 0,0-1 1 0 0,0 0-1 0 0,0 1 0 0 0,-1-1 1 0 0,1 1-1 0 0,-1-1 0 0 0,0 1 1 0 0,0-1-1 0 0,-3-3 0 0 0,4 6-41 0 0,0 0-1 0 0,1 0 0 0 0,-1 1 1 0 0,0-1-1 0 0,0 0 0 0 0,1 1 1 0 0,-1-1-1 0 0,0 1 0 0 0,0-1 1 0 0,0 1-1 0 0,0-1 1 0 0,0 1-1 0 0,0-1 0 0 0,0 1 1 0 0,0 0-1 0 0,0 0 0 0 0,0-1 1 0 0,0 1-1 0 0,0 0 0 0 0,0 0 1 0 0,0 0-1 0 0,0 0 1 0 0,0 0-1 0 0,0 1 0 0 0,0-1 1 0 0,0 0-1 0 0,0 0 0 0 0,0 1 1 0 0,0-1-1 0 0,0 0 0 0 0,0 1 1 0 0,0-1-1 0 0,0 1 1 0 0,0-1-1 0 0,0 1 0 0 0,0 0 1 0 0,1-1-1 0 0,-1 1 0 0 0,0 0 1 0 0,0 0-1 0 0,1-1 0 0 0,-1 1 1 0 0,0 0-1 0 0,1 0 0 0 0,-1 0 1 0 0,1 0-1 0 0,-1 2 1 0 0,-2 1-6 0 0,1 0 1 0 0,0 0 0 0 0,0 0-1 0 0,0 1 1 0 0,0-1 0 0 0,1 1-1 0 0,-1 0 1 0 0,1-1 0 0 0,0 7 0 0 0,1-5 142 0 0,1 0 0 0 0,1 0 0 0 0,-1 0 0 0 0,1-1 0 0 0,0 1 0 0 0,0 0 0 0 0,1-1 0 0 0,-1 1 0 0 0,1-1 0 0 0,1 0 1 0 0,-1 0-1 0 0,1 0 0 0 0,-1-1 0 0 0,1 1 0 0 0,1-1 0 0 0,-1 0 0 0 0,1 0 0 0 0,-1 0 0 0 0,7 3 0 0 0,6 5 160 0 0,0-2-1 0 0,1 0 0 0 0,-1-1 0 0 0,30 11 1 0 0,-34-16-304 0 0,0 0 0 0 0,1-1 1 0 0,-1 0-1 0 0,1-1 1 0 0,18 0-1 0 0,12-4-5766 0 0,-12-2-1081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3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60 6913 0 0,'-4'-5'627'0'0,"1"0"0"0"0,-1 1-1 0 0,0-1 1 0 0,0 1-1 0 0,0 0 1 0 0,0 0-1 0 0,-1 1 1 0 0,1-1-1 0 0,-1 1 1 0 0,0 0-1 0 0,0 0 1 0 0,-1 0-1 0 0,1 1 1 0 0,-9-3-1 0 0,11 5-470 0 0,0-1 0 0 0,0 1 0 0 0,0-1-1 0 0,0 1 1 0 0,0 0 0 0 0,0 0 0 0 0,0 0 0 0 0,0 1-1 0 0,0-1 1 0 0,0 1 0 0 0,0-1 0 0 0,0 1 0 0 0,0 0-1 0 0,0 0 1 0 0,0 1 0 0 0,0-1 0 0 0,1 1 0 0 0,-1-1-1 0 0,0 1 1 0 0,1 0 0 0 0,-1 0 0 0 0,1 0 0 0 0,0 0 0 0 0,0 0-1 0 0,0 0 1 0 0,0 1 0 0 0,-3 5 0 0 0,-4 6-51 0 0,1 0 0 0 0,1 1 1 0 0,1 1-1 0 0,0-1 0 0 0,1 1 1 0 0,0 0-1 0 0,1 0 0 0 0,1 1 1 0 0,1-1-1 0 0,0 1 0 0 0,2 32 1 0 0,1-29-65 0 0,1 0 0 0 0,0 0 0 0 0,2 0 0 0 0,0 0 0 0 0,1-1 0 0 0,1 0 0 0 0,1 0 1 0 0,1 0-1 0 0,15 26 0 0 0,-17-35-25 0 0,0 0-1 0 0,1-1 1 0 0,1 0 0 0 0,-1 0 0 0 0,1-1 0 0 0,1 0 0 0 0,0 0-1 0 0,0-1 1 0 0,0 0 0 0 0,13 7 0 0 0,-17-12-49 0 0,0 1-1 0 0,0-1 1 0 0,1 0-1 0 0,-1 0 1 0 0,1 0 0 0 0,-1-1-1 0 0,1 0 1 0 0,0 0 0 0 0,0-1-1 0 0,-1 1 1 0 0,1-1-1 0 0,0-1 1 0 0,0 1 0 0 0,-1-1-1 0 0,1 0 1 0 0,0 0 0 0 0,-1 0-1 0 0,1-1 1 0 0,-1 0-1 0 0,1 0 1 0 0,-1 0 0 0 0,7-5-1 0 0,2-3-421 0 0,0 0 0 0 0,0 0 0 0 0,15-17 0 0 0,-4 2-860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3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64 103 5065 0 0,'-2'-11'574'0'0,"0"-1"-1"0"0,0 1 1 0 0,-6-13-1 0 0,7 21 43 0 0,0 0 0 0 0,0 0 0 0 0,-1 0-1 0 0,1 0 1 0 0,-1 1 0 0 0,0-1 0 0 0,0 0 0 0 0,0 1-1 0 0,0-1 1 0 0,0 1 0 0 0,0 0 0 0 0,-1 0 0 0 0,1 0-1 0 0,-1 0 1 0 0,0 0 0 0 0,-3-2 0 0 0,6 4-526 0 0,-1 0 1 0 0,1 0 0 0 0,0 0-1 0 0,-1 0 1 0 0,1 0-1 0 0,-1 0 1 0 0,1 0 0 0 0,-1 0-1 0 0,1 0 1 0 0,0 0 0 0 0,-1 0-1 0 0,1 1 1 0 0,-1-1-1 0 0,1 0 1 0 0,-1 0 0 0 0,1 0-1 0 0,0 1 1 0 0,-1-1-1 0 0,1 0 1 0 0,0 0 0 0 0,-1 1-1 0 0,1-1 1 0 0,0 0 0 0 0,-1 1-1 0 0,1-1 1 0 0,0 0-1 0 0,0 1 1 0 0,-1-1 0 0 0,1 0-1 0 0,0 1 1 0 0,0-1-1 0 0,0 1 1 0 0,-1-1 0 0 0,1 0-1 0 0,0 1 1 0 0,0-1 0 0 0,0 1-1 0 0,0-1 1 0 0,0 1-1 0 0,0-1 1 0 0,0 0 0 0 0,0 1-1 0 0,0-1 1 0 0,0 1-1 0 0,0 0 1 0 0,0 26 513 0 0,0-22-422 0 0,3 54 156 0 0,19 102 0 0 0,-15-117-340 0 0,-4-26-55 0 0,12 56 39 0 0,-13-68-25 0 0,0 1 1 0 0,0-1 0 0 0,0-1-1 0 0,1 1 1 0 0,0 0-1 0 0,0-1 1 0 0,1 1 0 0 0,-1-1-1 0 0,7 7 1 0 0,-10-12 33 0 0,1 1 1 0 0,-1-1-1 0 0,0 1 0 0 0,1-1 1 0 0,0 1-1 0 0,-1-1 0 0 0,1 0 0 0 0,-1 1 1 0 0,1-1-1 0 0,-1 1 0 0 0,1-1 1 0 0,0 0-1 0 0,-1 0 0 0 0,1 1 1 0 0,0-1-1 0 0,-1 0 0 0 0,1 0 1 0 0,0 0-1 0 0,0 0 0 0 0,-1 0 1 0 0,1 0-1 0 0,0 0 0 0 0,-1 0 1 0 0,1 0-1 0 0,0 0 0 0 0,-1 0 1 0 0,1 0-1 0 0,0-1 0 0 0,1 1 1 0 0,-1-1-34 0 0,1-1 0 0 0,-1 1 1 0 0,1 0-1 0 0,-1 0 0 0 0,0-1 1 0 0,1 1-1 0 0,-1-1 0 0 0,0 1 1 0 0,0-1-1 0 0,0 0 0 0 0,1-1 1 0 0,1-5-135 0 0,0 0 0 0 0,0 0 0 0 0,4-17 0 0 0,-2-36 501 0 0,-5 49-217 0 0,1 1 1 0 0,0-1-1 0 0,0 1 1 0 0,1 0-1 0 0,1-1 0 0 0,0 1 1 0 0,6-14-1 0 0,-9 24-92 0 0,0 0 0 0 0,0 0 0 0 0,1 1 0 0 0,-1-1 0 0 0,0 0 0 0 0,1 1 0 0 0,-1-1 1 0 0,0 0-1 0 0,1 1 0 0 0,-1-1 0 0 0,1 0 0 0 0,-1 1 0 0 0,1-1 0 0 0,0 1 0 0 0,-1-1 0 0 0,1 1 0 0 0,-1-1 0 0 0,1 1 1 0 0,0 0-1 0 0,-1-1 0 0 0,1 1 0 0 0,0 0 0 0 0,0-1 0 0 0,-1 1 0 0 0,1 0 0 0 0,0 0 0 0 0,1-1 0 0 0,-1 2 3 0 0,0-1 0 0 0,0 1 1 0 0,0 0-1 0 0,0-1 0 0 0,0 1 0 0 0,0 0 0 0 0,0-1 0 0 0,0 1 0 0 0,-1 0 0 0 0,1 0 0 0 0,0 0 0 0 0,-1 0 0 0 0,1 0 0 0 0,0 0 0 0 0,-1-1 0 0 0,1 3 0 0 0,17 48 355 0 0,-17-47-346 0 0,4 11-22 0 0,0 0 0 0 0,0 0 0 0 0,1-1-1 0 0,1 0 1 0 0,1 0 0 0 0,14 20 0 0 0,-12-20-815 0 0,1-2 0 0 0,0 0 0 0 0,20 17 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8 5985 0 0,'-2'-1'289'0'0,"0"0"1"0"0,1 0-1 0 0,-1 0 0 0 0,0 0 0 0 0,0 1 1 0 0,0-1-1 0 0,0 1 0 0 0,0-1 0 0 0,0 1 0 0 0,0 0 1 0 0,0 0-1 0 0,0 0 0 0 0,0 0 0 0 0,0 0 0 0 0,0 0 1 0 0,0 1-1 0 0,0-1 0 0 0,0 1 0 0 0,0-1 1 0 0,0 1-1 0 0,-4 1 0 0 0,-39 21 3158 0 0,37-17-3107 0 0,0 1-1 0 0,0 0 0 0 0,1 1 0 0 0,0-1 0 0 0,0 1 0 0 0,1 1 0 0 0,0-1 0 0 0,0 1 1 0 0,1 0-1 0 0,0 1 0 0 0,1-1 0 0 0,-5 16 0 0 0,6-18-370 0 0,1 1-1 0 0,0 0 1 0 0,0 0 0 0 0,0 0-1 0 0,1 0 1 0 0,0 0 0 0 0,1 0-1 0 0,0 0 1 0 0,0 0-1 0 0,1 0 1 0 0,0 0 0 0 0,1 0-1 0 0,-1 0 1 0 0,1 0 0 0 0,1 0-1 0 0,5 11 1 0 0,-8-17-38 0 0,1 0 1 0 0,0 0-1 0 0,0 0 1 0 0,0 0-1 0 0,0-1 1 0 0,0 1-1 0 0,0 0 1 0 0,0-1-1 0 0,0 1 1 0 0,1-1-1 0 0,-1 0 1 0 0,1 1 0 0 0,-1-1-1 0 0,1 0 1 0 0,0 0-1 0 0,-1 0 1 0 0,1 0-1 0 0,0 0 1 0 0,0 0-1 0 0,-1 0 1 0 0,1-1-1 0 0,0 1 1 0 0,0-1-1 0 0,0 1 1 0 0,0-1-1 0 0,0 0 1 0 0,0 1-1 0 0,0-1 1 0 0,0 0-1 0 0,0-1 1 0 0,0 1-1 0 0,0 0 1 0 0,0 0-1 0 0,0-1 1 0 0,0 1-1 0 0,0-1 1 0 0,0 0-1 0 0,-1 0 1 0 0,1 0-1 0 0,0 1 1 0 0,0-1-1 0 0,-1-1 1 0 0,1 1-1 0 0,1-2 1 0 0,3-2-391 0 0,0 0 0 0 0,-1 0 0 0 0,0-1 0 0 0,0 0 0 0 0,0 0 1 0 0,-1 0-1 0 0,0 0 0 0 0,0-1 0 0 0,0 0 0 0 0,3-9 0 0 0,-3 1 606 0 0,-1 1-1 0 0,3-29 1 0 0,-5 33 678 0 0,0-1 0 0 0,1 0 0 0 0,0 0 0 0 0,1 1 0 0 0,0 0 0 0 0,8-17 0 0 0,-11 26-758 0 0,0 1 1 0 0,0-1-1 0 0,1 0 0 0 0,-1 1 1 0 0,0-1-1 0 0,1 1 1 0 0,-1-1-1 0 0,0 1 0 0 0,1-1 1 0 0,-1 1-1 0 0,1-1 1 0 0,-1 1-1 0 0,1-1 0 0 0,-1 1 1 0 0,1 0-1 0 0,-1-1 1 0 0,1 1-1 0 0,0 0 0 0 0,-1-1 1 0 0,1 1-1 0 0,-1 0 1 0 0,1 0-1 0 0,0 0 0 0 0,-1-1 1 0 0,1 1-1 0 0,0 0 1 0 0,-1 0-1 0 0,1 0 1 0 0,0 0-1 0 0,-1 0 0 0 0,1 0 1 0 0,0 0-1 0 0,-1 1 1 0 0,1-1-1 0 0,-1 0 0 0 0,1 0 1 0 0,0 0-1 0 0,-1 1 1 0 0,1-1-1 0 0,-1 0 0 0 0,1 0 1 0 0,0 1-1 0 0,-1-1 1 0 0,1 1-1 0 0,-1-1 0 0 0,1 1 1 0 0,-1-1-1 0 0,1 0 1 0 0,-1 1-1 0 0,0 0 0 0 0,1-1 1 0 0,-1 1-1 0 0,0-1 1 0 0,1 1-1 0 0,-1-1 0 0 0,0 2 1 0 0,24 41 886 0 0,-20-33-790 0 0,4 5-112 0 0,1 0 1 0 0,0 0-1 0 0,1-1 1 0 0,12 13 0 0 0,17 7-1647 0 0,-32-30 586 0 0,0 0-1 0 0,0 0 0 0 0,1-1 0 0 0,12 4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0 182 5985 0 0,'6'9'4513'0'0,"-6"-9"-4346"0"0,0 0 0 0 0,1 0 0 0 0,-1 1 0 0 0,1-1 1 0 0,-1 0-1 0 0,1 0 0 0 0,20 9 2080 0 0,-17-8-1400 0 0,4 3-235 0 0,-1 0 0 0 0,1 0 1 0 0,-1 1-1 0 0,0 0 1 0 0,0 0-1 0 0,0 1 0 0 0,0 0 1 0 0,6 8-1 0 0,3 5-221 0 0,20 33 1 0 0,-20-26-19 0 0,-16-26-352 0 0,0 0 0 0 0,0 1 0 0 0,0-1 0 0 0,0 0 0 0 0,0 1 0 0 0,1-1 0 0 0,-1 0 0 0 0,0 1 0 0 0,0-1 1 0 0,0 0-1 0 0,0 1 0 0 0,1-1 0 0 0,-1 0 0 0 0,0 1 0 0 0,0-1 0 0 0,1 0 0 0 0,-1 0 0 0 0,0 1 0 0 0,0-1 1 0 0,1 0-1 0 0,-1 0 0 0 0,0 0 0 0 0,1 1 0 0 0,-1-1 0 0 0,0 0 0 0 0,1 0 0 0 0,-1 0 0 0 0,0 0 1 0 0,1 0-1 0 0,-1 0 0 0 0,0 0 0 0 0,1 0 0 0 0,-1 0 0 0 0,1 0 0 0 0,-1 0 0 0 0,0 0 0 0 0,1 0 0 0 0,-1 0 1 0 0,1 0-1 0 0,1-16 544 0 0,-8-25-265 0 0,3 28-254 0 0,1-1 1 0 0,0 0-1 0 0,1 0 0 0 0,0 0 0 0 0,1-1 0 0 0,1 1 0 0 0,0 0 0 0 0,1 0 1 0 0,7-26-1 0 0,-5 29-332 0 0,0 0 1 0 0,1-1-1 0 0,0 1 0 0 0,0 1 1 0 0,8-11-1 0 0,-8 13-818 0 0,1 1 1 0 0,0-1-1 0 0,0 1 0 0 0,1 0 0 0 0,0 1 0 0 0,14-10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5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33 3225 0 0,'-10'-30'7712'0'0,"8"29"-7316"0"0,1 1-141 0 0,1-1 0 0 0,-1 1 0 0 0,0 0 0 0 0,1 0 0 0 0,-1 0 0 0 0,1 0 0 0 0,-1 0 0 0 0,0 0 0 0 0,1 0 0 0 0,-1 0 0 0 0,0 0 0 0 0,1 0 0 0 0,-1 0 0 0 0,0 0 0 0 0,1 0 0 0 0,-4 2 1530 0 0,2-1-1530 0 0,-10 12 41 0 0,3 4-175 0 0,0 1 0 0 0,1 0 1 0 0,1 0-1 0 0,1 0 0 0 0,0 1 0 0 0,2 0 0 0 0,0 0 0 0 0,1 1 1 0 0,0-1-1 0 0,2 1 0 0 0,1-1 0 0 0,2 26 0 0 0,-2-44-146 0 0,-1 1 0 0 0,1-1 0 0 0,0 0 1 0 0,0 1-1 0 0,1-1 0 0 0,-1 0 0 0 0,0 1 0 0 0,0-1 0 0 0,1 0 0 0 0,-1 0 0 0 0,0 1 0 0 0,1-1 0 0 0,0 0 1 0 0,-1 0-1 0 0,1 1 0 0 0,0-1 0 0 0,-1 0 0 0 0,1 0 0 0 0,0 0 0 0 0,0 0 0 0 0,0 0 0 0 0,0 0 0 0 0,0 0 0 0 0,0-1 1 0 0,0 1-1 0 0,0 0 0 0 0,0 0 0 0 0,3 0 0 0 0,-3-1-10 0 0,1 0 0 0 0,0-1 0 0 0,-1 1 1 0 0,1-1-1 0 0,-1 0 0 0 0,1 1 0 0 0,-1-1 0 0 0,1 0 1 0 0,-1 0-1 0 0,1 0 0 0 0,-1 0 0 0 0,0 0 0 0 0,1 0 0 0 0,-1 0 1 0 0,0-1-1 0 0,0 1 0 0 0,0 0 0 0 0,0-1 0 0 0,0 1 0 0 0,0-1 1 0 0,1-2-1 0 0,3-4-41 0 0,-1 1 341 0 0,0 0 0 0 0,0 0 0 0 0,1 1 0 0 0,0 0 0 0 0,0 0-1 0 0,7-6 1 0 0,-11 11-191 0 0,0 0-1 0 0,1 1 0 0 0,-1-1 1 0 0,0 0-1 0 0,1 0 0 0 0,-1 1 1 0 0,1-1-1 0 0,-1 1 0 0 0,1-1 1 0 0,-1 1-1 0 0,1-1 0 0 0,-1 1 1 0 0,1 0-1 0 0,-1 0 0 0 0,1 0 1 0 0,-1 0-1 0 0,1 0 0 0 0,0 0 1 0 0,-1 0-1 0 0,1 1 0 0 0,-1-1 1 0 0,1 1-1 0 0,-1-1 0 0 0,1 1 1 0 0,-1-1-1 0 0,1 1 0 0 0,-1 0 1 0 0,0 0-1 0 0,1 0 0 0 0,-1-1 1 0 0,0 1-1 0 0,0 0 0 0 0,0 1 1 0 0,0-1-1 0 0,1 0 0 0 0,-1 0 0 0 0,0 2 1 0 0,5 4-3 0 0,-1 0 1 0 0,-1 0-1 0 0,1 1 1 0 0,-1 0-1 0 0,-1-1 1 0 0,1 1-1 0 0,-1 1 1 0 0,-1-1-1 0 0,1 0 1 0 0,-1 1-1 0 0,-1-1 0 0 0,0 1 1 0 0,0 0-1 0 0,-1-1 1 0 0,0 11-1 0 0,-1 4-17 0 0,-1 0-1 0 0,-2-1 0 0 0,0 1 0 0 0,-11 34 0 0 0,9-40-50 0 0,0 0-1 0 0,-1 0 0 0 0,-1-1 0 0 0,-1 0 0 0 0,0 0 0 0 0,-1-1 0 0 0,0-1 0 0 0,-2 1 1 0 0,0-2-1 0 0,0 0 0 0 0,-1 0 0 0 0,0-1 0 0 0,-1 0 0 0 0,-16 9 0 0 0,17-16-1758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62 289 456 0 0,'3'-3'729'0'0,"0"-1"-1"0"0,0 1 1 0 0,0-1 0 0 0,0 0-1 0 0,-1 0 1 0 0,1 0 0 0 0,-1 0-1 0 0,0 0 1 0 0,0-1 0 0 0,-1 1-1 0 0,2-8 1 0 0,2 0-38 0 0,1-6 631 0 0,0 0-1 0 0,-1-1 0 0 0,4-24 0 0 0,-8 36-1022 0 0,0 0-1 0 0,-1 0 1 0 0,1 0 0 0 0,-1 1 0 0 0,-1-1 0 0 0,0 0-1 0 0,0 0 1 0 0,0 1 0 0 0,-1-1 0 0 0,1 0-1 0 0,-2 1 1 0 0,-5-13 0 0 0,8 18-212 0 0,-1-1-1 0 0,0 1 1 0 0,0-1 0 0 0,1 1 0 0 0,-1 0-1 0 0,0-1 1 0 0,0 1 0 0 0,0 0-1 0 0,0 0 1 0 0,-1 0 0 0 0,1 0-1 0 0,0 0 1 0 0,0 0 0 0 0,-1 0-1 0 0,1 0 1 0 0,0 0 0 0 0,-1 1 0 0 0,1-1-1 0 0,-1 1 1 0 0,1-1 0 0 0,-1 1-1 0 0,1-1 1 0 0,-4 1 0 0 0,3 0-26 0 0,1 0 1 0 0,-1 1 0 0 0,0 0-1 0 0,0-1 1 0 0,0 1 0 0 0,1 0-1 0 0,-1 0 1 0 0,0 0 0 0 0,1 0 0 0 0,-1 0-1 0 0,1 0 1 0 0,-1 1 0 0 0,1-1-1 0 0,0 0 1 0 0,-1 1 0 0 0,0 2-1 0 0,-5 4 39 0 0,2 1 0 0 0,-1 0 0 0 0,1 1 0 0 0,1 0 0 0 0,-6 15 0 0 0,7-15-72 0 0,1 0 0 0 0,0 0 0 0 0,0 1 0 0 0,1-1 0 0 0,0 1 0 0 0,1-1 0 0 0,0 1 1 0 0,0-1-1 0 0,1 1 0 0 0,1-1 0 0 0,0 1 0 0 0,0-1 0 0 0,1 0 0 0 0,0 0 0 0 0,1 0 0 0 0,6 11 0 0 0,-6-14-24 0 0,1 1 0 0 0,0-1 0 0 0,0 0 0 0 0,1 0-1 0 0,0 0 1 0 0,0-1 0 0 0,0 0 0 0 0,1 0 0 0 0,0-1-1 0 0,0 0 1 0 0,1 0 0 0 0,-1 0 0 0 0,1-1 0 0 0,0 0-1 0 0,0-1 1 0 0,0 0 0 0 0,1 0 0 0 0,-1 0 0 0 0,15 1-1 0 0,-5-2-527 0 0,0-1 1 0 0,0-1-1 0 0,1 0 0 0 0,30-5 0 0 0,-16-1-387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6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54 11058 0 0,'-2'-1'235'0'0,"1"0"1"0"0,0 1-1 0 0,-1-1 0 0 0,1 0 0 0 0,-1 1 0 0 0,1-1 0 0 0,-1 1 0 0 0,1-1 0 0 0,-1 1 1 0 0,1 0-1 0 0,-1 0 0 0 0,1-1 0 0 0,-1 1 0 0 0,1 0 0 0 0,-1 1 0 0 0,0-1 0 0 0,1 0 1 0 0,-1 0-1 0 0,1 1 0 0 0,-1-1 0 0 0,-1 1 0 0 0,1 1-56 0 0,1-1-1 0 0,-1 1 1 0 0,1-1 0 0 0,0 1-1 0 0,-1-1 1 0 0,1 1 0 0 0,0 0-1 0 0,0 0 1 0 0,0 0 0 0 0,0 0-1 0 0,1 0 1 0 0,-1 0-1 0 0,0 0 1 0 0,1 0 0 0 0,-1 0-1 0 0,1 2 1 0 0,-4 16 201 0 0,2 0 0 0 0,0 1 0 0 0,2-1 0 0 0,0 0 0 0 0,5 32 0 0 0,-3-36-328 0 0,1-1 0 0 0,0 0 0 0 0,1 0 0 0 0,1 0 1 0 0,0 0-1 0 0,1 0 0 0 0,14 23 0 0 0,-18-35-59 0 0,0 0 0 0 0,0 0 1 0 0,0 0-1 0 0,1 0 1 0 0,-1 0-1 0 0,1 0 0 0 0,0-1 1 0 0,0 1-1 0 0,0-1 0 0 0,0 0 1 0 0,0 1-1 0 0,0-2 0 0 0,1 1 1 0 0,-1 0-1 0 0,1-1 1 0 0,-1 1-1 0 0,1-1 0 0 0,0 0 1 0 0,-1 0-1 0 0,1 0 0 0 0,0-1 1 0 0,0 0-1 0 0,6 1 0 0 0,-6-2-43 0 0,1 0 1 0 0,-1 0-1 0 0,0-1 0 0 0,0 1 0 0 0,0-1 0 0 0,0 0 0 0 0,0 0 0 0 0,0 0 0 0 0,0 0 0 0 0,-1-1 0 0 0,1 1 0 0 0,-1-1 0 0 0,0 0 0 0 0,0 0 0 0 0,0-1 0 0 0,0 1 0 0 0,0 0 0 0 0,-1-1 0 0 0,1 0 0 0 0,1-5 0 0 0,0 1-4 0 0,-1-1 0 0 0,0 0 0 0 0,0 1 0 0 0,-1-1 0 0 0,-1 0 0 0 0,1-1 0 0 0,-1 1 0 0 0,-1 0 0 0 0,0 0-1 0 0,0 0 1 0 0,-1-1 0 0 0,0 1 0 0 0,-3-13 0 0 0,2 8 36 0 0,0 0 1 0 0,1 0-1 0 0,0 0 1 0 0,3-20-1 0 0,-2 34 29 0 0,0-1 1 0 0,0 1-1 0 0,0-1 1 0 0,0 0-1 0 0,0 1 1 0 0,0-1-1 0 0,1 1 1 0 0,-1-1-1 0 0,0 1 0 0 0,0-1 1 0 0,1 0-1 0 0,-1 1 1 0 0,0-1-1 0 0,1 1 1 0 0,-1-1-1 0 0,0 1 1 0 0,1 0-1 0 0,-1-1 0 0 0,1 1 1 0 0,-1-1-1 0 0,1 1 1 0 0,-1 0-1 0 0,1-1 1 0 0,-1 1-1 0 0,1 0 1 0 0,-1-1-1 0 0,1 1 1 0 0,-1 0-1 0 0,1 0 0 0 0,-1 0 1 0 0,1 0-1 0 0,0-1 1 0 0,-1 1-1 0 0,1 0 1 0 0,-1 0-1 0 0,1 0 1 0 0,0 0-1 0 0,-1 0 1 0 0,1 0-1 0 0,-1 1 0 0 0,1-1 1 0 0,-1 0-1 0 0,1 0 1 0 0,0 0-1 0 0,-1 0 1 0 0,1 1-1 0 0,-1-1 1 0 0,1 0-1 0 0,-1 1 0 0 0,1-1 1 0 0,-1 0-1 0 0,1 1 1 0 0,0 0-1 0 0,34 25 564 0 0,-25-17-322 0 0,0-2-104 0 0,1 0 0 0 0,0 0 1 0 0,1-1-1 0 0,0-1 1 0 0,0 1-1 0 0,23 5 0 0 0,-31-10-119 0 0,-1 0-1 0 0,0-1 0 0 0,1 1 1 0 0,-1-1-1 0 0,1 0 0 0 0,-1 0 1 0 0,1 0-1 0 0,-1-1 1 0 0,1 1-1 0 0,-1-1 0 0 0,0 0 1 0 0,1 0-1 0 0,4-2 0 0 0,-6 2-7 0 0,0-1 0 0 0,0 1 0 0 0,0-1 1 0 0,0 1-1 0 0,0-1 0 0 0,0 0 0 0 0,-1 0 0 0 0,1 0 0 0 0,0 0 0 0 0,-1-1 0 0 0,0 1 0 0 0,1 0 0 0 0,-1 0 0 0 0,0-1 0 0 0,0 1 1 0 0,0-1-1 0 0,-1 1 0 0 0,1-1 0 0 0,0 1 0 0 0,-1-4 0 0 0,1-2 40 0 0,-1 1 0 0 0,0-1 0 0 0,-1 1 0 0 0,0-1 0 0 0,0 1 0 0 0,0 0 0 0 0,-1-1 0 0 0,0 1 0 0 0,-1 0 0 0 0,1 0-1 0 0,-8-12 1 0 0,8 15-85 0 0,0 0-1 0 0,0-1 0 0 0,-1 1 0 0 0,0 0 0 0 0,1 1 0 0 0,-1-1 0 0 0,-1 0 0 0 0,1 1 0 0 0,0 0 0 0 0,-1 0 1 0 0,0 0-1 0 0,0 0 0 0 0,0 0 0 0 0,0 1 0 0 0,0 0 0 0 0,0 0 0 0 0,0 0 0 0 0,-1 0 0 0 0,-7-1 0 0 0,2 4-2089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6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41 3681 0 0,'-1'-3'345'0'0,"-1"0"0"0"0,0 0 0 0 0,0 1 0 0 0,0-1 1 0 0,0 1-1 0 0,0-1 0 0 0,0 1 0 0 0,-1 0 0 0 0,1 0 0 0 0,-1 0 1 0 0,1 0-1 0 0,-1 0 0 0 0,0 1 0 0 0,0-1 0 0 0,0 1 0 0 0,0 0 1 0 0,0 0-1 0 0,0 0 0 0 0,0 0 0 0 0,0 0 0 0 0,-1 1 0 0 0,1-1 1 0 0,0 1-1 0 0,0 0 0 0 0,-1 0 0 0 0,1 0 0 0 0,0 1 0 0 0,0-1 1 0 0,-1 1-1 0 0,1-1 0 0 0,0 1 0 0 0,0 0 0 0 0,0 0 0 0 0,0 1 1 0 0,0-1-1 0 0,0 1 0 0 0,1-1 0 0 0,-1 1 0 0 0,0 0 0 0 0,1 0 1 0 0,-1 0-1 0 0,1 0 0 0 0,-3 4 0 0 0,-4 4-179 0 0,1 1-1 0 0,1 0 1 0 0,0 0 0 0 0,1 1-1 0 0,0 0 1 0 0,0 0-1 0 0,1 0 1 0 0,1 0 0 0 0,0 1-1 0 0,1 0 1 0 0,0 0 0 0 0,1 0-1 0 0,1 0 1 0 0,0 0 0 0 0,1 0-1 0 0,0 0 1 0 0,1 1-1 0 0,0-1 1 0 0,4 16 0 0 0,-4-25-244 0 0,0-1 1 0 0,1 1 0 0 0,-1-1-1 0 0,1 1 1 0 0,0-1 0 0 0,0 0-1 0 0,0 0 1 0 0,0 0 0 0 0,0 0-1 0 0,1 0 1 0 0,0 0 0 0 0,-1 0-1 0 0,1-1 1 0 0,3 3 0 0 0,-4-4 32 0 0,0 0 0 0 0,-1-1 0 0 0,1 1 0 0 0,0 0 0 0 0,-1-1 0 0 0,1 1 0 0 0,0-1 0 0 0,0 1 0 0 0,0-1 0 0 0,-1 0 0 0 0,1 0 0 0 0,0 0 0 0 0,0 0 0 0 0,0 0 0 0 0,0 0 0 0 0,-1-1 0 0 0,1 1 0 0 0,0-1 0 0 0,0 1 1 0 0,-1-1-1 0 0,1 1 0 0 0,0-1 0 0 0,-1 0 0 0 0,1 0 0 0 0,-1 0 0 0 0,1 0 0 0 0,-1 0 0 0 0,1 0 0 0 0,-1-1 0 0 0,2 0 0 0 0,6-8-379 0 0,-1 0 0 0 0,-1 0 0 0 0,1 0 0 0 0,-2-1 0 0 0,1 0 0 0 0,-1 0 0 0 0,-1-1 1 0 0,5-15-1 0 0,-3 10 1338 0 0,0 1 0 0 0,1-1 0 0 0,11-15 0 0 0,-19 31-847 0 0,1 0 0 0 0,-1 1 0 0 0,0-1 0 0 0,1 0 0 0 0,-1 0 0 0 0,1 1 0 0 0,-1-1-1 0 0,1 0 1 0 0,0 1 0 0 0,-1-1 0 0 0,1 0 0 0 0,-1 1 0 0 0,1-1 0 0 0,0 1 0 0 0,0-1 0 0 0,-1 1 0 0 0,1-1 0 0 0,0 1-1 0 0,0 0 1 0 0,0-1 0 0 0,-1 1 0 0 0,1 0 0 0 0,0 0 0 0 0,0 0 0 0 0,0 0 0 0 0,0-1 0 0 0,0 1 0 0 0,-1 0-1 0 0,1 0 1 0 0,0 1 0 0 0,0-1 0 0 0,0 0 0 0 0,0 0 0 0 0,0 0 0 0 0,0 0 0 0 0,-1 1 0 0 0,1-1 0 0 0,0 0 0 0 0,0 1-1 0 0,-1-1 1 0 0,1 1 0 0 0,0-1 0 0 0,0 1 0 0 0,-1-1 0 0 0,1 1 0 0 0,0 0 0 0 0,-1-1 0 0 0,1 1 0 0 0,-1 0 0 0 0,1-1-1 0 0,-1 1 1 0 0,1 1 0 0 0,5 7 30 0 0,-1 0 0 0 0,0 0 0 0 0,6 18 0 0 0,-5-10 167 0 0,-3-13-278 0 0,-1 1 0 0 0,1-1-1 0 0,-1 0 1 0 0,1 0 0 0 0,1 0 0 0 0,-1 0-1 0 0,0-1 1 0 0,1 1 0 0 0,0-1-1 0 0,0 0 1 0 0,0 0 0 0 0,0 0-1 0 0,0-1 1 0 0,1 1 0 0 0,-1-1-1 0 0,1 0 1 0 0,5 2 0 0 0,31 3-6887 0 0,-22-5-205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6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 12899 0 0,'-5'-6'6936'0'0,"6"11"-6232"0"0,28 122 1046 0 0,15 142-1 0 0,-41-240-1696 0 0,1-1-1 0 0,8 32 0 0 0,-9-49-329 0 0,1-1-1 0 0,0 0 1 0 0,0 0-1 0 0,1 0 1 0 0,0 0-1 0 0,1-1 1 0 0,-1 0-1 0 0,15 16 1 0 0,-2-7-7538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7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 8754 0 0,'-1'-4'12218'0'0,"35"135"-9681"0"0,15 47-1901 0 0,-37-143-615 0 0,1-2-1 0 0,2 0 0 0 0,22 37 0 0 0,-25-51-357 0 0,-2 0-83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7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12443 0 0,'-1'-1'221'0'0,"-1"1"0"0"0,1 0 1 0 0,0 1-1 0 0,-1-1 0 0 0,1 0 0 0 0,-1 0 1 0 0,1 1-1 0 0,-1-1 0 0 0,1 0 1 0 0,0 1-1 0 0,-1 0 0 0 0,1-1 0 0 0,0 1 1 0 0,-1 0-1 0 0,1 0 0 0 0,0-1 1 0 0,0 1-1 0 0,0 0 0 0 0,0 0 0 0 0,0 0 1 0 0,0 1-1 0 0,0-1 0 0 0,0 0 1 0 0,0 0-1 0 0,0 0 0 0 0,1 1 0 0 0,-1-1 1 0 0,0 0-1 0 0,1 1 0 0 0,-1-1 1 0 0,1 0-1 0 0,0 1 0 0 0,-1-1 0 0 0,1 1 1 0 0,0-1-1 0 0,0 1 0 0 0,0-1 1 0 0,0 1-1 0 0,0 1 0 0 0,1 8-4 0 0,0 0 0 0 0,1 0 0 0 0,0 0 0 0 0,5 14 0 0 0,-3-9 176 0 0,113 400 200 0 0,-81-293-826 0 0,-22-78-2874 0 0,-9-29-321 0 0,3 12-3711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8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0 293 6913 0 0,'1'-4'206'0'0,"-1"1"-1"0"0,1-1 1 0 0,0 1-1 0 0,0 0 0 0 0,0-1 1 0 0,1 1-1 0 0,-1 0 1 0 0,1 0-1 0 0,-1 0 0 0 0,4-5 1 0 0,25-30 1317 0 0,-21 28-749 0 0,9-10 458 0 0,1 0 0 0 0,1 2 0 0 0,1 0 0 0 0,0 1-1 0 0,1 1 1 0 0,38-21 0 0 0,-38 26-911 0 0,0 1 0 0 0,0 0 0 0 0,1 2 0 0 0,32-8 0 0 0,-53 15-293 0 0,0 1 0 0 0,1-1 0 0 0,-1 1 0 0 0,0 0 0 0 0,1 0 0 0 0,-1 0 1 0 0,1 0-1 0 0,-1 0 0 0 0,0 1 0 0 0,1-1 0 0 0,-1 1 0 0 0,0-1 0 0 0,1 1 0 0 0,-1 0 0 0 0,0 0 0 0 0,0 0 0 0 0,0 0 0 0 0,0 0 0 0 0,0 1 1 0 0,0-1-1 0 0,0 1 0 0 0,0-1 0 0 0,0 1 0 0 0,-1 0 0 0 0,3 1 0 0 0,2 6 121 0 0,-1-1 1 0 0,0 1-1 0 0,0 0 1 0 0,6 18-1 0 0,12 19 208 0 0,-17-36-470 0 0,9 11 93 0 0,-1 1-1 0 0,-1 0 0 0 0,-1 1 0 0 0,12 32 1 0 0,-24-55 21 0 0,14 31 241 0 0,-14-31-237 0 0,0 0 0 0 0,1 1 1 0 0,-1-1-1 0 0,0 0 0 0 0,0 0 0 0 0,1 1 1 0 0,-1-1-1 0 0,0 0 0 0 0,1 0 1 0 0,-1 0-1 0 0,0 1 0 0 0,1-1 1 0 0,-1 0-1 0 0,0 0 0 0 0,1 0 0 0 0,-1 0 1 0 0,1 0-1 0 0,-1 0 0 0 0,0 0 1 0 0,1 0-1 0 0,-1 0 0 0 0,1 0 0 0 0,-1 0 1 0 0,0 0-1 0 0,1 0 0 0 0,-1 0 1 0 0,1 0-1 0 0,12-14 61 0 0,-6 0-67 0 0,-1 0 1 0 0,0 0-1 0 0,4-17 0 0 0,-6 18 4 0 0,0 1 0 0 0,1-1-1 0 0,0 0 1 0 0,14-20 0 0 0,-18 30 40 0 0,1 1-1 0 0,0-1 1 0 0,0 1 0 0 0,0 0 0 0 0,0 0-1 0 0,0 0 1 0 0,1 0 0 0 0,-1 0 0 0 0,0 0 0 0 0,1 0-1 0 0,0 1 1 0 0,-1-1 0 0 0,1 1 0 0 0,0 0-1 0 0,3-1 1 0 0,-4 2-8 0 0,0 0 0 0 0,0-1 0 0 0,-1 1-1 0 0,1 1 1 0 0,0-1 0 0 0,0 0 0 0 0,-1 0 0 0 0,1 1-1 0 0,0-1 1 0 0,-1 1 0 0 0,1-1 0 0 0,0 1 0 0 0,-1 0-1 0 0,1-1 1 0 0,-1 1 0 0 0,1 0 0 0 0,-1 0 0 0 0,1 0 0 0 0,-1 0-1 0 0,0 1 1 0 0,0-1 0 0 0,1 0 0 0 0,-1 1 0 0 0,0-1-1 0 0,0 0 1 0 0,0 1 0 0 0,1 1 0 0 0,1 3-105 0 0,0-1 0 0 0,1-1 1 0 0,0 1-1 0 0,0 0 1 0 0,0-1-1 0 0,1 0 0 0 0,-1 0 1 0 0,1 0-1 0 0,0 0 0 0 0,0-1 1 0 0,9 4-1 0 0,21 4-6925 0 0,-12-7-575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8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26 2304 0 0,'-1'-2'270'0'0,"1"1"-1"0"0,-2-1 0 0 0,1 0 1 0 0,0 1-1 0 0,0-1 0 0 0,0 1 1 0 0,-1-1-1 0 0,1 1 0 0 0,-1 0 1 0 0,1-1-1 0 0,-1 1 0 0 0,0 0 1 0 0,1 0-1 0 0,-1 0 0 0 0,0 0 1 0 0,0 0-1 0 0,0 1 0 0 0,1-1 1 0 0,-5 0-1 0 0,4 1 82 0 0,1 0 0 0 0,-1 0 1 0 0,0 1-1 0 0,1-1 0 0 0,-1 1 0 0 0,1-1 1 0 0,-1 1-1 0 0,1 0 0 0 0,0-1 0 0 0,-1 1 0 0 0,1 0 1 0 0,0 0-1 0 0,-1 0 0 0 0,1 0 0 0 0,0 0 1 0 0,0 1-1 0 0,0-1 0 0 0,0 0 0 0 0,-1 2 0 0 0,-3 3 838 0 0,1 1 0 0 0,0 0 0 0 0,0 0 0 0 0,-4 12 0 0 0,-2 11-1371 0 0,-21 93 1116 0 0,27-106-888 0 0,2 0-1 0 0,0 0 0 0 0,1 0 1 0 0,1 0-1 0 0,2 23 1 0 0,-2-38-64 0 0,0 0 0 0 0,1 0 0 0 0,-1 0 0 0 0,0 0 0 0 0,0 1 0 0 0,1-1 0 0 0,0 0 0 0 0,-1 0 0 0 0,1 0 0 0 0,0 0 0 0 0,0 0 0 0 0,0-1 0 0 0,0 1 0 0 0,0 0 0 0 0,0 0 0 0 0,1-1 0 0 0,-1 1 0 0 0,0 0 0 0 0,1-1 0 0 0,-1 0 0 0 0,1 1 0 0 0,0-1 0 0 0,0 0 0 0 0,-1 0 0 0 0,1 0 0 0 0,0 0 0 0 0,0 0 0 0 0,0 0 0 0 0,0 0 0 0 0,3 0 0 0 0,-2-1-43 0 0,0 0 0 0 0,0-1 0 0 0,0 1 1 0 0,0-1-1 0 0,0 0 0 0 0,0 0 0 0 0,0 0 0 0 0,-1 0 0 0 0,1 0 1 0 0,0-1-1 0 0,-1 1 0 0 0,1-1 0 0 0,-1 0 0 0 0,1 0 1 0 0,-1 0-1 0 0,0 0 0 0 0,0 0 0 0 0,0 0 0 0 0,0 0 0 0 0,3-5 1 0 0,3-7 116 0 0,0 1 1 0 0,-1-1 0 0 0,-1-1-1 0 0,0 0 1 0 0,-1 1 0 0 0,-1-2-1 0 0,6-30 1 0 0,7-26 1603 0 0,-16 70-1618 0 0,-1 1 0 0 0,0 0 0 0 0,0 0 0 0 0,1-1 0 0 0,-1 1 0 0 0,1 0 0 0 0,-1 0 0 0 0,1 0 0 0 0,0 0 0 0 0,-1 0 0 0 0,1 0 0 0 0,0 0 0 0 0,0 0 0 0 0,0 0 0 0 0,-1 0 0 0 0,1 0 0 0 0,0 0 0 0 0,0 1 0 0 0,0-1 0 0 0,1 0 0 0 0,0 0 0 0 0,-1 1-9 0 0,0 0 1 0 0,0 0-1 0 0,0 0 1 0 0,0 0 0 0 0,0 0-1 0 0,0 1 1 0 0,0-1-1 0 0,0 0 1 0 0,0 1-1 0 0,-1-1 1 0 0,1 0 0 0 0,0 1-1 0 0,0-1 1 0 0,0 1-1 0 0,0-1 1 0 0,-1 1-1 0 0,1 0 1 0 0,0-1-1 0 0,0 1 1 0 0,0 1 0 0 0,6 7 150 0 0,0 0 0 0 0,-1 1 0 0 0,9 17 0 0 0,-9-15-143 0 0,2 1-29 0 0,0 0-1 0 0,1 0 1 0 0,0 0-1 0 0,11 10 1 0 0,-16-19-238 0 0,0 0 0 0 0,1-1 1 0 0,-1 1-1 0 0,1-1 0 0 0,-1 0 0 0 0,1 0 1 0 0,0-1-1 0 0,0 0 0 0 0,0 0 0 0 0,1 0 1 0 0,-1 0-1 0 0,0-1 0 0 0,1 0 0 0 0,8 1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9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9218 0 0,'2'7'8876'0'0,"8"33"-5623"0"0,6 34-1390 0 0,28 75-1 0 0,-11-38-1449 0 0,12 20-1209 0 0,-39-114 426 0 0,1 3-280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9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0 101 15203 0 0,'28'-14'2537'0'0,"91"-42"606"0"0,-102 49-3912 0 0,0 2-1 0 0,0 0 1 0 0,1 0 0 0 0,-1 2 0 0 0,24-2-1 0 0,-16 4 722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09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4609 0 0,'-9'4'16850'0'0,"10"4"-18218"0"0,11 114 4610 0 0,15-5-4713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0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30 15203 0 0,'-5'-13'672'0'0,"2"6"145"0"0,0 2-657 0 0,1 1 1448 0 0,0 6-728 0 0,1 4 8 0 0,2 5-808 0 0,1 1-160 0 0,0 3-32 0 0,9 7-3480 0 0,3-4-697 0 0,1-3-144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0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5529 0 0,'3'0'245'0'0,"0"0"0"0"0,0 1 0 0 0,0 0-1 0 0,0-1 1 0 0,0 1 0 0 0,-1 0 0 0 0,1 1 0 0 0,0-1-1 0 0,-1 0 1 0 0,1 1 0 0 0,-1-1 0 0 0,1 1 0 0 0,-1 0-1 0 0,0 0 1 0 0,0 0 0 0 0,0 0 0 0 0,0 0 0 0 0,0 0 0 0 0,0 1-1 0 0,0-1 1 0 0,-1 1 0 0 0,1-1 0 0 0,1 5 0 0 0,4 9 1846 0 0,-1 0-1 0 0,0 0 1 0 0,3 17 0 0 0,-1-5-887 0 0,-7-27-1217 0 0,-1 1-1 0 0,0-1 0 0 0,1 1 0 0 0,-1-1 0 0 0,1 1 1 0 0,0-1-1 0 0,-1 1 0 0 0,1-1 0 0 0,0 0 0 0 0,0 0 1 0 0,0 1-1 0 0,0-1 0 0 0,0 0 0 0 0,0 0 0 0 0,2 2 0 0 0,-2-3-2 0 0,-1 0 0 0 0,1 0 1 0 0,-1 0-1 0 0,1 0 0 0 0,-1 0 0 0 0,1 0 0 0 0,-1-1 0 0 0,1 1 0 0 0,-1 0 0 0 0,0 0 0 0 0,1 0 0 0 0,-1-1 0 0 0,1 1 0 0 0,-1 0 0 0 0,1 0 0 0 0,-1-1 0 0 0,0 1 0 0 0,1 0 0 0 0,-1-1 0 0 0,0 1 0 0 0,1-1 0 0 0,-1 1 0 0 0,0 0 0 0 0,0-1 0 0 0,1 1 0 0 0,-1-1 0 0 0,0 1 0 0 0,0-1 0 0 0,0 1 0 0 0,1-1 0 0 0,2-7-144 0 0,-1 0-1 0 0,1 0 0 0 0,-1 0 0 0 0,1-10 0 0 0,-2 9 130 0 0,12-63 398 0 0,-12 67-232 0 0,1-1 0 0 0,-1 1 1 0 0,1 0-1 0 0,0 0 0 0 0,1 0 1 0 0,-1 0-1 0 0,1 0 1 0 0,0 0-1 0 0,0 1 0 0 0,6-7 1 0 0,-8 10-91 0 0,0 1 1 0 0,1-1-1 0 0,-1 0 1 0 0,0 1-1 0 0,0-1 1 0 0,0 1 0 0 0,1-1-1 0 0,-1 1 1 0 0,0 0-1 0 0,1-1 1 0 0,-1 1-1 0 0,0 0 1 0 0,1 0 0 0 0,-1 0-1 0 0,0 0 1 0 0,1 0-1 0 0,-1 0 1 0 0,0 0 0 0 0,1 1-1 0 0,-1-1 1 0 0,0 0-1 0 0,0 1 1 0 0,1-1-1 0 0,-1 1 1 0 0,0-1 0 0 0,0 1-1 0 0,0 0 1 0 0,1 0-1 0 0,-1-1 1 0 0,0 1-1 0 0,0 0 1 0 0,0 0 0 0 0,0 0-1 0 0,-1 0 1 0 0,1 0-1 0 0,0 0 1 0 0,1 2-1 0 0,5 6 91 0 0,0 0-1 0 0,0 1 1 0 0,6 12-1 0 0,-9-15-56 0 0,53 81-727 0 0,-47-75 24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24 6449 0 0,'-1'-2'337'0'0,"0"1"-1"0"0,0-1 1 0 0,0 1-1 0 0,1 0 0 0 0,-1-1 1 0 0,-1 1-1 0 0,1 0 1 0 0,0 0-1 0 0,0-1 1 0 0,0 1-1 0 0,-1 0 0 0 0,1 0 1 0 0,0 1-1 0 0,-1-1 1 0 0,1 0-1 0 0,-1 0 1 0 0,1 1-1 0 0,-1-1 0 0 0,1 1 1 0 0,-1-1-1 0 0,0 1 1 0 0,1-1-1 0 0,-1 1 1 0 0,0 0-1 0 0,1 0 0 0 0,-1 0 1 0 0,1 0-1 0 0,-1 0 1 0 0,0 0-1 0 0,1 1 0 0 0,-1-1 1 0 0,0 0-1 0 0,1 1 1 0 0,-3 1-1 0 0,0-1-47 0 0,0 1 0 0 0,0 0 0 0 0,0 0 0 0 0,0 1-1 0 0,0-1 1 0 0,1 1 0 0 0,0-1 0 0 0,-1 1 0 0 0,1 0 0 0 0,0 1 0 0 0,0-1 0 0 0,-2 4-1 0 0,0 2-212 0 0,1 0 0 0 0,0 0 0 0 0,1 0-1 0 0,0 1 1 0 0,0 0 0 0 0,1-1-1 0 0,0 1 1 0 0,0 0 0 0 0,2 0 0 0 0,-1 0-1 0 0,1 0 1 0 0,0 0 0 0 0,1 0-1 0 0,0 0 1 0 0,1 0 0 0 0,0-1 0 0 0,1 1-1 0 0,-1 0 1 0 0,2-1 0 0 0,0 0 0 0 0,0 0-1 0 0,0 0 1 0 0,1 0 0 0 0,0-1-1 0 0,1 1 1 0 0,0-1 0 0 0,0-1 0 0 0,1 1-1 0 0,0-1 1 0 0,0 0 0 0 0,16 10 0 0 0,-18-14-256 0 0,0 0 0 0 0,-1-1 0 0 0,1 0 0 0 0,0 0 0 0 0,1-1 0 0 0,-1 1 0 0 0,0-1 0 0 0,0 0 0 0 0,0-1 1 0 0,1 1-1 0 0,-1-1 0 0 0,0 0 0 0 0,1 0 0 0 0,-1-1 0 0 0,0 0 0 0 0,1 1 0 0 0,-1-2 0 0 0,0 1 0 0 0,10-4 0 0 0,2-3-748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1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79 8290 0 0,'-2'3'3921'0'0,"2"-3"-3862"0"0,8 7 3161 0 0,22 15 965 0 0,-7-7-2961 0 0,-14-7-960 0 0,0 0 0 0 0,0 1 0 0 0,-1 0-1 0 0,0 0 1 0 0,-1 1 0 0 0,9 13 0 0 0,29 67 110 0 0,-22-41-284 0 0,-30-65-167 0 0,0 0 0 0 0,1-1 0 0 0,0 0 0 0 0,1 0-1 0 0,1-1 1 0 0,1 1 0 0 0,1-1 0 0 0,0 0 0 0 0,1 0-1 0 0,1 0 1 0 0,1 1 0 0 0,0-1 0 0 0,1 0 0 0 0,1 0-1 0 0,1 1 1 0 0,7-19 0 0 0,-2 9-1145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1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1 228 456 0 0,'0'1'96'0'0,"1"-1"1"0"0,-1 1-1 0 0,1-1 0 0 0,-1 1 1 0 0,1-1-1 0 0,-1 1 0 0 0,1-1 1 0 0,0 1-1 0 0,-1-1 1 0 0,1 0-1 0 0,0 1 0 0 0,-1-1 1 0 0,1 0-1 0 0,0 1 0 0 0,-1-1 1 0 0,1 0-1 0 0,0 0 0 0 0,0 0 1 0 0,-1 0-1 0 0,1 0 0 0 0,0 0 1 0 0,0 0-1 0 0,-1 0 0 0 0,1 0 1 0 0,0 0-1 0 0,0 0 0 0 0,-1 0 1 0 0,1-1-1 0 0,1 1 0 0 0,1-2 265 0 0,1 1-1 0 0,-1-1 0 0 0,0 0 1 0 0,-1 0-1 0 0,1 0 0 0 0,0 0 1 0 0,3-4-1 0 0,3-4 997 0 0,1-1 0 0 0,12-19 0 0 0,-15 18-336 0 0,1 0 0 0 0,-2-1 0 0 0,8-21 0 0 0,-12 29-502 0 0,0-1-1 0 0,0 1 1 0 0,-1-1-1 0 0,0 0 1 0 0,0 1 0 0 0,-1-1-1 0 0,1 0 1 0 0,-1 1-1 0 0,0-1 1 0 0,-1 0-1 0 0,-1-10 1 0 0,1 15-460 0 0,1 1 0 0 0,0-1 0 0 0,0 0 0 0 0,0 0 0 0 0,0 1 0 0 0,-1-1 1 0 0,1 0-1 0 0,0 1 0 0 0,-1-1 0 0 0,1 0 0 0 0,-1 1 0 0 0,1-1 0 0 0,-1 0 0 0 0,1 1 0 0 0,-1-1 0 0 0,1 1 0 0 0,-1-1 0 0 0,1 1 0 0 0,-1-1 0 0 0,0 1 0 0 0,1-1 0 0 0,-1 1 1 0 0,-1-1-1 0 0,2 1-33 0 0,-1 0-1 0 0,0 0 1 0 0,1 1 0 0 0,-1-1 0 0 0,0 0 0 0 0,1 0 0 0 0,-1 0 0 0 0,0 1 0 0 0,1-1 0 0 0,-1 0 0 0 0,0 1 0 0 0,1-1 0 0 0,-1 0 0 0 0,1 1 0 0 0,-1-1 0 0 0,1 1-1 0 0,-1-1 1 0 0,1 1 0 0 0,-2 0 0 0 0,0 2-13 0 0,0 0 0 0 0,0 0 0 0 0,0 0 1 0 0,0 1-1 0 0,1-1 0 0 0,-1 0 0 0 0,1 1 0 0 0,-2 4 0 0 0,3-3-4 0 0,-1 1 1 0 0,1-1 0 0 0,0 0-1 0 0,0 1 1 0 0,1-1-1 0 0,0 0 1 0 0,-1 1-1 0 0,2-1 1 0 0,-1 0-1 0 0,1 0 1 0 0,0 0 0 0 0,0 0-1 0 0,0 0 1 0 0,1 0-1 0 0,4 7 1 0 0,-2-6-470 0 0,0 0 0 0 0,0 0 0 0 0,0 0 1 0 0,1 0-1 0 0,0-1 0 0 0,0 0 0 0 0,1 0 0 0 0,-1-1 1 0 0,15 8-1 0 0,-5-5-6258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1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52 9674 0 0,'0'-3'-274'0'0,"-8"-35"3176"0"0,8 37-2731 0 0,-1 0-1 0 0,1 1 1 0 0,0-1 0 0 0,0 0-1 0 0,-1 1 1 0 0,1-1 0 0 0,-1 1 0 0 0,1-1-1 0 0,0 1 1 0 0,-1-1 0 0 0,1 1-1 0 0,-1-1 1 0 0,1 1 0 0 0,-1 0-1 0 0,0-1 1 0 0,1 1 0 0 0,-1 0 0 0 0,1-1-1 0 0,-1 1 1 0 0,-1-1 0 0 0,1 1 4 0 0,0 1 1 0 0,0-1-1 0 0,0 0 0 0 0,0 0 1 0 0,0 0-1 0 0,0 1 1 0 0,0-1-1 0 0,0 0 1 0 0,0 1-1 0 0,1-1 1 0 0,-1 1-1 0 0,0-1 0 0 0,0 1 1 0 0,0 0-1 0 0,0-1 1 0 0,1 1-1 0 0,-1 0 1 0 0,-1 1-1 0 0,-3 4-39 0 0,1-1 0 0 0,-1 1 0 0 0,1 1 0 0 0,1-1 0 0 0,-1 1 0 0 0,1-1 0 0 0,0 1 0 0 0,1 0 0 0 0,-1 0 0 0 0,1 1 0 0 0,-1 10 0 0 0,1-3-157 0 0,0-1 1 0 0,1 1-1 0 0,1 0 0 0 0,2 26 0 0 0,-1-36-20 0 0,0 0-1 0 0,0 0 1 0 0,1 0-1 0 0,-1 0 1 0 0,1 0-1 0 0,0 0 0 0 0,0 0 1 0 0,1 0-1 0 0,0-1 1 0 0,5 7-1 0 0,-8-10-48 0 0,1 0 1 0 0,0 0-1 0 0,0 0 0 0 0,0 0 1 0 0,0 0-1 0 0,0 0 0 0 0,0 0 1 0 0,1-1-1 0 0,-1 1 0 0 0,0 0 1 0 0,0-1-1 0 0,1 1 0 0 0,-1-1 1 0 0,0 1-1 0 0,0-1 0 0 0,1 1 1 0 0,-1-1-1 0 0,1 0 1 0 0,-1 0-1 0 0,0 0 0 0 0,1 0 1 0 0,-1 0-1 0 0,0 0 0 0 0,1 0 1 0 0,-1 0-1 0 0,1-1 0 0 0,-1 1 1 0 0,0 0-1 0 0,1-1 0 0 0,-1 1 1 0 0,0-1-1 0 0,0 0 0 0 0,0 1 1 0 0,1-1-1 0 0,-1 0 0 0 0,0 0 1 0 0,0 0-1 0 0,0 0 0 0 0,0 1 1 0 0,0-1-1 0 0,0-1 0 0 0,0 1 1 0 0,0-1-1 0 0,12-13-1174 0 0,-2-1 0 0 0,0 0 0 0 0,12-24-1 0 0,9-15 1836 0 0,-26 47 770 0 0,0 0 0 0 0,0 0 0 0 0,1 0-1 0 0,8-6 1 0 0,-15 13-1226 0 0,1 1 0 0 0,-1-1 0 0 0,1 1 0 0 0,0-1 0 0 0,-1 1 0 0 0,1-1-1 0 0,0 1 1 0 0,0 0 0 0 0,-1-1 0 0 0,1 1 0 0 0,0 0 0 0 0,0 0 0 0 0,-1-1 0 0 0,1 1 0 0 0,0 0 0 0 0,0 0 0 0 0,0 0 0 0 0,-1 0 0 0 0,1 0-1 0 0,0 0 1 0 0,0 0 0 0 0,0 0 0 0 0,-1 0 0 0 0,1 1 0 0 0,0-1 0 0 0,0 0 0 0 0,0 0 0 0 0,-1 1 0 0 0,1-1 0 0 0,0 1 0 0 0,-1-1 0 0 0,1 0-1 0 0,0 1 1 0 0,-1-1 0 0 0,1 1 0 0 0,0 0 0 0 0,-1-1 0 0 0,1 1 0 0 0,-1-1 0 0 0,2 2 0 0 0,18 37-186 0 0,-11-21 35 0 0,16 10-515 0 0,-4-13-5753 0 0,-4-7-704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4145 0 0,'-3'0'796'0'0,"0"0"-1"0"0,-1 1 1 0 0,1-1 0 0 0,0 1 0 0 0,0 0-1 0 0,0 0 1 0 0,0 0 0 0 0,-1 0 0 0 0,1 1 0 0 0,1-1-1 0 0,-1 1 1 0 0,-3 2 0 0 0,0 0-393 0 0,1 1 1 0 0,-1 0 0 0 0,1 0-1 0 0,1 0 1 0 0,-7 8 0 0 0,4-2-396 0 0,-1 1 1 0 0,2 0 0 0 0,-1 0-1 0 0,2 0 1 0 0,-7 19 0 0 0,10-24 85 0 0,0 1 1 0 0,0 0 0 0 0,1-1 0 0 0,0 1 0 0 0,0 0 0 0 0,1 0 0 0 0,0 0 0 0 0,0 0 0 0 0,1 0-1 0 0,0 0 1 0 0,2 9 0 0 0,-1-11-30 0 0,0-1-1 0 0,0 1 1 0 0,1-1 0 0 0,0 0-1 0 0,0 0 1 0 0,0 0 0 0 0,0 0-1 0 0,1-1 1 0 0,0 1-1 0 0,0-1 1 0 0,0 0 0 0 0,0 0-1 0 0,1 0 1 0 0,-1-1-1 0 0,11 6 1 0 0,40 19 675 0 0,-43-23-662 0 0,0 0 1 0 0,0 0-1 0 0,-1 2 1 0 0,0-1-1 0 0,0 2 1 0 0,-1-1-1 0 0,0 1 1 0 0,0 1-1 0 0,10 11 0 0 0,-19-19-81 0 0,0 1-1 0 0,0-1 1 0 0,0 1-1 0 0,0-1 1 0 0,-1 1-1 0 0,1-1 1 0 0,0 1-1 0 0,-1 0 1 0 0,1 0-1 0 0,-1-1 1 0 0,1 1-1 0 0,-1 0 1 0 0,0 0-1 0 0,0 0 0 0 0,0-1 1 0 0,0 1-1 0 0,0 0 1 0 0,0 0-1 0 0,-1 0 1 0 0,0 2-1 0 0,0-1 19 0 0,0 0 0 0 0,-1 1 0 0 0,0-1 0 0 0,1 0 0 0 0,-1 0-1 0 0,0 0 1 0 0,-1 0 0 0 0,1-1 0 0 0,-5 6 0 0 0,0-3-357 0 0,0 0 0 0 0,1 0-1 0 0,-2 0 1 0 0,1 0 0 0 0,0-1 0 0 0,-1-1 0 0 0,0 1 0 0 0,-8 2 0 0 0,0-3-6088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2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8754 0 0,'12'-9'512'0'0,"1"-1"1"0"0,-2 0 0 0 0,0-1-1 0 0,0 0 1 0 0,-1-1 0 0 0,0 0-1 0 0,-1 0 1 0 0,0-1-1 0 0,-1 0 1 0 0,-1-1 0 0 0,0 0-1 0 0,6-18 1 0 0,-12 31-428 0 0,0-1 0 0 0,-1 1-1 0 0,1 0 1 0 0,-1-1 0 0 0,1 1 0 0 0,-1 0 0 0 0,0-1-1 0 0,0 1 1 0 0,1 0 0 0 0,-1-1 0 0 0,0 1 0 0 0,0-1-1 0 0,0 1 1 0 0,-1 0 0 0 0,1-1 0 0 0,0 1 0 0 0,0-1-1 0 0,-1 1 1 0 0,1 0 0 0 0,-1-1 0 0 0,1 1 0 0 0,-1 0-1 0 0,0 0 1 0 0,1-1 0 0 0,-1 1 0 0 0,0 0 0 0 0,0 0-1 0 0,0 0 1 0 0,0 0 0 0 0,0 0 0 0 0,0 0-1 0 0,0 0 1 0 0,0 0 0 0 0,0 1 0 0 0,0-1 0 0 0,0 0-1 0 0,-1 1 1 0 0,1-1 0 0 0,0 1 0 0 0,-3-1 0 0 0,2 0 37 0 0,0 1 0 0 0,0 0 1 0 0,-1 0-1 0 0,1 0 0 0 0,0 0 0 0 0,0 0 1 0 0,0 1-1 0 0,-1-1 0 0 0,1 1 1 0 0,0-1-1 0 0,0 1 0 0 0,0 0 0 0 0,0 0 1 0 0,0 0-1 0 0,0 0 0 0 0,0 0 1 0 0,0 1-1 0 0,0-1 0 0 0,1 0 0 0 0,-1 1 1 0 0,0-1-1 0 0,1 1 0 0 0,-1 0 1 0 0,1 0-1 0 0,-2 1 0 0 0,-4 10-31 0 0,1-1 0 0 0,0 1 0 0 0,1 0 0 0 0,0 0 0 0 0,1 1 0 0 0,1-1 0 0 0,-3 21 0 0 0,4-24-59 0 0,1 1 0 0 0,0-1 0 0 0,1 1 0 0 0,0 0 0 0 0,1-1 0 0 0,0 1 0 0 0,1-1 0 0 0,0 1 0 0 0,0-1 0 0 0,6 14 0 0 0,-6-20-38 0 0,0-1 1 0 0,0 1-1 0 0,0-1 0 0 0,0 1 0 0 0,1-1 1 0 0,0 0-1 0 0,-1 0 0 0 0,1 0 0 0 0,0 0 0 0 0,1-1 1 0 0,-1 1-1 0 0,0-1 0 0 0,1 0 0 0 0,-1 0 1 0 0,1 0-1 0 0,0 0 0 0 0,0-1 0 0 0,-1 0 0 0 0,1 1 1 0 0,0-1-1 0 0,0 0 0 0 0,0-1 0 0 0,0 1 0 0 0,1-1 1 0 0,-1 0-1 0 0,6 0 0 0 0,3-1-756 0 0,1-1 1 0 0,0 0-1 0 0,-1-1 0 0 0,0-1 1 0 0,0 0-1 0 0,21-9 0 0 0,-9 1-5814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2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172 119 5985 0 0,'2'-6'213'0'0,"-1"1"-1"0"0,1 0 1 0 0,-1 0 0 0 0,-1-1-1 0 0,1 1 1 0 0,-1-1-1 0 0,0 1 1 0 0,0 0 0 0 0,-1-1-1 0 0,0 1 1 0 0,0-1-1 0 0,-2-8 1 0 0,1 11 22 0 0,1 1 0 0 0,0-1 0 0 0,-1 1 0 0 0,1 0 0 0 0,-1-1 0 0 0,1 1 1 0 0,-1 0-1 0 0,0 0 0 0 0,0 0 0 0 0,0 0 0 0 0,0 1 0 0 0,-1-1 0 0 0,1 0 0 0 0,0 1 0 0 0,-1 0 0 0 0,1-1 0 0 0,-1 1 0 0 0,1 0 1 0 0,-1 0-1 0 0,1 1 0 0 0,-1-1 0 0 0,0 0 0 0 0,1 1 0 0 0,-1 0 0 0 0,0 0 0 0 0,0-1 0 0 0,-3 2 0 0 0,2-1-32 0 0,-1 0-1 0 0,1 0 1 0 0,0 1-1 0 0,-1-1 1 0 0,1 1-1 0 0,0 0 1 0 0,0 0-1 0 0,0 1 0 0 0,-1-1 1 0 0,2 1-1 0 0,-1 0 1 0 0,0 0-1 0 0,0 0 1 0 0,0 1-1 0 0,1-1 1 0 0,0 1-1 0 0,-1 0 1 0 0,1 0-1 0 0,0 0 1 0 0,0 0-1 0 0,0 0 1 0 0,1 1-1 0 0,-1 0 0 0 0,1-1 1 0 0,0 1-1 0 0,0 0 1 0 0,0 0-1 0 0,1 0 1 0 0,-1 0-1 0 0,-1 8 1 0 0,2-5-102 0 0,0 1 1 0 0,0-1 0 0 0,0 1-1 0 0,1 0 1 0 0,0-1 0 0 0,1 1-1 0 0,-1-1 1 0 0,1 1 0 0 0,1-1-1 0 0,0 1 1 0 0,0-1-1 0 0,0 0 1 0 0,1 1 0 0 0,0-1-1 0 0,0-1 1 0 0,8 13 0 0 0,-3-10 8 0 0,0 0 0 0 0,0-1 0 0 0,1 0 0 0 0,0 0-1 0 0,0-1 1 0 0,1 0 0 0 0,0 0 0 0 0,0-1 0 0 0,15 6 0 0 0,2 2-122 0 0,-26-13 10 0 0,1-1 1 0 0,-1 1-1 0 0,0-1 1 0 0,1 1-1 0 0,-1 0 1 0 0,0 0 0 0 0,0 0-1 0 0,0-1 1 0 0,0 1-1 0 0,1 0 1 0 0,-1 1 0 0 0,0-1-1 0 0,-1 0 1 0 0,1 0-1 0 0,0 0 1 0 0,0 1-1 0 0,0-1 1 0 0,-1 0 0 0 0,1 1-1 0 0,-1-1 1 0 0,1 0-1 0 0,-1 1 1 0 0,1-1-1 0 0,-1 1 1 0 0,0-1 0 0 0,0 1-1 0 0,0-1 1 0 0,0 1-1 0 0,0-1 1 0 0,0 1 0 0 0,0-1-1 0 0,-1 3 1 0 0,-1 0-181 0 0,0 0 0 0 0,0 0 1 0 0,0-1-1 0 0,0 1 0 0 0,-1-1 0 0 0,0 1 1 0 0,0-1-1 0 0,0 0 0 0 0,0 0 1 0 0,-5 4-1 0 0,-11 6-7840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3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15 240 10594 0 0,'-6'-7'3123'0'0,"5"6"-2603"0"0,0 0 0 0 0,0-1 1 0 0,0 1-1 0 0,0 0 1 0 0,1-1-1 0 0,-1 1 0 0 0,0-1 1 0 0,1 1-1 0 0,-1-1 1 0 0,1 1-1 0 0,0-1 0 0 0,-1-2 1 0 0,2 3-413 0 0,0-1 1 0 0,-1 1-1 0 0,1 0 1 0 0,0-1-1 0 0,0 1 1 0 0,0 0-1 0 0,0-1 1 0 0,0 1-1 0 0,0 0 1 0 0,1 0-1 0 0,-1 0 1 0 0,0 0-1 0 0,0 0 1 0 0,1 0-1 0 0,-1 0 1 0 0,1 1-1 0 0,-1-1 1 0 0,0 0-1 0 0,3 0 1 0 0,1-1-29 0 0,-1 0 0 0 0,1 1 0 0 0,-1 0 0 0 0,1-1 0 0 0,-1 1 0 0 0,1 1 0 0 0,0-1 0 0 0,0 1 0 0 0,-1-1 0 0 0,1 2 0 0 0,0-1 0 0 0,0 0 0 0 0,0 1 0 0 0,7 2 0 0 0,-4-1-33 0 0,0 1 0 0 0,-1 1 0 0 0,1-1-1 0 0,-1 1 1 0 0,0 1 0 0 0,0-1 0 0 0,-1 1 0 0 0,7 6 0 0 0,3 4-64 0 0,-1 1-1 0 0,0 1 1 0 0,-1 1-1 0 0,-1 0 1 0 0,15 28-1 0 0,-22-35-63 0 0,-1 0 0 0 0,8 23 0 0 0,-11-30 69 0 0,-1 1 0 0 0,0-1 1 0 0,0 1-1 0 0,0 0 0 0 0,-1 0 1 0 0,0-1-1 0 0,1 1 0 0 0,-2 0 0 0 0,1-1 1 0 0,-2 9-1 0 0,2-12 17 0 0,0-1 0 0 0,0 0 0 0 0,0 0 0 0 0,0 0 1 0 0,0 1-1 0 0,0-1 0 0 0,0 0 0 0 0,0 0 0 0 0,0 0 0 0 0,0 0 0 0 0,-1 1 0 0 0,1-1 0 0 0,0 0 0 0 0,0 0 1 0 0,0 0-1 0 0,0 0 0 0 0,0 1 0 0 0,0-1 0 0 0,0 0 0 0 0,0 0 0 0 0,-1 0 0 0 0,1 0 0 0 0,0 0 0 0 0,0 0 1 0 0,0 0-1 0 0,0 1 0 0 0,-1-1 0 0 0,1 0 0 0 0,0 0 0 0 0,0 0 0 0 0,0 0 0 0 0,0 0 0 0 0,-1 0 0 0 0,1 0 1 0 0,0 0-1 0 0,0 0 0 0 0,0 0 0 0 0,-1 0 0 0 0,1 0 0 0 0,0 0 0 0 0,0 0 0 0 0,0 0 0 0 0,0 0 0 0 0,-1 0 1 0 0,1 0-1 0 0,0 0 0 0 0,0 0 0 0 0,-1-1 0 0 0,-8-9 266 0 0,-4-15-4 0 0,3-20-393 0 0,2 0 0 0 0,2-1 0 0 0,2 1 0 0 0,3-88-1 0 0,1 123-181 0 0,0 1 0 0 0,0-1 0 0 0,1 1 0 0 0,0 0 0 0 0,0-1 0 0 0,1 1 0 0 0,1 0 0 0 0,-1 0 0 0 0,1 0 0 0 0,1 0 0 0 0,7-13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3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1 174 8290 0 0,'2'6'358'0'0,"0"-1"1"0"0,1 1-1 0 0,0-1 1 0 0,0 1-1 0 0,0-1 0 0 0,7 8 1 0 0,-9-12-43 0 0,0 1 0 0 0,0 0 0 0 0,1-1 1 0 0,-1 0-1 0 0,1 1 0 0 0,0-1 0 0 0,-1 0 1 0 0,1 0-1 0 0,0 1 0 0 0,0-1 0 0 0,-1-1 0 0 0,1 1 1 0 0,0 0-1 0 0,0 0 0 0 0,0-1 0 0 0,0 1 0 0 0,0-1 1 0 0,0 0-1 0 0,0 1 0 0 0,0-1 0 0 0,0 0 1 0 0,1 0-1 0 0,1-1 0 0 0,-2 1-168 0 0,-1-1-1 0 0,1 0 1 0 0,-1 0-1 0 0,1 0 1 0 0,-1 0 0 0 0,0 0-1 0 0,0 0 1 0 0,1-1-1 0 0,-1 1 1 0 0,0 0 0 0 0,0-1-1 0 0,0 1 1 0 0,0-1 0 0 0,-1 1-1 0 0,1-1 1 0 0,0 1-1 0 0,0-1 1 0 0,-1 1 0 0 0,1-1-1 0 0,-1 0 1 0 0,0 1-1 0 0,1-4 1 0 0,4-41 397 0 0,-5 44-502 0 0,1-23 163 0 0,1 13-136 0 0,-2-1 0 0 0,1 1-1 0 0,-1-1 1 0 0,-1 1 0 0 0,0 0 0 0 0,-1-1 0 0 0,-5-17 0 0 0,7 29-69 0 0,-1 0 0 0 0,1 0 0 0 0,0 0 0 0 0,-1 0 0 0 0,1 0 0 0 0,-1 0 0 0 0,1 1 0 0 0,-1-1 0 0 0,0 0 0 0 0,1 0 0 0 0,-1 0 0 0 0,0 1 0 0 0,0-1 0 0 0,1 0 0 0 0,-1 1 0 0 0,0-1 1 0 0,0 1-1 0 0,0-1 0 0 0,-1 0 0 0 0,2 1 0 0 0,-1 0 1 0 0,0 0 0 0 0,1 0-1 0 0,-1 0 1 0 0,0 0 0 0 0,1 0-1 0 0,-1 0 1 0 0,0 1 0 0 0,1-1-1 0 0,-1 0 1 0 0,1 0 0 0 0,-1 1-1 0 0,0-1 1 0 0,1 0 0 0 0,-1 1-1 0 0,1-1 1 0 0,-1 0 0 0 0,1 1-1 0 0,-1-1 1 0 0,1 1 0 0 0,-1 0-1 0 0,-2 2 1 0 0,1-1 0 0 0,0 1 0 0 0,0 0 0 0 0,0 0 0 0 0,1 0 0 0 0,-1 1 0 0 0,1-1 0 0 0,0 0 0 0 0,-1 5 0 0 0,0 3-25 0 0,2 1 0 0 0,-1 0 0 0 0,2-1 0 0 0,-1 1 0 0 0,2 0 0 0 0,-1-1-1 0 0,2 1 1 0 0,-1-1 0 0 0,2 0 0 0 0,-1 0 0 0 0,2 0 0 0 0,-1 0 0 0 0,2 0 0 0 0,-1-1 0 0 0,1 0 0 0 0,1 0 0 0 0,0-1 0 0 0,0 0 0 0 0,10 10 0 0 0,-2-8-660 0 0,1-4-197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3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30 10138 0 0,'0'-1'219'0'0,"0"-1"0"0"0,-1 0-1 0 0,1 1 1 0 0,-1-1 0 0 0,0 1-1 0 0,1 0 1 0 0,-1-1 0 0 0,0 1-1 0 0,0-1 1 0 0,0 1 0 0 0,0 0-1 0 0,0 0 1 0 0,0 0 0 0 0,0-1-1 0 0,0 1 1 0 0,-1 0 0 0 0,1 1-1 0 0,0-1 1 0 0,-1 0 0 0 0,1 0 0 0 0,-1 0-1 0 0,1 1 1 0 0,-1-1 0 0 0,1 1-1 0 0,-1-1 1 0 0,1 1 0 0 0,-1 0-1 0 0,1-1 1 0 0,-1 1 0 0 0,0 0-1 0 0,1 0 1 0 0,-1 0 0 0 0,1 0-1 0 0,-1 1 1 0 0,0-1 0 0 0,1 0-1 0 0,-1 1 1 0 0,1-1 0 0 0,-1 1 0 0 0,1-1-1 0 0,-1 1 1 0 0,1 0 0 0 0,-1-1-1 0 0,0 2 1 0 0,-3 2-73 0 0,0 1 1 0 0,1-1-1 0 0,0 1 0 0 0,0 0 1 0 0,0 0-1 0 0,0 0 0 0 0,1 1 1 0 0,0-1-1 0 0,0 1 0 0 0,0 0 1 0 0,1-1-1 0 0,0 1 0 0 0,0 0 1 0 0,1 1-1 0 0,-1-1 0 0 0,1 0 1 0 0,1 0-1 0 0,-1 1 0 0 0,1-1 1 0 0,0 8-1 0 0,0-9-133 0 0,1 0 1 0 0,-1 1 0 0 0,1-1-1 0 0,0 1 1 0 0,0-1-1 0 0,0 0 1 0 0,1 0 0 0 0,0 0-1 0 0,0 0 1 0 0,0 0 0 0 0,1 0-1 0 0,0 0 1 0 0,-1-1-1 0 0,2 1 1 0 0,-1-1 0 0 0,0 0-1 0 0,1 0 1 0 0,0 0-1 0 0,0 0 1 0 0,0-1 0 0 0,0 0-1 0 0,1 1 1 0 0,7 3-1 0 0,17 4-143 0 0,-18-7 78 0 0,0 0 0 0 0,0 1 0 0 0,0 0-1 0 0,-1 0 1 0 0,11 9 0 0 0,-18-12 30 0 0,-1 0 1 0 0,0 0-1 0 0,0 0 0 0 0,1 0 0 0 0,-1 1 0 0 0,-1-1 0 0 0,1 1 0 0 0,0 0 1 0 0,-1-1-1 0 0,1 1 0 0 0,-1 0 0 0 0,0 0 0 0 0,0 0 0 0 0,0 0 0 0 0,0 0 1 0 0,0 0-1 0 0,-1 0 0 0 0,1 0 0 0 0,-1 0 0 0 0,0 0 0 0 0,0 1 0 0 0,0-1 1 0 0,0 0-1 0 0,-2 4 0 0 0,0 3-146 0 0,0-1 1 0 0,-1 1 0 0 0,0 0 0 0 0,-7 13-1 0 0,-4 1-5695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3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12355 0 0,'1'0'137'0'0,"-1"-1"0"0"0,1 1-1 0 0,0 0 1 0 0,0 0 0 0 0,0-1 0 0 0,0 1 0 0 0,-1 0 0 0 0,1 0 0 0 0,0 0 0 0 0,0 0 0 0 0,0 0 0 0 0,0 0 0 0 0,0 0 0 0 0,0 0 0 0 0,-1 1 0 0 0,1-1 0 0 0,0 0-1 0 0,0 1 1 0 0,0-1 0 0 0,0 0 0 0 0,-1 1 0 0 0,1-1 0 0 0,0 1 0 0 0,0-1 0 0 0,-1 1 0 0 0,1-1 0 0 0,0 2 0 0 0,1 0 363 0 0,0 0 0 0 0,-1 1-1 0 0,1-1 1 0 0,-1 1 0 0 0,1-1 0 0 0,-1 1 0 0 0,0-1 0 0 0,1 6-1 0 0,1 2 145 0 0,-1-1 0 0 0,-1 1 0 0 0,0 0 0 0 0,0 14-1 0 0,-13 90-2952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4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13827 0 0,'3'0'1224'0'0,"-2"0"-976"0"0,2 0-248 0 0,0 0 0 0 0,-1-1-176 0 0,1 1-80 0 0,1 0-24 0 0,2-2 0 0 0,3 2-16 0 0,5 2-8 0 0,3 1 0 0 0,1 3 0 0 0,-1 4 208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24 3225 0 0,'-11'-15'6747'0'0,"10"14"-6185"0"0,-1 0 0 0 0,1 0 1 0 0,-1 0-1 0 0,1 0 0 0 0,0 1 0 0 0,-1-1 1 0 0,0 0-1 0 0,1 1 0 0 0,-1 0 0 0 0,-2-1 1 0 0,1 1-151 0 0,-1 0 0 0 0,1 0-1 0 0,0 1 1 0 0,0-1 0 0 0,0 1 0 0 0,0 0 0 0 0,0 0 0 0 0,0 0 0 0 0,0 0 0 0 0,0 1 0 0 0,-3 1 0 0 0,-5 5-81 0 0,-1 0 1 0 0,1 0-1 0 0,1 2 0 0 0,-14 14 1 0 0,13-14-298 0 0,1 2 1 0 0,1-1 0 0 0,0 1-1 0 0,1 1 1 0 0,0 0 0 0 0,1 0-1 0 0,-7 17 1 0 0,13-26-38 0 0,-1 0-1 0 0,1-1 1 0 0,0 1 0 0 0,0 0 0 0 0,1 0-1 0 0,-1 0 1 0 0,1-1 0 0 0,0 1 0 0 0,0 0-1 0 0,0 0 1 0 0,0 0 0 0 0,1 0-1 0 0,0 0 1 0 0,-1-1 0 0 0,1 1 0 0 0,1 0-1 0 0,-1 0 1 0 0,0-1 0 0 0,1 1 0 0 0,0-1-1 0 0,0 0 1 0 0,0 1 0 0 0,0-1 0 0 0,1 0-1 0 0,-1 0 1 0 0,1 0 0 0 0,-1 0 0 0 0,1-1-1 0 0,0 1 1 0 0,0-1 0 0 0,1 0-1 0 0,3 3 1 0 0,7 2-55 0 0,1 0 0 0 0,0-1 0 0 0,0 0 0 0 0,26 5 0 0 0,-26-8-23 0 0,-1 1-1 0 0,0 1 0 0 0,0 0 0 0 0,0 1 1 0 0,19 11-1 0 0,-32-16-26 0 0,1 0-1 0 0,-1-1 1 0 0,0 1-1 0 0,0 0 1 0 0,0 0-1 0 0,0 0 1 0 0,0 0-1 0 0,0 0 1 0 0,0 0-1 0 0,0 0 1 0 0,0 0-1 0 0,-1 0 1 0 0,1 1-1 0 0,0-1 1 0 0,-1 0-1 0 0,1 1 1 0 0,-1-1-1 0 0,1 0 1 0 0,-1 1-1 0 0,0-1 1 0 0,0 0-1 0 0,1 1 1 0 0,-1-1 0 0 0,0 0-1 0 0,0 1 1 0 0,0-1-1 0 0,0 1 1 0 0,-1-1-1 0 0,1 0 1 0 0,0 1-1 0 0,-1-1 1 0 0,1 1-1 0 0,-1-1 1 0 0,0 2-1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15203 0 0,'1'-6'584'0'0,"1"1"-1"0"0,0 0 0 0 0,0-1 1 0 0,1 1-1 0 0,0 0 1 0 0,0 0-1 0 0,0 1 1 0 0,0-1-1 0 0,1 0 0 0 0,0 1 1 0 0,0 0-1 0 0,4-4 1 0 0,-7 8-544 0 0,0 0 1 0 0,-1 0 0 0 0,1-1 0 0 0,-1 1 0 0 0,1 0 0 0 0,0 0-1 0 0,-1 0 1 0 0,1 1 0 0 0,0-1 0 0 0,-1 0 0 0 0,1 0 0 0 0,0 0-1 0 0,-1 0 1 0 0,1 0 0 0 0,-1 1 0 0 0,1-1 0 0 0,0 0 0 0 0,-1 1-1 0 0,1-1 1 0 0,-1 0 0 0 0,1 1 0 0 0,-1-1 0 0 0,1 1 0 0 0,-1-1-1 0 0,1 0 1 0 0,-1 1 0 0 0,0-1 0 0 0,1 1 0 0 0,-1 0 0 0 0,0-1-1 0 0,1 1 1 0 0,-1-1 0 0 0,0 1 0 0 0,0-1 0 0 0,1 1 0 0 0,-1 0-1 0 0,0-1 1 0 0,0 1 0 0 0,0 0 0 0 0,0-1 0 0 0,0 1 0 0 0,0 0-1 0 0,8 34 482 0 0,-7-31-423 0 0,12 96 597 0 0,-10-61-689 0 0,2-1 0 0 0,18 69 0 0 0,-19-96-207 0 0,0-1-1 0 0,0 1 0 0 0,1-1 0 0 0,0 1 0 0 0,1-2 0 0 0,0 1 1 0 0,1-1-1 0 0,0 1 0 0 0,0-2 0 0 0,1 1 0 0 0,0-1 0 0 0,0 0 1 0 0,1-1-1 0 0,10 7 0 0 0,-8-8-527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5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6913 0 0,'3'-4'318'0'0,"1"0"-1"0"0,-1 0 1 0 0,1 0-1 0 0,0 1 1 0 0,0 0-1 0 0,1-1 1 0 0,-1 2-1 0 0,1-1 1 0 0,-1 0-1 0 0,7-2 0 0 0,5-3 622 0 0,10-7 545 0 0,51-20 0 0 0,86-17-7867 0 0,-125 41 3937 0 0,-13 3 2284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 3225 0 0,'-54'6'8758'0'0,"47"-7"-8349"0"0,1 1 1 0 0,0 1 0 0 0,0-1-1 0 0,-1 1 1 0 0,1 0-1 0 0,0 0 1 0 0,0 1 0 0 0,0 0-1 0 0,0 0 1 0 0,1 0-1 0 0,-1 1 1 0 0,-10 6 0 0 0,11-4-179 0 0,0 0 0 0 0,0 0 0 0 0,1 0 1 0 0,-1 0-1 0 0,1 1 0 0 0,1-1 0 0 0,-1 1 0 0 0,1 0 1 0 0,0 1-1 0 0,0-1 0 0 0,1 0 0 0 0,0 1 0 0 0,0-1 1 0 0,-2 11-1 0 0,0 11 283 0 0,0 0 1 0 0,1 31-1 0 0,3-54-487 0 0,3 53 311 0 0,-2-55-341 0 0,-1-1 0 0 0,1 1 0 0 0,0 0 0 0 0,0-1 0 0 0,0 1 0 0 0,0-1 0 0 0,0 1-1 0 0,3 3 1 0 0,-4-5-12 0 0,1-1-1 0 0,0 1 0 0 0,-1 0 1 0 0,1-1-1 0 0,-1 1 0 0 0,1-1 1 0 0,0 1-1 0 0,0-1 0 0 0,-1 1 0 0 0,1-1 1 0 0,0 0-1 0 0,0 1 0 0 0,-1-1 1 0 0,1 0-1 0 0,0 1 0 0 0,0-1 1 0 0,0 0-1 0 0,0 0 0 0 0,0 0 1 0 0,-1 0-1 0 0,1 0 0 0 0,0 0 1 0 0,0 0-1 0 0,0 0 0 0 0,0 0 0 0 0,1-1 1 0 0,0 0-110 0 0,1 0 0 0 0,-1 0 1 0 0,1-1-1 0 0,-1 1 0 0 0,0-1 1 0 0,0 1-1 0 0,0-1 0 0 0,0 0 1 0 0,0 0-1 0 0,0 0 0 0 0,0 0 1 0 0,-1 0-1 0 0,1 0 0 0 0,1-4 1 0 0,20-39-41 0 0,-17 33 198 0 0,-2 1 227 0 0,-1 1 0 0 0,0-1 0 0 0,2-14 0 0 0,-4 18-96 0 0,0 1 0 0 0,0-1 0 0 0,0 1 0 0 0,1-1 0 0 0,0 1 0 0 0,0 0 0 0 0,1 0 0 0 0,0 0 0 0 0,0 0 1 0 0,0 0-1 0 0,1 1 0 0 0,7-10 0 0 0,-11 15-142 0 0,1 0 0 0 0,0-1-1 0 0,-1 1 1 0 0,1 0 0 0 0,0 0 0 0 0,0 0 0 0 0,-1 0 0 0 0,1-1 0 0 0,0 1 0 0 0,0 0 0 0 0,0 0 0 0 0,-1 0 0 0 0,1 0 0 0 0,0 1-1 0 0,0-1 1 0 0,-1 0 0 0 0,1 0 0 0 0,0 0 0 0 0,0 1 0 0 0,-1-1 0 0 0,1 0 0 0 0,0 1 0 0 0,-1-1 0 0 0,1 0 0 0 0,0 1 0 0 0,-1-1-1 0 0,1 1 1 0 0,-1-1 0 0 0,1 1 0 0 0,-1-1 0 0 0,1 1 0 0 0,-1 0 0 0 0,1-1 0 0 0,-1 1 0 0 0,1 0 0 0 0,-1 0 0 0 0,21 33 97 0 0,-15-24-54 0 0,7 11-201 0 0,1-2 1 0 0,1 0-1 0 0,19 19 1 0 0,-28-31 4 0 0,0-1 1 0 0,1-1-1 0 0,0 1 0 0 0,0-1 1 0 0,1-1-1 0 0,-1 1 0 0 0,1-1 0 0 0,0-1 1 0 0,0 1-1 0 0,1-1 0 0 0,-1-1 1 0 0,9 2-1 0 0,-15-3 62 0 0,0-1-1 0 0,-1-1 1 0 0,1 1-1 0 0,0 0 0 0 0,-1 0 1 0 0,1-1-1 0 0,0 1 1 0 0,0-1-1 0 0,-1 1 1 0 0,1-1-1 0 0,-1 0 1 0 0,1 1-1 0 0,-1-1 1 0 0,1 0-1 0 0,-1 0 1 0 0,1 0-1 0 0,-1 0 1 0 0,0 0-1 0 0,1-1 1 0 0,-1 1-1 0 0,0 0 1 0 0,0-1-1 0 0,0 1 0 0 0,0-1 1 0 0,0 1-1 0 0,0-1 1 0 0,-1 1-1 0 0,1-1 1 0 0,0-2-1 0 0,4-8 167 0 0,-1 1 0 0 0,-1-1 0 0 0,2-14 0 0 0,-2 14 177 0 0,1-9 270 0 0,-2 11-274 0 0,0-1-1 0 0,1 1 1 0 0,0 0-1 0 0,1 0 1 0 0,9-18 0 0 0,-13 27-250 0 0,1 1 1 0 0,-1-1 0 0 0,1 1 0 0 0,-1 0-1 0 0,1-1 1 0 0,-1 1 0 0 0,1-1 0 0 0,-1 1 0 0 0,1 0-1 0 0,0 0 1 0 0,-1-1 0 0 0,1 1 0 0 0,0 0-1 0 0,-1 0 1 0 0,1 0 0 0 0,0 0 0 0 0,-1 0 0 0 0,1 0-1 0 0,0 0 1 0 0,-1 0 0 0 0,1 0 0 0 0,0 0-1 0 0,-1 0 1 0 0,1 0 0 0 0,0 0 0 0 0,-1 1 0 0 0,1-1-1 0 0,-1 0 1 0 0,1 0 0 0 0,0 1 0 0 0,-1-1-1 0 0,1 0 1 0 0,-1 1 0 0 0,1-1 0 0 0,-1 1 0 0 0,1-1-1 0 0,-1 1 1 0 0,1-1 0 0 0,-1 1 0 0 0,1-1-1 0 0,-1 1 1 0 0,0-1 0 0 0,1 2 0 0 0,25 29 423 0 0,-20-22-326 0 0,1-2 17 0 0,-2 1-207 0 0,1-1-1 0 0,1 0 1 0 0,-1-1-1 0 0,1 1 1 0 0,0-2 0 0 0,11 8-1 0 0,-16-12 30 0 0,0 0 0 0 0,1 0 0 0 0,-1 0 0 0 0,0 0 0 0 0,1 0 0 0 0,-1-1 0 0 0,1 1 0 0 0,-1-1 0 0 0,0 0 0 0 0,1 0 0 0 0,-1 0 0 0 0,1 0 0 0 0,-1 0 0 0 0,1 0 0 0 0,-1-1 0 0 0,1 1 0 0 0,-1-1 0 0 0,1 0 0 0 0,-1 0 0 0 0,0 0 0 0 0,0 0 0 0 0,1 0 0 0 0,-1 0 0 0 0,0 0 0 0 0,0-1 0 0 0,0 1 0 0 0,0-1 0 0 0,0 0 0 0 0,2-2 0 0 0,5-6 9 0 0,-1 0 0 0 0,1-1-1 0 0,-2 0 1 0 0,1 0 0 0 0,9-22 0 0 0,-10 20 121 0 0,-1 0 0 0 0,2 1 0 0 0,0 0 1 0 0,17-20-1 0 0,-24 31-67 0 0,0 0 0 0 0,0 0 0 0 0,0 0 1 0 0,0 0-1 0 0,0 0 0 0 0,0 1 0 0 0,0-1 0 0 0,0 0 0 0 0,0 1 0 0 0,0-1 1 0 0,0 1-1 0 0,0-1 0 0 0,1 1 0 0 0,-1-1 0 0 0,0 1 0 0 0,0 0 0 0 0,0 0 1 0 0,1 0-1 0 0,-1 0 0 0 0,0 0 0 0 0,0 0 0 0 0,1 0 0 0 0,-1 0 1 0 0,0 0-1 0 0,0 0 0 0 0,1 0 0 0 0,-1 1 0 0 0,0-1 0 0 0,0 1 0 0 0,0-1 1 0 0,0 1-1 0 0,0-1 0 0 0,1 1 0 0 0,-1 0 0 0 0,1 1 0 0 0,4 3 175 0 0,-1 1-1 0 0,1-1 1 0 0,-1 2-1 0 0,-1-1 0 0 0,5 7 1 0 0,13 15 225 0 0,13-5-2537 0 0,-31-21 1172 0 0,1 0-1 0 0,0 0 1 0 0,0 0-1 0 0,1-1 1 0 0,8 2 0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17972 0 0,'0'0'76'0'0,"0"-1"0"0"0,0 1 0 0 0,0-1-1 0 0,0 1 1 0 0,0 0 0 0 0,0-1 0 0 0,0 1 0 0 0,0-1 0 0 0,0 1 0 0 0,1 0 0 0 0,-1-1-1 0 0,0 1 1 0 0,0-1 0 0 0,0 1 0 0 0,0 0 0 0 0,1-1 0 0 0,-1 1 0 0 0,0 0 0 0 0,0-1 0 0 0,1 1-1 0 0,-1 0 1 0 0,0-1 0 0 0,0 1 0 0 0,1 0 0 0 0,-1 0 0 0 0,0-1 0 0 0,1 1 0 0 0,-1 0 0 0 0,1 0-1 0 0,-1 0 1 0 0,0-1 0 0 0,1 1 0 0 0,-1 0 0 0 0,0 0 0 0 0,1 0 0 0 0,-1 0 0 0 0,1 0 0 0 0,-1 0-1 0 0,1 0 1 0 0,-1 0 0 0 0,0 0 0 0 0,2 0 0 0 0,15 16 1558 0 0,12 32-467 0 0,-4 31-640 0 0,0 0-1438 0 0,1-28-3153 0 0,-14-25 526 0 0,-11-13 2867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6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0 6449 0 0,'-2'0'15924'0'0,"-16"2"-15960"0"0,12-1 148 0 0,-1 1 0 0 0,1-1 0 0 0,-1 1 0 0 0,1 1 0 0 0,0-1 0 0 0,0 1 0 0 0,0 0 0 0 0,0 1 0 0 0,0-1 0 0 0,1 1 0 0 0,-1 0 0 0 0,1 0 0 0 0,0 1 0 0 0,1 0 0 0 0,-1 0 0 0 0,1 0 0 0 0,0 0 0 0 0,-4 7 0 0 0,0 0-125 0 0,1 0 0 0 0,1 1 1 0 0,0-1-1 0 0,0 1 0 0 0,1 0 0 0 0,1 1 0 0 0,-4 19 1 0 0,7-25-12 0 0,0 0 0 0 0,0-1 0 0 0,1 1 0 0 0,0 0 0 0 0,0 0 0 0 0,1-1 0 0 0,0 1 0 0 0,0 0 0 0 0,1-1 0 0 0,0 1 0 0 0,1-1 0 0 0,-1 1 0 0 0,1-1 0 0 0,1 0 0 0 0,-1 0 0 0 0,1-1 0 0 0,0 1 0 0 0,1-1 0 0 0,0 1 0 0 0,0-2 0 0 0,0 1 0 0 0,1 0 0 0 0,-1-1 0 0 0,1 0 0 0 0,1 0 0 0 0,-1-1 0 0 0,1 0 0 0 0,-1 0 0 0 0,1 0 0 0 0,0-1 0 0 0,1 0 0 0 0,-1-1 0 0 0,0 1 0 0 0,1-1 0 0 0,-1-1 0 0 0,1 1 0 0 0,0-2 1 0 0,0 1-1 0 0,-1-1 0 0 0,1 0 0 0 0,0 0 0 0 0,0-1 0 0 0,9-2 0 0 0,11-5-1811 0 0,0-2-5907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29:16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5529 0 0,'0'3'329'0'0,"0"-1"1"0"0,0 0-1 0 0,0 0 0 0 0,0 1 0 0 0,1-1 0 0 0,-1 0 0 0 0,1 0 0 0 0,-1 0 1 0 0,1 1-1 0 0,0-1 0 0 0,0 0 0 0 0,0 0 0 0 0,0 0 0 0 0,0 0 1 0 0,0 0-1 0 0,1-1 0 0 0,-1 1 0 0 0,1 0 0 0 0,-1-1 0 0 0,1 1 1 0 0,-1 0-1 0 0,1-1 0 0 0,0 0 0 0 0,0 1 0 0 0,0-1 0 0 0,0 0 1 0 0,0 0-1 0 0,0 0 0 0 0,0-1 0 0 0,0 1 0 0 0,0 0 0 0 0,1-1 1 0 0,-1 1-1 0 0,0-1 0 0 0,0 0 0 0 0,4 1 0 0 0,-2-1-66 0 0,0 0 0 0 0,0-1 1 0 0,0 1-1 0 0,0-1 0 0 0,0 1 0 0 0,0-1 0 0 0,0 0 0 0 0,0-1 0 0 0,0 1 0 0 0,0-1 1 0 0,0 1-1 0 0,-1-1 0 0 0,1 0 0 0 0,-1-1 0 0 0,1 1 0 0 0,-1-1 0 0 0,0 1 0 0 0,5-6 1 0 0,-5 3-255 0 0,0 0 0 0 0,0 0 1 0 0,-1 0-1 0 0,0 0 0 0 0,0-1 1 0 0,0 1-1 0 0,-1-1 0 0 0,1 1 1 0 0,-1-1-1 0 0,-1 0 0 0 0,1 1 1 0 0,-1-1-1 0 0,0 0 0 0 0,0 0 1 0 0,0 1-1 0 0,-2-7 0 0 0,1 8-60 0 0,1 0 0 0 0,-1 0 0 0 0,0 0 0 0 0,-1-1 0 0 0,1 2 0 0 0,-1-1 0 0 0,1 0 0 0 0,-1 0 0 0 0,0 0 0 0 0,-1 1 0 0 0,1-1 0 0 0,-1 1 0 0 0,1 0 0 0 0,-1-1 0 0 0,0 1 0 0 0,0 1 0 0 0,0-1 0 0 0,-1 0 0 0 0,1 1 0 0 0,-1-1 0 0 0,1 1 0 0 0,-6-2 0 0 0,7 3 44 0 0,1 1 0 0 0,0-1 0 0 0,-1 1 0 0 0,1-1 0 0 0,-1 1 0 0 0,1-1 0 0 0,-1 1 0 0 0,1 0 0 0 0,-1 0 0 0 0,1 0 1 0 0,-1 0-1 0 0,1 0 0 0 0,-1 0 0 0 0,1 0 0 0 0,-1 0 0 0 0,1 1 0 0 0,0-1 0 0 0,-1 1 0 0 0,1-1 0 0 0,-1 1 0 0 0,1-1 1 0 0,0 1-1 0 0,-1 0 0 0 0,1-1 0 0 0,0 1 0 0 0,0 0 0 0 0,-1 0 0 0 0,1 0 0 0 0,0 0 0 0 0,0 0 0 0 0,0 1 0 0 0,0-1 0 0 0,0 0 1 0 0,1 0-1 0 0,-1 1 0 0 0,0-1 0 0 0,1 0 0 0 0,-1 1 0 0 0,0-1 0 0 0,1 1 0 0 0,0-1 0 0 0,-1 0 0 0 0,1 1 0 0 0,0 1 0 0 0,-1 2 95 0 0,0 0 0 0 0,1 0 0 0 0,0 0 0 0 0,0 0 0 0 0,0 0 0 0 0,1 0 0 0 0,0-1 0 0 0,-1 1 0 0 0,2 0 0 0 0,-1 0 0 0 0,1-1 0 0 0,3 9 0 0 0,-2-8-19 0 0,0 0 1 0 0,0 0-1 0 0,1-1 0 0 0,0 1 1 0 0,0-1-1 0 0,0 0 0 0 0,1 0 1 0 0,-1 0-1 0 0,1 0 0 0 0,0-1 1 0 0,0 0-1 0 0,10 5 0 0 0,-11-6-1001 0 0,1 0-1 0 0,-1-1 1 0 0,1 0-1 0 0,0 0 0 0 0,-1 0 1 0 0,6 0-1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69 242 5985 0 0,'-5'-4'544'0'0,"-1"0"-1"0"0,1-1 0 0 0,0 0 0 0 0,1 1 0 0 0,-1-2 1 0 0,-5-6-1 0 0,-18-38 8345 0 0,45 72-5207 0 0,3 2-3556 0 0,4 10 5 0 0,96 123 64 0 0,-106-141-188 0 0,1-1 1 0 0,1 0-1 0 0,0-2 1 0 0,1 1 0 0 0,0-2-1 0 0,1 0 1 0 0,22 10-1 0 0,-36-19 13 0 0,1-1-1 0 0,0 0 0 0 0,0-1 0 0 0,0 1 1 0 0,0-1-1 0 0,0 0 0 0 0,1 0 0 0 0,-1 0 1 0 0,0-1-1 0 0,10 0 0 0 0,-13 0 3 0 0,0-1 0 0 0,0 0-1 0 0,1 1 1 0 0,-1-1 0 0 0,0 0 0 0 0,0 0-1 0 0,0 0 1 0 0,0 0 0 0 0,0 0 0 0 0,-1 0-1 0 0,1-1 1 0 0,0 1 0 0 0,0-1 0 0 0,-1 1-1 0 0,1-1 1 0 0,-1 0 0 0 0,1 0-1 0 0,-1 1 1 0 0,0-1 0 0 0,0 0 0 0 0,0 0-1 0 0,0 0 1 0 0,0 0 0 0 0,0-1 0 0 0,-1 1-1 0 0,1 0 1 0 0,0-3 0 0 0,4-20 212 0 0,-1-1 0 0 0,-1 0 0 0 0,-1 0 0 0 0,-3-47 0 0 0,-2 29-258 0 0,-3 1 0 0 0,-12-46-1 0 0,10 57-360 0 0,4 19-221 0 0,0 1 1 0 0,1-1 0 0 0,1 1-1 0 0,0-1 1 0 0,0-18-1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4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1 451 3681 0 0,'6'-4'930'0'0,"1"0"0"0"0,-1-1-1 0 0,0 0 1 0 0,0 0 0 0 0,-1 0 0 0 0,1-1 0 0 0,6-9 0 0 0,30-46 3953 0 0,-36 49-4295 0 0,0 1-1 0 0,-1-1 1 0 0,0 0-1 0 0,-1 0 1 0 0,0-1-1 0 0,-1 1 1 0 0,4-27-1 0 0,-6 25-423 0 0,0-1 0 0 0,-1 0 0 0 0,-1 1 1 0 0,0-1-1 0 0,-1 0 0 0 0,0 1 0 0 0,-1 0 0 0 0,-1-1 0 0 0,0 1 1 0 0,-1 0-1 0 0,-9-17 0 0 0,13 29-165 0 0,0 0-1 0 0,0 0 1 0 0,0 1 0 0 0,0-1-1 0 0,-1 0 1 0 0,1 1 0 0 0,0-1-1 0 0,-1 1 1 0 0,1-1 0 0 0,-1 1-1 0 0,1 0 1 0 0,-1 0 0 0 0,0 0-1 0 0,1 0 1 0 0,-1 0 0 0 0,0 0 0 0 0,0 0-1 0 0,0 0 1 0 0,0 1 0 0 0,-3-2-1 0 0,4 3-11 0 0,0-1 0 0 0,0 0 0 0 0,-1 0 0 0 0,1 0 0 0 0,0 1-1 0 0,0-1 1 0 0,0 1 0 0 0,0-1 0 0 0,0 1 0 0 0,0-1 0 0 0,0 1-1 0 0,0 0 1 0 0,0-1 0 0 0,0 1 0 0 0,0 0 0 0 0,0 0 0 0 0,0 0-1 0 0,0 0 1 0 0,1 0 0 0 0,-1 0 0 0 0,0 0 0 0 0,1 0 0 0 0,-1 0 0 0 0,1 0-1 0 0,-1 0 1 0 0,1 0 0 0 0,-1 0 0 0 0,1 0 0 0 0,0 1 0 0 0,-1-1-1 0 0,1 0 1 0 0,0 0 0 0 0,0 0 0 0 0,0 3 0 0 0,-2 9-33 0 0,1 0 0 0 0,1 0-1 0 0,0 0 1 0 0,0 0 0 0 0,2 0 0 0 0,-1 0 0 0 0,2 0 0 0 0,-1 0 0 0 0,2 0 0 0 0,0-1 0 0 0,0 1 0 0 0,1-1 0 0 0,1 0-1 0 0,0-1 1 0 0,0 1 0 0 0,1-1 0 0 0,1 0 0 0 0,0-1 0 0 0,0 0 0 0 0,1 0 0 0 0,1-1 0 0 0,-1 0 0 0 0,1-1-1 0 0,1 0 1 0 0,0 0 0 0 0,0-1 0 0 0,0-1 0 0 0,1 0 0 0 0,0 0 0 0 0,0-1 0 0 0,18 5 0 0 0,-19-7-178 0 0,-1 0 1 0 0,1-1-1 0 0,0 0 1 0 0,0-1-1 0 0,12 0 1 0 0,-18-1-238 0 0,1 0 1 0 0,-1-1-1 0 0,0 1 1 0 0,1-1-1 0 0,-1-1 1 0 0,0 1-1 0 0,8-4 1 0 0,0-1-1398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4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5529 0 0,'1'-2'145'0'0,"0"0"0"0"0,0-1 0 0 0,1 1-1 0 0,-1 0 1 0 0,1 0 0 0 0,-1 0 0 0 0,1 0-1 0 0,0 0 1 0 0,0 1 0 0 0,0-1 0 0 0,0 0 0 0 0,0 1-1 0 0,0-1 1 0 0,0 1 0 0 0,3-2 0 0 0,-1 2 242 0 0,0 0 1 0 0,1 0-1 0 0,-1 0 1 0 0,0 1-1 0 0,1-1 1 0 0,-1 1-1 0 0,1 0 1 0 0,6 1-1 0 0,-4 0-68 0 0,1 0-1 0 0,0 1 1 0 0,0 0 0 0 0,-1 0-1 0 0,1 1 1 0 0,-1 0 0 0 0,0 0-1 0 0,0 0 1 0 0,0 1 0 0 0,0 0-1 0 0,-1 1 1 0 0,0-1 0 0 0,1 1-1 0 0,-2 1 1 0 0,1-1 0 0 0,-1 1-1 0 0,1 0 1 0 0,-2 0 0 0 0,1 0-1 0 0,-1 1 1 0 0,0 0 0 0 0,0 0-1 0 0,0 0 1 0 0,-1 0 0 0 0,-1 0-1 0 0,1 1 1 0 0,-1-1 0 0 0,0 1-1 0 0,-1 0 1 0 0,1 0 0 0 0,-2-1-1 0 0,1 1 1 0 0,-1 0-1 0 0,-1 11 1 0 0,1-18-309 0 0,0-1 0 0 0,0 1 0 0 0,0-1-1 0 0,0 1 1 0 0,0-1 0 0 0,0 1 0 0 0,0-1 0 0 0,0 1-1 0 0,-1-1 1 0 0,1 1 0 0 0,0-1 0 0 0,0 1 0 0 0,0-1-1 0 0,-1 1 1 0 0,1-1 0 0 0,0 1 0 0 0,0-1 0 0 0,-1 1-1 0 0,1-1 1 0 0,0 1 0 0 0,-1-1 0 0 0,1 0 0 0 0,-1 1-1 0 0,1-1 1 0 0,0 0 0 0 0,-1 1 0 0 0,0-1 0 0 0,-8-10 401 0 0,-4-23 94 0 0,9 17-618 0 0,2 1 0 0 0,-1-1 0 0 0,2 1 0 0 0,0-1 0 0 0,1 0 0 0 0,1 1 0 0 0,3-24 0 0 0,12-23-7031 0 0,-7 36 405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4145 0 0,'45'102'8709'0'0,"-28"-59"-4583"0"0,25 45 0 0 0,-25-69-3916 0 0,-17-18-201 0 0,1-1 0 0 0,-1 0 0 0 0,1 0-1 0 0,-1 0 1 0 0,1 1 0 0 0,-1-1 0 0 0,1 0 0 0 0,-1 0 0 0 0,1 0 0 0 0,-1 0 0 0 0,1 0 0 0 0,-1 0 0 0 0,1 0 0 0 0,-1 0 0 0 0,1 0 0 0 0,0 0 0 0 0,-1 0 0 0 0,1 0 0 0 0,-1 0 0 0 0,1 0 0 0 0,-1-1 0 0 0,1 1-1 0 0,-1 0 1 0 0,0 0 0 0 0,2-1 0 0 0,-1-1 27 0 0,1 0 0 0 0,-1 1 0 0 0,0-1-1 0 0,1 0 1 0 0,-1 0 0 0 0,0 0 0 0 0,0 0 0 0 0,-1-1-1 0 0,1 1 1 0 0,0 0 0 0 0,-1 0 0 0 0,1 0 0 0 0,-1-1-1 0 0,1 1 1 0 0,-1 0 0 0 0,0-3 0 0 0,0-1 26 0 0,2-31 268 0 0,8-41 1 0 0,-8 68-305 0 0,0 0 1 0 0,0 1 0 0 0,1-1-1 0 0,1 1 1 0 0,0-1 0 0 0,0 1-1 0 0,1 0 1 0 0,0 1 0 0 0,8-12-1 0 0,-12 18-15 0 0,0 1 0 0 0,0-1 0 0 0,1 1 0 0 0,-1-1 0 0 0,0 1 0 0 0,1 0 0 0 0,-1 0 0 0 0,1-1 0 0 0,0 1 0 0 0,-1 0 0 0 0,1 0 0 0 0,0 0 0 0 0,-1 1 0 0 0,1-1 0 0 0,0 0 0 0 0,0 1 0 0 0,0-1 0 0 0,0 1 0 0 0,0-1 0 0 0,0 1 0 0 0,0 0 0 0 0,-1 0 0 0 0,1 0 0 0 0,4 0 0 0 0,-3 2 7 0 0,0-1 0 0 0,0 0-1 0 0,0 1 1 0 0,0-1 0 0 0,-1 1 0 0 0,1 0 0 0 0,0 0 0 0 0,-1 0 0 0 0,1 0 0 0 0,-1 1 0 0 0,0-1 0 0 0,0 1 0 0 0,3 3 0 0 0,5 11 121 0 0,0-1 1 0 0,-1 2 0 0 0,12 32 0 0 0,-21-48-118 0 0,8 18 72 0 0,-1 2-1 0 0,-2-1 1 0 0,0 0-1 0 0,-1 1 1 0 0,-1 0-1 0 0,-1 0 1 0 0,-1 0 0 0 0,-1 0-1 0 0,-1 0 1 0 0,-1 0-1 0 0,-1 0 1 0 0,-1 0-1 0 0,-7 22 1 0 0,4-20-724 0 0,-2-1 0 0 0,0 0-1 0 0,-23 38 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5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 11058 0 0,'-3'1'192'0'0,"0"-1"-1"0"0,0 1 0 0 0,0 0 0 0 0,0 0 0 0 0,0 0 0 0 0,0 1 0 0 0,1-1 1 0 0,-1 1-1 0 0,0 0 0 0 0,1-1 0 0 0,-1 1 0 0 0,1 0 0 0 0,-1 1 0 0 0,1-1 1 0 0,0 0-1 0 0,-3 5 0 0 0,-33 47 1857 0 0,31-43-1414 0 0,0 0-25 0 0,0 0 0 0 0,1 1 0 0 0,0-1-1 0 0,-7 23 1 0 0,12-32-571 0 0,0 1 0 0 0,0-1 0 0 0,1 0-1 0 0,-1 1 1 0 0,1-1 0 0 0,-1 1 0 0 0,1-1 0 0 0,0 1 0 0 0,0-1-1 0 0,0 1 1 0 0,1-1 0 0 0,-1 1 0 0 0,1-1 0 0 0,-1 1-1 0 0,1-1 1 0 0,0 1 0 0 0,0-1 0 0 0,0 0 0 0 0,0 1 0 0 0,0-1-1 0 0,0 0 1 0 0,1 0 0 0 0,-1 0 0 0 0,1 0 0 0 0,-1 0 0 0 0,1 0-1 0 0,0 0 1 0 0,0-1 0 0 0,0 1 0 0 0,0-1 0 0 0,3 3 0 0 0,14 4-38 0 0,-1 0 0 0 0,35 10 0 0 0,-41-16 0 0 0,0 2 0 0 0,0-1 0 0 0,-1 2 0 0 0,1 0 0 0 0,-1 0 0 0 0,0 1 0 0 0,0 0 0 0 0,0 1 0 0 0,-1 0 0 0 0,15 13 0 0 0,-24-18-1 0 0,1 0 0 0 0,-1 0 0 0 0,1 0 0 0 0,-1 0 0 0 0,0 1 0 0 0,1-1 1 0 0,-1 0-1 0 0,0 1 0 0 0,-1-1 0 0 0,1 0 0 0 0,0 1 0 0 0,-1-1 0 0 0,1 1 1 0 0,-1-1-1 0 0,0 1 0 0 0,0-1 0 0 0,0 1 0 0 0,0 3 0 0 0,-1-2 20 0 0,0 1 1 0 0,-1-1-1 0 0,1 1 0 0 0,-1-1 0 0 0,0 0 0 0 0,0 1 0 0 0,0-1 0 0 0,0 0 0 0 0,-5 5 1 0 0,-3 3 133 0 0,-1 0 1 0 0,-1 0-1 0 0,0-1 1 0 0,-21 15-1 0 0,-15 3-2201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5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6449 0 0,'15'-6'9458'0'0,"-14"6"-9292"0"0,17 13 2625 0 0,0 10-1765 0 0,-1 0-1 0 0,23 41 1 0 0,-33-96-591 0 0,-4 13-354 0 0,0 0-1 0 0,10-30 1 0 0,-11 45-69 0 0,-1 1 0 0 0,1 0 0 0 0,-1 0 0 0 0,1 0 0 0 0,0 0 0 0 0,0 1 0 0 0,0-1 0 0 0,1 0 0 0 0,-1 1 0 0 0,1 0 0 0 0,-1-1-1 0 0,1 1 1 0 0,6-3 0 0 0,-8 4-4 0 0,1 1 0 0 0,0 0 0 0 0,-1-1-1 0 0,1 1 1 0 0,0 0 0 0 0,0 0 0 0 0,0 0-1 0 0,-1 0 1 0 0,1 0 0 0 0,0 0 0 0 0,0 1-1 0 0,-1-1 1 0 0,1 1 0 0 0,0-1 0 0 0,-1 1-1 0 0,1 0 1 0 0,-1-1 0 0 0,1 1 0 0 0,0 0-1 0 0,-1 0 1 0 0,0 0 0 0 0,1 0 0 0 0,-1 0-1 0 0,0 0 1 0 0,1 1 0 0 0,-1-1 0 0 0,0 0-1 0 0,2 3 1 0 0,26 33 102 0 0,27 44-1 0 0,-14-18-166 0 0,-41-63 54 0 0,-1 1 1 0 0,0-1-1 0 0,0 0 1 0 0,0 0-1 0 0,0 0 0 0 0,0 0 1 0 0,1 0-1 0 0,-1 0 1 0 0,0 0-1 0 0,0 0 1 0 0,0 0-1 0 0,1 0 1 0 0,-1 0-1 0 0,0 0 1 0 0,0 0-1 0 0,0 0 1 0 0,0 0-1 0 0,1 0 1 0 0,-1 0-1 0 0,0 0 1 0 0,0 0-1 0 0,0 0 1 0 0,0 0-1 0 0,1 0 1 0 0,-1 0-1 0 0,0 0 0 0 0,0 0 1 0 0,0-1-1 0 0,0 1 1 0 0,0 0-1 0 0,1 0 1 0 0,-1 0-1 0 0,0 0 1 0 0,0 0-1 0 0,0 0 1 0 0,0-1-1 0 0,0 1 1 0 0,0 0-1 0 0,0 0 1 0 0,0 0-1 0 0,1 0 1 0 0,-1 0-1 0 0,0-1 1 0 0,0 1-1 0 0,0 0 1 0 0,0 0-1 0 0,0 0 0 0 0,0 0 1 0 0,0-1-1 0 0,8-17-65 0 0,7-30 3 0 0,-13 39 43 0 0,6-19-7 0 0,-4 10 30 0 0,2-1 0 0 0,10-25 0 0 0,-14 41 38 0 0,-1-1-1 0 0,1 0 0 0 0,0 1 0 0 0,1-1 1 0 0,-1 1-1 0 0,0 0 0 0 0,1 0 0 0 0,0 0 1 0 0,0 0-1 0 0,0 0 0 0 0,0 1 0 0 0,0-1 1 0 0,0 1-1 0 0,1 0 0 0 0,-1 0 1 0 0,1 0-1 0 0,4-2 0 0 0,-5 4-25 0 0,-1 0 1 0 0,1 0-1 0 0,-1 0 1 0 0,0 0-1 0 0,1 1 0 0 0,-1-1 1 0 0,0 1-1 0 0,1-1 0 0 0,-1 1 1 0 0,0 0-1 0 0,1 0 1 0 0,-1 0-1 0 0,0 0 0 0 0,0 0 1 0 0,0 0-1 0 0,0 1 0 0 0,0-1 1 0 0,0 1-1 0 0,-1 0 1 0 0,1-1-1 0 0,0 1 0 0 0,-1 0 1 0 0,3 3-1 0 0,5 6 76 0 0,-1 1 0 0 0,10 19 0 0 0,-11-19-525 0 0,1 0-1 0 0,-1-1 1 0 0,2 0-1 0 0,0 0 0 0 0,0-1 1 0 0,1 0-1 0 0,0 0 1 0 0,19 12-1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16 968 0 0,'-1'-2'425'0'0,"0"1"-1"0"0,-1 0 1 0 0,1-1-1 0 0,-1 1 1 0 0,1 0-1 0 0,-1 0 1 0 0,1 0-1 0 0,-1 0 1 0 0,0 0-1 0 0,1 1 1 0 0,-1-1-1 0 0,0 0 1 0 0,0 1-1 0 0,1 0 1 0 0,-1-1-1 0 0,0 1 1 0 0,0 0 0 0 0,0 0-1 0 0,0 0 1 0 0,0 0-1 0 0,1 0 1 0 0,-1 0-1 0 0,-3 1 1 0 0,1 0 140 0 0,0 1 1 0 0,1 0 0 0 0,-1-1-1 0 0,1 1 1 0 0,0 1 0 0 0,0-1-1 0 0,0 0 1 0 0,0 1 0 0 0,0-1-1 0 0,-5 7 1 0 0,0 1 5 0 0,0 1 0 0 0,1 0 0 0 0,0 1 0 0 0,0 0 0 0 0,-8 22-1 0 0,12-24-478 0 0,0 0 0 0 0,1 1 0 0 0,0-1 0 0 0,0 0-1 0 0,1 13 1 0 0,1-20-91 0 0,0 0 0 0 0,0 0 0 0 0,0 0 0 0 0,1 0 0 0 0,-1-1 0 0 0,1 1-1 0 0,0 0 1 0 0,0 0 0 0 0,0-1 0 0 0,2 5 0 0 0,-2-6-4 0 0,0 1 0 0 0,0-1-1 0 0,0 0 1 0 0,0 0 0 0 0,0 0-1 0 0,0 0 1 0 0,0 0 0 0 0,1-1 0 0 0,-1 1-1 0 0,0 0 1 0 0,0 0 0 0 0,1-1 0 0 0,-1 1-1 0 0,1-1 1 0 0,-1 1 0 0 0,0-1-1 0 0,1 0 1 0 0,-1 1 0 0 0,1-1 0 0 0,-1 0-1 0 0,1 0 1 0 0,1 0 0 0 0,-2 0-9 0 0,1-1 0 0 0,0 1 0 0 0,0-1 0 0 0,0 1-1 0 0,0-1 1 0 0,0 0 0 0 0,-1 0 0 0 0,1 0 0 0 0,0 0 0 0 0,-1 0 0 0 0,1 0 0 0 0,0 0 0 0 0,-1-1 0 0 0,0 1 0 0 0,1 0 0 0 0,-1-1 0 0 0,0 1-1 0 0,0-1 1 0 0,1 0 0 0 0,-1 1 0 0 0,-1-1 0 0 0,1 0 0 0 0,0 0 0 0 0,0 1 0 0 0,0-5 0 0 0,3-5 18 0 0,0-1 1 0 0,2-22-1 0 0,-5 29-10 0 0,1-10 92 0 0,3-22 70 0 0,-4 36-134 0 0,-1-1 1 0 0,0 1-1 0 0,1-1 1 0 0,-1 1-1 0 0,1-1 0 0 0,-1 1 1 0 0,1-1-1 0 0,0 1 1 0 0,0 0-1 0 0,-1-1 0 0 0,1 1 1 0 0,0 0-1 0 0,0 0 1 0 0,0 0-1 0 0,0 0 0 0 0,1 0 1 0 0,-1 0-1 0 0,1-1 1 0 0,0 2 8 0 0,-1 0 1 0 0,1 0-1 0 0,-1 0 1 0 0,0 0 0 0 0,1 0-1 0 0,-1 0 1 0 0,1 0-1 0 0,-1 1 1 0 0,0-1 0 0 0,1 0-1 0 0,-1 1 1 0 0,0-1-1 0 0,1 1 1 0 0,-1 0 0 0 0,0-1-1 0 0,0 1 1 0 0,1 0-1 0 0,-1 0 1 0 0,0 0 0 0 0,0 0-1 0 0,0 0 1 0 0,0 0-1 0 0,1 2 1 0 0,25 30 144 0 0,-22-26-130 0 0,7 9 23 0 0,41 49 139 0 0,-49-61-234 0 0,0-1 0 0 0,0 1 0 0 0,0 0-1 0 0,0-1 1 0 0,1 0 0 0 0,-1 0 0 0 0,1 0 0 0 0,0-1 0 0 0,0 1 0 0 0,0-1 0 0 0,0 0 0 0 0,7 1 0 0 0,-11-3-147 0 0,0 0 0 0 0,0 0-1 0 0,1 0 1 0 0,-1 0 0 0 0,0 0 0 0 0,0 0 0 0 0,1 0 0 0 0,-1 0 0 0 0,0-1-1 0 0,0 1 1 0 0,0-1 0 0 0,0 1 0 0 0,0 0 0 0 0,0-1 0 0 0,1 0 0 0 0,-1 1-1 0 0,0-1 1 0 0,0 0 0 0 0,-1 1 0 0 0,2-2 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6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51 1376 0 0,'-11'-51'11960'0'0,"9"61"-8754"0"0,1 12-1966 0 0,1-20-602 0 0,1 10-139 0 0,0 1 0 0 0,1 0-1 0 0,0-1 1 0 0,1 0 0 0 0,1 1 0 0 0,0-1-1 0 0,11 23 1 0 0,51 80 539 0 0,-37-68-650 0 0,-27-43-442 0 0,39 58 197 0 0,-38-58-455 0 0,1 1 1 0 0,0-1 0 0 0,0 0 0 0 0,0 0 0 0 0,0 0 0 0 0,1 0 0 0 0,-1-1 0 0 0,1 0 0 0 0,0 0 0 0 0,7 4 0 0 0,-2-6-1127 0 0,-1-2-15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11522 0 0,'-2'7'436'0'0,"1"1"0"0"0,0 0 0 0 0,1 0 0 0 0,0 0 0 0 0,0 0 0 0 0,0 0 0 0 0,3 12 0 0 0,16 59 3526 0 0,-15-63-3762 0 0,11 38 1920 0 0,42 95 0 0 0,9-21-3926 0 0,-50-101-5949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8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5 9674 0 0,'-1'-1'125'0'0,"-1"0"-1"0"0,1 1 1 0 0,-1-1-1 0 0,1 1 1 0 0,-1-1-1 0 0,1 1 1 0 0,-1 0-1 0 0,1-1 0 0 0,-1 1 1 0 0,0 0-1 0 0,1 0 1 0 0,-1 0-1 0 0,1 0 1 0 0,-1 0-1 0 0,0 1 1 0 0,1-1-1 0 0,-1 0 1 0 0,1 1-1 0 0,-3 0 1 0 0,-28 12 1498 0 0,25-9-1428 0 0,1 1-1 0 0,0-1 1 0 0,0 1-1 0 0,0 1 1 0 0,1-1-1 0 0,-1 1 1 0 0,2 0-1 0 0,-1 0 1 0 0,0 0 0 0 0,1 1-1 0 0,1-1 1 0 0,-1 1-1 0 0,1 0 1 0 0,0 0-1 0 0,0 0 1 0 0,1 1-1 0 0,0-1 1 0 0,0 1 0 0 0,1-1-1 0 0,0 1 1 0 0,0 0-1 0 0,1 7 1 0 0,0-1-40 0 0,0 1 0 0 0,1-1 0 0 0,1 0 1 0 0,0-1-1 0 0,1 1 0 0 0,0 0 0 0 0,1-1 0 0 0,1 1 1 0 0,0-1-1 0 0,1 0 0 0 0,9 15 0 0 0,-12-23-148 0 0,-1-1 0 0 0,2 1 0 0 0,-1-1 0 0 0,1 1 0 0 0,-1-1 0 0 0,1 0 0 0 0,0 0 0 0 0,0-1 0 0 0,1 1 0 0 0,-1-1 0 0 0,1 0 0 0 0,0 0 0 0 0,0 0 0 0 0,0-1 0 0 0,0 0 0 0 0,0 0 0 0 0,1 0 0 0 0,-1-1 0 0 0,0 1 0 0 0,1-1 0 0 0,-1 0 0 0 0,1-1-1 0 0,-1 0 1 0 0,1 1 0 0 0,0-2 0 0 0,-1 1 0 0 0,1-1 0 0 0,-1 0 0 0 0,1 0 0 0 0,-1 0 0 0 0,0-1 0 0 0,1 0 0 0 0,-1 0 0 0 0,0 0 0 0 0,0-1 0 0 0,0 1 0 0 0,0-1 0 0 0,-1 0 0 0 0,1-1 0 0 0,-1 1 0 0 0,0-1 0 0 0,0 0 0 0 0,0 0 0 0 0,4-6 0 0 0,-1 2-252 0 0,1-2 1 0 0,-2 1-1 0 0,1-1 0 0 0,-2 0 1 0 0,1 0-1 0 0,-1-1 1 0 0,-1 0-1 0 0,1 1 0 0 0,-2-1 1 0 0,3-14-1 0 0,-4 13 502 0 0,0-1-1 0 0,-1 1 0 0 0,-1-1 1 0 0,0 0-1 0 0,-3-19 0 0 0,-1-35 2862 0 0,36 110-1756 0 0,-16-19-1188 0 0,2 0 0 0 0,1-1-1 0 0,0-1 1 0 0,2 0 0 0 0,23 18-1 0 0,-37-35-347 0 0,0 0 0 0 0,0-1-1 0 0,0 1 1 0 0,0-2-1 0 0,1 1 1 0 0,-1-1 0 0 0,1 0-1 0 0,0 0 1 0 0,16 2-1 0 0,-18-5-259 0 0,0 1 0 0 0,0-1 0 0 0,-1-1-1 0 0,1 1 1 0 0,0-1 0 0 0,0 0 0 0 0,0 0-1 0 0,-1-1 1 0 0,1 0 0 0 0,-1 0 0 0 0,1 0-1 0 0,-1 0 1 0 0,0-1 0 0 0,0 0 0 0 0,8-6-1 0 0,3-3 435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8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9674 0 0,'0'9'6268'0'0,"4"15"-3871"0"0,-4-21-1796 0 0,37 161 3721 0 0,-25-124-5617 0 0,2-1 0 0 0,20 39 0 0 0,-24-58-5775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9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3225 0 0,'7'-10'12352'0'0,"7"26"-10804"0"0,-2 0 1 0 0,17 26-1 0 0,-3-5-624 0 0,-17-25-667 0 0,20 31 594 0 0,-27-41-816 0 0,-1 0 0 0 0,0 1-1 0 0,0-1 1 0 0,0 0 0 0 0,-1 0-1 0 0,1 1 1 0 0,0-1 0 0 0,-1 0-1 0 0,0 1 1 0 0,1-1 0 0 0,-1 1-1 0 0,0-1 1 0 0,0 1 0 0 0,-1-1-1 0 0,1 0 1 0 0,0 1 0 0 0,-2 3-1 0 0,2-6-14 0 0,0 1-1 0 0,-1-1 1 0 0,1 1-1 0 0,0-1 0 0 0,-1 1 1 0 0,1-1-1 0 0,-1 0 1 0 0,1 1-1 0 0,-1-1 1 0 0,1 0-1 0 0,-1 1 0 0 0,1-1 1 0 0,-1 0-1 0 0,1 0 1 0 0,-1 1-1 0 0,1-1 1 0 0,-1 0-1 0 0,1 0 0 0 0,-1 0 1 0 0,1 0-1 0 0,-1 0 1 0 0,0 0-1 0 0,1 1 1 0 0,-1-1-1 0 0,1-1 0 0 0,-1 1 1 0 0,1 0-1 0 0,-1 0 1 0 0,0 0-1 0 0,1 0 1 0 0,-1 0-1 0 0,1 0 0 0 0,-1-1 1 0 0,1 1-1 0 0,-1 0 1 0 0,1 0-1 0 0,-1-1 1 0 0,1 1-1 0 0,-1 0 0 0 0,1-1 1 0 0,0 1-1 0 0,-1-1 1 0 0,1 1-1 0 0,-1-1 1 0 0,-20-20 375 0 0,16 14-430 0 0,1 0 0 0 0,0-1 0 0 0,0 0 1 0 0,0 0-1 0 0,1 0 0 0 0,0 0 0 0 0,1 0 0 0 0,0-1 0 0 0,0 1 1 0 0,1-1-1 0 0,0 0 0 0 0,0-13 0 0 0,2 11-1136 0 0,0 1 0 0 0,0-1-1 0 0,1 1 1 0 0,1-1 0 0 0,0 1 0 0 0,4-11 0 0 0,3-4-5508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29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5185 0 0,'17'0'10035'0'0,"-3"4"-4860"0"0,-12-3-5059 0 0,0 0 0 0 0,1 0 0 0 0,-1 1 0 0 0,0-1 1 0 0,1 1-1 0 0,-1 0 0 0 0,0-1 0 0 0,0 1 0 0 0,0 0 0 0 0,-1 0 0 0 0,1 1 0 0 0,0-1 0 0 0,-1 0 0 0 0,1 0 0 0 0,-1 1 0 0 0,0-1 0 0 0,0 1 1 0 0,0-1-1 0 0,0 1 0 0 0,0 0 0 0 0,0 4 0 0 0,3 11-28 0 0,0 0 0 0 0,-2 0 0 0 0,0 0 0 0 0,-1 30 0 0 0,-16-100 488 0 0,13 35-578 0 0,2 0-1 0 0,-1 0 0 0 0,2 1 1 0 0,0-1-1 0 0,6-25 0 0 0,-6 34-375 0 0,1 0 0 0 0,0 0 0 0 0,1 1-1 0 0,0-1 1 0 0,0 1 0 0 0,0-1-1 0 0,1 1 1 0 0,0 0 0 0 0,0 1 0 0 0,1-1-1 0 0,0 1 1 0 0,0 0 0 0 0,11-9-1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0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0 355 3225 0 0,'3'-2'676'0'0,"0"0"1"0"0,-1 0-1 0 0,1-1 1 0 0,-1 1 0 0 0,1-1-1 0 0,-1 1 1 0 0,0-1-1 0 0,0 0 1 0 0,0 0-1 0 0,-1 0 1 0 0,1 0 0 0 0,2-6-1 0 0,-3 7-212 0 0,2-6 298 0 0,0 1 0 0 0,-1 0-1 0 0,1-1 1 0 0,-1 1 0 0 0,-1-1 0 0 0,2-13-1 0 0,-3 11-460 0 0,1 0 0 0 0,-2 0 0 0 0,1 0 0 0 0,-2 0 0 0 0,1 0 0 0 0,-1 0 0 0 0,-1 0-1 0 0,-4-12 1 0 0,7 22-282 0 0,0-1 0 0 0,0 1-1 0 0,0 0 1 0 0,0-1 0 0 0,0 1-1 0 0,0 0 1 0 0,0-1 0 0 0,0 1-1 0 0,0 0 1 0 0,0-1 0 0 0,0 1-1 0 0,-1 0 1 0 0,1-1 0 0 0,0 1-1 0 0,0 0 1 0 0,-1-1 0 0 0,1 1-1 0 0,0 0 1 0 0,0-1-1 0 0,-1 1 1 0 0,1 0 0 0 0,0 0-1 0 0,0-1 1 0 0,-1 1 0 0 0,1 0-1 0 0,0 0 1 0 0,-1 0 0 0 0,1 0-1 0 0,-1-1 1 0 0,1 1 0 0 0,0 0-1 0 0,-1 0 1 0 0,1 0 0 0 0,0 0-1 0 0,-1 0 1 0 0,1 0 0 0 0,-1 0-1 0 0,-7 14 160 0 0,1 22-208 0 0,7-26 18 0 0,0-1 1 0 0,1 1-1 0 0,1-1 1 0 0,-1 0 0 0 0,2 0-1 0 0,-1 1 1 0 0,1-1-1 0 0,0-1 1 0 0,6 12 0 0 0,-7-16 4 0 0,0 1 0 0 0,1-1 0 0 0,-1 0-1 0 0,1 0 1 0 0,0 0 0 0 0,0 0 0 0 0,1 0 0 0 0,-1 0 0 0 0,1-1 0 0 0,0 0 0 0 0,-1 1 0 0 0,1-2 0 0 0,1 1 0 0 0,-1 0 0 0 0,0-1 0 0 0,1 0 0 0 0,-1 0 0 0 0,1 0 0 0 0,5 1 0 0 0,-7-3-99 0 0,0 0 0 0 0,-1 0 1 0 0,1 0-1 0 0,0-1 0 0 0,-1 1 0 0 0,1-1 1 0 0,-1 0-1 0 0,1 1 0 0 0,-1-1 0 0 0,1 0 1 0 0,-1-1-1 0 0,0 1 0 0 0,1 0 0 0 0,-1-1 1 0 0,0 1-1 0 0,0-1 0 0 0,0 0 0 0 0,0 0 1 0 0,0 0-1 0 0,-1 0 0 0 0,1 0 0 0 0,-1 0 1 0 0,1 0-1 0 0,-1 0 0 0 0,3-5 0 0 0,3-7-583 0 0,0 0 0 0 0,10-29-1 0 0,-16 38 747 0 0,13-43-68 0 0,-10 34 549 0 0,0-1 1 0 0,0 1 0 0 0,1 0-1 0 0,1 1 1 0 0,0-1 0 0 0,10-14-1 0 0,-15 28-469 0 0,-1-1 0 0 0,0 1-1 0 0,0-1 1 0 0,1 1 0 0 0,-1 0-1 0 0,0-1 1 0 0,1 1 0 0 0,-1 0-1 0 0,1-1 1 0 0,-1 1-1 0 0,0 0 1 0 0,1 0 0 0 0,-1-1-1 0 0,1 1 1 0 0,-1 0 0 0 0,1 0-1 0 0,-1 0 1 0 0,1-1 0 0 0,-1 1-1 0 0,0 0 1 0 0,1 0 0 0 0,-1 0-1 0 0,1 0 1 0 0,-1 0 0 0 0,1 0-1 0 0,-1 0 1 0 0,1 0 0 0 0,-1 0-1 0 0,2 1 1 0 0,11 10 889 0 0,10 32-628 0 0,-16-29-129 0 0,-5-11-212 0 0,0 1-2 0 0,0 0 0 0 0,0 0 0 0 0,0 0 0 0 0,1 0 0 0 0,0 0 0 0 0,0-1 0 0 0,0 0-1 0 0,0 1 1 0 0,0-1 0 0 0,1-1 0 0 0,5 5 0 0 0,-8-7-10 0 0,-1 0 0 0 0,1 0 0 0 0,0-1 1 0 0,-1 1-1 0 0,1 0 0 0 0,0 0 0 0 0,-1-1 0 0 0,1 1 0 0 0,0 0 0 0 0,-1-1 0 0 0,1 1 1 0 0,-1-1-1 0 0,1 1 0 0 0,-1-1 0 0 0,1 1 0 0 0,-1-1 0 0 0,1 1 0 0 0,-1-1 0 0 0,1 1 1 0 0,-1-1-1 0 0,0 0 0 0 0,1 1 0 0 0,-1-1 0 0 0,0 1 0 0 0,0-1 0 0 0,1 0 0 0 0,-1 0 1 0 0,0 1-1 0 0,0-2 0 0 0,7-25-107 0 0,-6 24 109 0 0,5-23-196 0 0,-3 9 199 0 0,0 1 0 0 0,9-21 0 0 0,-11 33 44 0 0,1 1 0 0 0,-1-1 0 0 0,1 0 0 0 0,0 1 0 0 0,0-1 0 0 0,1 1 1 0 0,-1 0-1 0 0,1 0 0 0 0,0 0 0 0 0,-1 0 0 0 0,1 0 0 0 0,0 1 1 0 0,1-1-1 0 0,5-3 0 0 0,-8 6-1 0 0,0-1-1 0 0,1 1 1 0 0,-1 0-1 0 0,0-1 1 0 0,0 1 0 0 0,0 0-1 0 0,1 0 1 0 0,-1 0-1 0 0,0 0 1 0 0,0 0 0 0 0,0 1-1 0 0,0-1 1 0 0,1 0 0 0 0,-1 0-1 0 0,0 1 1 0 0,0-1-1 0 0,0 1 1 0 0,0-1 0 0 0,0 1-1 0 0,0-1 1 0 0,0 1 0 0 0,0 0-1 0 0,0-1 1 0 0,0 1-1 0 0,0 0 1 0 0,0 0 0 0 0,0 0-1 0 0,-1 0 1 0 0,2 1 0 0 0,24 36 234 0 0,-13-18-190 0 0,-9-16-92 0 0,0 0 0 0 0,0 0 0 0 0,0 0 1 0 0,1 0-1 0 0,0 0 0 0 0,0-1 0 0 0,0 0 0 0 0,0 0 1 0 0,0 0-1 0 0,1-1 0 0 0,-1 0 0 0 0,1 0 0 0 0,-1 0 1 0 0,1 0-1 0 0,0-1 0 0 0,0 0 0 0 0,8 0 0 0 0,-9-1-414 0 0,0 0 0 0 0,1 0 0 0 0,-1-1 0 0 0,0 0 0 0 0,0 0 0 0 0,0 0 0 0 0,1-1 0 0 0,-1 1 0 0 0,-1-1 0 0 0,1 0 0 0 0,0-1 0 0 0,7-4 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4145 0 0,'0'-11'440'0'0,"18"-41"10915"0"0,-17 52-11118 0 0,8 13 3038 0 0,3 19-1964 0 0,-12-31-1108 0 0,8 25-67 0 0,38 119 1264 0 0,-37-124-1214 0 0,0 1-1 0 0,2-2 0 0 0,0 1 1 0 0,23 28-1 0 0,4 4-2604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0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8 196 11522 0 0,'0'0'123'0'0,"-1"0"-1"0"0,1 0 1 0 0,-1 0-1 0 0,1 0 1 0 0,0 0-1 0 0,-1 0 1 0 0,1 0-1 0 0,-3-3 1348 0 0,2 3-1348 0 0,1-1 1 0 0,0 1-1 0 0,0 0 0 0 0,0 0 1 0 0,0-1-1 0 0,0 1 1 0 0,-1 0-1 0 0,1-1 1 0 0,0 1-1 0 0,0-1 1 0 0,0 1-1 0 0,0 0 1 0 0,0-1-1 0 0,0 1 1 0 0,0 0-1 0 0,0-1 0 0 0,0 1 1 0 0,0 0-1 0 0,0-1 1 0 0,11-17 2502 0 0,27-18-625 0 0,-32 32-1576 0 0,20-19 51 0 0,48-31 0 0 0,-18 24-2459 0 0,-45 26 306 0 0,0 0-1 0 0,0 1 0 0 0,15-3 1 0 0,-6 3-1106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0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27 11979 0 0,'-7'-1'6825'0'0,"3"-1"-6361"0"0,0 0-200 0 0,0-3-40 0 0,1 0 0 0 0,3 1-160 0 0,0 0-64 0 0,2 1 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3343 1 11979 0 0,'0'0'922'0'0,"10"21"1256"0"0,56 167 4231 0 0,15 101-5176 0 0,20 100-1078 0 0,35-9-42 0 0,63 164-125 0 0,-157-413-56 0 0,27 113-68 0 0,-67-239 149 0 0,-1 0 1 0 0,0 0-1 0 0,-1 0 1 0 0,1 1-1 0 0,-1-1 0 0 0,0 0 1 0 0,0 1-1 0 0,-1-1 1 0 0,0 0-1 0 0,-2 9 1 0 0,2-12-5 0 0,0 1 0 0 0,-1-1 0 0 0,1 1 0 0 0,-1-1 0 0 0,0 1 0 0 0,0-1 0 0 0,0 0 0 0 0,0 0 0 0 0,0 0 0 0 0,0 0 0 0 0,-1-1 0 0 0,1 1 0 0 0,0 0 0 0 0,-1-1 0 0 0,0 0 0 0 0,1 1 0 0 0,-1-1 0 0 0,0 0 0 0 0,1-1 0 0 0,-6 2 0 0 0,-39 8 336 0 0,-86 7-1 0 0,-15 2-114 0 0,-179 70-251 0 0,231-60-79 0 0,-394 158-634 0 0,446-168 661 0 0,-181 86-187 0 0,-29 12 176 0 0,-44 8 4 0 0,-122 48-16 0 0,254-106 96 0 0,-133 48 0 0 0,59-27 129 0 0,-18 7 58 0 0,144-57 30 0 0,30-9-155 0 0,-117 25 0 0 0,65-39-4720 0 0,119-13 2554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2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200 366 4145 0 0,'-12'-14'557'0'0,"1"-2"-1"0"0,-18-30 1 0 0,-27-79 8386 0 0,20 40-4560 0 0,7 30-4635 0 0,10 31 2205 0 0,19 24-1925 0 0,0 0 0 0 0,0 0 0 0 0,0 0 0 0 0,0-1 0 0 0,-1 1 0 0 0,1 0 0 0 0,0 0 0 0 0,0 0 0 0 0,0 0 0 0 0,0 0 0 0 0,-1 0 0 0 0,1 0 0 0 0,0 0 0 0 0,0 0 0 0 0,0 0 0 0 0,-1 0 0 0 0,1 0 0 0 0,0 0-1 0 0,0 1 1 0 0,0-1 0 0 0,0 0 0 0 0,0 0 0 0 0,-1 0 0 0 0,1 0 0 0 0,0 0 0 0 0,0 0 0 0 0,0 0 0 0 0,0 0 0 0 0,0 0 0 0 0,-1 1 0 0 0,1-1 0 0 0,0 0 0 0 0,0 0 0 0 0,0 0 0 0 0,0 0 0 0 0,0 0 0 0 0,0 0-1 0 0,0 1 1 0 0,0-1 0 0 0,0 0 0 0 0,0 0 0 0 0,-1 1 0 0 0,0 17 362 0 0,4 18-421 0 0,1 0 0 0 0,3 0 0 0 0,15 54-1 0 0,45 101-168 0 0,-12-61 217 0 0,70 124 0 0 0,88 114 61 0 0,-197-341-72 0 0,331 646 901 0 0,-174-318-753 0 0,-13 11-103 0 0,-97-210-49 0 0,-35-100-5 0 0,-18-37-231 0 0,-1 0 0 0 0,11 36 0 0 0,-19-47-197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2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75 985 1376 0 0,'-7'-7'142'0'0,"0"0"-1"0"0,0 0 0 0 0,1-1 0 0 0,0 0 1 0 0,0 0-1 0 0,1-1 0 0 0,0 1 0 0 0,1-1 1 0 0,0 0-1 0 0,0 0 0 0 0,1-1 0 0 0,0 1 1 0 0,1-1-1 0 0,-2-11 0 0 0,3 16-60 0 0,1-1 0 0 0,0 0 0 0 0,0 1 0 0 0,0-1 0 0 0,1 0 0 0 0,0 1 0 0 0,0-1 1 0 0,0 1-1 0 0,1-1 0 0 0,0 1 0 0 0,0-1 0 0 0,0 1 0 0 0,0 0 0 0 0,1 0 0 0 0,0 0 0 0 0,0 1 0 0 0,1-1 0 0 0,-1 1 0 0 0,1-1 0 0 0,0 1 0 0 0,0 0 0 0 0,0 1 0 0 0,1-1 0 0 0,-1 1 0 0 0,10-6 1 0 0,0 2 265 0 0,1 0 0 0 0,0 1 0 0 0,0 1 0 0 0,29-7 0 0 0,69-7 1189 0 0,-39 9-520 0 0,340-70 2173 0 0,75-15-873 0 0,-113 19-773 0 0,126-2-169 0 0,81-15-386 0 0,-468 70-835 0 0,351-71 822 0 0,-39 15 16 0 0,-361 67-841 0 0,-13 4 47 0 0,107-2 1 0 0,-128 11-482 0 0,-1 0 1 0 0,0 3-1 0 0,0 0 0 0 0,55 16 1 0 0,-73-15-1611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3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10138 0 0,'-24'51'4777'0'0,"10"-15"-3918"0"0,2 1 0 0 0,1 0 0 0 0,2 0 0 0 0,2 1 0 0 0,-3 43 0 0 0,6-12 73 0 0,9 137 0 0 0,-3-182-932 0 0,2 0 0 0 0,1 0 0 0 0,0 0 0 0 0,2-1 0 0 0,1 0 0 0 0,14 32 0 0 0,-5-23 0 0 0,1-2 0 0 0,1 0 0 0 0,40 49 0 0 0,-30-46-26 0 0,2-1-1 0 0,0-1 1 0 0,2-2 0 0 0,2-1 0 0 0,0-2 0 0 0,1-1 0 0 0,2-2-1 0 0,1-2 1 0 0,0-1 0 0 0,1-2 0 0 0,1-2 0 0 0,67 17 0 0 0,-50-19 224 0 0,1-1 0 0 0,1-4-1 0 0,0-2 1 0 0,0-3 0 0 0,1-2 0 0 0,65-7 0 0 0,-86 1-153 0 0,-1 2 0 0 0,0 1 0 0 0,51 6 0 0 0,-89-5-125 0 0,0 0-1 0 0,0 0 1 0 0,0 0-1 0 0,0 0 1 0 0,0 0-1 0 0,0 0 1 0 0,0 0-1 0 0,-1 0 1 0 0,1-1-1 0 0,0 1 0 0 0,0 0 1 0 0,0-1-1 0 0,0 1 1 0 0,0 0-1 0 0,-1-1 1 0 0,1 1-1 0 0,0-1 1 0 0,0 0-1 0 0,-1 1 1 0 0,1-1-1 0 0,0 1 1 0 0,-1-1-1 0 0,1 0 1 0 0,-1 0-1 0 0,1 1 0 0 0,-1-1 1 0 0,1 0-1 0 0,0-1 1 0 0,8-28-3342 0 0,-8 24 2629 0 0,1-7-1044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0:3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17 4609 0 0,'-17'-4'1535'0'0,"0"0"-1"0"0,1 1 1 0 0,-1 0 0 0 0,0 2-1 0 0,-1 0 1 0 0,-24 2 0 0 0,15-1 1006 0 0,3 5 575 0 0,23-5-3045 0 0,1 0 1 0 0,-1 0 0 0 0,1 0 0 0 0,-1 0 0 0 0,1 1 0 0 0,-1-1 0 0 0,1 0 0 0 0,-1 0 0 0 0,1 1 0 0 0,0-1 0 0 0,-1 0 0 0 0,1 0-1 0 0,0 1 1 0 0,-1-1 0 0 0,1 0 0 0 0,-1 1 0 0 0,1-1 0 0 0,0 1 0 0 0,0-1 0 0 0,-1 0 0 0 0,1 1 0 0 0,0-1 0 0 0,0 1 0 0 0,0-1-1 0 0,-1 1 1 0 0,1-1 0 0 0,0 1 0 0 0,0-1 0 0 0,0 1 0 0 0,0-1 0 0 0,0 1 0 0 0,0-1 0 0 0,0 0 0 0 0,0 1 0 0 0,0-1 0 0 0,0 1-1 0 0,0-1 1 0 0,0 1 0 0 0,0-1 0 0 0,1 2 201 0 0,2 1-426 0 0,22 19 229 0 0,2-1-1 0 0,-1-2 1 0 0,2-1-1 0 0,53 26 0 0 0,-41-22-68 0 0,-20-11 44 0 0,-2-3-15 0 0,-1 1 0 0 0,0 1 1 0 0,0 1-1 0 0,-1 0 0 0 0,-1 1 1 0 0,0 1-1 0 0,0 0 0 0 0,18 23 1 0 0,-33-35-30 0 0,1-1 0 0 0,-1 0 1 0 0,1 1-1 0 0,-1-1 0 0 0,1 1 0 0 0,-1 0 1 0 0,0-1-1 0 0,1 1 0 0 0,-1-1 1 0 0,0 1-1 0 0,1 0 0 0 0,-1-1 1 0 0,0 1-1 0 0,0 0 0 0 0,0-1 1 0 0,0 1-1 0 0,1 0 0 0 0,-1-1 1 0 0,0 1-1 0 0,0 0 0 0 0,0-1 0 0 0,0 1 1 0 0,0 0-1 0 0,-1-1 0 0 0,1 1 1 0 0,0 0-1 0 0,0-1 0 0 0,0 1 1 0 0,-1 0-1 0 0,1-1 0 0 0,0 1 1 0 0,0-1-1 0 0,-1 1 0 0 0,1 0 0 0 0,-1-1 1 0 0,1 1-1 0 0,0-1 0 0 0,-1 1 1 0 0,0 0-1 0 0,-28 9-44 0 0,9-5 52 0 0,-34 20-15 0 0,14-8 0 0 0,0 2 0 0 0,1 2 0 0 0,-68 47 0 0 0,103-65-77 0 0,1 0 0 0 0,-1 0 0 0 0,1 0 0 0 0,0 1 0 0 0,0-1 0 0 0,0 1 0 0 0,0-1-1 0 0,0 1 1 0 0,1 0 0 0 0,-4 8 0 0 0,6-12 36 0 0,1 0-1 0 0,-1 0 1 0 0,1 0 0 0 0,-1 0-1 0 0,1 0 1 0 0,-1 1 0 0 0,1-1-1 0 0,-1 0 1 0 0,1 0 0 0 0,-1 0-1 0 0,1 0 1 0 0,-1 0 0 0 0,1-1-1 0 0,-1 1 1 0 0,1 0 0 0 0,-1 0-1 0 0,1 0 1 0 0,-1 0 0 0 0,1-1-1 0 0,-1 1 1 0 0,0 0 0 0 0,1 0-1 0 0,-1-1 1 0 0,1 1 0 0 0,-1 0-1 0 0,1 0 1 0 0,-1-1 0 0 0,0 1-1 0 0,1-1 1 0 0,-1 1 0 0 0,0 0-1 0 0,0-1 1 0 0,1 1 0 0 0,-1-1-1 0 0,0 0 1 0 0,15-18-728 0 0,0-1 0 0 0,-2 0 1 0 0,-1 0-1 0 0,0-2 0 0 0,-2 1 1 0 0,0-2-1 0 0,-1 1 0 0 0,8-36 1 0 0,-13 39 756 0 0,-1 0-1 0 0,-1 0 1 0 0,0-35 0 0 0,-2 25 580 0 0,-3-45 980 0 0,3 68-1102 0 0,-1 1-1 0 0,0-1 0 0 0,0 0 0 0 0,-1 1 0 0 0,1-1 0 0 0,-1 1 1 0 0,-1-1-1 0 0,1 1 0 0 0,-6-8 0 0 0,8 12-410 0 0,0 1 0 0 0,0 0 0 0 0,0-1 0 0 0,0 1 0 0 0,-1 0 0 0 0,1 0 0 0 0,0-1 0 0 0,0 1 0 0 0,0 0 0 0 0,-1 0 0 0 0,1-1 0 0 0,0 1 0 0 0,-1 0 0 0 0,1 0 0 0 0,0 0 0 0 0,0-1 0 0 0,-1 1 0 0 0,1 0 0 0 0,0 0 0 0 0,-1 0 0 0 0,1 0 0 0 0,0 0 0 0 0,-1 0 0 0 0,1 0 0 0 0,0 0 0 0 0,-1-1 0 0 0,1 1 0 0 0,0 0 0 0 0,-1 0 0 0 0,1 1 0 0 0,0-1 0 0 0,0 0 0 0 0,-1 0 0 0 0,1 0 0 0 0,0 0 0 0 0,-1 0 0 0 0,1 0 0 0 0,0 0 0 0 0,-1 0 0 0 0,1 1-1 0 0,-1-1 2 0 0,-8 17 385 0 0,2 19-457 0 0,4-2 37 0 0,1 1-1 0 0,2-1 1 0 0,2 0 0 0 0,1 0-1 0 0,1 0 1 0 0,2 0 0 0 0,20 64-1 0 0,-25-96 40 0 0,9 24-356 0 0,-13-43-274 0 0,-3-4 561 0 0,1 0 1 0 0,1-1 0 0 0,-1-29-1 0 0,4 39 34 0 0,1 1 0 0 0,1 0 0 0 0,0 0 0 0 0,0 0 0 0 0,1 0 0 0 0,1 0 0 0 0,-1 0-1 0 0,7-14 1 0 0,-9 24 11 0 0,0 1 0 0 0,0 0-1 0 0,0 0 1 0 0,1 0 0 0 0,-1-1-1 0 0,0 1 1 0 0,0 0 0 0 0,0 0-1 0 0,0 0 1 0 0,0-1 0 0 0,0 1-1 0 0,0 0 1 0 0,1 0 0 0 0,-1 0-1 0 0,0-1 1 0 0,0 1 0 0 0,0 0-1 0 0,1 0 1 0 0,-1 0 0 0 0,0 0-1 0 0,0 0 1 0 0,0 0 0 0 0,1 0-1 0 0,-1-1 1 0 0,0 1 0 0 0,0 0-1 0 0,0 0 1 0 0,1 0 0 0 0,-1 0 0 0 0,0 0-1 0 0,0 0 1 0 0,1 0 0 0 0,-1 0-1 0 0,0 0 1 0 0,0 0 0 0 0,0 0-1 0 0,1 0 1 0 0,-1 0 0 0 0,9 9 245 0 0,10 26-229 0 0,-10-18 58 0 0,-3-8-77 0 0,-4-5-24 0 0,0 1 0 0 0,1-1 0 0 0,0 0 0 0 0,0 0 0 0 0,0-1 0 0 0,1 1 1 0 0,6 6-1 0 0,-8-10 15 0 0,0 1 1 0 0,0 0-1 0 0,0 0 1 0 0,0-1-1 0 0,-1 1 0 0 0,1-1 1 0 0,0 0-1 0 0,0 1 1 0 0,0-1-1 0 0,0 0 1 0 0,0 0-1 0 0,0 0 1 0 0,0-1-1 0 0,0 1 1 0 0,0 0-1 0 0,0-1 1 0 0,0 1-1 0 0,0-1 1 0 0,0 0-1 0 0,0 1 1 0 0,-1-1-1 0 0,1 0 1 0 0,0 0-1 0 0,1-2 1 0 0,-1 3 4 0 0,-1-1 1 0 0,0 1-1 0 0,0 0 1 0 0,0-1 0 0 0,0 0-1 0 0,0 1 1 0 0,1-1 0 0 0,-1 0-1 0 0,0 1 1 0 0,0-1-1 0 0,-1 0 1 0 0,1 0 0 0 0,0 0-1 0 0,0 0 1 0 0,0 0 0 0 0,0 0-1 0 0,-1 0 1 0 0,1 0 0 0 0,-1 0-1 0 0,1-1 1 0 0,-1 1-1 0 0,1 0 1 0 0,-1 0 0 0 0,1 0-1 0 0,-1-1 1 0 0,0 1 0 0 0,0 0-1 0 0,0 0 1 0 0,0-1-1 0 0,0 1 1 0 0,0 0 0 0 0,0-1-1 0 0,0 1 1 0 0,0 0 0 0 0,-1 0-1 0 0,1 0 1 0 0,0-1 0 0 0,-1 1-1 0 0,1 0 1 0 0,-1 0-1 0 0,1 0 1 0 0,-2-2 0 0 0,0 1 36 0 0,1 0 0 0 0,-1 1 0 0 0,0-1 0 0 0,0 1 0 0 0,0-1 0 0 0,0 1 0 0 0,0 0 0 0 0,0-1 0 0 0,-1 1 0 0 0,1 0 0 0 0,0 0 0 0 0,-1 1 0 0 0,1-1 0 0 0,0 0 0 0 0,-1 1 0 0 0,1 0 0 0 0,-1-1 0 0 0,1 1 0 0 0,0 0 0 0 0,-1 0 0 0 0,-4 1 0 0 0,0 0-187 0 0,1 0-1 0 0,-1 1 0 0 0,0 0 1 0 0,0 0-1 0 0,1 1 0 0 0,0 0 1 0 0,-1 0-1 0 0,1 0 0 0 0,0 1 1 0 0,0 0-1 0 0,-5 5 0 0 0,8-4-518 0 0,6 0-4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0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2304 0 0,'7'7'12792'0'0,"-7"11"-12837"0"0,17 150 5185 0 0,-4-52-4272 0 0,78 481 1134 0 0,-76-518-1881 0 0,-3 1 1 0 0,-3 0-1 0 0,-5 159 0 0 0,-4-235-298 0 0,0 0 0 0 0,0 1 0 0 0,0-1 0 0 0,1 0 0 0 0,0 0 0 0 0,1 6 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73 5529 0 0,'-74'-41'2237'0'0,"28"9"2648"0"0,61 38 562 0 0,29 11-4006 0 0,135 85 1023 0 0,-121-65-2223 0 0,84 38 0 0 0,105 20-158 0 0,49 22-22 0 0,-294-116-53 0 0,1 0 0 0 0,-1 1-1 0 0,1-1 1 0 0,-1 0 0 0 0,0 1 0 0 0,1 0 0 0 0,-1-1 0 0 0,0 1 0 0 0,0 0-1 0 0,0 0 1 0 0,0 0 0 0 0,-1 1 0 0 0,1-1 0 0 0,0 0 0 0 0,-1 1 0 0 0,0-1-1 0 0,1 1 1 0 0,-1-1 0 0 0,0 1 0 0 0,0 3 0 0 0,0-4 8 0 0,-1 1 0 0 0,0-1 0 0 0,-1 1 0 0 0,1 0 1 0 0,0-1-1 0 0,-1 1 0 0 0,1-1 0 0 0,-1 1 0 0 0,0-1 0 0 0,0 1 0 0 0,0-1 1 0 0,0 1-1 0 0,0-1 0 0 0,-1 0 0 0 0,1 0 0 0 0,-1 0 0 0 0,1 0 0 0 0,-1 0 1 0 0,0 0-1 0 0,0 0 0 0 0,-3 3 0 0 0,-31 24 100 0 0,-63 38 1 0 0,-9 6-118 0 0,11 1 29 0 0,-138 116-56 0 0,211-168-1 0 0,-42 40 140 0 0,59-55-121 0 0,1 1 1 0 0,0-1-1 0 0,0 1 0 0 0,1 0 1 0 0,0 1-1 0 0,-7 16 1 0 0,11-25-45 0 0,1 1-1 0 0,0 0 1 0 0,-1 0 0 0 0,1 0 0 0 0,0 0 0 0 0,0 0 0 0 0,-1-1 0 0 0,1 1-1 0 0,0 0 1 0 0,0 0 0 0 0,0 0 0 0 0,0 0 0 0 0,0 0 0 0 0,0 0 0 0 0,1 0-1 0 0,-1 0 1 0 0,0-1 0 0 0,0 1 0 0 0,1 0 0 0 0,-1 0 0 0 0,0 0 0 0 0,1 0-1 0 0,-1 0 1 0 0,1-1 0 0 0,-1 1 0 0 0,1 0 0 0 0,0 1 0 0 0,0-2-133 0 0,0 1 0 0 0,1-1 0 0 0,-1 1 1 0 0,0-1-1 0 0,0 0 0 0 0,0 1 0 0 0,0-1 0 0 0,0 0 1 0 0,0 0-1 0 0,1 0 0 0 0,-1 1 0 0 0,0-1 1 0 0,0-1-1 0 0,0 1 0 0 0,0 0 0 0 0,1 0 0 0 0,-1 0 1 0 0,0-1-1 0 0,0 1 0 0 0,0 0 0 0 0,2-2 0 0 0,8-3-1203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1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89 6913 0 0,'1'-4'147'0'0,"12"-48"3302"0"0,-1 20 6778 0 0,-15 41-9855 0 0,-1 0-1 0 0,1 0 0 0 0,0 1 0 0 0,1 0 0 0 0,0-1 0 0 0,-1 15 0 0 0,1 64-562 0 0,2-35 354 0 0,-5 71-23 0 0,-3 28-40 0 0,15 181 0 0 0,-3-299 3 0 0,2-2-1 0 0,0 1 0 0 0,14 36 0 0 0,41 90-216 0 0,-36-100-155 0 0,-6-7-196 0 0,-3 2 0 0 0,-2 0 0 0 0,9 65 1 0 0,-21-107-1223 0 0,0-8 389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88 920 0 0,'-2'-6'6121'0'0,"17"-2"-2279"0"0,-8 5-5004 0 0,19-7 2166 0 0,2 1-1 0 0,-1 2 1 0 0,1 0 0 0 0,34-2 0 0 0,114-3 702 0 0,-92 9-804 0 0,-55 1-665 0 0,443-10 2878 0 0,135 43-1220 0 0,-52-29-1437 0 0,-369-17-526 0 0,-25 2-2938 0 0,-129 12-4242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2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1958 17 3681 0 0,'42'-16'2058'0'0,"-83"21"4225"0"0,9-2-4659 0 0,-71 13 1845 0 0,-129 16-1277 0 0,-287 0 768 0 0,-164 23-3538 0 0,419-27-1984 0 0,153-16-3131 0 0,96-10 4214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3681 0 0,'0'2'16195'0'0,"-1"10"-14338"0"0,0-9-1874 0 0,1 0 0 0 0,-1 0 0 0 0,1 0 0 0 0,0 0 1 0 0,0 0-1 0 0,0 0 0 0 0,0 0 0 0 0,1 0 0 0 0,-1 0 1 0 0,1 0-1 0 0,0 2 0 0 0,0-3 6 0 0,-1-1-1 0 0,1 0 1 0 0,0 0-1 0 0,-1 0 1 0 0,1 0-1 0 0,0 0 1 0 0,0 0 0 0 0,0 0-1 0 0,0 0 1 0 0,-1 0-1 0 0,1-1 1 0 0,0 1-1 0 0,1 0 1 0 0,-1 0 0 0 0,0-1-1 0 0,0 1 1 0 0,0-1-1 0 0,0 1 1 0 0,0-1 0 0 0,1 1-1 0 0,-1-1 1 0 0,0 0-1 0 0,0 0 1 0 0,1 0-1 0 0,-1 1 1 0 0,0-1 0 0 0,2-1-1 0 0,-10 0 1803 0 0,6 1-1773 0 0,0 0 0 0 0,0-1 1 0 0,0 1-1 0 0,0 0 1 0 0,1 0-1 0 0,-1-1 1 0 0,0 1-1 0 0,0 0 0 0 0,0 0 1 0 0,0 0-1 0 0,0 0 1 0 0,0 0-1 0 0,0 0 1 0 0,1 0-1 0 0,-1 0 0 0 0,0 1 1 0 0,0-1-1 0 0,0 0 1 0 0,0 0-1 0 0,0 1 1 0 0,1-1-1 0 0,-1 0 0 0 0,0 1 1 0 0,0-1-1 0 0,1 1 1 0 0,-1-1-1 0 0,0 1 1 0 0,1 0-1 0 0,-1-1 0 0 0,0 1 1 0 0,1 0-1 0 0,-1-1 1 0 0,1 1-1 0 0,-1 0 1 0 0,1 0-1 0 0,-1-1 0 0 0,1 1 1 0 0,0 0-1 0 0,-1 0 1 0 0,1 0-1 0 0,0-1 0 0 0,0 1 1 0 0,0 0-1 0 0,-1 0 1 0 0,1 0-1 0 0,0 0 1 0 0,0 0-1 0 0,0 0 0 0 0,0 0 1 0 0,1-1-1 0 0,-1 3 1 0 0,2 52 22 0 0,11 56 0 0 0,-1 1-6 0 0,68 760-59 0 0,-74-780 172 0 0,-4 0 0 0 0,-15 136 0 0 0,12-222-331 0 0,-1 58-52 0 0,3-60-154 0 0,-1 0 0 0 0,1-1 0 0 0,0 1 0 0 0,0 0 0 0 0,0 0 0 0 0,0 0 0 0 0,0-1 0 0 0,3 5 0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4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 6449 0 0,'-1'0'-10'0'0,"0"0"1"0"0,1 0-1 0 0,-1 0 0 0 0,1-1 0 0 0,-1 1 0 0 0,1 0 0 0 0,-1 0 0 0 0,1-1 0 0 0,-1 1 0 0 0,1 0 0 0 0,-1-1 0 0 0,1 1 0 0 0,-1 0 0 0 0,1-1 0 0 0,-1 1 0 0 0,1-1 0 0 0,-1 1 0 0 0,1-1 1 0 0,0 1-1 0 0,-1-1 0 0 0,1 1 0 0 0,0-1 0 0 0,0 1 0 0 0,-1-1 0 0 0,1 1 0 0 0,0-1 0 0 0,0 0 0 0 0,0 1 0 0 0,0-1 0 0 0,0 1 0 0 0,-1-1 0 0 0,1 1 0 0 0,0-1 0 0 0,1 0 1 0 0,-1 0-1 0 0,-2-3-413 0 0,-5 17 219 0 0,-4 13 204 0 0,10-25-11 0 0,-1-2-42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4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7370 0 0,'-13'5'7743'0'0,"10"-1"-7595"0"0,1 1 0 0 0,-1-1 0 0 0,1 0 0 0 0,-1 1 1 0 0,1-1-1 0 0,1 1 0 0 0,-1 0 0 0 0,1-1 1 0 0,0 1-1 0 0,0 0 0 0 0,0 0 0 0 0,0 8 0 0 0,1 71 1157 0 0,2-51-962 0 0,10 431 2424 0 0,-14-417-2687 0 0,-11 62 0 0 0,5-50-2255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4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96 259 7282 0 0,'-36'30'840'0'0,"29"-25"-465"0"0,0 1 1 0 0,0 0-1 0 0,0 0 1 0 0,1 0-1 0 0,0 1 1 0 0,-10 14-1 0 0,16-21-335 0 0,-1 0-1 0 0,1 1 1 0 0,0-1-1 0 0,-1 1 0 0 0,1-1 1 0 0,0 1-1 0 0,-1-1 1 0 0,1 1-1 0 0,0-1 0 0 0,0 1 1 0 0,0-1-1 0 0,0 1 1 0 0,-1-1-1 0 0,1 1 1 0 0,0 0-1 0 0,0-1 0 0 0,0 1 1 0 0,0-1-1 0 0,0 1 1 0 0,0-1-1 0 0,0 1 1 0 0,1 0-1 0 0,-1-1 0 0 0,0 1 1 0 0,0-1-1 0 0,0 1 1 0 0,0-1-1 0 0,1 1 0 0 0,-1-1 1 0 0,0 1-1 0 0,1-1 1 0 0,-1 1-1 0 0,0-1 1 0 0,1 0-1 0 0,-1 1 0 0 0,2 0 41 0 0,0 0-1 0 0,-1 0 0 0 0,1-1 0 0 0,0 1 0 0 0,0-1 0 0 0,-1 1 0 0 0,1-1 1 0 0,0 0-1 0 0,0 0 0 0 0,-1 0 0 0 0,3 0 0 0 0,46-6 1013 0 0,145-44 1652 0 0,60-11-858 0 0,-181 48-1456 0 0,335-51 1736 0 0,-169 33-1398 0 0,70-6-363 0 0,47-12-224 0 0,46-4 17 0 0,-388 51-203 0 0,-5 1-28 0 0,0 0 0 0 0,1 1 0 0 0,-1-1 0 0 0,0 2 1 0 0,1 0-1 0 0,-1 0 0 0 0,13 4 0 0 0,-18-2-478 0 0,-1 0-142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5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0 103 6913 0 0,'7'1'297'0'0,"-1"-1"0"0"0,1 0 0 0 0,-1 0 0 0 0,1-1 0 0 0,0 0 0 0 0,-1 0 0 0 0,1-1 0 0 0,5-2 0 0 0,10-1 168 0 0,123-27 4402 0 0,4-2-1876 0 0,0 12-3632 0 0,-110 20-1353 0 0,-23 3 963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5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0,'3'0'272'0'0,"-1"0"0"0"0,0 1 0 0 0,1 0 0 0 0,-1-1 0 0 0,0 1 0 0 0,0 0 0 0 0,1 0 0 0 0,-1 0 0 0 0,0 1 1 0 0,0-1-1 0 0,0 0 0 0 0,0 1 0 0 0,-1-1 0 0 0,1 1 0 0 0,0 0 0 0 0,-1 0 0 0 0,1 0 0 0 0,-1-1 0 0 0,1 1 0 0 0,-1 1 0 0 0,0-1 0 0 0,0 0 0 0 0,0 0 0 0 0,0 0 0 0 0,0 1 0 0 0,0-1 0 0 0,-1 0 0 0 0,1 1 0 0 0,0 2 0 0 0,2 13 182 0 0,0 0 0 0 0,1 34 1 0 0,-3-33-171 0 0,23 240 495 0 0,72 332 1 0 0,-67-468-548 0 0,-6 2 1 0 0,7 139-1 0 0,-22-31-326 0 0,-4-139-6756 0 0,-4-76 90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14 245 3225 0 0,'-14'-10'9807'0'0,"270"-25"-4725"0"0,-232 32-4899 0 0,328-4 1090 0 0,-124 7-951 0 0,447-45 318 0 0,-236 5 394 0 0,318-25 3 0 0,2 28-987 0 0,-69 35 118 0 0,-3 50 0 0 0,-516-21 32 0 0,283 83 0 0 0,-400-94-350 0 0,192 50-830 0 0,-233-64 214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6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9218 0 0,'2'23'570'0'0,"-1"-1"0"0"0,-2 1-1 0 0,0-1 1 0 0,-5 27 0 0 0,-2 29 659 0 0,27 313 1852 0 0,-3-187-2206 0 0,1 102-523 0 0,24 397 250 0 0,33-2 332 0 0,47 343 482 0 0,-8-49-1164 0 0,-108-959-260 0 0,38 337 705 0 0,-39-304-475 0 0,-3 0-1 0 0,-3 0 1 0 0,-16 97-1 0 0,13-141-575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7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1866 18 6449 0 0,'-2'-2'-96'0'0,"2"1"470"0"0,-1 0 0 0 0,1 0 1 0 0,-1-1-1 0 0,0 1 0 0 0,0 0 0 0 0,0 0 0 0 0,0 0 0 0 0,0 0 1 0 0,0 0-1 0 0,0 0 0 0 0,0 0 0 0 0,0 0 0 0 0,-3-1 1 0 0,3 2-121 0 0,-1 1 0 0 0,1-1 0 0 0,0 0 0 0 0,-1 1 0 0 0,1-1 0 0 0,-1 1 0 0 0,1-1 0 0 0,0 1 0 0 0,-1 0 0 0 0,1 0 0 0 0,0-1 0 0 0,0 1 0 0 0,0 0 1 0 0,-1 0-1 0 0,0 2 0 0 0,-13 10 339 0 0,1 1 0 0 0,0 0 0 0 0,2 1 0 0 0,-13 18 0 0 0,-42 72-437 0 0,47-71 43 0 0,-220 382-36 0 0,-63 158 229 0 0,136-244-206 0 0,-6-38 36 0 0,53-97 282 0 0,25-26 133 0 0,-181 278 809 0 0,94-218-1349 0 0,153-194-212 0 0,20-23-398 0 0,-1-1 1 0 0,0-1-1 0 0,-1 1 1 0 0,0-2-1 0 0,-12 10 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8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36 127 6449 0 0,'-7'6'569'0'0,"4"-4"-274"0"0,0 0-1 0 0,1 1 1 0 0,-1-1 0 0 0,1 1-1 0 0,0-1 1 0 0,-1 1 0 0 0,1 0-1 0 0,0 0 1 0 0,1 0 0 0 0,-1 0 0 0 0,-2 5-1 0 0,5-7-250 0 0,-1-1 0 0 0,0 1-1 0 0,1-1 1 0 0,-1 0 0 0 0,1 1 0 0 0,-1-1-1 0 0,0 0 1 0 0,1 1 0 0 0,-1-1 0 0 0,1 0-1 0 0,-1 1 1 0 0,1-1 0 0 0,-1 0 0 0 0,1 0-1 0 0,-1 0 1 0 0,1 1 0 0 0,0-1 0 0 0,-1 0-1 0 0,1 0 1 0 0,-1 0 0 0 0,1 0 0 0 0,-1 0-1 0 0,1 0 1 0 0,0 0 0 0 0,-1 0 0 0 0,1 0-1 0 0,-1 0 1 0 0,1-1 0 0 0,-1 1 0 0 0,2 0-1 0 0,22-5 367 0 0,-20 4-245 0 0,84-21 2399 0 0,0-5 0 0 0,140-64 0 0 0,-177 69-2489 0 0,-28 16 51 0 0,-22 6-124 0 0,-1 0 1 0 0,0-1 0 0 0,1 1-1 0 0,-1 0 1 0 0,1 0-1 0 0,-1 0 1 0 0,0 1 0 0 0,1-1-1 0 0,-1 0 1 0 0,0 0-1 0 0,1 0 1 0 0,-1 0 0 0 0,0 0-1 0 0,1 0 1 0 0,-1 0-1 0 0,0 1 1 0 0,1-1 0 0 0,-1 0-1 0 0,0 0 1 0 0,1 0-1 0 0,-1 1 1 0 0,0-1 0 0 0,0 0-1 0 0,1 0 1 0 0,-1 1-1 0 0,0-1 1 0 0,0 0 0 0 0,1 1-1 0 0,-1 2 19 0 0,0 1 0 0 0,0-1-1 0 0,0 0 1 0 0,-1 0 0 0 0,1 0-1 0 0,-1 0 1 0 0,1 0 0 0 0,-1 0-1 0 0,-2 5 1 0 0,1-3 21 0 0,-8 30 251 0 0,-34 136 725 0 0,37-139-886 0 0,2-1 0 0 0,2 1 0 0 0,0 47 0 0 0,7-45-450 0 0,1-13-5473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11 352 11979 0 0,'-1'0'68'0'0,"0"0"1"0"0,1 0 0 0 0,-1 0 0 0 0,1 0-1 0 0,0-1 1 0 0,-1 1 0 0 0,1 0 0 0 0,-1 0 0 0 0,1-1-1 0 0,-1 1 1 0 0,1 0 0 0 0,-1 0 0 0 0,1-1-1 0 0,0 1 1 0 0,-1-1 0 0 0,1 1 0 0 0,0 0 0 0 0,-1-1-1 0 0,1 1 1 0 0,0-1 0 0 0,0 1 0 0 0,-1-1-1 0 0,1 1 1 0 0,0-1 0 0 0,0 1 0 0 0,0-1-1 0 0,0 1 1 0 0,-1-1 0 0 0,13-7 1831 0 0,24 5 487 0 0,-28 4-2174 0 0,-1 2 0 0 0,0-1 0 0 0,1 1 0 0 0,-1 0 0 0 0,0 0 0 0 0,-1 1 0 0 0,1 0 0 0 0,0 0 0 0 0,-1 1 0 0 0,10 9 0 0 0,8 9 65 0 0,25 31-1 0 0,-26-28-66 0 0,32 37 50 0 0,42 45-10 0 0,-81-93-196 0 0,-1-1 0 0 0,2 0 0 0 0,0-1 0 0 0,30 17 1 0 0,-42-28-27 0 0,0 1 1 0 0,-1-1 0 0 0,1 0-1 0 0,0 0 1 0 0,0-1-1 0 0,0 0 1 0 0,0 0 0 0 0,1 0-1 0 0,-1 0 1 0 0,0-1 0 0 0,10 0-1 0 0,-13 0 2 0 0,1-1 1 0 0,-1 0-1 0 0,1 1 0 0 0,-1-1 0 0 0,1 0 1 0 0,-1 0-1 0 0,1 0 0 0 0,-1-1 0 0 0,0 1 1 0 0,0 0-1 0 0,0-1 0 0 0,1 0 0 0 0,-1 1 0 0 0,-1-1 1 0 0,1 0-1 0 0,0 0 0 0 0,0 0 0 0 0,-1 0 1 0 0,1 0-1 0 0,-1-1 0 0 0,0 1 0 0 0,1 0 1 0 0,-1-1-1 0 0,1-4 0 0 0,3-8 75 0 0,-2-1 0 0 0,1 0 0 0 0,-2 1-1 0 0,0-1 1 0 0,-1 0 0 0 0,-1 0 0 0 0,0 0 0 0 0,-3-17 0 0 0,-27-129 269 0 0,23 129-351 0 0,-5-20-59 0 0,1 11-350 0 0,2-2 0 0 0,1 1 0 0 0,3-1 0 0 0,0-64 0 0 0,7 87-455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1:59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88 1840 0 0,'1'-4'453'0'0,"-1"1"0"0"0,0-1-1 0 0,0 0 1 0 0,-1 1-1 0 0,1-1 1 0 0,-1 1 0 0 0,0-1-1 0 0,0 1 1 0 0,0-1-1 0 0,0 1 1 0 0,0 0-1 0 0,-1-1 1 0 0,1 1 0 0 0,-1 0-1 0 0,0 0 1 0 0,0 0-1 0 0,0 0 1 0 0,-1 1 0 0 0,1-1-1 0 0,-3-2 1 0 0,4 4-292 0 0,-1-1-1 0 0,1 1 1 0 0,0 0 0 0 0,0 0 0 0 0,-1-1 0 0 0,1 1-1 0 0,-1 0 1 0 0,1 0 0 0 0,-1 1 0 0 0,1-1 0 0 0,-1 0-1 0 0,0 0 1 0 0,1 1 0 0 0,-1-1 0 0 0,0 1 0 0 0,0 0-1 0 0,1-1 1 0 0,-1 1 0 0 0,0 0 0 0 0,0 0 0 0 0,1 0-1 0 0,-1 0 1 0 0,0 0 0 0 0,0 1 0 0 0,1-1 0 0 0,-1 0-1 0 0,0 1 1 0 0,0-1 0 0 0,1 1 0 0 0,-1 0 0 0 0,1-1-1 0 0,-1 1 1 0 0,0 0 0 0 0,1 0 0 0 0,0 0 0 0 0,-1 0 0 0 0,1 1-1 0 0,0-1 1 0 0,-1 0 0 0 0,1 0 0 0 0,-1 2 0 0 0,-4 6-18 0 0,1 0 0 0 0,0 0 0 0 0,1 0 0 0 0,0 0 0 0 0,0 1 0 0 0,1-1 0 0 0,1 1 0 0 0,-1 0 0 0 0,1 0 1 0 0,0 15-1 0 0,1-17-148 0 0,0 0 0 0 0,1 0 1 0 0,0 1-1 0 0,1-1 0 0 0,0 0 0 0 0,0 0 1 0 0,1 1-1 0 0,0-1 0 0 0,0 0 1 0 0,1 0-1 0 0,0-1 0 0 0,0 1 1 0 0,6 8-1 0 0,-7-13-24 0 0,1 1 0 0 0,0-1 0 0 0,-1 0 1 0 0,1 0-1 0 0,0 0 0 0 0,1 0 0 0 0,-1 0 0 0 0,0-1 0 0 0,1 1 1 0 0,0-1-1 0 0,-1 0 0 0 0,1 0 0 0 0,0-1 0 0 0,0 1 0 0 0,0-1 1 0 0,0 0-1 0 0,0 0 0 0 0,0 0 0 0 0,1 0 0 0 0,-1-1 0 0 0,0 0 1 0 0,0 1-1 0 0,1-2 0 0 0,-1 1 0 0 0,0 0 0 0 0,0-1 0 0 0,0 0 1 0 0,0 0-1 0 0,1 0 0 0 0,-1 0 0 0 0,-1-1 0 0 0,1 0 0 0 0,0 0 1 0 0,0 0-1 0 0,-1 0 0 0 0,1 0 0 0 0,-1-1 0 0 0,1 0 1 0 0,-1 1-1 0 0,0-1 0 0 0,0 0 0 0 0,0-1 0 0 0,-1 1 0 0 0,1 0 1 0 0,-1-1-1 0 0,4-6 0 0 0,1-9 79 0 0,-1 0 0 0 0,-1 0 0 0 0,0-1 1 0 0,-2 1-1 0 0,0-1 0 0 0,-1 0 0 0 0,-1 0 0 0 0,-2-33 0 0 0,0 25 691 0 0,6 27 795 0 0,6 9-855 0 0,15 15-408 0 0,-21-18-90 0 0,10 8-142 0 0,73 61 799 0 0,-76-65-1148 0 0,0-2 1 0 0,1 1-1 0 0,-1-1 1 0 0,1-1-1 0 0,27 9 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0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0 263 5065 0 0,'19'-4'1977'0'0,"0"2"-1"0"0,0 0 1 0 0,26 1-1 0 0,-37 1-1139 0 0,1 1-1 0 0,-1 0 1 0 0,1 0-1 0 0,-1 1 1 0 0,0 0-1 0 0,0 0 1 0 0,0 1-1 0 0,0 0 1 0 0,-1 0-1 0 0,9 6 1 0 0,-21-14-647 0 0,0 0 1 0 0,1 0-1 0 0,-1 0 1 0 0,1 0-1 0 0,0-1 1 0 0,0 0-1 0 0,1 1 1 0 0,0-2-1 0 0,0 1 1 0 0,0 0-1 0 0,-2-11 1 0 0,-3-7-264 0 0,-8-48 0 0 0,14 60-168 0 0,1 0 0 0 0,0-1 0 0 0,1 1 0 0 0,0-1-1 0 0,3-11 1 0 0,0 3-636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0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2761 0 0,'53'39'3804'0'0,"-36"-27"-1471"0"0,-1 0 0 0 0,22 21 0 0 0,-27-22-1250 0 0,-1 1 1 0 0,0 0-1 0 0,9 16 0 0 0,-15-22-1042 0 0,-1-1 0 0 0,0 1-1 0 0,0 0 1 0 0,-1 0 0 0 0,0 1 0 0 0,0-1-1 0 0,-1 0 1 0 0,1 1 0 0 0,-1-1 0 0 0,0 9-1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0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4609 0 0,'-1'0'488'0'0,"0"4"1024"0"0,1-1-671 0 0,-2 2 7 0 0,2 4-992 0 0,-1 2-200 0 0,0 2-40 0 0,2 0 0 0 0,3-1 279 0 0,-1-4 105 0 0,1-2-72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229 368 2793 0 0,'-4'-1'42'0'0,"1"0"0"0"0,0 0 0 0 0,-1 1 1 0 0,1-1-1 0 0,0 1 0 0 0,-1-1 0 0 0,1 1 0 0 0,-1 0 1 0 0,1 1-1 0 0,-1-1 0 0 0,1 0 0 0 0,-1 1 1 0 0,1 0-1 0 0,-4 1 0 0 0,1 1 125 0 0,-1 0 0 0 0,1 1 0 0 0,0-1 0 0 0,0 2 0 0 0,-10 7 0 0 0,4-1 146 0 0,1 0 0 0 0,0 0-1 0 0,0 1 1 0 0,1 0 0 0 0,1 1 0 0 0,0 0 0 0 0,1 1 0 0 0,0 0 0 0 0,1 0 0 0 0,1 1 0 0 0,0 0 0 0 0,1 0 0 0 0,1 0 0 0 0,-5 31 0 0 0,8-43-248 0 0,1-1 0 0 0,0 1 0 0 0,0 0 1 0 0,0 0-1 0 0,0 0 0 0 0,1-1 0 0 0,-1 1 0 0 0,1 0 0 0 0,0 0 0 0 0,0-1 0 0 0,0 1 1 0 0,0 0-1 0 0,0-1 0 0 0,0 1 0 0 0,1-1 0 0 0,1 4 0 0 0,-1-5-9 0 0,0 1 0 0 0,-1-1 0 0 0,1 0 0 0 0,0 1 0 0 0,0-1 1 0 0,-1 0-1 0 0,1 0 0 0 0,0 0 0 0 0,0 0 0 0 0,0-1 0 0 0,0 1 0 0 0,1 0 0 0 0,-1-1 0 0 0,0 0 0 0 0,0 1 0 0 0,4-1 0 0 0,0 0 27 0 0,-1-1 1 0 0,1 1-1 0 0,-1-1 1 0 0,1-1 0 0 0,-1 1-1 0 0,0-1 1 0 0,1 0-1 0 0,-1 0 1 0 0,0 0-1 0 0,0-1 1 0 0,0 1-1 0 0,-1-1 1 0 0,1-1 0 0 0,-1 1-1 0 0,5-5 1 0 0,-5 3 50 0 0,0 0 0 0 0,-1 0 0 0 0,1-1 0 0 0,-1 1 0 0 0,-1-1 0 0 0,1 1 0 0 0,-1-1 0 0 0,0 0 0 0 0,0 0 0 0 0,0 0 0 0 0,-1 0 0 0 0,0-1 0 0 0,-1 1 0 0 0,1 0 0 0 0,-1 0 0 0 0,0-1 0 0 0,0 1 0 0 0,-1 0 0 0 0,0 0 0 0 0,0-1 0 0 0,-1 1 0 0 0,0 0 0 0 0,0 0 0 0 0,0 1 0 0 0,-5-11 0 0 0,9 21 129 0 0,3 5 136 0 0,0 1 0 0 0,1-1-1 0 0,0 0 1 0 0,1 0 0 0 0,12 14-1 0 0,-16-22-357 0 0,0 1 0 0 0,1 0 0 0 0,-1-1 0 0 0,0 1 0 0 0,1-1-1 0 0,0 0 1 0 0,0-1 0 0 0,-1 1 0 0 0,1 0 0 0 0,0-1 0 0 0,0 0 0 0 0,0 0-1 0 0,1 0 1 0 0,-1-1 0 0 0,0 1 0 0 0,0-1 0 0 0,0 0 0 0 0,1 0-1 0 0,-1 0 1 0 0,6-2 0 0 0,-6 2-20 0 0,-1-1-1 0 0,1 1 1 0 0,-1-1-1 0 0,0 0 1 0 0,1 0-1 0 0,-1-1 1 0 0,0 1 0 0 0,0-1-1 0 0,0 1 1 0 0,0-1-1 0 0,0 0 1 0 0,0 0-1 0 0,0-1 1 0 0,-1 1-1 0 0,1 0 1 0 0,-1-1 0 0 0,0 1-1 0 0,0-1 1 0 0,1 0-1 0 0,-2 0 1 0 0,1 0-1 0 0,0 0 1 0 0,-1 0-1 0 0,1 0 1 0 0,-1-1-1 0 0,0 1 1 0 0,0 0 0 0 0,0-1-1 0 0,0 1 1 0 0,-1-1-1 0 0,0 1 1 0 0,1 0-1 0 0,-1-1 1 0 0,-1-6-1 0 0,-1-11-20 0 0,-1-1 1 0 0,0 1-1 0 0,-2 0 0 0 0,-11-31 0 0 0,9 29 86 0 0,-20-75-71 0 0,12 37 488 0 0,-43-107-1 0 0,42 146 99 0 0,10 22-71 0 0,6 15-230 0 0,2-2-279 0 0,2 0 0 0 0,-1 0-1 0 0,2-1 1 0 0,0 1 0 0 0,0-1 0 0 0,1 0 0 0 0,1-1 0 0 0,0 1 0 0 0,1-1 0 0 0,-1-1-1 0 0,2 1 1 0 0,12 10 0 0 0,-7-6 14 0 0,1-2 0 0 0,0 0 1 0 0,1-1-1 0 0,1-1 0 0 0,0 0 0 0 0,0-1 0 0 0,30 11 0 0 0,-38-17-12 0 0,0-2 0 0 0,0 1 0 0 0,0-1 0 0 0,1 0 1 0 0,-1-1-1 0 0,0 0 0 0 0,1 0 0 0 0,9-2 0 0 0,-17 1-19 0 0,0 0 1 0 0,0 0-1 0 0,0-1 1 0 0,0 1-1 0 0,0-1 0 0 0,0 0 1 0 0,0 1-1 0 0,0-1 1 0 0,0 0-1 0 0,-1 0 0 0 0,1 0 1 0 0,0 0-1 0 0,0 0 0 0 0,-1-1 1 0 0,1 1-1 0 0,-1-1 1 0 0,3-1-1 0 0,-3 1 4 0 0,0 0 1 0 0,-1-1-1 0 0,1 1 1 0 0,0 0-1 0 0,0 0 1 0 0,-1-1-1 0 0,0 1 1 0 0,1 0-1 0 0,-1-1 1 0 0,0 1-1 0 0,0-1 1 0 0,0 1-1 0 0,0 0 1 0 0,-1-1-1 0 0,1 1 1 0 0,-1 0-1 0 0,1-1 1 0 0,-3-3-1 0 0,0-3-134 0 0,-1 1-1 0 0,0-1 1 0 0,-1 1-1 0 0,0 0 0 0 0,0 0 1 0 0,-1 1-1 0 0,-10-12 1 0 0,10 12-720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1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 7370 0 0,'-2'-11'13166'0'0,"17"24"-10491"0"0,20 32-2721 0 0,-12-7 621 0 0,-2 2 1 0 0,28 72-1 0 0,-16-32-393 0 0,-22-57-270 0 0,1 0 0 0 0,1 0 0 0 0,17 20 0 0 0,-22-31-651 0 0,1-1 0 0 0,0 0 0 0 0,1-1 0 0 0,1 0 0 0 0,-1-1 0 0 0,1 0 0 0 0,14 8 0 0 0,-6-9-1693 0 0,-3-7-22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1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1 337 3681 0 0,'0'0'284'0'0,"19"-11"2861"0"0,-10 5-2537 0 0,-1-1 0 0 0,1 0 1 0 0,-1 0-1 0 0,-1-1 0 0 0,1 0 1 0 0,-1 0-1 0 0,-1-1 1 0 0,1 0-1 0 0,-2 0 0 0 0,7-12 1 0 0,-8 11-527 0 0,1 0 0 0 0,-2-1 0 0 0,1 0 0 0 0,-2 1 0 0 0,1-1 0 0 0,-1 0 0 0 0,-1 0 0 0 0,0-1 1 0 0,-1 1-1 0 0,0 0 0 0 0,-1 0 0 0 0,0 0 0 0 0,0 0 0 0 0,-1 0 0 0 0,-6-19 0 0 0,7 28-82 0 0,1 0 0 0 0,-1 0-1 0 0,0 0 1 0 0,1 0 0 0 0,-1 0 0 0 0,0 0-1 0 0,0 1 1 0 0,0-1 0 0 0,0 0 0 0 0,-1 1-1 0 0,1-1 1 0 0,0 0 0 0 0,-1 1 0 0 0,1 0-1 0 0,-1-1 1 0 0,1 1 0 0 0,-1 0-1 0 0,-2-2 1 0 0,2 3 12 0 0,1 0-1 0 0,0-1 0 0 0,-1 1 1 0 0,1 0-1 0 0,-1 0 0 0 0,1 0 1 0 0,0 0-1 0 0,-1 0 0 0 0,1 1 1 0 0,0-1-1 0 0,0 0 0 0 0,-1 1 1 0 0,1-1-1 0 0,0 1 0 0 0,-1-1 1 0 0,1 1-1 0 0,0-1 1 0 0,0 1-1 0 0,0 0 0 0 0,-2 1 1 0 0,-2 3 67 0 0,0 0 0 0 0,0 0 1 0 0,1 0-1 0 0,0 0 0 0 0,0 1 1 0 0,0 0-1 0 0,1-1 0 0 0,-1 1 1 0 0,-2 10-1 0 0,3-8 44 0 0,0 0-1 0 0,0 0 0 0 0,1 1 1 0 0,1-1-1 0 0,0 1 1 0 0,0-1-1 0 0,0 1 0 0 0,1-1 1 0 0,0 1-1 0 0,1-1 1 0 0,0 1-1 0 0,0-1 1 0 0,1 1-1 0 0,0-1 0 0 0,0 0 1 0 0,1 1-1 0 0,0-1 1 0 0,1-1-1 0 0,-1 1 0 0 0,2 0 1 0 0,-1-1-1 0 0,1 0 1 0 0,0 0-1 0 0,0 0 1 0 0,1-1-1 0 0,0 0 0 0 0,0 0 1 0 0,9 6-1 0 0,-3-3-89 0 0,0 0 0 0 0,0-1 0 0 0,1-1 0 0 0,0 0 0 0 0,0-1 0 0 0,18 6 0 0 0,-11-6-496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2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0 193 10594 0 0,'1'-2'159'0'0,"0"0"0"0"0,-1 0 0 0 0,1 0 0 0 0,0 0 0 0 0,0 0 0 0 0,0 0 0 0 0,0 0-1 0 0,0 0 1 0 0,1 1 0 0 0,-1-1 0 0 0,0 0 0 0 0,1 1 0 0 0,-1-1 0 0 0,1 1 0 0 0,0-1 0 0 0,-1 1 0 0 0,1 0 0 0 0,0 0-1 0 0,0 0 1 0 0,2-1 0 0 0,0 1 149 0 0,-1 0 0 0 0,1 0-1 0 0,0 1 1 0 0,0-1 0 0 0,-1 1-1 0 0,1 0 1 0 0,0 0 0 0 0,0 0-1 0 0,-1 0 1 0 0,8 2 0 0 0,0 1 238 0 0,0 1 0 0 0,0 0 0 0 0,0 0 1 0 0,0 1-1 0 0,-1 0 0 0 0,17 11 0 0 0,-3 3-231 0 0,34 35 0 0 0,-34-31 3 0 0,29 23 0 0 0,-45-40-281 0 0,1 0 0 0 0,0-1 0 0 0,0 0 0 0 0,0 0 0 0 0,1-1 0 0 0,-1 0 0 0 0,19 5 0 0 0,-27-9-33 0 0,1 0 1 0 0,-1 1-1 0 0,0-1 1 0 0,1 0-1 0 0,-1 0 1 0 0,1 0-1 0 0,-1 0 1 0 0,1 0-1 0 0,-1 0 1 0 0,1 0-1 0 0,-1 0 1 0 0,1-1-1 0 0,-1 1 0 0 0,1-1 1 0 0,-1 1-1 0 0,1-1 1 0 0,-1 1-1 0 0,0-1 1 0 0,1 0-1 0 0,-1 0 1 0 0,0 1-1 0 0,1-2 1 0 0,0 0 12 0 0,-1 0 1 0 0,1 0 0 0 0,-1 0-1 0 0,0-1 1 0 0,1 1-1 0 0,-1 0 1 0 0,0 0 0 0 0,-1-1-1 0 0,1 1 1 0 0,0 0 0 0 0,-1-1-1 0 0,1-2 1 0 0,0-9 54 0 0,-1 1 1 0 0,0 0-1 0 0,0 0 1 0 0,-4-13-1 0 0,4 22-70 0 0,-4-27-193 0 0,-9-95-597 0 0,13 107-803 0 0,0 0-1 0 0,5-27 1 0 0,-1 26-4971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10594 0 0,'2'9'5952'0'0,"-6"19"-4290"0"0,2-13-933 0 0,2-8-648 0 0,0 0 0 0 0,0 1-1 0 0,1-1 1 0 0,0 0-1 0 0,1 1 1 0 0,-1-1-1 0 0,1 0 1 0 0,1 0-1 0 0,0 0 1 0 0,-1 0 0 0 0,2-1-1 0 0,-1 1 1 0 0,1-1-1 0 0,0 0 1 0 0,1 0-1 0 0,-1 0 1 0 0,7 6 0 0 0,-8-9-60 0 0,1 0 1 0 0,-1 0 0 0 0,1 0 0 0 0,0-1 0 0 0,0 1 0 0 0,0-1 0 0 0,0 0 0 0 0,0 0-1 0 0,1 0 1 0 0,-1-1 0 0 0,1 0 0 0 0,-1 0 0 0 0,1 0 0 0 0,-1 0 0 0 0,1 0-1 0 0,0-1 1 0 0,-1 0 0 0 0,1 0 0 0 0,0-1 0 0 0,-1 1 0 0 0,1-1 0 0 0,0 0 0 0 0,-1 0-1 0 0,1 0 1 0 0,-1-1 0 0 0,0 1 0 0 0,1-1 0 0 0,4-3 0 0 0,-7 4 30 0 0,1-1 0 0 0,-1 1 0 0 0,1 0 0 0 0,-1-1 1 0 0,1 0-1 0 0,-1 1 0 0 0,0-1 0 0 0,0 0 0 0 0,0 0 0 0 0,0 0 1 0 0,0 0-1 0 0,-1-1 0 0 0,1 1 0 0 0,-1 0 0 0 0,1-1 0 0 0,-1 1 0 0 0,0-1 1 0 0,0 0-1 0 0,0 1 0 0 0,0-1 0 0 0,1-5 0 0 0,-2 4-18 0 0,0 0 0 0 0,-1 0-1 0 0,1 0 1 0 0,-1 0 0 0 0,0 0-1 0 0,0 0 1 0 0,0 1 0 0 0,-1-1-1 0 0,1 0 1 0 0,-1 1 0 0 0,0-1 0 0 0,0 1-1 0 0,0-1 1 0 0,-3-2 0 0 0,-1-2-103 0 0,-1 0 0 0 0,-1 0 1 0 0,1 0-1 0 0,-1 1 1 0 0,-1 0-1 0 0,1 1 0 0 0,-1 0 1 0 0,0 0-1 0 0,0 1 1 0 0,-1 0-1 0 0,-10-3 0 0 0,19 7-65 0 0,0 1 0 0 0,0-1-1 0 0,0 1 1 0 0,-1 0 0 0 0,1-1-1 0 0,0 1 1 0 0,0 0 0 0 0,0 0 0 0 0,-1 0-1 0 0,1 0 1 0 0,0 0 0 0 0,0 0-1 0 0,-1 0 1 0 0,1 1 0 0 0,0-1-1 0 0,0 0 1 0 0,0 1 0 0 0,0-1-1 0 0,-1 1 1 0 0,0 0 0 0 0,0 1-234 0 0,1-1-1 0 0,-1 1 1 0 0,1 0 0 0 0,0 0 0 0 0,0-1 0 0 0,0 1-1 0 0,0 0 1 0 0,0 0 0 0 0,0 0 0 0 0,-1 4 0 0 0,-2 7-250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6913 0 0,'14'-20'10487'0'0,"-14"21"-10320"0"0,16 20 4609 0 0,-7-5-5500 0 0,58 130 2162 0 0,-49-102-2346 0 0,2 0 1 0 0,48 75-1 0 0,-49-92-6455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3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30 920 0 0,'-3'-13'22168'0'0,"-1"6"-22019"0"0,-3-3 358 0 0,8 17-99 0 0,62 163-442 0 0,-52-145-339 0 0,1-1-1 0 0,1 0 0 0 0,1-1 1 0 0,28 36-1 0 0,-21-37-1665 0 0,0-4-5321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4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1 381 6913 0 0,'17'-12'1089'0'0,"42"-35"1465"0"0,71-74 0 0 0,-79 70 57 0 0,94-72 0 0 0,-143 122-2611 0 0,1-2-1 0 0,1 0 1 0 0,1 0-1 0 0,-1 0 1 0 0,0 1-1 0 0,1 0 1 0 0,-1 0-1 0 0,1 0 1 0 0,0 0-1 0 0,7-1 1 0 0,-12 3 33 0 0,0 1 0 0 0,1 0 0 0 0,-1-1 1 0 0,0 1-1 0 0,0 0 0 0 0,0 0 0 0 0,0-1 1 0 0,0 1-1 0 0,0 0 0 0 0,0 0 0 0 0,0-1 0 0 0,0 1 1 0 0,0 0-1 0 0,0 0 0 0 0,0-1 0 0 0,0 1 1 0 0,-1 0-1 0 0,1 0 0 0 0,0-1 0 0 0,-1 1 1 0 0,1 0-1 0 0,0-1 0 0 0,-2 2 0 0 0,-10 22 800 0 0,11-21-674 0 0,-9 14 54 0 0,2 1-1 0 0,1 0 1 0 0,-8 26-1 0 0,13-39-182 0 0,1-1-1 0 0,0 0 0 0 0,0 1 0 0 0,0-1 1 0 0,1 1-1 0 0,0 0 0 0 0,-1-1 0 0 0,2 1 1 0 0,-1-1-1 0 0,0 1 0 0 0,1-1 0 0 0,0 1 1 0 0,0-1-1 0 0,0 1 0 0 0,1-1 0 0 0,-1 0 1 0 0,1 0-1 0 0,0 1 0 0 0,0-1 0 0 0,4 5 1 0 0,-5-8-40 0 0,0 0 0 0 0,-1 0 1 0 0,1-1-1 0 0,0 1 0 0 0,0 0 0 0 0,0 0 1 0 0,0 0-1 0 0,0-1 0 0 0,0 1 1 0 0,0 0-1 0 0,0-1 0 0 0,0 1 1 0 0,0-1-1 0 0,0 1 0 0 0,0-1 0 0 0,0 0 1 0 0,1 1-1 0 0,-1-1 0 0 0,0 0 1 0 0,0 0-1 0 0,0 0 0 0 0,1 0 1 0 0,-1 0-1 0 0,0 0 0 0 0,2 0 0 0 0,-1-1-31 0 0,-1 0 0 0 0,1 0 0 0 0,0 0-1 0 0,-1 0 1 0 0,1 0 0 0 0,0-1 0 0 0,-1 1-1 0 0,1-1 1 0 0,-1 1 0 0 0,0-1 0 0 0,0 1-1 0 0,1-1 1 0 0,1-3 0 0 0,3-7-224 0 0,0-1 1 0 0,-1 0-1 0 0,5-20 1 0 0,-7 25 215 0 0,1-8-2 0 0,-1 5 188 0 0,0 0 1 0 0,0 0-1 0 0,1 0 0 0 0,0 1 1 0 0,1 0-1 0 0,0 0 1 0 0,1 0-1 0 0,0 1 1 0 0,10-12-1 0 0,-16 20-118 0 0,1 1-1 0 0,0-1 1 0 0,-1 1 0 0 0,1-1 0 0 0,0 1-1 0 0,0 0 1 0 0,0-1 0 0 0,-1 1-1 0 0,1 0 1 0 0,0 0 0 0 0,0 0-1 0 0,0-1 1 0 0,-1 1 0 0 0,1 0-1 0 0,0 0 1 0 0,0 0 0 0 0,0 0-1 0 0,0 0 1 0 0,-1 1 0 0 0,1-1-1 0 0,0 0 1 0 0,0 0 0 0 0,0 0-1 0 0,-1 1 1 0 0,1-1 0 0 0,0 0-1 0 0,0 1 1 0 0,-1-1 0 0 0,1 1-1 0 0,0-1 1 0 0,-1 1 0 0 0,1-1-1 0 0,0 1 1 0 0,-1 0 0 0 0,1-1-1 0 0,-1 1 1 0 0,1-1 0 0 0,-1 1-1 0 0,1 0 1 0 0,0 1 0 0 0,21 39 925 0 0,-15-28-792 0 0,-6-10-164 0 0,4 5-1563 0 0,0 1 1 0 0,1-1-1 0 0,12 14 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86 656 0 0,'-13'-36'-330'0'0,"-8"4"3915"0"0,19 31-3290 0 0,1-1 1 0 0,-1 1-1 0 0,0-1 0 0 0,1 1 0 0 0,-1-1 1 0 0,0 1-1 0 0,1 0 0 0 0,-1 0 0 0 0,0 0 1 0 0,0 0-1 0 0,0 0 0 0 0,0 1 0 0 0,0-1 1 0 0,0 1-1 0 0,0-1 0 0 0,-1 1 0 0 0,1 0 1 0 0,0-1-1 0 0,0 1 0 0 0,0 0 0 0 0,0 0 1 0 0,0 1-1 0 0,-1-1 0 0 0,1 0 0 0 0,0 1 1 0 0,0-1-1 0 0,0 1 0 0 0,0 0 0 0 0,0 0 1 0 0,0 0-1 0 0,0 0 0 0 0,0 0 0 0 0,-1 1 1 0 0,0 0-84 0 0,0 0 1 0 0,0 0 0 0 0,0 0-1 0 0,0 0 1 0 0,0 0 0 0 0,1 1 0 0 0,0-1-1 0 0,-1 1 1 0 0,1-1 0 0 0,0 1-1 0 0,0 0 1 0 0,0 0 0 0 0,1 0 0 0 0,-1 0-1 0 0,1 0 1 0 0,-1 1 0 0 0,1-1-1 0 0,0 0 1 0 0,0 1 0 0 0,1-1 0 0 0,-1 5-1 0 0,1-5-150 0 0,0 0 1 0 0,1 0-1 0 0,-1 0 0 0 0,1 0 0 0 0,0-1 0 0 0,0 1 0 0 0,0 0 0 0 0,0-1 0 0 0,0 1 0 0 0,1-1 1 0 0,-1 1-1 0 0,1-1 0 0 0,0 1 0 0 0,0-1 0 0 0,0 0 0 0 0,0 0 0 0 0,0 0 0 0 0,0 0 1 0 0,0 0-1 0 0,1-1 0 0 0,-1 1 0 0 0,1-1 0 0 0,-1 1 0 0 0,1-1 0 0 0,5 2 0 0 0,-1 0-72 0 0,0 0-1 0 0,0-1 1 0 0,0 0-1 0 0,1 0 1 0 0,-1-1-1 0 0,1 0 0 0 0,0 0 1 0 0,-1-1-1 0 0,1 0 1 0 0,0 0-1 0 0,-1-1 1 0 0,1 0-1 0 0,-1 0 0 0 0,13-4 1 0 0,0-2-310 0 0,-1-2 1 0 0,0 0-1 0 0,34-22 1 0 0,-40 23 460 0 0,-11 6-125 0 0,0 1 0 0 0,0-1 0 0 0,0 1 1 0 0,0 0-1 0 0,1 0 0 0 0,-1 0 0 0 0,0 0 0 0 0,0 0 0 0 0,1 1 0 0 0,-1-1 0 0 0,0 1 0 0 0,1-1 0 0 0,-1 1 0 0 0,1 0 0 0 0,-1 0 0 0 0,1 0 0 0 0,-1 0 0 0 0,0 0 0 0 0,1 1 0 0 0,-1-1 0 0 0,1 1 0 0 0,-1-1 0 0 0,0 1 0 0 0,0 0 0 0 0,1 0 0 0 0,1 1 0 0 0,-1 1 10 0 0,-1-1-1 0 0,0 1 0 0 0,1-1 1 0 0,-1 1-1 0 0,0 0 0 0 0,-1 0 1 0 0,1 0-1 0 0,-1 0 1 0 0,1 0-1 0 0,-1 0 0 0 0,0 1 1 0 0,0-1-1 0 0,0 0 0 0 0,-1 0 1 0 0,1 1-1 0 0,-1-1 0 0 0,1 1 1 0 0,-2 3-1 0 0,1 6 169 0 0,0 0-1 0 0,-2 0 1 0 0,1 0 0 0 0,-2 0-1 0 0,0 0 1 0 0,0 0 0 0 0,-1-1-1 0 0,-8 17 1 0 0,7-19-405 0 0,1-1 1 0 0,-2 0 0 0 0,1 0-1 0 0,-1 0 1 0 0,-1-1-1 0 0,1 1 1 0 0,-1-1-1 0 0,-1-1 1 0 0,0 0 0 0 0,-15 12-1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4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46 292 5529 0 0,'11'-14'1289'0'0,"-1"-1"-1"0"0,-1 0 1 0 0,-1-1 0 0 0,0 0-1 0 0,-1 0 1 0 0,9-30-1 0 0,-14 40-1012 0 0,0 0-1 0 0,-1 0 0 0 0,0 0 1 0 0,0 0-1 0 0,0-1 1 0 0,-1 1-1 0 0,0 0 0 0 0,0 0 1 0 0,-1-1-1 0 0,0 1 1 0 0,0 0-1 0 0,0 0 0 0 0,-1 0 1 0 0,0 0-1 0 0,0 0 0 0 0,0 0 1 0 0,-1 1-1 0 0,0-1 1 0 0,0 1-1 0 0,-1-1 0 0 0,1 1 1 0 0,-8-7-1 0 0,11 11-232 0 0,-1 0-1 0 0,0 0 1 0 0,-1 0 0 0 0,1 0-1 0 0,0 0 1 0 0,0 1-1 0 0,0-1 1 0 0,0 0 0 0 0,-1 1-1 0 0,1-1 1 0 0,0 1 0 0 0,0-1-1 0 0,-1 1 1 0 0,1 0-1 0 0,-1-1 1 0 0,1 1 0 0 0,0 0-1 0 0,-1 0 1 0 0,1 0 0 0 0,0 0-1 0 0,-1 0 1 0 0,1 1-1 0 0,0-1 1 0 0,-1 0 0 0 0,1 0-1 0 0,0 1 1 0 0,-1-1-1 0 0,1 1 1 0 0,0-1 0 0 0,0 1-1 0 0,-1 0 1 0 0,1 0 0 0 0,0-1-1 0 0,0 1 1 0 0,0 0-1 0 0,0 0 1 0 0,0 0 0 0 0,0 0-1 0 0,0 0 1 0 0,0 0 0 0 0,1 0-1 0 0,-1 1 1 0 0,0-1-1 0 0,0 2 1 0 0,-3 3 72 0 0,0 0-1 0 0,0 1 1 0 0,1-1-1 0 0,0 1 1 0 0,1 0-1 0 0,-1 0 1 0 0,-1 7-1 0 0,2-3-87 0 0,1 0 1 0 0,0-1-1 0 0,0 1 0 0 0,1 0 0 0 0,1-1 0 0 0,0 1 1 0 0,0 0-1 0 0,1-1 0 0 0,0 1 0 0 0,1-1 0 0 0,0 0 1 0 0,0 0-1 0 0,8 14 0 0 0,-7-17-17 0 0,0-1 0 0 0,0 0 0 0 0,0-1 0 0 0,1 1 0 0 0,0-1 0 0 0,0 0 0 0 0,0 0 1 0 0,1 0-1 0 0,-1-1 0 0 0,1 1 0 0 0,0-1 0 0 0,1-1 0 0 0,-1 1 0 0 0,0-1 0 0 0,1-1 0 0 0,0 1 0 0 0,0-1 0 0 0,0 0 0 0 0,0 0 0 0 0,12 0 0 0 0,-1 0-238 0 0,0-2-1 0 0,0 0 0 0 0,0-1 1 0 0,-1-1-1 0 0,1-1 0 0 0,-1-1 1 0 0,1 0-1 0 0,20-8 0 0 0,-3 0-417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6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10138 0 0,'-1'0'107'0'0,"0"0"0"0"0,1 0 0 0 0,-1-1 0 0 0,0 1 0 0 0,0 0 0 0 0,0 0 0 0 0,0 0 0 0 0,0 0 0 0 0,0 0 0 0 0,1 0 0 0 0,-1 0 0 0 0,0 0 0 0 0,0 1 0 0 0,0-1 0 0 0,0 0 0 0 0,1 0 0 0 0,-1 1 0 0 0,0-1 0 0 0,0 1 0 0 0,0-1 0 0 0,1 0 0 0 0,-1 1 0 0 0,0-1 0 0 0,1 1 0 0 0,-1 0 0 0 0,0 0 0 0 0,-19 16 1135 0 0,19-17-1145 0 0,-11 13 611 0 0,0 0 1 0 0,1 1-1 0 0,1 0 1 0 0,0 1-1 0 0,-10 19 0 0 0,14-23-451 0 0,1 0-1 0 0,0 0 0 0 0,1 0 1 0 0,0 1-1 0 0,1-1 0 0 0,0 1 1 0 0,1 0-1 0 0,-2 19 0 0 0,4-28-254 0 0,1 0 1 0 0,-1 0-1 0 0,0-1 0 0 0,1 1 0 0 0,-1 0 1 0 0,1 0-1 0 0,0 0 0 0 0,0-1 0 0 0,0 1 0 0 0,0 0 1 0 0,1-1-1 0 0,-1 1 0 0 0,1-1 0 0 0,-1 0 1 0 0,1 1-1 0 0,0-1 0 0 0,0 0 0 0 0,0 0 1 0 0,0 0-1 0 0,0 0 0 0 0,0 0 0 0 0,1-1 0 0 0,-1 1 1 0 0,1-1-1 0 0,-1 1 0 0 0,1-1 0 0 0,0 0 1 0 0,-1 0-1 0 0,5 1 0 0 0,8 2 2 0 0,0-1 1 0 0,1-1-1 0 0,-1 0 0 0 0,23-1 0 0 0,-6 1-3 0 0,0-1 30 0 0,-25-2-15 0 0,1 1-1 0 0,-1 0 1 0 0,0 0-1 0 0,1 1 1 0 0,-1 0-1 0 0,0 1 1 0 0,1-1 0 0 0,-1 1-1 0 0,0 0 1 0 0,0 1-1 0 0,8 4 1 0 0,-14-6-13 0 0,0 0 1 0 0,0 0-1 0 0,-1 0 1 0 0,1 0-1 0 0,0 0 1 0 0,-1 0-1 0 0,1 0 1 0 0,-1 0-1 0 0,1 0 0 0 0,-1 0 1 0 0,0 0-1 0 0,1 0 1 0 0,-1 1-1 0 0,0-1 1 0 0,0 0-1 0 0,0 0 1 0 0,0 0-1 0 0,0 0 1 0 0,0 0-1 0 0,0 1 1 0 0,0-1-1 0 0,-1 0 0 0 0,1 0 1 0 0,0 0-1 0 0,0 0 1 0 0,-1 0-1 0 0,1 0 1 0 0,-1 0-1 0 0,1 0 1 0 0,-1 0-1 0 0,0 0 1 0 0,1 0-1 0 0,-1 0 1 0 0,-1 1-1 0 0,-29 35-21 0 0,28-33 26 0 0,-22 20-67 0 0,-29 23 0 0 0,-4-6-3538 0 0,43-31-2883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6913 0 0,'6'-37'8400'0'0,"-5"42"-8217"0"0,1 0 0 0 0,0 0 1 0 0,0 0-1 0 0,1 0 0 0 0,-1 0 0 0 0,1-1 1 0 0,0 0-1 0 0,0 1 0 0 0,0-1 1 0 0,1 0-1 0 0,-1 0 0 0 0,1-1 1 0 0,0 1-1 0 0,0-1 0 0 0,0 0 0 0 0,1 0 1 0 0,-1 0-1 0 0,1-1 0 0 0,0 1 1 0 0,-1-1-1 0 0,1 0 0 0 0,0-1 1 0 0,0 1-1 0 0,0-1 0 0 0,1 0 0 0 0,-1 0 1 0 0,0 0-1 0 0,0-1 0 0 0,1 0 1 0 0,-1 0-1 0 0,0 0 0 0 0,0-1 1 0 0,1 0-1 0 0,-1 0 0 0 0,0 0 1 0 0,0 0-1 0 0,8-4 0 0 0,-11 4-184 0 0,1-1 0 0 0,-1 1 0 0 0,0 0-1 0 0,0-1 1 0 0,1 1 0 0 0,-1-1 0 0 0,0 0 0 0 0,0 0-1 0 0,-1 0 1 0 0,1 0 0 0 0,0 0 0 0 0,-1 0 0 0 0,1 0 0 0 0,-1 0-1 0 0,1-1 1 0 0,-1 1 0 0 0,0-1 0 0 0,0 1 0 0 0,0-1 0 0 0,-1 1-1 0 0,1-1 1 0 0,-1 1 0 0 0,1-1 0 0 0,-1 0 0 0 0,0 1-1 0 0,0-1 1 0 0,0 0 0 0 0,0 1 0 0 0,0-1 0 0 0,-1 0 0 0 0,1 1-1 0 0,-1-1 1 0 0,-1-3 0 0 0,0 0 5 0 0,0 0 0 0 0,-1 0-1 0 0,0 0 1 0 0,0 0 0 0 0,-1 1 0 0 0,0-1 0 0 0,0 1-1 0 0,0 0 1 0 0,0 0 0 0 0,-1 0 0 0 0,0 1 0 0 0,-7-6-1 0 0,4 5-243 0 0,-43-27 180 0 0,13 20-7040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2 146 9218 0 0,'0'-1'161'0'0,"0"1"0"0"0,0-1 0 0 0,-1 0 1 0 0,1 1-1 0 0,0-1 0 0 0,0 0 0 0 0,0 1 0 0 0,0-1 0 0 0,0 0 1 0 0,0 1-1 0 0,0-1 0 0 0,0 0 0 0 0,0 1 0 0 0,0-1 0 0 0,0 0 1 0 0,0 1-1 0 0,0-1 0 0 0,0 1 0 0 0,1-1 0 0 0,-1 0 0 0 0,0 1 1 0 0,12 0 4714 0 0,3 12-1315 0 0,-10-7-4408 0 0,33 40 2603 0 0,-26-30-1459 0 0,0 0 0 0 0,23 19 1 0 0,-32-31-276 0 0,1 1 1 0 0,0-1 0 0 0,0-1-1 0 0,1 1 1 0 0,-1-1-1 0 0,0 1 1 0 0,1-1 0 0 0,0-1-1 0 0,-1 1 1 0 0,1-1-1 0 0,0 1 1 0 0,0-1 0 0 0,0-1-1 0 0,7 1 1 0 0,-10-1-21 0 0,-1 0-1 0 0,1 0 1 0 0,0 0 0 0 0,-1 0-1 0 0,1 0 1 0 0,0-1 0 0 0,-1 1-1 0 0,1-1 1 0 0,-1 1 0 0 0,1-1-1 0 0,-1 0 1 0 0,1 0 0 0 0,-1 0-1 0 0,1 0 1 0 0,-1 0 0 0 0,0 0-1 0 0,1 0 1 0 0,-1 0 0 0 0,2-2-1 0 0,-1 0 5 0 0,0 0-1 0 0,-1 0 0 0 0,1 0 0 0 0,-1 0 0 0 0,0 0 0 0 0,0 0 0 0 0,0-1 0 0 0,0 1 0 0 0,1-6 0 0 0,-1-7 48 0 0,-1 0 0 0 0,0 0 0 0 0,-4-24 0 0 0,2 20 55 0 0,-4-22-27 0 0,3 33-58 0 0,2-1 0 0 0,-1 1 1 0 0,1-1-1 0 0,1 0 1 0 0,0 1-1 0 0,0-1 1 0 0,2-10-1 0 0,28 52 345 0 0,-15-18-259 0 0,0 0 0 0 0,19 12 0 0 0,-17-13-107 0 0,-2 0 0 0 0,20 19-1 0 0,-30-26-174 0 0,-4-4 73 0 0,0 0 1 0 0,1 0-1 0 0,-1-1 0 0 0,1 1 1 0 0,-1 0-1 0 0,1-1 0 0 0,-1 1 1 0 0,1-1-1 0 0,0 0 0 0 0,0 0 1 0 0,0 0-1 0 0,0 1 1 0 0,3 0-1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7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0 249 2761 0 0,'4'-3'680'0'0,"-1"0"1"0"0,1 0 0 0 0,0 0-1 0 0,0 1 1 0 0,0-1 0 0 0,0 1 0 0 0,0 0-1 0 0,0 0 1 0 0,1 0 0 0 0,-1 1-1 0 0,1 0 1 0 0,-1-1 0 0 0,1 2 0 0 0,-1-1-1 0 0,8 0 1 0 0,-9 1-185 0 0,-1 0 0 0 0,1 0 0 0 0,0 1 0 0 0,0-1 0 0 0,0 1 0 0 0,-1 0 0 0 0,1-1 0 0 0,0 1 0 0 0,-1 1 0 0 0,1-1 1 0 0,-1 0-1 0 0,1 0 0 0 0,-1 1 0 0 0,3 2 0 0 0,-3-2-301 0 0,1 0 1 0 0,-1 0 0 0 0,-1 0-1 0 0,1 1 1 0 0,0-1-1 0 0,-1 1 1 0 0,1-1 0 0 0,-1 1-1 0 0,2 4 1 0 0,2 13 368 0 0,-5-20-542 0 0,0 1 0 0 0,0-1 0 0 0,0 0 0 0 0,0 0 0 0 0,0 0 0 0 0,0 0 0 0 0,0 1 0 0 0,0-1 0 0 0,0 0 0 0 0,0 0 0 0 0,0 0 0 0 0,0 1 0 0 0,-1-1 0 0 0,1 0 0 0 0,0 0 0 0 0,0 0 0 0 0,0 0 0 0 0,0 1 0 0 0,0-1 0 0 0,0 0 0 0 0,0 0 0 0 0,0 0 0 0 0,-1 0 0 0 0,1 0-1 0 0,0 1 1 0 0,0-1 0 0 0,0 0 0 0 0,0 0 0 0 0,0 0 0 0 0,-1 0 0 0 0,1 0 0 0 0,0 0 0 0 0,0 0 0 0 0,0 0 0 0 0,-1 0 0 0 0,1 0 0 0 0,0 0 0 0 0,0 1 0 0 0,0-1 0 0 0,0 0 0 0 0,-1 0 0 0 0,-1-1 38 0 0,1 0 0 0 0,-1 0 0 0 0,1-1 0 0 0,-1 1 0 0 0,1 0 0 0 0,0 0 0 0 0,-1-1 0 0 0,1 1 0 0 0,0 0 0 0 0,0-1 0 0 0,0 1 0 0 0,0-1 0 0 0,0 0 0 0 0,0 1 0 0 0,0-4 0 0 0,-4-5-160 0 0,2 0 1 0 0,0-1-1 0 0,0 1 0 0 0,1-1 1 0 0,0 0-1 0 0,0 1 1 0 0,1-1-1 0 0,1 0 0 0 0,0 0 1 0 0,1 0-1 0 0,0 0 0 0 0,3-14 1 0 0,-1 12-732 0 0,0 0 0 0 0,1 0 0 0 0,0 1 0 0 0,1 0 0 0 0,13-22 0 0 0,-10 23-1687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8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10138 0 0,'-5'2'563'0'0,"1"0"0"0"0,0 0 0 0 0,-1 0 0 0 0,1 0 0 0 0,0 1 0 0 0,0-1 0 0 0,0 1 0 0 0,1 0 0 0 0,-1 0 0 0 0,1 0 0 0 0,-5 6 0 0 0,3-4-205 0 0,-3 3 44 0 0,1 0 0 0 0,0 0 0 0 0,0 0 1 0 0,1 1-1 0 0,0 0 0 0 0,1 1 0 0 0,0-1 0 0 0,0 1 1 0 0,1 0-1 0 0,1 0 0 0 0,-1 0 0 0 0,1 1 0 0 0,-2 16 1 0 0,5-21-449 0 0,-1 0 1 0 0,1 0 0 0 0,1 0-1 0 0,-1 0 1 0 0,1 0 0 0 0,0-1-1 0 0,0 1 1 0 0,1 0-1 0 0,-1-1 1 0 0,1 1 0 0 0,4 7-1 0 0,-3-8-381 0 0,0 0 0 0 0,1-1-1 0 0,-1 1 1 0 0,1-1 0 0 0,0 0-1 0 0,0 1 1 0 0,0-2 0 0 0,1 1-1 0 0,-1 0 1 0 0,1-1 0 0 0,0 0-1 0 0,0 0 1 0 0,7 2-1 0 0,5 2-6605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08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0 219 5065 0 0,'1'2'348'0'0,"-1"0"1"0"0,1 0-1 0 0,0-1 1 0 0,0 1-1 0 0,0 0 1 0 0,0 0-1 0 0,0-1 0 0 0,1 1 1 0 0,-1-1-1 0 0,0 1 1 0 0,1-1-1 0 0,-1 0 0 0 0,1 1 1 0 0,-1-1-1 0 0,1 0 1 0 0,0 0-1 0 0,-1 0 0 0 0,1 0 1 0 0,0 0-1 0 0,0 0 1 0 0,0-1-1 0 0,-1 1 0 0 0,1-1 1 0 0,0 1-1 0 0,0-1 1 0 0,0 0-1 0 0,4 1 0 0 0,-3-1-27 0 0,0 0 0 0 0,0 0 0 0 0,-1 0-1 0 0,1-1 1 0 0,0 1 0 0 0,0-1-1 0 0,0 1 1 0 0,-1-1 0 0 0,1 0-1 0 0,0 0 1 0 0,-1 0 0 0 0,1 0 0 0 0,-1-1-1 0 0,1 1 1 0 0,-1-1 0 0 0,1 1-1 0 0,-1-1 1 0 0,4-4 0 0 0,-2 0-256 0 0,0-1 1 0 0,0 1-1 0 0,-1-1 1 0 0,0 0-1 0 0,0 0 1 0 0,-1 0-1 0 0,1 0 1 0 0,-2-1-1 0 0,1 1 1 0 0,-1 0-1 0 0,0-1 1 0 0,0 1 0 0 0,-1-1-1 0 0,-1-8 1 0 0,1 10-167 0 0,-1 0-1 0 0,1-1 1 0 0,-2 1 0 0 0,1-1 0 0 0,-1 1 0 0 0,1 0 0 0 0,-2 0 0 0 0,1 0 0 0 0,-1 0 0 0 0,0 0 0 0 0,0 1 0 0 0,0-1 0 0 0,-1 1 0 0 0,0 0 0 0 0,0 0 0 0 0,-9-8 0 0 0,12 12 102 0 0,0 0 0 0 0,1 1 0 0 0,-1-1 0 0 0,0 0 0 0 0,0 1 0 0 0,0-1 0 0 0,0 1 0 0 0,0-1 0 0 0,0 1 0 0 0,0-1 0 0 0,0 1 0 0 0,0-1 0 0 0,0 1 0 0 0,0 0 0 0 0,-1 0-1 0 0,1 0 1 0 0,0 0 0 0 0,0 0 0 0 0,0 0 0 0 0,0 0 0 0 0,0 0 0 0 0,0 0 0 0 0,0 0 0 0 0,-1 0 0 0 0,1 1 0 0 0,0-1 0 0 0,-2 1 0 0 0,1 1 34 0 0,1-1 0 0 0,-1 1 0 0 0,0 0 1 0 0,1-1-1 0 0,-1 1 0 0 0,1 0 0 0 0,-1 0 0 0 0,1 0 0 0 0,0 0 0 0 0,0 1 0 0 0,0-1 0 0 0,-1 3 0 0 0,-2 7 211 0 0,0 0 0 0 0,2 0-1 0 0,-4 25 1 0 0,6-25-144 0 0,0-1 1 0 0,0 1-1 0 0,1-1 1 0 0,0 1-1 0 0,1-1 1 0 0,1 1-1 0 0,-1-1 1 0 0,2 0-1 0 0,0 0 1 0 0,0 0 0 0 0,1-1-1 0 0,0 1 1 0 0,1-1-1 0 0,8 11 1 0 0,-10-15-98 0 0,0-1 1 0 0,0 0 0 0 0,1 0 0 0 0,-1-1 0 0 0,1 1-1 0 0,1-1 1 0 0,-1 0 0 0 0,0-1 0 0 0,1 1-1 0 0,0-1 1 0 0,0 0 0 0 0,0 0 0 0 0,0-1-1 0 0,0 0 1 0 0,1 0 0 0 0,-1 0 0 0 0,1-1-1 0 0,-1 0 1 0 0,1 0 0 0 0,-1-1 0 0 0,1 0 0 0 0,-1 0-1 0 0,1 0 1 0 0,0-1 0 0 0,-1 0 0 0 0,8-2-1 0 0,15-6-322 0 0,1-5-3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18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397 141 5529 0 0,'-5'-52'2620'0'0,"6"45"-2118"0"0,-1 1 0 0 0,0-1-1 0 0,-1 0 1 0 0,1 1-1 0 0,-1-1 1 0 0,-1 1 0 0 0,1 0-1 0 0,-1-1 1 0 0,0 1-1 0 0,-5-9 1 0 0,7 14-347 0 0,0 1-1 0 0,-1-1 1 0 0,1 1-1 0 0,0-1 1 0 0,-1 1 0 0 0,1-1-1 0 0,0 1 1 0 0,-1-1 0 0 0,1 1-1 0 0,-1 0 1 0 0,1-1-1 0 0,-1 1 1 0 0,1-1 0 0 0,-1 1-1 0 0,1 0 1 0 0,-1 0 0 0 0,1-1-1 0 0,-1 1 1 0 0,1 0 0 0 0,-1 0-1 0 0,0-1 1 0 0,1 1-1 0 0,-1 0 1 0 0,1 0 0 0 0,-1 0-1 0 0,0 0 1 0 0,1 0 0 0 0,-2 0-1 0 0,-11 13 2231 0 0,-3 25-1143 0 0,16-36-1226 0 0,-24 89 363 0 0,5 2 0 0 0,-13 155 0 0 0,24-163-401 0 0,-68 492 89 0 0,-40 637 443 0 0,81-333-500 0 0,30-724-29 0 0,4-101-19 0 0,-16 967 505 0 0,58-153-360 0 0,-41-861-106 0 0,38 622-1994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19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 5985 0 0,'0'0'184'0'0,"-1"-1"0"0"0,1 1 0 0 0,-1-1 0 0 0,0 1-1 0 0,0 0 1 0 0,1-1 0 0 0,-1 1 0 0 0,0 0 0 0 0,0-1-1 0 0,1 1 1 0 0,-1 0 0 0 0,0 0 0 0 0,-10 3 4475 0 0,25-1-3733 0 0,85-6 844 0 0,111-19 0 0 0,-185 19-1613 0 0,-9 1-84 0 0,0 1-1 0 0,0 1 1 0 0,0 0-1 0 0,23 2 1 0 0,118 5 87 0 0,-38 3 222 0 0,142-6 0 0 0,-124-10-161 0 0,-59 1-177 0 0,0 4 0 0 0,98 9 0 0 0,-91 0 196 0 0,91-5 0 0 0,-4-1 275 0 0,-14-5-65 0 0,-93 1-310 0 0,275 3 14 0 0,84 7-154 0 0,-375-7 7 0 0,360-7 213 0 0,-258 5-168 0 0,167 20-1 0 0,42 1 4 0 0,-160-26-55 0 0,-112 1 0 0 0,164 11 0 0 0,-53 20 115 0 0,146 12 186 0 0,22 17 150 0 0,-242-30-221 0 0,157 8 1 0 0,-130-27-15 0 0,148 10 61 0 0,-234-11-101 0 0,-1-2 0 0 0,0-4 0 0 0,0-2 0 0 0,81-15 0 0 0,-65 8-68 0 0,1 4-1 0 0,1 3 0 0 0,-1 4 0 0 0,0 4 0 0 0,147 25 0 0 0,-24-6-11 0 0,-200-22-420 0 0,0 0 1 0 0,0 0-1 0 0,0 0 0 0 0,0 1 0 0 0,0 0 0 0 0,0 0 0 0 0,7 4 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13 10594 0 0,'-10'1'503'0'0,"0"0"0"0"0,0 0 0 0 0,0 0 0 0 0,0 2 0 0 0,0-1 0 0 0,-15 7 0 0 0,19-7-1297 0 0,0 1 0 0 0,1 0 0 0 0,-1 0 0 0 0,1 1 1 0 0,-1-1-1 0 0,-8 9 0 0 0,15-35 10166 0 0,-1 8-9142 0 0,-7-3 758 0 0,1 14-1226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35 4145 0 0,'-9'-6'1095'0'0,"5"3"-638"0"0,1 0 0 0 0,-1 0 0 0 0,0 0 0 0 0,0 1 0 0 0,-1 0 0 0 0,1-1 0 0 0,0 2-1 0 0,-1-1 1 0 0,1 0 0 0 0,-1 1 0 0 0,0 0 0 0 0,1 0 0 0 0,-7 0 0 0 0,10 1-353 0 0,0 0 0 0 0,1 1 0 0 0,-1-1 0 0 0,1 0 0 0 0,0 1 0 0 0,-1-1 0 0 0,1 1-1 0 0,-1-1 1 0 0,1 0 0 0 0,-1 1 0 0 0,1-1 0 0 0,0 1 0 0 0,0-1 0 0 0,-1 1 0 0 0,1-1 0 0 0,0 1 0 0 0,0-1 0 0 0,-1 1 0 0 0,1 0-1 0 0,0-1 1 0 0,0 1 0 0 0,0-1 0 0 0,0 1 0 0 0,0-1 0 0 0,0 1 0 0 0,0 0 0 0 0,0-1 0 0 0,0 1 0 0 0,0-1 0 0 0,0 1 0 0 0,0 0-1 0 0,1 0 1 0 0,4 24 796 0 0,-5-24-760 0 0,129 347 3375 0 0,-96-268-3053 0 0,-31-75-614 0 0,10 25 646 0 0,11 40 1 0 0,-15-18-1557 0 0,-8-45 64 0 0,0 0-1 0 0,0 0 1 0 0,-1 0 0 0 0,0 0 0 0 0,-2 9-1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2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6 139 5985 0 0,'-5'-9'4615'0'0,"9"7"-3662"0"0,17-15 710 0 0,1 1 0 0 0,1 1 0 0 0,1 1 1 0 0,39-17-1 0 0,-44 23-1717 0 0,0 2 1 0 0,31-7-1 0 0,-34 10-972 0 0,0 1-1 0 0,0 0 1 0 0,28 2-1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5065 0 0,'2'0'262'0'0,"-1"1"0"0"0,1 0 0 0 0,0-1 0 0 0,0 1 0 0 0,-1-1-1 0 0,1 0 1 0 0,0 0 0 0 0,0 0 0 0 0,0 0 0 0 0,-1 0 0 0 0,1 0 0 0 0,0 0 0 0 0,0 0 0 0 0,3-1-1 0 0,31-10 4019 0 0,-20 6-3123 0 0,15-4 2438 0 0,51-20 0 0 0,-64 20-3387 0 0,0 0 1 0 0,-1-1-1 0 0,0-1 1 0 0,15-13-1 0 0,-2 3-1926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4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110 201 3225 0 0,'-4'-1'-101'0'0,"-28"-8"2322"0"0,25 7-1150 0 0,0 0 1 0 0,0 0-1 0 0,0-1 0 0 0,1 0 1 0 0,0 0-1 0 0,-1-1 1 0 0,1 1-1 0 0,0-1 1 0 0,-8-10 4848 0 0,20 18-4472 0 0,10 12-1160 0 0,2 6-108 0 0,1-1 1 0 0,35 30 0 0 0,-8-8-442 0 0,-12-11 489 0 0,-19-19-173 0 0,-1 1-1 0 0,0 0 0 0 0,-1 1 0 0 0,-1 1 0 0 0,0 0 0 0 0,-1 0 0 0 0,13 27 0 0 0,-22-38-49 0 0,0-1-1 0 0,1 1 0 0 0,-1-1 0 0 0,1 0 0 0 0,0 0 0 0 0,0 0 0 0 0,0 0 1 0 0,5 4-1 0 0,-8-8-2 0 0,1 1 1 0 0,-1-1 0 0 0,1 1-1 0 0,0-1 1 0 0,-1 0-1 0 0,1 1 1 0 0,0-1 0 0 0,0 0-1 0 0,-1 1 1 0 0,1-1-1 0 0,0 0 1 0 0,-1 0 0 0 0,1 0-1 0 0,0 0 1 0 0,0 0 0 0 0,-1 0-1 0 0,1 0 1 0 0,0 0-1 0 0,0 0 1 0 0,-1 0 0 0 0,1 0-1 0 0,0 0 1 0 0,1-1-1 0 0,-1 0 12 0 0,0 0 0 0 0,1 0-1 0 0,-1 0 1 0 0,0 0-1 0 0,0 0 1 0 0,1 0 0 0 0,-1-1-1 0 0,0 1 1 0 0,0 0-1 0 0,0-1 1 0 0,-1 1-1 0 0,1-1 1 0 0,0 1 0 0 0,0-1-1 0 0,0-1 1 0 0,6-21 187 0 0,-1 1-1 0 0,-1-1 1 0 0,-1 0 0 0 0,-1 0 0 0 0,0-47 0 0 0,6-42-393 0 0,27-83-721 0 0,-34 186-391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4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6913 0 0,'6'-1'7908'0'0,"14"1"-3994"0"0,73 5-3409 0 0,-62-3 603 0 0,457 17 369 0 0,-1-37-137 0 0,-465 16-1331 0 0,112-7 150 0 0,-134 9-157 0 0,0 0 0 0 0,-1 0 0 0 0,1 0 0 0 0,0 0 0 0 0,0 0 0 0 0,0 0 0 0 0,0 0 0 0 0,0 0 0 0 0,0 0 0 0 0,0 0 0 0 0,0 0 0 0 0,-1 0 0 0 0,1 0 0 0 0,0 1-1 0 0,0-1 1 0 0,0 0 0 0 0,0 0 0 0 0,0 0 0 0 0,0 0 0 0 0,0 0 0 0 0,0 0 0 0 0,0 0 0 0 0,0 0 0 0 0,0 0 0 0 0,0 1 0 0 0,0-1 0 0 0,0 0 0 0 0,0 0 0 0 0,0 0 0 0 0,0 0 0 0 0,-1 0 0 0 0,1 0 0 0 0,0 0 0 0 0,0 0 0 0 0,0 1 0 0 0,1-1 0 0 0,-1 0 0 0 0,0 0 0 0 0,0 0 0 0 0,0 0 0 0 0,0 0 0 0 0,0 0 0 0 0,0 0 0 0 0,0 1-1 0 0,0-1 1 0 0,0 0 0 0 0,0 0 0 0 0,0 0 0 0 0,0 0 0 0 0,0 0 0 0 0,0 0 0 0 0,0 0 0 0 0,0 0 0 0 0,0 0 0 0 0,1 0 0 0 0,-1 0 0 0 0,0 1 0 0 0,0-1 0 0 0,0 0 0 0 0,-5 3-1093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5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71 3681 0 0,'-45'-28'17878'0'0,"52"25"-17683"0"0,12-4 768 0 0,-22 8-940 0 0,0-1 0 0 0,0 1 0 0 0,0-1 0 0 0,0 0 0 0 0,0 0 0 0 0,-1 0 0 0 0,1-1-1 0 0,0 1 1 0 0,0-1 0 0 0,0 0 0 0 0,0 0 0 0 0,0 0 0 0 0,0 0 0 0 0,0 0 0 0 0,0-1 0 0 0,1 1 0 0 0,-1-1 0 0 0,0 0 0 0 0,-2-2 0 0 0,-26-12 798 0 0,96 46 155 0 0,-43-23-1056 0 0,-1 1-1 0 0,0 1 1 0 0,0 1-1 0 0,-1 1 1 0 0,-1 1 0 0 0,0 0-1 0 0,0 2 1 0 0,18 17-1 0 0,-34-29 78 0 0,-1 1 0 0 0,0-1 1 0 0,0 1-1 0 0,0 0 0 0 0,0-1 0 0 0,-1 1 0 0 0,1 0 0 0 0,-1 0 0 0 0,0 0 0 0 0,1 0 0 0 0,-2 0 1 0 0,1 0-1 0 0,0 0 0 0 0,0 1 0 0 0,-1-1 0 0 0,0 0 0 0 0,0 5 0 0 0,0-1 44 0 0,-1-1 0 0 0,0 1 0 0 0,-1-1 0 0 0,0 0 0 0 0,0 0 0 0 0,0 0 0 0 0,0 0 0 0 0,-6 8 0 0 0,-5 7 201 0 0,0-1 1 0 0,-2-1 0 0 0,-27 28-1 0 0,40-45-229 0 0,-6 6 94 0 0,-1 1-1 0 0,0-1 0 0 0,0-1 0 0 0,-16 10 0 0 0,-5 0-3685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6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 3225 0 0,'0'0'133'0'0,"-1"-1"1"0"0,1 1-1 0 0,0 0 0 0 0,-1 0 1 0 0,1 0-1 0 0,-1 0 1 0 0,1 0-1 0 0,-1 0 1 0 0,1 0-1 0 0,0 0 0 0 0,-1 0 1 0 0,1 0-1 0 0,-1 0 1 0 0,1 0-1 0 0,-1 0 1 0 0,1 0-1 0 0,0 0 0 0 0,-1 0 1 0 0,1 1-1 0 0,-1-1 1 0 0,1 0-1 0 0,0 0 1 0 0,-1 1-1 0 0,1-1 0 0 0,0 0 1 0 0,-1 0-1 0 0,1 1 1 0 0,0-1-1 0 0,-1 0 1 0 0,1 1-1 0 0,0-1 0 0 0,0 0 1 0 0,-1 1-1 0 0,1-1 1 0 0,0 0-1 0 0,0 1 1 0 0,0-1-1 0 0,-1 1 0 0 0,1-1 1 0 0,0 0-1 0 0,0 1 1 0 0,0-1-1 0 0,0 1 1 0 0,0-1-1 0 0,0 1 0 0 0,0-1 1 0 0,0 0-1 0 0,0 1 1 0 0,0-1-1 0 0,0 1 0 0 0,0-1 1 0 0,0 1-1 0 0,1-1 1 0 0,-1 0-1 0 0,0 1 1 0 0,12 10 3564 0 0,0-8-4378 0 0,-1-3 964 0 0,12 1 529 0 0,-7 2-3400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3225 0 0,'35'-5'9179'0'0,"6"-6"-5445"0"0,-23 5-2374 0 0,-1 2-1 0 0,27-4 0 0 0,-10 7-948 0 0,-1 2 0 0 0,0 2-1 0 0,45 8 1 0 0,-46-5-88 0 0,0-1-1 0 0,0-2 0 0 0,58-3 1 0 0,-44-8-2471 0 0,-15 1-2095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29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8 253 9674 0 0,'-7'-5'2637'0'0,"7"4"-2590"0"0,0 1 0 0 0,0 0 0 0 0,0 0 0 0 0,0 0 0 0 0,1-2 704 0 0,-1 2-704 0 0,0 0 0 0 0,0 0 0 0 0,0 0-1 0 0,0 0 1 0 0,1 0 0 0 0,-1 0 0 0 0,0 0 0 0 0,0 0 0 0 0,0 0 0 0 0,0 0 0 0 0,0 0 0 0 0,0 0 0 0 0,1 0 0 0 0,-1 0 0 0 0,0 0 0 0 0,0 0 0 0 0,0 0 0 0 0,0 0 0 0 0,0 0-1 0 0,1 0 1 0 0,0 1 611 0 0,-1-1-612 0 0,0 0 1 0 0,0 0 0 0 0,0 0 0 0 0,0 0 0 0 0,0 0 0 0 0,0 1 0 0 0,1-1 0 0 0,-1 0 0 0 0,9 7 196 0 0,0-1-1 0 0,0 2 1 0 0,-1-1-1 0 0,0 1 1 0 0,0 1 0 0 0,0 0-1 0 0,10 16 1 0 0,43 82 941 0 0,-22-37-651 0 0,-15-29-267 0 0,38 58-70 0 0,-52-85-192 0 0,0-1 0 0 0,1 0-1 0 0,0-1 1 0 0,24 19-1 0 0,-35-30 3 0 0,1 0 0 0 0,0 0 1 0 0,0 0-1 0 0,0 0 0 0 0,0-1 0 0 0,-1 1 0 0 0,1 0 0 0 0,0-1 0 0 0,0 1 0 0 0,0-1 1 0 0,0 1-1 0 0,1-1 0 0 0,-1 1 0 0 0,0-1 0 0 0,0 0 0 0 0,0 0 0 0 0,0 1 1 0 0,0-1-1 0 0,0 0 0 0 0,1 0 0 0 0,-1 0 0 0 0,0 0 0 0 0,0 0 0 0 0,0-1 0 0 0,0 1 1 0 0,0 0-1 0 0,0 0 0 0 0,1-1 0 0 0,-1 1 0 0 0,0-1 0 0 0,0 1 0 0 0,0-1 0 0 0,0 1 1 0 0,0-1-1 0 0,0 0 0 0 0,-1 1 0 0 0,1-1 0 0 0,0 0 0 0 0,0 0 0 0 0,0 0 1 0 0,-1 1-1 0 0,1-1 0 0 0,0 0 0 0 0,-1 0 0 0 0,1 0 0 0 0,-1 0 0 0 0,1 0 0 0 0,-1 0 1 0 0,1-2-1 0 0,2-7 148 0 0,0 1 0 0 0,-1-1 0 0 0,0 1 0 0 0,1-17 0 0 0,-2 19-93 0 0,13-222 1243 0 0,-11 140-1967 0 0,3 1 0 0 0,23-111 1 0 0,-23 177-1293 0 0,0 4-4634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0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16 7834 0 0,'-2'4'175'0'0,"1"-1"1"0"0,-1 1 0 0 0,1 0 0 0 0,-1-1-1 0 0,1 1 1 0 0,0 0 0 0 0,0 0 0 0 0,1 0-1 0 0,-1 0 1 0 0,1 0 0 0 0,0 0 0 0 0,0 0-1 0 0,1 7 1 0 0,11 56 1408 0 0,-9-55-1327 0 0,1 10 422 0 0,2 1 1 0 0,1-2 0 0 0,12 29-1 0 0,-17-45-532 0 0,0-1 0 0 0,0 1 0 0 0,1 0 0 0 0,-1-1 0 0 0,1 0 0 0 0,0 0 0 0 0,1 0 0 0 0,-1 0 0 0 0,1 0 0 0 0,-1 0 0 0 0,1-1 0 0 0,0 0 0 0 0,0 0 0 0 0,1 0 0 0 0,-1 0 0 0 0,1-1 0 0 0,-1 1 0 0 0,1-1 0 0 0,0 0 0 0 0,9 2 0 0 0,-12-4-116 0 0,0-1 0 0 0,0 1 0 0 0,0-1 0 0 0,0 1 0 0 0,-1-1 0 0 0,1 0 0 0 0,0 1 0 0 0,-1-1 0 0 0,1 0 0 0 0,0 0-1 0 0,-1 0 1 0 0,1 0 0 0 0,-1-1 0 0 0,1 1 0 0 0,-1 0 0 0 0,0 0 0 0 0,0-1 0 0 0,1 1 0 0 0,-1-1 0 0 0,0 0 0 0 0,0 1 0 0 0,0-1 0 0 0,-1 0 0 0 0,1 1 0 0 0,0-1 0 0 0,0-3 0 0 0,3-4 84 0 0,-1-1 0 0 0,0 0 0 0 0,3-14 0 0 0,-4 8-230 0 0,-1 0 0 0 0,0 0 0 0 0,-2 0 0 0 0,0 1 0 0 0,0-1 0 0 0,-1 0 0 0 0,-1 1 0 0 0,-1-1 0 0 0,0 1 0 0 0,-1 0 0 0 0,-1 0 0 0 0,0 1 0 0 0,-13-23 0 0 0,9 25-682 0 0,1 3-133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15667 0 0,'-1'1'235'0'0,"0"1"0"0"0,1-1 1 0 0,-1 0-1 0 0,1 1 0 0 0,-1-1 0 0 0,1 1 0 0 0,0-1 0 0 0,-1 1 0 0 0,1-1 0 0 0,0 1 0 0 0,0-1 0 0 0,0 1 0 0 0,0-1 0 0 0,0 1 0 0 0,1-1 1 0 0,-1 1-1 0 0,0-1 0 0 0,1 2 0 0 0,11 37 621 0 0,-6-19-249 0 0,15 69 51 0 0,-6-22-1221 0 0,2 0 0 0 0,50 122 0 0 0,-54-162-6840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0 10594 0 0,'-1'3'518'0'0,"0"1"0"0"0,0-1 0 0 0,1 0 1 0 0,-1 0-1 0 0,1 0 0 0 0,0 0 0 0 0,0 0 0 0 0,0 1 0 0 0,0-1 0 0 0,0 0 0 0 0,1 0 0 0 0,0 0 0 0 0,1 5 0 0 0,0 2-88 0 0,32 146 3351 0 0,41 75-3490 0 0,-65-203-403 0 0,5 13-645 0 0,-3-9-5218 0 0,-5-12-696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1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1 236 12443 0 0,'1'-5'331'0'0,"1"1"-1"0"0,0 0 1 0 0,0-1 0 0 0,0 1 0 0 0,0 0 0 0 0,1 0 0 0 0,5-6 0 0 0,4-4-329 0 0,1 1 0 0 0,1 1 0 0 0,-1 0 0 0 0,2 1 0 0 0,0 0 0 0 0,0 1 0 0 0,22-10 0 0 0,-2 3-15 0 0,1 1 0 0 0,52-14 0 0 0,-54 21-831 0 0,41-7 0 0 0,-61 14 513 0 0,1 0 0 0 0,-1 1 1 0 0,1 1-1 0 0,-1 1 0 0 0,26 3 0 0 0,-39-4 384 0 0,0 0 0 0 0,0 0 0 0 0,0 0-1 0 0,0 0 1 0 0,0 0 0 0 0,1 0 0 0 0,-1 1-1 0 0,0-1 1 0 0,0 0 0 0 0,0 1 0 0 0,0-1-1 0 0,0 1 1 0 0,0-1 0 0 0,0 1-1 0 0,0-1 1 0 0,0 1 0 0 0,-1 0 0 0 0,1-1-1 0 0,0 1 1 0 0,0 0 0 0 0,-1 0 0 0 0,1 0-1 0 0,0 0 1 0 0,-1 0 0 0 0,1 0 0 0 0,0-1-1 0 0,-1 1 1 0 0,0 1 0 0 0,1-1 0 0 0,-1 0-1 0 0,1 0 1 0 0,-1 0 0 0 0,0 0-1 0 0,0 0 1 0 0,0 0 0 0 0,0 0 0 0 0,0 0-1 0 0,0 0 1 0 0,0 0 0 0 0,0 1 0 0 0,0-1-1 0 0,0 0 1 0 0,0 0 0 0 0,-1 0 0 0 0,0 1-1 0 0,-2 6 629 0 0,-1 0 0 0 0,-1-1 0 0 0,1 0 0 0 0,-1 0 0 0 0,-7 7 0 0 0,-2 4-1469 0 0,9-10 852 0 0,-5 6 266 0 0,1 0-1 0 0,0 0 1 0 0,1 1 0 0 0,0 0 0 0 0,2 0 0 0 0,-9 26 0 0 0,17-33 130 0 0,5-14-394 0 0,7-14-296 0 0,-10 10 148 0 0,-2 1 1 0 0,1-1-1 0 0,-1 0 0 0 0,1-20 0 0 0,-2 21 247 0 0,0-1 0 0 0,0 1 0 0 0,1 0 0 0 0,0 0 0 0 0,0 0 0 0 0,6-11-1 0 0,-8 20-142 0 0,0 0-1 0 0,0-1 1 0 0,0 1-1 0 0,1 0 0 0 0,-1 0 1 0 0,0-1-1 0 0,1 1 1 0 0,-1 0-1 0 0,0 0 1 0 0,1 0-1 0 0,-1-1 0 0 0,0 1 1 0 0,1 0-1 0 0,-1 0 1 0 0,0 0-1 0 0,1 0 0 0 0,-1 0 1 0 0,0 0-1 0 0,1 0 1 0 0,-1 0-1 0 0,0 0 0 0 0,1 0 1 0 0,-1 0-1 0 0,0 0 1 0 0,1 0-1 0 0,-1 0 1 0 0,1 0-1 0 0,-1 0 0 0 0,0 0 1 0 0,1 0-1 0 0,-1 0 1 0 0,0 1-1 0 0,1-1 0 0 0,-1 0 1 0 0,0 0-1 0 0,0 0 1 0 0,1 1-1 0 0,-1-1 0 0 0,0 0 1 0 0,1 0-1 0 0,-1 1 1 0 0,0-1-1 0 0,0 0 0 0 0,0 0 1 0 0,1 1-1 0 0,-1-1 1 0 0,0 0-1 0 0,0 1 1 0 0,0-1-1 0 0,0 0 0 0 0,1 1 1 0 0,15 25 541 0 0,-11-18-295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1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 4145 0 0,'-9'0'1713'0'0,"5"0"-784"0"0,0 0 0 0 0,0 0 0 0 0,0 0 1 0 0,0 0-1 0 0,0 1 0 0 0,0 0 0 0 0,0 0 1 0 0,0 0-1 0 0,-5 2 0 0 0,7-2-657 0 0,0 0 0 0 0,0 1-1 0 0,0 0 1 0 0,0-1 0 0 0,0 1-1 0 0,0 0 1 0 0,0 0 0 0 0,1 0-1 0 0,-1 0 1 0 0,1 0 0 0 0,-3 3 0 0 0,-6 15 81 0 0,-1 0 1 0 0,2 0-1 0 0,1 1 1 0 0,-7 27 0 0 0,12-39-237 0 0,1 0 1 0 0,0 0 0 0 0,1 0-1 0 0,0 1 1 0 0,0-1 0 0 0,1 1-1 0 0,0-1 1 0 0,1 0 0 0 0,0 1 0 0 0,1-1-1 0 0,0 0 1 0 0,5 16 0 0 0,-7-24-133 0 0,0 0 1 0 0,0 0 0 0 0,1 0-1 0 0,-1 0 1 0 0,0 0 0 0 0,1 0-1 0 0,-1 0 1 0 0,1 0 0 0 0,-1 0-1 0 0,1 0 1 0 0,0 0 0 0 0,-1 0-1 0 0,1 0 1 0 0,0-1-1 0 0,-1 1 1 0 0,1 0 0 0 0,0 0-1 0 0,0-1 1 0 0,0 1 0 0 0,0-1-1 0 0,0 1 1 0 0,0 0 0 0 0,0-1-1 0 0,0 0 1 0 0,0 1 0 0 0,0-1-1 0 0,0 0 1 0 0,0 1 0 0 0,0-1-1 0 0,0 0 1 0 0,0 0 0 0 0,0 0-1 0 0,0 0 1 0 0,0 0 0 0 0,1 0-1 0 0,-1 0 1 0 0,0 0 0 0 0,0-1-1 0 0,0 1 1 0 0,0 0 0 0 0,0-1-1 0 0,0 1 1 0 0,0 0 0 0 0,0-1-1 0 0,0 0 1 0 0,0 1 0 0 0,0-1-1 0 0,0 1 1 0 0,-1-1-1 0 0,3-1 1 0 0,1-2-73 0 0,0 0 0 0 0,-1 0 0 0 0,1-1 0 0 0,-1 1 0 0 0,0-1 0 0 0,0 0 0 0 0,0 0 0 0 0,3-9 0 0 0,12-54-272 0 0,-15 50-229 0 0,2 0 1 0 0,0 1-1 0 0,11-26 1 0 0,-14 45-149 0 0,0 0 1 0 0,0 1-1 0 0,0-1 0 0 0,0 1 0 0 0,0-1 0 0 0,0 1 1 0 0,-1 0-1 0 0,1 0 0 0 0,1 4 0 0 0,8 13-2181 0 0,6-5 3202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2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27 7370 0 0,'0'-1'167'0'0,"-1"-1"1"0"0,1 1 0 0 0,-1 0-1 0 0,1-1 1 0 0,-1 1 0 0 0,1 0 0 0 0,-1 0-1 0 0,0-1 1 0 0,1 1 0 0 0,-1 0 0 0 0,0 0-1 0 0,0 0 1 0 0,0 0 0 0 0,0 0 0 0 0,0 0-1 0 0,0 0 1 0 0,0 0 0 0 0,0 0-1 0 0,0 1 1 0 0,-1-1 0 0 0,1 0 0 0 0,0 1-1 0 0,-1-1 1 0 0,1 1 0 0 0,0-1 0 0 0,-1 1-1 0 0,0-1 1 0 0,0 2 84 0 0,1-1 1 0 0,-1 0-1 0 0,1 1 0 0 0,-1-1 0 0 0,1 1 1 0 0,-1 0-1 0 0,1-1 0 0 0,0 1 1 0 0,-1 0-1 0 0,1 0 0 0 0,0 0 0 0 0,0 0 1 0 0,-1 0-1 0 0,1 0 0 0 0,0 0 1 0 0,0 0-1 0 0,0 0 0 0 0,0 1 1 0 0,1-1-1 0 0,-1 0 0 0 0,0 1 0 0 0,0-1 1 0 0,1 1-1 0 0,-2 2 0 0 0,-5 16 55 0 0,1 1-1 0 0,1-1 0 0 0,1 1 1 0 0,1 0-1 0 0,0 1 0 0 0,2-1 1 0 0,0 1-1 0 0,2-1 0 0 0,5 41 1 0 0,-6-60-313 0 0,0 0 1 0 0,1 0-1 0 0,-1 0 0 0 0,1 0 1 0 0,-1-1-1 0 0,1 1 1 0 0,-1 0-1 0 0,1 0 1 0 0,0-1-1 0 0,0 1 1 0 0,0 0-1 0 0,0-1 1 0 0,0 1-1 0 0,0-1 0 0 0,1 1 1 0 0,-1-1-1 0 0,0 0 1 0 0,1 1-1 0 0,-1-1 1 0 0,2 1-1 0 0,-2-2-12 0 0,-1 0 0 0 0,1 0-1 0 0,-1 0 1 0 0,1 0 0 0 0,-1 1 0 0 0,1-1-1 0 0,0 0 1 0 0,-1 0 0 0 0,1-1 0 0 0,-1 1-1 0 0,1 0 1 0 0,-1 0 0 0 0,1 0 0 0 0,-1 0 0 0 0,1 0-1 0 0,-1-1 1 0 0,1 1 0 0 0,-1 0 0 0 0,1 0-1 0 0,-1-1 1 0 0,0 1 0 0 0,1 0 0 0 0,-1-1-1 0 0,1 1 1 0 0,-1-1 0 0 0,11-21-857 0 0,0-39-194 0 0,-6 33 1024 0 0,11-40 0 0 0,-14 62 254 0 0,0-1 0 0 0,0 0-1 0 0,1 1 1 0 0,0 0 0 0 0,1 0 0 0 0,0 0-1 0 0,-1 0 1 0 0,2 0 0 0 0,-1 1 0 0 0,11-10 0 0 0,-15 14-172 0 0,1 0 1 0 0,0 0-1 0 0,0 0 1 0 0,0 1 0 0 0,0-1-1 0 0,0 0 1 0 0,0 1-1 0 0,1-1 1 0 0,-1 1 0 0 0,0-1-1 0 0,0 1 1 0 0,0 0-1 0 0,1 0 1 0 0,-1-1 0 0 0,0 1-1 0 0,0 0 1 0 0,0 0 0 0 0,1 0-1 0 0,-1 0 1 0 0,0 0-1 0 0,0 0 1 0 0,1 1 0 0 0,-1-1-1 0 0,2 1 1 0 0,-1 0-2 0 0,0 0 1 0 0,0 0-1 0 0,0 1 0 0 0,0-1 0 0 0,0 1 1 0 0,-1-1-1 0 0,1 1 0 0 0,0 0 1 0 0,-1 0-1 0 0,1 0 0 0 0,1 4 1 0 0,3 5 21 0 0,0 1 0 0 0,-1-1 0 0 0,5 21 0 0 0,-9-31-53 0 0,4 21 18 0 0,0 0-1 0 0,-1 0 0 0 0,-1 0 1 0 0,-1 1-1 0 0,-1-1 0 0 0,-2 1 1 0 0,-3 29-1 0 0,2-35-18 0 0,-1 1-1 0 0,0-1 1 0 0,-2 1-1 0 0,0-1 0 0 0,-1 0 1 0 0,-1-1-1 0 0,0 0 1 0 0,-1 0-1 0 0,-18 25 1 0 0,26-40-49 0 0,-1 1-196 0 0,0 0-1 0 0,-1-1 0 0 0,1 1 1 0 0,-1 0-1 0 0,1-1 1 0 0,-1 1-1 0 0,0-1 1 0 0,1 1-1 0 0,-1-1 0 0 0,0 0 1 0 0,-2 2-1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2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0 264 10594 0 0,'2'1'167'0'0,"1"-1"0"0"0,-1 1 1 0 0,0-1-1 0 0,0 0 0 0 0,0 0 0 0 0,0 0 0 0 0,0 0 0 0 0,1 0 0 0 0,-1 0 0 0 0,0 0 0 0 0,0-1 0 0 0,0 1 1 0 0,0-1-1 0 0,0 0 0 0 0,0 1 0 0 0,0-1 0 0 0,0 0 0 0 0,0 0 0 0 0,0 0 0 0 0,-1-1 0 0 0,1 1 0 0 0,0 0 1 0 0,-1-1-1 0 0,1 1 0 0 0,2-4 0 0 0,4-3 209 0 0,-1-1 0 0 0,0 1-1 0 0,10-16 1 0 0,-14 17-300 0 0,1-1-1 0 0,-1 1 0 0 0,0-1 1 0 0,0 0-1 0 0,-1 0 0 0 0,-1 0 1 0 0,1-1-1 0 0,-1 1 0 0 0,0 0 1 0 0,-1 0-1 0 0,0-1 0 0 0,0 1 1 0 0,-1 0-1 0 0,0-1 0 0 0,-1 1 1 0 0,1 0-1 0 0,-1 0 0 0 0,-1 0 1 0 0,0 0-1 0 0,0 1 1 0 0,-4-8-1 0 0,6 14-73 0 0,1 0 0 0 0,-1 0 0 0 0,1 0 0 0 0,-1 0 0 0 0,0 0 0 0 0,1 0 0 0 0,-1 1 0 0 0,0-1 0 0 0,1 0 0 0 0,-1 0 0 0 0,0 1 0 0 0,0-1 0 0 0,0 0 0 0 0,0 1 0 0 0,1-1 0 0 0,-1 1 1 0 0,0 0-1 0 0,0-1 0 0 0,0 1 0 0 0,0-1 0 0 0,-1 1 0 0 0,1 0 12 0 0,0 0 1 0 0,0 1 0 0 0,0-1 0 0 0,1 0-1 0 0,-1 0 1 0 0,0 1 0 0 0,0-1-1 0 0,0 0 1 0 0,1 1 0 0 0,-1-1-1 0 0,0 1 1 0 0,1-1 0 0 0,-1 1 0 0 0,0-1-1 0 0,1 1 1 0 0,-1 0 0 0 0,1-1-1 0 0,-1 1 1 0 0,0 1 0 0 0,-1 2 93 0 0,-1 1-1 0 0,1-1 1 0 0,0 0 0 0 0,1 1 0 0 0,-1-1 0 0 0,1 1 0 0 0,-1 7-1 0 0,0 3 119 0 0,2-1-1 0 0,0 1 1 0 0,0 0-1 0 0,1-1 1 0 0,1 1-1 0 0,1-1 0 0 0,0 1 1 0 0,0-1-1 0 0,2 0 1 0 0,0 0-1 0 0,0-1 0 0 0,12 21 1 0 0,-13-28-185 0 0,0 0 1 0 0,0 1-1 0 0,0-1 0 0 0,1 0 1 0 0,0-1-1 0 0,1 1 1 0 0,-1-1-1 0 0,1 0 0 0 0,0-1 1 0 0,0 1-1 0 0,0-1 0 0 0,1-1 1 0 0,0 1-1 0 0,0-1 1 0 0,-1 0-1 0 0,2 0 0 0 0,-1-1 1 0 0,0 0-1 0 0,0 0 0 0 0,1-1 1 0 0,-1 0-1 0 0,1 0 1 0 0,-1-1-1 0 0,1 0 0 0 0,14-1 1 0 0,-12-1-322 0 0,0 0 0 0 0,1-1 1 0 0,-1 0-1 0 0,0-1 0 0 0,0 0 1 0 0,14-7-1 0 0,4-7-7387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 6449 0 0,'-8'-9'9200'0'0,"63"597"-5828"0"0,-47-444-3257 0 0,5 61-104 0 0,18 418-10 0 0,-30-565-818 0 0,-3-1-1 0 0,-11 76 1 0 0,12-128-1046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4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120 350 920 0 0,'0'-8'67'0'0,"-2"-43"1945"0"0,2 47-1851 0 0,0 1-1 0 0,-1 0 1 0 0,0-1 0 0 0,0 1 0 0 0,0 0 0 0 0,0 0 0 0 0,0-1 0 0 0,0 1 0 0 0,-1 0 0 0 0,0 0 0 0 0,1 1 0 0 0,-4-5-1 0 0,4 7-57 0 0,0-1 0 0 0,1 1-1 0 0,-1 0 1 0 0,0-1-1 0 0,0 1 1 0 0,0 0-1 0 0,0-1 1 0 0,0 1-1 0 0,0 0 1 0 0,0 0 0 0 0,0 0-1 0 0,0 0 1 0 0,0 0-1 0 0,0 0 1 0 0,0 0-1 0 0,0 0 1 0 0,1 0-1 0 0,-1 1 1 0 0,0-1 0 0 0,0 0-1 0 0,0 0 1 0 0,0 1-1 0 0,0-1 1 0 0,0 1-1 0 0,0-1 1 0 0,1 1-1 0 0,-1-1 1 0 0,0 1 0 0 0,0 0-1 0 0,1-1 1 0 0,-1 1-1 0 0,0 0 1 0 0,1-1-1 0 0,-1 1 1 0 0,1 0-1 0 0,-1 0 1 0 0,1 0 0 0 0,-1 1-1 0 0,-22 34 1938 0 0,15-20-1638 0 0,1 2 0 0 0,1-1 0 0 0,0 0 0 0 0,1 1 0 0 0,1 0 0 0 0,1 1 0 0 0,-2 34 0 0 0,5-52-399 0 0,0-1 1 0 0,0 0-1 0 0,0 0 1 0 0,-1 0-1 0 0,1 1 1 0 0,0-1-1 0 0,0 0 1 0 0,0 0 0 0 0,0 0-1 0 0,0 1 1 0 0,0-1-1 0 0,0 0 1 0 0,0 0-1 0 0,0 1 1 0 0,0-1-1 0 0,0 0 1 0 0,0 0-1 0 0,0 1 1 0 0,0-1-1 0 0,0 0 1 0 0,0 0-1 0 0,0 0 1 0 0,0 1-1 0 0,0-1 1 0 0,0 0 0 0 0,1 0-1 0 0,-1 1 1 0 0,0-1-1 0 0,0 0 1 0 0,0 0-1 0 0,0 0 1 0 0,0 0-1 0 0,1 1 1 0 0,-1-1-1 0 0,0 0 1 0 0,0 0-1 0 0,0 0 1 0 0,0 0-1 0 0,1 0 1 0 0,-1 1-1 0 0,0-1 1 0 0,0 0 0 0 0,1 0-1 0 0,-1 0 1 0 0,0 0-1 0 0,0 0 1 0 0,0 0-1 0 0,1 0 1 0 0,-1 0-1 0 0,0 0 1 0 0,10-12 86 0 0,7-20-23 0 0,-2-11 177 0 0,0 0 0 0 0,7-46 0 0 0,-10 40-114 0 0,21-58 0 0 0,-32 104-148 0 0,4-9 189 0 0,0 0-1 0 0,0 1 1 0 0,1-1-1 0 0,12-16 1 0 0,-17 26-47 0 0,1 0 0 0 0,-1 0 0 0 0,1 1 0 0 0,-1-1 0 0 0,1 0 1 0 0,-1 1-1 0 0,1-1 0 0 0,0 1 0 0 0,0 0 0 0 0,0 0 0 0 0,0 0 1 0 0,0 0-1 0 0,0 0 0 0 0,0 0 0 0 0,0 0 0 0 0,0 0 0 0 0,0 1 0 0 0,0-1 1 0 0,1 1-1 0 0,-1 0 0 0 0,0 0 0 0 0,0-1 0 0 0,0 1 0 0 0,1 1 1 0 0,-1-1-1 0 0,0 0 0 0 0,0 1 0 0 0,1-1 0 0 0,-1 1 0 0 0,0-1 1 0 0,0 1-1 0 0,0 0 0 0 0,3 2 0 0 0,18 9 518 0 0,-7-2-525 0 0,1-1 0 0 0,0 0 0 0 0,1-1 0 0 0,0-1 0 0 0,0-1 0 0 0,1-1 0 0 0,22 4 0 0 0,-17-6-397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6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63 3225 0 0,'0'-2'44'0'0,"0"-1"0"0"0,-1 1 0 0 0,1 0 0 0 0,-1 1 0 0 0,1-1 1 0 0,-1 0-1 0 0,0 0 0 0 0,1 0 0 0 0,-1 0 0 0 0,0 0 0 0 0,0 1 1 0 0,-1-1-1 0 0,1 0 0 0 0,-2-1 0 0 0,0-1 439 0 0,0 1 0 0 0,0 0 0 0 0,-1 1 0 0 0,1-1 0 0 0,-1 1 0 0 0,0-1 1 0 0,0 1-1 0 0,0 0 0 0 0,0 0 0 0 0,0 1 0 0 0,-5-2 0 0 0,7 2-125 0 0,0 1 1 0 0,0-1-1 0 0,-1 1 1 0 0,1-1-1 0 0,0 1 1 0 0,-1 0-1 0 0,1 0 0 0 0,0 0 1 0 0,-1 0-1 0 0,1 1 1 0 0,0-1-1 0 0,-1 1 1 0 0,1-1-1 0 0,0 1 0 0 0,-5 2 1 0 0,6-2-233 0 0,-1 0 1 0 0,1 0 0 0 0,0 0-1 0 0,0 1 1 0 0,-1-1-1 0 0,1 0 1 0 0,0 1-1 0 0,0-1 1 0 0,0 1-1 0 0,0-1 1 0 0,1 1-1 0 0,-1 0 1 0 0,0-1 0 0 0,1 1-1 0 0,-1 0 1 0 0,1-1-1 0 0,-1 1 1 0 0,1 0-1 0 0,0 0 1 0 0,0-1-1 0 0,0 1 1 0 0,0 0 0 0 0,0 0-1 0 0,1 2 1 0 0,0 12 163 0 0,2 1 0 0 0,0 0 0 0 0,1-1 0 0 0,1 0 1 0 0,11 27-1 0 0,42 73 517 0 0,-53-109-768 0 0,-1 0-1 0 0,1 0 1 0 0,0 0-1 0 0,0 0 0 0 0,1-1 1 0 0,0 0-1 0 0,0 0 1 0 0,1-1-1 0 0,-1 1 1 0 0,12 6-1 0 0,-14-10-80 0 0,-1-1 1 0 0,1 1-1 0 0,0 0 0 0 0,-1-1 1 0 0,1 0-1 0 0,0 0 0 0 0,0 0 1 0 0,0 0-1 0 0,0-1 0 0 0,0 0 1 0 0,0 1-1 0 0,0-1 0 0 0,0-1 1 0 0,1 1-1 0 0,-1-1 0 0 0,0 1 0 0 0,-1-1 1 0 0,1 0-1 0 0,0-1 0 0 0,0 1 1 0 0,0-1-1 0 0,-1 0 0 0 0,7-3 1 0 0,3-4-752 0 0,-2 0 0 0 0,1-1 0 0 0,-1-1 0 0 0,-1 1 0 0 0,18-24 1 0 0,1-6-4709 0 0,-15 20 1038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6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21 254 6913 0 0,'-6'-11'875'0'0,"1"0"-1"0"0,-5-25 3602 0 0,18 41-2854 0 0,6 6-143 0 0,-1 3-774 0 0,0-1 0 0 0,1 0 0 0 0,1-1-1 0 0,0-1 1 0 0,0 0 0 0 0,32 16 0 0 0,-46-26-710 0 0,0-1 1 0 0,0 1-1 0 0,1-1 1 0 0,-1 0 0 0 0,0 0-1 0 0,0 1 1 0 0,1-1 0 0 0,-1 0-1 0 0,0 0 1 0 0,1 0 0 0 0,-1 0-1 0 0,0 0 1 0 0,0 0 0 0 0,1-1-1 0 0,-1 1 1 0 0,0 0 0 0 0,0-1-1 0 0,1 1 1 0 0,-1-1 0 0 0,0 1-1 0 0,0-1 1 0 0,2-1 0 0 0,-1 0-16 0 0,-1 1 1 0 0,1-1 0 0 0,-1 0-1 0 0,1 0 1 0 0,-1 0 0 0 0,0 0-1 0 0,1 0 1 0 0,-1 0 0 0 0,-1 0 0 0 0,1 0-1 0 0,1-5 1 0 0,1-6-94 0 0,-1 0 1 0 0,-1 0-1 0 0,1-22 0 0 0,-2 25 81 0 0,-4-73-251 0 0,1 57 143 0 0,2-39 1 0 0,0 64 154 0 0,1 0-1 0 0,0 0 1 0 0,0 1 0 0 0,0-1-1 0 0,0 0 1 0 0,0 0-1 0 0,0 0 1 0 0,0 1 0 0 0,0-1-1 0 0,0 0 1 0 0,0 0-1 0 0,0 1 1 0 0,1-1 0 0 0,-1 0-1 0 0,0 0 1 0 0,1 1-1 0 0,-1-1 1 0 0,0 0 0 0 0,1 1-1 0 0,-1-1 1 0 0,1 0-1 0 0,-1 1 1 0 0,1-1-1 0 0,-1 1 1 0 0,1-1 0 0 0,-1 0-1 0 0,1 1 1 0 0,0 0-1 0 0,-1-1 1 0 0,1 1 0 0 0,0-1-1 0 0,-1 1 1 0 0,1 0-1 0 0,0-1 1 0 0,0 1 0 0 0,-1 0-1 0 0,1 0 1 0 0,0 0-1 0 0,0-1 1 0 0,-1 1 0 0 0,1 0-1 0 0,0 0 1 0 0,0 0-1 0 0,0 0 1 0 0,-1 0 0 0 0,1 1-1 0 0,0-1 1 0 0,0 0-1 0 0,-1 0 1 0 0,1 0-1 0 0,0 1 1 0 0,0-1 0 0 0,0 1-1 0 0,7 3 247 0 0,0 0-1 0 0,-1 1 0 0 0,1 0 0 0 0,7 8 1 0 0,7 4 103 0 0,-14-13-406 0 0,0-1 1 0 0,1 1-1 0 0,-1-1 0 0 0,1 0 1 0 0,0-1-1 0 0,9 1 0 0 0,29 3-2937 0 0,-24-4-59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6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6913 0 0,'36'12'3145'0'0,"20"1"317"0"0,-30-8-2193 0 0,0 1 1 0 0,0 1 0 0 0,0 2 0 0 0,43 20-1 0 0,-63-26-205 0 0,-14-8-606 0 0,-23-19-99 0 0,14 6-219 0 0,1-1 0 0 0,-26-39 0 0 0,36 47-614 0 0,0 1 0 0 0,1-1 1 0 0,0 0-1 0 0,1 0 0 0 0,0 0 0 0 0,1-1 1 0 0,0 1-1 0 0,-1-15 0 0 0,2-1-6125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1 331 3681 0 0,'19'-22'7275'0'0,"-15"20"-6706"0"0,0-1 0 0 0,-1 1 0 0 0,1 1 0 0 0,0-1 0 0 0,0 0 0 0 0,0 1 0 0 0,1 0 1 0 0,-1 0-1 0 0,0 0 0 0 0,0 1 0 0 0,8-1 0 0 0,-5 1-130 0 0,-1 1 1 0 0,0 0-1 0 0,0 0 0 0 0,0 0 1 0 0,0 1-1 0 0,0 0 0 0 0,9 3 1 0 0,-2 2-216 0 0,0 1 1 0 0,-1-1 0 0 0,1 2 0 0 0,-1 0 0 0 0,-1 0 0 0 0,12 13 0 0 0,-29-30-147 0 0,-1-1-1 0 0,1 0 0 0 0,1-1 0 0 0,0 0 1 0 0,0 1-1 0 0,1-2 0 0 0,0 1 0 0 0,1 0 1 0 0,0-1-1 0 0,0 0 0 0 0,2 1 1 0 0,-1-1-1 0 0,1 0 0 0 0,1-15 0 0 0,-1 5-603 0 0,2-1 1 0 0,5-34-1 0 0,-3 39-1150 0 0,1 0 0 0 0,1 0 0 0 0,8-20 1 0 0,-2 15-5108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7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1 584 6913 0 0,'11'-24'1256'0'0,"-1"0"0"0"0,-1 0-1 0 0,0-1 1 0 0,-2 0-1 0 0,5-35 1 0 0,-10 47-1059 0 0,-1 0 0 0 0,0 1 1 0 0,-1-1-1 0 0,0 0 0 0 0,-1 0 0 0 0,0 1 0 0 0,-1-1 0 0 0,-1 0 1 0 0,0 1-1 0 0,0 0 0 0 0,-1 0 0 0 0,-11-22 0 0 0,15 34-198 0 0,0-1-1 0 0,0 1 0 0 0,0 0 0 0 0,0 0 0 0 0,0 0 1 0 0,0 0-1 0 0,0 0 0 0 0,0-1 0 0 0,0 1 0 0 0,0 0 1 0 0,0 0-1 0 0,0 0 0 0 0,0 0 0 0 0,-1 0 0 0 0,1 0 1 0 0,0-1-1 0 0,0 1 0 0 0,0 0 0 0 0,0 0 0 0 0,0 0 1 0 0,0 0-1 0 0,0 0 0 0 0,0 0 0 0 0,-1 0 0 0 0,1 0 1 0 0,0 0-1 0 0,0 0 0 0 0,0-1 0 0 0,0 1 0 0 0,0 0 1 0 0,-1 0-1 0 0,1 0 0 0 0,0 0 0 0 0,0 0 0 0 0,0 0 1 0 0,0 0-1 0 0,0 0 0 0 0,-1 0 0 0 0,1 0 0 0 0,0 0 1 0 0,0 0-1 0 0,0 0 0 0 0,0 0 0 0 0,0 1 0 0 0,-1-1 1 0 0,1 0-1 0 0,0 0 0 0 0,0 0 0 0 0,0 0 0 0 0,0 0 1 0 0,0 0-1 0 0,0 0 0 0 0,0 0 0 0 0,-1 0 0 0 0,-3 12-121 0 0,1 14-52 0 0,3-7 40 0 0,1 0 0 0 0,0 0 0 0 0,1 0 0 0 0,1 0 0 0 0,1 0 0 0 0,10 29 1 0 0,-12-41 109 0 0,1 0 0 0 0,-1 0 0 0 0,1-1 0 0 0,1 1 0 0 0,-1-1 1 0 0,1 1-1 0 0,0-1 0 0 0,1 0 0 0 0,-1-1 0 0 0,1 1 0 0 0,1-1 1 0 0,-1 0-1 0 0,0 0 0 0 0,1 0 0 0 0,0-1 0 0 0,0 0 1 0 0,1 0-1 0 0,-1-1 0 0 0,1 0 0 0 0,8 3 0 0 0,-14-5 29 0 0,1-1-1 0 0,0 1 1 0 0,0-1-1 0 0,0 1 1 0 0,0-1-1 0 0,0 0 0 0 0,0 0 1 0 0,0 0-1 0 0,0 0 1 0 0,0 0-1 0 0,0-1 1 0 0,0 1-1 0 0,0 0 1 0 0,-1-1-1 0 0,1 0 1 0 0,0 1-1 0 0,0-1 0 0 0,0 0 1 0 0,-1 0-1 0 0,1 0 1 0 0,0 0-1 0 0,-1 0 1 0 0,1 0-1 0 0,-1-1 1 0 0,1 1-1 0 0,-1 0 1 0 0,0-1-1 0 0,1 1 0 0 0,-1-1 1 0 0,0 0-1 0 0,0 1 1 0 0,0-1-1 0 0,0 0 1 0 0,1-2-1 0 0,1-7 23 0 0,1 0-1 0 0,-1 0 1 0 0,-1 0-1 0 0,2-23 0 0 0,-1 12 2 0 0,3-44 36 0 0,-5 48-91 0 0,1-1 0 0 0,0 1 0 0 0,1-1 0 0 0,1 1 0 0 0,11-30 0 0 0,-15 47 85 0 0,0 0 0 0 0,0 1 0 0 0,1-1 0 0 0,-1 0 0 0 0,0 1 0 0 0,1-1 0 0 0,-1 0 0 0 0,1 1 1 0 0,-1-1-1 0 0,1 1 0 0 0,-1-1 0 0 0,1 1 0 0 0,-1-1 0 0 0,1 1 0 0 0,0-1 0 0 0,-1 1 0 0 0,1 0 0 0 0,-1-1 1 0 0,1 1-1 0 0,0 0 0 0 0,-1 0 0 0 0,1-1 0 0 0,0 1 0 0 0,0 0 0 0 0,-1 0 0 0 0,2 0 0 0 0,0 0 55 0 0,0 0-1 0 0,-1 1 0 0 0,1-1 0 0 0,0 1 0 0 0,-1-1 0 0 0,1 1 1 0 0,-1 0-1 0 0,1-1 0 0 0,-1 1 0 0 0,1 0 0 0 0,1 2 0 0 0,6 5 493 0 0,0 0 0 0 0,14 17 0 0 0,-15-15-320 0 0,60 56 93 0 0,-60-59-340 0 0,0-1 0 0 0,1 0 0 0 0,0 0 0 0 0,0-1 0 0 0,0 0 0 0 0,20 7 0 0 0,-29-11-46 0 0,1-1 0 0 0,0 0 0 0 0,0 0 0 0 0,0 1 0 0 0,0-1 0 0 0,0 0 0 0 0,0 0 0 0 0,0 0 0 0 0,0 0 0 0 0,0 0 0 0 0,0 0 0 0 0,0 0 0 0 0,0-1 0 0 0,0 1 0 0 0,0 0-1 0 0,0 0 1 0 0,0-1 0 0 0,0 1 0 0 0,0-1 0 0 0,0 1 0 0 0,0-1 0 0 0,-1 1 0 0 0,1-1 0 0 0,0 1 0 0 0,1-2 0 0 0,-1 0-40 0 0,1 0 0 0 0,-1 0 0 0 0,0 0 0 0 0,0-1 0 0 0,1 1 0 0 0,-1 0 0 0 0,-1-1 0 0 0,1 1 0 0 0,0 0 0 0 0,0-4 0 0 0,1-6-197 0 0,-1-1 1 0 0,-1 0-1 0 0,0-14 1 0 0,0 22 210 0 0,-1-12-42 0 0,0-10-54 0 0,1-1 0 0 0,6-45 0 0 0,-6 67 229 0 0,1 1-1 0 0,0-1 0 0 0,1 0 0 0 0,-1 0 0 0 0,1 0 0 0 0,1 1 1 0 0,-1-1-1 0 0,1 1 0 0 0,0-1 0 0 0,0 1 0 0 0,0 0 0 0 0,1 0 1 0 0,-1 0-1 0 0,1 1 0 0 0,0-1 0 0 0,1 1 0 0 0,-1 0 1 0 0,7-4-1 0 0,-9 7-30 0 0,0 0 0 0 0,1 0 0 0 0,-1 1 1 0 0,0-1-1 0 0,0 1 0 0 0,1-1 0 0 0,-1 1 0 0 0,0 0 1 0 0,1 0-1 0 0,-1 0 0 0 0,1 0 0 0 0,-1 0 0 0 0,0 0 1 0 0,1 1-1 0 0,-1-1 0 0 0,0 1 0 0 0,0-1 1 0 0,1 1-1 0 0,-1 0 0 0 0,0 0 0 0 0,0 0 0 0 0,0 0 1 0 0,0 1-1 0 0,3 1 0 0 0,7 6-332 0 0,-1 0-1 0 0,21 22 1 0 0,-3-3-877 0 0,-25-25 581 0 0,1 0-1 0 0,-1 0 1 0 0,1 0 0 0 0,0-1-1 0 0,-1 1 1 0 0,7 1-1 0 0,1-2-877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8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8290 0 0,'7'32'5485'0'0,"0"-15"-4311"0"0,1-1-1 0 0,1 0 1 0 0,0 0 0 0 0,1 0 0 0 0,15 16-1 0 0,68 68 279 0 0,-26-29-800 0 0,9 11 62 0 0,-22-24-2562 0 0,-19-19-4994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2:3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8 220 5065 0 0,'-4'-5'448'0'0,"2"1"-352"0"0,0 0-96 0 0,4-3 1344 0 0,-1 3 249 0 0,2-2 47 0 0,1-3 17 0 0,5-5-937 0 0,2-7-184 0 0,6-4-40 0 0,-1-1-8 0 0,4 3-1032 0 0,0-2-216 0 0,2 2-40 0 0,-2-1-1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15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83 3801 0 0,'0'-1'0'0'0,"-13"1"0"0"0,12 1 714 0 0,-24 6 7302 0 0,27-5-8004 0 0,0-1 1 0 0,0 0 0 0 0,1 1 0 0 0,-1-1-1 0 0,0 0 1 0 0,1 0 0 0 0,-1 0 0 0 0,1-1-1 0 0,-1 1 1 0 0,1 0 0 0 0,-1-1 0 0 0,1 0-1 0 0,-1 0 1 0 0,1 0 0 0 0,0 0 0 0 0,-1 0-1 0 0,1 0 1 0 0,-1 0 0 0 0,1-1 0 0 0,-1 1-1 0 0,1-1 1 0 0,-1 0 0 0 0,1 0 0 0 0,-1 0-1 0 0,1 0 1 0 0,2-2 0 0 0,24-1 219 0 0,-26 4-197 0 0,0 0 0 0 0,0 0-1 0 0,0-1 1 0 0,0 1 0 0 0,0-1-1 0 0,0 1 1 0 0,0-1-1 0 0,-1 0 1 0 0,1 0 0 0 0,0 0-1 0 0,4-3 1 0 0,-3 1 1 0 0,0 0 0 0 0,1 1-1 0 0,-1-1 1 0 0,0 1 0 0 0,1 0 0 0 0,0 0 0 0 0,-1 0-1 0 0,1 1 1 0 0,0-1 0 0 0,0 1 0 0 0,0 0 0 0 0,0 1 0 0 0,0-1-1 0 0,0 1 1 0 0,0 0 0 0 0,0 1 0 0 0,0-1 0 0 0,0 1-1 0 0,0 0 1 0 0,8 2 0 0 0,-9-2-38 0 0,0-1 1 0 0,1 1-1 0 0,-1-1 0 0 0,1 0 1 0 0,-1 0-1 0 0,1-1 0 0 0,-1 1 0 0 0,0-1 1 0 0,9-2-1 0 0,18-2 219 0 0,-24 5-139 0 0,-2-1-64 0 0,0 1 0 0 0,0 0 0 0 0,-1 0 0 0 0,1 0 0 0 0,0 1 0 0 0,0-1 0 0 0,0 1 0 0 0,-1 0 0 0 0,1 1 0 0 0,0-1 0 0 0,-1 1 0 0 0,1 0 0 0 0,3 2-1 0 0,-6-2 35 0 0,0 0-1 0 0,1 0 1 0 0,-1 0-1 0 0,0-1 1 0 0,0 1-1 0 0,1-1 1 0 0,-1 0-1 0 0,1 0 1 0 0,-1 0-1 0 0,1 0 1 0 0,-1 0-1 0 0,1 0 1 0 0,0-1-1 0 0,4 1 1 0 0,-4 0-42 0 0,10 2 7 0 0,0 1 0 0 0,0 1 0 0 0,-1 0 0 0 0,14 8-1 0 0,-23-11-12 0 0,0-1 0 0 0,-1 0 0 0 0,1 1 0 0 0,0-1 0 0 0,0 0 0 0 0,0-1 0 0 0,0 1 0 0 0,0 0 0 0 0,0-1 0 0 0,0 0 0 0 0,0 0 0 0 0,0 0 0 0 0,0 0 0 0 0,1 0 0 0 0,5-2 0 0 0,0 0 0 0 0,0-1 0 0 0,0-1 0 0 0,15-7 0 0 0,-3 6 32 0 0,5-1 8 0 0,-21 4-42 0 0,0 0 0 0 0,0 0-1 0 0,0 0 1 0 0,0 1 0 0 0,1 0-1 0 0,-1 0 1 0 0,0 0 0 0 0,1 1-1 0 0,-1-1 1 0 0,11 2 0 0 0,60 10-34 0 0,-56-8 33 0 0,-7-1 3 0 0,0 0 0 0 0,0-1 0 0 0,0 0 0 0 0,1-1 0 0 0,-1-1 0 0 0,0 0 0 0 0,1-1 0 0 0,18-5 0 0 0,-28 6 0 0 0,1 1 0 0 0,-1-1 0 0 0,0 1 0 0 0,0 0 0 0 0,0 1 0 0 0,0-1 0 0 0,0 1 0 0 0,0-1 0 0 0,8 4 0 0 0,22 1 0 0 0,-14-4 0 0 0,-12-1 0 0 0,-1 1 0 0 0,0-1 0 0 0,0-1 0 0 0,0 1 0 0 0,1-2 0 0 0,-1 1 0 0 0,0 0 0 0 0,7-4 0 0 0,20-2 25 0 0,-30 7-21 0 0,0-1 0 0 0,0 1 0 0 0,0-1 0 0 0,0 0 0 0 0,0 0 0 0 0,0-1 0 0 0,0 1 0 0 0,-1-1-1 0 0,6-2 1 0 0,36-5 116 0 0,32-21 1089 0 0,-28 11-1177 0 0,-44 17-23 0 0,0 0 0 0 0,0 0 0 0 0,0 1 0 0 0,0 0 0 0 0,0-1 0 0 0,11 1 1 0 0,7 4-1740 0 0,2 0-1077 0 0,-14-5-283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0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5104 2721 0 0,'24'-23'3406'0'0,"-12"20"-3199"0"0,-1 1 1 0 0,0 0 0 0 0,0 1 0 0 0,16 0 0 0 0,-21 0-249 0 0,0 0 0 0 0,0 0 0 0 0,-1-1 1 0 0,1 0-1 0 0,0 0 0 0 0,-1-1 1 0 0,0 1-1 0 0,1-1 0 0 0,-1 0 0 0 0,0-1 1 0 0,0 1-1 0 0,4-5 0 0 0,-3 3 174 0 0,0 0 1 0 0,1 1-1 0 0,-1 0 0 0 0,1 0 0 0 0,0 1 0 0 0,0 0 0 0 0,8-3 1 0 0,3 1-4 0 0,0 0 1 0 0,33-16-1 0 0,-47 19-104 0 0,32-13 66 0 0,-6 2 360 0 0,46-26 0 0 0,-30 13-327 0 0,-33 19-69 0 0,1-1 1 0 0,-1 0-1 0 0,0 0 0 0 0,-1-2 1 0 0,0 1-1 0 0,20-22 0 0 0,-13 8 48 0 0,74-98 1312 0 0,39-92-391 0 0,-98 163-424 0 0,45-51-1 0 0,-13 18-81 0 0,-28 33-297 0 0,-6 11 27 0 0,-3-2-1 0 0,-1-1 1 0 0,38-77-1 0 0,-20 31 66 0 0,-28 58 641 0 0,16-41-1 0 0,-18 36-855 0 0,2 1-1 0 0,1 0 0 0 0,47-60 1 0 0,57-81-132 0 0,-79 110 26 0 0,6-14 159 0 0,45-95 0 0 0,27-92 152 0 0,-46 48 260 0 0,-3 5-24 0 0,7 39-31 0 0,52-133 671 0 0,-45 74-901 0 0,-15 42-70 0 0,-25 75-83 0 0,67-118 0 0 0,-42 90-48 0 0,-8 5-2 0 0,-22 44 21 0 0,59-96 0 0 0,-62 123 4 0 0,51-132 0 0 0,-76 168-95 0 0,1-2 100 0 0,1 0 1 0 0,29-44 0 0 0,-40 66-205 0 0,-15 12-128 0 0,-15 15-202 0 0,-80 85-1584 0 0,75-74 1592 0 0,2 0 1 0 0,1 1 0 0 0,1 2-1 0 0,-25 35 1 0 0,3 1 200 0 0,33-47 80 0 0,0 1 0 0 0,-21 39 0 0 0,36-58 140 0 0,0-1 1 0 0,0 1 0 0 0,1 0-1 0 0,-1 0 1 0 0,0 0 0 0 0,0 0-1 0 0,0 0 1 0 0,0 0 0 0 0,0 0-1 0 0,0 0 1 0 0,0 0 0 0 0,0 0-1 0 0,1 1 1 0 0,-1-1 0 0 0,0 0-1 0 0,0 0 1 0 0,0 0 0 0 0,0 0-1 0 0,0 0 1 0 0,0 0 0 0 0,0 0-1 0 0,0 0 1 0 0,0 0 0 0 0,0 0-1 0 0,1 0 1 0 0,-1 0 0 0 0,0 0-1 0 0,0 0 1 0 0,0 0 0 0 0,0 1-1 0 0,0-1 1 0 0,0 0 0 0 0,0 0-1 0 0,0 0 1 0 0,0 0 0 0 0,0 0-1 0 0,0 0 1 0 0,0 0 0 0 0,0 0-1 0 0,0 0 1 0 0,0 1 0 0 0,0-1-1 0 0,0 0 1 0 0,0 0 0 0 0,0 0-1 0 0,0 0 1 0 0,0 0 0 0 0,0 0-1 0 0,0 0 1 0 0,0 0 0 0 0,0 0 0 0 0,0 1-1 0 0,0-1 1 0 0,0 0 0 0 0,0 0-1 0 0,0 0 1 0 0,14-9 473 0 0,14-15-17 0 0,37-45-221 0 0,93-112 143 0 0,-141 159-252 0 0,-5 6 35 0 0,0 0 0 0 0,-1 0 1 0 0,-1-1-1 0 0,0-1 0 0 0,11-28 0 0 0,-18 36-16 0 0,0 1 1 0 0,1-1-1 0 0,0 1 0 0 0,1 0 0 0 0,10-15 1094 0 0,-16 28-1049 0 0,-8 54 46 0 0,4-34-128 0 0,1-1 0 0 0,-1 33 0 0 0,5-29-110 0 0,2 0 0 0 0,0 0 0 0 0,1 0 0 0 0,2-1 0 0 0,1 1 0 0 0,1-1 0 0 0,15 37 0 0 0,-17-50-189 0 0,0 1 0 0 0,-1 0 0 0 0,-1 0 0 0 0,-1 0 0 0 0,0 0 0 0 0,0 0 0 0 0,-2 24 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4.8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 8290 0 0,'-12'-2'2971'0'0,"17"13"1027"0"0,-1-2-3974 0 0,13 31 1429 0 0,-2 1 0 0 0,-2 1 0 0 0,12 73 0 0 0,7 135-447 0 0,-20-132-590 0 0,-8-84-513 0 0,3 12-625 0 0,-3 1 0 0 0,-2 78 0 0 0,-9-99-2172 0 0,7-25 2530 0 0,-1 0-1 0 0,1-1 1 0 0,-1 1-1 0 0,0 0 1 0 0,1 0-1 0 0,-1 0 1 0 0,-3 3-1459 0 0,3-4 1459 0 0,0 1-1 0 0,0 0 1 0 0,0-1-1 0 0,0 1 1 0 0,0-1 0 0 0,0 0-1 0 0,0 1 1 0 0,-2-1-1 0 0,-8 1-2484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5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1 265 10594 0 0,'3'-13'418'0'0,"1"0"0"0"0,1 1 0 0 0,0 0 0 0 0,0 0 0 0 0,2 0 0 0 0,-1 1 0 0 0,1 0-1 0 0,9-11 1 0 0,72-78 3015 0 0,-82 94-3234 0 0,-1 1-148 0 0,0 0 0 0 0,1 0 0 0 0,-1 1 0 0 0,1 0 1 0 0,0 0-1 0 0,0 0 0 0 0,7-3 0 0 0,-11 7-129 0 0,-1-1-1 0 0,0 1 1 0 0,0-1-1 0 0,1 1 1 0 0,-1 0-1 0 0,0 0 1 0 0,0-1-1 0 0,1 1 1 0 0,-1 0-1 0 0,0 0 1 0 0,1 0-1 0 0,-1 1 1 0 0,0-1-1 0 0,0 0 1 0 0,1 0-1 0 0,-1 1 1 0 0,0-1-1 0 0,2 1 1 0 0,-2 0-162 0 0,1 0 1 0 0,-1 0 0 0 0,0 1-1 0 0,0-1 1 0 0,0 0 0 0 0,0 0-1 0 0,0 1 1 0 0,-1-1 0 0 0,1 1 0 0 0,0-1-1 0 0,0 1 1 0 0,-1-1 0 0 0,1 1-1 0 0,-1-1 1 0 0,0 1 0 0 0,1-1-1 0 0,-1 1 1 0 0,0-1 0 0 0,0 3 0 0 0,0 18-2407 0 0,-5 3-18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5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16 159 5985 0 0,'-15'4'5505'0'0,"22"-23"-3306"0"0,22-24-1216 0 0,-21 34-1176 0 0,-1 1 0 0 0,1-1 0 0 0,1 2-1 0 0,0-1 1 0 0,0 1 0 0 0,0 0-1 0 0,1 1 1 0 0,-1 0 0 0 0,2 0 0 0 0,-1 1-1 0 0,1 1 1 0 0,-1 0 0 0 0,1 0-1 0 0,14-2 1 0 0,3 2 167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5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123 125 4609 0 0,'-5'-1'758'0'0,"1"0"1"0"0,-1 1-1 0 0,1 0 1 0 0,-1 0-1 0 0,1 0 0 0 0,-1 0 1 0 0,1 1-1 0 0,-1 0 0 0 0,1 0 1 0 0,-7 2-1 0 0,8-2-403 0 0,-1 1 0 0 0,1 0 0 0 0,0 0-1 0 0,-1 0 1 0 0,1 0 0 0 0,0 1 0 0 0,0-1 0 0 0,1 1 0 0 0,-1-1-1 0 0,-4 6 1 0 0,3-1-166 0 0,0-1 0 0 0,1 1-1 0 0,0-1 1 0 0,0 1 0 0 0,0 0 0 0 0,1 0 0 0 0,0 0-1 0 0,1 0 1 0 0,-1 1 0 0 0,1-1 0 0 0,1 0-1 0 0,-1 12 1 0 0,2-7-145 0 0,-1 1 1 0 0,2 0-1 0 0,0 0 1 0 0,0-1-1 0 0,2 1 0 0 0,-1-1 1 0 0,1 0-1 0 0,1 0 0 0 0,0 0 1 0 0,1-1-1 0 0,0 0 0 0 0,11 15 1 0 0,-14-21-46 0 0,1 0 1 0 0,0-1-1 0 0,0 1 0 0 0,1-1 1 0 0,-1 0-1 0 0,1 0 1 0 0,0 0-1 0 0,0-1 0 0 0,0 0 1 0 0,0 0-1 0 0,1 0 1 0 0,-1-1-1 0 0,1 1 1 0 0,0-1-1 0 0,0-1 0 0 0,0 1 1 0 0,0-1-1 0 0,0 0 1 0 0,0 0-1 0 0,0-1 0 0 0,0 1 1 0 0,0-2-1 0 0,0 1 1 0 0,0-1-1 0 0,0 1 0 0 0,0-2 1 0 0,11-2-1 0 0,-12 2 22 0 0,-1 1 0 0 0,0-1 0 0 0,0 0 0 0 0,0 0 0 0 0,-1-1 0 0 0,1 1 0 0 0,0-1 0 0 0,-1 0 0 0 0,0 1 0 0 0,1-2 0 0 0,-1 1 0 0 0,0 0 0 0 0,-1 0 0 0 0,4-6 0 0 0,-2 2 65 0 0,0 0-1 0 0,-1 0 0 0 0,0 0 1 0 0,0-1-1 0 0,-1 0 0 0 0,0 1 1 0 0,2-12-1 0 0,-2-2 124 0 0,-1-1-1 0 0,-1 1 1 0 0,0-1-1 0 0,-7-41 1 0 0,1 32 127 0 0,-16-56 1 0 0,-2 32-1598 0 0,19 46-376 0 0,-1 0 0 0 0,0 0 1 0 0,-12-13-1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5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1 348 8754 0 0,'2'-3'326'0'0,"1"0"0"0"0,1 1 1 0 0,-1-1-1 0 0,0 0 0 0 0,0 1 1 0 0,1 0-1 0 0,0 0 0 0 0,-1 0 0 0 0,1 0 1 0 0,0 1-1 0 0,0-1 0 0 0,0 1 1 0 0,0 0-1 0 0,0 0 0 0 0,0 0 1 0 0,0 1-1 0 0,5-1 0 0 0,-3 2-38 0 0,-1 0 1 0 0,0-1-1 0 0,0 2 0 0 0,0-1 0 0 0,0 1 0 0 0,0-1 1 0 0,0 1-1 0 0,0 1 0 0 0,0-1 0 0 0,-1 1 0 0 0,1 0 1 0 0,3 3-1 0 0,5 5 69 0 0,-1 1 1 0 0,0 0 0 0 0,0 1-1 0 0,-2 0 1 0 0,1 0 0 0 0,-2 1 0 0 0,12 22-1 0 0,-15-19-65 0 0,-6-17-277 0 0,0 1 0 0 0,-1-1 0 0 0,1 0 0 0 0,0 0 0 0 0,0 0 0 0 0,0 0 0 0 0,0 0 0 0 0,0 1 0 0 0,0-1 0 0 0,0 0 0 0 0,0 0 0 0 0,-1 0 0 0 0,1 0 0 0 0,0 0-1 0 0,0 0 1 0 0,0 1 0 0 0,0-1 0 0 0,0 0 0 0 0,-1 0 0 0 0,1 0 0 0 0,0 0 0 0 0,0 0 0 0 0,0 0 0 0 0,0 0 0 0 0,-1 0 0 0 0,1 0 0 0 0,0 0 0 0 0,0 0 0 0 0,0 0-1 0 0,0 0 1 0 0,-1 0 0 0 0,1 0 0 0 0,0 0 0 0 0,0 0 0 0 0,0 0 0 0 0,0 0 0 0 0,-1 0 0 0 0,1 0 0 0 0,0 0 0 0 0,0 0 0 0 0,0-1 0 0 0,0 1 0 0 0,-1 0 0 0 0,1 0-1 0 0,0 0 1 0 0,-2-1 69 0 0,-1-1-1 0 0,1 1 1 0 0,0-1-1 0 0,0 0 1 0 0,0 0-1 0 0,0 0 1 0 0,0 0-1 0 0,1 0 1 0 0,-1 0-1 0 0,-2-4 1 0 0,-3-9 18 0 0,0-1 0 0 0,2 0 0 0 0,-1 0 0 0 0,2 0 0 0 0,0-1 0 0 0,1 0 1 0 0,1 1-1 0 0,1-1 0 0 0,0-29 0 0 0,2 23-342 0 0,1-1 1 0 0,1 0-1 0 0,1 1 1 0 0,1 0-1 0 0,1 0 0 0 0,12-30 1 0 0,11-1-2754 0 0,-12 31-4144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6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0 12443 0 0,'-3'6'314'0'0,"0"0"0"0"0,0 0 0 0 0,1 1 0 0 0,0-1 0 0 0,0 0 0 0 0,0 1 0 0 0,1 0 1 0 0,-2 13-1 0 0,1-3 279 0 0,-5 20 306 0 0,2-1 0 0 0,1 1-1 0 0,2 39 1 0 0,2-62-832 0 0,1 0 0 0 0,0 0 0 0 0,1 0 0 0 0,0-1-1 0 0,2 1 1 0 0,-1-1 0 0 0,2 0 0 0 0,-1 0 0 0 0,2 0 0 0 0,0 0-1 0 0,11 16 1 0 0,-16-27-74 0 0,0-1 0 0 0,0 1-1 0 0,0 0 1 0 0,1-1-1 0 0,-1 1 1 0 0,1-1-1 0 0,-1 1 1 0 0,1-1 0 0 0,-1 0-1 0 0,1 1 1 0 0,0-1-1 0 0,0 0 1 0 0,-1 0-1 0 0,1 0 1 0 0,0-1 0 0 0,0 1-1 0 0,0 0 1 0 0,0-1-1 0 0,0 1 1 0 0,0-1 0 0 0,0 0-1 0 0,0 1 1 0 0,3-1-1 0 0,-2-1-25 0 0,0 0-1 0 0,0 0 0 0 0,0 0 1 0 0,0 0-1 0 0,0 0 0 0 0,0-1 1 0 0,-1 1-1 0 0,1-1 0 0 0,-1 0 1 0 0,1 0-1 0 0,-1 0 0 0 0,1 0 1 0 0,3-4-1 0 0,3-5-108 0 0,-1-1 1 0 0,1 0-1 0 0,-2 0 1 0 0,0 0-1 0 0,9-22 0 0 0,-12 22 119 0 0,0-1 0 0 0,-1 0 0 0 0,-1 0 0 0 0,0 0 0 0 0,1-17 0 0 0,2-19-20 0 0,-5 49 43 0 0,0 0 0 0 0,0 0 0 0 0,0 0 0 0 0,0 0 0 0 0,0-1 0 0 0,0 1 0 0 0,0 0 0 0 0,0 0 0 0 0,0 0 0 0 0,0 0 0 0 0,0 0 0 0 0,0 0 0 0 0,0-1 0 0 0,0 1 0 0 0,0 0 0 0 0,0 0 0 0 0,0 0 0 0 0,0 0 0 0 0,1 0 0 0 0,-1 0 0 0 0,0 0 0 0 0,0 0 0 0 0,0 0 0 0 0,0-1 0 0 0,0 1 0 0 0,0 0 0 0 0,0 0 0 0 0,0 0 0 0 0,1 0 0 0 0,-1 0 0 0 0,0 0 0 0 0,0 0 0 0 0,0 0 0 0 0,0 0 0 0 0,0 0 0 0 0,0 0 0 0 0,0 0 0 0 0,1 0 0 0 0,-1 0 0 0 0,0 0 0 0 0,0 0 0 0 0,0 0 0 0 0,0 0 0 0 0,0 0 0 0 0,0 0 0 0 0,1 0 0 0 0,-1 0 0 0 0,0 0 0 0 0,0 0 0 0 0,0 0 0 0 0,0 0 0 0 0,0 0 0 0 0,0 0 0 0 0,8 8 0 0 0,4 9 0 0 0,-3-4 63 0 0,0-1 1 0 0,1 1-1 0 0,0-2 0 0 0,1 0 1 0 0,0 0-1 0 0,0-1 0 0 0,24 16 1 0 0,-27-20-17 0 0,2-1 0 0 0,-1 0 0 0 0,0 0 0 0 0,1-1 0 0 0,0 0 0 0 0,0-1 0 0 0,0 0 0 0 0,0-1 0 0 0,1 0 0 0 0,-1 0 0 0 0,0-1 0 0 0,15-1 0 0 0,-23 0 8 0 0,1 0 0 0 0,-1 0 1 0 0,0-1-1 0 0,1 1 0 0 0,-1-1 1 0 0,0 0-1 0 0,1 1 0 0 0,-1-1 1 0 0,0 0-1 0 0,0 0 0 0 0,0-1 1 0 0,0 1-1 0 0,0 0 0 0 0,0-1 1 0 0,0 1-1 0 0,-1-1 0 0 0,1 0 1 0 0,2-2-1 0 0,-1 0 46 0 0,-1 0 0 0 0,1-1 0 0 0,-1 1-1 0 0,0 0 1 0 0,-1-1 0 0 0,1 1 0 0 0,-1-1 0 0 0,2-8 0 0 0,-1-3 98 0 0,-1 0 0 0 0,0-1 0 0 0,-2 1 1 0 0,-2-24-1 0 0,1 25-729 0 0,-13-72 1617 0 0,6 59-3191 0 0,-4 4-3387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6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56 8290 0 0,'0'-3'257'0'0,"0"1"-1"0"0,0 0 1 0 0,0 0 0 0 0,-1 0 0 0 0,1-1 0 0 0,0 1 0 0 0,-1 0-1 0 0,0 0 1 0 0,1 0 0 0 0,-1 0 0 0 0,0 0 0 0 0,0 0 0 0 0,0 0-1 0 0,0 0 1 0 0,0 0 0 0 0,-1 0 0 0 0,1 0 0 0 0,-1 1 0 0 0,1-1 0 0 0,-1 0-1 0 0,1 1 1 0 0,-1 0 0 0 0,0-1 0 0 0,0 1 0 0 0,0 0 0 0 0,0 0-1 0 0,0 0 1 0 0,-3-2 0 0 0,2 3-139 0 0,0-1-1 0 0,0 1 1 0 0,1 0 0 0 0,-1 0 0 0 0,0 0-1 0 0,0 0 1 0 0,1 0 0 0 0,-1 0-1 0 0,0 1 1 0 0,1-1 0 0 0,-1 1-1 0 0,0 0 1 0 0,1 0 0 0 0,-1 0-1 0 0,1 0 1 0 0,-1 0 0 0 0,1 0-1 0 0,0 1 1 0 0,-1 0 0 0 0,1-1 0 0 0,0 1-1 0 0,0 0 1 0 0,-2 2 0 0 0,-6 7 41 0 0,1 1 0 0 0,0 1 0 0 0,1-1 0 0 0,0 1 0 0 0,1 1-1 0 0,1-1 1 0 0,0 1 0 0 0,1 0 0 0 0,0 1 0 0 0,-3 17 0 0 0,4-14-103 0 0,1 0 0 0 0,1 0-1 0 0,1 1 1 0 0,0-1 0 0 0,2 0-1 0 0,0 1 1 0 0,0-1 0 0 0,6 19-1 0 0,-6-33-56 0 0,0 1 0 0 0,0-1 0 0 0,1 1 0 0 0,0-1 0 0 0,0 0 0 0 0,0 1 0 0 0,0-1 0 0 0,1 0-1 0 0,-1 0 1 0 0,1-1 0 0 0,0 1 0 0 0,0-1 0 0 0,5 5 0 0 0,-6-7-9 0 0,-1 0 0 0 0,1 0 0 0 0,-1 0 0 0 0,1-1 0 0 0,0 1 0 0 0,0 0 0 0 0,-1-1 0 0 0,1 1 0 0 0,0-1 0 0 0,0 0 0 0 0,0 0 0 0 0,0 0 0 0 0,-1 0 0 0 0,1 0 0 0 0,0 0 0 0 0,0 0 0 0 0,0 0 0 0 0,0-1 0 0 0,-1 1 0 0 0,1-1 0 0 0,0 1 0 0 0,0-1 0 0 0,-1 0 0 0 0,1 1 0 0 0,0-1 0 0 0,-1 0 0 0 0,1 0 0 0 0,-1 0 1 0 0,1-1-1 0 0,-1 1 0 0 0,0 0 0 0 0,1 0 0 0 0,-1-1 0 0 0,0 1 0 0 0,2-4 0 0 0,12-14-163 0 0,-1-2 0 0 0,0 0 1 0 0,-2 0-1 0 0,0-1 0 0 0,15-43 1 0 0,20-38 1432 0 0,-45 100-1166 0 0,-1 0-1 0 0,1 1 1 0 0,0-1 0 0 0,-1 1 0 0 0,1-1 0 0 0,0 1-1 0 0,0 0 1 0 0,1-1 0 0 0,-1 1 0 0 0,0 0 0 0 0,1 0-1 0 0,-1 1 1 0 0,1-1 0 0 0,0 0 0 0 0,3-1 0 0 0,-4 3-70 0 0,-1 0 1 0 0,1 0 0 0 0,-1 0 0 0 0,1 0 0 0 0,-1 1-1 0 0,1-1 1 0 0,-1 0 0 0 0,0 0 0 0 0,1 1 0 0 0,-1-1-1 0 0,1 1 1 0 0,-1 0 0 0 0,0-1 0 0 0,1 1 0 0 0,-1 0-1 0 0,0 0 1 0 0,1 0 0 0 0,-1-1 0 0 0,0 1 0 0 0,0 1-1 0 0,0-1 1 0 0,0 0 0 0 0,0 0 0 0 0,0 0 0 0 0,0 0-1 0 0,-1 1 1 0 0,1-1 0 0 0,0 0 0 0 0,-1 1 0 0 0,1-1-1 0 0,-1 1 1 0 0,1 2 0 0 0,21 52 124 0 0,-15-37 16 0 0,18 37 1 0 0,-22-49-521 0 0,1-1-1 0 0,1 0 1 0 0,-1 0-1 0 0,1 0 1 0 0,1 0 0 0 0,-1-1-1 0 0,1 0 1 0 0,-1 0-1 0 0,8 5 1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7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11 210 5529 0 0,'-11'-34'13171'0'0,"19"45"-13105"0"0,-4-6 335 0 0,7 5 209 0 0,0-1 0 0 0,1 0 0 0 0,21 12 0 0 0,-21-14-368 0 0,0 0 0 0 0,-1 2-1 0 0,17 14 1 0 0,-6 3-75 0 0,-18-20-147 0 0,0-1 0 0 0,0 1 0 0 0,1-1-1 0 0,0 0 1 0 0,0 0 0 0 0,0-1 0 0 0,1 1 0 0 0,8 4 0 0 0,-14-9-9 0 0,1 0 1 0 0,-1 0-1 0 0,1 0 1 0 0,-1 0-1 0 0,1 0 1 0 0,-1 0-1 0 0,0 0 1 0 0,1 0-1 0 0,-1 0 1 0 0,1-1-1 0 0,-1 1 1 0 0,1 0-1 0 0,-1 0 1 0 0,0-1-1 0 0,1 1 1 0 0,-1 0 0 0 0,1 0-1 0 0,-1-1 1 0 0,0 1-1 0 0,1 0 1 0 0,-1-1-1 0 0,0 1 1 0 0,0 0-1 0 0,1-1 1 0 0,-1 1-1 0 0,0-1 1 0 0,0 1-1 0 0,1 0 1 0 0,-1-1-1 0 0,0 1 1 0 0,0-1-1 0 0,0 1 1 0 0,0-1-1 0 0,0 1 1 0 0,0-1 0 0 0,0 1-1 0 0,0-1 1 0 0,0 1-1 0 0,0-1 1 0 0,0 1-1 0 0,0 0 1 0 0,0-1-1 0 0,0 0 1 0 0,0-28 312 0 0,0 24-249 0 0,0-21 36 0 0,0-15 191 0 0,6-55-1 0 0,-4 82-673 0 0,0 1-1 0 0,1-1 0 0 0,1 1 1 0 0,0 0-1 0 0,1 0 1 0 0,1 0-1 0 0,13-23 0 0 0,-4 13-7399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7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112 458 1840 0 0,'0'-1'158'0'0,"0"0"1"0"0,0 0-1 0 0,0 0 0 0 0,0 0 0 0 0,0 0 0 0 0,0 0 0 0 0,0 0 0 0 0,0-1 0 0 0,0 1 0 0 0,0 0 0 0 0,-1 0 1 0 0,1 0-1 0 0,0 0 0 0 0,-1 0 0 0 0,1 0 0 0 0,0 1 0 0 0,-1-1 0 0 0,0 0 0 0 0,1 0 0 0 0,-1 0 0 0 0,1 0 1 0 0,-1 0-1 0 0,0 1 0 0 0,0-1 0 0 0,1 0 0 0 0,-1 1 0 0 0,0-1 0 0 0,0 0 0 0 0,0 1 0 0 0,0-1 0 0 0,0 1 0 0 0,0-1 1 0 0,0 1-1 0 0,0 0 0 0 0,0-1 0 0 0,0 1 0 0 0,-2 0 0 0 0,1 0 205 0 0,0 0 0 0 0,0 1 0 0 0,-1-1-1 0 0,1 1 1 0 0,0 0 0 0 0,0 0 0 0 0,0 0 0 0 0,0 0 0 0 0,0 0-1 0 0,0 0 1 0 0,0 0 0 0 0,0 1 0 0 0,0-1 0 0 0,1 1 0 0 0,-1-1-1 0 0,1 1 1 0 0,-3 2 0 0 0,-2 5 105 0 0,0 0 0 0 0,0 1-1 0 0,1 0 1 0 0,0 0 0 0 0,1 0 0 0 0,0 1-1 0 0,0-1 1 0 0,1 1 0 0 0,1 0 0 0 0,-1 0-1 0 0,1 12 1 0 0,1-17-418 0 0,0-1 1 0 0,1 1-1 0 0,0 0 0 0 0,0 0 0 0 0,1 0 1 0 0,-1 0-1 0 0,1-1 0 0 0,1 1 1 0 0,-1 0-1 0 0,1 0 0 0 0,0-1 0 0 0,0 0 1 0 0,0 1-1 0 0,1-1 0 0 0,0 0 1 0 0,0 0-1 0 0,0 0 0 0 0,1 0 0 0 0,0-1 1 0 0,0 1-1 0 0,0-1 0 0 0,8 6 1 0 0,-10-8-60 0 0,0-1 0 0 0,1 1 1 0 0,-1-1-1 0 0,1 1 1 0 0,0-1-1 0 0,-1 0 1 0 0,1 0-1 0 0,0 0 1 0 0,0 0-1 0 0,0-1 1 0 0,-1 1-1 0 0,1-1 1 0 0,0 0-1 0 0,0 1 1 0 0,0-1-1 0 0,0-1 1 0 0,0 1-1 0 0,0 0 1 0 0,0-1-1 0 0,3 0 1 0 0,-2-1-113 0 0,0 0 0 0 0,-1 0 0 0 0,1 0 0 0 0,-1-1 0 0 0,1 1 0 0 0,-1-1 0 0 0,0 0 0 0 0,0 0 0 0 0,0 0 0 0 0,-1 0 0 0 0,1 0 0 0 0,3-7 0 0 0,2-4-451 0 0,-1 0 1 0 0,0-1-1 0 0,-2 0 0 0 0,1 0 1 0 0,-2 0-1 0 0,4-19 0 0 0,-3-3-5 0 0,-1 0 0 0 0,-2 0 1 0 0,-2 0-1 0 0,-7-63 0 0 0,-1 38 2212 0 0,-34-117 1 0 0,40 171-1359 0 0,0 2 128 0 0,1 1 0 0 0,-1-1 0 0 0,0 1 0 0 0,0-1 0 0 0,0 1 0 0 0,-1 0 0 0 0,0 0-1 0 0,0 0 1 0 0,-7-9 0 0 0,10 14-364 0 0,0 0-1 0 0,-1 0 0 0 0,1-1 1 0 0,0 1-1 0 0,0 0 1 0 0,-1 0-1 0 0,1 0 0 0 0,0 0 1 0 0,0 0-1 0 0,-1 0 1 0 0,1-1-1 0 0,0 1 0 0 0,-1 0 1 0 0,1 0-1 0 0,0 0 1 0 0,-1 0-1 0 0,1 0 0 0 0,0 0 1 0 0,0 0-1 0 0,-1 0 0 0 0,1 0 1 0 0,0 0-1 0 0,-1 0 1 0 0,1 0-1 0 0,0 1 0 0 0,-1-1 1 0 0,1 0-1 0 0,0 0 1 0 0,0 0-1 0 0,-1 0 0 0 0,1 0 1 0 0,0 1-1 0 0,0-1 1 0 0,-1 0-1 0 0,1 0 0 0 0,0 0 1 0 0,0 1-1 0 0,0-1 0 0 0,-1 0 1 0 0,1 0-1 0 0,0 1 1 0 0,0-1-1 0 0,0 0 0 0 0,0 0 1 0 0,-1 1-1 0 0,1-1 1 0 0,0 0-1 0 0,0 1 0 0 0,0-1 1 0 0,0 0-1 0 0,0 1 1 0 0,0-1-1 0 0,0 0 0 0 0,0 0 1 0 0,0 1-1 0 0,0 0 0 0 0,-2 18 628 0 0,5 14-361 0 0,1-1 0 0 0,2-1 0 0 0,15 52 0 0 0,41 91 447 0 0,-56-159-753 0 0,80 197 992 0 0,-32-80-2707 0 0,-20-44-4301 0 0,-16-41-1860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8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11058 0 0,'1'17'2958'0'0,"0"0"-1"0"0,4 19 0 0 0,14 39-709 0 0,-6-38-2135 0 0,1-2 0 0 0,19 35 0 0 0,-24-52 5 0 0,2 0 1 0 0,13 17-1 0 0,-22-31-77 0 0,0-1 0 0 0,1 0-1 0 0,-1 0 1 0 0,1 0 0 0 0,0 0 0 0 0,0 0-1 0 0,0 0 1 0 0,1-1 0 0 0,-1 0-1 0 0,1 0 1 0 0,-1 0 0 0 0,1 0 0 0 0,-1 0-1 0 0,1 0 1 0 0,0-1 0 0 0,0 0-1 0 0,7 2 1 0 0,-9-4-26 0 0,0 1-1 0 0,0-1 1 0 0,0 1 0 0 0,0-1-1 0 0,-1 1 1 0 0,1-1-1 0 0,0 0 1 0 0,0 0 0 0 0,-1 0-1 0 0,1 0 1 0 0,0 0 0 0 0,-1 0-1 0 0,1-1 1 0 0,-1 1-1 0 0,0 0 1 0 0,1-1 0 0 0,-1 1-1 0 0,0-1 1 0 0,0 0 0 0 0,0 1-1 0 0,0-1 1 0 0,0 0-1 0 0,0 1 1 0 0,0-1 0 0 0,-1 0-1 0 0,2-3 1 0 0,1-7 39 0 0,0 0 0 0 0,-1 1 1 0 0,2-13-1 0 0,-4 20-40 0 0,1 1-126 0 0,6-48-255 0 0,-1 17-6227 0 0,0 13-786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8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13363 0 0,'-2'7'970'0'0,"0"1"0"0"0,1-1 0 0 0,0 1 0 0 0,0-1 0 0 0,1 1 0 0 0,0 0 1 0 0,2 14-1 0 0,-1 2-229 0 0,-2 6-427 0 0,2 0 0 0 0,1 0-1 0 0,1 0 1 0 0,14 55 0 0 0,-10-77-2274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8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 9218 0 0,'-7'4'816'0'0,"3"-1"-656"0"0,0-1-160 0 0,0 3 984 0 0,2-3 161 0 0,1 2 31 0 0,-2 3 8 0 0,-1 4-600 0 0,0 3-112 0 0,1 1-24 0 0,0 0-7 0 0,5-1-1090 0 0,2 0-215 0 0,4 0-48 0 0,2-2-8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8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 51 920 0 0,'-3'-5'1027'0'0,"-1"0"-1"0"0,0 0 1 0 0,0 1 0 0 0,0-1-1 0 0,-1 1 1 0 0,1 1-1 0 0,-1-1 1 0 0,0 0 0 0 0,-10-4-1 0 0,13 7-781 0 0,0 0 1 0 0,0 1-1 0 0,0-1 0 0 0,-1 1 1 0 0,1 0-1 0 0,0-1 0 0 0,0 1 0 0 0,0 0 1 0 0,-1 0-1 0 0,1 0 0 0 0,0 1 0 0 0,0-1 1 0 0,0 1-1 0 0,0-1 0 0 0,-1 1 0 0 0,1 0 1 0 0,0-1-1 0 0,0 1 0 0 0,0 0 0 0 0,0 0 1 0 0,0 1-1 0 0,1-1 0 0 0,-1 0 1 0 0,0 0-1 0 0,1 1 0 0 0,-1 0 0 0 0,0-1 1 0 0,1 1-1 0 0,0 0 0 0 0,-2 2 0 0 0,-6 9-62 0 0,0 1-1 0 0,2 0 1 0 0,0 1-1 0 0,0 0 1 0 0,1 0-1 0 0,1 0 1 0 0,1 1-1 0 0,0 0 0 0 0,1 0 1 0 0,0 0-1 0 0,2 0 1 0 0,0 0-1 0 0,0 0 1 0 0,2 0-1 0 0,3 25 1 0 0,-3-37-187 0 0,0 0 0 0 0,0 0 1 0 0,0-1-1 0 0,0 1 1 0 0,1 0-1 0 0,-1 0 0 0 0,1-1 1 0 0,0 1-1 0 0,0-1 0 0 0,1 0 1 0 0,-1 0-1 0 0,1 0 1 0 0,-1 0-1 0 0,5 3 0 0 0,-6-5 1 0 0,0 0 0 0 0,0-1-1 0 0,0 1 1 0 0,0 0-1 0 0,0-1 1 0 0,0 1 0 0 0,0-1-1 0 0,1 0 1 0 0,-1 1 0 0 0,0-1-1 0 0,0 0 1 0 0,1 0-1 0 0,-1 0 1 0 0,0 0 0 0 0,0 0-1 0 0,1 0 1 0 0,-1 0 0 0 0,2 0-1 0 0,-1-1-7 0 0,0 0 0 0 0,0 0 1 0 0,0 0-1 0 0,0 0 0 0 0,0-1 0 0 0,0 1 0 0 0,0 0 0 0 0,0-1 0 0 0,-1 1 0 0 0,1-1 1 0 0,-1 0-1 0 0,1 1 0 0 0,1-5 0 0 0,5-6-158 0 0,-2 0 0 0 0,1-1-1 0 0,-2 0 1 0 0,7-21 0 0 0,-9 22 258 0 0,1 1 0 0 0,0 0 0 0 0,1 0 0 0 0,0 1 0 0 0,1-1 0 0 0,12-16 0 0 0,-17 25-56 0 0,0 1-1 0 0,0-1 0 0 0,0 1 1 0 0,0 0-1 0 0,0 0 1 0 0,1-1-1 0 0,-1 1 0 0 0,0 0 1 0 0,1 0-1 0 0,-1 0 1 0 0,1 0-1 0 0,-1 1 1 0 0,1-1-1 0 0,0 0 0 0 0,-1 1 1 0 0,1-1-1 0 0,0 1 1 0 0,-1-1-1 0 0,1 1 0 0 0,0 0 1 0 0,0 0-1 0 0,-1 0 1 0 0,1 0-1 0 0,0 0 1 0 0,0 0-1 0 0,0 0 0 0 0,-1 0 1 0 0,1 1-1 0 0,0-1 1 0 0,-1 1-1 0 0,1 0 0 0 0,0-1 1 0 0,-1 1-1 0 0,3 1 1 0 0,3 4-53 0 0,1 0 0 0 0,-1 0 1 0 0,-1 1-1 0 0,1 0 1 0 0,8 12-1 0 0,-10-12-241 0 0,0-1 1 0 0,0 0-1 0 0,1 0 1 0 0,0-1-1 0 0,7 7 0 0 0,-1-6-755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3:29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 50 3225 0 0,'-7'-17'1043'0'0,"-8"-4"5484"0"0,13 20-6004 0 0,1 0-1 0 0,-1 0 0 0 0,1 0 0 0 0,-1 0 0 0 0,1 0 0 0 0,-1 0 0 0 0,1 0 1 0 0,-1 0-1 0 0,0 1 0 0 0,1-1 0 0 0,-5 0 0 0 0,-13 2 55 0 0,15 0-407 0 0,1 1 0 0 0,0 0 1 0 0,0-1-1 0 0,0 1 0 0 0,1 0 0 0 0,-1 0 0 0 0,0 1 0 0 0,1-1 0 0 0,-1 1 0 0 0,1-1 0 0 0,0 1 0 0 0,0 0 0 0 0,0-1 0 0 0,0 1 0 0 0,1 0 0 0 0,-1 1 0 0 0,1-1 0 0 0,-2 4 0 0 0,-2 5 98 0 0,1 0 0 0 0,0 1 0 0 0,-3 18 0 0 0,5-21-201 0 0,1 0 1 0 0,0 1-1 0 0,1-1 1 0 0,0 0-1 0 0,0 0 1 0 0,1 1 0 0 0,1-1-1 0 0,0 0 1 0 0,0 0-1 0 0,6 14 1 0 0,-6-17-68 0 0,1-1 1 0 0,1 0-1 0 0,-1 0 1 0 0,1 0 0 0 0,0 0-1 0 0,0-1 1 0 0,1 0-1 0 0,-1 0 1 0 0,1 0-1 0 0,0 0 1 0 0,1-1-1 0 0,-1 1 1 0 0,1-1-1 0 0,0-1 1 0 0,0 1-1 0 0,9 3 1 0 0,18 6 14 0 0,-14-7-24 0 0,-1 2 0 0 0,1 0 0 0 0,-2 1 0 0 0,33 22 1 0 0,-47-29 7 0 0,0 0 1 0 0,0 0-1 0 0,0 1 1 0 0,-1 0 0 0 0,1-1-1 0 0,-1 1 1 0 0,0 0-1 0 0,0 0 1 0 0,0 0 0 0 0,0 0-1 0 0,0 0 1 0 0,-1 1-1 0 0,1-1 1 0 0,-1 0 0 0 0,0 1-1 0 0,0-1 1 0 0,0 1-1 0 0,-1 0 1 0 0,1-1 0 0 0,-1 1-1 0 0,0-1 1 0 0,0 1 0 0 0,0 0-1 0 0,0-1 1 0 0,-1 1-1 0 0,1 0 1 0 0,-1-1 0 0 0,0 1-1 0 0,0-1 1 0 0,0 1-1 0 0,-1-1 1 0 0,1 0 0 0 0,-3 4-1 0 0,0 0 46 0 0,-1 0-1 0 0,0-1 0 0 0,0 0 1 0 0,0 0-1 0 0,-1 0 0 0 0,0-1 1 0 0,0 0-1 0 0,0 0 0 0 0,-1 0 1 0 0,1-1-1 0 0,-1 0 0 0 0,0 0 1 0 0,-1-1-1 0 0,1 1 1 0 0,0-2-1 0 0,-1 1 0 0 0,0-1 1 0 0,-12 2-1 0 0,-7-1 28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19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2 13827 0 0,'-10'-2'4978'0'0,"14"13"-2983"0"0,22 45-1284 0 0,-2 0 0 0 0,26 103-1 0 0,6 130-674 0 0,-54-271-273 0 0,11 66-25 0 0,-3-29-3764 0 0,-9-48 2555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19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0 157 7834 0 0,'0'-2'210'0'0,"0"0"0"0"0,0-1 0 0 0,1 1 0 0 0,-1-1 0 0 0,1 1 0 0 0,-1 0 0 0 0,1-1 0 0 0,0 1 0 0 0,-1 0 0 0 0,1 0 0 0 0,1-1 0 0 0,-1 1 0 0 0,0 0 0 0 0,0 0 0 0 0,1 0 0 0 0,-1 0 0 0 0,4-2 0 0 0,33-34 2187 0 0,-35 36-2257 0 0,7-7 300 0 0,0 1 0 0 0,1 1 0 0 0,-1 0 0 0 0,2 1 1 0 0,-1 0-1 0 0,1 0 0 0 0,0 1 0 0 0,0 1 0 0 0,0 0 0 0 0,1 0 0 0 0,-1 2 0 0 0,1-1 0 0 0,14 1 0 0 0,-21 1-372 0 0,0 1 0 0 0,0 0 0 0 0,-1 0 0 0 0,1 1 0 0 0,0 0 0 0 0,0 0 0 0 0,0 0 0 0 0,0 1 0 0 0,-1 0 0 0 0,1 0 0 0 0,-1 0 0 0 0,1 1-1 0 0,-1 0 1 0 0,0 0 0 0 0,0 0 0 0 0,0 1 0 0 0,0-1 0 0 0,-1 1 0 0 0,0 0 0 0 0,1 1 0 0 0,-1-1 0 0 0,-1 1 0 0 0,1-1 0 0 0,-1 1 0 0 0,0 0-1 0 0,0 1 1 0 0,0-1 0 0 0,-1 0 0 0 0,1 1 0 0 0,1 8 0 0 0,0 4-67 0 0,0-1-1 0 0,-1 1 1 0 0,-1 1 0 0 0,-1-1-1 0 0,-1 0 1 0 0,0 0 0 0 0,-1 0-1 0 0,-1 0 1 0 0,-6 23-1 0 0,-7 23-19 0 0,-30 75 0 0 0,27-85 20 0 0,6-22-134 0 0,11-32 193 0 0,28-19 996 0 0,-17 13-1005 0 0,0 1 0 0 0,1 0 0 0 0,0 1 0 0 0,0 0 0 0 0,0 1 0 0 0,0 0 0 0 0,1 1 0 0 0,-1 0 0 0 0,24 0 0 0 0,-27 2-25 0 0,0 1 0 0 0,1 0 0 0 0,-1 1 0 0 0,0 0 0 0 0,0 0 0 0 0,0 1 0 0 0,0 0-1 0 0,0 0 1 0 0,-1 1 0 0 0,1 0 0 0 0,-1 0 0 0 0,0 1 0 0 0,0-1 0 0 0,9 10 0 0 0,25 21-1770 0 0,2-4-3505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19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1 364 5529 0 0,'24'-20'5595'0'0,"-13"12"-4080"0"0,-1-2 0 0 0,0 1 0 0 0,-1-1 0 0 0,10-13 0 0 0,-11 11-903 0 0,-1 0 0 0 0,1 0 1 0 0,-2-1-1 0 0,6-13 0 0 0,-8 15-572 0 0,0 0-1 0 0,-1 0 1 0 0,0-1 0 0 0,-1 1-1 0 0,0-1 1 0 0,-1 1 0 0 0,0-1-1 0 0,-1 0 1 0 0,0 1 0 0 0,-1-1-1 0 0,0 0 1 0 0,-5-18-1 0 0,5 28-34 0 0,1 0 1 0 0,0 0-1 0 0,-1 0 0 0 0,1 0 0 0 0,-1 0 0 0 0,0 1 0 0 0,0-1 0 0 0,0 0 0 0 0,0 0 0 0 0,0 1 0 0 0,0-1 0 0 0,0 0 0 0 0,0 1 0 0 0,-1-1 0 0 0,1 1 0 0 0,0 0 0 0 0,-1-1 0 0 0,0 1 0 0 0,1 0 0 0 0,-1 0 0 0 0,0 0 0 0 0,1 0 0 0 0,-1 0 0 0 0,0 0 1 0 0,0 1-1 0 0,0-1 0 0 0,0 1 0 0 0,0-1 0 0 0,0 1 0 0 0,0 0 0 0 0,0-1 0 0 0,0 1 0 0 0,0 0 0 0 0,0 0 0 0 0,0 1 0 0 0,0-1 0 0 0,-3 1 0 0 0,2 0 2 0 0,0 0 0 0 0,0 1 0 0 0,0-1 0 0 0,0 1 0 0 0,1-1 1 0 0,-1 1-1 0 0,0 0 0 0 0,1 0 0 0 0,-1 0 0 0 0,1 0 0 0 0,0 1 0 0 0,0-1 0 0 0,0 1 0 0 0,0-1 0 0 0,0 1 0 0 0,0 0 0 0 0,1-1 0 0 0,-1 1 0 0 0,1 0 1 0 0,0 0-1 0 0,0 0 0 0 0,0 0 0 0 0,0 4 0 0 0,0 4 2 0 0,0 0 0 0 0,1 0 1 0 0,1 0-1 0 0,-1-1 0 0 0,2 1 1 0 0,0 0-1 0 0,0-1 0 0 0,1 1 1 0 0,0-1-1 0 0,1 1 0 0 0,0-1 0 0 0,1-1 1 0 0,0 1-1 0 0,0-1 0 0 0,1 1 1 0 0,13 15-1 0 0,0-2 31 0 0,2-1 1 0 0,0-1-1 0 0,1 0 1 0 0,48 32-1 0 0,-57-43 7 0 0,1-1 1 0 0,0-1-1 0 0,18 7 0 0 0,-27-13-114 0 0,0 0-1 0 0,1 0 1 0 0,0 0-1 0 0,-1-1 0 0 0,1 0 1 0 0,0 0-1 0 0,-1-1 0 0 0,1 1 1 0 0,0-1-1 0 0,0 0 1 0 0,-1-1-1 0 0,10-1 0 0 0,1-3-266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0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19 220 7370 0 0,'-19'7'6315'0'0,"31"2"-1498"0"0,-1-2-4861 0 0,-10-6-154 0 0,49 31 2683 0 0,-32-19-2131 0 0,1-1 0 0 0,0-1 0 0 0,0-1 0 0 0,1 0 0 0 0,23 7 0 0 0,-42-16-325 0 0,0-1 0 0 0,0 0 0 0 0,0 0 0 0 0,0 0 0 0 0,0 0 0 0 0,0 1 0 0 0,0-1 0 0 0,0 0 0 0 0,0-1 0 0 0,-1 1 0 0 0,1 0 0 0 0,0 0 0 0 0,0 0 0 0 0,0 0 0 0 0,0-1 0 0 0,0 1 1 0 0,0 0-1 0 0,0-1 0 0 0,-1 1 0 0 0,1-1 0 0 0,0 1 0 0 0,0-1 0 0 0,-1 1 0 0 0,1-1 0 0 0,0 0 0 0 0,-1 1 0 0 0,1-1 0 0 0,0 0 0 0 0,-1 1 0 0 0,1-1 0 0 0,-1 0 0 0 0,1 0 0 0 0,-1 0 0 0 0,0 1 0 0 0,1-1 0 0 0,-1 0 0 0 0,0 0 0 0 0,1 0 0 0 0,-1 0 0 0 0,0 0 0 0 0,0 0 0 0 0,0 0 0 0 0,0 0 0 0 0,0 0 1 0 0,0 1-1 0 0,0-1 0 0 0,0 0 0 0 0,-1-2 0 0 0,1-9 198 0 0,-2 1 1 0 0,1-1 0 0 0,-5-14-1 0 0,3 10-121 0 0,-3-17 20 0 0,-7-64-60 0 0,13 88-295 0 0,0 0 0 0 0,0 0 1 0 0,0 0-1 0 0,1 0 0 0 0,1 0 0 0 0,0 0 1 0 0,0 0-1 0 0,5-11 0 0 0,-7 18-22 0 0,1 0 1 0 0,0 1-1 0 0,0-1 1 0 0,0 1-1 0 0,0-1 1 0 0,0 0-1 0 0,0 1 1 0 0,0 0-1 0 0,0-1 0 0 0,1 1 1 0 0,-1 0-1 0 0,0 0 1 0 0,1-1-1 0 0,-1 1 1 0 0,3-1-1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0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40 400 3225 0 0,'3'11'80'0'0,"0"-14"1083"0"0,1-21 1669 0 0,-3 16-2514 0 0,22-89 6898 0 0,4-23-1988 0 0,-25 107-4956 0 0,-1 0-1 0 0,0 0 1 0 0,-1 0-1 0 0,0 1 1 0 0,-1-1-1 0 0,-1 0 1 0 0,-4-16-1 0 0,6 27-258 0 0,0 0-1 0 0,-1 0 0 0 0,1 0 1 0 0,-1 0-1 0 0,0 0 1 0 0,0 0-1 0 0,0 0 0 0 0,0 1 1 0 0,0-1-1 0 0,0 0 1 0 0,0 1-1 0 0,0-1 1 0 0,0 1-1 0 0,-1-1 0 0 0,1 1 1 0 0,-1 0-1 0 0,1-1 1 0 0,-1 1-1 0 0,0 0 1 0 0,1 0-1 0 0,-1 0 0 0 0,0 0 1 0 0,0 0-1 0 0,1 1 1 0 0,-1-1-1 0 0,-3 0 0 0 0,3 1-2 0 0,0 0 0 0 0,0 1-1 0 0,0-1 1 0 0,0 0 0 0 0,0 1-1 0 0,0 0 1 0 0,0-1-1 0 0,1 1 1 0 0,-1 0 0 0 0,0 0-1 0 0,0 0 1 0 0,1 0-1 0 0,-1 0 1 0 0,1 1 0 0 0,-1-1-1 0 0,1 0 1 0 0,-1 1-1 0 0,1-1 1 0 0,0 1 0 0 0,0-1-1 0 0,-1 1 1 0 0,1 0-1 0 0,0-1 1 0 0,1 1 0 0 0,-1 0-1 0 0,-1 3 1 0 0,-2 6-12 0 0,1-1 0 0 0,0 1 0 0 0,0 0 0 0 0,1 0 0 0 0,1 0 0 0 0,0 1 0 0 0,0-1 0 0 0,1 0 0 0 0,0 0 0 0 0,1 1 0 0 0,1-1 0 0 0,0 0 0 0 0,0 0 0 0 0,1 0 0 0 0,0-1 0 0 0,1 1 0 0 0,7 15 0 0 0,-6-17 0 0 0,0 1 0 0 0,1-1 0 0 0,0 0 0 0 0,0 0 0 0 0,1-1 1 0 0,0 0-1 0 0,0 0 0 0 0,1 0 0 0 0,0-1 0 0 0,0 0 0 0 0,1-1 0 0 0,0 0 0 0 0,0 0 0 0 0,0-1 0 0 0,1 0 1 0 0,0 0-1 0 0,0-2 0 0 0,13 5 0 0 0,-15-6-10 0 0,0-1 0 0 0,-1 0 1 0 0,1 0-1 0 0,0-1 0 0 0,0 0 0 0 0,0 0 1 0 0,0-1-1 0 0,0 0 0 0 0,0 0 0 0 0,9-4 1 0 0,-10 3-460 0 0,0 0 0 0 0,0-1 1 0 0,-1-1-1 0 0,1 1 1 0 0,-1-1-1 0 0,11-8 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1 255 6449 0 0,'0'-2'419'0'0,"1"-1"0"0"0,0 0 1 0 0,-1 0-1 0 0,1 0 0 0 0,0 1 0 0 0,1-1 0 0 0,-1 0 0 0 0,0 1 0 0 0,1-1 0 0 0,-1 1 0 0 0,1-1 0 0 0,0 1 0 0 0,0 0 0 0 0,0 0 0 0 0,0 0 0 0 0,0 0 0 0 0,1 0 0 0 0,-1 0 0 0 0,0 1 0 0 0,1-1 0 0 0,-1 1 0 0 0,1-1 0 0 0,2 0 1 0 0,1-1 163 0 0,1 1 0 0 0,-1-1 0 0 0,0 1 0 0 0,1 0 0 0 0,-1 1 0 0 0,1-1 0 0 0,-1 1 0 0 0,1 1 0 0 0,7-1 0 0 0,-11 2-539 0 0,0-1 0 0 0,0 1 0 0 0,-1 0 0 0 0,1-1 0 0 0,0 2 0 0 0,-1-1 0 0 0,1 0 0 0 0,-1 0 0 0 0,1 1 0 0 0,-1-1 0 0 0,0 1 0 0 0,0 0 1 0 0,1 0-1 0 0,-1 0 0 0 0,0 0 0 0 0,0 0 0 0 0,-1 0 0 0 0,1 0 0 0 0,0 1 0 0 0,-1-1 0 0 0,0 1 0 0 0,1-1 0 0 0,-1 1 0 0 0,0-1 0 0 0,0 1 0 0 0,0 0 0 0 0,-1-1 0 0 0,1 5 0 0 0,-1-6-27 0 0,0-1 0 0 0,0 0-1 0 0,0 1 1 0 0,0-1 0 0 0,0 1-1 0 0,0-1 1 0 0,0 0 0 0 0,0 1-1 0 0,0-1 1 0 0,-1 0 0 0 0,1 1-1 0 0,0-1 1 0 0,0 0-1 0 0,0 1 1 0 0,-1-1 0 0 0,1 0-1 0 0,0 1 1 0 0,0-1 0 0 0,-1 0-1 0 0,1 0 1 0 0,0 1 0 0 0,0-1-1 0 0,-1 0 1 0 0,1 0 0 0 0,0 0-1 0 0,-1 1 1 0 0,1-1 0 0 0,-1 0-1 0 0,1 0 1 0 0,0 0 0 0 0,-1 0-1 0 0,1 0 1 0 0,0 0-1 0 0,-1 0 1 0 0,1 0 0 0 0,-1 0-1 0 0,1 0 1 0 0,0 0 0 0 0,-1 0-1 0 0,1 0 1 0 0,-1 0 0 0 0,1 0-1 0 0,0 0 1 0 0,-1 0 0 0 0,1 0-1 0 0,0 0 1 0 0,-1-1 0 0 0,1 1-1 0 0,0 0 1 0 0,-1 0 0 0 0,1 0-1 0 0,0-1 1 0 0,-1 1-1 0 0,1 0 1 0 0,0 0 0 0 0,-1-1-1 0 0,-18-13 534 0 0,13 7-519 0 0,1 0 1 0 0,0 0-1 0 0,1-1 0 0 0,-1 0 0 0 0,1 0 0 0 0,1 0 0 0 0,-1 0 0 0 0,2-1 0 0 0,-1 1 0 0 0,1-1 0 0 0,0 0 0 0 0,-1-12 0 0 0,3 15-275 0 0,0 0 1 0 0,0 0-1 0 0,0 0 0 0 0,1 0 0 0 0,0 0 0 0 0,0 0 0 0 0,0 1 0 0 0,1-1 0 0 0,-1 0 0 0 0,2 1 0 0 0,-1-1 0 0 0,0 1 0 0 0,1 0 1 0 0,0 0-1 0 0,1 0 0 0 0,-1 0 0 0 0,1 0 0 0 0,0 1 0 0 0,7-7 0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1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13 8290 0 0,'0'0'252'0'0,"-7"-10"3784"0"0,7 10-3783 0 0,-1-1-1 0 0,1 1 0 0 0,-1 0 0 0 0,0-1 1 0 0,1 1-1 0 0,-1 0 0 0 0,-1-1 0 0 0,-16 6 2344 0 0,-12 19-1124 0 0,24-18-1362 0 0,0 1 1 0 0,0-1-1 0 0,1 1 0 0 0,0 0 1 0 0,0 1-1 0 0,0-1 0 0 0,1 1 1 0 0,0 0-1 0 0,-4 15 0 0 0,7-19-72 0 0,0 0-1 0 0,0 0 1 0 0,1 0-1 0 0,-1 0 1 0 0,1 0 0 0 0,0 0-1 0 0,0 0 1 0 0,1 0-1 0 0,-1 0 1 0 0,1 0-1 0 0,0 0 1 0 0,0 0-1 0 0,0 0 1 0 0,1 0-1 0 0,-1 0 1 0 0,1-1 0 0 0,0 1-1 0 0,0-1 1 0 0,0 1-1 0 0,0-1 1 0 0,1 0-1 0 0,0 0 1 0 0,3 4-1 0 0,20 17-47 0 0,38 26-1 0 0,18 16-18 0 0,-72-58 29 0 0,-2 1 0 0 0,1 1 0 0 0,-1 0 0 0 0,-1 0 0 0 0,1 0 0 0 0,6 14 0 0 0,-13-21 17 0 0,1 0 0 0 0,-1 0 0 0 0,0 1 0 0 0,0-1 0 0 0,0 0 0 0 0,0 1 0 0 0,0-1 0 0 0,-1 1 0 0 0,1-1 0 0 0,-1 0 0 0 0,0 1 0 0 0,0-1 0 0 0,0 1 0 0 0,-1-1 0 0 0,1 1 0 0 0,-1-1 0 0 0,0 1 0 0 0,0-1 0 0 0,0 0 0 0 0,0 0 0 0 0,-1 1 0 0 0,1-1 0 0 0,-1 0 0 0 0,0 0 0 0 0,0 0 0 0 0,0-1 0 0 0,0 1 0 0 0,0 0 0 0 0,-1-1 0 0 0,-5 5 0 0 0,1-2 17 0 0,0 0-1 0 0,0 0 1 0 0,0-1 0 0 0,-1 0-1 0 0,1 0 1 0 0,-1-1 0 0 0,0 0-1 0 0,0-1 1 0 0,-1 1-1 0 0,1-1 1 0 0,-15 1 0 0 0,6-3-498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1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0 389 6937 0 0,'5'1'210'0'0,"0"0"0"0"0,-1-1-1 0 0,1 1 1 0 0,0-1-1 0 0,0 0 1 0 0,0-1-1 0 0,-1 1 1 0 0,1-1-1 0 0,0 0 1 0 0,-1 0-1 0 0,1-1 1 0 0,-1 1-1 0 0,8-4 1 0 0,3-2 1550 0 0,-1-1 0 0 0,23-14 0 0 0,-28 14-1451 0 0,0 1 0 0 0,-1-1 0 0 0,0-1-1 0 0,0 1 1 0 0,-1-1 0 0 0,0-1 0 0 0,0 1-1 0 0,-1-1 1 0 0,-1-1 0 0 0,0 1 0 0 0,0-1 0 0 0,5-15-1 0 0,-7 14-118 0 0,1 0 0 0 0,-1 0 0 0 0,-1-1 0 0 0,0 1-1 0 0,-1 0 1 0 0,-1-1 0 0 0,1 1 0 0 0,-2 0 0 0 0,0-1 0 0 0,0 1-1 0 0,-5-18 1 0 0,5 27-154 0 0,0 1-1 0 0,0-1 0 0 0,0 1 1 0 0,-1 0-1 0 0,1-1 0 0 0,0 1 1 0 0,-1 0-1 0 0,0 0 0 0 0,1 0 1 0 0,-1 0-1 0 0,0 0 0 0 0,0 1 1 0 0,0-1-1 0 0,0 0 1 0 0,0 1-1 0 0,-1-1 0 0 0,1 1 1 0 0,0 0-1 0 0,-1 0 0 0 0,-2-1 1 0 0,4 2-31 0 0,-1-1 1 0 0,1 1 0 0 0,0 0-1 0 0,-1 0 1 0 0,1 0 0 0 0,-1 0-1 0 0,1 0 1 0 0,0 0 0 0 0,-1 0-1 0 0,1 0 1 0 0,0 1 0 0 0,-1-1-1 0 0,1 1 1 0 0,0-1 0 0 0,-1 1-1 0 0,1-1 1 0 0,0 1 0 0 0,0 0 0 0 0,0-1-1 0 0,0 1 1 0 0,-1 0 0 0 0,1 0-1 0 0,0 0 1 0 0,0 0 0 0 0,0 0-1 0 0,1 0 1 0 0,-1 0 0 0 0,0 0-1 0 0,0 0 1 0 0,1 0 0 0 0,-1 1-1 0 0,0-1 1 0 0,1 0 0 0 0,-1 0-1 0 0,1 1 1 0 0,0-1 0 0 0,-1 0-1 0 0,1 1 1 0 0,0 1 0 0 0,-1 4-2 0 0,0 0 1 0 0,1 0 0 0 0,0 0-1 0 0,1 0 1 0 0,-1 0 0 0 0,1 0-1 0 0,1 0 1 0 0,-1 0 0 0 0,1 0-1 0 0,0 0 1 0 0,1 0-1 0 0,-1-1 1 0 0,2 1 0 0 0,-1-1-1 0 0,0 0 1 0 0,7 8 0 0 0,1 1 45 0 0,0-1 1 0 0,1 0 0 0 0,0 0 0 0 0,2-1 0 0 0,16 13 0 0 0,-18-17-162 0 0,0 0-1 0 0,0-1 1 0 0,1-1 0 0 0,0 0 0 0 0,1 0 0 0 0,-1-2-1 0 0,1 1 1 0 0,0-2 0 0 0,0 0 0 0 0,1 0 0 0 0,-1-2-1 0 0,1 0 1 0 0,-1 0 0 0 0,1-1 0 0 0,0-1 0 0 0,0-1-1 0 0,26-4 1 0 0,-10-2-7377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2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44 8290 0 0,'-3'-28'6899'0'0,"2"12"-867"0"0,8 34-4076 0 0,5 18-1903 0 0,0 3 179 0 0,33 70 0 0 0,-41-100-209 0 0,0 0-1 0 0,1-1 1 0 0,0 0 0 0 0,1 0 0 0 0,0 0 0 0 0,0-1-1 0 0,1 0 1 0 0,0 0 0 0 0,0 0 0 0 0,1-1 0 0 0,-1 0 0 0 0,1-1-1 0 0,14 8 1 0 0,-17-11 1 0 0,1 0 0 0 0,0-1 0 0 0,0 1 0 0 0,-1-1 0 0 0,1 0 0 0 0,0 0 0 0 0,0-1 0 0 0,0 0 0 0 0,0 0 0 0 0,1 0 0 0 0,-1-1 0 0 0,-1 1 0 0 0,1-2 0 0 0,0 1 0 0 0,0-1 0 0 0,0 0 0 0 0,-1 0 0 0 0,1 0 0 0 0,-1-1 0 0 0,1 0 0 0 0,-1 0 0 0 0,0 0 0 0 0,7-6 0 0 0,-8 6 1 0 0,0-1 1 0 0,0 0-1 0 0,0 0 0 0 0,0 0 0 0 0,-1-1 1 0 0,0 1-1 0 0,0-1 0 0 0,0 0 0 0 0,0 0 1 0 0,-1 0-1 0 0,0 0 0 0 0,0 0 0 0 0,0-1 1 0 0,0 1-1 0 0,-1-1 0 0 0,0 1 0 0 0,0-1 1 0 0,-1 1-1 0 0,1-1 0 0 0,-1 1 0 0 0,0-1 0 0 0,-1 0 1 0 0,0 1-1 0 0,1-1 0 0 0,-3-5 0 0 0,1 4 114 0 0,-1 0 0 0 0,1 0 0 0 0,-1 0 0 0 0,-1 1-1 0 0,-5-11 1 0 0,-11-1-1380 0 0,18 17 691 0 0,1 0 0 0 0,-1 0 0 0 0,0 0 0 0 0,0 1 0 0 0,1-1 0 0 0,-1 1 0 0 0,0-1 0 0 0,0 1 0 0 0,0 0 0 0 0,0 0 0 0 0,0 0-1 0 0,-3 0 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2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10594 0 0,'3'0'6201'0'0,"-2"1"-5817"0"0,0-1-1 0 0,0 0 1 0 0,0 0-1 0 0,0 0 1 0 0,0 1 0 0 0,6 3 2684 0 0,-5-2-2684 0 0,7 13-158 0 0,0 0 0 0 0,-1 0-1 0 0,-1 1 1 0 0,9 28 0 0 0,-8-22-525 0 0,0 0 1 0 0,14 24-1 0 0,-17-38-334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2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14283 0 0,'2'1'1272'0'0,"-1"-1"-1016"0"0,2 2-256 0 0,-2-1 0 0 0,2-1 512 0 0,0 1 49 0 0,1 4 15 0 0,1-1 0 0 0,5 4-128 0 0,-1 0-16 0 0,1 2-8 0 0,0-2 0 0 0,-2 0-1072 0 0,2 1-216 0 0,1-1-48 0 0,1-1-8 0 0,2-2 727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2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252 57 10594 0 0,'-3'-4'88'0'0,"1"0"1"0"0,0 0-1 0 0,-1 1 0 0 0,0-1 0 0 0,0 1 0 0 0,0-1 0 0 0,-1 1 0 0 0,1 0 0 0 0,-1 0 1 0 0,1 1-1 0 0,-1-1 0 0 0,0 1 0 0 0,0-1 0 0 0,0 1 0 0 0,-1 1 0 0 0,1-1 0 0 0,0 0 1 0 0,-1 1-1 0 0,1 0 0 0 0,-1 0 0 0 0,1 1 0 0 0,-1-1 0 0 0,1 1 0 0 0,-1 0 1 0 0,0 0-1 0 0,1 0 0 0 0,-1 1 0 0 0,1-1 0 0 0,-7 3 0 0 0,4-1 114 0 0,0 1 0 0 0,0-1 0 0 0,1 1 0 0 0,-1 1 0 0 0,1-1 0 0 0,0 1 0 0 0,0 0-1 0 0,0 1 1 0 0,0-1 0 0 0,1 1 0 0 0,0 0 0 0 0,0 1 0 0 0,0-1 0 0 0,1 1 0 0 0,0 0 0 0 0,0 0 0 0 0,0 0-1 0 0,-3 8 1 0 0,3-3 57 0 0,0 0 1 0 0,0 0-1 0 0,-3 21 0 0 0,7-30-214 0 0,-1 0 0 0 0,1 0 0 0 0,-1-1-1 0 0,1 1 1 0 0,0 0 0 0 0,0 0 0 0 0,0 0 0 0 0,0 0 0 0 0,0 0 0 0 0,0 0 0 0 0,0 0 0 0 0,1 0 0 0 0,-1 0 0 0 0,1 0 0 0 0,-1-1 0 0 0,1 1-1 0 0,0 0 1 0 0,0 0 0 0 0,0-1 0 0 0,0 1 0 0 0,0 0 0 0 0,0-1 0 0 0,0 1 0 0 0,0-1 0 0 0,1 1 0 0 0,-1-1 0 0 0,1 0 0 0 0,-1 0-1 0 0,1 1 1 0 0,-1-1 0 0 0,3 1 0 0 0,-2-2-4 0 0,1 0 0 0 0,0 1-1 0 0,0-1 1 0 0,0 0 0 0 0,-1 0-1 0 0,1-1 1 0 0,0 1-1 0 0,0 0 1 0 0,0-1 0 0 0,-1 0-1 0 0,1 1 1 0 0,0-1 0 0 0,-1 0-1 0 0,1-1 1 0 0,-1 1 0 0 0,1 0-1 0 0,-1-1 1 0 0,0 1 0 0 0,1-1-1 0 0,1-2 1 0 0,7-6 59 0 0,0 0 0 0 0,14-16 0 0 0,-19 20-47 0 0,3-6 157 0 0,0 1 0 0 0,-1-2-1 0 0,11-21 1 0 0,-1 1 799 0 0,-18 33-997 0 0,0 0-1 0 0,0 0 0 0 0,1 0 0 0 0,-1 0 0 0 0,0 0 0 0 0,0 0 0 0 0,0-1 0 0 0,0 1 0 0 0,0 0 0 0 0,0 0 0 0 0,0 0 0 0 0,0 0 0 0 0,1 0 0 0 0,-1 0 0 0 0,0 0 1 0 0,0 0-1 0 0,0 0 0 0 0,0 0 0 0 0,0 0 0 0 0,0 0 0 0 0,0 0 0 0 0,1 0 0 0 0,-1 0 0 0 0,0 0 0 0 0,0 0 0 0 0,0 0 0 0 0,0 0 0 0 0,0 0 0 0 0,0 0 0 0 0,1 0 1 0 0,-1 0-1 0 0,0 0 0 0 0,0 0 0 0 0,0 0 0 0 0,0 0 0 0 0,0 0 0 0 0,0 0 0 0 0,1 0 0 0 0,-1 0 0 0 0,0 0 0 0 0,0 1 0 0 0,0-1 0 0 0,0 0 0 0 0,0 0 0 0 0,0 0 1 0 0,0 0-1 0 0,0 0 0 0 0,0 0 0 0 0,0 0 0 0 0,1 1 0 0 0,5 9 302 0 0,3 13-21 0 0,-4-9-149 0 0,0-1-1 0 0,1 1 1 0 0,0-1 0 0 0,2 0 0 0 0,-1 0-1 0 0,16 18 1 0 0,-19-26-384 0 0,0 0-1 0 0,1 0 1 0 0,0-1 0 0 0,0 1-1 0 0,0-1 1 0 0,1 0-1 0 0,-1 0 1 0 0,1-1 0 0 0,0 0-1 0 0,0 0 1 0 0,0 0-1 0 0,1-1 1 0 0,-1 0 0 0 0,0 0-1 0 0,1 0 1 0 0,0-1-1 0 0,6 0 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23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0 3225 0 0,'-3'2'531'0'0,"0"-1"1"0"0,-1 0 0 0 0,1 1 0 0 0,0-1-1 0 0,0 1 1 0 0,0 0 0 0 0,1 0 0 0 0,-1 0 0 0 0,0 0-1 0 0,1 0 1 0 0,-1 1 0 0 0,-4 5 0 0 0,7-7-272 0 0,-1 1 1 0 0,0-1 0 0 0,0 1 0 0 0,1 0 0 0 0,-1-1 0 0 0,1 1 0 0 0,-1 0 0 0 0,1 0 0 0 0,0-1 0 0 0,-1 1-1 0 0,1 0 1 0 0,0 0 0 0 0,0-1 0 0 0,1 1 0 0 0,-1 0 0 0 0,0 0 0 0 0,0-1 0 0 0,1 1 0 0 0,-1 0 0 0 0,1-1 0 0 0,0 1-1 0 0,-1 0 1 0 0,1-1 0 0 0,0 1 0 0 0,0-1 0 0 0,0 1 0 0 0,0-1 0 0 0,1 2 0 0 0,53 56 3522 0 0,-43-48-3574 0 0,-1 0-1 0 0,0 1 1 0 0,-1 0-1 0 0,0 1 1 0 0,9 15 0 0 0,-17-23-164 0 0,0 0 1 0 0,0 0-1 0 0,0 0 0 0 0,0 0 1 0 0,-1 0-1 0 0,0 0 0 0 0,0 1 1 0 0,-1-1-1 0 0,1 0 1 0 0,-1 1-1 0 0,0-1 0 0 0,0 0 1 0 0,-1 0-1 0 0,0 1 0 0 0,0-1 1 0 0,0 0-1 0 0,0 0 1 0 0,-1 0-1 0 0,-4 9 0 0 0,3-9 14 0 0,1 0 0 0 0,-1 0 0 0 0,0-1-1 0 0,0 1 1 0 0,-1-1 0 0 0,1 0 0 0 0,-1 0-1 0 0,0 0 1 0 0,0 0 0 0 0,-1-1 0 0 0,1 1-1 0 0,-1-1 1 0 0,1 0 0 0 0,-1-1-1 0 0,0 1 1 0 0,0-1 0 0 0,0 0 0 0 0,-1 0-1 0 0,1-1 1 0 0,0 1 0 0 0,-11 0 0 0 0,-10 0-89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42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3248 1 5369 0 0,'-3'0'1743'0'0,"2"0"-1773"0"0,1 0 0 0 0,-1 0 1 0 0,0 0-1 0 0,1 0 0 0 0,-1 0 0 0 0,1 1 1 0 0,-1-1-1 0 0,0 0 0 0 0,1 0 0 0 0,-1 1 1 0 0,1-1-1 0 0,-1 0 0 0 0,0 1 0 0 0,1-1 1 0 0,-1 1-1 0 0,1-1 0 0 0,0 1 0 0 0,-1-1 1 0 0,-2 11 4630 0 0,-1-9-4495 0 0,-28 17 24 0 0,21-12 137 0 0,-1 0 0 0 0,1-1 1 0 0,-1 0-1 0 0,0-1 0 0 0,-17 5 0 0 0,15-6-232 0 0,4-1-189 0 0,0 0-1 0 0,-1-1 0 0 0,1 0 0 0 0,-1-1 0 0 0,1 0 1 0 0,-1 0-1 0 0,-13-2 0 0 0,2-6 223 0 0,20 6-71 0 0,0 0-1 0 0,1 0 1 0 0,-1 1 0 0 0,0-1 0 0 0,0 0-1 0 0,0 1 1 0 0,0 0 0 0 0,0-1 0 0 0,0 1-1 0 0,0 0 1 0 0,0 0 0 0 0,0 0-1 0 0,0 0 1 0 0,0 1 0 0 0,0-1 0 0 0,0 0-1 0 0,0 1 1 0 0,0-1 0 0 0,-3 2 0 0 0,-22 9 59 0 0,17-6-67 0 0,0-1-1 0 0,0 0 1 0 0,0-1-1 0 0,0 0 1 0 0,-1 0-1 0 0,-17 1 1 0 0,1-6 83 0 0,22 2-79 0 0,0-1-1 0 0,0 1 1 0 0,0 0 0 0 0,0 0 0 0 0,0 0-1 0 0,1 1 1 0 0,-1-1 0 0 0,0 1 0 0 0,-7 3 0 0 0,-2 0-80 0 0,0 0 1 0 0,0 0-1 0 0,0-1 1 0 0,-1-1-1 0 0,1 0 1 0 0,-1-1 0 0 0,1-1-1 0 0,-1 0 1 0 0,-27-5-1 0 0,6 1 707 0 0,-56 1 1 0 0,61 8 421 0 0,27-4-854 0 0,0 0 0 0 0,0 0 0 0 0,0 0 1 0 0,0 0-1 0 0,0-1 0 0 0,0 0 0 0 0,0 0 0 0 0,0 0 1 0 0,0 0-1 0 0,0-1 0 0 0,0 1 0 0 0,-5-2 0 0 0,4 1-95 0 0,-1 0 0 0 0,0 0-1 0 0,0 1 1 0 0,0-1-1 0 0,1 1 1 0 0,-1 1-1 0 0,-7 0 1 0 0,-9 1 119 0 0,-11-1-352 0 0,24 0 51 0 0,1 0 0 0 0,-1-1 1 0 0,0 0-1 0 0,0-1 0 0 0,1 0 0 0 0,-1 0 0 0 0,1-1 0 0 0,-1 0 0 0 0,1 0 0 0 0,-10-4 0 0 0,-4-4-92 0 0,0 1 1 0 0,-1 2 0 0 0,0 0-1 0 0,-1 1 1 0 0,-37-4-1 0 0,40 6 165 0 0,17 3 10 0 0,-1 0 0 0 0,1 0 0 0 0,0 0 0 0 0,-1 1 0 0 0,1-1 0 0 0,-1 1 0 0 0,-5 1 0 0 0,-22 1-614 0 0,26-2 436 0 0,0 0-1 0 0,0 1 1 0 0,0 0-1 0 0,0 0 0 0 0,1 0 1 0 0,-1 0-1 0 0,-6 3 1 0 0,-38 16-2080 0 0,48-19 2341 0 0,1-1 0 0 0,-1 0-1 0 0,1 0 1 0 0,-1 0 0 0 0,1 0 0 0 0,0 0-1 0 0,-1 0 1 0 0,1 0 0 0 0,-1-1-1 0 0,1 1 1 0 0,0 0 0 0 0,-1-1-1 0 0,1 1 1 0 0,0-1 0 0 0,-1 0-1 0 0,1 1 1 0 0,0-1 0 0 0,0 0-1 0 0,-1 0 1 0 0,0-1 0 0 0,-17-6 253 0 0,9 9-138 0 0,0 0 1 0 0,0 1-1 0 0,0 0 1 0 0,-14 5-1 0 0,14-4-208 0 0,0-1-1 0 0,-1 1 1 0 0,1-2 0 0 0,-16 2-1 0 0,-116 3-196 0 0,112-6 181 0 0,1 1 0 0 0,-1 1 0 0 0,1 2 0 0 0,-29 8 0 0 0,41-8 56 0 0,0 0 0 0 0,1 0 0 0 0,-1-2 0 0 0,0 0 0 0 0,-1-1 0 0 0,1-1 0 0 0,0 0 0 0 0,-25-5 0 0 0,19 2-31 0 0,-35-1 0 0 0,-8-1-3 0 0,64 5 25 0 0,-18-4 39 0 0,0 2 0 0 0,0 0 1 0 0,0 1-1 0 0,-40 4 0 0 0,-61 4-716 0 0,116-7 568 0 0,0 0 1 0 0,1 0 0 0 0,-1-1 0 0 0,0 1 0 0 0,0-1 0 0 0,-9-3 0 0 0,-23-2-416 0 0,3 7 477 0 0,-52 10 0 0 0,53-6 0 0 0,-54 3 0 0 0,77-8 63 0 0,1 1 0 0 0,-1 1 0 0 0,1-1-1 0 0,-15 6 1 0 0,17-5 3 0 0,0 0 0 0 0,0 0 0 0 0,0 0 0 0 0,-1-1 0 0 0,1 0-1 0 0,-1-1 1 0 0,1 0 0 0 0,-12-1 0 0 0,-27-2 443 0 0,-12-4-354 0 0,22 6 1846 0 0,32 1-2086 0 0,1 0 0 0 0,-1 0-1 0 0,0 0 1 0 0,0 0 0 0 0,0 0 0 0 0,0-1-1 0 0,0 1 1 0 0,0-1 0 0 0,1 0-1 0 0,-7-3 1 0 0,-16 0-1829 0 0,22 4 1162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45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1331 51 1376 0 0,'-71'3'7387'0'0,"47"-1"-6370"0"0,0-1 1 0 0,1-1 0 0 0,-36-5-1 0 0,-124-15-34 0 0,95 13-580 0 0,-73-2 2071 0 0,145 9-2474 0 0,0-2 0 0 0,-19-4 0 0 0,23 3 72 0 0,0 1 1 0 0,-1 0 0 0 0,1 1 0 0 0,-22 1 0 0 0,-13 8-566 0 0,-53 15 1 0 0,35-7 735 0 0,42-10-300 0 0,-40 17 0 0 0,-1 1 67 0 0,46-19 169 0 0,-1 0-1 0 0,-37 3 0 0 0,6-10-1265 0 0,45 2 247 0 0,0-2 0 0 0,-1 1 0 0 0,1 0 0 0 0,0-1-1 0 0,0 0 1 0 0,-6-3 0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48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627 7 4297 0 0,'-11'-6'2809'0'0,"-24"5"-136"0"0,-67 7 0 0 0,88-3-2403 0 0,-1-1-1 0 0,1 2 1 0 0,0 0-1 0 0,1 1 1 0 0,-1 0-1 0 0,1 1 1 0 0,-25 15 0 0 0,22-11 149 0 0,1 0 0 0 0,1 1 1 0 0,0 0-1 0 0,0 1 0 0 0,1 1 0 0 0,-12 15 1 0 0,12-11-325 0 0,1 2 0 0 0,1-1 0 0 0,0 1-1 0 0,1 1 1 0 0,1 0 0 0 0,1 0 0 0 0,1 1 0 0 0,1 0 0 0 0,0 0 0 0 0,-3 35 0 0 0,-18 88 30 0 0,16-89 143 0 0,1-1 0 0 0,-4 98 1 0 0,16-50 1189 0 0,17 110 1 0 0,-7-77-994 0 0,-6 151-1 0 0,-6-228-604 0 0,15 200 224 0 0,-1 52 700 0 0,-36-26 84 0 0,0 116-26 0 0,34-36-662 0 0,-13-341-327 0 0,0-1 1 0 0,-1 0-1 0 0,-1 0 1 0 0,-10 38 0 0 0,10-51-70 0 0,1-1 0 0 0,-1 0 0 0 0,-1 1 0 0 0,0-1 0 0 0,0 0 0 0 0,-1-1 0 0 0,1 1 1 0 0,-2-1-1 0 0,1 0 0 0 0,-1 0 0 0 0,0-1 0 0 0,0 0 0 0 0,-1 0 0 0 0,-13 9 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58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85 5065 0 0,'-8'-21'1003'0'0,"-7"-17"5749"0"0,15 37-6617 0 0,-1 1 1 0 0,1-1-1 0 0,0 0 0 0 0,0 1 1 0 0,-1-1-1 0 0,1 0 0 0 0,0 1 1 0 0,0-1-1 0 0,0 0 0 0 0,0 1 1 0 0,0-1-1 0 0,0 0 0 0 0,0 0 1 0 0,0 1-1 0 0,0-1 1 0 0,0 0-1 0 0,0 1 0 0 0,0-1 1 0 0,1 0-1 0 0,-1 1 0 0 0,0-1 1 0 0,0 0-1 0 0,1 1 0 0 0,-1-1 1 0 0,1 1-1 0 0,-1-1 0 0 0,0 1 1 0 0,1-1-1 0 0,-1 1 0 0 0,1-1 1 0 0,-1 1-1 0 0,1-1 0 0 0,-1 1 1 0 0,1-1-1 0 0,0 1 0 0 0,-1 0 1 0 0,1-1-1 0 0,-1 1 0 0 0,1 0 1 0 0,0 0-1 0 0,-1-1 0 0 0,1 1 1 0 0,0 0-1 0 0,0 0 0 0 0,-1 0 1 0 0,1 0-1 0 0,1 0 0 0 0,1-1 33 0 0,0 1 0 0 0,-1 0 0 0 0,1-1 0 0 0,0 1 0 0 0,0 0 0 0 0,0 1 0 0 0,0-1 0 0 0,0 0 1 0 0,0 1-1 0 0,4 1 0 0 0,1 3-24 0 0,-1-1 0 0 0,0 1 0 0 0,0 1 0 0 0,-1-1 1 0 0,1 1-1 0 0,-1 0 0 0 0,7 10 0 0 0,37 55 181 0 0,-29-39-195 0 0,135 179 261 0 0,-122-171-365 0 0,1-1 0 0 0,3-2 1 0 0,41 32-1 0 0,-64-57-41 0 0,-5-5-12 0 0,0 1 1 0 0,-1 0-1 0 0,0 0 0 0 0,0 1 1 0 0,12 17-1 0 0,-17-21-656 0 0,-4-2-3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4:59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119 130 2761 0 0,'-3'-8'260'0'0,"0"1"558"0"0,1 1-1 0 0,-1-1 0 0 0,-1 1 1 0 0,-6-10-1 0 0,10 16-735 0 0,0 0 0 0 0,-1-1 1 0 0,1 1-1 0 0,0-1 0 0 0,-1 1 0 0 0,1 0 1 0 0,-1-1-1 0 0,1 1 0 0 0,0 0 0 0 0,-1-1 1 0 0,1 1-1 0 0,-1 0 0 0 0,1 0 0 0 0,-1-1 0 0 0,1 1 1 0 0,-1 0-1 0 0,1 0 0 0 0,-1 0 0 0 0,1 0 1 0 0,-1 0-1 0 0,0 0 0 0 0,1-1 0 0 0,-1 1 1 0 0,1 1-1 0 0,-1-1 0 0 0,0 0 0 0 0,0 1-18 0 0,0-1 0 0 0,0 1-1 0 0,0 0 1 0 0,0 0-1 0 0,0 0 1 0 0,0 0 0 0 0,0 0-1 0 0,0 0 1 0 0,0 1 0 0 0,1-1-1 0 0,-1 0 1 0 0,0 0 0 0 0,1 0-1 0 0,-1 1 1 0 0,1-1 0 0 0,-1 2-1 0 0,-2 9 199 0 0,0 0-1 0 0,0 1 1 0 0,1 0-1 0 0,1-1 1 0 0,0 1-1 0 0,1 15 1 0 0,9 81 157 0 0,-2-46-383 0 0,-5-41-208 0 0,0-16 188 0 0,-1 1 0 0 0,-1-1 1 0 0,1 0-1 0 0,-1 0 1 0 0,0 1-1 0 0,-1-1 0 0 0,-1 10 1 0 0,1-22 142 0 0,0 1 1 0 0,0-1 0 0 0,-1 0 0 0 0,1 1 0 0 0,-1 0-1 0 0,-4-9 1 0 0,-2-7 306 0 0,7 19-392 0 0,-40-160 2844 0 0,37 144-2491 0 0,2 0 1 0 0,0 0-1 0 0,1 0 1 0 0,1-1-1 0 0,1 1 1 0 0,0 0 0 0 0,5-20-1 0 0,-6 35-360 0 0,1 0-1 0 0,0 1 1 0 0,-1-1-1 0 0,1 1 1 0 0,0-1-1 0 0,0 0 1 0 0,0 1-1 0 0,1 0 1 0 0,-1-1-1 0 0,1 1 1 0 0,-1 0-1 0 0,1 0 1 0 0,0 0-1 0 0,0 0 1 0 0,0 0-1 0 0,0 0 1 0 0,0 0-1 0 0,0 1 1 0 0,0-1-1 0 0,1 1 1 0 0,-1-1-1 0 0,0 1 1 0 0,1 0-1 0 0,0 0 1 0 0,-1 0-1 0 0,1 1 1 0 0,-1-1 0 0 0,1 0-1 0 0,0 1 1 0 0,-1 0-1 0 0,1-1 1 0 0,0 1-1 0 0,0 0 1 0 0,4 1-1 0 0,9 2 84 0 0,0 0 0 0 0,0 1 1 0 0,-1 1-1 0 0,30 13 0 0 0,-3-2-275 0 0,-5-9-1935 0 0,-14-7-5698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0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61 5985 0 0,'-6'-7'979'0'0,"-1"1"-1"0"0,0-1 1 0 0,0 1 0 0 0,0 1-1 0 0,-1-1 1 0 0,0 1 0 0 0,0 0-1 0 0,0 1 1 0 0,-12-5-1 0 0,19 9-920 0 0,1 0 0 0 0,0 0 0 0 0,0 0 0 0 0,0 0 0 0 0,-1 0 0 0 0,1 0 0 0 0,0 0 0 0 0,0 0 0 0 0,0 0 0 0 0,0 0 0 0 0,-1 0 0 0 0,1 0 0 0 0,0 0 0 0 0,0 0 0 0 0,0 0 0 0 0,-1 0 0 0 0,1 0 0 0 0,0 0-1 0 0,0 0 1 0 0,0 1 0 0 0,0-1 0 0 0,-1 0 0 0 0,1 0 0 0 0,0 0 0 0 0,0 0 0 0 0,0 0 0 0 0,0 0 0 0 0,0 1 0 0 0,0-1 0 0 0,-1 0 0 0 0,1 0 0 0 0,0 0 0 0 0,0 0 0 0 0,0 1 0 0 0,0-1 0 0 0,0 0 0 0 0,0 0 0 0 0,0 0-1 0 0,0 0 1 0 0,0 1 0 0 0,0-1 0 0 0,2 12 992 0 0,7 9-275 0 0,23 27-242 0 0,3-2 0 0 0,74 77 0 0 0,-101-114-533 0 0,0-1 1 0 0,1 0 0 0 0,1 0 0 0 0,-1-1-1 0 0,1-1 1 0 0,1 1 0 0 0,-1-1 0 0 0,16 5 0 0 0,-23-9 3 0 0,0-1 1 0 0,0 0 0 0 0,0 0 0 0 0,0-1-1 0 0,0 1 1 0 0,0 0 0 0 0,1-1 0 0 0,-1 0-1 0 0,0 0 1 0 0,0 0 0 0 0,0 0 0 0 0,1 0 0 0 0,-1-1-1 0 0,0 1 1 0 0,0-1 0 0 0,0 0 0 0 0,0 0-1 0 0,0 0 1 0 0,0-1 0 0 0,0 1 0 0 0,0-1 0 0 0,0 1-1 0 0,-1-1 1 0 0,1 0 0 0 0,-1 0 0 0 0,1 0-1 0 0,-1 0 1 0 0,0-1 0 0 0,1 1 0 0 0,-1-1-1 0 0,0 1 1 0 0,-1-1 0 0 0,1 0 0 0 0,0 1 0 0 0,1-7-1 0 0,-1 3 19 0 0,0 1 0 0 0,0-1 0 0 0,-1 0 0 0 0,0 0 0 0 0,0 1-1 0 0,-1-1 1 0 0,1 0 0 0 0,-1 0 0 0 0,-1 0 0 0 0,1 0 0 0 0,-1 0 0 0 0,0 0-1 0 0,0 0 1 0 0,-1 1 0 0 0,0-1 0 0 0,0 0 0 0 0,0 1 0 0 0,0-1 0 0 0,-4-4 0 0 0,-8-14 139 0 0,0 2 0 0 0,-32-40 0 0 0,35 48-148 0 0,3 4-106 0 0,-16-17-760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0.4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0 193 5529 0 0,'19'-10'4028'0'0,"-11"5"-2634"0"0,1 1-1 0 0,-1 0 0 0 0,1 0 1 0 0,0 1-1 0 0,-1 0 0 0 0,11-2 1 0 0,-16 5-1303 0 0,0 0 0 0 0,0 0 0 0 0,0 0 0 0 0,0 0 0 0 0,0 1 0 0 0,0-1 0 0 0,-1 1 0 0 0,1-1 0 0 0,0 1 0 0 0,0 0 0 0 0,-1 0 0 0 0,1 0 0 0 0,0 1 1 0 0,-1-1-1 0 0,0 1 0 0 0,1-1 0 0 0,-1 1 0 0 0,0 0 0 0 0,1 0 0 0 0,-1 0 0 0 0,0 0 0 0 0,-1 0 0 0 0,1 0 0 0 0,2 4 0 0 0,0-1 17 0 0,-2-3-66 0 0,0 0 1 0 0,-1 0 0 0 0,1-1-1 0 0,-1 1 1 0 0,0 0-1 0 0,1 0 1 0 0,-1 0-1 0 0,0 1 1 0 0,0-1-1 0 0,0 0 1 0 0,0 0-1 0 0,-1 1 1 0 0,1-1 0 0 0,-1 0-1 0 0,1 1 1 0 0,-1-1-1 0 0,0 4 216 0 0,-9-23 352 0 0,3 0-421 0 0,1-1 1 0 0,1 0-1 0 0,-4-33 0 0 0,7 41-530 0 0,1 0 1 0 0,0 0-1 0 0,3-16 1 0 0,-2 21-352 0 0,0 0 0 0 0,0 0 0 0 0,1 0 0 0 0,-1 0 0 0 0,1 0 0 0 0,1 1 0 0 0,4-9 0 0 0,0 3-1250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0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26 362 6913 0 0,'6'1'4232'0'0,"-6"-1"-4169"0"0,4-18 2331 0 0,-3-23 227 0 0,-2-28-1625 0 0,-3-53 1033 0 0,3 108-1777 0 0,-1 0 0 0 0,-1 0-1 0 0,0 0 1 0 0,-1 0 0 0 0,0 1 0 0 0,-8-17 0 0 0,10 49-199 0 0,3 12-415 0 0,1-19 274 0 0,1 0 0 0 0,0-1 0 0 0,1 1 0 0 0,0-1 0 0 0,1 0 0 0 0,0 0 0 0 0,12 18 0 0 0,-13-24 73 0 0,0 1-1 0 0,0-1 1 0 0,0 0 0 0 0,1 0-1 0 0,0 0 1 0 0,0-1-1 0 0,0 0 1 0 0,1 0 0 0 0,-1 0-1 0 0,1 0 1 0 0,0-1 0 0 0,0 0-1 0 0,0 0 1 0 0,0-1 0 0 0,11 3-1 0 0,-14-4-289 0 0,0 0 0 0 0,0-1 0 0 0,0 0 0 0 0,0 0-1 0 0,0 0 1 0 0,0 0 0 0 0,0 0 0 0 0,0-1 0 0 0,0 1 0 0 0,4-2 0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1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14 656 0 0,'0'-1'49'0'0,"0"1"0"0"0,0-1-1 0 0,0 0 1 0 0,0 1 0 0 0,0-1 0 0 0,0 1-1 0 0,0-1 1 0 0,0 1 0 0 0,0-1-1 0 0,0 1 1 0 0,-1-1 0 0 0,1 1 0 0 0,0-1-1 0 0,0 0 1 0 0,-1 1 0 0 0,1 0 0 0 0,0-1-1 0 0,-1 1 1 0 0,1-1 0 0 0,0 1 0 0 0,-1-1-1 0 0,1 1 1 0 0,-1 0 0 0 0,1-1-1 0 0,-1 1 1 0 0,-13 10 6028 0 0,3 16 731 0 0,8-12-5879 0 0,4 3-465 0 0,0 1 1 0 0,1-1-1 0 0,1 0 0 0 0,1 1 1 0 0,0-1-1 0 0,2-1 1 0 0,6 17-1 0 0,8 28-26 0 0,-16-48-383 0 0,-4-8-45 0 0,1-1 1 0 0,-1 0-1 0 0,2 0 0 0 0,-1 0 1 0 0,0 0-1 0 0,1 0 0 0 0,-1 0 0 0 0,1-1 1 0 0,0 1-1 0 0,0 0 0 0 0,1-1 1 0 0,4 6-1 0 0,-7-9-33 0 0,1 0 0 0 0,-1 0 0 0 0,1 0 1 0 0,-1 0-1 0 0,0 0 0 0 0,1-1 0 0 0,-1 1 0 0 0,1 0 0 0 0,-1 0 1 0 0,1 0-1 0 0,-1-1 0 0 0,0 1 0 0 0,1 0 0 0 0,-1 0 0 0 0,0-1 1 0 0,1 1-1 0 0,-1 0 0 0 0,0-1 0 0 0,1 1 0 0 0,-1 0 0 0 0,0-1 1 0 0,0 1-1 0 0,1-1 0 0 0,-1 1 0 0 0,0 0 0 0 0,0-1 0 0 0,0 1 1 0 0,1-1-1 0 0,-1 1 0 0 0,0-1 0 0 0,0 1 0 0 0,0 0 0 0 0,0-1 1 0 0,0 1-1 0 0,0-1 0 0 0,0 1 0 0 0,0-1 0 0 0,4-26-930 0 0,-3 23 583 0 0,1-14-564 0 0,-1-1-1 0 0,-2-22 1 0 0,0 30 1386 0 0,1 0 1 0 0,-1 0-1 0 0,2 0 0 0 0,-1 1 0 0 0,2-1 1 0 0,-1 0-1 0 0,2 1 0 0 0,-1-1 1 0 0,1 1-1 0 0,8-17 0 0 0,-11 26-391 0 0,1 0-1 0 0,-1 0 0 0 0,1 0 1 0 0,0 0-1 0 0,0 1 0 0 0,-1-1 1 0 0,1 0-1 0 0,0 0 0 0 0,0 1 0 0 0,0-1 1 0 0,0 1-1 0 0,0-1 0 0 0,0 1 1 0 0,0-1-1 0 0,0 1 0 0 0,0-1 1 0 0,0 1-1 0 0,0 0 0 0 0,0 0 1 0 0,0 0-1 0 0,0-1 0 0 0,0 1 1 0 0,0 0-1 0 0,0 0 0 0 0,1 0 1 0 0,-1 1-1 0 0,0-1 0 0 0,0 0 0 0 0,0 0 1 0 0,0 1-1 0 0,0-1 0 0 0,0 0 1 0 0,0 1-1 0 0,0-1 0 0 0,0 1 1 0 0,0-1-1 0 0,0 1 0 0 0,1 1 1 0 0,6 3 4 0 0,0 1 1 0 0,0 0-1 0 0,10 12 1 0 0,-3-4-47 0 0,-12-12-79 0 0,-1 0 0 0 0,1 0 1 0 0,-1 0-1 0 0,1-1 0 0 0,0 1 0 0 0,0-1 0 0 0,0 0 0 0 0,0 1 1 0 0,0-1-1 0 0,0-1 0 0 0,0 1 0 0 0,0 0 0 0 0,0-1 0 0 0,0 0 0 0 0,6 1 1 0 0,-6-2-625 0 0,0 1 0 0 0,0-1 0 0 0,0 0 0 0 0,0 0 0 0 0,0 0 0 0 0,0 0 0 0 0,0-1 0 0 0,0 1 1 0 0,-1-1-1 0 0,4-1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1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55 10594 0 0,'-34'-34'1991'0'0,"32"32"-1531"0"0,0-16 7297 0 0,29 35-6704 0 0,-11-7-429 0 0,40 29 48 0 0,77 69 0 0 0,-60-35-7527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1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0 9674 0 0,'-3'5'9750'0'0,"0"0"-9638"0"0,1 0 0 0 0,0 0 0 0 0,0 0 0 0 0,1 1 0 0 0,-3 9 0 0 0,-2 17 431 0 0,4-24-446 0 0,0-1-1 0 0,1 2 1 0 0,-1-1 0 0 0,1 0 0 0 0,1 0-1 0 0,0 0 1 0 0,0 0 0 0 0,1 1-1 0 0,1 10 1 0 0,-1-17-64 0 0,-1-1-1 0 0,1 0 1 0 0,0 0 0 0 0,-1 0-1 0 0,1 0 1 0 0,0 0 0 0 0,0 0-1 0 0,0 0 1 0 0,-1 0 0 0 0,1 0 0 0 0,0-1-1 0 0,0 1 1 0 0,0 0 0 0 0,0-1-1 0 0,1 1 1 0 0,-1 0 0 0 0,0-1-1 0 0,0 1 1 0 0,0-1 0 0 0,0 0-1 0 0,1 1 1 0 0,-1-1 0 0 0,0 0 0 0 0,0 0-1 0 0,0 0 1 0 0,1 0 0 0 0,-1 0-1 0 0,0 0 1 0 0,0 0 0 0 0,1 0-1 0 0,-1 0 1 0 0,0 0 0 0 0,0-1-1 0 0,1 1 1 0 0,-1-1 0 0 0,0 1 0 0 0,0-1-1 0 0,2-1 1 0 0,6-2-9 0 0,0 0-1 0 0,0-1 1 0 0,13-10 0 0 0,-16 10-19 0 0,1 0-280 0 0,0 1 0 0 0,1-1 0 0 0,0 1 0 0 0,-1 0 1 0 0,1 1-1 0 0,1 0 0 0 0,-1 0 0 0 0,11-2 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124 311 4609 0 0,'-2'-1'469'0'0,"0"0"0"0"0,-1 0 0 0 0,1 0-1 0 0,0 0 1 0 0,-1 0 0 0 0,1 0 0 0 0,-1 1 0 0 0,1-1 0 0 0,-1 1-1 0 0,1 0 1 0 0,-1-1 0 0 0,1 1 0 0 0,-1 1 0 0 0,1-1 0 0 0,-1 0 0 0 0,1 0-1 0 0,-1 1 1 0 0,-4 1 0 0 0,6-1-83 0 0,-1 0 0 0 0,0 0 0 0 0,0 0 0 0 0,1 1 0 0 0,-1-1 0 0 0,1 0 0 0 0,-1 1 0 0 0,1 0 0 0 0,-1-1 0 0 0,1 1 0 0 0,0 0 0 0 0,-2 2 0 0 0,-6 21 7 0 0,7-19-348 0 0,1 0 0 0 0,0 0 0 0 0,0 1 1 0 0,1-1-1 0 0,0 0 0 0 0,0 1 0 0 0,0-1 0 0 0,1 0 0 0 0,0 1 0 0 0,0-1 0 0 0,0 0 1 0 0,1 0-1 0 0,0 0 0 0 0,0 0 0 0 0,1 0 0 0 0,0 0 0 0 0,4 7 0 0 0,-6-12-45 0 0,1 0 0 0 0,-1 1 0 0 0,0-1 0 0 0,1 0 0 0 0,-1 0 0 0 0,1 0 0 0 0,0 0 0 0 0,-1 0 0 0 0,1-1 0 0 0,0 1-1 0 0,-1 0 1 0 0,1-1 0 0 0,0 1 0 0 0,0-1 0 0 0,-1 0 0 0 0,1 0 0 0 0,0 1 0 0 0,0-1 0 0 0,0 0 0 0 0,0 0 0 0 0,-1-1 0 0 0,1 1 0 0 0,0 0 0 0 0,0-1-1 0 0,0 1 1 0 0,-1-1 0 0 0,3 0 0 0 0,1-1-9 0 0,0 0-1 0 0,0 1 1 0 0,0-2-1 0 0,0 1 0 0 0,-1 0 1 0 0,1-1-1 0 0,-1 0 1 0 0,8-6-1 0 0,-5 1-186 0 0,0 0-1 0 0,-1-1 1 0 0,1 1-1 0 0,-2-1 0 0 0,1 0 1 0 0,4-12-1 0 0,-7 12-321 0 0,0 1 0 0 0,0-1 0 0 0,-1 0 0 0 0,0 1 0 0 0,-1-1 0 0 0,0 0-1 0 0,0 0 1 0 0,-1 0 0 0 0,0 0 0 0 0,-1 0 0 0 0,0 0 0 0 0,0 0 0 0 0,-1 1-1 0 0,0-1 1 0 0,-1 0 0 0 0,1 1 0 0 0,-2 0 0 0 0,1-1 0 0 0,-10-13 0 0 0,-1-2-175 0 0,-2 1 0 0 0,-1 1 0 0 0,0 0 0 0 0,-26-23 0 0 0,-12-3 3287 0 0,25 40 8774 0 0,36 22-8257 0 0,6 1-2844 0 0,1 1 0 0 0,0-2 1 0 0,1 0-1 0 0,1 0 0 0 0,0-2 0 0 0,33 22 0 0 0,-24-18 18 0 0,-1 2-1 0 0,28 27 0 0 0,51 64-1108 0 0,-86-94 192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2.4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55 5529 0 0,'-2'1'261'0'0,"1"0"1"0"0,0 0-1 0 0,-1-1 0 0 0,1 1 0 0 0,0 0 0 0 0,0 0 1 0 0,0 0-1 0 0,0 0 0 0 0,0 1 0 0 0,0-1 1 0 0,0 0-1 0 0,0 0 0 0 0,1 0 0 0 0,-1 1 0 0 0,0-1 1 0 0,1 1-1 0 0,-1-1 0 0 0,1 0 0 0 0,-1 3 1 0 0,-9 27 1891 0 0,9-26-2014 0 0,-1 0-1 0 0,1 1 1 0 0,1-1 0 0 0,-1 0 0 0 0,1 0-1 0 0,0 0 1 0 0,0 0 0 0 0,0 0 0 0 0,1 1-1 0 0,0-1 1 0 0,0 0 0 0 0,0 0 0 0 0,0 0-1 0 0,1 0 1 0 0,0 0 0 0 0,0-1 0 0 0,0 1 0 0 0,1-1-1 0 0,-1 1 1 0 0,1-1 0 0 0,0 0 0 0 0,1 0-1 0 0,-1 0 1 0 0,1 0 0 0 0,-1 0 0 0 0,1-1-1 0 0,0 0 1 0 0,1 0 0 0 0,-1 0 0 0 0,0 0 0 0 0,1-1-1 0 0,-1 0 1 0 0,1 1 0 0 0,0-2 0 0 0,0 1-1 0 0,0 0 1 0 0,6 0 0 0 0,-2-1-100 0 0,0-1 0 0 0,-1 0 0 0 0,1 0 0 0 0,0-1 0 0 0,0 0 0 0 0,-1-1 0 0 0,1 0 0 0 0,-1 0 0 0 0,0 0 0 0 0,1-1 0 0 0,-1-1 0 0 0,0 1 1 0 0,-1-1-1 0 0,1-1 0 0 0,8-6 0 0 0,-12 9-28 0 0,0-1 0 0 0,0 0 1 0 0,-1-1-1 0 0,1 1 0 0 0,-1 0 0 0 0,0-1 1 0 0,0 0-1 0 0,0 0 0 0 0,0 0 1 0 0,-1 0-1 0 0,1 0 0 0 0,-1 0 0 0 0,0-1 1 0 0,0 1-1 0 0,-1-1 0 0 0,0 0 1 0 0,1 1-1 0 0,-1-1 0 0 0,-1 0 0 0 0,1 0 1 0 0,-1 1-1 0 0,0-1 0 0 0,0 0 1 0 0,0 0-1 0 0,-1 0 0 0 0,1 1 0 0 0,-1-1 1 0 0,-3-6-1 0 0,2 5-70 0 0,0 0-1 0 0,-1 0 0 0 0,0 0 1 0 0,0 1-1 0 0,0 0 1 0 0,-1-1-1 0 0,0 1 1 0 0,0 1-1 0 0,0-1 0 0 0,0 0 1 0 0,-1 1-1 0 0,0 0 1 0 0,0 0-1 0 0,-10-5 1 0 0,10 6-747 0 0,0 1 0 0 0,0 0 0 0 0,0 0 0 0 0,-1 0 0 0 0,1 0 0 0 0,-7 0 0 0 0,-8 0-4621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2.9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16 194 5065 0 0,'-15'3'11097'0'0,"16"1"-10147"0"0,1 4-633 0 0,0 0 1 0 0,0 0 0 0 0,1 0 0 0 0,1 0 0 0 0,-1-1-1 0 0,1 1 1 0 0,5 7 0 0 0,-7-13-297 0 0,-1 0 1 0 0,1-1-1 0 0,0 1 1 0 0,-1 0-1 0 0,1-1 0 0 0,0 1 1 0 0,0-1-1 0 0,0 1 1 0 0,0-1-1 0 0,0 0 1 0 0,0 0-1 0 0,0 0 0 0 0,1 0 1 0 0,-1 0-1 0 0,0-1 1 0 0,1 1-1 0 0,-1-1 0 0 0,0 1 1 0 0,1-1-1 0 0,-1 0 1 0 0,1 0-1 0 0,-1 0 0 0 0,0 0 1 0 0,1 0-1 0 0,-1-1 1 0 0,1 1-1 0 0,-1-1 0 0 0,0 1 1 0 0,0-1-1 0 0,1 0 1 0 0,1-1-1 0 0,-1 1-56 0 0,-1 0 0 0 0,1-1 0 0 0,-1 1 0 0 0,0 0 0 0 0,1-1 0 0 0,-1 1 0 0 0,0-1 0 0 0,0 0 0 0 0,0 0 0 0 0,0 0 0 0 0,-1 0 1 0 0,1 0-1 0 0,0 0 0 0 0,-1 0 0 0 0,0 0 0 0 0,1-1 0 0 0,-1 1 0 0 0,0 0 0 0 0,0-1 0 0 0,0 0 0 0 0,0-2 0 0 0,1-5-244 0 0,-1 1-1 0 0,-1-1 1 0 0,0 0-1 0 0,-1-16 1 0 0,0 19 276 0 0,0-1 1 0 0,1 0-1 0 0,0 0 0 0 0,0 1 1 0 0,1-1-1 0 0,0 0 1 0 0,0 0-1 0 0,3-9 0 0 0,-3 16 68 0 0,-1-1 0 0 0,1 1 0 0 0,0 0 0 0 0,0-1 0 0 0,-1 1 0 0 0,1-1 0 0 0,0 1 0 0 0,0 0 0 0 0,1 0 0 0 0,-1 0 0 0 0,0 0 0 0 0,0 0 0 0 0,0 0 0 0 0,1 0 0 0 0,-1 0 0 0 0,1 0 0 0 0,-1 0 0 0 0,1 1 0 0 0,-1-1 0 0 0,1 0 0 0 0,-1 1 0 0 0,1 0-1 0 0,2-1 1 0 0,2 0 109 0 0,0 1 0 0 0,0 1 0 0 0,0-1 0 0 0,0 1-1 0 0,7 1 1 0 0,-10-1-129 0 0,1 0 0 0 0,0 0 0 0 0,-1-1 0 0 0,1 1 1 0 0,0-1-1 0 0,-1 0 0 0 0,1 0 0 0 0,0 0 0 0 0,0 0 0 0 0,-1-1 0 0 0,1 1 0 0 0,-1-1 0 0 0,1 0 0 0 0,0 0 0 0 0,4-3 1 0 0,-7 3-30 0 0,0 1 1 0 0,0-1 0 0 0,0 0 0 0 0,-1 0 0 0 0,1 0 0 0 0,0 0 0 0 0,-1 1 0 0 0,1-1 0 0 0,-1 0 0 0 0,1 0-1 0 0,-1 0 1 0 0,1-1 0 0 0,-1 1 0 0 0,0 0 0 0 0,1 0 0 0 0,-1 0 0 0 0,0 0 0 0 0,0 0 0 0 0,0 0 0 0 0,0 0-1 0 0,0 0 1 0 0,0-1 0 0 0,0 1 0 0 0,0 0 0 0 0,0 0 0 0 0,0 0 0 0 0,-1 0 0 0 0,1 0 0 0 0,0 0 0 0 0,-1 0-1 0 0,1 0 1 0 0,-1 0 0 0 0,0 0 0 0 0,1 0 0 0 0,-1 0 0 0 0,0 0 0 0 0,0-1 0 0 0,-19-21-907 0 0,7 11-2862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03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7 174 5529 0 0,'-1'-1'104'0'0,"1"1"0"0"0,-1-1 1 0 0,1 1-1 0 0,-1-1 0 0 0,1 0 0 0 0,-1 1 0 0 0,1-1 0 0 0,0 0 0 0 0,-1 1 0 0 0,1-1 0 0 0,0 0 1 0 0,-1 1-1 0 0,1-1 0 0 0,0 0 0 0 0,0 0 0 0 0,0 1 0 0 0,0-1 0 0 0,0 0 0 0 0,0 0 1 0 0,0 0-1 0 0,0 1 0 0 0,0-1 0 0 0,0 0 0 0 0,0 0 0 0 0,0 1 0 0 0,1-1 0 0 0,-1 0 0 0 0,0 1 1 0 0,1-1-1 0 0,-1-1 0 0 0,11-26 3398 0 0,-10 27-3399 0 0,0 0 0 0 0,0 0 1 0 0,1 1-1 0 0,-1-1 1 0 0,0 0-1 0 0,1 0 0 0 0,-1 1 1 0 0,1-1-1 0 0,-1 1 1 0 0,0-1-1 0 0,1 1 0 0 0,-1 0 1 0 0,1 0-1 0 0,0-1 1 0 0,-1 1-1 0 0,1 0 1 0 0,-1 0-1 0 0,1 1 0 0 0,-1-1 1 0 0,1 0-1 0 0,-1 0 1 0 0,1 1-1 0 0,-1-1 0 0 0,1 1 1 0 0,-1-1-1 0 0,1 1 1 0 0,-1 0-1 0 0,0-1 0 0 0,1 1 1 0 0,-1 0-1 0 0,0 0 1 0 0,0 0-1 0 0,2 1 0 0 0,7 6 1179 0 0,0 0 0 0 0,16 18-1 0 0,-20-20-1112 0 0,-7-11-168 0 0,1 0 0 0 0,-1 0 0 0 0,1 0 1 0 0,0 0-1 0 0,0 0 0 0 0,0 0 0 0 0,2-7 0 0 0,-2 9 8 0 0,1-5-41 0 0,0-4 304 0 0,1 0 0 0 0,-1 0 0 0 0,2 0 0 0 0,0 0 0 0 0,5-11 0 0 0,-8 21-218 0 0,1 0 1 0 0,0 0 0 0 0,0 0-1 0 0,-1 1 1 0 0,1-1-1 0 0,0 0 1 0 0,1 1 0 0 0,-1-1-1 0 0,0 1 1 0 0,0-1 0 0 0,1 1-1 0 0,-1 0 1 0 0,1 0 0 0 0,-1-1-1 0 0,1 1 1 0 0,-1 0 0 0 0,1 0-1 0 0,0 1 1 0 0,0-1 0 0 0,-1 0-1 0 0,1 0 1 0 0,0 1 0 0 0,0-1-1 0 0,0 1 1 0 0,0 0 0 0 0,0-1-1 0 0,0 1 1 0 0,-1 0 0 0 0,1 0-1 0 0,0 0 1 0 0,0 1-1 0 0,0-1 1 0 0,0 0 0 0 0,0 1-1 0 0,0-1 1 0 0,0 1 0 0 0,-1-1-1 0 0,1 1 1 0 0,0 0 0 0 0,2 1-1 0 0,7 3 83 0 0,0 0 0 0 0,0 1-1 0 0,0 0 1 0 0,0 1 0 0 0,-1 0 0 0 0,0 1-1 0 0,10 10 1 0 0,-15-12-264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54 116 8754 0 0,'-6'-8'572'0'0,"0"-1"-1"0"0,1 0 1 0 0,0 0 0 0 0,1-1 0 0 0,0 1-1 0 0,0-1 1 0 0,1 0 0 0 0,0 0 0 0 0,-1-11-1 0 0,2 11 65 0 0,0 9-324 0 0,-1 9-276 0 0,1 11-185 0 0,3 407-924 0 0,2-283 1083 0 0,8 73 279 0 0,9 0-1 0 0,59 262 1 0 0,89 543 3318 0 0,-160-866-3454 0 0,-13-91-2744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8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0 478 6913 0 0,'0'-1'131'0'0,"1"1"-1"0"0,-1-1 0 0 0,1 0 0 0 0,0 1 0 0 0,-1-1 0 0 0,1 0 0 0 0,-1 1 1 0 0,1-1-1 0 0,0 1 0 0 0,-1 0 0 0 0,1-1 0 0 0,0 1 0 0 0,0-1 0 0 0,-1 1 0 0 0,1 0 1 0 0,0 0-1 0 0,0-1 0 0 0,-1 1 0 0 0,1 0 0 0 0,0 0 0 0 0,0 0 0 0 0,1 0 0 0 0,31-9-194 0 0,29-2 202 0 0,1 3 0 0 0,78 0 0 0 0,15-1 402 0 0,134-18 790 0 0,196-22 851 0 0,352-50-54 0 0,1390-109-1128 0 0,-245 167 1602 0 0,-1573 67-2598 0 0,-238 3-5801 0 0,-128-20-327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3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5981 1 12443 0 0,'1'21'769'0'0,"1"0"0"0"0,1 0 0 0 0,1-1 0 0 0,1 1 0 0 0,7 21 0 0 0,45 98 689 0 0,-27-77-1280 0 0,1 2-164 0 0,45 133 0 0 0,68 537-56 0 0,-69-288 31 0 0,-45-254-258 0 0,5 209 0 0 0,-10-79 55 0 0,-17-259 753 0 0,3-1-1 0 0,2-1 1 0 0,3 0 0 0 0,3-1 0 0 0,45 100 0 0 0,-52-137-516 0 0,-1 0 1 0 0,-2 1-1 0 0,0 0 1 0 0,-2 0 0 0 0,0 1-1 0 0,2 28 1 0 0,-8-54-53 0 0,-1 1-1 0 0,0 1 1 0 0,0-1 0 0 0,0 0-1 0 0,0 0 1 0 0,1 0 0 0 0,-1 0 0 0 0,0 0-1 0 0,-1 0 1 0 0,1 0 0 0 0,0 0-1 0 0,0 0 1 0 0,0 0 0 0 0,-1 0-1 0 0,1 0 1 0 0,0 0 0 0 0,-1 0 0 0 0,1 0-1 0 0,-1 0 1 0 0,1-1 0 0 0,-1 1-1 0 0,1 0 1 0 0,-1 0 0 0 0,0 0-1 0 0,0-1 1 0 0,1 1 0 0 0,-1 0 0 0 0,-2 1-1 0 0,1-2-20 0 0,-1 1 1 0 0,0 0-1 0 0,-1-1 0 0 0,1 0 0 0 0,0 0 0 0 0,0 0 0 0 0,0 0 1 0 0,-4-1-1 0 0,-6 0-74 0 0,-169 1-58 0 0,-22-2 308 0 0,-244-44-1508 0 0,-141-7 192 0 0,552 52 1167 0 0,-577-9-353 0 0,310 13-356 0 0,-655 16-67 0 0,3 53 2309 0 0,6-11 368 0 0,566-46-165 0 0,-208 44-1617 0 0,528-45-740 0 0,-109 41 0 0 0,20-5-302 0 0,123-45 130 0 0,17-6-3932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4.7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6449 0 0,'-4'5'5094'0'0,"4"-5"-4990"0"0,1 18 995 0 0,7 20-882 0 0,-3-24 27 0 0,0-1 0 0 0,2 0-1 0 0,8 14 1 0 0,14 28 1239 0 0,-20-28-1006 0 0,0 1 0 0 0,-2 0 0 0 0,-1 0 0 0 0,3 40 0 0 0,-1 118 100 0 0,-7-134-452 0 0,109 1733 70 0 0,-43-1133 1794 0 0,-54-578-1523 0 0,3 0-1 0 0,3-1 1 0 0,32 78-1 0 0,-15-31-374 0 0,-34-115-1661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33 5985 0 0,'-23'-32'12404'0'0,"26"40"-10219"0"0,3 5-2308 0 0,10 33 566 0 0,-1 2-1 0 0,-2 0 1 0 0,-3 0-1 0 0,7 76 1 0 0,12 60-1505 0 0,-22-156-131 0 0,0-1 1 0 0,2 1-1 0 0,1-1 1 0 0,20 36-1 0 0,-27-55-195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3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31 320 1840 0 0,'-3'-25'258'0'0,"-4"-72"3151"0"0,7 86-3003 0 0,0-1 0 0 0,1 1 0 0 0,0-1 0 0 0,1 1 1 0 0,0 0-1 0 0,5-13 0 0 0,-4 18-293 0 0,0 0 0 0 0,0 0 0 0 0,1 1 0 0 0,0-1 0 0 0,0 1 1 0 0,1 0-1 0 0,-1 0 0 0 0,1 1 0 0 0,0-1 0 0 0,0 1 0 0 0,1 0 0 0 0,-1 0 0 0 0,1 1 1 0 0,0-1-1 0 0,0 1 0 0 0,0 1 0 0 0,0-1 0 0 0,9-2 0 0 0,3 0 18 0 0,0 0 0 0 0,0 2-1 0 0,1-1 1 0 0,-1 2 0 0 0,26 0 0 0 0,-21 2 174 0 0,1 1 1 0 0,-1 1 0 0 0,30 7 0 0 0,-47-8-290 0 0,-1 0 0 0 0,1 1 0 0 0,0-1 0 0 0,-1 1 0 0 0,1 1 1 0 0,-1-1-1 0 0,1 1 0 0 0,-1 0 0 0 0,0 0 0 0 0,0 0 0 0 0,-1 1 0 0 0,1 0 1 0 0,-1 0-1 0 0,0 0 0 0 0,0 0 0 0 0,0 1 0 0 0,0 0 0 0 0,4 7 0 0 0,-7-9 21 0 0,0 1 0 0 0,0 0 0 0 0,-1-1 0 0 0,1 1 0 0 0,-1 0 0 0 0,0-1 0 0 0,0 1 0 0 0,0 0 0 0 0,0-1-1 0 0,-1 1 1 0 0,1 0 0 0 0,-1-1 0 0 0,0 1 0 0 0,0-1 0 0 0,-1 1 0 0 0,1-1 0 0 0,-1 0 0 0 0,1 1 0 0 0,-1-1-1 0 0,0 0 1 0 0,0 0 0 0 0,-1 0 0 0 0,-2 3 0 0 0,-6 8 205 0 0,-1-2 0 0 0,-1 1 0 0 0,-20 15 0 0 0,17-16-122 0 0,-1 0-1 0 0,-1-1 1 0 0,0-1 0 0 0,0 0-1 0 0,-1-1 1 0 0,0-1 0 0 0,-40 10-1 0 0,43-14-233 0 0,0-2 1 0 0,0 1-1 0 0,0-2 0 0 0,-1 0 0 0 0,1-1 0 0 0,0-1 0 0 0,0 0 0 0 0,0-1 0 0 0,0-1 0 0 0,-27-8 0 0 0,31 7-5071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3225 0 0,'0'-5'859'0'0,"-1"0"131"0"0,1-1-1 0 0,0 0 1 0 0,1 0 0 0 0,0 1-1 0 0,-1-1 1 0 0,2 1 0 0 0,1-7-1 0 0,2 41 2672 0 0,0-3-3320 0 0,-3-12-261 0 0,31 261 1506 0 0,-28-215-2538 0 0,-4 0 0 0 0,-9 96-1 0 0,-4-97-4886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3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19 206 3681 0 0,'-19'-9'5449'0'0,"28"16"-3942"0"0,23 20-776 0 0,-2 1 1 0 0,-1 2-1 0 0,-1 1 0 0 0,27 38 0 0 0,-52-66-706 0 0,18 24 39 0 0,2-1 0 0 0,1-1-1 0 0,28 23 1 0 0,-40-38-64 0 0,-1-1 0 0 0,2-1 0 0 0,-1 0-1 0 0,1-1 1 0 0,0 0 0 0 0,1-1 0 0 0,0-1 0 0 0,-1 0-1 0 0,28 5 1 0 0,-39-9 52 0 0,1 0 0 0 0,0-1-1 0 0,0 1 1 0 0,0-1 0 0 0,-1 0 0 0 0,1 0-1 0 0,0 0 1 0 0,0 0 0 0 0,0-1 0 0 0,0 1-1 0 0,-1-1 1 0 0,1 1 0 0 0,0-1 0 0 0,-1 0-1 0 0,1 0 1 0 0,0 0 0 0 0,-1-1 0 0 0,1 1-1 0 0,-1-1 1 0 0,4-2 0 0 0,-4 2 104 0 0,0-1 0 0 0,-1 0 1 0 0,1 0-1 0 0,0 0 0 0 0,-1 0 0 0 0,0-1 0 0 0,1 1 0 0 0,-1 0 1 0 0,-1 0-1 0 0,1-1 0 0 0,0 1 0 0 0,-1-1 0 0 0,0 1 1 0 0,0 0-1 0 0,0-1 0 0 0,0-4 0 0 0,-15-148 3291 0 0,0 7-2813 0 0,3 17-578 0 0,2 76-6297 0 0,4 27-734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73 2761 0 0,'0'0'47'0'0,"0"0"0"0"0,-1 0 0 0 0,1 0 1 0 0,0-1-1 0 0,0 1 0 0 0,0 0 0 0 0,0 0 1 0 0,0 0-1 0 0,-1 0 0 0 0,1 0 142 0 0,0 0-142 0 0,0-1 1 0 0,0 1-1 0 0,0 0 0 0 0,0 0 0 0 0,0 0 1 0 0,-1 0-1 0 0,1 0 0 0 0,0 0 0 0 0,0-1 1 0 0,0 1-1 0 0,0 0 0 0 0,0 0 0 0 0,0 0 1 0 0,0 0-1 0 0,0 0 0 0 0,0-1 0 0 0,0 1 1 0 0,0 0-1 0 0,0 0 0 0 0,0 0 0 0 0,0 0 1 0 0,0 0-1 0 0,0-1 0 0 0,0 1 0 0 0,0 0 1 0 0,0 0-1 0 0,0 0 0 0 0,1 0 0 0 0,-1 0 1 0 0,0-1-1 0 0,0 1 0 0 0,0 0 142 0 0,0 0-142 0 0,1 0 1 0 0,10-7 1295 0 0,12-3 22 0 0,-23 10-1363 0 0,41-12 1064 0 0,1 1 0 0 0,1 2 0 0 0,57-5-1 0 0,-50 11-2896 0 0,55 3-1 0 0,-48 4-5089 0 0,-52-3 6442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8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1 2761 0 0,'-11'1'683'0'0,"-1"0"-1"0"0,0 0 1 0 0,1 2 0 0 0,-1-1 0 0 0,-21 9 0 0 0,30-9-444 0 0,0-1 0 0 0,0 1 0 0 0,0 0 0 0 0,0 0 0 0 0,0 0 0 0 0,0 0 0 0 0,0 1 0 0 0,1-1 0 0 0,-1 1 0 0 0,1 0 0 0 0,0 0 0 0 0,-1 0 1 0 0,1 0-1 0 0,1 0 0 0 0,-1 0 0 0 0,0 0 0 0 0,1 0 0 0 0,0 1 0 0 0,0-1 0 0 0,0 1 0 0 0,0-1 0 0 0,0 1 0 0 0,0 5 0 0 0,0 14 154 0 0,1 0 0 0 0,0 0 0 0 0,2 0 0 0 0,5 25-1 0 0,26 91-635 0 0,-31-128 114 0 0,7 22-263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1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69 7370 0 0,'0'0'62'0'0,"0"1"1"0"0,-1-1 0 0 0,1 0 0 0 0,0 0 0 0 0,0 0 0 0 0,-1 0 0 0 0,1 0 0 0 0,0 0 0 0 0,-1 0-1 0 0,1 0 1 0 0,0 0 0 0 0,0 1 0 0 0,-1-1 0 0 0,1 0 0 0 0,0 0 0 0 0,-1-1 0 0 0,1 1-1 0 0,0 0 1 0 0,0 0 0 0 0,-1 0 0 0 0,1 0 0 0 0,0 0 0 0 0,-1 0 0 0 0,1 0 0 0 0,0 0-1 0 0,0 0 1 0 0,-1-1 0 0 0,1 1 0 0 0,0 0 0 0 0,0 0 0 0 0,-1 0 0 0 0,1-1 0 0 0,0 1 0 0 0,0 0-1 0 0,0 0 1 0 0,-1 0 0 0 0,1-1 0 0 0,0 1 0 0 0,0 0 0 0 0,0 0 0 0 0,0-1 0 0 0,0 1-1 0 0,0 0 1 0 0,-1-1 0 0 0,1 1 0 0 0,0 0 0 0 0,0 0 0 0 0,0-1 0 0 0,0 1 0 0 0,0 0 0 0 0,0-1-1 0 0,0 1 1 0 0,16-15 2401 0 0,30-10 133 0 0,-32 20-2482 0 0,1 0 0 0 0,0 1 0 0 0,0 1 1 0 0,0 1-1 0 0,1 0 0 0 0,-1 1 0 0 0,18 0 0 0 0,2 3-1604 0 0,0 2 1 0 0,35 7 0 0 0,-48-6-3057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4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45 3225 0 0,'-6'-2'643'0'0,"0"0"0"0"0,1 0 0 0 0,0-1 1 0 0,-1 0-1 0 0,1 0 0 0 0,0 0 1 0 0,1 0-1 0 0,-7-6 0 0 0,-9-6 3831 0 0,20 15-4341 0 0,-1 1 1 0 0,1-1-1 0 0,0 0 0 0 0,0 1 0 0 0,-1-1 0 0 0,1 0 1 0 0,0 1-1 0 0,0-1 0 0 0,-1 1 0 0 0,1-1 0 0 0,0 0 1 0 0,0 1-1 0 0,0-1 0 0 0,0 1 0 0 0,0-1 0 0 0,0 1 1 0 0,0-1-1 0 0,0 1 0 0 0,0-1 0 0 0,0 0 0 0 0,0 1 0 0 0,0-1 1 0 0,0 1-1 0 0,0-1 0 0 0,0 1 0 0 0,0-1 0 0 0,0 0 1 0 0,0 1-1 0 0,1-1 0 0 0,-1 1 0 0 0,0-1 0 0 0,1 1 1 0 0,3 25 166 0 0,-3-23-67 0 0,26 124 570 0 0,-6-42-7008 0 0,-12-53 600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7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90 1376 0 0,'-6'0'143'0'0,"0"0"-1"0"0,0 0 1 0 0,0 0 0 0 0,0-1-1 0 0,0 0 1 0 0,0 0-1 0 0,0 0 1 0 0,-7-3 0 0 0,12 3-8 0 0,0 1 0 0 0,0-1 0 0 0,0 1 1 0 0,0-1-1 0 0,-1 0 0 0 0,1 1 0 0 0,0-1 1 0 0,0 0-1 0 0,0 0 0 0 0,1 0 1 0 0,-1 1-1 0 0,0-1 0 0 0,0 0 0 0 0,0 0 1 0 0,1-1-1 0 0,-1 1 0 0 0,0 0 0 0 0,0-1 1 0 0,1 0 26 0 0,0 1 0 0 0,0 0 0 0 0,0-1 0 0 0,0 1-1 0 0,0-1 1 0 0,0 1 0 0 0,1 0 0 0 0,-1-1 0 0 0,0 1 0 0 0,1 0 0 0 0,-1-1 0 0 0,1 1 0 0 0,-1 0 0 0 0,1 0 0 0 0,0 0 0 0 0,0-1 0 0 0,-1 1 0 0 0,1 0 0 0 0,0 0 0 0 0,0 0 0 0 0,1-1 0 0 0,3-2 26 0 0,-1 1 0 0 0,1-1 0 0 0,-1 1 0 0 0,1 0 0 0 0,0 0 0 0 0,1 1 0 0 0,-1-1 0 0 0,0 1 0 0 0,1 0 0 0 0,-1 1 0 0 0,1-1 0 0 0,-1 1 0 0 0,1 0 0 0 0,0 1 0 0 0,8-1 0 0 0,11 1-360 0 0,-1 0 0 0 0,30 6 0 0 0,-48-6-258 0 0,0 1-1 0 0,0 0 1 0 0,0 0-1 0 0,0 0 1 0 0,0 1 0 0 0,0 0-1 0 0,0 0 1 0 0,-1 1-1 0 0,1 0 1 0 0,-1 0-1 0 0,9 6 1 0 0,-5 1 383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15 1840 0 0,'-10'-15'9049'0'0,"22"48"-8112"0"0,-1 0-1 0 0,9 56 1 0 0,-4-14-1453 0 0,-8-41-120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2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3225 0 0,'1'-2'110'0'0,"-1"1"1"0"0,1-1-1 0 0,0 1 1 0 0,-1-1-1 0 0,1 1 1 0 0,0 0 0 0 0,0-1-1 0 0,0 1 1 0 0,0 0-1 0 0,0 0 1 0 0,0 0-1 0 0,0 0 1 0 0,0 0-1 0 0,1 0 1 0 0,-1 0 0 0 0,0 0-1 0 0,3-1 1 0 0,27-16 1348 0 0,-25 15-1073 0 0,12-5 370 0 0,0 0 0 0 0,1 1 0 0 0,36-8 0 0 0,-30 10-731 0 0,0 1-1 0 0,1 1 1 0 0,-1 1-1 0 0,0 2 1 0 0,27 2 0 0 0,-31 1-906 0 0,-3 0-2509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5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6 5529 0 0,'0'0'223'0'0,"-1"-1"1"0"0,1 1-1 0 0,-1-1 0 0 0,0 1 0 0 0,1-1 0 0 0,-1 1 1 0 0,0 0-1 0 0,1-1 0 0 0,-1 1 0 0 0,0 0 1 0 0,1-1-1 0 0,-1 1 0 0 0,0 0 0 0 0,1 0 0 0 0,-1 0 1 0 0,0 0-1 0 0,0 0 0 0 0,1 0 0 0 0,-1 0 1 0 0,0 0-1 0 0,1 0 0 0 0,-1 0 0 0 0,0 0 0 0 0,0 0 1 0 0,1 0-1 0 0,-1 0 0 0 0,0 1 0 0 0,1-1 0 0 0,-1 0 1 0 0,0 1-1 0 0,1-1 0 0 0,-1 0 0 0 0,0 1 1 0 0,0 0-1 0 0,0 2 21 0 0,1-1 0 0 0,-1 0 0 0 0,1 1 0 0 0,0-1 0 0 0,0 0 0 0 0,0 1 0 0 0,0-1 0 0 0,0 0 0 0 0,1 4 0 0 0,0 7-640 0 0,5 58-356 0 0,18 74 1 0 0,-21-126 21 0 0,3 14-4069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7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28 456 0 0,'-1'0'5555'0'0,"4"-1"-5400"0"0,99-20 3453 0 0,-87 19-3615 0 0,0 0-1 0 0,0 1 1 0 0,-1 1 0 0 0,1 0-1 0 0,19 3 1 0 0,-18 1-3490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4.0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14 2761 0 0,'-10'-6'-171'0'0,"-4"-1"2340"0"0,14 7-2087 0 0,0 1 0 0 0,-1 0 0 0 0,1-1 1 0 0,0 1-1 0 0,-1-1 0 0 0,1 1 1 0 0,0 0-1 0 0,-1-1 0 0 0,1 1 0 0 0,0 0 1 0 0,0-1-1 0 0,0 1 0 0 0,0 0 0 0 0,0-1 1 0 0,0 1-1 0 0,0 0 0 0 0,0-1 1 0 0,0 1-1 0 0,0 0 0 0 0,0-1 0 0 0,0 1 1 0 0,0 0-1 0 0,1-1 0 0 0,-1 1 1 0 0,0-1-1 0 0,1 2 0 0 0,0 6 308 0 0,39 264 5944 0 0,-38-246-6579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7370 0 0,'19'-4'6377'0'0,"-1"1"-6175"0"0,0 1 0 0 0,0 1 0 0 0,1 0 1 0 0,18 2-1 0 0,16 10-1194 0 0,-34-6-19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3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97 7370 0 0,'52'-34'3520'0'0,"-23"20"-2573"0"0,55-20-1 0 0,-71 30-1348 0 0,0 1 0 0 0,1 0 0 0 0,26-1-1 0 0,-22 4-3657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7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49 4609 0 0,'8'-5'623'0'0,"0"-1"0"0"0,0 1 1 0 0,1 0-1 0 0,-1 1 0 0 0,1 0 0 0 0,1 1 0 0 0,-1 0 0 0 0,14-3 1 0 0,-14 4-1090 0 0,0 0 0 0 0,0 0 0 0 0,0 1 0 0 0,0 1 0 0 0,15 0 0 0 0,-11 2-2731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1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5985 0 0,'38'-15'3115'0'0,"-12"8"-2693"0"0,-9-1-119 0 0,2 2 0 0 0,-1 0 0 0 0,31-6 1 0 0,-39 11-569 0 0,-1 0 0 0 0,1 1 1 0 0,-1 0-1 0 0,1 0 0 0 0,-1 1 1 0 0,1 0-1 0 0,-1 1 1 0 0,0 0-1 0 0,12 4 0 0 0,-9-1-773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 6913 0 0,'0'0'35'0'0,"0"0"-1"0"0,0 1 1 0 0,0-1-1 0 0,0 0 0 0 0,0 0 1 0 0,0 0-1 0 0,0 0 0 0 0,0 0 1 0 0,0 0-1 0 0,0 0 0 0 0,0 0 1 0 0,0 1-1 0 0,0-1 1 0 0,0 0-1 0 0,0 0 0 0 0,0 0 1 0 0,0 0-1 0 0,0 0 0 0 0,0 0 1 0 0,0 0-1 0 0,0 1 0 0 0,0-1 1 0 0,0 0-1 0 0,0 0 1 0 0,0 0-1 0 0,0 0 0 0 0,0 0 1 0 0,0 0-1 0 0,0 0 0 0 0,0 0 1 0 0,0 1-1 0 0,1-1 0 0 0,-1 0 1 0 0,0 0-1 0 0,0 0 1 0 0,0 0-1 0 0,0 0 0 0 0,0 0 1 0 0,0 0-1 0 0,0 0 0 0 0,0 0 1 0 0,0 0-1 0 0,1 0 0 0 0,-1 0 1 0 0,0 0-1 0 0,0 0 1 0 0,0 0-1 0 0,0 0 0 0 0,0 0 1 0 0,0 0-1 0 0,0 0 0 0 0,1 0 1 0 0,-1 0-1 0 0,0 0 0 0 0,0 0 1 0 0,0 0-1 0 0,0 0 1 0 0,0 0-1 0 0,0 0 0 0 0,0 0 1 0 0,1 0-1 0 0,-1 0 0 0 0,0 0 1 0 0,0 0-1 0 0,0 0 0 0 0,0 0 1 0 0,18-2 1283 0 0,18-4 392 0 0,-8-2-1364 0 0,-12 3-53 0 0,-1 1-1 0 0,1 0 1 0 0,21-1-1 0 0,-28 4-899 0 0,-1 1 0 0 0,0 1 0 0 0,0 0 0 0 0,0 0 0 0 0,12 3 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6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1840 0 0,'29'-15'5764'0'0,"-1"2"-4259"0"0,66-32 2102 0 0,-83 40-3673 0 0,1 1 0 0 0,0 1 0 0 0,0-1 0 0 0,0 2-1 0 0,0 0 1 0 0,18-1 0 0 0,-15 6-2233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8290 0 0,'0'2'182'0'0,"1"0"0"0"0,0 0 1 0 0,0 0-1 0 0,0 0 0 0 0,0 0 0 0 0,0 0 1 0 0,0 0-1 0 0,1 0 0 0 0,-1 0 0 0 0,1-1 1 0 0,-1 1-1 0 0,1-1 0 0 0,0 1 1 0 0,-1-1-1 0 0,1 0 0 0 0,0 1 0 0 0,0-1 1 0 0,0 0-1 0 0,0 0 0 0 0,0 0 0 0 0,0 0 1 0 0,0-1-1 0 0,0 1 0 0 0,1-1 0 0 0,-1 1 1 0 0,0-1-1 0 0,0 0 0 0 0,0 0 1 0 0,3 0-1 0 0,32-3 1242 0 0,-6-9-3811 0 0,-20 7-881 0 0,-2 0-170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2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371 51 1376 0 0,'-1'-4'237'0'0,"-1"1"0"0"0,1 0 1 0 0,-1 0-1 0 0,0 0 0 0 0,0 0 0 0 0,0 1 0 0 0,0-1 0 0 0,-1 1 0 0 0,1-1 0 0 0,-1 1 0 0 0,1-1 0 0 0,-1 1 1 0 0,0 0-1 0 0,0 1 0 0 0,0-1 0 0 0,0 0 0 0 0,0 1 0 0 0,0-1 0 0 0,-1 1 0 0 0,1 0 0 0 0,0 0 0 0 0,-1 1 0 0 0,1-1 1 0 0,-1 1-1 0 0,1-1 0 0 0,-1 1 0 0 0,1 0 0 0 0,0 0 0 0 0,-1 1 0 0 0,1-1 0 0 0,-1 1 0 0 0,1-1 0 0 0,-1 1 0 0 0,1 0 1 0 0,0 1-1 0 0,0-1 0 0 0,0 0 0 0 0,-1 1 0 0 0,1 0 0 0 0,1 0 0 0 0,-1 0 0 0 0,0 0 0 0 0,0 0 0 0 0,1 0 1 0 0,-4 5-1 0 0,-26 24 653 0 0,-126 139 1148 0 0,152-160-2020 0 0,0 0-1 0 0,1-1 1 0 0,0 2-1 0 0,0-1 1 0 0,1 0-1 0 0,1 1 1 0 0,0 0-1 0 0,0 0 1 0 0,1 0-1 0 0,1 0 1 0 0,-1 20-1 0 0,1 2 33 0 0,3 1 0 0 0,8 54 0 0 0,-9-77-72 0 0,1 0 1 0 0,1-1-1 0 0,0 1 0 0 0,1-1 0 0 0,0 0 0 0 0,0 0 0 0 0,1 0 0 0 0,0 0 0 0 0,1-1 1 0 0,0 0-1 0 0,0 0 0 0 0,1 0 0 0 0,0-1 0 0 0,16 13 0 0 0,-13-13-7 0 0,0-1 0 0 0,1 0 0 0 0,0-1 1 0 0,0 0-1 0 0,0-1 0 0 0,1 0 0 0 0,0-1 0 0 0,0 0 0 0 0,0-1 0 0 0,0-1 0 0 0,1 1 0 0 0,20-1 0 0 0,-13-1 84 0 0,-1 0-1 0 0,1-2 1 0 0,-1-1-1 0 0,0 0 1 0 0,0-2-1 0 0,0 0 1 0 0,0-1 0 0 0,0 0-1 0 0,-1-2 1 0 0,0 0-1 0 0,-1-1 1 0 0,1-1-1 0 0,-1-1 1 0 0,-1 0-1 0 0,0-1 1 0 0,-1-1 0 0 0,0 0-1 0 0,0-1 1 0 0,-2-1-1 0 0,20-24 1 0 0,-20 20 98 0 0,-1 0 1 0 0,-1 0 0 0 0,-1-1-1 0 0,-1 0 1 0 0,-1-1 0 0 0,0 0-1 0 0,-1 0 1 0 0,-2-1 0 0 0,6-31-1 0 0,-9 41-82 0 0,-1 1 0 0 0,0-1 0 0 0,-1 1 0 0 0,0-1-1 0 0,-1 0 1 0 0,0 1 0 0 0,-1-1 0 0 0,0 1 0 0 0,0-1-1 0 0,-1 1 1 0 0,-1 0 0 0 0,1 0 0 0 0,-2 0 0 0 0,1 1-1 0 0,-1-1 1 0 0,-1 1 0 0 0,0 0 0 0 0,0 1-1 0 0,-1-1 1 0 0,-13-13 0 0 0,3 8-167 0 0,0 1 0 0 0,0 1 0 0 0,-1 1 1 0 0,-36-18-1 0 0,43 24 23 0 0,0 1 1 0 0,0 0 0 0 0,0 0-1 0 0,-1 1 1 0 0,0 0 0 0 0,1 1-1 0 0,-1 1 1 0 0,0 0 0 0 0,0 0-1 0 0,-14 2 1 0 0,9 2-795 0 0,1 5-192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3.6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327 191 2761 0 0,'-10'-2'321'0'0,"0"1"1"0"0,0 0 0 0 0,0 1 0 0 0,0 0 0 0 0,0 1 0 0 0,0 0 0 0 0,0 1-1 0 0,0 0 1 0 0,0 0 0 0 0,0 1 0 0 0,1 0 0 0 0,-1 1 0 0 0,-13 7 0 0 0,8-3-46 0 0,-1 0 0 0 0,2 1 0 0 0,-1 1 1 0 0,2 1-1 0 0,-1 0 0 0 0,1 0 0 0 0,-13 17 1 0 0,20-20-239 0 0,0 1 0 0 0,1 0 0 0 0,0 0 0 0 0,0 0 0 0 0,1 1-1 0 0,0 0 1 0 0,1 0 0 0 0,0 0 0 0 0,1 0 0 0 0,0 0 0 0 0,0 0 0 0 0,1 1 0 0 0,1-1 0 0 0,-1 1 0 0 0,2-1 0 0 0,0 1 0 0 0,0-1 0 0 0,5 19 0 0 0,-4-18-77 0 0,1 0 0 0 0,0-1 0 0 0,0 0 0 0 0,2 0 0 0 0,-1 0-1 0 0,1 0 1 0 0,0 0 0 0 0,1-1 0 0 0,0 0 0 0 0,1 0 0 0 0,0-1 0 0 0,0 0 0 0 0,1 0-1 0 0,0-1 1 0 0,0 0 0 0 0,1 0 0 0 0,16 10 0 0 0,-8-10-156 0 0,0-1 0 0 0,1 0 0 0 0,-1-1 0 0 0,1-1 0 0 0,0-1 0 0 0,0 0 0 0 0,0-1 1 0 0,1-1-1 0 0,-1-1 0 0 0,0-1 0 0 0,23-3 0 0 0,-15 0 176 0 0,0-1 1 0 0,0-1 0 0 0,0-1-1 0 0,-1-2 1 0 0,-1 0 0 0 0,1-1-1 0 0,26-17 1 0 0,-42 21 163 0 0,1 0-1 0 0,-1-1 1 0 0,-1 0-1 0 0,1 0 1 0 0,-1-1 0 0 0,0 0-1 0 0,-1-1 1 0 0,0 0-1 0 0,0 0 1 0 0,-1-1-1 0 0,6-11 1 0 0,-6 7 200 0 0,0 0-1 0 0,-1-1 1 0 0,0 0 0 0 0,-1 1-1 0 0,-1-1 1 0 0,-1-1 0 0 0,2-24 0 0 0,-4 16 143 0 0,-1 0 1 0 0,-1 0 0 0 0,-1 1 0 0 0,-1-1-1 0 0,-1 1 1 0 0,-1 0 0 0 0,-1 0 0 0 0,0 1-1 0 0,-2 0 1 0 0,-20-35 0 0 0,25 49-413 0 0,-2 1-1 0 0,1-1 1 0 0,-1 1 0 0 0,0 0 0 0 0,0 1-1 0 0,0 0 1 0 0,-1 0 0 0 0,0 0-1 0 0,-1 0 1 0 0,1 1 0 0 0,-1 1 0 0 0,0-1-1 0 0,0 1 1 0 0,0 1 0 0 0,-1-1 0 0 0,0 1-1 0 0,1 1 1 0 0,-1 0 0 0 0,0 0-1 0 0,-14-1 1 0 0,12 3-310 0 0,1 0-1 0 0,0 0 1 0 0,0 1 0 0 0,-1 1-1 0 0,1-1 1 0 0,0 2 0 0 0,0-1-1 0 0,0 1 1 0 0,1 1-1 0 0,-1 0 1 0 0,1 0 0 0 0,0 1-1 0 0,0 0 1 0 0,0 1 0 0 0,1-1-1 0 0,0 2 1 0 0,-15 13-1 0 0,12-7-758 0 0,0 1-1 0 0,0-1 0 0 0,1 2 1 0 0,-9 17-1 0 0,8-10 790 0 0,1 0-1 0 0,1 1 1 0 0,1 0-1 0 0,-8 38 1 0 0,11-35 188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4.2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252 199 1840 0 0,'-3'-1'124'0'0,"0"-1"1"0"0,1 1-1 0 0,-1-1 0 0 0,0 1 0 0 0,1-1 0 0 0,-1 0 0 0 0,1 0 0 0 0,0 0 0 0 0,-1 0 0 0 0,1 0 0 0 0,-2-3 0 0 0,-25-35 2551 0 0,13 18-1539 0 0,15 20-967 0 0,-1-1 0 0 0,1 1 1 0 0,-1 0-1 0 0,0 0 0 0 0,0 0 0 0 0,0 0 0 0 0,0 0 0 0 0,0 0 0 0 0,0 1 1 0 0,-1-1-1 0 0,1 1 0 0 0,0-1 0 0 0,-1 1 0 0 0,1 0 0 0 0,-1 0 1 0 0,0 0-1 0 0,1 0 0 0 0,-1 0 0 0 0,0 1 0 0 0,1-1 0 0 0,-1 1 0 0 0,0 0 1 0 0,0 0-1 0 0,1 0 0 0 0,-1 0 0 0 0,0 0 0 0 0,0 1 0 0 0,1-1 0 0 0,-1 1 1 0 0,0 0-1 0 0,1-1 0 0 0,-1 1 0 0 0,1 1 0 0 0,-1-1 0 0 0,1 0 0 0 0,-1 0 1 0 0,1 1-1 0 0,0 0 0 0 0,-4 3 0 0 0,-1 1-57 0 0,0 1 0 0 0,1 0 0 0 0,0 1-1 0 0,1-1 1 0 0,0 1 0 0 0,0 0 0 0 0,0 0 0 0 0,1 0 0 0 0,1 1 0 0 0,-6 15 0 0 0,5-4-180 0 0,0 0 0 0 0,2 0 0 0 0,0 0 1 0 0,1 0-1 0 0,1 1 0 0 0,3 26 1 0 0,4 6-639 0 0,16 61 0 0 0,-15-80-152 0 0,26 64 0 0 0,-28-84 480 0 0,1 0 0 0 0,0-1-1 0 0,1 1 1 0 0,0-2 0 0 0,1 1 0 0 0,22 22-1 0 0,-27-31 273 0 0,0 0 0 0 0,0-1 0 0 0,1 1-1 0 0,-1-1 1 0 0,1 0 0 0 0,0 0 0 0 0,0-1-1 0 0,0 0 1 0 0,0 1 0 0 0,1-1 0 0 0,-1-1-1 0 0,1 1 1 0 0,-1-1 0 0 0,1 0 0 0 0,10 0-1 0 0,-8-1 89 0 0,-1-1-1 0 0,1 0 1 0 0,-1 0-1 0 0,1-1 0 0 0,-1 0 1 0 0,0 0-1 0 0,0-1 0 0 0,0 0 1 0 0,0 0-1 0 0,12-8 0 0 0,-7 3 122 0 0,-1 0 0 0 0,0-1 0 0 0,0-1-1 0 0,-1 0 1 0 0,0 0 0 0 0,-1-1-1 0 0,0 0 1 0 0,0-1 0 0 0,-1 0 0 0 0,-1 0-1 0 0,0-1 1 0 0,5-14 0 0 0,6-31 1369 0 0,-3-1 0 0 0,-2 0 1 0 0,7-100-1 0 0,-18 144-1237 0 0,-1 0 0 0 0,-1 0 0 0 0,0-1 0 0 0,-1 1 0 0 0,-1 0-1 0 0,0 0 1 0 0,-7-23 0 0 0,6 31-192 0 0,1 0 0 0 0,-1 1 0 0 0,0-1 0 0 0,-1 0 0 0 0,0 1 0 0 0,0 0-1 0 0,0 0 1 0 0,-1 0 0 0 0,1 1 0 0 0,-1 0 0 0 0,-1-1 0 0 0,1 2 0 0 0,-1-1 0 0 0,0 1 0 0 0,0-1-1 0 0,0 2 1 0 0,-11-6 0 0 0,-13-3-177 0 0,-1 1 0 0 0,1 2 0 0 0,-2 1 0 0 0,-46-6-1 0 0,50 14-1335 0 0,10 3-2534 0 0,4 3-620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288 84 3225 0 0,'-1'-5'396'0'0,"-1"0"1"0"0,0 0-1 0 0,-1 1 0 0 0,1-1 1 0 0,-1 0-1 0 0,0 1 1 0 0,0 0-1 0 0,0-1 1 0 0,-1 1-1 0 0,0 1 1 0 0,1-1-1 0 0,-1 0 0 0 0,0 1 1 0 0,-1 0-1 0 0,1 0 1 0 0,-1 0-1 0 0,1 0 1 0 0,-9-2-1 0 0,9 3-211 0 0,0 1 0 0 0,0 0 0 0 0,-1 0 0 0 0,1 0 1 0 0,-1 1-1 0 0,1 0 0 0 0,0 0 0 0 0,-1 0 0 0 0,1 0 0 0 0,-1 0 0 0 0,1 1 0 0 0,0 0 0 0 0,-1 0 0 0 0,1 0 0 0 0,0 1 0 0 0,0-1 0 0 0,-1 1 1 0 0,2 0-1 0 0,-1 0 0 0 0,0 0 0 0 0,0 1 0 0 0,-4 3 0 0 0,-3 4-133 0 0,1 1 0 0 0,0-1-1 0 0,1 2 1 0 0,0 0 0 0 0,0 0 0 0 0,1 0 0 0 0,1 1 0 0 0,0 0 0 0 0,1 1 0 0 0,0 0-1 0 0,1 0 1 0 0,1 0 0 0 0,0 0 0 0 0,1 1 0 0 0,0-1 0 0 0,2 1 0 0 0,-1 0 0 0 0,2 0-1 0 0,0-1 1 0 0,2 17 0 0 0,-1-16-87 0 0,2 0 0 0 0,-1 0 0 0 0,2 0 0 0 0,0 0 0 0 0,1 0 1 0 0,0-1-1 0 0,1 0 0 0 0,13 22 0 0 0,-13-26 2 0 0,1-1-1 0 0,0 0 1 0 0,0 0 0 0 0,1 0 0 0 0,0-1 0 0 0,0 0 0 0 0,1-1 0 0 0,0 0-1 0 0,1 0 1 0 0,-1-1 0 0 0,1 0 0 0 0,11 4 0 0 0,-9-4-81 0 0,0-2 0 0 0,0 0 0 0 0,0 0 0 0 0,0-1-1 0 0,0 0 1 0 0,1-1 0 0 0,0-1 0 0 0,-1 0 0 0 0,14-1 0 0 0,-19 0 101 0 0,0-1 1 0 0,0 0 0 0 0,1-1-1 0 0,-1 0 1 0 0,0 0-1 0 0,-1-1 1 0 0,1 1 0 0 0,0-1-1 0 0,-1-1 1 0 0,1 1-1 0 0,-1-1 1 0 0,0-1 0 0 0,0 1-1 0 0,-1-1 1 0 0,0 0-1 0 0,1 0 1 0 0,4-6 0 0 0,26-38 650 0 0,49-86-1 0 0,-53 83 89 0 0,-31 50-695 0 0,6-9 76 0 0,0-1 0 0 0,-1 1 0 0 0,0-1 0 0 0,-1 0 0 0 0,4-14 0 0 0,-8 23-106 0 0,-1-1 0 0 0,1 1-1 0 0,-1 0 1 0 0,0 0-1 0 0,1 0 1 0 0,-1-1-1 0 0,-1 1 1 0 0,1 0 0 0 0,0 0-1 0 0,-1-1 1 0 0,0 1-1 0 0,0 0 1 0 0,0 0 0 0 0,0 0-1 0 0,0 0 1 0 0,0 0-1 0 0,-1 0 1 0 0,1 0-1 0 0,-1 1 1 0 0,0-1 0 0 0,0 0-1 0 0,0 1 1 0 0,0-1-1 0 0,-1 1 1 0 0,-4-4 0 0 0,-7-3 1 0 0,-1 0 0 0 0,1 1-1 0 0,-1 0 1 0 0,-1 2 0 0 0,1 0 0 0 0,-23-6 0 0 0,-24-9-761 0 0,38 11 32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6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66 1376 0 0,'-17'-4'886'0'0,"27"-3"1498"0"0,33-8 1261 0 0,-41 14-3688 0 0,32-9 1231 0 0,0 2 0 0 0,36-3 0 0 0,25 3-3315 0 0,-80 6-1445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66 18 6449 0 0,'-23'-7'708'0'0,"18"5"381"0"0,-1 0 0 0 0,1 0 0 0 0,-1 1 0 0 0,1-1 0 0 0,-9 1 0 0 0,13 4-781 0 0,1 0 0 0 0,-1 1 0 0 0,1-1 0 0 0,0 1 0 0 0,1-1 0 0 0,-1 0 0 0 0,2 6 0 0 0,-2-5-205 0 0,15 84-111 0 0,-7-50-2902 0 0,-5-28 1250 0 0,4 21-3355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2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11 2304 0 0,'-21'10'1917'0'0,"31"-10"154"0"0,-4-1-1551 0 0,64-3 2768 0 0,-5 0-2607 0 0,-1-3-3763 0 0,-40 2-232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4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6449 0 0,'-3'1'294'0'0,"0"0"0"0"0,0 1 0 0 0,0-1-1 0 0,0 0 1 0 0,0 1 0 0 0,0 0 0 0 0,1 0-1 0 0,-1 0 1 0 0,1 0 0 0 0,-1 0 0 0 0,1 1-1 0 0,-4 4 1 0 0,5-4-26 0 0,0 0-1 0 0,0 0 0 0 0,0 0 1 0 0,1 0-1 0 0,-1 0 1 0 0,1 0-1 0 0,0 0 0 0 0,0 0 1 0 0,0 0-1 0 0,0 0 1 0 0,0 0-1 0 0,1 0 0 0 0,0 0 1 0 0,1 5-1 0 0,40 182-1393 0 0,-35-154-160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9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5529 0 0,'0'0'423'0'0,"21"3"2488"0"0,76 15 450 0 0,3 1-2480 0 0,-77-16-2538 0 0,0-1 0 0 0,30-1 0 0 0,-37-2-1852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1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 4145 0 0,'-2'0'281'0'0,"0"1"0"0"0,1 0-1 0 0,-1 0 1 0 0,0 0 0 0 0,0 0 0 0 0,1 0 0 0 0,-1 0-1 0 0,1 1 1 0 0,-1-1 0 0 0,1 0 0 0 0,0 1 0 0 0,-1-1 0 0 0,1 1-1 0 0,0-1 1 0 0,0 1 0 0 0,0 0 0 0 0,0 0 0 0 0,0-1 0 0 0,0 1-1 0 0,1 0 1 0 0,-1 0 0 0 0,1 0 0 0 0,-1 0 0 0 0,1 0 0 0 0,0 0-1 0 0,-1 2 1 0 0,1 6 180 0 0,0 0 0 0 0,1 0 0 0 0,-1 0 0 0 0,4 10-1 0 0,-1 6-76 0 0,5 67 54 0 0,5 62-1840 0 0,-9-53-3303 0 0,-3-47 1552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4145 0 0,'47'-26'4593'0'0,"-36"21"-4046"0"0,0 0 0 0 0,1 0-1 0 0,0 1 1 0 0,0 1 0 0 0,13-2 0 0 0,-19 4-770 0 0,-1 0 0 0 0,1 0 0 0 0,0 1-1 0 0,0 0 1 0 0,0 1 0 0 0,0-1 0 0 0,0 1 0 0 0,0 0 0 0 0,0 0-1 0 0,-1 1 1 0 0,1 0 0 0 0,10 5 0 0 0,-7-2-3206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8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0 5529 0 0,'-3'4'460'0'0,"0"0"1"0"0,1 0-1 0 0,-1 0 0 0 0,1 0 0 0 0,0 1 0 0 0,0-1 1 0 0,1 0-1 0 0,-1 1 0 0 0,1 0 0 0 0,0-1 1 0 0,0 1-1 0 0,0 0 0 0 0,1 6 0 0 0,1 71 1362 0 0,0-66-1682 0 0,6 77-1542 0 0,-3-61-3128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8.9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293 70 2761 0 0,'0'-2'133'0'0,"-1"1"0"0"0,1 0 0 0 0,-1 0 1 0 0,0 0-1 0 0,1 0 0 0 0,-1 0 0 0 0,0 0 1 0 0,0 1-1 0 0,0-1 0 0 0,0 0 1 0 0,0 0-1 0 0,0 1 0 0 0,0-1 0 0 0,0 0 1 0 0,0 1-1 0 0,0-1 0 0 0,0 1 0 0 0,-1-1 1 0 0,1 1-1 0 0,0 0 0 0 0,0 0 1 0 0,-2-1-1 0 0,-1 1 20 0 0,1 0 0 0 0,0 0 0 0 0,0 1 0 0 0,0-1 0 0 0,-1 1 0 0 0,1 0 1 0 0,0 0-1 0 0,-5 2 0 0 0,-1 1 5 0 0,0 1 0 0 0,-1 0 0 0 0,2 1 0 0 0,-13 9 0 0 0,-2 7 103 0 0,2 0 0 0 0,0 2 1 0 0,2 0-1 0 0,1 1 1 0 0,1 1-1 0 0,1 0 0 0 0,-18 41 1 0 0,32-61-259 0 0,0-1 0 0 0,0 0 0 0 0,1 1 0 0 0,0 0-1 0 0,0-1 1 0 0,0 1 0 0 0,1-1 0 0 0,0 1 0 0 0,0 0 0 0 0,1-1 0 0 0,-1 1 0 0 0,1 0 0 0 0,0-1 0 0 0,1 1 0 0 0,-1-1 0 0 0,1 1 0 0 0,0-1-1 0 0,0 0 1 0 0,6 9 0 0 0,5 7-33 0 0,1-1-1 0 0,1 0 0 0 0,22 23 1 0 0,-21-25-21 0 0,-1-2-110 0 0,1-2-1 0 0,1 0 1 0 0,0 0-1 0 0,1-2 1 0 0,0 0-1 0 0,1-1 1 0 0,0-1-1 0 0,1-1 1 0 0,0-1-1 0 0,0 0 1 0 0,1-1-1 0 0,0-2 1 0 0,0 0-1 0 0,0-1 1 0 0,1-1-1 0 0,0-1 1 0 0,-1-1-1 0 0,1-1 1 0 0,0-1-1 0 0,-1-1 1 0 0,1-1-1 0 0,25-6 1 0 0,-35 4 365 0 0,0 1 0 0 0,-1-2 0 0 0,1 1 0 0 0,-2-2 0 0 0,1 1 1 0 0,-1-2-1 0 0,0 1 0 0 0,0-1 0 0 0,-1-1 0 0 0,0 0 0 0 0,0 0 0 0 0,-1-1 0 0 0,0 0 0 0 0,-1 0 0 0 0,0-1 0 0 0,8-18 1 0 0,-6 11 226 0 0,-1 0 1 0 0,-1-1 0 0 0,-1 1 0 0 0,0-2 0 0 0,-1 1 0 0 0,-1-1 0 0 0,-1 1 0 0 0,-1-1-1 0 0,-1-37 1 0 0,-2 44-215 0 0,-1-1 0 0 0,0 0 0 0 0,-1 1 0 0 0,-1 0 0 0 0,0 0 0 0 0,0 0 0 0 0,-2 0 0 0 0,1 0 0 0 0,-2 1 0 0 0,0 0 0 0 0,0 0 0 0 0,-1 1 0 0 0,0 0 0 0 0,-14-13 0 0 0,8 10-153 0 0,-1 0 0 0 0,-1 1 1 0 0,0 1-1 0 0,-1 0 0 0 0,0 2 0 0 0,-1 0 0 0 0,0 0 0 0 0,-1 2 0 0 0,-22-7 0 0 0,33 12-220 0 0,0 1 0 0 0,-1 0 0 0 0,1 0 0 0 0,-1 1 0 0 0,1 0 1 0 0,-1 1-1 0 0,0 0 0 0 0,-17 2 0 0 0,3 2-922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2240 0 0,'0'-2'220'0'0,"1"-1"0"0"0,0 0-1 0 0,0 0 1 0 0,0 1-1 0 0,0-1 1 0 0,0 1-1 0 0,0-1 1 0 0,1 1 0 0 0,-1-1-1 0 0,1 1 1 0 0,0 0-1 0 0,-1 0 1 0 0,1 0-1 0 0,3-2 1 0 0,34-31 4494 0 0,-30 28-4189 0 0,3-3 286 0 0,0 0 0 0 0,1 1 0 0 0,22-13 0 0 0,-29 20-870 0 0,0-1 0 0 0,0 1 0 0 0,0 0 0 0 0,-1 1 1 0 0,2-1-1 0 0,-1 1 0 0 0,0 0 0 0 0,0 1 0 0 0,0-1 1 0 0,0 1-1 0 0,1 1 0 0 0,7 0 0 0 0,-1 2-886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46 1376 0 0,'-2'1'167'0'0,"-9"1"2415"0"0,14-4-2507 0 0,7-3-106 0 0,0 0 1 0 0,0 1 0 0 0,1 0-1 0 0,-1 1 1 0 0,1 0 0 0 0,13-1-1 0 0,32-10 136 0 0,-48 10 996 0 0,-7 3-1021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0.1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372 73 456 0 0,'-5'-2'349'0'0,"0"-1"0"0"0,0 1 0 0 0,0 1 0 0 0,0-1 0 0 0,-1 1 0 0 0,1 0 0 0 0,0 0 0 0 0,0 0 0 0 0,-1 1 0 0 0,1-1 0 0 0,0 2 0 0 0,-7-1-1 0 0,-2 2 331 0 0,-1 0-1 0 0,1 0 0 0 0,-18 7 1 0 0,19-5-447 0 0,1 1 1 0 0,-1 1-1 0 0,1 0 0 0 0,1 0 1 0 0,-1 2-1 0 0,1-1 1 0 0,0 1-1 0 0,1 1 1 0 0,0 0-1 0 0,1 0 0 0 0,-1 1 1 0 0,2 0-1 0 0,-1 1 1 0 0,-8 16-1 0 0,9-14-216 0 0,0 1-1 0 0,1 0 1 0 0,1 1-1 0 0,1-1 0 0 0,0 1 1 0 0,1 0-1 0 0,0 0 1 0 0,1 1-1 0 0,1-1 1 0 0,1 1-1 0 0,0-1 1 0 0,2 20-1 0 0,-1-27-66 0 0,1 0 0 0 0,0 0 1 0 0,1 1-1 0 0,0-1 0 0 0,0-1 0 0 0,1 1 0 0 0,0 0 0 0 0,0-1 0 0 0,1 1 1 0 0,-1-1-1 0 0,2 0 0 0 0,-1 0 0 0 0,1-1 0 0 0,0 1 0 0 0,1-1 0 0 0,-1 0 1 0 0,1 0-1 0 0,0-1 0 0 0,1 0 0 0 0,11 7 0 0 0,-6-5-58 0 0,0-1 0 0 0,0-1 0 0 0,1 0 0 0 0,-1-1 1 0 0,1-1-1 0 0,0 0 0 0 0,1 0 0 0 0,-1-1 0 0 0,0-1 0 0 0,1 0 0 0 0,24-2 0 0 0,-13-1 205 0 0,0-2 0 0 0,0 0 0 0 0,-1-2 0 0 0,1 0 0 0 0,-1-2 0 0 0,0-1 1 0 0,-1-1-1 0 0,38-21 0 0 0,-47 23 106 0 0,-1-1 0 0 0,0 0 0 0 0,-1-1 0 0 0,0 0 0 0 0,0 0 0 0 0,-1-2 0 0 0,-1 1 0 0 0,0-1 0 0 0,0-1 0 0 0,-1 0 0 0 0,-1 0 0 0 0,0-1 0 0 0,-1 0 0 0 0,0 0 0 0 0,5-19 0 0 0,-10 23-25 0 0,0 0 0 0 0,-1 0 0 0 0,0 0 0 0 0,0 0 0 0 0,-1-1 0 0 0,-1 1 0 0 0,1 0 0 0 0,-2 0 0 0 0,1-1 0 0 0,-2 1 0 0 0,1 0 0 0 0,-1 1 0 0 0,-1-1-1 0 0,0 0 1 0 0,0 1 0 0 0,-1 0 0 0 0,0 0 0 0 0,0 0 0 0 0,-1 1 0 0 0,0 0 0 0 0,-14-15 0 0 0,10 13-221 0 0,0 1 0 0 0,0 0-1 0 0,-1 0 1 0 0,0 1 0 0 0,0 1-1 0 0,-1 0 1 0 0,0 0-1 0 0,0 1 1 0 0,-1 0 0 0 0,1 1-1 0 0,-1 1 1 0 0,-1 0 0 0 0,1 1-1 0 0,0 0 1 0 0,-1 1 0 0 0,-17 0-1 0 0,-4 6-5173 0 0,20 0 447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0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269 33 920 0 0,'-1'-1'115'0'0,"0"-1"1"0"0,1 0-1 0 0,-1 0 0 0 0,0 0 1 0 0,0 0-1 0 0,0 0 0 0 0,-1 1 0 0 0,1-1 1 0 0,0 0-1 0 0,-1 1 0 0 0,1-1 1 0 0,-1 1-1 0 0,1 0 0 0 0,-1-1 0 0 0,0 1 1 0 0,0 0-1 0 0,1 0 0 0 0,-1 0 0 0 0,0 0 1 0 0,-4-1-1 0 0,3 2 31 0 0,0 0-1 0 0,0-1 1 0 0,0 1 0 0 0,0 0 0 0 0,0 1-1 0 0,0-1 1 0 0,0 0 0 0 0,0 1-1 0 0,0 0 1 0 0,0 0 0 0 0,0 0-1 0 0,-5 2 1 0 0,0 1 94 0 0,0 1 0 0 0,0 0 0 0 0,1 0 0 0 0,0 1 0 0 0,-1 0 0 0 0,2 0 0 0 0,-1 0 0 0 0,-8 12 0 0 0,-2 6-69 0 0,2-1 0 0 0,0 2 0 0 0,2 0 0 0 0,1 1 0 0 0,1 0 0 0 0,-13 46 0 0 0,21-62-175 0 0,0 0 1 0 0,1 1-1 0 0,1-1 0 0 0,0 1 0 0 0,0-1 1 0 0,1 1-1 0 0,0-1 0 0 0,1 1 0 0 0,0 0 1 0 0,1-1-1 0 0,0 0 0 0 0,1 1 1 0 0,0-1-1 0 0,0 0 0 0 0,1 0 0 0 0,1-1 1 0 0,-1 1-1 0 0,1-1 0 0 0,1 0 1 0 0,13 16-1 0 0,-12-18-87 0 0,0-1 1 0 0,1 0 0 0 0,0 0-1 0 0,0-1 1 0 0,0 0-1 0 0,1 0 1 0 0,-1-1 0 0 0,1 0-1 0 0,0-1 1 0 0,0 0 0 0 0,1 0-1 0 0,-1-1 1 0 0,1 0-1 0 0,11 1 1 0 0,-5-2 113 0 0,-1 0 0 0 0,1-1 0 0 0,0-1 0 0 0,-1 0 0 0 0,1-1-1 0 0,0 0 1 0 0,-1-2 0 0 0,16-4 0 0 0,-19 3 187 0 0,0 0 0 0 0,-1-1-1 0 0,0 0 1 0 0,1 0 0 0 0,-2-1-1 0 0,1-1 1 0 0,-1 0-1 0 0,0 0 1 0 0,-1-1 0 0 0,0 0-1 0 0,-1-1 1 0 0,1 0 0 0 0,-2 0-1 0 0,1-1 1 0 0,-2 0 0 0 0,1 0-1 0 0,-2 0 1 0 0,1-1 0 0 0,-2 0-1 0 0,1 0 1 0 0,-2 0 0 0 0,1-1-1 0 0,-2 1 1 0 0,0-1 0 0 0,0 0-1 0 0,-1 0 1 0 0,-1 0 0 0 0,-1-20-1 0 0,-1 20-14 0 0,0 1 0 0 0,-1-1 1 0 0,0 0-1 0 0,-1 1 0 0 0,0 0 0 0 0,-1 0 0 0 0,-1 0 0 0 0,0 0 0 0 0,0 1 1 0 0,-1 0-1 0 0,-12-14 0 0 0,12 17-260 0 0,0 1 1 0 0,-1 0-1 0 0,0 0 0 0 0,0 1 1 0 0,-1 0-1 0 0,0 0 0 0 0,0 1 1 0 0,0 0-1 0 0,-1 1 1 0 0,1 0-1 0 0,-1 1 0 0 0,0 0 1 0 0,0 0-1 0 0,-17-2 1 0 0,1 3-3556 0 0,2 1-1200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2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1 163 920 0 0,'2'-4'496'0'0,"0"0"0"0"0,1 0 0 0 0,-1 0-1 0 0,1 1 1 0 0,0-1 0 0 0,0 1 0 0 0,0 0-1 0 0,1 0 1 0 0,5-5 0 0 0,1 0 309 0 0,2-5 129 0 0,5-4 157 0 0,1 0 0 0 0,24-17 1 0 0,-37 29-1208 0 0,2 2-1 0 0,-1-1 1 0 0,0 0 0 0 0,1 1 0 0 0,-1 0-1 0 0,1 1 1 0 0,0 0 0 0 0,0 0-1 0 0,0 0 1 0 0,0 1 0 0 0,0 0 0 0 0,9 0-1 0 0,-6 1-3301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219 128 1376 0 0,'-3'-1'123'0'0,"0"0"-1"0"0,1 1 0 0 0,-1 0 0 0 0,0-1 1 0 0,0 1-1 0 0,0 0 0 0 0,1 1 0 0 0,-1-1 1 0 0,0 0-1 0 0,0 1 0 0 0,1-1 0 0 0,-1 1 1 0 0,0 0-1 0 0,-4 2 0 0 0,-36 19 973 0 0,33-16-990 0 0,0 0 0 0 0,0 1 0 0 0,1 0 0 0 0,0 1 0 0 0,1 0 0 0 0,-1 0 0 0 0,1 1-1 0 0,1 0 1 0 0,0 0 0 0 0,0 1 0 0 0,1 0 0 0 0,-6 12 0 0 0,9-14-37 0 0,0 0-1 0 0,0 0 1 0 0,1 0-1 0 0,0 1 1 0 0,0 0-1 0 0,1-1 1 0 0,0 1 0 0 0,1-1-1 0 0,0 1 1 0 0,0 0-1 0 0,1 0 1 0 0,0-1-1 0 0,0 1 1 0 0,1-1-1 0 0,0 1 1 0 0,7 15-1 0 0,0-3-110 0 0,1 0-1 0 0,1-1 1 0 0,2 0-1 0 0,0-1 1 0 0,0 0-1 0 0,2-1 0 0 0,0-1 1 0 0,1 0-1 0 0,1-2 1 0 0,28 22-1 0 0,-34-29 12 0 0,0-1 0 0 0,0-1-1 0 0,1 0 1 0 0,-1-1 0 0 0,1 0 0 0 0,0 0-1 0 0,1-2 1 0 0,24 5 0 0 0,-28-7 28 0 0,0 0 1 0 0,1-1-1 0 0,-1 0 1 0 0,1-1-1 0 0,-1 0 1 0 0,1 0-1 0 0,-1-1 1 0 0,0 0-1 0 0,0-1 1 0 0,0 0-1 0 0,0 0 1 0 0,0-1-1 0 0,9-6 1 0 0,-10 6 133 0 0,-2-1 0 0 0,1 0 0 0 0,-1-1 0 0 0,1 0 0 0 0,-1 0 0 0 0,-1 0 0 0 0,1 0 0 0 0,-1-1 0 0 0,0 0 0 0 0,-1 0 0 0 0,0 0 0 0 0,0-1 0 0 0,0 1 0 0 0,-1-1 0 0 0,0 0 0 0 0,-1 0 0 0 0,2-10 0 0 0,2-13 568 0 0,-2-1 0 0 0,-1 0 1 0 0,-1-37-1 0 0,-1 45-17 0 0,-1-2-113 0 0,-1-109 2462 0 0,0 117-2760 0 0,-1 1-1 0 0,0 0 0 0 0,-2 0 0 0 0,0 1 0 0 0,-11-29 0 0 0,13 39-330 0 0,-2 1 0 0 0,1-1 0 0 0,0 0 0 0 0,-1 1-1 0 0,0 0 1 0 0,0 0 0 0 0,-1 0 0 0 0,-8-7 0 0 0,10 10-148 0 0,1 0 1 0 0,-1 0-1 0 0,1 1 1 0 0,-1-1-1 0 0,0 0 1 0 0,0 1-1 0 0,1 0 1 0 0,-1 0-1 0 0,0 0 1 0 0,0 0-1 0 0,0 0 1 0 0,0 1-1 0 0,0-1 1 0 0,0 1-1 0 0,-1 0 1 0 0,1 0-1 0 0,0 0 1 0 0,0 0-1 0 0,0 1 1 0 0,-5 0-1 0 0,-4 5-1006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 38 2761 0 0,'-5'1'299'0'0,"0"0"0"0"0,0 0 1 0 0,-1 0-1 0 0,1-1 1 0 0,0 1-1 0 0,0-1 0 0 0,-1-1 1 0 0,1 1-1 0 0,-8-2 1 0 0,36-10 4858 0 0,1 4-4257 0 0,0 2 0 0 0,28-5 0 0 0,-33 9-1050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1524 1 2304 0 0,'0'0'1577'0'0,"-10"7"2646"0"0,-52 10-3470 0 0,-79 26 1136 0 0,77-22-1608 0 0,0-3 0 0 0,-2-2 0 0 0,-75 7 0 0 0,47-13 322 0 0,-156-5 0 0 0,196-9-431 0 0,0-2-1 0 0,-63-15 1 0 0,-102-36-191 0 0,127 31-270 0 0,79 22-337 0 0,-1 1 0 0 0,1 0 1 0 0,0 1-1 0 0,-15 0 0 0 0,13 2-3167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 6913 0 0,'-1'1'25'0'0,"0"0"1"0"0,0 0-1 0 0,0 0 0 0 0,0 1 0 0 0,0-1 0 0 0,1 0 0 0 0,-1 1 0 0 0,0-1 0 0 0,1 0 0 0 0,-1 1 0 0 0,1-1 0 0 0,-1 1 0 0 0,1-1 0 0 0,0 1 0 0 0,0 2 0 0 0,-2 31-495 0 0,2-21 598 0 0,-6 134 380 0 0,7 0 0 0 0,33 245 0 0 0,-1-167-86 0 0,84 723-925 0 0,-47-412 1128 0 0,-10-117 102 0 0,-33-228-87 0 0,3 44 187 0 0,-29-208-3843 0 0,-5 54-1 0 0,2-67 2154 0 0,1-6-778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7.6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6 920 0 0,'-1'-1'121'0'0,"1"1"1"0"0,0 0-1 0 0,-1-1 0 0 0,1 1 1 0 0,-1-1-1 0 0,1 1 0 0 0,-1 0 0 0 0,1-1 1 0 0,0 1-1 0 0,-1 0 0 0 0,0-1 1 0 0,1 1-1 0 0,-1 0 0 0 0,1 0 0 0 0,-1 0 1 0 0,1-1-1 0 0,-1 1 0 0 0,1 0 0 0 0,-1 0 1 0 0,0 0-1 0 0,1 0 0 0 0,-1 0 1 0 0,1 0-1 0 0,-1 0 0 0 0,1 0 0 0 0,-1 0 1 0 0,0 1-1 0 0,1-1 0 0 0,-1 0 0 0 0,1 0 1 0 0,-1 0-1 0 0,1 1 0 0 0,-1-1 1 0 0,1 0-1 0 0,-1 0 0 0 0,1 1 0 0 0,-1-1 1 0 0,1 1-1 0 0,-1-1 0 0 0,1 0 1 0 0,0 1-1 0 0,-1-1 0 0 0,1 1 0 0 0,0-1 1 0 0,-1 1-1 0 0,1-1 0 0 0,0 1 0 0 0,0-1 1 0 0,-1 1-1 0 0,1-1 0 0 0,0 1 1 0 0,0 0-1 0 0,-7 20 2951 0 0,7-8-4117 0 0,6 40 1799 0 0,3 1-1 0 0,18 59 1 0 0,-3-12 237 0 0,-19-71-616 0 0,-1 1 1 0 0,-1 49 0 0 0,0-74-2537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8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20 129 456 0 0,'-20'2'3216'0'0,"34"-1"-427"0"0,892-17 4225 0 0,-445-33-5218 0 0,-124-11 249 0 0,-333 59-2355 0 0,37-5 695 0 0,-39 6-1041 0 0,0 0 0 0 0,0 0 1 0 0,1 1-1 0 0,-1-1 0 0 0,0 0 1 0 0,0 1-1 0 0,0-1 0 0 0,0 1 1 0 0,0 0-1 0 0,2 1 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9.9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33 920 0 0,'0'-2'172'0'0,"0"0"-1"0"0,1 0 1 0 0,-1 0 0 0 0,1 0-1 0 0,-1 0 1 0 0,1 0-1 0 0,0 0 1 0 0,0 0 0 0 0,0 0-1 0 0,0 0 1 0 0,0 0-1 0 0,0 0 1 0 0,1 0-1 0 0,2-2 1 0 0,-3 8 203 0 0,1 0 0 0 0,-1 0 0 0 0,1 0 0 0 0,-1 0 0 0 0,-1 0 1 0 0,1 0-1 0 0,0 7 0 0 0,53 482 2557 0 0,-50-428-2539 0 0,-2-35 744 0 0,0 1 1 0 0,-5 47-1 0 0,2-51-3268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0.4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83 456 0 0,'9'-35'703'0'0,"8"-13"10899"0"0,-18 68-10702 0 0,0-10-758 0 0,-2 74 343 0 0,3 1 0 0 0,22 162-1 0 0,-6-98-202 0 0,86 539-50 0 0,-14-125-184 0 0,-56-163 59 0 0,-26-304-14 0 0,-4-34 171 0 0,-1-19-5059 0 0,0-26-140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1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0 415 2304 0 0,'24'-10'342'0'0,"0"0"0"0"0,0 2 0 0 0,1 0 0 0 0,0 2 0 0 0,0 1 0 0 0,30-3 0 0 0,159 1 3029 0 0,-129 7-2918 0 0,398-36 243 0 0,-2-37 0 0 0,-151 32-696 0 0,-178 24 0 0 0,291-10 0 0 0,-275 20 0 0 0,17 1 0 0 0,268-24 0 0 0,-196-16 431 0 0,182-21-155 0 0,60 65-774 0 0,0 36 708 0 0,-394-26-141 0 0,332-1 2375 0 0,-96-6-1556 0 0,-217 10 93 0 0,234 53 1 0 0,-185-28-580 0 0,-135-29-576 0 0,-1-2 0 0 0,54 1-1 0 0,-71-6 40 0 0,0-1 0 0 0,0-1 0 0 0,0-1 0 0 0,0-1 0 0 0,-1 0 0 0 0,26-10 0 0 0,-36 10-1508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3.1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11 297 2761 0 0,'-10'-3'2446'0'0,"19"-4"-1363"0"0,24-6-578 0 0,-33 13-491 0 0,53-14 403 0 0,-1 2-1 0 0,2 2 0 0 0,-1 3 1 0 0,68-1-1 0 0,111-17-481 0 0,202-53-391 0 0,-216 25-228 0 0,-155 35 938 0 0,1 2 1 0 0,1 3-1 0 0,78-5 0 0 0,-138 18-173 0 0,0-1 94 0 0,0 1-1 0 0,0-1 1 0 0,0 1-1 0 0,0 1 0 0 0,0-1 1 0 0,0 0-1 0 0,0 1 1 0 0,0 0-1 0 0,0 0 1 0 0,0 1-1 0 0,-1 0 1 0 0,1-1-1 0 0,4 4 0 0 0,-10-2 202 0 0,-1 0-1 0 0,-1 0 1 0 0,1-1-1 0 0,0 1 1 0 0,-1 0-1 0 0,0-1 0 0 0,1 0 1 0 0,-1 1-1 0 0,-4 1 1 0 0,2 1 197 0 0,-9 6-328 0 0,1 1 0 0 0,1 0 0 0 0,0 1 0 0 0,1 1 0 0 0,0 0 1 0 0,1 0-1 0 0,0 1 0 0 0,2 0 0 0 0,0 1 0 0 0,0 0 0 0 0,1 0 0 0 0,1 1 0 0 0,-4 19 0 0 0,1 10-246 0 0,2 0 0 0 0,2 0-1 0 0,1 0 1 0 0,6 70 0 0 0,31 186-33 0 0,-5-75 21 0 0,33 353-115 0 0,-11 63-215 0 0,-30-322 69 0 0,128 755-1341 0 0,-125-949 1406 0 0,105 465-2207 0 0,-115-547 2246 0 0,-4-8 168 0 0,2-1 1 0 0,2 0-1 0 0,23 48 1 0 0,-33-75 77 0 0,0 0-1 0 0,-1 0 1 0 0,0 0 0 0 0,0 0 0 0 0,-1 0-1 0 0,0 1 1 0 0,-1-1 0 0 0,0 0-1 0 0,-2 15 1 0 0,2 23 647 0 0,1-33-527 0 0,0-3-116 0 0,0 1 0 0 0,-1 0 0 0 0,-2 18 0 0 0,2-28-38 0 0,0 0-1 0 0,0 0 1 0 0,-1 0 0 0 0,1 0-1 0 0,-1 0 1 0 0,1-1-1 0 0,-1 1 1 0 0,0 0 0 0 0,0 0-1 0 0,0 0 1 0 0,0-1-1 0 0,0 1 1 0 0,0 0-1 0 0,0-1 1 0 0,0 1 0 0 0,-1-1-1 0 0,1 1 1 0 0,-1-1-1 0 0,1 0 1 0 0,-1 1 0 0 0,1-1-1 0 0,-1 0 1 0 0,0 0-1 0 0,0 0 1 0 0,1 0-1 0 0,-1-1 1 0 0,-3 2 0 0 0,-1-1 32 0 0,0-1 1 0 0,1 0 0 0 0,-1 0 0 0 0,0-1 0 0 0,1 0 0 0 0,-1 0 0 0 0,1 0-1 0 0,-1 0 1 0 0,1-1 0 0 0,-1 0 0 0 0,1 0 0 0 0,-6-3 0 0 0,-59-37 355 0 0,69 41-417 0 0,-18-10-10 0 0,-1 0-1 0 0,0 1 1 0 0,-1 1 0 0 0,0 1-1 0 0,-33-8 1 0 0,-113-15-19 0 0,62 22-63 0 0,68 7 31 0 0,0-2-1 0 0,-46-10 1 0 0,53 9 48 0 0,1 1 0 0 0,-1 2 0 0 0,0 1 0 0 0,1 1 0 0 0,-39 5 0 0 0,-58 0 0 0 0,51-7-2247 0 0,-118 12 1 0 0,160-9 414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181 101 2713 0 0,'-163'61'6546'0'0,"147"-51"-6555"0"0,15-7-273 0 0,18-11 56 0 0,34-14 690 0 0,1 2 1 0 0,0 3-1 0 0,78-15 1 0 0,-112 29-441 0 0,-1 1 1 0 0,1 0 0 0 0,24 2 0 0 0,-27 1 34 0 0,1-2 1 0 0,-1 1-1 0 0,1-2 0 0 0,27-6 1 0 0,-3-1 438 0 0,1 1 0 0 0,66-4 0 0 0,-65 9 217 0 0,0-2-1 0 0,58-14 1 0 0,-81 17-95 0 0,-19 2-567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6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12 188 1840 0 0,'-5'-5'1722'0'0,"5"5"-1622"0"0,-1 0 0 0 0,1-1 0 0 0,0 1-1 0 0,0 0 1 0 0,-1 0 0 0 0,1 0 0 0 0,0 0 0 0 0,-1 0 0 0 0,1 0 0 0 0,0-1 0 0 0,0 1 0 0 0,-1 0 0 0 0,1-1 200 0 0,-1 1-200 0 0,1 0-1 0 0,0 0 1 0 0,0-1 0 0 0,0 1 0 0 0,0 0 0 0 0,-1 0 0 0 0,1-1 0 0 0,0 1 0 0 0,0 0 0 0 0,0-1 0 0 0,0 1 0 0 0,0 0 0 0 0,0 0 0 0 0,0-1 0 0 0,0 1 0 0 0,0 0-1 0 0,0-1 1 0 0,0 1 0 0 0,0 0 0 0 0,0-1 0 0 0,0 1 0 0 0,0 0 0 0 0,0-1 0 0 0,0 1 0 0 0,0 0 0 0 0,0 0 0 0 0,0-1 0 0 0,1 1 0 0 0,-1 0 0 0 0,0-1-1 0 0,0 1 1 0 0,0 0 0 0 0,1-1 200 0 0,-1 1-200 0 0,0 0 0 0 0,1-1 0 0 0,6-4 144 0 0,0 0 0 0 0,1 0 0 0 0,-1 1 0 0 0,1 0-1 0 0,0 0 1 0 0,1 1 0 0 0,-1 0 0 0 0,0 1 0 0 0,1-1 0 0 0,12 0 0 0 0,16-2 643 0 0,46 1 0 0 0,-17 1-752 0 0,216-32 741 0 0,13-1-639 0 0,-12 7-322 0 0,-251 22-548 0 0,-13-2-3983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7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54 2761 0 0,'-11'-31'838'0'0,"10"30"-607"0"0,1-1-1 0 0,-1 1 1 0 0,1 0-1 0 0,-1-1 1 0 0,0 1-1 0 0,1 0 1 0 0,-1 0-1 0 0,0-1 1 0 0,0 1-1 0 0,0 0 1 0 0,0 0-1 0 0,0 0 1 0 0,0 0 0 0 0,0 0-1 0 0,0 0 1 0 0,-1 1-1 0 0,1-1 1 0 0,0 0-1 0 0,-2 0 1 0 0,9 41 3834 0 0,-3-21-3514 0 0,-1 0-1 0 0,-1 27 1 0 0,-1-33-527 0 0,0-1-1 0 0,0 1 0 0 0,2 0 0 0 0,-1-1 0 0 0,2 1 0 0 0,5 19 1 0 0,-8-31-20 0 0,23 57 139 0 0,-2 0 1 0 0,-4 2-1 0 0,14 82 0 0 0,-15-13-162 0 0,-7-38-47 0 0,39 166-1 0 0,-46-252 216 0 0,-1 1 0 0 0,1-1 0 0 0,0 1 0 0 0,0-1 0 0 0,0 0 0 0 0,1 0 0 0 0,0 0 0 0 0,0 0 0 0 0,1 0 0 0 0,-1 0 0 0 0,1-1 0 0 0,5 6 0 0 0,-3-9 921 0 0,-6-1-1106 0 0,1 0-1 0 0,-1 0 1 0 0,0 0 0 0 0,0 0-1 0 0,0 0 1 0 0,0 0 0 0 0,1 0-1 0 0,-1-1 1 0 0,0 1 0 0 0,0 1-1 0 0,0-1 1 0 0,0 0 0 0 0,0 0-1 0 0,1 0 1 0 0,-1 0 0 0 0,0 0-1 0 0,0 0 1 0 0,0 0 0 0 0,0 0-1 0 0,1 0 1 0 0,-1 0 0 0 0,0 0-1 0 0,0 0 1 0 0,0 0 0 0 0,0 0-1 0 0,0 1 1 0 0,0-1 0 0 0,1 0-1 0 0,-1 0 1 0 0,0 0-1 0 0,0 0 1 0 0,0 0 0 0 0,0 0-1 0 0,0 1 1 0 0,0-1 0 0 0,0 0-1 0 0,0 0 1 0 0,0 0 0 0 0,0 0-1 0 0,0 0 1 0 0,0 1 0 0 0,0-1-1 0 0,0 0 1 0 0,0 0 0 0 0,0 0-1 0 0,0 0 1 0 0,0 1 0 0 0,0-1-1 0 0,0 0 1 0 0,0 0 0 0 0,0 0-1 0 0,0 0 1 0 0,0 1 0 0 0,0-1-1 0 0,0 0 1 0 0,0 0 0 0 0,0 0-1 0 0,0 0 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1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48 4425 0 0,'-19'-3'7831'0'0,"48"3"-5624"0"0,37-4-3404 0 0,-50 2 1822 0 0,148-18-896 0 0,-96 4-5079 0 0,-57 13 1777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 3225 0 0,'-25'-5'5032'0'0,"25"24"-2761"0"0,5 35-1169 0 0,3 0 1 0 0,18 64-1 0 0,18 31-2174 0 0,-34-115-3513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73 3225 0 0,'32'-5'3913'0'0,"26"-15"-783"0"0,62-14 0 0 0,-97 29-3370 0 0,0 2 0 0 0,0 0 0 0 0,1 1 0 0 0,-1 1-1 0 0,46 5 1 0 0,-53-2-1115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0,'-1'1'320'0'0,"-1"0"0"0"0,1 0 0 0 0,0 0 0 0 0,0 0 0 0 0,-1 0 0 0 0,1 0 0 0 0,0 0-1 0 0,0 1 1 0 0,1-1 0 0 0,-1 0 0 0 0,0 1 0 0 0,0-1 0 0 0,1 1 0 0 0,-1-1 0 0 0,0 1-1 0 0,1-1 1 0 0,0 1 0 0 0,-1-1 0 0 0,1 1 0 0 0,0 0 0 0 0,0 2 0 0 0,2 43-999 0 0,0-20 1114 0 0,-2 46-1005 0 0,3 0-1 0 0,18 101 1 0 0,-14-140-3776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45 3225 0 0,'-18'0'333'0'0,"16"0"-13"0"0,-1 0 0 0 0,0 0 1 0 0,1 0-1 0 0,-1 0 0 0 0,0-1 1 0 0,0 1-1 0 0,1-1 0 0 0,-1 1 1 0 0,0-1-1 0 0,-3-2 1 0 0,6 3-249 0 0,0-1 0 0 0,0 1 0 0 0,0-1 0 0 0,0 1 0 0 0,0-1 0 0 0,0 1 0 0 0,0-1 0 0 0,1 1 0 0 0,-1-1 0 0 0,0 1 0 0 0,0-1 0 0 0,1 1 0 0 0,-1-1 0 0 0,0 1 0 0 0,1 0 1 0 0,-1-1-1 0 0,0 1 0 0 0,1-1 0 0 0,-1 1 0 0 0,0 0 0 0 0,1-1 0 0 0,-1 1 0 0 0,1 0 0 0 0,-1 0 0 0 0,1-1 0 0 0,-1 1 0 0 0,1 0 0 0 0,-1 0 0 0 0,1 0 0 0 0,-1-1 0 0 0,1 1 0 0 0,-1 0 1 0 0,1 0-1 0 0,-1 0 0 0 0,1 0 0 0 0,0 0 0 0 0,21-7 1214 0 0,3 4-581 0 0,0 0 0 0 0,0 1-1 0 0,31 2 1 0 0,-31 1-2018 0 0,0-1 0 0 0,1-2 0 0 0,31-5-1 0 0,-40 4-1957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5985 0 0,'0'0'173'0'0,"-1"0"0"0"0,0 0 0 0 0,1 0 0 0 0,-1 0 0 0 0,1 0 0 0 0,-1 0 0 0 0,0 0 0 0 0,1 0 0 0 0,-1 0 0 0 0,1 0 0 0 0,-1 1 0 0 0,1-1 1 0 0,-1 0-1 0 0,0 0 0 0 0,1 1 0 0 0,-1-1 0 0 0,1 0 0 0 0,-1 0 0 0 0,1 1 0 0 0,-1-1 0 0 0,1 1 0 0 0,0-1 0 0 0,-1 0 0 0 0,1 1 0 0 0,-1-1 0 0 0,1 1 0 0 0,0-1 0 0 0,-1 1 0 0 0,1-1 0 0 0,0 1 0 0 0,0-1 0 0 0,-1 1 0 0 0,1-1 0 0 0,0 1 0 0 0,0 0 0 0 0,0-1 0 0 0,0 1 0 0 0,0-1 0 0 0,0 1 0 0 0,0 0 0 0 0,0-1 0 0 0,0 1 0 0 0,0-1 0 0 0,0 1 0 0 0,0-1 0 0 0,0 1 0 0 0,0 0 0 0 0,0-1 0 0 0,1 1 0 0 0,-1-1 0 0 0,0 1 0 0 0,0-1 0 0 0,1 1 0 0 0,-1-1 0 0 0,0 1 0 0 0,1 0 0 0 0,1 5-1605 0 0,22 80 2436 0 0,-10-40-1943 0 0,8 54-1 0 0,-12-28-1711 0 0,-5-31 1284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3681 0 0,'-1'1'4292'0'0,"20"-9"-2026"0"0,76-32 82 0 0,46 3-2698 0 0,-114 31-1465 0 0,-12 2-2086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0 2761 0 0,'-27'9'869'0'0,"-8"4"6301"0"0,34-12-6919 0 0,-1 0 1 0 0,1 0-1 0 0,0 1 0 0 0,-1-1 1 0 0,1 0-1 0 0,0 0 0 0 0,0 1 1 0 0,-1-1-1 0 0,1 1 0 0 0,0-1 1 0 0,1 1-1 0 0,-1-1 0 0 0,0 1 1 0 0,0 0-1 0 0,1-1 0 0 0,-1 1 1 0 0,1 0-1 0 0,-1 2 0 0 0,-1 12-29 0 0,0-1 1 0 0,2 1-1 0 0,0-1 0 0 0,0 0 0 0 0,4 19 0 0 0,1-7-886 0 0,1-1 0 0 0,2 1 0 0 0,0-1 0 0 0,14 27 0 0 0,-10-27-449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1 109 2761 0 0,'0'-2'188'0'0,"0"1"0"0"0,0 0 0 0 0,-1-1 1 0 0,1 1-1 0 0,0-1 0 0 0,0 1 1 0 0,0-1-1 0 0,0 1 0 0 0,0 0 1 0 0,1-1-1 0 0,-1 1 0 0 0,0-1 0 0 0,1 1 1 0 0,-1 0-1 0 0,1-1 0 0 0,-1 1 1 0 0,1 0-1 0 0,0-1 0 0 0,1 0 0 0 0,0-2 204 0 0,1 1 0 0 0,0-1 0 0 0,0 1 0 0 0,1 0 0 0 0,-1 0 0 0 0,5-3 0 0 0,3-1 353 0 0,-1 1 1 0 0,1 1 0 0 0,0-1 0 0 0,11-3 0 0 0,-7 4-658 0 0,-1 1 1 0 0,1 1-1 0 0,0 0 1 0 0,0 1-1 0 0,25-1 1 0 0,-24 4-4953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39 456 0 0,'8'-6'3764'0'0,"16"-1"-2788"0"0,-19 6-521 0 0,74-20-21 0 0,-73 19-410 0 0,1 1 1 0 0,0 1-1 0 0,-1-1 1 0 0,1 1-1 0 0,0 0 1 0 0,0 1-1 0 0,-1-1 0 0 0,1 1 1 0 0,11 4-1 0 0,-17-5-24 0 0,0 0-1 0 0,0 1 1 0 0,0-1-1 0 0,1 1 0 0 0,-1-1 1 0 0,0 1-1 0 0,-1 0 1 0 0,1-1-1 0 0,0 1 0 0 0,0 0 1 0 0,0 0-1 0 0,0 0 0 0 0,0-1 1 0 0,-1 1-1 0 0,1 0 1 0 0,0 0-1 0 0,-1 0 0 0 0,1 0 1 0 0,-1 0-1 0 0,1 0 1 0 0,-1 2-1 0 0,2 7-66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1376 0 0,'0'0'66'0'0,"17"-3"4532"0"0,75-29-891 0 0,-49 24-4772 0 0,-32 6-2080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4145 0 0,'2'-3'44'0'0,"1"1"0"0"0,-1-1 0 0 0,1 1 0 0 0,-1-1 0 0 0,1 1 1 0 0,0 0-1 0 0,0 0 0 0 0,0 0 0 0 0,0 0 0 0 0,0 0 0 0 0,0 1 0 0 0,1 0 0 0 0,-1-1 1 0 0,1 1-1 0 0,-1 0 0 0 0,1 1 0 0 0,6-2 0 0 0,-6 2 3 0 0,1-1 0 0 0,-1 0-1 0 0,1 1 1 0 0,-1 0 0 0 0,0 0 0 0 0,1 0 0 0 0,-1 1 0 0 0,0 0-1 0 0,1-1 1 0 0,-1 2 0 0 0,0-1 0 0 0,0 0 0 0 0,0 1-1 0 0,7 3 1 0 0,-9-3-43 0 0,-1-1 0 0 0,0 0 0 0 0,1 1 0 0 0,-1-1 0 0 0,0 1 0 0 0,0 0 0 0 0,0-1 0 0 0,0 1 0 0 0,0 0 0 0 0,0 0 0 0 0,-1 0 0 0 0,1-1 0 0 0,-1 1 0 0 0,1 0 0 0 0,-1 3 0 0 0,2 4-4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105 152 4145 0 0,'-6'2'174'0'0,"0"1"0"0"0,0 0-1 0 0,0 0 1 0 0,0 0 0 0 0,0 0 0 0 0,1 1 0 0 0,-1 0 0 0 0,1 0 0 0 0,0 1-1 0 0,1-1 1 0 0,-1 1 0 0 0,1 0 0 0 0,0 0 0 0 0,0 1 0 0 0,0-1 0 0 0,1 1-1 0 0,0 0 1 0 0,0 0 0 0 0,0 0 0 0 0,1 0 0 0 0,0 1 0 0 0,0-1 0 0 0,0 1 0 0 0,1-1-1 0 0,0 1 1 0 0,1-1 0 0 0,-1 1 0 0 0,1 0 0 0 0,1 7 0 0 0,2 17 39 0 0,2 1 0 0 0,1-2 0 0 0,1 1 0 0 0,2-1 0 0 0,1 0 0 0 0,1 0 0 0 0,1-1 0 0 0,2-1 0 0 0,1 0 0 0 0,1-1 0 0 0,2-1 1 0 0,30 37-1 0 0,-42-57-97 0 0,1 1 0 0 0,-1-1 0 0 0,1 0 0 0 0,0-1 0 0 0,1 0 1 0 0,-1 0-1 0 0,1 0 0 0 0,0-1 0 0 0,0 0 0 0 0,0-1 0 0 0,1 0 0 0 0,-1 0 1 0 0,1-1-1 0 0,11 2 0 0 0,-9-3 32 0 0,-1 0 1 0 0,0-1-1 0 0,1-1 1 0 0,-1 0-1 0 0,1 0 1 0 0,-1-1-1 0 0,0 0 1 0 0,0-1-1 0 0,0 0 1 0 0,0 0-1 0 0,-1-1 1 0 0,11-6-1 0 0,-9 4-69 0 0,1 1 0 0 0,-2-2 0 0 0,1 0 0 0 0,-1 0 0 0 0,0-1 0 0 0,-1 0 0 0 0,1 0 0 0 0,-2-1 0 0 0,1-1 0 0 0,-1 1 0 0 0,-1-1 0 0 0,0-1 0 0 0,0 1 0 0 0,-1-1 0 0 0,0 0 0 0 0,-1-1 0 0 0,0 1-1 0 0,-1-1 1 0 0,-1 0 0 0 0,1 0 0 0 0,-2-1 0 0 0,0 1 0 0 0,0-1 0 0 0,-1-15 0 0 0,-1-5 290 0 0,-1 0 0 0 0,-2 0 0 0 0,-1 1-1 0 0,-2-1 1 0 0,-9-31 0 0 0,9 48-262 0 0,0-1 0 0 0,-1 1 1 0 0,0 1-1 0 0,-1-1 0 0 0,-1 1 0 0 0,0 1 0 0 0,-2 0 1 0 0,1 0-1 0 0,-1 1 0 0 0,-1 0 0 0 0,-17-14 1 0 0,13 15-8 0 0,0 0 1 0 0,0 1 0 0 0,-1 0 0 0 0,-30-13 0 0 0,41 21-116 0 0,-1 0 0 0 0,0 1 0 0 0,0 0 0 0 0,0 0-1 0 0,0 0 1 0 0,0 1 0 0 0,0 0 0 0 0,0 0 0 0 0,0 1 0 0 0,0 0 0 0 0,-1 0 0 0 0,1 1 0 0 0,0 0 0 0 0,0 0 0 0 0,0 0 0 0 0,-9 4 0 0 0,13-4-143 0 0,0 1 0 0 0,0 0 1 0 0,0 0-1 0 0,0 0 0 0 0,0 0 1 0 0,0 0-1 0 0,1 1 0 0 0,-1-1 1 0 0,1 1-1 0 0,0 0 0 0 0,-4 5 1 0 0,-8 22-3883 0 0,9-17-1791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91 920 0 0,'32'-6'6314'0'0,"2"-3"-4367"0"0,177-51-4492 0 0,-182 49 2478 0 0,-16 6 67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6 4609 0 0,'-3'-1'562'0'0,"1"0"0"0"0,-1 0 1 0 0,0 0-1 0 0,0 1 0 0 0,0-1 1 0 0,0 1-1 0 0,0-1 0 0 0,0 1 0 0 0,0 0 1 0 0,1 0-1 0 0,-4 1 0 0 0,5 0-430 0 0,0-1 0 0 0,0 1 1 0 0,0-1-1 0 0,0 1 0 0 0,0 0 0 0 0,0-1 1 0 0,0 1-1 0 0,0 0 0 0 0,1 0 0 0 0,-1 0 1 0 0,0 0-1 0 0,0 0 0 0 0,1 0 0 0 0,-1 0 0 0 0,1 0 1 0 0,-1 0-1 0 0,1 0 0 0 0,-1 0 0 0 0,1 0 1 0 0,0 0-1 0 0,0 0 0 0 0,-1 0 0 0 0,1 1 1 0 0,0-1-1 0 0,0 0 0 0 0,0 0 0 0 0,0 0 0 0 0,0 0 1 0 0,0 0-1 0 0,1 1 0 0 0,-1 0 0 0 0,15 150 1534 0 0,-10-119-3212 0 0,11 33 1 0 0,-7-38-3679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7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301 26 5529 0 0,'-8'-4'213'0'0,"-2"0"0"0"0,1 0 0 0 0,0 1 0 0 0,-1 0 0 0 0,1 1-1 0 0,-1 0 1 0 0,0 1 0 0 0,1-1 0 0 0,-1 2 0 0 0,0 0 0 0 0,0 0 0 0 0,-15 2-1 0 0,18 0-72 0 0,1-1-1 0 0,-1 1 1 0 0,1 0-1 0 0,-1 1 1 0 0,1-1-1 0 0,0 1 1 0 0,0 0-1 0 0,0 1 1 0 0,1 0-1 0 0,-1-1 1 0 0,1 2-1 0 0,0-1 1 0 0,0 1-1 0 0,0 0 1 0 0,1 0-1 0 0,-1 0 1 0 0,1 0-1 0 0,1 1 1 0 0,-5 6-1 0 0,0 4-97 0 0,0 0 0 0 0,2 1 0 0 0,0 0-1 0 0,0 0 1 0 0,2 0 0 0 0,0 0 0 0 0,1 1-1 0 0,1 0 1 0 0,0-1 0 0 0,1 1 0 0 0,3 31-1 0 0,0-34-146 0 0,1 0 0 0 0,0 0-1 0 0,1 0 1 0 0,0-1 0 0 0,2 1-1 0 0,-1-1 1 0 0,2-1 0 0 0,0 1-1 0 0,0-1 1 0 0,1 0 0 0 0,1-1-1 0 0,0 0 1 0 0,1 0 0 0 0,12 11-1 0 0,-6-7 51 0 0,1-1 0 0 0,0-1 0 0 0,1-1 0 0 0,1-1 0 0 0,0 0 0 0 0,0-1 0 0 0,33 12-1 0 0,-42-19-102 0 0,0-1 0 0 0,-1-1 0 0 0,1 1 0 0 0,0-2 0 0 0,0 1-1 0 0,1-1 1 0 0,-1-1 0 0 0,0 0 0 0 0,0 0 0 0 0,0-1 0 0 0,0-1 0 0 0,0 1-1 0 0,0-2 1 0 0,0 1 0 0 0,0-1 0 0 0,-1-1 0 0 0,1 0 0 0 0,15-8-1 0 0,-10 2 222 0 0,0-1-1 0 0,0 0 1 0 0,-1 0-1 0 0,-1-1 1 0 0,0-1-1 0 0,-1 0 1 0 0,0-1-1 0 0,-1-1 1 0 0,0 0-1 0 0,13-26 1 0 0,-18 31 17 0 0,-1 0-1 0 0,-1-1 1 0 0,0 1-1 0 0,-1-1 1 0 0,0 0 0 0 0,0 0-1 0 0,-1 0 1 0 0,0-1 0 0 0,-1 1-1 0 0,-1 0 1 0 0,0-1-1 0 0,0 1 1 0 0,-1 0 0 0 0,-1 0-1 0 0,1-1 1 0 0,-2 1 0 0 0,0 0-1 0 0,-4-11 1 0 0,-2 1 230 0 0,-1 0 1 0 0,-1 0-1 0 0,0 1 1 0 0,-2 1-1 0 0,0 0 1 0 0,-1 1-1 0 0,-22-22 1 0 0,29 33-288 0 0,-1 0 0 0 0,1 1 1 0 0,-1 0-1 0 0,-1 1 0 0 0,1 0 0 0 0,-1 0 1 0 0,0 1-1 0 0,0 0 0 0 0,0 0 0 0 0,-16-3 1 0 0,17 5-366 0 0,0 1 1 0 0,0 0 0 0 0,0 1-1 0 0,1 0 1 0 0,-1 0 0 0 0,0 1-1 0 0,0 0 1 0 0,0 1 0 0 0,-8 2-1 0 0,-4 2-3145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6913 0 0,'12'-6'741'0'0,"0"1"0"0"0,0-2-1 0 0,0 1 1 0 0,13-11 0 0 0,-12 8-360 0 0,1 0 0 0 0,21-10 0 0 0,-26 16-1149 0 0,1 0 0 0 0,0 0 1 0 0,0 1-1 0 0,13-1 0 0 0,17-4-1136 0 0,-38 6 1904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2817 0 0,'-18'6'165'0'0,"-17"6"210"0"0,17-1 2611 0 0,18-9-2714 0 0,1 1 0 0 0,-1-1 0 0 0,1 1 1 0 0,0 0-1 0 0,0-1 0 0 0,-1 1 1 0 0,2-1-1 0 0,-1 0 0 0 0,0 1 0 0 0,3 3 1 0 0,2 5-18 0 0,4 22-342 0 0,-4-13-273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262 33 2304 0 0,'-15'-8'1608'0'0,"7"4"-735"0"0,0-1 0 0 0,-1 2-1 0 0,0-1 1 0 0,-12-3 0 0 0,17 7-632 0 0,0-1 0 0 0,-1 1 0 0 0,1 0 0 0 0,0 0 0 0 0,0 0 0 0 0,0 0 0 0 0,0 1 0 0 0,0 0-1 0 0,0-1 1 0 0,1 1 0 0 0,-1 1 0 0 0,0-1 0 0 0,-7 4 0 0 0,3-1-151 0 0,0 0-1 0 0,0 0 1 0 0,0 1 0 0 0,0 0-1 0 0,1 0 1 0 0,0 1 0 0 0,0 0-1 0 0,1 0 1 0 0,-1 1 0 0 0,1 0-1 0 0,1 0 1 0 0,-1 0-1 0 0,1 1 1 0 0,0 0 0 0 0,1 0-1 0 0,0 0 1 0 0,0 0 0 0 0,1 1-1 0 0,0-1 1 0 0,1 1 0 0 0,-1 0-1 0 0,2 0 1 0 0,-1 0-1 0 0,1 0 1 0 0,1 0 0 0 0,0 0-1 0 0,1 14 1 0 0,0 7-190 0 0,2 0 0 0 0,2 0 1 0 0,0 0-1 0 0,15 43 0 0 0,-16-62 39 0 0,0-1 0 0 0,1 1 0 0 0,0-1-1 0 0,1-1 1 0 0,0 1 0 0 0,1-1 0 0 0,-1 0 0 0 0,2 0 0 0 0,-1-1-1 0 0,1 0 1 0 0,1 0 0 0 0,-1-1 0 0 0,1 0 0 0 0,1-1 0 0 0,12 8-1 0 0,-11-9 74 0 0,-1 0-1 0 0,1 0 1 0 0,0-1-1 0 0,1-1 1 0 0,-1 1-1 0 0,1-2 0 0 0,-1 0 1 0 0,1 0-1 0 0,0-1 1 0 0,0 0-1 0 0,0-1 1 0 0,0-1-1 0 0,23-3 0 0 0,-27 2 78 0 0,0 0-1 0 0,0-1 0 0 0,-1 0 0 0 0,1 0 0 0 0,-1-1 0 0 0,0 0 0 0 0,1 0 1 0 0,-2-1-1 0 0,1 0 0 0 0,-1 0 0 0 0,1 0 0 0 0,-1-1 0 0 0,-1 0 0 0 0,1 0 1 0 0,-1 0-1 0 0,0-1 0 0 0,0 0 0 0 0,-1 0 0 0 0,0 0 0 0 0,-1 0 0 0 0,4-9 0 0 0,-2 2 161 0 0,-1-1-1 0 0,0 1 0 0 0,-1-1 0 0 0,0 0 0 0 0,-2-1 1 0 0,1 1-1 0 0,-2 0 0 0 0,0 0 0 0 0,-1 0 0 0 0,0-1 0 0 0,-6-21 1 0 0,0 7-277 0 0,-2 1 0 0 0,-1 0 0 0 0,-1 0 1 0 0,-26-45-1 0 0,36 72-232 0 0,-17-28 101 0 0,6 17-1205 0 0,0 7-3321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1 137 8290 0 0,'8'-2'518'0'0,"1"0"0"0"0,-1 0 0 0 0,0-1 0 0 0,0-1 0 0 0,0 1 0 0 0,0-1 0 0 0,0 0 0 0 0,-1-1 0 0 0,13-10 0 0 0,-2 4-26 0 0,24-20-28 0 0,4-2-2705 0 0,-14 16-4686 0 0,-29 16 6766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8754 0 0,'-29'13'9345'0'0,"33"-10"-9113"0"0,1 3-342 0 0,0-1-1 0 0,0 1 1 0 0,0 0 0 0 0,-1 0 0 0 0,0 1 0 0 0,0-1 0 0 0,-1 1 0 0 0,0 0 0 0 0,0 0 0 0 0,4 15 0 0 0,1 12-2449 0 0,5 40 0 0 0,-4-19-4 0 0,-1-17 2033 0 0,-1 2 391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324 74 5529 0 0,'-2'-4'133'0'0,"0"0"-1"0"0,0 0 1 0 0,0 0-1 0 0,-1 1 1 0 0,0-1-1 0 0,0 1 1 0 0,0 0-1 0 0,0-1 1 0 0,0 1 0 0 0,-1 1-1 0 0,1-1 1 0 0,-1 0-1 0 0,0 1 1 0 0,0 0-1 0 0,0 0 1 0 0,0 0-1 0 0,0 1 1 0 0,0-1-1 0 0,0 1 1 0 0,-1 0-1 0 0,1 0 1 0 0,0 0 0 0 0,-1 1-1 0 0,1-1 1 0 0,-1 1-1 0 0,1 0 1 0 0,0 0-1 0 0,-1 1 1 0 0,1 0-1 0 0,-1-1 1 0 0,1 1-1 0 0,0 1 1 0 0,-6 1-1 0 0,0 3-122 0 0,0 0-1 0 0,0 1 0 0 0,1 0 0 0 0,0 1 0 0 0,0 0 0 0 0,1 0 1 0 0,-1 1-1 0 0,2 0 0 0 0,0 0 0 0 0,0 1 0 0 0,0 0 0 0 0,-6 14 0 0 0,-1 5 325 0 0,1 1 0 0 0,1 0 0 0 0,-10 39 0 0 0,18-54-308 0 0,1 0-1 0 0,0 1 1 0 0,0-1-1 0 0,2 1 1 0 0,0-1-1 0 0,1 1 1 0 0,0-1-1 0 0,1 1 1 0 0,4 17-1 0 0,-2-23-51 0 0,-1 0 0 0 0,2 0 0 0 0,0-1 0 0 0,0 1 0 0 0,0-1 0 0 0,1 0 0 0 0,1 0 0 0 0,0-1 0 0 0,0 0 0 0 0,0 0 0 0 0,1 0 0 0 0,0 0 0 0 0,1-1-1 0 0,14 11 1 0 0,-4-6-156 0 0,0-1-1 0 0,1-1 1 0 0,0-1-1 0 0,0 0 1 0 0,1-2-1 0 0,0 0 1 0 0,1-1-1 0 0,-1-1 1 0 0,1-1-1 0 0,36 2 0 0 0,-37-5 389 0 0,0 0-1 0 0,0-1 0 0 0,0-2 1 0 0,0 0-1 0 0,0-1 0 0 0,0-1 1 0 0,0 0-1 0 0,-1-2 1 0 0,1 0-1 0 0,-1-2 0 0 0,22-11 1 0 0,-30 12-83 0 0,-1 0 1 0 0,0-1 0 0 0,0 0 0 0 0,-1-1 0 0 0,0 0 0 0 0,-1 0-1 0 0,0 0 1 0 0,0-1 0 0 0,-1-1 0 0 0,0 1 0 0 0,-1-1 0 0 0,0-1 0 0 0,-1 1-1 0 0,0-1 1 0 0,-1 1 0 0 0,0-1 0 0 0,-1-1 0 0 0,0 1 0 0 0,-1 0-1 0 0,1-16 1 0 0,-1-5 581 0 0,-1 0 0 0 0,-2 0 1 0 0,-2 0-1 0 0,0 0 0 0 0,-3 1 0 0 0,-14-51 0 0 0,18 75-709 0 0,0 1-1 0 0,0-1 1 0 0,-1 1 0 0 0,-1 0 0 0 0,1 0 0 0 0,-1 0-1 0 0,0 1 1 0 0,0 0 0 0 0,-1-1 0 0 0,0 1-1 0 0,0 1 1 0 0,-9-8 0 0 0,8 8-593 0 0,-1 0 0 0 0,-1 0 0 0 0,1 1 0 0 0,-1 0 0 0 0,1 1 0 0 0,-17-6 0 0 0,-1 2-5034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84 920 0 0,'-2'-4'3927'0'0,"2"3"-3861"0"0,7-8 2268 0 0,9-5 206 0 0,-4 6-1606 0 0,0 1 0 0 0,0 0-1 0 0,1 1 1 0 0,0 1 0 0 0,1 0 0 0 0,21-5-1 0 0,-24 7-1213 0 0,-1 1 0 0 0,1 1 0 0 0,0 0-1 0 0,-1 1 1 0 0,16 1 0 0 0,-14 0-5032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6449 0 0,'-1'1'311'0'0,"0"0"0"0"0,0 0 0 0 0,0 0 0 0 0,1 0-1 0 0,-1 0 1 0 0,0 0 0 0 0,1 0 0 0 0,-1 0 0 0 0,1 0 0 0 0,-1 1-1 0 0,1-1 1 0 0,0 0 0 0 0,-1 0 0 0 0,1 1 0 0 0,0-1 0 0 0,0 0-1 0 0,0 0 1 0 0,0 1 0 0 0,0-1 0 0 0,0 0 0 0 0,1 3-1 0 0,4 26 2657 0 0,14 24 81 0 0,-12-34-3317 0 0,0 1 0 0 0,-1 0-1 0 0,5 32 1 0 0,-8-27-6298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8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1 456 0 0,'-21'11'1183'0'0,"0"1"-1"0"0,1 1 1 0 0,0 1 0 0 0,-32 28-1 0 0,43-33-704 0 0,0 0-1 0 0,0 1 0 0 0,0 0 0 0 0,1 0 0 0 0,1 1 1 0 0,-10 18-1 0 0,9-14-388 0 0,2 0 0 0 0,0 0 0 0 0,1 0 0 0 0,0 1 0 0 0,1 0 0 0 0,1 0 0 0 0,1 0 0 0 0,0 0 0 0 0,1 0 0 0 0,1 1 0 0 0,0-1 0 0 0,1 0 0 0 0,1 0 0 0 0,4 19 0 0 0,1-7-46 0 0,1-1-1 0 0,1 0 1 0 0,2 0-1 0 0,21 41 1 0 0,-25-56-43 0 0,1-1 0 0 0,0 1 0 0 0,0-1 0 0 0,2 0 0 0 0,-1-1 0 0 0,1 0 0 0 0,0-1 0 0 0,1 0 0 0 0,0 0 0 0 0,1-1 0 0 0,18 9 0 0 0,-2-3 126 0 0,73 34 204 0 0,-88-42-350 0 0,1-2 0 0 0,0 1 0 0 0,0-2 0 0 0,0 0 0 0 0,22 2 0 0 0,-28-5 75 0 0,0-1 0 0 0,0 0-1 0 0,0 0 1 0 0,0-1-1 0 0,0 0 1 0 0,0 0 0 0 0,-1-1-1 0 0,1 0 1 0 0,-1 0 0 0 0,1-1-1 0 0,-1 0 1 0 0,0 0-1 0 0,-1 0 1 0 0,1-1 0 0 0,-1 0-1 0 0,0-1 1 0 0,0 1-1 0 0,0-1 1 0 0,-1 0 0 0 0,0-1-1 0 0,0 1 1 0 0,3-8-1 0 0,1 0 239 0 0,0 0 0 0 0,-2-1 0 0 0,0 0 0 0 0,-1 0 0 0 0,0-1 0 0 0,-1 0 0 0 0,-1 0 0 0 0,0 0-1 0 0,2-31 1 0 0,-6 33-76 0 0,-1 0-1 0 0,0 0 1 0 0,-1 0-1 0 0,-1 0 0 0 0,-6-21 1 0 0,-28-69 917 0 0,14 45-878 0 0,16 37-200 0 0,-2 0 1 0 0,0 0-1 0 0,-2 1 0 0 0,0 1 0 0 0,-19-27 1 0 0,25 40-38 0 0,-1 0 0 0 0,0 0-1 0 0,-1 1 1 0 0,1 0 0 0 0,-1 0 0 0 0,-1 1 0 0 0,1 0 0 0 0,-1 0 0 0 0,1 0 0 0 0,-2 1-1 0 0,1 0 1 0 0,0 1 0 0 0,-1 0 0 0 0,1 0 0 0 0,-1 1 0 0 0,-18-3 0 0 0,26 5-39 0 0,-4-1-118 0 0,-1 1 0 0 0,1-1 0 0 0,0 1 0 0 0,-1 0 0 0 0,1 1 0 0 0,-10 1 0 0 0,13-2-224 0 0,0 1 0 0 0,0 0 0 0 0,0 0 0 0 0,0 0 0 0 0,0 0 0 0 0,0 0 1 0 0,0 0-1 0 0,0 1 0 0 0,0-1 0 0 0,1 1 0 0 0,-1-1 0 0 0,-1 3 0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69 456 0 0,'-13'-9'1753'0'0,"7"4"-1342"0"0,0 1 0 0 0,0 0 0 0 0,0 0 0 0 0,0 0-1 0 0,-1 1 1 0 0,0 0 0 0 0,0 0 0 0 0,0 1-1 0 0,0 0 1 0 0,0 0 0 0 0,0 1 0 0 0,0-1 0 0 0,-15 1-1 0 0,15 1-22 0 0,-1 0 0 0 0,0 1-1 0 0,0 0 1 0 0,0 1-1 0 0,0-1 1 0 0,1 2 0 0 0,-1-1-1 0 0,1 1 1 0 0,-1 0-1 0 0,1 0 1 0 0,0 1 0 0 0,-8 5-1 0 0,7-3-195 0 0,1 1 0 0 0,-1-1 0 0 0,1 1 0 0 0,0 1 0 0 0,1-1 0 0 0,0 1 0 0 0,0 0 0 0 0,-9 17 0 0 0,8-10-207 0 0,1 0-1 0 0,0 0 1 0 0,1 1 0 0 0,0 0-1 0 0,2 0 1 0 0,0 0 0 0 0,0 0-1 0 0,2 0 1 0 0,0 1 0 0 0,0-1-1 0 0,4 29 1 0 0,0-35 1 0 0,0 1 0 0 0,0-1 1 0 0,1 0-1 0 0,0 0 0 0 0,0 0 0 0 0,1 0 0 0 0,1-1 0 0 0,0 0 1 0 0,0 0-1 0 0,0 0 0 0 0,10 8 0 0 0,9 9-100 0 0,1-1-1 0 0,29 22 1 0 0,-41-36-58 0 0,2 0 1 0 0,-1 0-1 0 0,2-2 1 0 0,-1 0 0 0 0,1-1-1 0 0,0-1 1 0 0,1 0-1 0 0,0-1 1 0 0,26 5 0 0 0,-34-9 247 0 0,0-1-1 0 0,-1 0 1 0 0,1-1 0 0 0,0 0 0 0 0,-1 0 0 0 0,1-1-1 0 0,-1 0 1 0 0,1-1 0 0 0,-1 0 0 0 0,1 0 0 0 0,-1-1 0 0 0,0 0-1 0 0,0-1 1 0 0,0 0 0 0 0,0 0 0 0 0,-1-1 0 0 0,0 0 0 0 0,0-1-1 0 0,14-12 1 0 0,-12 6 116 0 0,0 0-1 0 0,0 0 1 0 0,-2-1-1 0 0,1 0 0 0 0,-2-1 1 0 0,0 1-1 0 0,0-2 1 0 0,-1 1-1 0 0,-1-1 0 0 0,0 0 1 0 0,-2 0-1 0 0,1 0 1 0 0,-2 0-1 0 0,0-1 1 0 0,0-26-1 0 0,-2 19 117 0 0,-1 0-1 0 0,0 1 1 0 0,-2-1 0 0 0,-1 0 0 0 0,0 1 0 0 0,-2 0-1 0 0,-1 0 1 0 0,0 0 0 0 0,-2 1 0 0 0,-12-22-1 0 0,18 36-315 0 0,-1 1 0 0 0,-1-1 0 0 0,1 1 0 0 0,-1 0 0 0 0,0 1-1 0 0,0-1 1 0 0,-1 1 0 0 0,0 0 0 0 0,0 1 0 0 0,0-1 0 0 0,0 1 0 0 0,-1 0-1 0 0,1 1 1 0 0,-1-1 0 0 0,0 1 0 0 0,0 1 0 0 0,0-1 0 0 0,-1 1-1 0 0,1 1 1 0 0,-1-1 0 0 0,-13 0 0 0 0,14 2-337 0 0,0 0-1 0 0,0 1 1 0 0,0 0-1 0 0,0 0 1 0 0,0 1-1 0 0,-8 2 1 0 0,7-1-497 0 0,1 0 1 0 0,0 1 0 0 0,0 0-1 0 0,0 0 1 0 0,1 0 0 0 0,-7 6-1 0 0,-4 4-4258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275 252 2304 0 0,'-44'-38'3001'0'0,"37"31"-2410"0"0,0 1-1 0 0,-1-1 1 0 0,0 1-1 0 0,0 0 1 0 0,-12-6-1 0 0,17 10-525 0 0,-1 1 0 0 0,1 0 0 0 0,-1 0 0 0 0,1 0 0 0 0,-1 0 0 0 0,1 1-1 0 0,-1-1 1 0 0,1 1 0 0 0,-1 0 0 0 0,0 0 0 0 0,1 0 0 0 0,-1 1 0 0 0,1-1 0 0 0,-1 1 0 0 0,1 0 0 0 0,-1 0-1 0 0,1 0 1 0 0,0 0 0 0 0,-5 3 0 0 0,2-1-9 0 0,-1 0-1 0 0,1 1 1 0 0,0 0-1 0 0,0 0 1 0 0,0 0-1 0 0,1 1 1 0 0,0 0-1 0 0,-1 0 1 0 0,2 0-1 0 0,-1 1 1 0 0,1 0-1 0 0,-1 0 1 0 0,2 0-1 0 0,-1 0 1 0 0,1 0-1 0 0,0 1 1 0 0,0 0-1 0 0,0-1 1 0 0,1 1-1 0 0,0 0 1 0 0,1 0-1 0 0,0 0 1 0 0,0 0-1 0 0,0 1 1 0 0,1-1-1 0 0,0 0 1 0 0,0 0-1 0 0,1 0 1 0 0,0 1-1 0 0,0-1 1 0 0,1 0-1 0 0,0 0 1 0 0,0 0-1 0 0,0-1 1 0 0,1 1-1 0 0,4 8 1 0 0,3 3-64 0 0,2 1 0 0 0,-1-1 0 0 0,2-1 0 0 0,0 0 0 0 0,1-1 0 0 0,1 0 0 0 0,0-1 0 0 0,35 26 0 0 0,-35-31-10 0 0,0 0 1 0 0,0-1-1 0 0,1-1 0 0 0,0-1 1 0 0,0 0-1 0 0,1 0 1 0 0,0-2-1 0 0,0 0 1 0 0,1-1-1 0 0,-1-1 1 0 0,24 1-1 0 0,-30-4 84 0 0,0-1 0 0 0,-1 0 0 0 0,1-1 0 0 0,-1 0 0 0 0,1-1 0 0 0,-1 0 0 0 0,0-1-1 0 0,0 0 1 0 0,0 0 0 0 0,-1-1 0 0 0,1-1 0 0 0,-1 1 0 0 0,0-1 0 0 0,-1-1 0 0 0,1 0 0 0 0,-1 0 0 0 0,-1-1 0 0 0,13-15 0 0 0,-4 3 249 0 0,-1 0 0 0 0,-1-2 0 0 0,-1 1 0 0 0,-1-1 1 0 0,-1-1-1 0 0,-1 0 0 0 0,7-25 0 0 0,-15 37-170 0 0,0 0 0 0 0,-1 0-1 0 0,0 0 1 0 0,0 0-1 0 0,-1 0 1 0 0,-1 0 0 0 0,0 0-1 0 0,0 0 1 0 0,-1 1 0 0 0,-1-1-1 0 0,1 0 1 0 0,-2 1-1 0 0,1 0 1 0 0,-2-1 0 0 0,-8-15-1 0 0,3 8-2 0 0,-1 0-1 0 0,-1 1 0 0 0,0 0 1 0 0,-1 1-1 0 0,-1 1 0 0 0,0 0 1 0 0,-25-20-1 0 0,34 32-149 0 0,1 0 0 0 0,-1 0 0 0 0,0 0 0 0 0,1 0 0 0 0,-1 1 0 0 0,-1 0 0 0 0,-7-3 0 0 0,-12 4-1563 0 0,22 2 1044 0 0,1-1 0 0 0,0 1 0 0 0,-1 0 0 0 0,1-1 0 0 0,0 1 0 0 0,0 0 1 0 0,0 0-1 0 0,-1 1 0 0 0,-1 0 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0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286 136 2304 0 0,'-8'-4'549'0'0,"0"0"0"0"0,-1 1 0 0 0,1 0 0 0 0,-1 0-1 0 0,0 1 1 0 0,0 0 0 0 0,0 0 0 0 0,0 1-1 0 0,0 0 1 0 0,-14 1 0 0 0,16 1-309 0 0,1 0 1 0 0,0 0-1 0 0,0 1 0 0 0,0 0 1 0 0,0 0-1 0 0,0 0 0 0 0,0 1 1 0 0,0 0-1 0 0,1 0 0 0 0,-1 0 1 0 0,1 1-1 0 0,0-1 1 0 0,0 1-1 0 0,0 1 0 0 0,-8 8 1 0 0,4-1-219 0 0,1 0 1 0 0,-1 1-1 0 0,2 0 0 0 0,0 0 1 0 0,0 1-1 0 0,2-1 1 0 0,-1 1-1 0 0,2 1 1 0 0,0-1-1 0 0,0 1 1 0 0,2-1-1 0 0,0 1 1 0 0,0 0-1 0 0,1 0 1 0 0,1 0-1 0 0,1 0 0 0 0,3 21 1 0 0,-2-20-203 0 0,1-2-1 0 0,0 1 1 0 0,1 0 0 0 0,0-1 0 0 0,2 1-1 0 0,-1-1 1 0 0,2 0 0 0 0,0-1-1 0 0,0 0 1 0 0,2 0 0 0 0,-1 0 0 0 0,2-1-1 0 0,-1-1 1 0 0,2 0 0 0 0,-1 0 0 0 0,1-1-1 0 0,15 10 1 0 0,2-2-123 0 0,1-1 0 0 0,0-2-1 0 0,2-1 1 0 0,0-1 0 0 0,0-1 0 0 0,1-2 0 0 0,0-2 0 0 0,51 7-1 0 0,-73-14 267 0 0,0 0-1 0 0,1-1 1 0 0,-1-1-1 0 0,0 0 0 0 0,0 0 1 0 0,0-1-1 0 0,0 0 1 0 0,-1-1-1 0 0,1 0 1 0 0,-1-1-1 0 0,1 0 0 0 0,-1 0 1 0 0,0-1-1 0 0,0 0 1 0 0,9-8-1 0 0,-11 8 182 0 0,-1 0-1 0 0,0-1 1 0 0,0 0 0 0 0,-1 0-1 0 0,0 0 1 0 0,0-1-1 0 0,0 1 1 0 0,-1-1 0 0 0,0 0-1 0 0,0-1 1 0 0,-1 1 0 0 0,0-1-1 0 0,0 1 1 0 0,0-1-1 0 0,-1 0 1 0 0,-1 0 0 0 0,1 0-1 0 0,-1 0 1 0 0,-1-11 0 0 0,-1-13 969 0 0,-2 0 1 0 0,-1 1-1 0 0,-1-1 1 0 0,-13-38 0 0 0,-48-119 2179 0 0,57 167-2954 0 0,-1 0-1 0 0,0 0 0 0 0,-28-39 1 0 0,32 53-531 0 0,0 0 0 0 0,-1 0 1 0 0,0 0-1 0 0,0 1 1 0 0,-1 0-1 0 0,0 1 1 0 0,0-1-1 0 0,-1 2 1 0 0,0-1-1 0 0,0 1 0 0 0,-17-7 1 0 0,9 7-5900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5529 0 0,'0'0'156'0'0,"0"1"0"0"0,0-1-1 0 0,0 1 1 0 0,-1-1 0 0 0,1 1-1 0 0,0-1 1 0 0,0 1 0 0 0,0-1-1 0 0,1 1 1 0 0,-1 0 0 0 0,0-1-1 0 0,0 1 1 0 0,0-1 0 0 0,0 1-1 0 0,0-1 1 0 0,1 1 0 0 0,-1-1-1 0 0,0 0 1 0 0,0 1 0 0 0,1-1-1 0 0,-1 1 1 0 0,0-1 0 0 0,1 1-1 0 0,-1-1 1 0 0,0 0 0 0 0,1 1-1 0 0,-1-1 1 0 0,1 0 0 0 0,-1 1-1 0 0,1-1 1 0 0,-1 0 0 0 0,1 0-1 0 0,-1 1 1 0 0,0-1 0 0 0,1 0-1 0 0,0 0 1 0 0,-1 0 0 0 0,1 0-1 0 0,-1 0 1 0 0,1 1 0 0 0,0-1 0 0 0,24 8 1138 0 0,-18-9-1155 0 0,0 0 1 0 0,0 0 0 0 0,0-1 0 0 0,0 0 0 0 0,0 0 0 0 0,0 0 0 0 0,8-5-1 0 0,-7 3-362 0 0,0 1-1 0 0,1 0 1 0 0,15-3-1 0 0,-21 5-291 0 0,1 1 0 0 0,0 0 0 0 0,-1-1-1 0 0,1 2 1 0 0,0-1 0 0 0,-1 0 0 0 0,7 2 0 0 0,1 2-3573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 1840 0 0,'46'-7'4013'0'0,"-39"5"-3997"0"0,0 0 0 0 0,-1 1-1 0 0,1 0 1 0 0,0 0-1 0 0,0 1 1 0 0,-1 0-1 0 0,1 0 1 0 0,11 2-1 0 0,39 18-84 0 0,-46-15 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4145 0 0,'0'-3'316'0'0,"1"1"-1"0"0,0-1 1 0 0,0 1 0 0 0,0 0 0 0 0,0 0-1 0 0,1-1 1 0 0,-1 1 0 0 0,0 0 0 0 0,1 0-1 0 0,0 0 1 0 0,-1 0 0 0 0,1 0 0 0 0,4-2-1 0 0,28-21 458 0 0,-24 20-888 0 0,23-9 689 0 0,-31 13-836 0 0,0 1-1 0 0,0 0 0 0 0,0 0 1 0 0,0 0-1 0 0,-1 0 0 0 0,1 0 1 0 0,0 0-1 0 0,0 0 0 0 0,0 1 1 0 0,-1-1-1 0 0,3 1 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6449 0 0,'26'-20'2826'0'0,"-6"7"-2784"0"0,-8 4-181 0 0,1 1 0 0 0,0 0 0 0 0,0 1 0 0 0,0 0 0 0 0,1 1 0 0 0,0 1 0 0 0,0 0 0 0 0,20-4 0 0 0,-25 7 127 0 0,-1-1-48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7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26 282 1376 0 0,'-11'-40'1418'0'0,"7"29"-683"0"0,1 0 0 0 0,1 1-1 0 0,0-1 1 0 0,-2-16 164 0 0,6 30-666 0 0,-1-1 0 0 0,1 1 0 0 0,-1 0-1 0 0,0 0 1 0 0,0 0 0 0 0,0 0 0 0 0,-1 1 0 0 0,1-1 0 0 0,0 3 0 0 0,39 216 2340 0 0,-31-191-2481 0 0,0-1 1 0 0,2 0-1 0 0,2-1 0 0 0,0 0 1 0 0,20 29-1 0 0,-12-23-80 0 0,2-1 1 0 0,1-2-1 0 0,2 0 1 0 0,1-2-1 0 0,54 48 1 0 0,-79-76 4 0 0,0 0 0 0 0,1-1 0 0 0,-1 1 1 0 0,0-1-1 0 0,1 1 0 0 0,0-1 1 0 0,-1 0-1 0 0,1 0 0 0 0,0 0 1 0 0,-1 0-1 0 0,1-1 0 0 0,0 1 0 0 0,0-1 1 0 0,-1 1-1 0 0,1-1 0 0 0,5 0 1 0 0,-6-1-6 0 0,-1 1 1 0 0,1-1 0 0 0,0 0-1 0 0,0 0 1 0 0,-1 0 0 0 0,1 0 0 0 0,-1 0-1 0 0,1 0 1 0 0,-1 0 0 0 0,1 0-1 0 0,-1-1 1 0 0,0 1 0 0 0,1 0-1 0 0,-1-1 1 0 0,0 1 0 0 0,0-1-1 0 0,0 1 1 0 0,0-1 0 0 0,0 0 0 0 0,-1 0-1 0 0,1 1 1 0 0,0-1 0 0 0,-1 0-1 0 0,0 0 1 0 0,1-3 0 0 0,4-20 73 0 0,-1 0 1 0 0,-1 0 0 0 0,-1 0-1 0 0,-3-29 1 0 0,-13-104-491 0 0,0-22-847 0 0,14 178 1253 0 0,-1-2-12 0 0,1 0 0 0 0,0 1 1 0 0,0-1-1 0 0,1 0 0 0 0,-1 0 1 0 0,1 1-1 0 0,0-1 0 0 0,0 0 1 0 0,0 1-1 0 0,0-1 0 0 0,2-3 0 0 0,10 37 106 0 0,1 16 246 0 0,-5-12 124 0 0,19 46 0 0 0,-24-71-434 0 0,0-1-1 0 0,0 0 0 0 0,1 0 1 0 0,0 0-1 0 0,1 0 1 0 0,-1-1-1 0 0,1 0 0 0 0,1 0 1 0 0,0 0-1 0 0,9 6 0 0 0,-12-10 13 0 0,-1 0 0 0 0,1-1 0 0 0,0 0 0 0 0,1 0 0 0 0,-1 0-1 0 0,0 0 1 0 0,1-1 0 0 0,-1 1 0 0 0,1-1 0 0 0,-1 0 0 0 0,1-1-1 0 0,-1 1 1 0 0,1-1 0 0 0,0 0 0 0 0,-1 0 0 0 0,1 0 0 0 0,0-1-1 0 0,-1 1 1 0 0,1-1 0 0 0,-1 0 0 0 0,1-1 0 0 0,-1 1-1 0 0,0-1 1 0 0,1 0 0 0 0,-1 0 0 0 0,0 0 0 0 0,0 0 0 0 0,0-1-1 0 0,-1 0 1 0 0,1 0 0 0 0,0 0 0 0 0,4-5 0 0 0,0-1 111 0 0,0 1 0 0 0,-1-2 1 0 0,0 1-1 0 0,0-1 0 0 0,-1 0 1 0 0,-1 0-1 0 0,1-1 0 0 0,-2 0 1 0 0,1 0-1 0 0,-2 0 0 0 0,5-21 1 0 0,-3 5-156 0 0,-2-1 1 0 0,-1 0-1 0 0,-2 0 1 0 0,0 0-1 0 0,-2 1 1 0 0,-1-1-1 0 0,-2 0 1 0 0,0 1 0 0 0,-2 0-1 0 0,0 0 1 0 0,-18-38-1 0 0,-1 21-1189 0 0,3 20-4239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6 920 0 0,'-7'-2'86'0'0,"0"1"-1"0"0,0 0 0 0 0,0 0 1 0 0,0 0-1 0 0,1 1 0 0 0,-1 0 1 0 0,0 1-1 0 0,0-1 0 0 0,0 1 1 0 0,0 1-1 0 0,0-1 0 0 0,1 1 1 0 0,-1 0-1 0 0,1 0 0 0 0,-1 1 1 0 0,1 0-1 0 0,0 0 1 0 0,0 1-1 0 0,0 0 0 0 0,1 0 1 0 0,-1 0-1 0 0,1 0 0 0 0,-8 10 1 0 0,1-2-10 0 0,2 1 1 0 0,0 1-1 0 0,0 0 0 0 0,2 0 1 0 0,-1 1-1 0 0,2 0 1 0 0,0 0-1 0 0,1 1 1 0 0,0 0-1 0 0,2 0 1 0 0,0 0-1 0 0,0 1 1 0 0,2 0-1 0 0,0-1 1 0 0,0 1-1 0 0,2 0 0 0 0,3 30 1 0 0,-2-41-90 0 0,0 0-1 0 0,0-1 1 0 0,1 1 0 0 0,0-1-1 0 0,0 1 1 0 0,1-1 0 0 0,-1 0-1 0 0,6 8 1 0 0,-7-12 9 0 0,0 0 0 0 0,0 0 0 0 0,0 0 0 0 0,0 0 0 0 0,0 0 0 0 0,0 0 0 0 0,0 0 0 0 0,0 0 0 0 0,0 0 0 0 0,0-1 0 0 0,0 1 0 0 0,1-1 0 0 0,-1 1 0 0 0,0-1 0 0 0,0 1 0 0 0,1-1 0 0 0,-1 1 0 0 0,0-1 0 0 0,1 0 0 0 0,-1 0 0 0 0,0 0 0 0 0,1 0 0 0 0,-1 0 0 0 0,0 0 0 0 0,1 0 0 0 0,-1 0 0 0 0,1-1 0 0 0,-1 1 0 0 0,0 0 0 0 0,0-1 0 0 0,1 1 0 0 0,-1-1 0 0 0,0 1 0 0 0,0-1 0 0 0,0 0 0 0 0,1 0 0 0 0,-1 1 0 0 0,0-1 0 0 0,0 0 0 0 0,0 0 0 0 0,1-1 0 0 0,14-14 25 0 0,-1 0 1 0 0,0-1-1 0 0,-1-1 1 0 0,-1 0-1 0 0,-1 0 1 0 0,0-2-1 0 0,-1 1 1 0 0,-2-1-1 0 0,15-41 1 0 0,-21 47 112 0 0,0 0 0 0 0,-1-1 0 0 0,0-16 0 0 0,-2 18 763 0 0,1 0 0 0 0,1 0 0 0 0,6-25 0 0 0,1 69 1804 0 0,-6 2-2263 0 0,-2-8-194 0 0,2 0-1 0 0,1 0 0 0 0,1-1 1 0 0,12 38-1 0 0,-15-56-384 0 0,1 0 0 0 0,0 0 0 0 0,0 0-1 0 0,0 0 1 0 0,1-1 0 0 0,-1 1 0 0 0,2-1 0 0 0,-1 0 0 0 0,0 0 0 0 0,1-1 0 0 0,0 1-1 0 0,0-1 1 0 0,0 0 0 0 0,1 0 0 0 0,-1-1 0 0 0,1 1 0 0 0,0-1 0 0 0,0-1 0 0 0,0 1-1 0 0,0-1 1 0 0,0 0 0 0 0,11 2 0 0 0,15-4-1626 0 0,-16-3 773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49 3681 0 0,'0'-3'169'0'0,"-5"-27"-19"0"0,5 29-19 0 0,0 1 1 0 0,0-1-1 0 0,-1 0 0 0 0,1 1 0 0 0,0-1 0 0 0,0 0 0 0 0,0 1 1 0 0,-1-1-1 0 0,1 0 0 0 0,0 1 0 0 0,0-1 0 0 0,-1 0 0 0 0,1 1 1 0 0,-1-1-1 0 0,1 1 0 0 0,-1-1 0 0 0,1 1 0 0 0,-1-1 0 0 0,1 1 1 0 0,-1-1-1 0 0,1 1 0 0 0,-1 0 0 0 0,1-1 0 0 0,-1 1 0 0 0,0 0 1 0 0,1-1-1 0 0,-1 1 0 0 0,0 0 0 0 0,1 0 0 0 0,-1 0 0 0 0,0-1 1 0 0,1 1-1 0 0,-1 0 0 0 0,0 0 0 0 0,1 0 0 0 0,-1 0 0 0 0,-1 0 1 0 0,1 1 14 0 0,0 0 0 0 0,0 0 0 0 0,0 0 0 0 0,0-1 0 0 0,0 1 0 0 0,0 0 0 0 0,1 0 0 0 0,-1 0 0 0 0,0 0 0 0 0,0 0 0 0 0,1 0 0 0 0,-1 1 0 0 0,1-1 0 0 0,-1 0 0 0 0,1 0 0 0 0,-1 0 0 0 0,1 1 0 0 0,0-1 0 0 0,-1 2 0 0 0,-2 29 187 0 0,2-26-250 0 0,0 20 196 0 0,1 1 0 0 0,1-1 0 0 0,2 0 0 0 0,0 0 0 0 0,2-1 0 0 0,14 47 0 0 0,67 144 450 0 0,-75-190-829 0 0,-1-5-384 0 0,0 0 0 0 0,15 21 0 0 0,-22-36 39 0 0,1-1 1 0 0,-1 0-1 0 0,2 0 0 0 0,-1 0 0 0 0,0 0 0 0 0,1-1 0 0 0,0 0 1 0 0,0 0-1 0 0,0 0 0 0 0,1 0 0 0 0,-1-1 0 0 0,10 4 0 0 0,-6-5-734 0 0,2-3-1309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0 238 3137 0 0,'5'-38'59'0'0,"10"-82"1151"0"0,-12 41 4842 0 0,-5 82-4725 0 0,-3 12 201 0 0,-3 21 29 0 0,4-7-1025 0 0,3 1 1 0 0,0-1-1 0 0,2 0 1 0 0,1 1-1 0 0,1-1 1 0 0,8 31-1 0 0,6 6-1376 0 0,36 96 0 0 0,-41-129-5247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1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54 116 8754 0 0,'-6'-8'572'0'0,"0"-1"-1"0"0,1 0 1 0 0,0 0 0 0 0,1-1 0 0 0,0 1-1 0 0,0-1 1 0 0,1 0 0 0 0,0 0 0 0 0,-1-11-1 0 0,2 11 65 0 0,0 9-324 0 0,-1 9-276 0 0,1 11-185 0 0,3 407-924 0 0,2-283 1083 0 0,8 73 279 0 0,9 0-1 0 0,59 262 1 0 0,89 543 3318 0 0,-160-866-3454 0 0,-13-91-2744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2.8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0 478 6913 0 0,'0'-1'131'0'0,"1"1"-1"0"0,-1-1 0 0 0,1 0 0 0 0,0 1 0 0 0,-1-1 0 0 0,1 0 0 0 0,-1 1 1 0 0,1-1-1 0 0,0 1 0 0 0,-1 0 0 0 0,1-1 0 0 0,0 1 0 0 0,0-1 0 0 0,-1 1 0 0 0,1 0 1 0 0,0 0-1 0 0,0-1 0 0 0,-1 1 0 0 0,1 0 0 0 0,0 0 0 0 0,0 0 0 0 0,1 0 0 0 0,31-9-194 0 0,29-2 202 0 0,1 3 0 0 0,78 0 0 0 0,15-1 402 0 0,134-18 790 0 0,196-22 851 0 0,352-50-54 0 0,1390-109-1128 0 0,-245 167 1602 0 0,-1573 67-2598 0 0,-238 3-5801 0 0,-128-20-327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3.7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5981 1 12443 0 0,'1'21'769'0'0,"1"0"0"0"0,1 0 0 0 0,1-1 0 0 0,1 1 0 0 0,7 21 0 0 0,45 98 689 0 0,-27-77-1280 0 0,1 2-164 0 0,45 133 0 0 0,68 537-56 0 0,-69-288 31 0 0,-45-254-258 0 0,5 209 0 0 0,-10-79 55 0 0,-17-259 753 0 0,3-1-1 0 0,2-1 1 0 0,3 0 0 0 0,3-1 0 0 0,45 100 0 0 0,-52-137-516 0 0,-1 0 1 0 0,-2 1-1 0 0,0 0 1 0 0,-2 0 0 0 0,0 1-1 0 0,2 28 1 0 0,-8-54-53 0 0,-1 1-1 0 0,0 1 1 0 0,0-1 0 0 0,0 0-1 0 0,0 0 1 0 0,1 0 0 0 0,-1 0 0 0 0,0 0-1 0 0,-1 0 1 0 0,1 0 0 0 0,0 0-1 0 0,0 0 1 0 0,0 0 0 0 0,-1 0-1 0 0,1 0 1 0 0,0 0 0 0 0,-1 0 0 0 0,1 0-1 0 0,-1 0 1 0 0,1-1 0 0 0,-1 1-1 0 0,1 0 1 0 0,-1 0 0 0 0,0 0-1 0 0,0-1 1 0 0,1 1 0 0 0,-1 0 0 0 0,-2 1-1 0 0,1-2-20 0 0,-1 1 1 0 0,0 0-1 0 0,-1-1 0 0 0,1 0 0 0 0,0 0 0 0 0,0 0 0 0 0,0 0 1 0 0,-4-1-1 0 0,-6 0-74 0 0,-169 1-58 0 0,-22-2 308 0 0,-244-44-1508 0 0,-141-7 192 0 0,552 52 1167 0 0,-577-9-353 0 0,310 13-356 0 0,-655 16-67 0 0,3 53 2309 0 0,6-11 368 0 0,566-46-165 0 0,-208 44-1617 0 0,528-45-740 0 0,-109 41 0 0 0,20-5-302 0 0,123-45 130 0 0,17-6-3932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4.7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1 6449 0 0,'-4'5'5094'0'0,"4"-5"-4990"0"0,1 18 995 0 0,7 20-882 0 0,-3-24 27 0 0,0-1 0 0 0,2 0-1 0 0,8 14 1 0 0,14 28 1239 0 0,-20-28-1006 0 0,0 1 0 0 0,-2 0 0 0 0,-1 0 0 0 0,3 40 0 0 0,-1 118 100 0 0,-7-134-452 0 0,109 1733 70 0 0,-43-1133 1794 0 0,-54-578-1523 0 0,3 0-1 0 0,3-1 1 0 0,32 78-1 0 0,-15-31-374 0 0,-34-115-1661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0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24 33 5985 0 0,'-23'-32'12404'0'0,"26"40"-10219"0"0,3 5-2308 0 0,10 33 566 0 0,-1 2-1 0 0,-2 0 1 0 0,-3 0-1 0 0,7 76 1 0 0,12 60-1505 0 0,-22-156-131 0 0,0-1 1 0 0,2 1-1 0 0,1-1 1 0 0,20 36-1 0 0,-27-55-195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6.3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31 320 1840 0 0,'-3'-25'258'0'0,"-4"-72"3151"0"0,7 86-3003 0 0,0-1 0 0 0,1 1 0 0 0,0-1 0 0 0,1 1 1 0 0,0 0-1 0 0,5-13 0 0 0,-4 18-293 0 0,0 0 0 0 0,0 0 0 0 0,1 1 0 0 0,0-1 0 0 0,0 1 1 0 0,1 0-1 0 0,-1 0 0 0 0,1 1 0 0 0,0-1 0 0 0,0 1 0 0 0,1 0 0 0 0,-1 0 0 0 0,1 1 1 0 0,0-1-1 0 0,0 1 0 0 0,0 1 0 0 0,0-1 0 0 0,9-2 0 0 0,3 0 18 0 0,0 0 0 0 0,0 2-1 0 0,1-1 1 0 0,-1 2 0 0 0,26 0 0 0 0,-21 2 174 0 0,1 1 1 0 0,-1 1 0 0 0,30 7 0 0 0,-47-8-290 0 0,-1 0 0 0 0,1 1 0 0 0,0-1 0 0 0,-1 1 0 0 0,1 1 1 0 0,-1-1-1 0 0,1 1 0 0 0,-1 0 0 0 0,0 0 0 0 0,0 0 0 0 0,-1 1 0 0 0,1 0 1 0 0,-1 0-1 0 0,0 0 0 0 0,0 0 0 0 0,0 1 0 0 0,0 0 0 0 0,4 7 0 0 0,-7-9 21 0 0,0 1 0 0 0,0 0 0 0 0,-1-1 0 0 0,1 1 0 0 0,-1 0 0 0 0,0-1 0 0 0,0 1 0 0 0,0 0 0 0 0,0-1-1 0 0,-1 1 1 0 0,1 0 0 0 0,-1-1 0 0 0,0 1 0 0 0,0-1 0 0 0,-1 1 0 0 0,1-1 0 0 0,-1 0 0 0 0,1 1 0 0 0,-1-1-1 0 0,0 0 1 0 0,0 0 0 0 0,-1 0 0 0 0,-2 3 0 0 0,-6 8 205 0 0,-1-2 0 0 0,-1 1 0 0 0,-20 15 0 0 0,17-16-122 0 0,-1 0-1 0 0,-1-1 1 0 0,0-1 0 0 0,0 0-1 0 0,-1-1 1 0 0,0-1 0 0 0,-40 10-1 0 0,43-14-233 0 0,0-2 1 0 0,0 1-1 0 0,0-2 0 0 0,-1 0 0 0 0,1-1 0 0 0,0-1 0 0 0,0 0 0 0 0,0-1 0 0 0,0-1 0 0 0,-27-8 0 0 0,31 7-5071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0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3225 0 0,'0'-5'859'0'0,"-1"0"131"0"0,1-1-1 0 0,0 0 1 0 0,1 0 0 0 0,0 1-1 0 0,-1-1 1 0 0,2 1 0 0 0,1-7-1 0 0,2 41 2672 0 0,0-3-3320 0 0,-3-12-261 0 0,31 261 1506 0 0,-28-215-2538 0 0,-4 0 0 0 0,-9 96-1 0 0,-4-97-4886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47.38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19 206 3681 0 0,'-19'-9'5449'0'0,"28"16"-3942"0"0,23 20-776 0 0,-2 1 1 0 0,-1 2-1 0 0,-1 1 0 0 0,27 38 0 0 0,-52-66-706 0 0,18 24 39 0 0,2-1 0 0 0,1-1-1 0 0,28 23 1 0 0,-40-38-64 0 0,-1-1 0 0 0,2-1 0 0 0,-1 0-1 0 0,1-1 1 0 0,0 0 0 0 0,1-1 0 0 0,0-1 0 0 0,-1 0-1 0 0,28 5 1 0 0,-39-9 52 0 0,1 0 0 0 0,0-1-1 0 0,0 1 1 0 0,0-1 0 0 0,-1 0 0 0 0,1 0-1 0 0,0 0 1 0 0,0 0 0 0 0,0-1 0 0 0,0 1-1 0 0,-1-1 1 0 0,1 1 0 0 0,0-1 0 0 0,-1 0-1 0 0,1 0 1 0 0,0 0 0 0 0,-1-1 0 0 0,1 1-1 0 0,-1-1 1 0 0,4-2 0 0 0,-4 2 104 0 0,0-1 0 0 0,-1 0 1 0 0,1 0-1 0 0,0 0 0 0 0,-1 0 0 0 0,0-1 0 0 0,1 1 0 0 0,-1 0 1 0 0,-1 0-1 0 0,1-1 0 0 0,0 1 0 0 0,-1-1 0 0 0,0 1 1 0 0,0 0-1 0 0,0-1 0 0 0,0-4 0 0 0,-15-148 3291 0 0,0 7-2813 0 0,3 17-578 0 0,2 76-6297 0 0,4 27-734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5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 73 2761 0 0,'0'0'47'0'0,"0"0"0"0"0,-1 0 0 0 0,1 0 1 0 0,0-1-1 0 0,0 1 0 0 0,0 0 0 0 0,0 0 1 0 0,0 0-1 0 0,-1 0 0 0 0,1 0 142 0 0,0 0-142 0 0,0-1 1 0 0,0 1-1 0 0,0 0 0 0 0,0 0 0 0 0,0 0 1 0 0,-1 0-1 0 0,1 0 0 0 0,0 0 0 0 0,0-1 1 0 0,0 1-1 0 0,0 0 0 0 0,0 0 0 0 0,0 0 1 0 0,0 0-1 0 0,0 0 0 0 0,0-1 0 0 0,0 1 1 0 0,0 0-1 0 0,0 0 0 0 0,0 0 0 0 0,0 0 1 0 0,0 0-1 0 0,0-1 0 0 0,0 1 0 0 0,0 0 1 0 0,0 0-1 0 0,0 0 0 0 0,1 0 0 0 0,-1 0 1 0 0,0-1-1 0 0,0 1 0 0 0,0 0 142 0 0,0 0-142 0 0,1 0 1 0 0,10-7 1295 0 0,12-3 22 0 0,-23 10-1363 0 0,41-12 1064 0 0,1 1 0 0 0,1 2 0 0 0,57-5-1 0 0,-50 11-2896 0 0,55 3-1 0 0,-48 4-5089 0 0,-52-3 6442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1.8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143 1 2761 0 0,'-11'1'683'0'0,"-1"0"-1"0"0,0 0 1 0 0,1 2 0 0 0,-1-1 0 0 0,-21 9 0 0 0,30-9-444 0 0,0-1 0 0 0,0 1 0 0 0,0 0 0 0 0,0 0 0 0 0,0 0 0 0 0,0 0 0 0 0,0 1 0 0 0,1-1 0 0 0,-1 1 0 0 0,1 0 0 0 0,0 0 0 0 0,-1 0 1 0 0,1 0-1 0 0,1 0 0 0 0,-1 0 0 0 0,0 0 0 0 0,1 0 0 0 0,0 1 0 0 0,0-1 0 0 0,0 1 0 0 0,0-1 0 0 0,0 1 0 0 0,0 5 0 0 0,0 14 154 0 0,1 0 0 0 0,0 0 0 0 0,2 0 0 0 0,5 25-1 0 0,26 91-635 0 0,-31-128 114 0 0,7 22-263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13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69 7370 0 0,'0'0'62'0'0,"0"1"1"0"0,-1-1 0 0 0,1 0 0 0 0,0 0 0 0 0,0 0 0 0 0,-1 0 0 0 0,1 0 0 0 0,0 0 0 0 0,-1 0-1 0 0,1 0 1 0 0,0 0 0 0 0,0 1 0 0 0,-1-1 0 0 0,1 0 0 0 0,0 0 0 0 0,-1-1 0 0 0,1 1-1 0 0,0 0 1 0 0,0 0 0 0 0,-1 0 0 0 0,1 0 0 0 0,0 0 0 0 0,-1 0 0 0 0,1 0 0 0 0,0 0-1 0 0,0 0 1 0 0,-1-1 0 0 0,1 1 0 0 0,0 0 0 0 0,0 0 0 0 0,-1 0 0 0 0,1-1 0 0 0,0 1 0 0 0,0 0-1 0 0,0 0 1 0 0,-1 0 0 0 0,1-1 0 0 0,0 1 0 0 0,0 0 0 0 0,0 0 0 0 0,0-1 0 0 0,0 1-1 0 0,0 0 1 0 0,-1-1 0 0 0,1 1 0 0 0,0 0 0 0 0,0 0 0 0 0,0-1 0 0 0,0 1 0 0 0,0 0 0 0 0,0-1-1 0 0,0 1 1 0 0,16-15 2401 0 0,30-10 133 0 0,-32 20-2482 0 0,1 0 0 0 0,0 1 0 0 0,0 1 1 0 0,0 1-1 0 0,1 0 0 0 0,-1 1 0 0 0,18 0 0 0 0,2 3-1604 0 0,0 2 1 0 0,35 7 0 0 0,-48-6-3057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4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77 45 3225 0 0,'-6'-2'643'0'0,"0"0"0"0"0,1 0 0 0 0,0-1 1 0 0,-1 0-1 0 0,1 0 0 0 0,0 0 1 0 0,1 0-1 0 0,-7-6 0 0 0,-9-6 3831 0 0,20 15-4341 0 0,-1 1 1 0 0,1-1-1 0 0,0 0 0 0 0,0 1 0 0 0,-1-1 0 0 0,1 0 1 0 0,0 1-1 0 0,0-1 0 0 0,-1 1 0 0 0,1-1 0 0 0,0 0 1 0 0,0 1-1 0 0,0-1 0 0 0,0 1 0 0 0,0-1 0 0 0,0 1 1 0 0,0-1-1 0 0,0 1 0 0 0,0-1 0 0 0,0 0 0 0 0,0 1 0 0 0,0-1 1 0 0,0 1-1 0 0,0-1 0 0 0,0 1 0 0 0,0-1 0 0 0,0 0 1 0 0,0 1-1 0 0,1-1 0 0 0,-1 1 0 0 0,0-1 0 0 0,1 1 1 0 0,3 25 166 0 0,-3-23-67 0 0,26 124 570 0 0,-6-42-7008 0 0,-12-53 600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7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80 90 1376 0 0,'-6'0'143'0'0,"0"0"-1"0"0,0 0 1 0 0,0 0 0 0 0,0-1-1 0 0,0 0 1 0 0,0 0-1 0 0,0 0 1 0 0,-7-3 0 0 0,12 3-8 0 0,0 1 0 0 0,0-1 0 0 0,0 1 1 0 0,0-1-1 0 0,-1 0 0 0 0,1 1 0 0 0,0-1 1 0 0,0 0-1 0 0,0 0 0 0 0,1 0 1 0 0,-1 1-1 0 0,0-1 0 0 0,0 0 0 0 0,0 0 1 0 0,1-1-1 0 0,-1 1 0 0 0,0 0 0 0 0,0-1 1 0 0,1 0 26 0 0,0 1 0 0 0,0 0 0 0 0,0-1 0 0 0,0 1-1 0 0,0-1 1 0 0,0 1 0 0 0,1 0 0 0 0,-1-1 0 0 0,0 1 0 0 0,1 0 0 0 0,-1-1 0 0 0,1 1 0 0 0,-1 0 0 0 0,1 0 0 0 0,0 0 0 0 0,0-1 0 0 0,-1 1 0 0 0,1 0 0 0 0,0 0 0 0 0,0 0 0 0 0,1-1 0 0 0,3-2 26 0 0,-1 1 0 0 0,1-1 0 0 0,-1 1 0 0 0,1 0 0 0 0,0 0 0 0 0,1 1 0 0 0,-1-1 0 0 0,0 1 0 0 0,1 0 0 0 0,-1 1 0 0 0,1-1 0 0 0,-1 1 0 0 0,1 0 0 0 0,0 1 0 0 0,8-1 0 0 0,11 1-360 0 0,-1 0 0 0 0,30 6 0 0 0,-48-6-258 0 0,0 1-1 0 0,0 0 1 0 0,0 0-1 0 0,0 0 1 0 0,0 1 0 0 0,0 0-1 0 0,0 0 1 0 0,-1 1-1 0 0,1 0 1 0 0,-1 0-1 0 0,9 6 1 0 0,-5 1 383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2.98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 15 1840 0 0,'-10'-15'9049'0'0,"22"48"-8112"0"0,-1 0-1 0 0,9 56 1 0 0,-4-14-1453 0 0,-8-41-120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2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97 3225 0 0,'1'-2'110'0'0,"-1"1"1"0"0,1-1-1 0 0,0 1 1 0 0,-1-1-1 0 0,1 1 1 0 0,0 0 0 0 0,0-1-1 0 0,0 1 1 0 0,0 0-1 0 0,0 0 1 0 0,0 0-1 0 0,0 0 1 0 0,0 0-1 0 0,1 0 1 0 0,-1 0 0 0 0,0 0-1 0 0,3-1 1 0 0,27-16 1348 0 0,-25 15-1073 0 0,12-5 370 0 0,0 0 0 0 0,1 1 0 0 0,36-8 0 0 0,-30 10-731 0 0,0 1-1 0 0,1 1 1 0 0,-1 1-1 0 0,0 2 1 0 0,27 2 0 0 0,-31 1-906 0 0,-3 0-2509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5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 6 5529 0 0,'0'0'223'0'0,"-1"-1"1"0"0,1 1-1 0 0,-1-1 0 0 0,0 1 0 0 0,1-1 0 0 0,-1 1 1 0 0,0 0-1 0 0,1-1 0 0 0,-1 1 0 0 0,0 0 1 0 0,1-1-1 0 0,-1 1 0 0 0,0 0 0 0 0,1 0 0 0 0,-1 0 1 0 0,0 0-1 0 0,0 0 0 0 0,1 0 0 0 0,-1 0 1 0 0,0 0-1 0 0,1 0 0 0 0,-1 0 0 0 0,0 0 0 0 0,0 0 1 0 0,1 0-1 0 0,-1 0 0 0 0,0 1 0 0 0,1-1 0 0 0,-1 0 1 0 0,0 1-1 0 0,1-1 0 0 0,-1 0 0 0 0,0 1 1 0 0,0 0-1 0 0,0 2 21 0 0,1-1 0 0 0,-1 0 0 0 0,1 1 0 0 0,0-1 0 0 0,0 0 0 0 0,0 1 0 0 0,0-1 0 0 0,0 0 0 0 0,1 4 0 0 0,0 7-640 0 0,5 58-356 0 0,18 74 1 0 0,-21-126 21 0 0,3 14-4069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3.7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28 456 0 0,'-1'0'5555'0'0,"4"-1"-5400"0"0,99-20 3453 0 0,-87 19-3615 0 0,0 0-1 0 0,0 1 1 0 0,-1 1 0 0 0,1 0-1 0 0,19 3 1 0 0,-18 1-3490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4.0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 14 2761 0 0,'-10'-6'-171'0'0,"-4"-1"2340"0"0,14 7-2087 0 0,0 1 0 0 0,-1 0 0 0 0,1-1 1 0 0,0 1-1 0 0,-1-1 0 0 0,1 1 1 0 0,0 0-1 0 0,-1-1 0 0 0,1 1 0 0 0,0 0 1 0 0,0-1-1 0 0,0 1 0 0 0,0 0 0 0 0,0-1 1 0 0,0 1-1 0 0,0 0 0 0 0,0-1 1 0 0,0 1-1 0 0,0 0 0 0 0,0-1 0 0 0,0 1 1 0 0,0 0-1 0 0,1-1 0 0 0,-1 1 1 0 0,0-1-1 0 0,1 2 0 0 0,0 6 308 0 0,39 264 5944 0 0,-38-246-6579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0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12 7370 0 0,'19'-4'6377'0'0,"-1"1"-6175"0"0,0 1 0 0 0,0 1 0 0 0,1 0 1 0 0,18 2-1 0 0,16 10-1194 0 0,-34-6-19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3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97 7370 0 0,'52'-34'3520'0'0,"-23"20"-2573"0"0,55-20-1 0 0,-71 30-1348 0 0,0 1 0 0 0,1 0 0 0 0,26-1-1 0 0,-22 4-3657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5.76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49 4609 0 0,'8'-5'623'0'0,"0"-1"0"0"0,0 1 1 0 0,1 0-1 0 0,-1 1 0 0 0,1 0 0 0 0,1 1 0 0 0,-1 0 0 0 0,14-3 1 0 0,-14 4-1090 0 0,0 0 0 0 0,0 0 0 0 0,0 1 0 0 0,0 1 0 0 0,15 0 0 0 0,-11 2-2731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1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57 5985 0 0,'38'-15'3115'0'0,"-12"8"-2693"0"0,-9-1-119 0 0,2 2 0 0 0,-1 0 0 0 0,31-6 1 0 0,-39 11-569 0 0,-1 0 0 0 0,1 1 1 0 0,-1 0-1 0 0,1 0 0 0 0,-1 1 1 0 0,1 0-1 0 0,-1 1 1 0 0,0 0-1 0 0,12 4 0 0 0,-9-1-773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31 6913 0 0,'0'0'35'0'0,"0"0"-1"0"0,0 1 1 0 0,0-1-1 0 0,0 0 0 0 0,0 0 1 0 0,0 0-1 0 0,0 0 0 0 0,0 0 1 0 0,0 0-1 0 0,0 0 0 0 0,0 0 1 0 0,0 1-1 0 0,0-1 1 0 0,0 0-1 0 0,0 0 0 0 0,0 0 1 0 0,0 0-1 0 0,0 0 0 0 0,0 0 1 0 0,0 0-1 0 0,0 1 0 0 0,0-1 1 0 0,0 0-1 0 0,0 0 1 0 0,0 0-1 0 0,0 0 0 0 0,0 0 1 0 0,0 0-1 0 0,0 0 0 0 0,0 0 1 0 0,0 1-1 0 0,1-1 0 0 0,-1 0 1 0 0,0 0-1 0 0,0 0 1 0 0,0 0-1 0 0,0 0 0 0 0,0 0 1 0 0,0 0-1 0 0,0 0 0 0 0,0 0 1 0 0,0 0-1 0 0,1 0 0 0 0,-1 0 1 0 0,0 0-1 0 0,0 0 1 0 0,0 0-1 0 0,0 0 0 0 0,0 0 1 0 0,0 0-1 0 0,0 0 0 0 0,1 0 1 0 0,-1 0-1 0 0,0 0 0 0 0,0 0 1 0 0,0 0-1 0 0,0 0 1 0 0,0 0-1 0 0,0 0 0 0 0,0 0 1 0 0,1 0-1 0 0,-1 0 0 0 0,0 0 1 0 0,0 0-1 0 0,0 0 0 0 0,0 0 1 0 0,18-2 1283 0 0,18-4 392 0 0,-8-2-1364 0 0,-12 3-53 0 0,-1 1-1 0 0,1 0 1 0 0,21-1-1 0 0,-28 4-899 0 0,-1 1 0 0 0,0 1 0 0 0,0 0 0 0 0,0 0 0 0 0,12 3 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6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96 1840 0 0,'29'-15'5764'0'0,"-1"2"-4259"0"0,66-32 2102 0 0,-83 40-3673 0 0,1 1 0 0 0,0 1 0 0 0,0-1 0 0 0,0 2-1 0 0,0 0 1 0 0,18-1 0 0 0,-15 6-2233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3:56.93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8290 0 0,'0'2'182'0'0,"1"0"0"0"0,0 0 1 0 0,0 0-1 0 0,0 0 0 0 0,0 0 0 0 0,0 0 1 0 0,0 0-1 0 0,1 0 0 0 0,-1 0 0 0 0,1-1 1 0 0,-1 1-1 0 0,1-1 0 0 0,0 1 1 0 0,-1-1-1 0 0,1 0 0 0 0,0 1 0 0 0,0-1 1 0 0,0 0-1 0 0,0 0 0 0 0,0 0 0 0 0,0 0 1 0 0,0-1-1 0 0,0 1 0 0 0,1-1 0 0 0,-1 1 1 0 0,0-1-1 0 0,0 0 0 0 0,0 0 1 0 0,3 0-1 0 0,32-3 1242 0 0,-6-9-3811 0 0,-20 7-881 0 0,-2 0-170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2.89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371 51 1376 0 0,'-1'-4'237'0'0,"-1"1"0"0"0,1 0 1 0 0,-1 0-1 0 0,0 0 0 0 0,0 0 0 0 0,0 1 0 0 0,0-1 0 0 0,-1 1 0 0 0,1-1 0 0 0,-1 1 0 0 0,1-1 0 0 0,-1 1 1 0 0,0 0-1 0 0,0 1 0 0 0,0-1 0 0 0,0 0 0 0 0,0 1 0 0 0,0-1 0 0 0,-1 1 0 0 0,1 0 0 0 0,0 0 0 0 0,-1 1 0 0 0,1-1 1 0 0,-1 1-1 0 0,1-1 0 0 0,-1 1 0 0 0,1 0 0 0 0,0 0 0 0 0,-1 1 0 0 0,1-1 0 0 0,-1 1 0 0 0,1-1 0 0 0,-1 1 0 0 0,1 0 1 0 0,0 1-1 0 0,0-1 0 0 0,0 0 0 0 0,-1 1 0 0 0,1 0 0 0 0,1 0 0 0 0,-1 0 0 0 0,0 0 0 0 0,0 0 0 0 0,1 0 1 0 0,-4 5-1 0 0,-26 24 653 0 0,-126 139 1148 0 0,152-160-2020 0 0,0 0-1 0 0,1-1 1 0 0,0 2-1 0 0,0-1 1 0 0,1 0-1 0 0,1 1 1 0 0,0 0-1 0 0,0 0 1 0 0,1 0-1 0 0,1 0 1 0 0,-1 20-1 0 0,1 2 33 0 0,3 1 0 0 0,8 54 0 0 0,-9-77-72 0 0,1 0 1 0 0,1-1-1 0 0,0 1 0 0 0,1-1 0 0 0,0 0 0 0 0,0 0 0 0 0,1 0 0 0 0,0 0 0 0 0,1-1 1 0 0,0 0-1 0 0,0 0 0 0 0,1 0 0 0 0,0-1 0 0 0,16 13 0 0 0,-13-13-7 0 0,0-1 0 0 0,1 0 0 0 0,0-1 1 0 0,0 0-1 0 0,0-1 0 0 0,1 0 0 0 0,0-1 0 0 0,0 0 0 0 0,0-1 0 0 0,0-1 0 0 0,1 1 0 0 0,20-1 0 0 0,-13-1 84 0 0,-1 0-1 0 0,1-2 1 0 0,-1-1-1 0 0,0 0 1 0 0,0-2-1 0 0,0 0 1 0 0,0-1 0 0 0,0 0-1 0 0,-1-2 1 0 0,0 0-1 0 0,-1-1 1 0 0,1-1-1 0 0,-1-1 1 0 0,-1 0-1 0 0,0-1 1 0 0,-1-1 0 0 0,0 0-1 0 0,0-1 1 0 0,-2-1-1 0 0,20-24 1 0 0,-20 20 98 0 0,-1 0 1 0 0,-1 0 0 0 0,-1-1-1 0 0,-1 0 1 0 0,-1-1 0 0 0,0 0-1 0 0,-1 0 1 0 0,-2-1 0 0 0,6-31-1 0 0,-9 41-82 0 0,-1 1 0 0 0,0-1 0 0 0,-1 1 0 0 0,0-1-1 0 0,-1 0 1 0 0,0 1 0 0 0,-1-1 0 0 0,0 1 0 0 0,0-1-1 0 0,-1 1 1 0 0,-1 0 0 0 0,1 0 0 0 0,-2 0 0 0 0,1 1-1 0 0,-1-1 1 0 0,-1 1 0 0 0,0 0 0 0 0,0 1-1 0 0,-1-1 1 0 0,-13-13 0 0 0,3 8-167 0 0,0 1 0 0 0,0 1 0 0 0,-1 1 1 0 0,-36-18-1 0 0,43 24 23 0 0,0 1 1 0 0,0 0 0 0 0,0 0-1 0 0,-1 1 1 0 0,0 0 0 0 0,1 1-1 0 0,-1 1 1 0 0,0 0 0 0 0,0 0-1 0 0,-14 2 1 0 0,9 2-795 0 0,1 5-192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3.60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327 191 2761 0 0,'-10'-2'321'0'0,"0"1"1"0"0,0 0 0 0 0,0 1 0 0 0,0 0 0 0 0,0 1 0 0 0,0 0 0 0 0,0 1-1 0 0,0 0 1 0 0,0 0 0 0 0,0 1 0 0 0,1 0 0 0 0,-1 1 0 0 0,-13 7 0 0 0,8-3-46 0 0,-1 0 0 0 0,2 1 0 0 0,-1 1 1 0 0,2 1-1 0 0,-1 0 0 0 0,1 0 0 0 0,-13 17 1 0 0,20-20-239 0 0,0 1 0 0 0,1 0 0 0 0,0 0 0 0 0,0 0 0 0 0,1 1-1 0 0,0 0 1 0 0,1 0 0 0 0,0 0 0 0 0,1 0 0 0 0,0 0 0 0 0,0 0 0 0 0,1 1 0 0 0,1-1 0 0 0,-1 1 0 0 0,2-1 0 0 0,0 1 0 0 0,0-1 0 0 0,5 19 0 0 0,-4-18-77 0 0,1 0 0 0 0,0-1 0 0 0,0 0 0 0 0,2 0 0 0 0,-1 0-1 0 0,1 0 1 0 0,0 0 0 0 0,1-1 0 0 0,0 0 0 0 0,1 0 0 0 0,0-1 0 0 0,0 0 0 0 0,1 0-1 0 0,0-1 1 0 0,0 0 0 0 0,1 0 0 0 0,16 10 0 0 0,-8-10-156 0 0,0-1 0 0 0,1 0 0 0 0,-1-1 0 0 0,1-1 0 0 0,0-1 0 0 0,0 0 0 0 0,0-1 1 0 0,1-1-1 0 0,-1-1 0 0 0,0-1 0 0 0,23-3 0 0 0,-15 0 176 0 0,0-1 1 0 0,0-1 0 0 0,0-1-1 0 0,-1-2 1 0 0,-1 0 0 0 0,1-1-1 0 0,26-17 1 0 0,-42 21 163 0 0,1 0-1 0 0,-1-1 1 0 0,-1 0-1 0 0,1 0 1 0 0,-1-1 0 0 0,0 0-1 0 0,-1-1 1 0 0,0 0-1 0 0,0 0 1 0 0,-1-1-1 0 0,6-11 1 0 0,-6 7 200 0 0,0 0-1 0 0,-1-1 1 0 0,0 0 0 0 0,-1 1-1 0 0,-1-1 1 0 0,-1-1 0 0 0,2-24 0 0 0,-4 16 143 0 0,-1 0 1 0 0,-1 0 0 0 0,-1 1 0 0 0,-1-1-1 0 0,-1 1 1 0 0,-1 0 0 0 0,-1 0 0 0 0,0 1-1 0 0,-2 0 1 0 0,-20-35 0 0 0,25 49-413 0 0,-2 1-1 0 0,1-1 1 0 0,-1 1 0 0 0,0 0 0 0 0,0 1-1 0 0,0 0 1 0 0,-1 0 0 0 0,0 0-1 0 0,-1 0 1 0 0,1 1 0 0 0,-1 1 0 0 0,0-1-1 0 0,0 1 1 0 0,0 1 0 0 0,-1-1 0 0 0,0 1-1 0 0,1 1 1 0 0,-1 0 0 0 0,0 0-1 0 0,-14-1 1 0 0,12 3-310 0 0,1 0-1 0 0,0 0 1 0 0,0 1 0 0 0,-1 1-1 0 0,1-1 1 0 0,0 2 0 0 0,0-1-1 0 0,0 1 1 0 0,1 1-1 0 0,-1 0 1 0 0,1 0 0 0 0,0 1-1 0 0,0 0 1 0 0,0 1 0 0 0,1-1-1 0 0,0 2 1 0 0,-15 13-1 0 0,12-7-758 0 0,0 1-1 0 0,0-1 0 0 0,1 2 1 0 0,-9 17-1 0 0,8-10 790 0 0,1 0-1 0 0,1 1 1 0 0,1 0-1 0 0,-8 38 1 0 0,11-35 188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4.2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252 199 1840 0 0,'-3'-1'124'0'0,"0"-1"1"0"0,1 1-1 0 0,-1-1 0 0 0,0 1 0 0 0,1-1 0 0 0,-1 0 0 0 0,1 0 0 0 0,0 0 0 0 0,-1 0 0 0 0,1 0 0 0 0,-2-3 0 0 0,-25-35 2551 0 0,13 18-1539 0 0,15 20-967 0 0,-1-1 0 0 0,1 1 1 0 0,-1 0-1 0 0,0 0 0 0 0,0 0 0 0 0,0 0 0 0 0,0 0 0 0 0,0 0 0 0 0,0 1 1 0 0,-1-1-1 0 0,1 1 0 0 0,0-1 0 0 0,-1 1 0 0 0,1 0 0 0 0,-1 0 1 0 0,0 0-1 0 0,1 0 0 0 0,-1 0 0 0 0,0 1 0 0 0,1-1 0 0 0,-1 1 0 0 0,0 0 1 0 0,0 0-1 0 0,1 0 0 0 0,-1 0 0 0 0,0 0 0 0 0,0 1 0 0 0,1-1 0 0 0,-1 1 1 0 0,0 0-1 0 0,1-1 0 0 0,-1 1 0 0 0,1 1 0 0 0,-1-1 0 0 0,1 0 0 0 0,-1 0 1 0 0,1 1-1 0 0,0 0 0 0 0,-4 3 0 0 0,-1 1-57 0 0,0 1 0 0 0,1 0 0 0 0,0 1-1 0 0,1-1 1 0 0,0 1 0 0 0,0 0 0 0 0,0 0 0 0 0,1 0 0 0 0,1 1 0 0 0,-6 15 0 0 0,5-4-180 0 0,0 0 0 0 0,2 0 0 0 0,0 0 1 0 0,1 0-1 0 0,1 1 0 0 0,3 26 1 0 0,4 6-639 0 0,16 61 0 0 0,-15-80-152 0 0,26 64 0 0 0,-28-84 480 0 0,1 0 0 0 0,0-1-1 0 0,1 1 1 0 0,0-2 0 0 0,1 1 0 0 0,22 22-1 0 0,-27-31 273 0 0,0 0 0 0 0,0-1 0 0 0,1 1-1 0 0,-1-1 1 0 0,1 0 0 0 0,0 0 0 0 0,0-1-1 0 0,0 0 1 0 0,0 1 0 0 0,1-1 0 0 0,-1-1-1 0 0,1 1 1 0 0,-1-1 0 0 0,1 0 0 0 0,10 0-1 0 0,-8-1 89 0 0,-1-1-1 0 0,1 0 1 0 0,-1 0-1 0 0,1-1 0 0 0,-1 0 1 0 0,0 0-1 0 0,0-1 0 0 0,0 0 1 0 0,0 0-1 0 0,12-8 0 0 0,-7 3 122 0 0,-1 0 0 0 0,0-1 0 0 0,0-1-1 0 0,-1 0 1 0 0,0 0 0 0 0,-1-1-1 0 0,0 0 1 0 0,0-1 0 0 0,-1 0 0 0 0,-1 0-1 0 0,0-1 1 0 0,5-14 0 0 0,6-31 1369 0 0,-3-1 0 0 0,-2 0 1 0 0,7-100-1 0 0,-18 144-1237 0 0,-1 0 0 0 0,-1 0 0 0 0,0-1 0 0 0,-1 1 0 0 0,-1 0-1 0 0,0 0 1 0 0,-7-23 0 0 0,6 31-192 0 0,1 0 0 0 0,-1 1 0 0 0,0-1 0 0 0,-1 0 0 0 0,0 1 0 0 0,0 0-1 0 0,0 0 1 0 0,-1 0 0 0 0,1 1 0 0 0,-1 0 0 0 0,-1-1 0 0 0,1 2 0 0 0,-1-1 0 0 0,0 1 0 0 0,0-1-1 0 0,0 2 1 0 0,-11-6 0 0 0,-13-3-177 0 0,-1 1 0 0 0,1 2 0 0 0,-2 1 0 0 0,-46-6-1 0 0,50 14-1335 0 0,10 3-2534 0 0,4 3-620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0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288 84 3225 0 0,'-1'-5'396'0'0,"-1"0"1"0"0,0 0-1 0 0,-1 1 0 0 0,1-1 1 0 0,-1 0-1 0 0,0 1 1 0 0,0 0-1 0 0,0-1 1 0 0,-1 1-1 0 0,0 1 1 0 0,1-1-1 0 0,-1 0 0 0 0,0 1 1 0 0,-1 0-1 0 0,1 0 1 0 0,-1 0-1 0 0,1 0 1 0 0,-9-2-1 0 0,9 3-211 0 0,0 1 0 0 0,0 0 0 0 0,-1 0 0 0 0,1 0 1 0 0,-1 1-1 0 0,1 0 0 0 0,0 0 0 0 0,-1 0 0 0 0,1 0 0 0 0,-1 0 0 0 0,1 1 0 0 0,0 0 0 0 0,-1 0 0 0 0,1 0 0 0 0,0 1 0 0 0,0-1 0 0 0,-1 1 1 0 0,2 0-1 0 0,-1 0 0 0 0,0 0 0 0 0,0 1 0 0 0,-4 3 0 0 0,-3 4-133 0 0,1 1 0 0 0,0-1-1 0 0,1 2 1 0 0,0 0 0 0 0,0 0 0 0 0,1 0 0 0 0,1 1 0 0 0,0 0 0 0 0,1 1 0 0 0,0 0-1 0 0,1 0 1 0 0,1 0 0 0 0,0 0 0 0 0,1 1 0 0 0,0-1 0 0 0,2 1 0 0 0,-1 0 0 0 0,2 0-1 0 0,0-1 1 0 0,2 17 0 0 0,-1-16-87 0 0,2 0 0 0 0,-1 0 0 0 0,2 0 0 0 0,0 0 0 0 0,1 0 1 0 0,0-1-1 0 0,1 0 0 0 0,13 22 0 0 0,-13-26 2 0 0,1-1-1 0 0,0 0 1 0 0,0 0 0 0 0,1 0 0 0 0,0-1 0 0 0,0 0 0 0 0,1-1 0 0 0,0 0-1 0 0,1 0 1 0 0,-1-1 0 0 0,1 0 0 0 0,11 4 0 0 0,-9-4-81 0 0,0-2 0 0 0,0 0 0 0 0,0 0 0 0 0,0-1-1 0 0,0 0 1 0 0,1-1 0 0 0,0-1 0 0 0,-1 0 0 0 0,14-1 0 0 0,-19 0 101 0 0,0-1 1 0 0,0 0 0 0 0,1-1-1 0 0,-1 0 1 0 0,0 0-1 0 0,-1-1 1 0 0,1 1 0 0 0,0-1-1 0 0,-1-1 1 0 0,1 1-1 0 0,-1-1 1 0 0,0-1 0 0 0,0 1-1 0 0,-1-1 1 0 0,0 0-1 0 0,1 0 1 0 0,4-6 0 0 0,26-38 650 0 0,49-86-1 0 0,-53 83 89 0 0,-31 50-695 0 0,6-9 76 0 0,0-1 0 0 0,-1 1 0 0 0,0-1 0 0 0,-1 0 0 0 0,4-14 0 0 0,-8 23-106 0 0,-1-1 0 0 0,1 1-1 0 0,-1 0 1 0 0,0 0-1 0 0,1 0 1 0 0,-1-1-1 0 0,-1 1 1 0 0,1 0 0 0 0,0 0-1 0 0,-1-1 1 0 0,0 1-1 0 0,0 0 1 0 0,0 0 0 0 0,0 0-1 0 0,0 0 1 0 0,0 0-1 0 0,-1 0 1 0 0,1 0-1 0 0,-1 1 1 0 0,0-1 0 0 0,0 0-1 0 0,0 1 1 0 0,0-1-1 0 0,-1 1 1 0 0,-4-4 0 0 0,-7-3 1 0 0,-1 0 0 0 0,1 1-1 0 0,-1 0 1 0 0,-1 2 0 0 0,1 0 0 0 0,-23-6 0 0 0,-24-9-761 0 0,38 11 32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6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66 1376 0 0,'-17'-4'886'0'0,"27"-3"1498"0"0,33-8 1261 0 0,-41 14-3688 0 0,32-9 1231 0 0,0 2 0 0 0,36-3 0 0 0,25 3-3315 0 0,-80 6-1445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5.8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66 18 6449 0 0,'-23'-7'708'0'0,"18"5"381"0"0,-1 0 0 0 0,1 0 0 0 0,-1 1 0 0 0,1-1 0 0 0,-9 1 0 0 0,13 4-781 0 0,1 0 0 0 0,-1 1 0 0 0,1-1 0 0 0,0 1 0 0 0,1-1 0 0 0,-1 0 0 0 0,2 6 0 0 0,-2-5-205 0 0,15 84-111 0 0,-7-50-2902 0 0,-5-28 1250 0 0,4 21-3355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24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 11 2304 0 0,'-21'10'1917'0'0,"31"-10"154"0"0,-4-1-1551 0 0,64-3 2768 0 0,-5 0-2607 0 0,-1-3-3763 0 0,-40 2-232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48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45 0 6449 0 0,'-3'1'294'0'0,"0"0"0"0"0,0 1 0 0 0,0-1-1 0 0,0 0 1 0 0,0 1 0 0 0,0 0 0 0 0,1 0-1 0 0,-1 0 1 0 0,1 0 0 0 0,-1 0 0 0 0,1 1-1 0 0,-4 4 1 0 0,5-4-26 0 0,0 0-1 0 0,0 0 0 0 0,0 0 1 0 0,1 0-1 0 0,-1 0 1 0 0,1 0-1 0 0,0 0 0 0 0,0 0 1 0 0,0 0-1 0 0,0 0 1 0 0,0 0-1 0 0,1 0 0 0 0,0 0 1 0 0,1 5-1 0 0,40 182-1393 0 0,-35-154-160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6.91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5529 0 0,'0'0'423'0'0,"21"3"2488"0"0,76 15 450 0 0,3 1-2480 0 0,-77-16-2538 0 0,0-1 0 0 0,30-1 0 0 0,-37-2-1852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1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1 4145 0 0,'-2'0'281'0'0,"0"1"0"0"0,1 0-1 0 0,-1 0 1 0 0,0 0 0 0 0,0 0 0 0 0,1 0 0 0 0,-1 0-1 0 0,1 1 1 0 0,-1-1 0 0 0,1 0 0 0 0,0 1 0 0 0,-1-1 0 0 0,1 1-1 0 0,0-1 1 0 0,0 1 0 0 0,0 0 0 0 0,0 0 0 0 0,0-1 0 0 0,0 1-1 0 0,1 0 1 0 0,-1 0 0 0 0,1 0 0 0 0,-1 0 0 0 0,1 0 0 0 0,0 0-1 0 0,-1 2 1 0 0,1 6 180 0 0,0 0 0 0 0,1 0 0 0 0,-1 0 0 0 0,4 10-1 0 0,-1 6-76 0 0,5 67 54 0 0,5 62-1840 0 0,-9-53-3303 0 0,-3-47 1552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6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56 4145 0 0,'47'-26'4593'0'0,"-36"21"-4046"0"0,0 0 0 0 0,1 0-1 0 0,0 1 1 0 0,0 1 0 0 0,13-2 0 0 0,-19 4-770 0 0,-1 0 0 0 0,1 0 0 0 0,0 1-1 0 0,0 0 1 0 0,0 1 0 0 0,0-1 0 0 0,0 1 0 0 0,0 0 0 0 0,0 0-1 0 0,-1 1 1 0 0,1 0 0 0 0,10 5 0 0 0,-7-2-3206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7.8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 0 5529 0 0,'-3'4'460'0'0,"0"0"1"0"0,1 0-1 0 0,-1 0 0 0 0,1 0 0 0 0,0 1 0 0 0,0-1 1 0 0,1 0-1 0 0,-1 1 0 0 0,1 0 0 0 0,0-1 1 0 0,0 1-1 0 0,0 0 0 0 0,1 6 0 0 0,1 71 1362 0 0,0-66-1682 0 0,6 77-1542 0 0,-3-61-3128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8.92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293 70 2761 0 0,'0'-2'133'0'0,"-1"1"0"0"0,1 0 0 0 0,-1 0 1 0 0,0 0-1 0 0,1 0 0 0 0,-1 0 0 0 0,0 0 1 0 0,0 1-1 0 0,0-1 0 0 0,0 0 1 0 0,0 0-1 0 0,0 1 0 0 0,0-1 0 0 0,0 0 1 0 0,0 1-1 0 0,0-1 0 0 0,0 1 0 0 0,-1-1 1 0 0,1 1-1 0 0,0 0 0 0 0,0 0 1 0 0,-2-1-1 0 0,-1 1 20 0 0,1 0 0 0 0,0 0 0 0 0,0 1 0 0 0,0-1 0 0 0,-1 1 0 0 0,1 0 1 0 0,0 0-1 0 0,-5 2 0 0 0,-1 1 5 0 0,0 1 0 0 0,-1 0 0 0 0,2 1 0 0 0,-13 9 0 0 0,-2 7 103 0 0,2 0 0 0 0,0 2 1 0 0,2 0-1 0 0,1 1 1 0 0,1 1-1 0 0,1 0 0 0 0,-18 41 1 0 0,32-61-259 0 0,0-1 0 0 0,0 0 0 0 0,1 1 0 0 0,0 0-1 0 0,0-1 1 0 0,0 1 0 0 0,1-1 0 0 0,0 1 0 0 0,0 0 0 0 0,1-1 0 0 0,-1 1 0 0 0,1 0 0 0 0,0-1 0 0 0,1 1 0 0 0,-1-1 0 0 0,1 1 0 0 0,0-1-1 0 0,0 0 1 0 0,6 9 0 0 0,5 7-33 0 0,1-1-1 0 0,1 0 0 0 0,22 23 1 0 0,-21-25-21 0 0,-1-2-110 0 0,1-2-1 0 0,1 0 1 0 0,0 0-1 0 0,1-2 1 0 0,0 0-1 0 0,1-1 1 0 0,0-1-1 0 0,1-1 1 0 0,0-1-1 0 0,0 0 1 0 0,1-1-1 0 0,0-2 1 0 0,0 0-1 0 0,0-1 1 0 0,1-1-1 0 0,0-1 1 0 0,-1-1-1 0 0,1-1 1 0 0,0-1-1 0 0,-1-1 1 0 0,1-1-1 0 0,25-6 1 0 0,-35 4 365 0 0,0 1 0 0 0,-1-2 0 0 0,1 1 0 0 0,-2-2 0 0 0,1 1 1 0 0,-1-2-1 0 0,0 1 0 0 0,0-1 0 0 0,-1-1 0 0 0,0 0 0 0 0,0 0 0 0 0,-1-1 0 0 0,0 0 0 0 0,-1 0 0 0 0,0-1 0 0 0,8-18 1 0 0,-6 11 226 0 0,-1 0 1 0 0,-1-1 0 0 0,-1 1 0 0 0,0-2 0 0 0,-1 1 0 0 0,-1-1 0 0 0,-1 1 0 0 0,-1-1-1 0 0,-1-37 1 0 0,-2 44-215 0 0,-1-1 0 0 0,0 0 0 0 0,-1 1 0 0 0,-1 0 0 0 0,0 0 0 0 0,0 0 0 0 0,-2 0 0 0 0,1 0 0 0 0,-2 1 0 0 0,0 0 0 0 0,0 0 0 0 0,-1 1 0 0 0,0 0 0 0 0,-14-13 0 0 0,8 10-153 0 0,-1 0 0 0 0,-1 1 1 0 0,0 1-1 0 0,-1 0 0 0 0,0 2 0 0 0,-1 0 0 0 0,0 0 0 0 0,-1 2 0 0 0,-22-7 0 0 0,33 12-220 0 0,0 1 0 0 0,-1 0 0 0 0,1 0 0 0 0,-1 1 0 0 0,1 0 1 0 0,-1 1-1 0 0,0 0 0 0 0,-17 2 0 0 0,3 2-922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16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1 146 2240 0 0,'0'-2'220'0'0,"1"-1"0"0"0,0 0-1 0 0,0 0 1 0 0,0 1-1 0 0,0-1 1 0 0,0 1-1 0 0,0-1 1 0 0,1 1 0 0 0,-1-1-1 0 0,1 1 1 0 0,0 0-1 0 0,-1 0 1 0 0,1 0-1 0 0,3-2 1 0 0,34-31 4494 0 0,-30 28-4189 0 0,3-3 286 0 0,0 0 0 0 0,1 1 0 0 0,22-13 0 0 0,-29 20-870 0 0,0-1 0 0 0,0 1 0 0 0,0 0 0 0 0,-1 1 1 0 0,2-1-1 0 0,-1 1 0 0 0,0 0 0 0 0,0 1 0 0 0,0-1 1 0 0,0 1-1 0 0,1 1 0 0 0,7 0 0 0 0,-1 2-886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09.67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46 1376 0 0,'-2'1'167'0'0,"-9"1"2415"0"0,14-4-2507 0 0,7-3-106 0 0,0 0 1 0 0,0 1 0 0 0,1 0-1 0 0,-1 1 1 0 0,1 0 0 0 0,13-1-1 0 0,32-10 136 0 0,-48 10 996 0 0,-7 3-1021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0.1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372 73 456 0 0,'-5'-2'349'0'0,"0"-1"0"0"0,0 1 0 0 0,0 1 0 0 0,0-1 0 0 0,-1 1 0 0 0,1 0 0 0 0,0 0 0 0 0,0 0 0 0 0,-1 1 0 0 0,1-1 0 0 0,0 2 0 0 0,-7-1-1 0 0,-2 2 331 0 0,-1 0-1 0 0,1 0 0 0 0,-18 7 1 0 0,19-5-447 0 0,1 1 1 0 0,-1 1-1 0 0,1 0 0 0 0,1 0 1 0 0,-1 2-1 0 0,1-1 1 0 0,0 1-1 0 0,1 1 1 0 0,0 0-1 0 0,1 0 0 0 0,-1 1 1 0 0,2 0-1 0 0,-1 1 1 0 0,-8 16-1 0 0,9-14-216 0 0,0 1-1 0 0,1 0 1 0 0,1 1-1 0 0,1-1 0 0 0,0 1 1 0 0,1 0-1 0 0,0 0 1 0 0,1 1-1 0 0,1-1 1 0 0,1 1-1 0 0,0-1 1 0 0,2 20-1 0 0,-1-27-66 0 0,1 0 0 0 0,0 0 1 0 0,1 1-1 0 0,0-1 0 0 0,0-1 0 0 0,1 1 0 0 0,0 0 0 0 0,0-1 0 0 0,1 1 1 0 0,-1-1-1 0 0,2 0 0 0 0,-1 0 0 0 0,1-1 0 0 0,0 1 0 0 0,1-1 0 0 0,-1 0 1 0 0,1 0-1 0 0,0-1 0 0 0,1 0 0 0 0,11 7 0 0 0,-6-5-58 0 0,0-1 0 0 0,0-1 0 0 0,1 0 0 0 0,-1-1 1 0 0,1-1-1 0 0,0 0 0 0 0,1 0 0 0 0,-1-1 0 0 0,0-1 0 0 0,1 0 0 0 0,24-2 0 0 0,-13-1 205 0 0,0-2 0 0 0,0 0 0 0 0,-1-2 0 0 0,1 0 0 0 0,-1-2 0 0 0,0-1 1 0 0,-1-1-1 0 0,38-21 0 0 0,-47 23 106 0 0,-1-1 0 0 0,0 0 0 0 0,-1-1 0 0 0,0 0 0 0 0,0 0 0 0 0,-1-2 0 0 0,-1 1 0 0 0,0-1 0 0 0,0-1 0 0 0,-1 0 0 0 0,-1 0 0 0 0,0-1 0 0 0,-1 0 0 0 0,0 0 0 0 0,5-19 0 0 0,-10 23-25 0 0,0 0 0 0 0,-1 0 0 0 0,0 0 0 0 0,0 0 0 0 0,-1-1 0 0 0,-1 1 0 0 0,1 0 0 0 0,-2 0 0 0 0,1-1 0 0 0,-2 1 0 0 0,1 0 0 0 0,-1 1 0 0 0,-1-1-1 0 0,0 0 1 0 0,0 1 0 0 0,-1 0 0 0 0,0 0 0 0 0,0 0 0 0 0,-1 1 0 0 0,0 0 0 0 0,-14-15 0 0 0,10 13-221 0 0,0 1 0 0 0,0 0-1 0 0,-1 0 1 0 0,0 1 0 0 0,0 1-1 0 0,-1 0 1 0 0,0 0-1 0 0,0 1 1 0 0,-1 0 0 0 0,1 1-1 0 0,-1 1 1 0 0,-1 0 0 0 0,1 1-1 0 0,0 0 1 0 0,-1 1 0 0 0,-17 0-1 0 0,-4 6-5173 0 0,20 0 447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01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269 33 920 0 0,'-1'-1'115'0'0,"0"-1"1"0"0,1 0-1 0 0,-1 0 0 0 0,0 0 1 0 0,0 0-1 0 0,0 0 0 0 0,-1 1 0 0 0,1-1 1 0 0,0 0-1 0 0,-1 1 0 0 0,1-1 1 0 0,-1 1-1 0 0,1 0 0 0 0,-1-1 0 0 0,0 1 1 0 0,0 0-1 0 0,1 0 0 0 0,-1 0 0 0 0,0 0 1 0 0,-4-1-1 0 0,3 2 31 0 0,0 0-1 0 0,0-1 1 0 0,0 1 0 0 0,0 0 0 0 0,0 1-1 0 0,0-1 1 0 0,0 0 0 0 0,0 1-1 0 0,0 0 1 0 0,0 0 0 0 0,0 0-1 0 0,-5 2 1 0 0,0 1 94 0 0,0 1 0 0 0,0 0 0 0 0,1 0 0 0 0,0 1 0 0 0,-1 0 0 0 0,2 0 0 0 0,-1 0 0 0 0,-8 12 0 0 0,-2 6-69 0 0,2-1 0 0 0,0 2 0 0 0,2 0 0 0 0,1 1 0 0 0,1 0 0 0 0,-13 46 0 0 0,21-62-175 0 0,0 0 1 0 0,1 1-1 0 0,1-1 0 0 0,0 1 0 0 0,0-1 1 0 0,1 1-1 0 0,0-1 0 0 0,1 1 0 0 0,0 0 1 0 0,1-1-1 0 0,0 0 0 0 0,1 1 1 0 0,0-1-1 0 0,0 0 0 0 0,1 0 0 0 0,1-1 1 0 0,-1 1-1 0 0,1-1 0 0 0,1 0 1 0 0,13 16-1 0 0,-12-18-87 0 0,0-1 1 0 0,1 0 0 0 0,0 0-1 0 0,0-1 1 0 0,0 0-1 0 0,1 0 1 0 0,-1-1 0 0 0,1 0-1 0 0,0-1 1 0 0,0 0 0 0 0,1 0-1 0 0,-1-1 1 0 0,1 0-1 0 0,11 1 1 0 0,-5-2 113 0 0,-1 0 0 0 0,1-1 0 0 0,0-1 0 0 0,-1 0 0 0 0,1-1-1 0 0,0 0 1 0 0,-1-2 0 0 0,16-4 0 0 0,-19 3 187 0 0,0 0 0 0 0,-1-1-1 0 0,0 0 1 0 0,1 0 0 0 0,-2-1-1 0 0,1-1 1 0 0,-1 0-1 0 0,0 0 1 0 0,-1-1 0 0 0,0 0-1 0 0,-1-1 1 0 0,1 0 0 0 0,-2 0-1 0 0,1-1 1 0 0,-2 0 0 0 0,1 0-1 0 0,-2 0 1 0 0,1-1 0 0 0,-2 0-1 0 0,1 0 1 0 0,-2 0 0 0 0,1-1-1 0 0,-2 1 1 0 0,0-1 0 0 0,0 0-1 0 0,-1 0 1 0 0,-1 0 0 0 0,-1-20-1 0 0,-1 20-14 0 0,0 1 0 0 0,-1-1 1 0 0,0 0-1 0 0,-1 1 0 0 0,0 0 0 0 0,-1 0 0 0 0,-1 0 0 0 0,0 0 0 0 0,0 1 1 0 0,-1 0-1 0 0,-12-14 0 0 0,12 17-260 0 0,0 1 1 0 0,-1 0-1 0 0,0 0 0 0 0,0 1 1 0 0,-1 0-1 0 0,0 0 0 0 0,0 1 1 0 0,0 0-1 0 0,-1 1 1 0 0,1 0-1 0 0,-1 1 0 0 0,0 0 1 0 0,0 0-1 0 0,-17-2 1 0 0,1 3-3556 0 0,2 1-1200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1.25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1 163 920 0 0,'2'-4'496'0'0,"0"0"0"0"0,1 0 0 0 0,-1 0-1 0 0,1 1 1 0 0,0-1 0 0 0,0 1 0 0 0,0 0-1 0 0,1 0 1 0 0,5-5 0 0 0,1 0 309 0 0,2-5 129 0 0,5-4 157 0 0,1 0 0 0 0,24-17 1 0 0,-37 29-1208 0 0,2 2-1 0 0,-1-1 1 0 0,0 0 0 0 0,1 1 0 0 0,-1 0-1 0 0,1 1 1 0 0,0 0 0 0 0,0 0-1 0 0,0 0 1 0 0,0 1 0 0 0,0 0 0 0 0,9 0-1 0 0,-6 1-3301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14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219 128 1376 0 0,'-3'-1'123'0'0,"0"0"-1"0"0,1 1 0 0 0,-1 0 0 0 0,0-1 1 0 0,0 1-1 0 0,0 0 0 0 0,1 1 0 0 0,-1-1 1 0 0,0 0-1 0 0,0 1 0 0 0,1-1 0 0 0,-1 1 1 0 0,0 0-1 0 0,-4 2 0 0 0,-36 19 973 0 0,33-16-990 0 0,0 0 0 0 0,0 1 0 0 0,1 0 0 0 0,0 1 0 0 0,1 0 0 0 0,-1 0 0 0 0,1 1-1 0 0,1 0 1 0 0,0 0 0 0 0,0 1 0 0 0,1 0 0 0 0,-6 12 0 0 0,9-14-37 0 0,0 0-1 0 0,0 0 1 0 0,1 0-1 0 0,0 1 1 0 0,0 0-1 0 0,1-1 1 0 0,0 1 0 0 0,1-1-1 0 0,0 1 1 0 0,0 0-1 0 0,1 0 1 0 0,0-1-1 0 0,0 1 1 0 0,1-1-1 0 0,0 1 1 0 0,7 15-1 0 0,0-3-110 0 0,1 0-1 0 0,1-1 1 0 0,2 0-1 0 0,0-1 1 0 0,0 0-1 0 0,2-1 0 0 0,0-1 1 0 0,1 0-1 0 0,1-2 1 0 0,28 22-1 0 0,-34-29 12 0 0,0-1 0 0 0,0-1-1 0 0,1 0 1 0 0,-1-1 0 0 0,1 0 0 0 0,0 0-1 0 0,1-2 1 0 0,24 5 0 0 0,-28-7 28 0 0,0 0 1 0 0,1-1-1 0 0,-1 0 1 0 0,1-1-1 0 0,-1 0 1 0 0,1 0-1 0 0,-1-1 1 0 0,0 0-1 0 0,0-1 1 0 0,0 0-1 0 0,0 0 1 0 0,0-1-1 0 0,9-6 1 0 0,-10 6 133 0 0,-2-1 0 0 0,1 0 0 0 0,-1-1 0 0 0,1 0 0 0 0,-1 0 0 0 0,-1 0 0 0 0,1 0 0 0 0,-1-1 0 0 0,0 0 0 0 0,-1 0 0 0 0,0 0 0 0 0,0-1 0 0 0,0 1 0 0 0,-1-1 0 0 0,0 0 0 0 0,-1 0 0 0 0,2-10 0 0 0,2-13 568 0 0,-2-1 0 0 0,-1 0 1 0 0,-1-37-1 0 0,-1 45-17 0 0,-1-2-113 0 0,-1-109 2462 0 0,0 117-2760 0 0,-1 1-1 0 0,0 0 0 0 0,-2 0 0 0 0,0 1 0 0 0,-11-29 0 0 0,13 39-330 0 0,-2 1 0 0 0,1-1 0 0 0,0 0 0 0 0,-1 1-1 0 0,0 0 1 0 0,0 0 0 0 0,-1 0 0 0 0,-8-7 0 0 0,10 10-148 0 0,1 0 1 0 0,-1 0-1 0 0,1 1 1 0 0,-1-1-1 0 0,0 0 1 0 0,0 1-1 0 0,1 0 1 0 0,-1 0-1 0 0,0 0 1 0 0,0 0-1 0 0,0 0 1 0 0,0 1-1 0 0,0-1 1 0 0,0 1-1 0 0,-1 0 1 0 0,1 0-1 0 0,0 0 1 0 0,0 0-1 0 0,0 1 1 0 0,-5 0-1 0 0,-4 5-1006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2.51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61 38 2761 0 0,'-5'1'299'0'0,"0"0"0"0"0,0 0 1 0 0,-1 0-1 0 0,1-1 1 0 0,0 1-1 0 0,0-1 0 0 0,-1-1 1 0 0,1 1-1 0 0,-8-2 1 0 0,36-10 4858 0 0,1 4-4257 0 0,0 2 0 0 0,28-5 0 0 0,-33 9-1050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1524 1 2304 0 0,'0'0'1577'0'0,"-10"7"2646"0"0,-52 10-3470 0 0,-79 26 1136 0 0,77-22-1608 0 0,0-3 0 0 0,-2-2 0 0 0,-75 7 0 0 0,47-13 322 0 0,-156-5 0 0 0,196-9-431 0 0,0-2-1 0 0,-63-15 1 0 0,-102-36-191 0 0,127 31-270 0 0,79 22-337 0 0,-1 1 0 0 0,1 0 1 0 0,0 1-1 0 0,-15 0 0 0 0,13 2-3167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5.59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18 1 6913 0 0,'-1'1'25'0'0,"0"0"1"0"0,0 0-1 0 0,0 0 0 0 0,0 1 0 0 0,0-1 0 0 0,1 0 0 0 0,-1 1 0 0 0,0-1 0 0 0,1 0 0 0 0,-1 1 0 0 0,1-1 0 0 0,-1 1 0 0 0,1-1 0 0 0,0 1 0 0 0,0 2 0 0 0,-2 31-495 0 0,2-21 598 0 0,-6 134 380 0 0,7 0 0 0 0,33 245 0 0 0,-1-167-86 0 0,84 723-925 0 0,-47-412 1128 0 0,-10-117 102 0 0,-33-228-87 0 0,3 44 187 0 0,-29-208-3843 0 0,-5 54-1 0 0,2-67 2154 0 0,1-6-778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7.60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 6 920 0 0,'-1'-1'121'0'0,"1"1"1"0"0,0 0-1 0 0,-1-1 0 0 0,1 1 1 0 0,-1-1-1 0 0,1 1 0 0 0,-1 0 0 0 0,1-1 1 0 0,0 1-1 0 0,-1 0 0 0 0,0-1 1 0 0,1 1-1 0 0,-1 0 0 0 0,1 0 0 0 0,-1 0 1 0 0,1-1-1 0 0,-1 1 0 0 0,1 0 0 0 0,-1 0 1 0 0,0 0-1 0 0,1 0 0 0 0,-1 0 1 0 0,1 0-1 0 0,-1 0 0 0 0,1 0 0 0 0,-1 0 1 0 0,0 1-1 0 0,1-1 0 0 0,-1 0 0 0 0,1 0 1 0 0,-1 0-1 0 0,1 1 0 0 0,-1-1 1 0 0,1 0-1 0 0,-1 0 0 0 0,1 1 0 0 0,-1-1 1 0 0,1 1-1 0 0,-1-1 0 0 0,1 0 1 0 0,0 1-1 0 0,-1-1 0 0 0,1 1 0 0 0,0-1 1 0 0,-1 1-1 0 0,1-1 0 0 0,0 1 0 0 0,0-1 1 0 0,-1 1-1 0 0,1-1 0 0 0,0 1 1 0 0,0 0-1 0 0,-7 20 2951 0 0,7-8-4117 0 0,6 40 1799 0 0,3 1-1 0 0,18 59 1 0 0,-3-12 237 0 0,-19-71-616 0 0,-1 1 1 0 0,-1 49 0 0 0,0-74-2537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8.34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20 129 456 0 0,'-20'2'3216'0'0,"34"-1"-427"0"0,892-17 4225 0 0,-445-33-5218 0 0,-124-11 249 0 0,-333 59-2355 0 0,37-5 695 0 0,-39 6-1041 0 0,0 0 0 0 0,0 0 1 0 0,1 1-1 0 0,-1-1 0 0 0,0 0 1 0 0,0 1-1 0 0,0-1 0 0 0,0 1 1 0 0,0 0-1 0 0,2 1 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19.9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33 920 0 0,'0'-2'172'0'0,"0"0"-1"0"0,1 0 1 0 0,-1 0 0 0 0,1 0-1 0 0,-1 0 1 0 0,1 0-1 0 0,0 0 1 0 0,0 0 0 0 0,0 0-1 0 0,0 0 1 0 0,0 0-1 0 0,0 0 1 0 0,1 0-1 0 0,2-2 1 0 0,-3 8 203 0 0,1 0 0 0 0,-1 0 0 0 0,1 0 0 0 0,-1 0 0 0 0,-1 0 1 0 0,1 0-1 0 0,0 7 0 0 0,53 482 2557 0 0,-50-428-2539 0 0,-2-35 744 0 0,0 1 1 0 0,-5 47-1 0 0,2-51-3268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0.47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83 456 0 0,'9'-35'703'0'0,"8"-13"10899"0"0,-18 68-10702 0 0,0-10-758 0 0,-2 74 343 0 0,3 1 0 0 0,22 162-1 0 0,-6-98-202 0 0,86 539-50 0 0,-14-125-184 0 0,-56-163 59 0 0,-26-304-14 0 0,-4-34 171 0 0,-1-19-5059 0 0,0-26-140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1.32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0 415 2304 0 0,'24'-10'342'0'0,"0"0"0"0"0,0 2 0 0 0,1 0 0 0 0,0 2 0 0 0,0 1 0 0 0,30-3 0 0 0,159 1 3029 0 0,-129 7-2918 0 0,398-36 243 0 0,-2-37 0 0 0,-151 32-696 0 0,-178 24 0 0 0,291-10 0 0 0,-275 20 0 0 0,17 1 0 0 0,268-24 0 0 0,-196-16 431 0 0,182-21-155 0 0,60 65-774 0 0,0 36 708 0 0,-394-26-141 0 0,332-1 2375 0 0,-96-6-1556 0 0,-217 10 93 0 0,234 53 1 0 0,-185-28-580 0 0,-135-29-576 0 0,-1-2 0 0 0,54 1-1 0 0,-71-6 40 0 0,0-1 0 0 0,0-1 0 0 0,0-1 0 0 0,0-1 0 0 0,-1 0 0 0 0,26-10 0 0 0,-36 10-1508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3.17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11 297 2761 0 0,'-10'-3'2446'0'0,"19"-4"-1363"0"0,24-6-578 0 0,-33 13-491 0 0,53-14 403 0 0,-1 2-1 0 0,2 2 0 0 0,-1 3 1 0 0,68-1-1 0 0,111-17-481 0 0,202-53-391 0 0,-216 25-228 0 0,-155 35 938 0 0,1 2 1 0 0,1 3-1 0 0,78-5 0 0 0,-138 18-173 0 0,0-1 94 0 0,0 1-1 0 0,0-1 1 0 0,0 1-1 0 0,0 1 0 0 0,0-1 1 0 0,0 0-1 0 0,0 1 1 0 0,0 0-1 0 0,0 0 1 0 0,0 1-1 0 0,-1 0 1 0 0,1-1-1 0 0,4 4 0 0 0,-10-2 202 0 0,-1 0-1 0 0,-1 0 1 0 0,1-1-1 0 0,0 1 1 0 0,-1 0-1 0 0,0-1 0 0 0,1 0 1 0 0,-1 1-1 0 0,-4 1 1 0 0,2 1 197 0 0,-9 6-328 0 0,1 1 0 0 0,1 0 0 0 0,0 1 0 0 0,1 1 0 0 0,0 0 1 0 0,1 0-1 0 0,0 1 0 0 0,2 0 0 0 0,0 1 0 0 0,0 0 0 0 0,1 0 0 0 0,1 1 0 0 0,-4 19 0 0 0,1 10-246 0 0,2 0 0 0 0,2 0-1 0 0,1 0 1 0 0,6 70 0 0 0,31 186-33 0 0,-5-75 21 0 0,33 353-115 0 0,-11 63-215 0 0,-30-322 69 0 0,128 755-1341 0 0,-125-949 1406 0 0,105 465-2207 0 0,-115-547 2246 0 0,-4-8 168 0 0,2-1 1 0 0,2 0-1 0 0,23 48 1 0 0,-33-75 77 0 0,0 0-1 0 0,-1 0 1 0 0,0 0 0 0 0,0 0 0 0 0,-1 0-1 0 0,0 1 1 0 0,-1-1 0 0 0,0 0-1 0 0,-2 15 1 0 0,2 23 647 0 0,1-33-527 0 0,0-3-116 0 0,0 1 0 0 0,-1 0 0 0 0,-2 18 0 0 0,2-28-38 0 0,0 0-1 0 0,0 0 1 0 0,-1 0 0 0 0,1 0-1 0 0,-1 0 1 0 0,1-1-1 0 0,-1 1 1 0 0,0 0 0 0 0,0 0-1 0 0,0 0 1 0 0,0-1-1 0 0,0 1 1 0 0,0 0-1 0 0,0-1 1 0 0,0 1 0 0 0,-1-1-1 0 0,1 1 1 0 0,-1-1-1 0 0,1 0 1 0 0,-1 1 0 0 0,1-1-1 0 0,-1 0 1 0 0,0 0-1 0 0,0 0 1 0 0,1 0-1 0 0,-1-1 1 0 0,-3 2 0 0 0,-1-1 32 0 0,0-1 1 0 0,1 0 0 0 0,-1 0 0 0 0,0-1 0 0 0,1 0 0 0 0,-1 0 0 0 0,1 0-1 0 0,-1 0 1 0 0,1-1 0 0 0,-1 0 0 0 0,1 0 0 0 0,-6-3 0 0 0,-59-37 355 0 0,69 41-417 0 0,-18-10-10 0 0,-1 0-1 0 0,0 1 1 0 0,-1 1 0 0 0,0 1-1 0 0,-33-8 1 0 0,-113-15-19 0 0,62 22-63 0 0,68 7 31 0 0,0-2-1 0 0,-46-10 1 0 0,53 9 48 0 0,1 1 0 0 0,-1 2 0 0 0,0 1 0 0 0,1 1 0 0 0,-39 5 0 0 0,-58 0 0 0 0,51-7-2247 0 0,-118 12 1 0 0,160-9 414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28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181 101 2713 0 0,'-163'61'6546'0'0,"147"-51"-6555"0"0,15-7-273 0 0,18-11 56 0 0,34-14 690 0 0,1 2 1 0 0,0 3-1 0 0,78-15 1 0 0,-112 29-441 0 0,-1 1 1 0 0,1 0 0 0 0,24 2 0 0 0,-27 1 34 0 0,1-2 1 0 0,-1 1-1 0 0,1-2 0 0 0,27-6 1 0 0,-3-1 438 0 0,1 1 0 0 0,66-4 0 0 0,-65 9 217 0 0,0-2-1 0 0,58-14 1 0 0,-81 17-95 0 0,-19 2-567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6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12 188 1840 0 0,'-5'-5'1722'0'0,"5"5"-1622"0"0,-1 0 0 0 0,1-1 0 0 0,0 1-1 0 0,0 0 1 0 0,-1 0 0 0 0,1 0 0 0 0,0 0 0 0 0,-1 0 0 0 0,1 0 0 0 0,0-1 0 0 0,0 1 0 0 0,-1 0 0 0 0,1-1 200 0 0,-1 1-200 0 0,1 0-1 0 0,0 0 1 0 0,0-1 0 0 0,0 1 0 0 0,0 0 0 0 0,-1 0 0 0 0,1-1 0 0 0,0 1 0 0 0,0 0 0 0 0,0-1 0 0 0,0 1 0 0 0,0 0 0 0 0,0 0 0 0 0,0-1 0 0 0,0 1 0 0 0,0 0-1 0 0,0-1 1 0 0,0 1 0 0 0,0 0 0 0 0,0-1 0 0 0,0 1 0 0 0,0 0 0 0 0,0-1 0 0 0,0 1 0 0 0,0 0 0 0 0,0 0 0 0 0,0-1 0 0 0,1 1 0 0 0,-1 0 0 0 0,0-1-1 0 0,0 1 1 0 0,0 0 0 0 0,1-1 200 0 0,-1 1-200 0 0,0 0 0 0 0,1-1 0 0 0,6-4 144 0 0,0 0 0 0 0,1 0 0 0 0,-1 1 0 0 0,1 0-1 0 0,0 0 1 0 0,1 1 0 0 0,-1 0 0 0 0,0 1 0 0 0,1-1 0 0 0,12 0 0 0 0,16-2 643 0 0,46 1 0 0 0,-17 1-752 0 0,216-32 741 0 0,13-1-639 0 0,-12 7-322 0 0,-251 22-548 0 0,-13-2-3983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37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54 2761 0 0,'-11'-31'838'0'0,"10"30"-607"0"0,1-1-1 0 0,-1 1 1 0 0,1 0-1 0 0,-1-1 1 0 0,0 1-1 0 0,1 0 1 0 0,-1 0-1 0 0,0-1 1 0 0,0 1-1 0 0,0 0 1 0 0,0 0-1 0 0,0 0 1 0 0,0 0 0 0 0,0 0-1 0 0,0 0 1 0 0,-1 1-1 0 0,1-1 1 0 0,0 0-1 0 0,-2 0 1 0 0,9 41 3834 0 0,-3-21-3514 0 0,-1 0-1 0 0,-1 27 1 0 0,-1-33-527 0 0,0-1-1 0 0,0 1 0 0 0,2 0 0 0 0,-1-1 0 0 0,2 1 0 0 0,5 19 1 0 0,-8-31-20 0 0,23 57 139 0 0,-2 0 1 0 0,-4 2-1 0 0,14 82 0 0 0,-15-13-162 0 0,-7-38-47 0 0,39 166-1 0 0,-46-252 216 0 0,-1 1 0 0 0,1-1 0 0 0,0 1 0 0 0,0-1 0 0 0,0 0 0 0 0,1 0 0 0 0,0 0 0 0 0,0 0 0 0 0,1 0 0 0 0,-1 0 0 0 0,1-1 0 0 0,5 6 0 0 0,-3-9 921 0 0,-6-1-1106 0 0,1 0-1 0 0,-1 0 1 0 0,0 0 0 0 0,0 0-1 0 0,0 0 1 0 0,0 0 0 0 0,1 0-1 0 0,-1-1 1 0 0,0 1 0 0 0,0 1-1 0 0,0-1 1 0 0,0 0 0 0 0,0 0-1 0 0,1 0 1 0 0,-1 0 0 0 0,0 0-1 0 0,0 0 1 0 0,0 0 0 0 0,0 0-1 0 0,1 0 1 0 0,-1 0 0 0 0,0 0-1 0 0,0 0 1 0 0,0 0 0 0 0,0 0-1 0 0,0 1 1 0 0,0-1 0 0 0,1 0-1 0 0,-1 0 1 0 0,0 0-1 0 0,0 0 1 0 0,0 0 0 0 0,0 0-1 0 0,0 1 1 0 0,0-1 0 0 0,0 0-1 0 0,0 0 1 0 0,0 0 0 0 0,0 0-1 0 0,0 0 1 0 0,0 1 0 0 0,0-1-1 0 0,0 0 1 0 0,0 0 0 0 0,0 0-1 0 0,0 0 1 0 0,0 1 0 0 0,0-1-1 0 0,0 0 1 0 0,0 0 0 0 0,0 0-1 0 0,0 0 1 0 0,0 1 0 0 0,0-1-1 0 0,0 0 1 0 0,0 0 0 0 0,0 0-1 0 0,0 0 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1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48 4425 0 0,'-19'-3'7831'0'0,"48"3"-5624"0"0,37-4-3404 0 0,-50 2 1822 0 0,148-18-896 0 0,-96 4-5079 0 0,-57 13 1777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 3225 0 0,'-25'-5'5032'0'0,"25"24"-2761"0"0,5 35-1169 0 0,3 0 1 0 0,18 64-1 0 0,18 31-2174 0 0,-34-115-3513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73 3225 0 0,'32'-5'3913'0'0,"26"-15"-783"0"0,62-14 0 0 0,-97 29-3370 0 0,0 2 0 0 0,0 0 0 0 0,1 1 0 0 0,-1 1-1 0 0,46 5 1 0 0,-53-2-1115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2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0,'-1'1'320'0'0,"-1"0"0"0"0,1 0 0 0 0,0 0 0 0 0,0 0 0 0 0,-1 0 0 0 0,1 0 0 0 0,0 0-1 0 0,0 1 1 0 0,1-1 0 0 0,-1 0 0 0 0,0 1 0 0 0,0-1 0 0 0,1 1 0 0 0,-1-1 0 0 0,0 1-1 0 0,1-1 1 0 0,0 1 0 0 0,-1-1 0 0 0,1 1 0 0 0,0 0 0 0 0,0 2 0 0 0,2 43-999 0 0,0-20 1114 0 0,-2 46-1005 0 0,3 0-1 0 0,18 101 1 0 0,-14-140-3776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3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45 3225 0 0,'-18'0'333'0'0,"16"0"-13"0"0,-1 0 0 0 0,0 0 1 0 0,1 0-1 0 0,-1 0 0 0 0,0-1 1 0 0,0 1-1 0 0,1-1 0 0 0,-1 1 1 0 0,0-1-1 0 0,-3-2 1 0 0,6 3-249 0 0,0-1 0 0 0,0 1 0 0 0,0-1 0 0 0,0 1 0 0 0,0-1 0 0 0,0 1 0 0 0,0-1 0 0 0,1 1 0 0 0,-1-1 0 0 0,0 1 0 0 0,0-1 0 0 0,1 1 0 0 0,-1-1 0 0 0,0 1 0 0 0,1 0 1 0 0,-1-1-1 0 0,0 1 0 0 0,1-1 0 0 0,-1 1 0 0 0,0 0 0 0 0,1-1 0 0 0,-1 1 0 0 0,1 0 0 0 0,-1 0 0 0 0,1-1 0 0 0,-1 1 0 0 0,1 0 0 0 0,-1 0 0 0 0,1 0 0 0 0,-1-1 0 0 0,1 1 0 0 0,-1 0 1 0 0,1 0-1 0 0,-1 0 0 0 0,1 0 0 0 0,0 0 0 0 0,21-7 1214 0 0,3 4-581 0 0,0 0 0 0 0,0 1-1 0 0,31 2 1 0 0,-31 1-2018 0 0,0-1 0 0 0,1-2 0 0 0,31-5-1 0 0,-40 4-1957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5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5985 0 0,'0'0'173'0'0,"-1"0"0"0"0,0 0 0 0 0,1 0 0 0 0,-1 0 0 0 0,1 0 0 0 0,-1 0 0 0 0,0 0 0 0 0,1 0 0 0 0,-1 0 0 0 0,1 0 0 0 0,-1 1 0 0 0,1-1 1 0 0,-1 0-1 0 0,0 0 0 0 0,1 1 0 0 0,-1-1 0 0 0,1 0 0 0 0,-1 0 0 0 0,1 1 0 0 0,-1-1 0 0 0,1 1 0 0 0,0-1 0 0 0,-1 0 0 0 0,1 1 0 0 0,-1-1 0 0 0,1 1 0 0 0,0-1 0 0 0,-1 1 0 0 0,1-1 0 0 0,0 1 0 0 0,0-1 0 0 0,-1 1 0 0 0,1-1 0 0 0,0 1 0 0 0,0 0 0 0 0,0-1 0 0 0,0 1 0 0 0,0-1 0 0 0,0 1 0 0 0,0 0 0 0 0,0-1 0 0 0,0 1 0 0 0,0-1 0 0 0,0 1 0 0 0,0-1 0 0 0,0 1 0 0 0,0 0 0 0 0,0-1 0 0 0,1 1 0 0 0,-1-1 0 0 0,0 1 0 0 0,0-1 0 0 0,1 1 0 0 0,-1-1 0 0 0,0 1 0 0 0,1 0 0 0 0,1 5-1605 0 0,22 80 2436 0 0,-10-40-1943 0 0,8 54-1 0 0,-12-28-1711 0 0,-5-31 1284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3681 0 0,'-1'1'4292'0'0,"20"-9"-2026"0"0,76-32 82 0 0,46 3-2698 0 0,-114 31-1465 0 0,-12 2-2086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2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0 2761 0 0,'-27'9'869'0'0,"-8"4"6301"0"0,34-12-6919 0 0,-1 0 1 0 0,1 0-1 0 0,0 1 0 0 0,-1-1 1 0 0,1 0-1 0 0,0 0 0 0 0,0 1 1 0 0,-1-1-1 0 0,1 1 0 0 0,0-1 1 0 0,1 1-1 0 0,-1-1 0 0 0,0 1 1 0 0,0 0-1 0 0,1-1 0 0 0,-1 1 1 0 0,1 0-1 0 0,-1 2 0 0 0,-1 12-29 0 0,0-1 1 0 0,2 1-1 0 0,0-1 0 0 0,0 0 0 0 0,4 19 0 0 0,1-7-886 0 0,1-1 0 0 0,2 1 0 0 0,0-1 0 0 0,14 27 0 0 0,-10-27-449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1 109 2761 0 0,'0'-2'188'0'0,"0"1"0"0"0,0 0 0 0 0,-1-1 1 0 0,1 1-1 0 0,0-1 0 0 0,0 1 1 0 0,0-1-1 0 0,0 1 0 0 0,0 0 1 0 0,1-1-1 0 0,-1 1 0 0 0,0-1 0 0 0,1 1 1 0 0,-1 0-1 0 0,1-1 0 0 0,-1 1 1 0 0,1 0-1 0 0,0-1 0 0 0,1 0 0 0 0,0-2 204 0 0,1 1 0 0 0,0-1 0 0 0,0 1 0 0 0,1 0 0 0 0,-1 0 0 0 0,5-3 0 0 0,3-1 353 0 0,-1 1 1 0 0,1 1 0 0 0,0-1 0 0 0,11-3 0 0 0,-7 4-658 0 0,-1 1 1 0 0,1 1-1 0 0,0 0 1 0 0,0 1-1 0 0,25-1 1 0 0,-24 4-4953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39 456 0 0,'8'-6'3764'0'0,"16"-1"-2788"0"0,-19 6-521 0 0,74-20-21 0 0,-73 19-410 0 0,1 1 1 0 0,0 1-1 0 0,-1-1 1 0 0,1 1-1 0 0,0 0 1 0 0,0 1-1 0 0,-1-1 0 0 0,1 1 1 0 0,11 4-1 0 0,-17-5-24 0 0,0 0-1 0 0,0 1 1 0 0,0-1-1 0 0,1 1 0 0 0,-1-1 1 0 0,0 1-1 0 0,-1 0 1 0 0,1-1-1 0 0,0 1 0 0 0,0 0 1 0 0,0 0-1 0 0,0 0 0 0 0,0-1 1 0 0,-1 1-1 0 0,1 0 1 0 0,0 0-1 0 0,-1 0 0 0 0,1 0 1 0 0,-1 0-1 0 0,1 0 1 0 0,-1 2-1 0 0,2 7-66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 1376 0 0,'0'0'66'0'0,"17"-3"4532"0"0,75-29-891 0 0,-49 24-4772 0 0,-32 6-2080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6.7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 4145 0 0,'2'-3'44'0'0,"1"1"0"0"0,-1-1 0 0 0,1 1 0 0 0,-1-1 0 0 0,1 1 1 0 0,0 0-1 0 0,0 0 0 0 0,0 0 0 0 0,0 0 0 0 0,0 0 0 0 0,0 1 0 0 0,1 0 0 0 0,-1-1 1 0 0,1 1-1 0 0,-1 0 0 0 0,1 1 0 0 0,6-2 0 0 0,-6 2 3 0 0,1-1 0 0 0,-1 0-1 0 0,1 1 1 0 0,-1 0 0 0 0,0 0 0 0 0,1 0 0 0 0,-1 1 0 0 0,0 0-1 0 0,1-1 1 0 0,-1 2 0 0 0,0-1 0 0 0,0 0 0 0 0,0 1-1 0 0,7 3 1 0 0,-9-3-43 0 0,-1-1 0 0 0,0 0 0 0 0,1 1 0 0 0,-1-1 0 0 0,0 1 0 0 0,0 0 0 0 0,0-1 0 0 0,0 1 0 0 0,0 0 0 0 0,0 0 0 0 0,-1 0 0 0 0,1-1 0 0 0,-1 1 0 0 0,1 0 0 0 0,-1 3 0 0 0,2 4-4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105 152 4145 0 0,'-6'2'174'0'0,"0"1"0"0"0,0 0-1 0 0,0 0 1 0 0,0 0 0 0 0,0 0 0 0 0,1 1 0 0 0,-1 0 0 0 0,1 0 0 0 0,0 1-1 0 0,1-1 1 0 0,-1 1 0 0 0,1 0 0 0 0,0 0 0 0 0,0 1 0 0 0,0-1 0 0 0,1 1-1 0 0,0 0 1 0 0,0 0 0 0 0,0 0 0 0 0,1 0 0 0 0,0 1 0 0 0,0-1 0 0 0,0 1 0 0 0,1-1-1 0 0,0 1 1 0 0,1-1 0 0 0,-1 1 0 0 0,1 0 0 0 0,1 7 0 0 0,2 17 39 0 0,2 1 0 0 0,1-2 0 0 0,1 1 0 0 0,2-1 0 0 0,1 0 0 0 0,1 0 0 0 0,1-1 0 0 0,2-1 0 0 0,1 0 0 0 0,1-1 0 0 0,2-1 1 0 0,30 37-1 0 0,-42-57-97 0 0,1 1 0 0 0,-1-1 0 0 0,1 0 0 0 0,0-1 0 0 0,1 0 1 0 0,-1 0-1 0 0,1 0 0 0 0,0-1 0 0 0,0 0 0 0 0,0-1 0 0 0,1 0 0 0 0,-1 0 1 0 0,1-1-1 0 0,11 2 0 0 0,-9-3 32 0 0,-1 0 1 0 0,0-1-1 0 0,1-1 1 0 0,-1 0-1 0 0,1 0 1 0 0,-1-1-1 0 0,0 0 1 0 0,0-1-1 0 0,0 0 1 0 0,0 0-1 0 0,-1-1 1 0 0,11-6-1 0 0,-9 4-69 0 0,1 1 0 0 0,-2-2 0 0 0,1 0 0 0 0,-1 0 0 0 0,0-1 0 0 0,-1 0 0 0 0,1 0 0 0 0,-2-1 0 0 0,1-1 0 0 0,-1 1 0 0 0,-1-1 0 0 0,0-1 0 0 0,0 1 0 0 0,-1-1 0 0 0,0 0 0 0 0,-1-1 0 0 0,0 1-1 0 0,-1-1 1 0 0,-1 0 0 0 0,1 0 0 0 0,-2-1 0 0 0,0 1 0 0 0,0-1 0 0 0,-1-15 0 0 0,-1-5 290 0 0,-1 0 0 0 0,-2 0 0 0 0,-1 1-1 0 0,-2-1 1 0 0,-9-31 0 0 0,9 48-262 0 0,0-1 0 0 0,-1 1 1 0 0,0 1-1 0 0,-1-1 0 0 0,-1 1 0 0 0,0 1 0 0 0,-2 0 1 0 0,1 0-1 0 0,-1 1 0 0 0,-1 0 0 0 0,-17-14 1 0 0,13 15-8 0 0,0 0 1 0 0,0 1 0 0 0,-1 0 0 0 0,-30-13 0 0 0,41 21-116 0 0,-1 0 0 0 0,0 1 0 0 0,0 0 0 0 0,0 0-1 0 0,0 0 1 0 0,0 1 0 0 0,0 0 0 0 0,0 0 0 0 0,0 1 0 0 0,0 0 0 0 0,-1 0 0 0 0,1 1 0 0 0,0 0 0 0 0,0 0 0 0 0,0 0 0 0 0,-9 4 0 0 0,13-4-143 0 0,0 1 0 0 0,0 0 1 0 0,0 0-1 0 0,0 0 0 0 0,0 0 1 0 0,0 0-1 0 0,1 1 0 0 0,-1-1 1 0 0,1 1-1 0 0,0 0 0 0 0,-4 5 1 0 0,-8 22-3883 0 0,9-17-1791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1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91 920 0 0,'32'-6'6314'0'0,"2"-3"-4367"0"0,177-51-4492 0 0,-182 49 2478 0 0,-16 6 67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6 4609 0 0,'-3'-1'562'0'0,"1"0"0"0"0,-1 0 1 0 0,0 0-1 0 0,0 1 0 0 0,0-1 1 0 0,0 1-1 0 0,0-1 0 0 0,0 1 0 0 0,0 0 1 0 0,1 0-1 0 0,-4 1 0 0 0,5 0-430 0 0,0-1 0 0 0,0 1 1 0 0,0-1-1 0 0,0 1 0 0 0,0 0 0 0 0,0-1 1 0 0,0 1-1 0 0,0 0 0 0 0,1 0 0 0 0,-1 0 1 0 0,0 0-1 0 0,0 0 0 0 0,1 0 0 0 0,-1 0 0 0 0,1 0 1 0 0,-1 0-1 0 0,1 0 0 0 0,-1 0 0 0 0,1 0 1 0 0,0 0-1 0 0,0 0 0 0 0,-1 0 0 0 0,1 1 1 0 0,0-1-1 0 0,0 0 0 0 0,0 0 0 0 0,0 0 0 0 0,0 0 1 0 0,0 0-1 0 0,1 1 0 0 0,-1 0 0 0 0,15 150 1534 0 0,-10-119-3212 0 0,11 33 1 0 0,-7-38-3679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7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301 26 5529 0 0,'-8'-4'213'0'0,"-2"0"0"0"0,1 0 0 0 0,0 1 0 0 0,-1 0 0 0 0,1 1-1 0 0,-1 0 1 0 0,0 1 0 0 0,1-1 0 0 0,-1 2 0 0 0,0 0 0 0 0,0 0 0 0 0,-15 2-1 0 0,18 0-72 0 0,1-1-1 0 0,-1 1 1 0 0,1 0-1 0 0,-1 1 1 0 0,1-1-1 0 0,0 1 1 0 0,0 0-1 0 0,0 1 1 0 0,1 0-1 0 0,-1-1 1 0 0,1 2-1 0 0,0-1 1 0 0,0 1-1 0 0,0 0 1 0 0,1 0-1 0 0,-1 0 1 0 0,1 0-1 0 0,1 1 1 0 0,-5 6-1 0 0,0 4-97 0 0,0 0 0 0 0,2 1 0 0 0,0 0-1 0 0,0 0 1 0 0,2 0 0 0 0,0 0 0 0 0,1 1-1 0 0,1 0 1 0 0,0-1 0 0 0,1 1 0 0 0,3 31-1 0 0,0-34-146 0 0,1 0 0 0 0,0 0-1 0 0,1 0 1 0 0,0-1 0 0 0,2 1-1 0 0,-1-1 1 0 0,2-1 0 0 0,0 1-1 0 0,0-1 1 0 0,1 0 0 0 0,1-1-1 0 0,0 0 1 0 0,1 0 0 0 0,12 11-1 0 0,-6-7 51 0 0,1-1 0 0 0,0-1 0 0 0,1-1 0 0 0,1-1 0 0 0,0 0 0 0 0,0-1 0 0 0,33 12-1 0 0,-42-19-102 0 0,0-1 0 0 0,-1-1 0 0 0,1 1 0 0 0,0-2 0 0 0,0 1-1 0 0,1-1 1 0 0,-1-1 0 0 0,0 0 0 0 0,0 0 0 0 0,0-1 0 0 0,0-1 0 0 0,0 1-1 0 0,0-2 1 0 0,0 1 0 0 0,0-1 0 0 0,-1-1 0 0 0,1 0 0 0 0,15-8-1 0 0,-10 2 222 0 0,0-1-1 0 0,0 0 1 0 0,-1 0-1 0 0,-1-1 1 0 0,0-1-1 0 0,-1 0 1 0 0,0-1-1 0 0,-1-1 1 0 0,0 0-1 0 0,13-26 1 0 0,-18 31 17 0 0,-1 0-1 0 0,-1-1 1 0 0,0 1-1 0 0,-1-1 1 0 0,0 0 0 0 0,0 0-1 0 0,-1 0 1 0 0,0-1 0 0 0,-1 1-1 0 0,-1 0 1 0 0,0-1-1 0 0,0 1 1 0 0,-1 0 0 0 0,-1 0-1 0 0,1-1 1 0 0,-2 1 0 0 0,0 0-1 0 0,-4-11 1 0 0,-2 1 230 0 0,-1 0 1 0 0,-1 0-1 0 0,0 1 1 0 0,-2 1-1 0 0,0 0 1 0 0,-1 1-1 0 0,-22-22 1 0 0,29 33-288 0 0,-1 0 0 0 0,1 1 1 0 0,-1 0-1 0 0,-1 1 0 0 0,1 0 0 0 0,-1 0 1 0 0,0 1-1 0 0,0 0 0 0 0,0 0 0 0 0,-16-3 1 0 0,17 5-366 0 0,0 1 1 0 0,0 0 0 0 0,0 1-1 0 0,1 0 1 0 0,-1 0 0 0 0,0 1-1 0 0,0 0 1 0 0,0 1 0 0 0,-8 2-1 0 0,-4 2-3145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2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6913 0 0,'12'-6'741'0'0,"0"1"0"0"0,0-2-1 0 0,0 1 1 0 0,13-11 0 0 0,-12 8-360 0 0,1 0 0 0 0,21-10 0 0 0,-26 16-1149 0 0,1 0 0 0 0,0 0 1 0 0,0 1-1 0 0,13-1 0 0 0,17-4-1136 0 0,-38 6 1904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 0 2817 0 0,'-18'6'165'0'0,"-17"6"210"0"0,17-1 2611 0 0,18-9-2714 0 0,1 1 0 0 0,-1-1 0 0 0,1 1 1 0 0,0 0-1 0 0,0-1 0 0 0,-1 1 1 0 0,2-1-1 0 0,-1 0 0 0 0,0 1 0 0 0,3 3 1 0 0,2 5-18 0 0,4 22-342 0 0,-4-13-273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3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262 33 2304 0 0,'-15'-8'1608'0'0,"7"4"-735"0"0,0-1 0 0 0,-1 2-1 0 0,0-1 1 0 0,-12-3 0 0 0,17 7-632 0 0,0-1 0 0 0,-1 1 0 0 0,1 0 0 0 0,0 0 0 0 0,0 0 0 0 0,0 0 0 0 0,0 1 0 0 0,0 0-1 0 0,0-1 1 0 0,1 1 0 0 0,-1 1 0 0 0,0-1 0 0 0,-7 4 0 0 0,3-1-151 0 0,0 0-1 0 0,0 0 1 0 0,0 1 0 0 0,0 0-1 0 0,1 0 1 0 0,0 1 0 0 0,0 0-1 0 0,1 0 1 0 0,-1 1 0 0 0,1 0-1 0 0,1 0 1 0 0,-1 0-1 0 0,1 1 1 0 0,0 0 0 0 0,1 0-1 0 0,0 0 1 0 0,0 0 0 0 0,1 1-1 0 0,0-1 1 0 0,1 1 0 0 0,-1 0-1 0 0,2 0 1 0 0,-1 0-1 0 0,1 0 1 0 0,1 0 0 0 0,0 0-1 0 0,1 14 1 0 0,0 7-190 0 0,2 0 0 0 0,2 0 1 0 0,0 0-1 0 0,15 43 0 0 0,-16-62 39 0 0,0-1 0 0 0,1 1 0 0 0,0-1-1 0 0,1-1 1 0 0,0 1 0 0 0,1-1 0 0 0,-1 0 0 0 0,2 0 0 0 0,-1-1-1 0 0,1 0 1 0 0,1 0 0 0 0,-1-1 0 0 0,1 0 0 0 0,1-1 0 0 0,12 8-1 0 0,-11-9 74 0 0,-1 0-1 0 0,1 0 1 0 0,0-1-1 0 0,1-1 1 0 0,-1 1-1 0 0,1-2 0 0 0,-1 0 1 0 0,1 0-1 0 0,0-1 1 0 0,0 0-1 0 0,0-1 1 0 0,0-1-1 0 0,23-3 0 0 0,-27 2 78 0 0,0 0-1 0 0,0-1 0 0 0,-1 0 0 0 0,1 0 0 0 0,-1-1 0 0 0,0 0 0 0 0,1 0 1 0 0,-2-1-1 0 0,1 0 0 0 0,-1 0 0 0 0,1 0 0 0 0,-1-1 0 0 0,-1 0 0 0 0,1 0 1 0 0,-1 0-1 0 0,0-1 0 0 0,0 0 0 0 0,-1 0 0 0 0,0 0 0 0 0,-1 0 0 0 0,4-9 0 0 0,-2 2 161 0 0,-1-1-1 0 0,0 1 0 0 0,-1-1 0 0 0,0 0 0 0 0,-2-1 1 0 0,1 1-1 0 0,-2 0 0 0 0,0 0 0 0 0,-1 0 0 0 0,0-1 0 0 0,-6-21 1 0 0,0 7-277 0 0,-2 1 0 0 0,-1 0 0 0 0,-1 0 1 0 0,-26-45-1 0 0,36 72-232 0 0,-17-28 101 0 0,6 17-1205 0 0,0 7-3321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2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1 137 8290 0 0,'8'-2'518'0'0,"1"0"0"0"0,-1 0 0 0 0,0-1 0 0 0,0-1 0 0 0,0 1 0 0 0,0-1 0 0 0,0 0 0 0 0,-1-1 0 0 0,13-10 0 0 0,-2 4-26 0 0,24-20-28 0 0,4-2-2705 0 0,-14 16-4686 0 0,-29 16 6766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4.4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8754 0 0,'-29'13'9345'0'0,"33"-10"-9113"0"0,1 3-342 0 0,0-1-1 0 0,0 1 1 0 0,0 0 0 0 0,-1 0 0 0 0,0 1 0 0 0,0-1 0 0 0,-1 1 0 0 0,0 0 0 0 0,0 0 0 0 0,4 15 0 0 0,1 12-2449 0 0,5 40 0 0 0,-4-19-4 0 0,-1-17 2033 0 0,-1 2 391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324 74 5529 0 0,'-2'-4'133'0'0,"0"0"-1"0"0,0 0 1 0 0,0 0-1 0 0,-1 1 1 0 0,0-1-1 0 0,0 1 1 0 0,0 0-1 0 0,0-1 1 0 0,0 1 0 0 0,-1 1-1 0 0,1-1 1 0 0,-1 0-1 0 0,0 1 1 0 0,0 0-1 0 0,0 0 1 0 0,0 0-1 0 0,0 1 1 0 0,0-1-1 0 0,0 1 1 0 0,-1 0-1 0 0,1 0 1 0 0,0 0 0 0 0,-1 1-1 0 0,1-1 1 0 0,-1 1-1 0 0,1 0 1 0 0,0 0-1 0 0,-1 1 1 0 0,1 0-1 0 0,-1-1 1 0 0,1 1-1 0 0,0 1 1 0 0,-6 1-1 0 0,0 3-122 0 0,0 0-1 0 0,0 1 0 0 0,1 0 0 0 0,0 1 0 0 0,0 0 0 0 0,1 0 1 0 0,-1 1-1 0 0,2 0 0 0 0,0 0 0 0 0,0 1 0 0 0,0 0 0 0 0,-6 14 0 0 0,-1 5 325 0 0,1 1 0 0 0,1 0 0 0 0,-10 39 0 0 0,18-54-308 0 0,1 0-1 0 0,0 1 1 0 0,0-1-1 0 0,2 1 1 0 0,0-1-1 0 0,1 1 1 0 0,0-1-1 0 0,1 1 1 0 0,4 17-1 0 0,-2-23-51 0 0,-1 0 0 0 0,2 0 0 0 0,0-1 0 0 0,0 1 0 0 0,0-1 0 0 0,1 0 0 0 0,1 0 0 0 0,0-1 0 0 0,0 0 0 0 0,0 0 0 0 0,1 0 0 0 0,0 0 0 0 0,1-1-1 0 0,14 11 1 0 0,-4-6-156 0 0,0-1-1 0 0,1-1 1 0 0,0-1-1 0 0,0 0 1 0 0,1-2-1 0 0,0 0 1 0 0,1-1-1 0 0,-1-1 1 0 0,1-1-1 0 0,36 2 0 0 0,-37-5 389 0 0,0 0-1 0 0,0-1 0 0 0,0-2 1 0 0,0 0-1 0 0,0-1 0 0 0,0-1 1 0 0,0 0-1 0 0,-1-2 1 0 0,1 0-1 0 0,-1-2 0 0 0,22-11 1 0 0,-30 12-83 0 0,-1 0 1 0 0,0-1 0 0 0,0 0 0 0 0,-1-1 0 0 0,0 0 0 0 0,-1 0-1 0 0,0 0 1 0 0,0-1 0 0 0,-1-1 0 0 0,0 1 0 0 0,-1-1 0 0 0,0-1 0 0 0,-1 1-1 0 0,0-1 1 0 0,-1 1 0 0 0,0-1 0 0 0,-1-1 0 0 0,0 1 0 0 0,-1 0-1 0 0,1-16 1 0 0,-1-5 581 0 0,-1 0 0 0 0,-2 0 1 0 0,-2 0-1 0 0,0 0 0 0 0,-3 1 0 0 0,-14-51 0 0 0,18 75-709 0 0,0 1-1 0 0,0-1 1 0 0,-1 1 0 0 0,-1 0 0 0 0,1 0 0 0 0,-1 0-1 0 0,0 1 1 0 0,0 0 0 0 0,-1-1 0 0 0,0 1-1 0 0,0 1 1 0 0,-9-8 0 0 0,8 8-593 0 0,-1 0 0 0 0,-1 0 0 0 0,1 1 0 0 0,-1 0 0 0 0,1 1 0 0 0,-17-6 0 0 0,-1 2-5034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84 920 0 0,'-2'-4'3927'0'0,"2"3"-3861"0"0,7-8 2268 0 0,9-5 206 0 0,-4 6-1606 0 0,0 1 0 0 0,0 0-1 0 0,1 1 1 0 0,0 1 0 0 0,1 0 0 0 0,21-5-1 0 0,-24 7-1213 0 0,-1 1 0 0 0,1 1 0 0 0,0 0-1 0 0,-1 1 1 0 0,16 1 0 0 0,-14 0-5032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5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6449 0 0,'-1'1'311'0'0,"0"0"0"0"0,0 0 0 0 0,0 0 0 0 0,1 0-1 0 0,-1 0 1 0 0,0 0 0 0 0,1 0 0 0 0,-1 0 0 0 0,1 0 0 0 0,-1 1-1 0 0,1-1 1 0 0,0 0 0 0 0,-1 0 0 0 0,1 1 0 0 0,0-1 0 0 0,0 0-1 0 0,0 0 1 0 0,0 1 0 0 0,0-1 0 0 0,0 0 0 0 0,1 3-1 0 0,4 26 2657 0 0,14 24 81 0 0,-12-34-3317 0 0,0 1 0 0 0,-1 0-1 0 0,5 32 1 0 0,-8-27-6298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8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245 1 456 0 0,'-21'11'1183'0'0,"0"1"-1"0"0,1 1 1 0 0,0 1 0 0 0,-32 28-1 0 0,43-33-704 0 0,0 0-1 0 0,0 1 0 0 0,0 0 0 0 0,1 0 0 0 0,1 1 1 0 0,-10 18-1 0 0,9-14-388 0 0,2 0 0 0 0,0 0 0 0 0,1 0 0 0 0,0 1 0 0 0,1 0 0 0 0,1 0 0 0 0,1 0 0 0 0,0 0 0 0 0,1 0 0 0 0,1 1 0 0 0,0-1 0 0 0,1 0 0 0 0,1 0 0 0 0,4 19 0 0 0,1-7-46 0 0,1-1-1 0 0,1 0 1 0 0,2 0-1 0 0,21 41 1 0 0,-25-56-43 0 0,1-1 0 0 0,0 1 0 0 0,0-1 0 0 0,2 0 0 0 0,-1-1 0 0 0,1 0 0 0 0,0-1 0 0 0,1 0 0 0 0,0 0 0 0 0,1-1 0 0 0,18 9 0 0 0,-2-3 126 0 0,73 34 204 0 0,-88-42-350 0 0,1-2 0 0 0,0 1 0 0 0,0-2 0 0 0,0 0 0 0 0,22 2 0 0 0,-28-5 75 0 0,0-1 0 0 0,0 0-1 0 0,0 0 1 0 0,0-1-1 0 0,0 0 1 0 0,0 0 0 0 0,-1-1-1 0 0,1 0 1 0 0,-1 0 0 0 0,1-1-1 0 0,-1 0 1 0 0,0 0-1 0 0,-1 0 1 0 0,1-1 0 0 0,-1 0-1 0 0,0-1 1 0 0,0 1-1 0 0,0-1 1 0 0,-1 0 0 0 0,0-1-1 0 0,0 1 1 0 0,3-8-1 0 0,1 0 239 0 0,0 0 0 0 0,-2-1 0 0 0,0 0 0 0 0,-1 0 0 0 0,0-1 0 0 0,-1 0 0 0 0,-1 0 0 0 0,0 0-1 0 0,2-31 1 0 0,-6 33-76 0 0,-1 0-1 0 0,0 0 1 0 0,-1 0-1 0 0,-1 0 0 0 0,-6-21 1 0 0,-28-69 917 0 0,14 45-878 0 0,16 37-200 0 0,-2 0 1 0 0,0 0-1 0 0,-2 1 0 0 0,0 1 0 0 0,-19-27 1 0 0,25 40-38 0 0,-1 0 0 0 0,0 0-1 0 0,-1 1 1 0 0,1 0 0 0 0,-1 0 0 0 0,-1 1 0 0 0,1 0 0 0 0,-1 0 0 0 0,1 0 0 0 0,-2 1-1 0 0,1 0 1 0 0,0 1 0 0 0,-1 0 0 0 0,1 0 0 0 0,-1 1 0 0 0,-18-3 0 0 0,26 5-39 0 0,-4-1-118 0 0,-1 1 0 0 0,1-1 0 0 0,0 1 0 0 0,-1 0 0 0 0,1 1 0 0 0,-10 1 0 0 0,13-2-224 0 0,0 1 0 0 0,0 0 0 0 0,0 0 0 0 0,0 0 0 0 0,0 0 0 0 0,0 0 1 0 0,0 0-1 0 0,0 1 0 0 0,0-1 0 0 0,1 1 0 0 0,-1-1 0 0 0,-1 3 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338 69 456 0 0,'-13'-9'1753'0'0,"7"4"-1342"0"0,0 1 0 0 0,0 0 0 0 0,0 0 0 0 0,0 0-1 0 0,-1 1 1 0 0,0 0 0 0 0,0 0 0 0 0,0 1-1 0 0,0 0 1 0 0,0 0 0 0 0,0 1 0 0 0,0-1 0 0 0,-15 1-1 0 0,15 1-22 0 0,-1 0 0 0 0,0 1-1 0 0,0 0 1 0 0,0 1-1 0 0,0-1 1 0 0,1 2 0 0 0,-1-1-1 0 0,1 1 1 0 0,-1 0-1 0 0,1 0 1 0 0,0 1 0 0 0,-8 5-1 0 0,7-3-195 0 0,1 1 0 0 0,-1-1 0 0 0,1 1 0 0 0,0 1 0 0 0,1-1 0 0 0,0 1 0 0 0,0 0 0 0 0,-9 17 0 0 0,8-10-207 0 0,1 0-1 0 0,0 0 1 0 0,1 1 0 0 0,0 0-1 0 0,2 0 1 0 0,0 0 0 0 0,0 0-1 0 0,2 0 1 0 0,0 1 0 0 0,0-1-1 0 0,4 29 1 0 0,0-35 1 0 0,0 1 0 0 0,0-1 1 0 0,1 0-1 0 0,0 0 0 0 0,0 0 0 0 0,1 0 0 0 0,1-1 0 0 0,0 0 1 0 0,0 0-1 0 0,0 0 0 0 0,10 8 0 0 0,9 9-100 0 0,1-1-1 0 0,29 22 1 0 0,-41-36-58 0 0,2 0 1 0 0,-1 0-1 0 0,2-2 1 0 0,-1 0 0 0 0,1-1-1 0 0,0-1 1 0 0,1 0-1 0 0,0-1 1 0 0,26 5 0 0 0,-34-9 247 0 0,0-1-1 0 0,-1 0 1 0 0,1-1 0 0 0,0 0 0 0 0,-1 0 0 0 0,1-1-1 0 0,-1 0 1 0 0,1-1 0 0 0,-1 0 0 0 0,1 0 0 0 0,-1-1 0 0 0,0 0-1 0 0,0-1 1 0 0,0 0 0 0 0,0 0 0 0 0,-1-1 0 0 0,0 0 0 0 0,0-1-1 0 0,14-12 1 0 0,-12 6 116 0 0,0 0-1 0 0,0 0 1 0 0,-2-1-1 0 0,1 0 0 0 0,-2-1 1 0 0,0 1-1 0 0,0-2 1 0 0,-1 1-1 0 0,-1-1 0 0 0,0 0 1 0 0,-2 0-1 0 0,1 0 1 0 0,-2 0-1 0 0,0-1 1 0 0,0-26-1 0 0,-2 19 117 0 0,-1 0-1 0 0,0 1 1 0 0,-2-1 0 0 0,-1 0 0 0 0,0 1 0 0 0,-2 0-1 0 0,-1 0 1 0 0,0 0 0 0 0,-2 1 0 0 0,-12-22-1 0 0,18 36-315 0 0,-1 1 0 0 0,-1-1 0 0 0,1 1 0 0 0,-1 0 0 0 0,0 1-1 0 0,0-1 1 0 0,-1 1 0 0 0,0 0 0 0 0,0 1 0 0 0,0-1 0 0 0,0 1 0 0 0,-1 0-1 0 0,1 1 1 0 0,-1-1 0 0 0,0 1 0 0 0,0 1 0 0 0,0-1 0 0 0,-1 1-1 0 0,1 1 1 0 0,-1-1 0 0 0,-13 0 0 0 0,14 2-337 0 0,0 0-1 0 0,0 1 1 0 0,0 0-1 0 0,0 0 1 0 0,0 1-1 0 0,-8 2 1 0 0,7-1-497 0 0,1 0 1 0 0,0 1 0 0 0,0 0-1 0 0,0 0 1 0 0,1 0 0 0 0,-7 6-1 0 0,-4 4-4258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49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275 252 2304 0 0,'-44'-38'3001'0'0,"37"31"-2410"0"0,0 1-1 0 0,-1-1 1 0 0,0 1-1 0 0,0 0 1 0 0,-12-6-1 0 0,17 10-525 0 0,-1 1 0 0 0,1 0 0 0 0,-1 0 0 0 0,1 0 0 0 0,-1 0 0 0 0,1 1-1 0 0,-1-1 1 0 0,1 1 0 0 0,-1 0 0 0 0,0 0 0 0 0,1 0 0 0 0,-1 1 0 0 0,1-1 0 0 0,-1 1 0 0 0,1 0 0 0 0,-1 0-1 0 0,1 0 1 0 0,0 0 0 0 0,-5 3 0 0 0,2-1-9 0 0,-1 0-1 0 0,1 1 1 0 0,0 0-1 0 0,0 0 1 0 0,0 0-1 0 0,1 1 1 0 0,0 0-1 0 0,-1 0 1 0 0,2 0-1 0 0,-1 1 1 0 0,1 0-1 0 0,-1 0 1 0 0,2 0-1 0 0,-1 0 1 0 0,1 0-1 0 0,0 1 1 0 0,0 0-1 0 0,0-1 1 0 0,1 1-1 0 0,0 0 1 0 0,1 0-1 0 0,0 0 1 0 0,0 0-1 0 0,0 1 1 0 0,1-1-1 0 0,0 0 1 0 0,0 0-1 0 0,1 0 1 0 0,0 1-1 0 0,0-1 1 0 0,1 0-1 0 0,0 0 1 0 0,0 0-1 0 0,0-1 1 0 0,1 1-1 0 0,4 8 1 0 0,3 3-64 0 0,2 1 0 0 0,-1-1 0 0 0,2-1 0 0 0,0 0 0 0 0,1-1 0 0 0,1 0 0 0 0,0-1 0 0 0,35 26 0 0 0,-35-31-10 0 0,0 0 1 0 0,0-1-1 0 0,1-1 0 0 0,0-1 1 0 0,0 0-1 0 0,1 0 1 0 0,0-2-1 0 0,0 0 1 0 0,1-1-1 0 0,-1-1 1 0 0,24 1-1 0 0,-30-4 84 0 0,0-1 0 0 0,-1 0 0 0 0,1-1 0 0 0,-1 0 0 0 0,1-1 0 0 0,-1 0 0 0 0,0-1-1 0 0,0 0 1 0 0,0 0 0 0 0,-1-1 0 0 0,1-1 0 0 0,-1 1 0 0 0,0-1 0 0 0,-1-1 0 0 0,1 0 0 0 0,-1 0 0 0 0,-1-1 0 0 0,13-15 0 0 0,-4 3 249 0 0,-1 0 0 0 0,-1-2 0 0 0,-1 1 0 0 0,-1-1 1 0 0,-1-1-1 0 0,-1 0 0 0 0,7-25 0 0 0,-15 37-170 0 0,0 0 0 0 0,-1 0-1 0 0,0 0 1 0 0,0 0-1 0 0,-1 0 1 0 0,-1 0 0 0 0,0 0-1 0 0,0 0 1 0 0,-1 1 0 0 0,-1-1-1 0 0,1 0 1 0 0,-2 1-1 0 0,1 0 1 0 0,-2-1 0 0 0,-8-15-1 0 0,3 8-2 0 0,-1 0-1 0 0,-1 1 0 0 0,0 0 1 0 0,-1 1-1 0 0,-1 1 0 0 0,0 0 1 0 0,-25-20-1 0 0,34 32-149 0 0,1 0 0 0 0,-1 0 0 0 0,0 0 0 0 0,1 0 0 0 0,-1 1 0 0 0,-1 0 0 0 0,-7-3 0 0 0,-12 4-1563 0 0,22 2 1044 0 0,1-1 0 0 0,0 1 0 0 0,-1 0 0 0 0,1-1 0 0 0,0 1 0 0 0,0 0 1 0 0,0 0-1 0 0,-1 1 0 0 0,-1 0 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0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286 136 2304 0 0,'-8'-4'549'0'0,"0"0"0"0"0,-1 1 0 0 0,1 0 0 0 0,-1 0-1 0 0,0 1 1 0 0,0 0 0 0 0,0 0 0 0 0,0 1-1 0 0,0 0 1 0 0,-14 1 0 0 0,16 1-309 0 0,1 0 1 0 0,0 0-1 0 0,0 1 0 0 0,0 0 1 0 0,0 0-1 0 0,0 0 0 0 0,0 1 1 0 0,0 0-1 0 0,1 0 0 0 0,-1 0 1 0 0,1 1-1 0 0,0-1 1 0 0,0 1-1 0 0,0 1 0 0 0,-8 8 1 0 0,4-1-219 0 0,1 0 1 0 0,-1 1-1 0 0,2 0 0 0 0,0 0 1 0 0,0 1-1 0 0,2-1 1 0 0,-1 1-1 0 0,2 1 1 0 0,0-1-1 0 0,0 1 1 0 0,2-1-1 0 0,0 1 1 0 0,0 0-1 0 0,1 0 1 0 0,1 0-1 0 0,1 0 0 0 0,3 21 1 0 0,-2-20-203 0 0,1-2-1 0 0,0 1 1 0 0,1 0 0 0 0,0-1 0 0 0,2 1-1 0 0,-1-1 1 0 0,2 0 0 0 0,0-1-1 0 0,0 0 1 0 0,2 0 0 0 0,-1 0 0 0 0,2-1-1 0 0,-1-1 1 0 0,2 0 0 0 0,-1 0 0 0 0,1-1-1 0 0,15 10 1 0 0,2-2-123 0 0,1-1 0 0 0,0-2-1 0 0,2-1 1 0 0,0-1 0 0 0,0-1 0 0 0,1-2 0 0 0,0-2 0 0 0,51 7-1 0 0,-73-14 267 0 0,0 0-1 0 0,1-1 1 0 0,-1-1-1 0 0,0 0 0 0 0,0 0 1 0 0,0-1-1 0 0,0 0 1 0 0,-1-1-1 0 0,1 0 1 0 0,-1-1-1 0 0,1 0 0 0 0,-1 0 1 0 0,0-1-1 0 0,0 0 1 0 0,9-8-1 0 0,-11 8 182 0 0,-1 0-1 0 0,0-1 1 0 0,0 0 0 0 0,-1 0-1 0 0,0 0 1 0 0,0-1-1 0 0,0 1 1 0 0,-1-1 0 0 0,0 0-1 0 0,0-1 1 0 0,-1 1 0 0 0,0-1-1 0 0,0 1 1 0 0,0-1-1 0 0,-1 0 1 0 0,-1 0 0 0 0,1 0-1 0 0,-1 0 1 0 0,-1-11 0 0 0,-1-13 969 0 0,-2 0 1 0 0,-1 1-1 0 0,-1-1 1 0 0,-13-38 0 0 0,-48-119 2179 0 0,57 167-2954 0 0,-1 0-1 0 0,0 0 0 0 0,-28-39 1 0 0,32 53-531 0 0,0 0 0 0 0,-1 0 1 0 0,0 0-1 0 0,0 1 1 0 0,-1 0-1 0 0,0 1 1 0 0,0-1-1 0 0,-1 2 1 0 0,0-1-1 0 0,0 1 0 0 0,-17-7 1 0 0,9 7-5900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 5529 0 0,'0'0'156'0'0,"0"1"0"0"0,0-1-1 0 0,0 1 1 0 0,-1-1 0 0 0,1 1-1 0 0,0-1 1 0 0,0 1 0 0 0,0-1-1 0 0,1 1 1 0 0,-1 0 0 0 0,0-1-1 0 0,0 1 1 0 0,0-1 0 0 0,0 1-1 0 0,0-1 1 0 0,1 1 0 0 0,-1-1-1 0 0,0 0 1 0 0,0 1 0 0 0,1-1-1 0 0,-1 1 1 0 0,0-1 0 0 0,1 1-1 0 0,-1-1 1 0 0,0 0 0 0 0,1 1-1 0 0,-1-1 1 0 0,1 0 0 0 0,-1 1-1 0 0,1-1 1 0 0,-1 0 0 0 0,1 0-1 0 0,-1 1 1 0 0,0-1 0 0 0,1 0-1 0 0,0 0 1 0 0,-1 0 0 0 0,1 0-1 0 0,-1 0 1 0 0,1 1 0 0 0,0-1 0 0 0,24 8 1138 0 0,-18-9-1155 0 0,0 0 1 0 0,0 0 0 0 0,0-1 0 0 0,0 0 0 0 0,0 0 0 0 0,0 0 0 0 0,8-5-1 0 0,-7 3-362 0 0,0 1-1 0 0,1 0 1 0 0,15-3-1 0 0,-21 5-291 0 0,1 1 0 0 0,0 0 0 0 0,-1-1-1 0 0,1 2 1 0 0,0-1 0 0 0,-1 0 0 0 0,7 2 0 0 0,1 2-3573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6.8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 1840 0 0,'46'-7'4013'0'0,"-39"5"-3997"0"0,0 0 0 0 0,-1 1-1 0 0,1 0 1 0 0,0 0-1 0 0,0 1 1 0 0,-1 0-1 0 0,1 0 1 0 0,11 2-1 0 0,39 18-84 0 0,-46-15 2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79 4145 0 0,'0'-3'316'0'0,"1"1"-1"0"0,0-1 1 0 0,0 1 0 0 0,0 0 0 0 0,0 0-1 0 0,1-1 1 0 0,-1 1 0 0 0,0 0 0 0 0,1 0-1 0 0,0 0 1 0 0,-1 0 0 0 0,1 0 0 0 0,4-2-1 0 0,28-21 458 0 0,-24 20-888 0 0,23-9 689 0 0,-31 13-836 0 0,0 1-1 0 0,0 0 0 0 0,0 0 1 0 0,0 0-1 0 0,-1 0 0 0 0,1 0 1 0 0,0 0-1 0 0,0 0 0 0 0,0 1 1 0 0,-1-1-1 0 0,3 1 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4:57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6449 0 0,'26'-20'2826'0'0,"-6"7"-2784"0"0,-8 4-181 0 0,1 1 0 0 0,0 0 0 0 0,0 1 0 0 0,0 0 0 0 0,1 1 0 0 0,0 1 0 0 0,0 0 0 0 0,20-4 0 0 0,-25 7 127 0 0,-1-1-48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7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26 282 1376 0 0,'-11'-40'1418'0'0,"7"29"-683"0"0,1 0 0 0 0,1 1-1 0 0,0-1 1 0 0,-2-16 164 0 0,6 30-666 0 0,-1-1 0 0 0,1 1 0 0 0,-1 0-1 0 0,0 0 1 0 0,0 0 0 0 0,0 0 0 0 0,-1 1 0 0 0,1-1 0 0 0,0 3 0 0 0,39 216 2340 0 0,-31-191-2481 0 0,0-1 1 0 0,2 0-1 0 0,2-1 0 0 0,0 0 1 0 0,20 29-1 0 0,-12-23-80 0 0,2-1 1 0 0,1-2-1 0 0,2 0 1 0 0,1-2-1 0 0,54 48 1 0 0,-79-76 4 0 0,0 0 0 0 0,1-1 0 0 0,-1 1 1 0 0,0-1-1 0 0,1 1 0 0 0,0-1 1 0 0,-1 0-1 0 0,1 0 0 0 0,0 0 1 0 0,-1 0-1 0 0,1-1 0 0 0,0 1 0 0 0,0-1 1 0 0,-1 1-1 0 0,1-1 0 0 0,5 0 1 0 0,-6-1-6 0 0,-1 1 1 0 0,1-1 0 0 0,0 0-1 0 0,0 0 1 0 0,-1 0 0 0 0,1 0 0 0 0,-1 0-1 0 0,1 0 1 0 0,-1 0 0 0 0,1 0-1 0 0,-1-1 1 0 0,0 1 0 0 0,1 0-1 0 0,-1-1 1 0 0,0 1 0 0 0,0-1-1 0 0,0 1 1 0 0,0-1 0 0 0,0 0 0 0 0,-1 0-1 0 0,1 1 1 0 0,0-1 0 0 0,-1 0-1 0 0,0 0 1 0 0,1-3 0 0 0,4-20 73 0 0,-1 0 1 0 0,-1 0 0 0 0,-1 0-1 0 0,-3-29 1 0 0,-13-104-491 0 0,0-22-847 0 0,14 178 1253 0 0,-1-2-12 0 0,1 0 0 0 0,0 1 1 0 0,0-1-1 0 0,1 0 0 0 0,-1 0 1 0 0,1 1-1 0 0,0-1 0 0 0,0 0 1 0 0,0 1-1 0 0,0-1 0 0 0,2-3 0 0 0,10 37 106 0 0,1 16 246 0 0,-5-12 124 0 0,19 46 0 0 0,-24-71-434 0 0,0-1-1 0 0,0 0 0 0 0,1 0 1 0 0,0 0-1 0 0,1 0 1 0 0,-1-1-1 0 0,1 0 0 0 0,1 0 1 0 0,0 0-1 0 0,9 6 0 0 0,-12-10 13 0 0,-1 0 0 0 0,1-1 0 0 0,0 0 0 0 0,1 0 0 0 0,-1 0-1 0 0,0 0 1 0 0,1-1 0 0 0,-1 1 0 0 0,1-1 0 0 0,-1 0 0 0 0,1-1-1 0 0,-1 1 1 0 0,1-1 0 0 0,0 0 0 0 0,-1 0 0 0 0,1 0 0 0 0,0-1-1 0 0,-1 1 1 0 0,1-1 0 0 0,-1 0 0 0 0,1-1 0 0 0,-1 1-1 0 0,0-1 1 0 0,1 0 0 0 0,-1 0 0 0 0,0 0 0 0 0,0 0 0 0 0,0-1-1 0 0,-1 0 1 0 0,1 0 0 0 0,0 0 0 0 0,4-5 0 0 0,0-1 111 0 0,0 1 0 0 0,-1-2 1 0 0,0 1-1 0 0,0-1 0 0 0,-1 0 1 0 0,-1 0-1 0 0,1-1 0 0 0,-2 0 1 0 0,1 0-1 0 0,-2 0 0 0 0,5-21 1 0 0,-3 5-156 0 0,-2-1 1 0 0,-1 0-1 0 0,-2 0 1 0 0,0 0-1 0 0,-2 1 1 0 0,-1-1-1 0 0,-2 0 1 0 0,0 1 0 0 0,-2 0-1 0 0,0 0 1 0 0,-18-38-1 0 0,-1 21-1189 0 0,3 20-4239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6 920 0 0,'-7'-2'86'0'0,"0"1"-1"0"0,0 0 0 0 0,0 0 1 0 0,0 0-1 0 0,1 1 0 0 0,-1 0 1 0 0,0 1-1 0 0,0-1 0 0 0,0 1 1 0 0,0 1-1 0 0,0-1 0 0 0,1 1 1 0 0,-1 0-1 0 0,1 0 0 0 0,-1 1 1 0 0,1 0-1 0 0,0 0 1 0 0,0 1-1 0 0,0 0 0 0 0,1 0 1 0 0,-1 0-1 0 0,1 0 0 0 0,-8 10 1 0 0,1-2-10 0 0,2 1 1 0 0,0 1-1 0 0,0 0 0 0 0,2 0 1 0 0,-1 1-1 0 0,2 0 1 0 0,0 0-1 0 0,1 1 1 0 0,0 0-1 0 0,2 0 1 0 0,0 0-1 0 0,0 1 1 0 0,2 0-1 0 0,0-1 1 0 0,0 1-1 0 0,2 0 0 0 0,3 30 1 0 0,-2-41-90 0 0,0 0-1 0 0,0-1 1 0 0,1 1 0 0 0,0-1-1 0 0,0 1 1 0 0,1-1 0 0 0,-1 0-1 0 0,6 8 1 0 0,-7-12 9 0 0,0 0 0 0 0,0 0 0 0 0,0 0 0 0 0,0 0 0 0 0,0 0 0 0 0,0 0 0 0 0,0 0 0 0 0,0 0 0 0 0,0 0 0 0 0,0-1 0 0 0,0 1 0 0 0,1-1 0 0 0,-1 1 0 0 0,0-1 0 0 0,0 1 0 0 0,1-1 0 0 0,-1 1 0 0 0,0-1 0 0 0,1 0 0 0 0,-1 0 0 0 0,0 0 0 0 0,1 0 0 0 0,-1 0 0 0 0,0 0 0 0 0,1 0 0 0 0,-1 0 0 0 0,1-1 0 0 0,-1 1 0 0 0,0 0 0 0 0,0-1 0 0 0,1 1 0 0 0,-1-1 0 0 0,0 1 0 0 0,0-1 0 0 0,0 0 0 0 0,1 0 0 0 0,-1 1 0 0 0,0-1 0 0 0,0 0 0 0 0,0 0 0 0 0,1-1 0 0 0,14-14 25 0 0,-1 0 1 0 0,0-1-1 0 0,-1-1 1 0 0,-1 0-1 0 0,-1 0 1 0 0,0-2-1 0 0,-1 1 1 0 0,-2-1-1 0 0,15-41 1 0 0,-21 47 112 0 0,0 0 0 0 0,-1-1 0 0 0,0-16 0 0 0,-2 18 763 0 0,1 0 0 0 0,1 0 0 0 0,6-25 0 0 0,1 69 1804 0 0,-6 2-2263 0 0,-2-8-194 0 0,2 0-1 0 0,1 0 0 0 0,1-1 1 0 0,12 38-1 0 0,-15-56-384 0 0,1 0 0 0 0,0 0 0 0 0,0 0-1 0 0,0 0 1 0 0,1-1 0 0 0,-1 1 0 0 0,2-1 0 0 0,-1 0 0 0 0,0 0 0 0 0,1-1 0 0 0,0 1-1 0 0,0-1 1 0 0,0 0 0 0 0,1 0 0 0 0,-1-1 0 0 0,1 1 0 0 0,0-1 0 0 0,0-1 0 0 0,0 1-1 0 0,0-1 1 0 0,0 0 0 0 0,11 2 0 0 0,15-4-1626 0 0,-16-3 773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49 3681 0 0,'0'-3'169'0'0,"-5"-27"-19"0"0,5 29-19 0 0,0 1 1 0 0,0-1-1 0 0,-1 0 0 0 0,1 1 0 0 0,0-1 0 0 0,0 0 0 0 0,0 1 1 0 0,-1-1-1 0 0,1 0 0 0 0,0 1 0 0 0,0-1 0 0 0,-1 0 0 0 0,1 1 1 0 0,-1-1-1 0 0,1 1 0 0 0,-1-1 0 0 0,1 1 0 0 0,-1-1 0 0 0,1 1 1 0 0,-1-1-1 0 0,1 1 0 0 0,-1 0 0 0 0,1-1 0 0 0,-1 1 0 0 0,0 0 1 0 0,1-1-1 0 0,-1 1 0 0 0,0 0 0 0 0,1 0 0 0 0,-1 0 0 0 0,0-1 1 0 0,1 1-1 0 0,-1 0 0 0 0,0 0 0 0 0,1 0 0 0 0,-1 0 0 0 0,-1 0 1 0 0,1 1 14 0 0,0 0 0 0 0,0 0 0 0 0,0 0 0 0 0,0-1 0 0 0,0 1 0 0 0,0 0 0 0 0,1 0 0 0 0,-1 0 0 0 0,0 0 0 0 0,0 0 0 0 0,1 0 0 0 0,-1 1 0 0 0,1-1 0 0 0,-1 0 0 0 0,1 0 0 0 0,-1 0 0 0 0,1 1 0 0 0,0-1 0 0 0,-1 2 0 0 0,-2 29 187 0 0,2-26-250 0 0,0 20 196 0 0,1 1 0 0 0,1-1 0 0 0,2 0 0 0 0,0 0 0 0 0,2-1 0 0 0,14 47 0 0 0,67 144 450 0 0,-75-190-829 0 0,-1-5-384 0 0,0 0 0 0 0,15 21 0 0 0,-22-36 39 0 0,1-1 1 0 0,-1 0-1 0 0,2 0 0 0 0,-1 0 0 0 0,0 0 0 0 0,1-1 0 0 0,0 0 1 0 0,0 0-1 0 0,0 0 0 0 0,1 0 0 0 0,-1-1 0 0 0,10 4 0 0 0,-6-5-734 0 0,2-3-1309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1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0 238 3137 0 0,'5'-38'59'0'0,"10"-82"1151"0"0,-12 41 4842 0 0,-5 82-4725 0 0,-3 12 201 0 0,-3 21 29 0 0,4-7-1025 0 0,3 1 1 0 0,0-1-1 0 0,2 0 1 0 0,1 1-1 0 0,1-1 1 0 0,8 31-1 0 0,6 6-1376 0 0,36 96 0 0 0,-41-129-5247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1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85 2304 0 0,'0'-16'2451'0'0,"-2"-1"-1"0"0,0 1 0 0 0,-5-20 0 0 0,19 64 3226 0 0,4 14-5061 0 0,154 615 2196 0 0,-107-400-2451 0 0,-38-162-267 0 0,-3-15 60 0 0,19 136-1 0 0,-41-213-196 0 0,2 8-190 0 0,-1 0 0 0 0,0 1-1 0 0,-1-1 1 0 0,0 0 0 0 0,-1 1 0 0 0,0-1-1 0 0,-5 19 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1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80 3225 0 0,'1'-16'71'0'0,"-7"21"384"0"0,-6 23 1355 0 0,3 19-1027 0 0,2-1-1 0 0,2 1 0 0 0,3 87 1 0 0,2-108-565 0 0,2 30 52 0 0,1-34 1301 0 0,-2-31-228 0 0,3-63 1153 0 0,0-15-109 0 0,24-127 1 0 0,-27 206-2183 0 0,1 0-1 0 0,0 1 0 0 0,0-1 1 0 0,1 1-1 0 0,0 0 1 0 0,0 0-1 0 0,1 0 0 0 0,5-8 1 0 0,-8 13-160 0 0,1 1 1 0 0,-1-1 0 0 0,1 1-1 0 0,-1-1 1 0 0,1 1 0 0 0,0 0-1 0 0,0 0 1 0 0,-1 0 0 0 0,1-1 0 0 0,0 2-1 0 0,0-1 1 0 0,0 0 0 0 0,0 0-1 0 0,0 1 1 0 0,0-1 0 0 0,1 1-1 0 0,-1-1 1 0 0,0 1 0 0 0,0 0-1 0 0,0 0 1 0 0,0 0 0 0 0,1 0-1 0 0,-1 1 1 0 0,0-1 0 0 0,0 0-1 0 0,0 1 1 0 0,0 0 0 0 0,0-1-1 0 0,0 1 1 0 0,0 0 0 0 0,0 0-1 0 0,0 0 1 0 0,3 2 0 0 0,12 7-27 0 0,-1 1 0 0 0,0 1 0 0 0,0 0 0 0 0,-1 1 0 0 0,25 28 1 0 0,60 85-482 0 0,-78-96 79 0 0,9 13-73 0 0,2 3-6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2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19 330 7370 0 0,'-19'8'941'0'0,"30"-16"161"0"0,30-16-105 0 0,167-119 3791 0 0,-95 61-2438 0 0,-97 71-2486 0 0,1 0 0 0 0,0 1 1 0 0,1 1-1 0 0,0 0 1 0 0,0 1-1 0 0,37-10 0 0 0,-30 14-5828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2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5065 0 0,'0'0'179'0'0,"1"0"0"0"0,-1 1 0 0 0,1-1-1 0 0,-1 0 1 0 0,1 0 0 0 0,-1 0 0 0 0,1 0 0 0 0,-1 0 0 0 0,1-1-1 0 0,-1 1 1 0 0,1 0 0 0 0,-1 0 0 0 0,1 0 0 0 0,4-4 2146 0 0,-5 4-2146 0 0,1-1-1 0 0,-1 1 1 0 0,0-1 0 0 0,1 1 0 0 0,-1-1 0 0 0,0 1 0 0 0,0-1 0 0 0,0 1-1 0 0,0-1 1 0 0,0 1 0 0 0,1-1 0 0 0,-1 1 0 0 0,0-1 0 0 0,0 1-1 0 0,0-1 1 0 0,0 1 0 0 0,0-1 0 0 0,-1 1 0 0 0,1-1 0 0 0,0 1-1 0 0,0-2 1 0 0,10 20 495 0 0,-1 1 0 0 0,-1 0-1 0 0,0 0 1 0 0,-2 0 0 0 0,0 1 0 0 0,5 32-1 0 0,2 6-78 0 0,81 258-607 0 0,-81-274-759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2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24 142 4609 0 0,'-2'1'332'0'0,"1"-1"0"0"0,0 1 0 0 0,0 0 0 0 0,-1 0 0 0 0,1-1 0 0 0,0 1 0 0 0,0 0 0 0 0,0 0 0 0 0,0 0-1 0 0,0 1 1 0 0,0-1 0 0 0,0 0 0 0 0,0 0 0 0 0,0 0 0 0 0,1 1 0 0 0,-1-1 0 0 0,0 0 0 0 0,1 1 0 0 0,-1 1 0 0 0,0 1 96 0 0,0 1 1 0 0,0-1-1 0 0,1 0 0 0 0,0 0 0 0 0,0 0 1 0 0,0 0-1 0 0,1 5 0 0 0,2 10 403 0 0,2-1-1 0 0,8 27 1 0 0,-8-31-163 0 0,-4-10-554 0 0,28 74 1438 0 0,-26-72-1467 0 0,0 0 0 0 0,0 0 0 0 0,1-1 1 0 0,-1 1-1 0 0,1-1 0 0 0,1 0 0 0 0,-1 0 0 0 0,1-1 0 0 0,0 1 0 0 0,7 5 0 0 0,-11-9-77 0 0,0-1-1 0 0,0 1 1 0 0,0 0-1 0 0,0-1 0 0 0,0 1 1 0 0,0-1-1 0 0,0 0 1 0 0,1 1-1 0 0,-1-1 1 0 0,0 0-1 0 0,0 0 0 0 0,0 1 1 0 0,0-1-1 0 0,0 0 1 0 0,1 0-1 0 0,-1 0 1 0 0,0 0-1 0 0,0-1 0 0 0,0 1 1 0 0,0 0-1 0 0,0 0 1 0 0,0-1-1 0 0,1 1 1 0 0,-1-1-1 0 0,1 0 0 0 0,0 0-5 0 0,0-1 0 0 0,0 0 1 0 0,0 0-1 0 0,0 0 0 0 0,0 0 0 0 0,-1 0 0 0 0,1 0 0 0 0,-1 0 0 0 0,1-1 0 0 0,1-3 0 0 0,1-5 4 0 0,0 0 1 0 0,0 0-1 0 0,3-23 1 0 0,5-71 138 0 0,2-16 100 0 0,-11 104-224 0 0,1 1 1 0 0,0 0-1 0 0,1 0 1 0 0,1 0-1 0 0,8-15 1 0 0,-14 30-21 0 0,1 0 0 0 0,-1 0 0 0 0,1 0 1 0 0,-1 0-1 0 0,1 0 0 0 0,-1 0 1 0 0,1 0-1 0 0,0 1 0 0 0,0-1 1 0 0,-1 0-1 0 0,1 0 0 0 0,0 1 0 0 0,0-1 1 0 0,0 0-1 0 0,-1 1 0 0 0,1-1 1 0 0,2 0-1 0 0,-2 1 1 0 0,-1 0 1 0 0,1 0-1 0 0,0 0 1 0 0,-1 0-1 0 0,1 0 1 0 0,-1 1-1 0 0,1-1 1 0 0,0 0-1 0 0,-1 0 1 0 0,1 0-1 0 0,-1 1 0 0 0,1-1 1 0 0,-1 0-1 0 0,1 1 1 0 0,-1-1-1 0 0,1 0 1 0 0,-1 1-1 0 0,1-1 1 0 0,-1 1-1 0 0,0-1 1 0 0,1 1-1 0 0,-1-1 0 0 0,1 1 1 0 0,3 6 28 0 0,-1 0 0 0 0,1 0 0 0 0,-1 0 0 0 0,2 9 0 0 0,3 4 34 0 0,7 5 90 0 0,1-1 0 0 0,1-1-1 0 0,1 0 1 0 0,37 36 0 0 0,23 29-3305 0 0,-67-73 2159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3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0 332 3225 0 0,'49'8'4957'0'0,"-38"-7"-3966"0"0,-1 1 0 0 0,1 0 1 0 0,-1 1-1 0 0,1 0 0 0 0,-1 0 1 0 0,0 1-1 0 0,0 1 0 0 0,19 14 2055 0 0,-37-20-1821 0 0,-13-7-74 0 0,17 4-1061 0 0,0-1-1 0 0,1 0 1 0 0,-1 0 0 0 0,1 0-1 0 0,0 0 1 0 0,0-1 0 0 0,1 1 0 0 0,-1-1-1 0 0,1 0 1 0 0,0 1 0 0 0,1-1-1 0 0,-1 0 1 0 0,1 0 0 0 0,1 0 0 0 0,-1-1-1 0 0,1 1 1 0 0,0-6 0 0 0,1-16-152 0 0,1 1 1 0 0,6-36 0 0 0,-4 43-367 0 0,1 0 0 0 0,1 1 0 0 0,15-36 0 0 0,-5 20-1117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3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3 178 3681 0 0,'0'-1'181'0'0,"-1"-1"1"0"0,1 1 0 0 0,-1 0-1 0 0,1 0 1 0 0,0 0-1 0 0,0 0 1 0 0,0 0 0 0 0,-1-1-1 0 0,1 1 1 0 0,0 0-1 0 0,0 0 1 0 0,1 0 0 0 0,-1-1-1 0 0,0 1 1 0 0,0 0-1 0 0,1 0 1 0 0,-1 0 0 0 0,0 0-1 0 0,1 0 1 0 0,-1 0-1 0 0,1 0 1 0 0,0 0 0 0 0,-1 0-1 0 0,1 0 1 0 0,0 0-1 0 0,-1 0 1 0 0,1 0 0 0 0,1-1-1 0 0,-1 1 126 0 0,0 0-1 0 0,0-1 1 0 0,0 1 0 0 0,0 0 0 0 0,0 0-1 0 0,0 0 1 0 0,0 0 0 0 0,0 0-1 0 0,0 0 1 0 0,1 0 0 0 0,-1 1-1 0 0,0-1 1 0 0,1 0 0 0 0,-1 1-1 0 0,1-1 1 0 0,-1 1 0 0 0,0-1-1 0 0,1 1 1 0 0,-1 0 0 0 0,1 0-1 0 0,-1-1 1 0 0,1 1 0 0 0,2 1-1 0 0,-2 0-104 0 0,0 0-1 0 0,0 0 0 0 0,0 1 0 0 0,0 0 0 0 0,0-1 0 0 0,0 1 1 0 0,-1 0-1 0 0,1 0 0 0 0,0 0 0 0 0,-1 0 0 0 0,0 0 0 0 0,1 0 1 0 0,-1 0-1 0 0,1 4 0 0 0,14 36 626 0 0,-13-34-616 0 0,20 65 153 0 0,25 61 298 0 0,-49-134-662 0 0,1 1 0 0 0,0-1 0 0 0,0 0 0 0 0,0 0 0 0 0,0 0 0 0 0,0 0 0 0 0,1 1 0 0 0,-1-1 0 0 0,0 0 0 0 0,0 0 0 0 0,0 0 0 0 0,0 0 0 0 0,0 1 0 0 0,0-1 0 0 0,0 0 0 0 0,0 0 0 0 0,0 0 0 0 0,0 0 0 0 0,0 0 0 0 0,0 1 0 0 0,1-1 0 0 0,-1 0 0 0 0,0 0 0 0 0,0 0 0 0 0,0 0 0 0 0,0 0 0 0 0,0 0 0 0 0,1 0 0 0 0,-1 0 0 0 0,0 1 0 0 0,0-1 0 0 0,0 0 0 0 0,0 0 0 0 0,0 0 0 0 0,1 0 0 0 0,-1 0 0 0 0,0 0 0 0 0,0 0 0 0 0,0 0 0 0 0,0 0 0 0 0,1 0 0 0 0,-1 0 0 0 0,0 0 0 0 0,0 0 0 0 0,0 0 0 0 0,0 0 0 0 0,1 0 0 0 0,-1 0 0 0 0,0-1 0 0 0,0 1 0 0 0,0 0 0 0 0,1 0 0 0 0,3-12 0 0 0,2-20 0 0 0,-6 30 0 0 0,7-59-17 0 0,-4 25-10 0 0,1 1 1 0 0,2 0-1 0 0,1 0 1 0 0,2 0-1 0 0,19-46 1 0 0,-27 78 44 0 0,0-1 0 0 0,1 1 1 0 0,0-1-1 0 0,0 1 0 0 0,0 0 1 0 0,0 0-1 0 0,0 0 0 0 0,0 0 1 0 0,1 1-1 0 0,0-1 0 0 0,-1 0 1 0 0,1 1-1 0 0,0 0 1 0 0,0 0-1 0 0,1 0 0 0 0,-1 0 1 0 0,0 0-1 0 0,1 1 0 0 0,-1-1 1 0 0,6-1-1 0 0,-4 3 46 0 0,0 0 0 0 0,0 0 1 0 0,0 0-1 0 0,0 1 0 0 0,0-1 0 0 0,0 1 0 0 0,0 0 1 0 0,0 1-1 0 0,0-1 0 0 0,0 1 0 0 0,-1 0 0 0 0,1 0 0 0 0,-1 1 1 0 0,7 3-1 0 0,26 19-153 0 0,47 41 1 0 0,6 4-3399 0 0,-64-52 2194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4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12 4145 0 0,'-14'17'-202'0'0,"11"-11"986"0"0,0-1-1 0 0,0 1 1 0 0,1 0 0 0 0,0 0-1 0 0,0 0 1 0 0,0 0-1 0 0,0 0 1 0 0,1 0-1 0 0,0 0 1 0 0,0 11 0 0 0,-1 11-178 0 0,0 0 0 0 0,2 1 1 0 0,1-1-1 0 0,2 0 0 0 0,9 45 1 0 0,-10-64-399 0 0,1 1 1 0 0,0-1 0 0 0,1 0-1 0 0,0-1 1 0 0,0 1 0 0 0,1-1 0 0 0,0 0-1 0 0,12 14 1 0 0,-13-17-79 0 0,1 0 0 0 0,0-1 0 0 0,0 0 0 0 0,0 0-1 0 0,1 0 1 0 0,-1-1 0 0 0,1 0 0 0 0,0 0 0 0 0,0 0 0 0 0,0-1 0 0 0,0 0-1 0 0,0 0 1 0 0,0-1 0 0 0,10 2 0 0 0,-11-2-92 0 0,-1-1 0 0 0,1 1 0 0 0,0-1 0 0 0,-1 0 0 0 0,1 0 1 0 0,0-1-1 0 0,-1 0 0 0 0,1 1 0 0 0,-1-1 0 0 0,1-1 0 0 0,-1 1 0 0 0,0-1 0 0 0,1 1 0 0 0,-1-1 0 0 0,0-1 1 0 0,0 1-1 0 0,0 0 0 0 0,-1-1 0 0 0,1 0 0 0 0,0 0 0 0 0,-1 0 0 0 0,0 0 0 0 0,0-1 0 0 0,0 1 0 0 0,0-1 1 0 0,0 0-1 0 0,-1 0 0 0 0,0 0 0 0 0,0 0 0 0 0,0 0 0 0 0,2-6 0 0 0,0-2 45 0 0,0-1-1 0 0,-1 1 1 0 0,-1-1 0 0 0,0 0-1 0 0,-1 1 1 0 0,0-1 0 0 0,-1 0-1 0 0,-1 0 1 0 0,1 0 0 0 0,-4-13-1 0 0,0 5-48 0 0,-1 1-1 0 0,-1 1 0 0 0,-1-1 0 0 0,0 1 0 0 0,-13-22 0 0 0,17 35-64 0 0,0-1-1 0 0,-1 1 1 0 0,0 0 0 0 0,-1 0-1 0 0,1 0 1 0 0,-1 0-1 0 0,0 1 1 0 0,0 0-1 0 0,-1 0 1 0 0,0 0 0 0 0,0 1-1 0 0,0 0 1 0 0,0 0-1 0 0,0 0 1 0 0,-1 1 0 0 0,0 0-1 0 0,-13-4 1 0 0,16 6-230 0 0,0 1-1 0 0,0 0 1 0 0,0-1 0 0 0,0 1 0 0 0,0 1 0 0 0,0-1 0 0 0,0 1-1 0 0,0-1 1 0 0,0 1 0 0 0,1 0 0 0 0,-1 1 0 0 0,0-1 0 0 0,0 0-1 0 0,1 1 1 0 0,-1 0 0 0 0,-5 4 0 0 0,-7 8-6158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5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0 258 456 0 0,'6'-44'16690'0'0,"0"60"-10712"0"0,4 11-6236 0 0,-7 38 666 0 0,-2-63-58 0 0,-15-18-17 0 0,11 13-333 0 0,10-4-1025 0 0,5-22 920 0 0,-6 13 44 0 0,0 0 0 0 0,11-16 1 0 0,-13 24 67 0 0,-3 5-2 0 0,1 0 0 0 0,-1 0-1 0 0,1 0 1 0 0,0 0 0 0 0,-1 0 0 0 0,1 0-1 0 0,0 1 1 0 0,1-1 0 0 0,-1 1-1 0 0,0 0 1 0 0,4-3 0 0 0,-1 10 42 0 0,0 1-1 0 0,-1-1 1 0 0,0 1 0 0 0,0 0-1 0 0,6 12 1 0 0,10 27-23 0 0,20 68 0 0 0,-14-34-8 0 0,-19-59-28 0 0,-16-37 0 0 0,10 18 12 0 0,0 0 0 0 0,1-1 0 0 0,0 1 0 0 0,0 0 0 0 0,0 0 0 0 0,0-1 0 0 0,0 1 0 0 0,0-1 0 0 0,0 1 0 0 0,4-1 0 0 0,-6-3-7 0 0,0 0 1 0 0,0 0-1 0 0,0 0 0 0 0,0-1 1 0 0,-1 1-1 0 0,1 0 0 0 0,-1 0 1 0 0,-1-3-1 0 0,-12-22-173 0 0,2-1 1 0 0,1 0-1 0 0,1 0 0 0 0,-8-39 0 0 0,15 54 163 0 0,1 0 0 0 0,0-1 0 0 0,1 1-1 0 0,1 0 1 0 0,0-1 0 0 0,1 1 0 0 0,1 0-1 0 0,0-1 1 0 0,1 1 0 0 0,0 0 0 0 0,8-20-1 0 0,-9 30 28 0 0,-1 1-1 0 0,1 0 1 0 0,-1-1-1 0 0,1 1 1 0 0,0 0-1 0 0,0 0 1 0 0,1 1-1 0 0,-1-1 0 0 0,1 0 1 0 0,-1 1-1 0 0,1-1 1 0 0,0 1-1 0 0,0 0 1 0 0,0 0-1 0 0,4-2 1 0 0,-5 3 7 0 0,0 0 0 0 0,0 1 0 0 0,0-1 0 0 0,0 1 0 0 0,1 0 0 0 0,-1 0 0 0 0,0 0 1 0 0,0 0-1 0 0,0 0 0 0 0,0 0 0 0 0,0 0 0 0 0,1 1 0 0 0,-1-1 0 0 0,0 1 0 0 0,0 0 0 0 0,0-1 1 0 0,0 1-1 0 0,0 0 0 0 0,0 0 0 0 0,-1 0 0 0 0,1 1 0 0 0,0-1 0 0 0,0 0 0 0 0,-1 1 1 0 0,1-1-1 0 0,2 3 0 0 0,21 25 89 0 0,-1 0-1 0 0,22 34 1 0 0,26 33 89 0 0,-49-67-195 0 0,-17-21 0 0 0,0 0 0 0 0,1 0 0 0 0,0 0 0 0 0,0-1 0 0 0,14 11 0 0 0,-20-17-1 0 0,0-1 0 0 0,0 1 0 0 0,1-1-1 0 0,-1 1 1 0 0,0-1 0 0 0,0 0 0 0 0,1 0 0 0 0,-1 1 0 0 0,0-1 0 0 0,1 0 0 0 0,-1 0-1 0 0,0 0 1 0 0,0 0 0 0 0,1 0 0 0 0,-1-1 0 0 0,0 1 0 0 0,1 0 0 0 0,-1-1 0 0 0,0 1 0 0 0,0 0-1 0 0,0-1 1 0 0,1 0 0 0 0,-1 1 0 0 0,0-1 0 0 0,0 0 0 0 0,0 1 0 0 0,0-1 0 0 0,0 0-1 0 0,0 0 1 0 0,0 0 0 0 0,0 0 0 0 0,-1 0 0 0 0,1 0 0 0 0,0 0 0 0 0,0 0 0 0 0,0-2 0 0 0,5-5-306 0 0,-1-1 1 0 0,0-1 0 0 0,5-12 0 0 0,-7 16-127 0 0,9-22-4764 0 0,0-3-1718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6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13827 0 0,'16'16'1472'0'0,"106"83"2485"0"0,-79-67-2992 0 0,-2 1 1 0 0,38 41 0 0 0,-65-57-910 0 0,-9-11-36 0 0,0 0 0 0 0,0 0 0 0 0,1-1 0 0 0,-1 0 0 0 0,1 0 0 0 0,11 7 0 0 0,-16-12-16 0 0,-1 0-1 0 0,1 0 1 0 0,-1 0 0 0 0,1 0 0 0 0,-1-1 0 0 0,1 1-1 0 0,-1 0 1 0 0,0 0 0 0 0,1-1 0 0 0,-1 1 0 0 0,1 0-1 0 0,-1-1 1 0 0,0 1 0 0 0,1 0 0 0 0,-1-1 0 0 0,0 1-1 0 0,1-1 1 0 0,-1 1 0 0 0,0 0 0 0 0,1-1 0 0 0,-1 1-1 0 0,0-1 1 0 0,0 1 0 0 0,0-1 0 0 0,0 1 0 0 0,1-1-1 0 0,-1 1 1 0 0,0-1 0 0 0,0 1 0 0 0,0-1 0 0 0,0 1-1 0 0,0-1 1 0 0,0 1 0 0 0,0-1 0 0 0,0 0 0 0 0,0 1-1 0 0,-1-1 1 0 0,2-24-4 0 0,-16-178 281 0 0,1 29-1693 0 0,13 58-2569 0 0,2 73-2486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6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1 207 4145 0 0,'0'7'856'0'0,"1"0"1"0"0,-1 0-1 0 0,2 0 0 0 0,-1 0 1 0 0,5 13-1 0 0,-2-10-473 0 0,1 0-1 0 0,-1-1 1 0 0,2 0-1 0 0,-1 0 1 0 0,1 0-1 0 0,13 15 1 0 0,-14-19-178 0 0,-1 0 0 0 0,1 0 0 0 0,1 0 0 0 0,-1 0 0 0 0,1-1 0 0 0,0 0 0 0 0,0 0 0 0 0,0-1 0 0 0,0 0 1 0 0,1 0-1 0 0,-1 0 0 0 0,1 0 0 0 0,0-1 0 0 0,0-1 0 0 0,0 1 0 0 0,0-1 0 0 0,0 0 0 0 0,0 0 0 0 0,8-1 0 0 0,-12-1-102 0 0,0 1 1 0 0,0-1-1 0 0,0 0 0 0 0,0 0 0 0 0,-1-1 0 0 0,1 1 1 0 0,0-1-1 0 0,0 1 0 0 0,-1-1 0 0 0,1 0 1 0 0,-1 0-1 0 0,0 0 0 0 0,1 0 0 0 0,-1 0 0 0 0,0 0 1 0 0,0-1-1 0 0,-1 1 0 0 0,1-1 0 0 0,0 0 1 0 0,-1 1-1 0 0,1-1 0 0 0,-1 0 0 0 0,0 0 1 0 0,0 0-1 0 0,0 0 0 0 0,0-4 0 0 0,3-7 170 0 0,-2 0-1 0 0,0-1 1 0 0,0 1 0 0 0,-2-19-1 0 0,1 10-124 0 0,-2 0-1 0 0,0 1 0 0 0,-2-1 0 0 0,0 0 1 0 0,-2 1-1 0 0,0 0 0 0 0,-1 0 1 0 0,-12-26-1 0 0,17 46-157 0 0,0 0-1 0 0,0 0 1 0 0,-1 0 0 0 0,1 0-1 0 0,0 0 1 0 0,-1 0 0 0 0,0 1 0 0 0,1-1-1 0 0,-1 1 1 0 0,-2-3 0 0 0,-8 1-1535 0 0,-1 10-3676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6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14283 0 0,'-1'0'65'0'0,"1"0"-1"0"0,0 0 1 0 0,0-1 0 0 0,0 1-1 0 0,0 0 1 0 0,-1 0 0 0 0,1-1-1 0 0,0 1 1 0 0,0 0 0 0 0,0-1-1 0 0,0 1 1 0 0,0 0 0 0 0,0-1-1 0 0,0 1 1 0 0,0 0-1 0 0,0-1 1 0 0,0 1 0 0 0,0 0-1 0 0,0-1 1 0 0,0 1 0 0 0,0 0-1 0 0,0-1 1 0 0,0 1 0 0 0,0 0-1 0 0,0-1 1 0 0,0 1 0 0 0,0 0-1 0 0,1 0 1 0 0,-1-1 0 0 0,0 1-1 0 0,0 0 1 0 0,0 0 0 0 0,1-1-1 0 0,9 6 1395 0 0,10 16 539 0 0,-4 6-1301 0 0,-2 1 1 0 0,0 0 0 0 0,-2 1 0 0 0,9 33-1 0 0,9 22-359 0 0,-28-80-350 0 0,21 57-487 0 0,4-2 0 0 0,2 0 1 0 0,39 59-1 0 0,-50-94-7319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7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26 3681 0 0,'-6'-21'11193'0'0,"7"20"-10807"0"0,-1 0-241 0 0,0 1 1 0 0,1 0-1 0 0,-1-1 0 0 0,1 1 0 0 0,-1 0 0 0 0,1 0 0 0 0,-1 0 0 0 0,1-1 1 0 0,-1 1-1 0 0,1 0 0 0 0,0 0 0 0 0,-1 0 0 0 0,1 0 0 0 0,-1 0 0 0 0,1 0 1 0 0,-1 0-1 0 0,1 0 0 0 0,-1 0 0 0 0,1 0 0 0 0,0 0 0 0 0,-1 0 0 0 0,1 0 1 0 0,-1 1-1 0 0,1-1 0 0 0,-1 0 0 0 0,1 0 0 0 0,-1 1 0 0 0,1-1 0 0 0,-1 0 1 0 0,0 1-1 0 0,1-1 0 0 0,-1 0 0 0 0,1 1 0 0 0,-1-1 0 0 0,0 1 0 0 0,1-1 1 0 0,-1 0-1 0 0,0 1 0 0 0,1-1 0 0 0,-1 2 0 0 0,11 10 117 0 0,-2 1 0 0 0,0 0 0 0 0,0 0 0 0 0,-1 1 0 0 0,7 16 0 0 0,27 80 1495 0 0,-21-52-1396 0 0,32 81-701 0 0,-41-109-80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7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87 384 2761 0 0,'-9'5'-367'0'0,"-30"13"2402"0"0,36-17-1522 0 0,1 0-1 0 0,-1 0 0 0 0,1 0 1 0 0,-1 0-1 0 0,1-1 1 0 0,-1 1-1 0 0,0-1 0 0 0,1 0 1 0 0,-1 0-1 0 0,0 0 1 0 0,1 0-1 0 0,-5-1 0 0 0,7 1-410 0 0,0-1 0 0 0,0 1-1 0 0,0-1 1 0 0,0 1-1 0 0,0-1 1 0 0,0 1-1 0 0,0-1 1 0 0,0 1 0 0 0,0-1-1 0 0,0 1 1 0 0,0-1-1 0 0,0 1 1 0 0,0-1 0 0 0,0 1-1 0 0,0-1 1 0 0,1 1-1 0 0,-1-1 1 0 0,0 1-1 0 0,0 0 1 0 0,0-1 0 0 0,1 1-1 0 0,-1-1 1 0 0,0 1-1 0 0,1-1 1 0 0,-1 1 0 0 0,0 0-1 0 0,1-1 1 0 0,-1 1-1 0 0,1-1 1 0 0,12-13 811 0 0,33-32 75 0 0,1 2-1 0 0,3 3 1 0 0,77-51-1 0 0,-98 74-979 0 0,-6 3-7 0 0,1 0-1 0 0,0 2 1 0 0,1 0-1 0 0,51-17 1 0 0,-76 30 0 0 0,1-1 0 0 0,0 1 0 0 0,-1 0 0 0 0,1 0 0 0 0,-1 0 0 0 0,1 0 0 0 0,0 0 0 0 0,-1 0 0 0 0,1 0 0 0 0,0 0 0 0 0,-1 1 1 0 0,1-1-1 0 0,-1 0 0 0 0,1 0 0 0 0,-1 0 0 0 0,1 1 0 0 0,0-1 0 0 0,-1 0 0 0 0,1 0 0 0 0,-1 1 0 0 0,1-1 0 0 0,-1 1 0 0 0,1-1 0 0 0,-1 0 0 0 0,0 1 0 0 0,1-1 0 0 0,0 1 0 0 0,6 20 69 0 0,-5 34 92 0 0,-2-40-127 0 0,7 62 102 0 0,-6-71-139 0 0,0 0 0 0 0,1 1 0 0 0,0-1 0 0 0,0 0 0 0 0,0 0 0 0 0,1 0-1 0 0,0 0 1 0 0,0-1 0 0 0,7 10 0 0 0,-10-14-2 0 0,0-1 1 0 0,1 0-1 0 0,-1 1 0 0 0,0-1 0 0 0,0 0 1 0 0,1 0-1 0 0,-1 1 0 0 0,0-1 0 0 0,1 0 0 0 0,-1 0 1 0 0,0 0-1 0 0,1 1 0 0 0,-1-1 0 0 0,0 0 1 0 0,1 0-1 0 0,-1 0 0 0 0,0 0 0 0 0,1 0 1 0 0,-1 0-1 0 0,0 0 0 0 0,1 0 0 0 0,-1 0 0 0 0,1 0 1 0 0,-1 0-1 0 0,0 0 0 0 0,1 0 0 0 0,-1 0 1 0 0,0 0-1 0 0,1 0 0 0 0,-1 0 0 0 0,0 0 1 0 0,1-1-1 0 0,-1 1 0 0 0,0 0 0 0 0,1 0 1 0 0,-1 0-1 0 0,1-1 0 0 0,11-15-105 0 0,3-20-379 0 0,-10 17 122 0 0,-1 1 0 0 0,-1-1 0 0 0,2-36 0 0 0,-5 38 413 0 0,1 0 0 0 0,1 0 0 0 0,1 0 0 0 0,1 1 0 0 0,6-21 0 0 0,-10 37 5 0 0,0-1-1 0 0,0 0 0 0 0,0 0 1 0 0,0 1-1 0 0,1-1 0 0 0,-1 0 1 0 0,0 1-1 0 0,0-1 0 0 0,1 0 1 0 0,-1 1-1 0 0,0-1 0 0 0,1 0 1 0 0,-1 1-1 0 0,1-1 0 0 0,-1 1 1 0 0,1-1-1 0 0,-1 1 0 0 0,1-1 1 0 0,-1 1-1 0 0,1-1 0 0 0,0 1 0 0 0,-1-1 1 0 0,1 1-1 0 0,-1 0 0 0 0,1-1 1 0 0,0 1-1 0 0,-1 0 0 0 0,1 0 1 0 0,0-1-1 0 0,0 1 0 0 0,-1 0 1 0 0,1 0-1 0 0,0 0 0 0 0,0 0 1 0 0,-1 0-1 0 0,1 0 0 0 0,0 0 1 0 0,-1 0-1 0 0,1 0 0 0 0,0 0 1 0 0,0 1-1 0 0,-1-1 0 0 0,1 0 1 0 0,0 0-1 0 0,-1 1 0 0 0,1-1 0 0 0,0 0 1 0 0,-1 1-1 0 0,1-1 0 0 0,-1 1 1 0 0,1-1-1 0 0,0 1 0 0 0,-1-1 1 0 0,1 1-1 0 0,-1-1 0 0 0,1 1 1 0 0,-1 0-1 0 0,0-1 0 0 0,1 2 1 0 0,6 6 265 0 0,-1 1 0 0 0,0 0-1 0 0,6 14 1 0 0,-4-9-219 0 0,-5-8-248 0 0,0-1-1 0 0,0-1 0 0 0,1 1 1 0 0,0 0-1 0 0,0-1 0 0 0,0 0 0 0 0,0 0 1 0 0,1 0-1 0 0,-1 0 0 0 0,11 5 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7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43 920 0 0,'-1'-3'381'0'0,"0"1"-1"0"0,0-1 0 0 0,0 1 1 0 0,0 0-1 0 0,0 0 0 0 0,0-1 1 0 0,-1 1-1 0 0,1 0 0 0 0,-1 0 1 0 0,0 0-1 0 0,0 1 0 0 0,0-1 1 0 0,1 0-1 0 0,-2 1 0 0 0,1-1 1 0 0,0 1-1 0 0,0 0 0 0 0,0-1 1 0 0,-1 1-1 0 0,1 0 0 0 0,0 1 1 0 0,-1-1-1 0 0,1 0 0 0 0,-1 1 1 0 0,1-1-1 0 0,-1 1 0 0 0,1 0 1 0 0,-1-1-1 0 0,1 1 0 0 0,-4 1 1 0 0,3-1-242 0 0,0 0 0 0 0,1 0 1 0 0,-1 0-1 0 0,1 1 0 0 0,-1-1 1 0 0,1 1-1 0 0,-1-1 1 0 0,1 1-1 0 0,-1 0 0 0 0,1 0 1 0 0,-1 0-1 0 0,1 1 0 0 0,0-1 1 0 0,0 0-1 0 0,0 1 0 0 0,0 0 1 0 0,0-1-1 0 0,0 1 1 0 0,0 0-1 0 0,0 0 0 0 0,1 0 1 0 0,-1 0-1 0 0,1 0 0 0 0,-1 0 1 0 0,1 1-1 0 0,0-1 1 0 0,0 0-1 0 0,0 1 0 0 0,0-1 1 0 0,0 1-1 0 0,0 2 0 0 0,-1 14 60 0 0,2-1 0 0 0,0 1-1 0 0,0 0 1 0 0,2-1 0 0 0,0 1 0 0 0,1-1-1 0 0,1 0 1 0 0,13 35 0 0 0,-17-52-193 0 0,1 0 1 0 0,-1 0 0 0 0,0 0-1 0 0,1 0 1 0 0,-1 0 0 0 0,1 0 0 0 0,0 0-1 0 0,-1 0 1 0 0,1 0 0 0 0,0 0-1 0 0,0 0 1 0 0,-1 0 0 0 0,1-1-1 0 0,0 1 1 0 0,0 0 0 0 0,0-1-1 0 0,1 2 1 0 0,-1-2-14 0 0,0 0 0 0 0,-1 0 0 0 0,1 0 0 0 0,-1-1 0 0 0,1 1 0 0 0,-1 0 0 0 0,1 0 0 0 0,-1 0 0 0 0,1 0 1 0 0,-1-1-1 0 0,1 1 0 0 0,-1 0 0 0 0,1 0 0 0 0,-1-1 0 0 0,0 1 0 0 0,1 0 0 0 0,-1-1 0 0 0,1 1 0 0 0,-1 0 0 0 0,0-1 0 0 0,1 1 0 0 0,-1-1 0 0 0,0 1 0 0 0,1-1 0 0 0,-1 0 0 0 0,18-45-723 0 0,-13 29 454 0 0,-1 6 325 0 0,1 1 1 0 0,0 0 0 0 0,1 0-1 0 0,0 1 1 0 0,0 0 0 0 0,1 0-1 0 0,0 0 1 0 0,1 1 0 0 0,12-11-1 0 0,-17 16-7 0 0,0 1-1 0 0,-1 1 1 0 0,1-1-1 0 0,0 0 0 0 0,1 1 1 0 0,-1-1-1 0 0,0 1 1 0 0,0 0-1 0 0,1 0 1 0 0,-1 0-1 0 0,0 1 0 0 0,1-1 1 0 0,-1 1-1 0 0,1 0 1 0 0,-1 0-1 0 0,0 0 0 0 0,1 0 1 0 0,-1 0-1 0 0,1 1 1 0 0,-1 0-1 0 0,0-1 0 0 0,1 1 1 0 0,-1 1-1 0 0,0-1 1 0 0,0 0-1 0 0,0 1 0 0 0,0-1 1 0 0,0 1-1 0 0,0 0 1 0 0,0 0-1 0 0,0 0 0 0 0,-1 1 1 0 0,1-1-1 0 0,3 6 1 0 0,4 3-1 0 0,-1 0 1 0 0,-1 1 0 0 0,1 0 0 0 0,-2 0 0 0 0,0 1 0 0 0,0 0 0 0 0,-2 0 0 0 0,1 1 0 0 0,-2 0-1 0 0,0 0 1 0 0,0 0 0 0 0,-1 0 0 0 0,1 20 0 0 0,-2-9 15 0 0,-1-1-1 0 0,-1 0 1 0 0,-1 1-1 0 0,-1-1 1 0 0,-2 0-1 0 0,0 0 1 0 0,-9 28-1 0 0,4-23-113 0 0,-1 0-1 0 0,-1-1 1 0 0,-1-1-1 0 0,-2 0 0 0 0,-1 0 1 0 0,0-2-1 0 0,-2 0 1 0 0,-1-1-1 0 0,-32 33 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8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4 405 6361 0 0,'-1'5'395'0'0,"0"0"0"0"0,0 0 0 0 0,1 0 0 0 0,0 0 0 0 0,0 1-1 0 0,0-1 1 0 0,1 0 0 0 0,0 6 0 0 0,0-10-178 0 0,-1 1 1 0 0,1-1-1 0 0,-1 0 1 0 0,1 1-1 0 0,-1-1 1 0 0,1 0-1 0 0,0 1 0 0 0,0-1 1 0 0,0 0-1 0 0,0 0 1 0 0,0 0-1 0 0,0 0 1 0 0,0 0-1 0 0,0 0 1 0 0,0 0-1 0 0,0 0 0 0 0,0 0 1 0 0,1 0-1 0 0,-1 0 1 0 0,0-1-1 0 0,1 1 1 0 0,-1-1-1 0 0,1 1 0 0 0,-1-1 1 0 0,1 1-1 0 0,-1-1 1 0 0,0 0-1 0 0,1 0 1 0 0,-1 0-1 0 0,1 0 0 0 0,-1 0 1 0 0,4 0-1 0 0,0-1 36 0 0,1 0 1 0 0,-1-1-1 0 0,1 1 0 0 0,-1-1 0 0 0,0 0 0 0 0,0-1 0 0 0,0 1 1 0 0,0-1-1 0 0,0 0 0 0 0,0-1 0 0 0,-1 1 0 0 0,1-1 0 0 0,-1 1 0 0 0,0-1 1 0 0,5-7-1 0 0,0 0-142 0 0,0-1 0 0 0,-1 0 0 0 0,0 0 0 0 0,12-25 1 0 0,-15 22-91 0 0,1-1-1 0 0,-2 1 1 0 0,0-1 0 0 0,-1 0 0 0 0,-1 0 0 0 0,0 0 0 0 0,-1 0 0 0 0,-2-27 0 0 0,-1 20-27 0 0,-1 0 0 0 0,-1 0 1 0 0,-1 1-1 0 0,-1-1 1 0 0,-12-30-1 0 0,18 52 3 0 0,0 1 1 0 0,0-1-1 0 0,0 1 0 0 0,0-1 0 0 0,0 0 0 0 0,-1 1 0 0 0,1-1 0 0 0,0 1 0 0 0,0-1 0 0 0,0 1 0 0 0,-1-1 0 0 0,1 1 1 0 0,0-1-1 0 0,-1 1 0 0 0,1-1 0 0 0,0 1 0 0 0,-1-1 0 0 0,1 1 0 0 0,0 0 0 0 0,-1-1 0 0 0,1 1 0 0 0,-1 0 1 0 0,1-1-1 0 0,-1 1 0 0 0,1 0 0 0 0,-1-1 0 0 0,1 1 0 0 0,-1 0 0 0 0,1 0 0 0 0,-1 0 0 0 0,1-1 0 0 0,-1 1 0 0 0,-1 0 1 0 0,-6 18 80 0 0,3 33 358 0 0,6-14-143 0 0,1 0-1 0 0,12 63 0 0 0,-10-80-143 0 0,1-2 0 0 0,1 1 0 0 0,0 0 0 0 0,2-1 1 0 0,0-1-1 0 0,20 34 0 0 0,-25-47-127 0 0,0 1 1 0 0,1-1-1 0 0,0 0 1 0 0,-1 1-1 0 0,1-2 0 0 0,1 1 1 0 0,-1 0-1 0 0,1-1 1 0 0,-1 0-1 0 0,1 0 1 0 0,0 0-1 0 0,0-1 1 0 0,0 0-1 0 0,0 0 0 0 0,7 2 1 0 0,-5-3-250 0 0,0 0 0 0 0,0 0 0 0 0,0-1 0 0 0,0 0 0 0 0,0 0-1 0 0,0-1 1 0 0,0 0 0 0 0,0 0 0 0 0,-1-1 0 0 0,1 1 0 0 0,12-6 0 0 0,10-6-7656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5:58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0 14283 0 0,'-13'15'632'0'0,"6"-8"136"0"0,0 0-616 0 0,1-1-152 0 0,2-4 0 0 0,1-2 0 0 0,1 2-688 0 0,-2-2-168 0 0,-3-3-32 0 0,1-3-8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4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70 6913 0 0,'-12'-18'519'0'0,"8"11"273"0"0,0 0 0 0 0,0 1 1 0 0,-1 0-1 0 0,0-1 0 0 0,0 2 0 0 0,-9-9 0 0 0,13 17-522 0 0,1 1 1 0 0,-1-1-1 0 0,1 0 0 0 0,0 0 0 0 0,0 1 0 0 0,1-1 0 0 0,0 4 0 0 0,30 470 3212 0 0,-30-427-3868 0 0,1 46 354 0 0,-8-34-7304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5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49 442 3865 0 0,'-5'-29'2124'0'0,"-2"-56"-1"0"0,8 126-873 0 0,3 1 0 0 0,11 54 1 0 0,-15-95-1258 0 0,0-1 1 0 0,0 1 0 0 0,0-1-1 0 0,0 1 1 0 0,1-1 0 0 0,-1 1 0 0 0,0-1-1 0 0,0 1 1 0 0,0-1 0 0 0,0 1-1 0 0,0-1 1 0 0,1 1 0 0 0,-1-1-1 0 0,0 1 1 0 0,1-1 0 0 0,-1 1 0 0 0,0-1-1 0 0,1 0 1 0 0,-1 1 0 0 0,0-1-1 0 0,1 1 1 0 0,-1-1 0 0 0,1 0 0 0 0,-1 0-1 0 0,0 1 1 0 0,1-1 0 0 0,-1 0-1 0 0,1 0 1 0 0,-1 1 0 0 0,1-1 0 0 0,-1 0-1 0 0,1 0 1 0 0,-1 0 0 0 0,1 0-1 0 0,-1 0 1 0 0,2 0 0 0 0,-1 0 18 0 0,1-1 1 0 0,0 1-1 0 0,-1-1 1 0 0,1 0-1 0 0,-1 0 1 0 0,1 0-1 0 0,-1 0 1 0 0,1 0 0 0 0,-1 0-1 0 0,0 0 1 0 0,2-2-1 0 0,32-39 683 0 0,-34 40-645 0 0,32-50 686 0 0,36-74-1 0 0,5-11-744 0 0,-67 128 334 0 0,0-1 0 0 0,0 2 0 0 0,1-1 0 0 0,0 1 0 0 0,0 0 0 0 0,1 0 0 0 0,16-9 1 0 0,-25 17-284 0 0,1-1 0 0 0,-1 1 0 0 0,1 0 0 0 0,-1 0 0 0 0,1 0 0 0 0,-1 0 0 0 0,1 0 0 0 0,-1 0 0 0 0,1 0 0 0 0,-1 0 0 0 0,1 0 0 0 0,-1 0 0 0 0,1 0 0 0 0,-1 0 0 0 0,1 0 0 0 0,-1 0 0 0 0,1 0 0 0 0,-1 0 0 0 0,1 1 0 0 0,-1-1 0 0 0,0 0 0 0 0,1 0 0 0 0,-1 1 0 0 0,1-1 0 0 0,-1 0 0 0 0,0 0 0 0 0,1 1 0 0 0,-1-1 0 0 0,0 0 1 0 0,1 1-1 0 0,-1-1 0 0 0,0 1 0 0 0,1-1 0 0 0,-1 0 0 0 0,0 1 0 0 0,0-1 0 0 0,1 1 0 0 0,-1 0-96 0 0,0-1 1 0 0,1 1 0 0 0,-1-1-1 0 0,0 1 1 0 0,1 0 0 0 0,-1-1-1 0 0,0 1 1 0 0,1-1 0 0 0,-1 1 0 0 0,0 0-1 0 0,0-1 1 0 0,0 1 0 0 0,0-1-1 0 0,0 1 1 0 0,0 0 0 0 0,0-1-1 0 0,0 1 1 0 0,0 0 0 0 0,0-1-1 0 0,0 1 1 0 0,0 0 0 0 0,0-1-1 0 0,0 1 1 0 0,-1 1 0 0 0,-17 13-595 0 0,0 2 0 0 0,2 0 1 0 0,0 1-1 0 0,1 1 0 0 0,1 0 0 0 0,-17 31 1 0 0,14-23 675 0 0,-2 0 0 0 0,-41 47 1 0 0,54-67 105 0 0,-1 0 0 0 0,0-1 0 0 0,0 0 1 0 0,0 0-1 0 0,-1 0 0 0 0,0-1 0 0 0,0 0 1 0 0,-15 6-1 0 0,22-11-72 0 0,-1 0 0 0 0,1 0-1 0 0,-1 0 1 0 0,1 0 0 0 0,-1 0 0 0 0,1 0 0 0 0,-1-1-1 0 0,1 1 1 0 0,0 0 0 0 0,-1-1 0 0 0,1 0 0 0 0,-1 1 0 0 0,1-1-1 0 0,0 0 1 0 0,-1 1 0 0 0,1-1 0 0 0,-2-2 0 0 0,3 2-50 0 0,-1 1 0 0 0,1-1 0 0 0,-1 1 0 0 0,1-1 0 0 0,-1 1 0 0 0,1 0 0 0 0,-1-1 0 0 0,1 1 0 0 0,-1-1 0 0 0,1 1 0 0 0,-1 0 0 0 0,0 0 0 0 0,1-1 0 0 0,-1 1 0 0 0,0 0 0 0 0,1 0 0 0 0,-1 0 0 0 0,1-1 0 0 0,-1 1 0 0 0,0 0 0 0 0,1 0 0 0 0,-1 0 0 0 0,0 0 0 0 0,1 0 0 0 0,-1 0 0 0 0,0 1 0 0 0,1-1 0 0 0,-1 0 0 0 0,0 0-1 0 0,1 0 1 0 0,-1 1 0 0 0,0-1 0 0 0,1 0 0 0 0,-1 1 0 0 0,1-1 0 0 0,-1 0 0 0 0,1 1 0 0 0,-1-1 0 0 0,1 1 0 0 0,-1-1 0 0 0,1 1 0 0 0,-1-1 0 0 0,1 1 0 0 0,-1-1 0 0 0,1 1 0 0 0,0-1 0 0 0,-1 1 0 0 0,1 0 0 0 0,0-1 0 0 0,0 1 0 0 0,-1-1 0 0 0,1 1 0 0 0,0 0 0 0 0,0-1 0 0 0,0 2 0 0 0,0-1-12 0 0,-3 5 0 0 0,0 1 0 0 0,0-1 0 0 0,0 1 0 0 0,-1-1 0 0 0,0 0 0 0 0,-1 0 0 0 0,-7 8 0 0 0,16-41 538 0 0,23-48 326 0 0,-15 39-649 0 0,1 0-1 0 0,37-69 1 0 0,-49 103-206 0 0,0 0 0 0 0,0 0 0 0 0,0 0 0 0 0,1 0 0 0 0,-1 1 0 0 0,1-1 1 0 0,-1 0-1 0 0,1 1 0 0 0,-1-1 0 0 0,1 1 0 0 0,0-1 0 0 0,0 1 0 0 0,0 0 0 0 0,0 0 0 0 0,0 0 0 0 0,0 0 0 0 0,4-1 0 0 0,-5 2 18 0 0,0 0 0 0 0,0 1 0 0 0,0-1 0 0 0,1 0 0 0 0,-1 1 0 0 0,0-1 0 0 0,0 1 0 0 0,0-1-1 0 0,0 1 1 0 0,0 0 0 0 0,0 0 0 0 0,0-1 0 0 0,0 1 0 0 0,0 0 0 0 0,0 0 0 0 0,0 0 0 0 0,0 0 0 0 0,0 0 0 0 0,-1 0-1 0 0,1 0 1 0 0,-1 0 0 0 0,1 0 0 0 0,0 1 0 0 0,-1-1 0 0 0,0 0 0 0 0,1 0 0 0 0,-1 0 0 0 0,0 1 0 0 0,0-1-1 0 0,1 0 1 0 0,-1 2 0 0 0,2 4-11 0 0,0 0 0 0 0,0 0-1 0 0,-1 0 1 0 0,1 0 0 0 0,-2 0 0 0 0,1 0-1 0 0,-1 0 1 0 0,0 1 0 0 0,0-1-1 0 0,-1 0 1 0 0,0 0 0 0 0,0 0 0 0 0,-1 0-1 0 0,0 0 1 0 0,0 0 0 0 0,-1-1 0 0 0,1 1-1 0 0,-7 9 1 0 0,0 2-86 0 0,0 0 0 0 0,-2-1-1 0 0,0 0 1 0 0,-1-1 0 0 0,0-1 0 0 0,-2 0-1 0 0,0 0 1 0 0,-26 21 0 0 0,51-52 74 0 0,229-384-160 0 0,-230 382 156 0 0,-5 10 0 0 0,-1 1 0 0 0,1-1 0 0 0,-1-1 0 0 0,-1 1 0 0 0,1 0 0 0 0,-2-1 0 0 0,1 1 0 0 0,2-19 0 0 0,-5 27 11 0 0,0 0 1 0 0,0 1-1 0 0,0-1 1 0 0,0 0-1 0 0,0 0 1 0 0,0 0-1 0 0,0 0 1 0 0,0 0-1 0 0,0 1 1 0 0,0-1-1 0 0,0 0 1 0 0,0 0-1 0 0,0 0 1 0 0,0 0-1 0 0,0 0 1 0 0,0 1-1 0 0,0-1 1 0 0,0 0-1 0 0,0 0 1 0 0,0 0-1 0 0,0 0 1 0 0,0 0-1 0 0,-1 0 1 0 0,1 1-1 0 0,0-1 1 0 0,0 0-1 0 0,0 0 1 0 0,0 0-1 0 0,0 0 1 0 0,0 0-1 0 0,0 0 1 0 0,-1 0-1 0 0,1 0 1 0 0,0 0-1 0 0,0 0 1 0 0,0 1-1 0 0,0-1 1 0 0,0 0-1 0 0,-1 0 1 0 0,1 0-1 0 0,0 0 1 0 0,0 0-1 0 0,0 0 1 0 0,0 0-1 0 0,0 0 1 0 0,-1 0-1 0 0,1 0 1 0 0,0 0-1 0 0,0 0 1 0 0,0 0-1 0 0,0-1 1 0 0,0 1-1 0 0,-1 0 1 0 0,1 0-1 0 0,0 0 1 0 0,0 4 11 0 0,1 8 33 0 0,0 0 1 0 0,1 0-1 0 0,0 0 1 0 0,1-1-1 0 0,0 1 1 0 0,1-1-1 0 0,0 1 1 0 0,1-1 0 0 0,11 19-1 0 0,3-5 225 0 0,1-2-1 0 0,1-1 0 0 0,36 31 1 0 0,-34-33 253 0 0,-15-12-506 0 0,-1 0-1 0 0,-1 0 1 0 0,1 0-1 0 0,-1 1 1 0 0,-1-1-1 0 0,7 14 1 0 0,23 62-2581 0 0,-26-61 360 0 0,-2-4-3864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6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39 146 6913 0 0,'-6'-17'964'0'0,"2"0"-1"0"0,-4-19 1 0 0,6 21 279 0 0,-2 0 0 0 0,1 0 0 0 0,-8-16 0 0 0,11 50 2069 0 0,-1 28-2628 0 0,50 371 653 0 0,-37-331-1354 0 0,-10-69 20 0 0,0 2 4 0 0,1 0 0 0 0,0 0 0 0 0,2 0 0 0 0,0-1 0 0 0,1 0 0 0 0,16 35 0 0 0,-19-50 124 0 0,0-1-955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7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1 198 5065 0 0,'0'-6'173'0'0,"1"-1"0"0"0,0 1-1 0 0,1 0 1 0 0,0 0 0 0 0,0 0 0 0 0,0 1 0 0 0,1-1 0 0 0,-1 0-1 0 0,1 1 1 0 0,1 0 0 0 0,4-7 0 0 0,46-52 2485 0 0,-49 58-2327 0 0,1 1 1 0 0,0-1 0 0 0,0 1 0 0 0,1 0-1 0 0,-1 1 1 0 0,1 0 0 0 0,0 0-1 0 0,1 0 1 0 0,-1 1 0 0 0,0 0-1 0 0,13-3 1 0 0,-16 5-279 0 0,0 0 0 0 0,0 1 0 0 0,1-1 0 0 0,-1 1 0 0 0,0 0 0 0 0,0 0 0 0 0,0 1 0 0 0,0-1 0 0 0,0 1 0 0 0,1 0 0 0 0,-1 0 0 0 0,0 0 0 0 0,-1 1 0 0 0,1-1 0 0 0,0 1 0 0 0,0 0 0 0 0,-1 0 0 0 0,1 0 0 0 0,-1 1 0 0 0,1-1 0 0 0,-1 1 0 0 0,0 0 0 0 0,5 6 0 0 0,-2-3-38 0 0,-1 1 0 0 0,0 0-1 0 0,-1 0 1 0 0,0 0 0 0 0,0 1 0 0 0,0-1 0 0 0,-1 1 0 0 0,0 0 0 0 0,0 0 0 0 0,-1 0 0 0 0,0 0 0 0 0,0 0 0 0 0,-1 1 0 0 0,0 11 0 0 0,-1-8 46 0 0,-2 1 0 0 0,1-1-1 0 0,-1 1 1 0 0,-1-1-1 0 0,0 0 1 0 0,-1 0 0 0 0,0 0-1 0 0,-10 19 1 0 0,-10 9-237 0 0,-1-2 0 0 0,-1-1 0 0 0,-2 0 1 0 0,-37 35-1 0 0,60-66 59 0 0,-31 36-4552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7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0 166 7370 0 0,'0'0'568'0'0,"31"18"2071"0"0,-27-15-2489 0 0,86 60 1 0 0,-81-56 448 0 0,0 1 0 0 0,-1 0 0 0 0,0 0 0 0 0,0 1 0 0 0,-1 0 0 0 0,0 0 0 0 0,7 14 0 0 0,-22-40 74 0 0,1-1 0 0 0,1 0 0 0 0,0 0 0 0 0,-4-26 0 0 0,5 17-1964 0 0,3 0-1 0 0,0 0 1 0 0,1 0 0 0 0,6-52 0 0 0,-1 51-3470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7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16 465 7370 0 0,'-1'0'29'0'0,"1"1"1"0"0,0-1 0 0 0,-1 0-1 0 0,1 0 1 0 0,0 1 0 0 0,-1-1-1 0 0,1 0 1 0 0,0 0 0 0 0,-1 0 0 0 0,1 0-1 0 0,0 1 1 0 0,-1-1 0 0 0,1 0-1 0 0,-1 0 1 0 0,1 0 0 0 0,0 0 0 0 0,-1 0-1 0 0,1 0 1 0 0,-1 0 0 0 0,1 0-1 0 0,0 0 1 0 0,-1 0 0 0 0,1 0-1 0 0,0 0 1 0 0,-1-1 0 0 0,1 1 0 0 0,-1 0-1 0 0,1 0 1 0 0,0 0 0 0 0,-1 0-1 0 0,1-1 1 0 0,0 1 0 0 0,-1 0-1 0 0,1 0 1 0 0,0-1 0 0 0,0 1 0 0 0,-1 0-1 0 0,1 0 1 0 0,0-1 0 0 0,0 1-1 0 0,-1-1 1 0 0,6-18 932 0 0,-2 9-803 0 0,34-123-2695 0 0,20-144-1 0 0,-56 254 2434 0 0,-10 35 335 0 0,-11 36 391 0 0,16-31-315 0 0,0 0 0 0 0,1 1 0 0 0,0 0 0 0 0,2-1 0 0 0,0 1 0 0 0,2 25-1 0 0,0-37-191 0 0,-1 0 0 0 0,1 0-1 0 0,0 0 1 0 0,0 0 0 0 0,0 0-1 0 0,1 0 1 0 0,0 0 0 0 0,0-1-1 0 0,1 1 1 0 0,-1 0 0 0 0,1-1-1 0 0,0 0 1 0 0,1 0 0 0 0,0 0-1 0 0,-1 0 1 0 0,1 0 0 0 0,1-1-1 0 0,-1 0 1 0 0,1 0 0 0 0,-1 0-1 0 0,11 6 1 0 0,-11-9-122 0 0,-1 1 0 0 0,1-1 0 0 0,-1 0 1 0 0,1-1-1 0 0,0 1 0 0 0,0 0 0 0 0,-1-1 0 0 0,1 0 0 0 0,0 0 1 0 0,0 0-1 0 0,-1-1 0 0 0,1 1 0 0 0,0-1 0 0 0,-1 0 1 0 0,1 0-1 0 0,0 0 0 0 0,-1 0 0 0 0,1-1 0 0 0,-1 0 1 0 0,0 1-1 0 0,0-1 0 0 0,1 0 0 0 0,3-4 0 0 0,0 0-454 0 0,1 0-1 0 0,-1-1 1 0 0,-1 0-1 0 0,1 0 1 0 0,-1 0-1 0 0,0-1 1 0 0,9-16-1 0 0,-6 6-1991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8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42 3225 0 0,'-11'-31'569'0'0,"1"20"1662"0"0,5 20-211 0 0,5 22-351 0 0,2-18-1441 0 0,1 1 0 0 0,1-1 0 0 0,0 1 0 0 0,1-1 0 0 0,0 0 0 0 0,1-1 0 0 0,0 1 0 0 0,1-1 1 0 0,1-1-1 0 0,0 1 0 0 0,16 18 0 0 0,-23-30-237 0 0,-1 1 1 0 0,0-1 0 0 0,1 0-1 0 0,-1 1 1 0 0,0-1 0 0 0,1 0-1 0 0,-1 1 1 0 0,1-1 0 0 0,-1 0-1 0 0,1 1 1 0 0,-1-1 0 0 0,1 0 0 0 0,-1 0-1 0 0,0 0 1 0 0,1 0 0 0 0,0 1-1 0 0,-1-1 1 0 0,1 0 0 0 0,-1 0-1 0 0,1 0 1 0 0,-1 0 0 0 0,1 0-1 0 0,-1 0 1 0 0,1 0 0 0 0,-1 0-1 0 0,1 0 1 0 0,-1 0 0 0 0,1-1-1 0 0,-1 1 1 0 0,2 0 0 0 0,5-16-596 0 0,-5-29-588 0 0,-2 40 1096 0 0,0-4 56 0 0,4-55-422 0 0,-4 61 443 0 0,1 0 1 0 0,0 0 0 0 0,-1-1 0 0 0,1 1 0 0 0,1 0 0 0 0,-1 0 0 0 0,0 0-1 0 0,1 0 1 0 0,-1 0 0 0 0,1 0 0 0 0,0 0 0 0 0,0 1 0 0 0,0-1-1 0 0,1 1 1 0 0,-1-1 0 0 0,4-2 0 0 0,-6 5-52 0 0,1 0 0 0 0,0-1 0 0 0,0 1 0 0 0,-1 0 0 0 0,1-1 0 0 0,0 1 0 0 0,-1 0 0 0 0,1 0 0 0 0,0 0 0 0 0,0 0 0 0 0,0 0 0 0 0,-1 0 0 0 0,1 0 0 0 0,0 0 0 0 0,0 0 0 0 0,-1 0 0 0 0,1 0-1 0 0,0 0 1 0 0,0 1 0 0 0,-1-1 0 0 0,1 0 0 0 0,0 1 0 0 0,-1-1 0 0 0,1 0 0 0 0,0 1 0 0 0,-1-1 0 0 0,1 1 0 0 0,-1-1 0 0 0,1 1 0 0 0,0-1 0 0 0,-1 1 0 0 0,1-1 0 0 0,-1 1 0 0 0,0 0 0 0 0,1-1 0 0 0,-1 1 0 0 0,1 0 0 0 0,-1-1 0 0 0,0 1 0 0 0,0 0 0 0 0,1-1 0 0 0,-1 2 0 0 0,4 8-2720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8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12 4609 0 0,'-14'-11'7483'0'0,"18"15"-6676"0"0,6 7-258 0 0,-1 1 0 0 0,0 0 0 0 0,0 0 0 0 0,-2 1 1 0 0,0 0-1 0 0,0 1 0 0 0,7 21 0 0 0,30 113 1549 0 0,-29-91-1729 0 0,5 26-591 0 0,11 38-2229 0 0,-24-102 372 0 0,0-1 0 0 0,10 19 0 0 0,-12-30 488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8.8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15 3657 0 0,'0'-1'83'0'0,"-1"0"0"0"0,1 1-1 0 0,0-1 1 0 0,0 0 0 0 0,0 1 0 0 0,-1-1 0 0 0,1 0 0 0 0,0 1 0 0 0,-1-1 0 0 0,1 1 0 0 0,0-1 0 0 0,-1 0-1 0 0,1 1 1 0 0,-1-1 0 0 0,1 1 0 0 0,-1 0 0 0 0,1-1 0 0 0,-1 1 0 0 0,1-1 0 0 0,-1 1 0 0 0,1 0 0 0 0,-1-1 0 0 0,0 1-1 0 0,1 0 1 0 0,-1 0 0 0 0,0-1 0 0 0,1 1 0 0 0,-1 0 0 0 0,0 0 0 0 0,1 0 0 0 0,-1 0 0 0 0,0 0 0 0 0,1 0-1 0 0,-2 0 1 0 0,0 1 215 0 0,0 1 0 0 0,0-1 0 0 0,1 1 0 0 0,-1-1 1 0 0,1 1-1 0 0,-1 0 0 0 0,1-1 0 0 0,0 1 0 0 0,0 0 0 0 0,-2 3 0 0 0,1-2-152 0 0,-6 10 492 0 0,0 1-1 0 0,1 0 1 0 0,0 0-1 0 0,1 1 1 0 0,0 0-1 0 0,1 0 1 0 0,-3 20-1 0 0,8-34-601 0 0,0 0 0 0 0,0 0-1 0 0,0 1 1 0 0,0-1 0 0 0,1 0-1 0 0,-1 0 1 0 0,0 0 0 0 0,1 0 0 0 0,-1 0-1 0 0,1 0 1 0 0,-1 0 0 0 0,1 0-1 0 0,-1 0 1 0 0,1 0 0 0 0,0 0 0 0 0,-1 0-1 0 0,1 0 1 0 0,0 0 0 0 0,0 0-1 0 0,0-1 1 0 0,0 1 0 0 0,0 0-1 0 0,0-1 1 0 0,0 1 0 0 0,0-1 0 0 0,0 1-1 0 0,0-1 1 0 0,0 1 0 0 0,0-1-1 0 0,0 0 1 0 0,0 1 0 0 0,0-1-1 0 0,1 0 1 0 0,-1 0 0 0 0,0 0 0 0 0,0 0-1 0 0,3 0 1 0 0,46-4 1158 0 0,-48 3-1184 0 0,16-2-2078 0 0,0-2 0 0 0,32-13 0 0 0,-33 11-2867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6:5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62 233 3225 0 0,'-4'3'510'0'0,"-1"0"1"0"0,1 0-1 0 0,-1 1 0 0 0,1 0 1 0 0,1 0-1 0 0,-1 0 1 0 0,0 0-1 0 0,1 0 1 0 0,0 1-1 0 0,0-1 1 0 0,0 1-1 0 0,1 0 0 0 0,-1 0 1 0 0,1 0-1 0 0,0 0 1 0 0,1 0-1 0 0,-1 1 1 0 0,1-1-1 0 0,0 0 1 0 0,0 1-1 0 0,1 6 0 0 0,-1-9-403 0 0,1 1-1 0 0,0-1 0 0 0,0 1 0 0 0,0-1 0 0 0,1 0 0 0 0,-1 1 0 0 0,1-1 0 0 0,0 1 0 0 0,0-1 0 0 0,0 0 0 0 0,0 0 0 0 0,0 1 0 0 0,1-1 0 0 0,-1 0 0 0 0,1 0 0 0 0,0-1 0 0 0,0 1 1 0 0,0 0-1 0 0,0 0 0 0 0,1-1 0 0 0,-1 0 0 0 0,1 1 0 0 0,0-1 0 0 0,-1 0 0 0 0,1 0 0 0 0,0 0 0 0 0,0-1 0 0 0,0 1 0 0 0,0-1 0 0 0,1 1 0 0 0,-1-1 0 0 0,0 0 0 0 0,0 0 0 0 0,6 0 1 0 0,-7-1-98 0 0,0 1 0 0 0,1-1 1 0 0,-1 0-1 0 0,1 0 0 0 0,-1 0 1 0 0,1 0-1 0 0,-1-1 1 0 0,0 1-1 0 0,1-1 0 0 0,-1 1 1 0 0,1-1-1 0 0,-1 0 1 0 0,0 0-1 0 0,0 0 0 0 0,0 0 1 0 0,1 0-1 0 0,-1-1 1 0 0,0 1-1 0 0,3-4 0 0 0,-2 2-87 0 0,0 0 0 0 0,-1-1 0 0 0,0 1 0 0 0,1-1 0 0 0,-1 0 0 0 0,0 0 0 0 0,-1 0 1 0 0,1 0-1 0 0,-1 0 0 0 0,2-6 0 0 0,0-5-195 0 0,-2 0 0 0 0,1 0 0 0 0,-2 0 0 0 0,0 0 0 0 0,-2-21 0 0 0,0 24 148 0 0,-9-54-24 0 0,10 62 141 0 0,0 0-1 0 0,0 0 0 0 0,-1 1 0 0 0,1-1 1 0 0,-1 1-1 0 0,0-1 0 0 0,0 1 0 0 0,-1-1 1 0 0,1 1-1 0 0,-1 0 0 0 0,1 0 0 0 0,-1 0 1 0 0,0 0-1 0 0,-3-2 0 0 0,3 2 22 0 0,1 0-1 0 0,0 0 1 0 0,0-1 0 0 0,0 1-1 0 0,0-1 1 0 0,0 1 0 0 0,1-1-1 0 0,0 0 1 0 0,0 0 0 0 0,0 0-1 0 0,0 1 1 0 0,0-1 0 0 0,1 0-1 0 0,0-8 1 0 0,-8-27 1003 0 0,-4 16 66 0 0,13 32 920 0 0,15 45 811 0 0,-11-39-3471 0 0,123 335 1089 0 0,-65-202-3864 0 0,-50-117-3469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00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38 186 5985 0 0,'-1'0'171'0'0,"1"-1"-1"0"0,0 1 0 0 0,-1 0 0 0 0,1-1 1 0 0,-1 1-1 0 0,1-1 0 0 0,-1 1 0 0 0,0 0 1 0 0,1 0-1 0 0,-1-1 0 0 0,1 1 1 0 0,-1 0-1 0 0,1 0 0 0 0,-1 0 0 0 0,0 0 1 0 0,1 0-1 0 0,-1 0 0 0 0,0-1 0 0 0,1 1 1 0 0,-1 1-1 0 0,1-1 0 0 0,-1 0 0 0 0,0 0 1 0 0,1 0-1 0 0,-1 0 0 0 0,1 0 1 0 0,-1 0-1 0 0,0 1 0 0 0,1-1 0 0 0,-1 0 1 0 0,1 1-1 0 0,-1-1 0 0 0,1 0 0 0 0,-1 1 1 0 0,0 0-1 0 0,0 1 65 0 0,-1 0 1 0 0,1 0-1 0 0,0 0 0 0 0,0 0 1 0 0,0 0-1 0 0,0 0 0 0 0,0 1 1 0 0,0-1-1 0 0,0 5 1 0 0,-4 54 978 0 0,5-51-1005 0 0,1 1-1 0 0,0-1 1 0 0,0 0-1 0 0,1 0 1 0 0,1 0-1 0 0,0 0 1 0 0,8 17-1 0 0,-9-21-171 0 0,1 0 0 0 0,0-1 0 0 0,0 0 0 0 0,1 1 0 0 0,0-1 0 0 0,0-1 0 0 0,0 1 0 0 0,0 0 0 0 0,1-1 0 0 0,0 0 0 0 0,0 0 0 0 0,0 0 0 0 0,11 5 0 0 0,-14-8-127 0 0,0-1 1 0 0,1 1-1 0 0,-1-1 0 0 0,0 1 0 0 0,1-1 1 0 0,-1 0-1 0 0,0 0 0 0 0,1 0 0 0 0,-1-1 0 0 0,0 1 1 0 0,1 0-1 0 0,-1-1 0 0 0,0 1 0 0 0,0-1 1 0 0,1 0-1 0 0,-1 0 0 0 0,0 0 0 0 0,0 0 1 0 0,0 0-1 0 0,0-1 0 0 0,0 1 0 0 0,0 0 1 0 0,0-1-1 0 0,-1 1 0 0 0,1-1 0 0 0,0 0 0 0 0,-1 0 1 0 0,0 0-1 0 0,1 1 0 0 0,0-4 0 0 0,7-7-456 0 0,-1-1 0 0 0,0 0-1 0 0,7-18 1 0 0,-14 29 518 0 0,3-8-378 0 0,1 0 0 0 0,-2 0 1 0 0,1 0-1 0 0,-2 0 0 0 0,4-18 0 0 0,-6 26 173 0 0,1-1 1 0 0,-1 1 0 0 0,0-1 0 0 0,0 0 0 0 0,0 1 0 0 0,-1-1-1 0 0,1 1 1 0 0,0-1 0 0 0,-1 1 0 0 0,0 0 0 0 0,0-1 0 0 0,1 1-1 0 0,-1 0 1 0 0,-1-1 0 0 0,1 1 0 0 0,0 0 0 0 0,-1 0 0 0 0,1 0 0 0 0,-1 0-1 0 0,1 0 1 0 0,-1 0 0 0 0,0 0 0 0 0,0 1 0 0 0,0-1 0 0 0,0 0-1 0 0,0 1 1 0 0,0 0 0 0 0,0 0 0 0 0,-3-2 0 0 0,-30-6-2404 0 0,11 9 3793 0 0,43-17 3036 0 0,-2 2-3503 0 0,2 0-87 0 0,40-26-105 0 0,-54 38-120 0 0,0 1 0 0 0,0-1 0 0 0,0 1-1 0 0,1 0 1 0 0,-1 0 0 0 0,1 0 0 0 0,-1 1 0 0 0,1 0 0 0 0,9-1 0 0 0,-14 2-239 0 0,0 1-1 0 0,1-1 1 0 0,-1 0-1 0 0,0 1 1 0 0,0-1-1 0 0,1 1 0 0 0,-1 0 1 0 0,0-1-1 0 0,0 1 1 0 0,0 0-1 0 0,0 0 1 0 0,0-1-1 0 0,0 1 1 0 0,0 0-1 0 0,0 0 1 0 0,0 0-1 0 0,-1 0 1 0 0,1 0-1 0 0,0 1 1 0 0,0-1-1 0 0,-1 0 1 0 0,1 0-1 0 0,-1 0 0 0 0,1 1 1 0 0,-1-1-1 0 0,0 0 1 0 0,1 0-1 0 0,-1 1 1 0 0,0 2-1 0 0,5 48 379 0 0,-5-36-292 0 0,1-5-125 0 0,8 52 586 0 0,-8-59-645 0 0,-1-1 0 0 0,1 1-1 0 0,1-1 1 0 0,-1 1 0 0 0,0-1-1 0 0,1 1 1 0 0,0-1 0 0 0,0 0 0 0 0,0 0-1 0 0,0 0 1 0 0,0 0 0 0 0,1 0-1 0 0,5 4 1 0 0,-8-6-69 0 0,1-1 0 0 0,-1 1 0 0 0,1-1-1 0 0,-1 0 1 0 0,1 1 0 0 0,0-1 0 0 0,-1 0-1 0 0,1 0 1 0 0,0 1 0 0 0,-1-1 0 0 0,1 0-1 0 0,0 0 1 0 0,-1 0 0 0 0,1 0 0 0 0,0 0 0 0 0,-1 0-1 0 0,1 0 1 0 0,0 0 0 0 0,-1 0 0 0 0,1 0-1 0 0,0 0 1 0 0,-1-1 0 0 0,1 1 0 0 0,0 0-1 0 0,-1 0 1 0 0,1-1 0 0 0,1 0 0 0 0,13-17-797 0 0,2-27-320 0 0,-17 45 1134 0 0,6-25-129 0 0,-1 6-14 0 0,1 0 0 0 0,0 1 1 0 0,12-25-1 0 0,-18 43 176 0 0,1 0 0 0 0,0-1-1 0 0,-1 1 1 0 0,1 0 0 0 0,-1 0-1 0 0,1 0 1 0 0,-1 0 0 0 0,1 0 0 0 0,-1-1-1 0 0,1 1 1 0 0,0 0 0 0 0,-1 0-1 0 0,1 0 1 0 0,-1 1 0 0 0,1-1 0 0 0,-1 0-1 0 0,1 0 1 0 0,-1 0 0 0 0,1 0-1 0 0,0 0 1 0 0,-1 1 0 0 0,1-1 0 0 0,-1 0-1 0 0,1 0 1 0 0,-1 1 0 0 0,1-1 0 0 0,-1 0-1 0 0,0 1 1 0 0,1-1 0 0 0,0 1-1 0 0,24 18 1183 0 0,-9-8-680 0 0,-16-11-512 0 0,1 1 0 0 0,0 0 0 0 0,0-1 0 0 0,0 1 1 0 0,0-1-1 0 0,0 1 0 0 0,-1-1 0 0 0,1 1 0 0 0,0-1 0 0 0,0 0 1 0 0,0 1-1 0 0,0-1 0 0 0,0 0 0 0 0,0 0 0 0 0,1 0 0 0 0,-1 0 1 0 0,0 0-1 0 0,0 0 0 0 0,0 0 0 0 0,0 0 0 0 0,0 0 1 0 0,0-1-1 0 0,0 1 0 0 0,0 0 0 0 0,0-1 0 0 0,0 1 0 0 0,0 0 1 0 0,-1-1-1 0 0,1 1 0 0 0,0-1 0 0 0,0 0 0 0 0,0 1 0 0 0,0-1 1 0 0,-1 0-1 0 0,1 1 0 0 0,0-1 0 0 0,-1 0 0 0 0,1 0 1 0 0,0 0-1 0 0,-1 0 0 0 0,1 1 0 0 0,-1-1 0 0 0,1 0 0 0 0,-1 0 1 0 0,0 0-1 0 0,1 0 0 0 0,-1 0 0 0 0,0 0 0 0 0,0 0 0 0 0,0 0 1 0 0,0 0-1 0 0,1-1 0 0 0,0-10-258 0 0,0 0 0 0 0,-1 1 1 0 0,-1-23-1 0 0,0 16-1325 0 0,1 14 1225 0 0,-1 2 96 0 0,1 0-1 0 0,0 0 1 0 0,0-1 0 0 0,0 1-1 0 0,0 0 1 0 0,0 0 0 0 0,1 0-1 0 0,-1 0 1 0 0,1 0-1 0 0,-1 0 1 0 0,1 0 0 0 0,0 0-1 0 0,0 0 1 0 0,0 0 0 0 0,0 0-1 0 0,0 0 1 0 0,0 0 0 0 0,0 1-1 0 0,3-4 1 0 0,-1 2 262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00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10594 0 0,'2'0'229'0'0,"0"1"-1"0"0,0-1 0 0 0,0 1 1 0 0,0-1-1 0 0,0 1 1 0 0,-1 0-1 0 0,1 0 0 0 0,0 0 1 0 0,-1 0-1 0 0,1 0 0 0 0,0 0 1 0 0,-1 0-1 0 0,1 0 1 0 0,-1 1-1 0 0,0-1 0 0 0,1 0 1 0 0,-1 1-1 0 0,1 1 0 0 0,21 34 486 0 0,-17-26-54 0 0,1 3 99 0 0,0 0 0 0 0,-1 0 0 0 0,6 23 0 0 0,-4-11 113 0 0,-5-41-1492 0 0,3-11 282 0 0,18-63-307 0 0,-21 82 649 0 0,0-1 0 0 0,0 1 0 0 0,0 0 0 0 0,1 1 0 0 0,0-1 0 0 0,0 1 0 0 0,1-1 0 0 0,0 1 0 0 0,9-8 0 0 0,-12 12 67 0 0,0 0 0 0 0,0 0 1 0 0,0 1-1 0 0,0-1 0 0 0,0 1 0 0 0,0-1 1 0 0,0 1-1 0 0,1 0 0 0 0,-1 0 0 0 0,0 0 0 0 0,1 0 1 0 0,-1 0-1 0 0,1 1 0 0 0,-1-1 0 0 0,1 1 1 0 0,-1-1-1 0 0,1 1 0 0 0,-1 0 0 0 0,1 0 1 0 0,0 0-1 0 0,-1 1 0 0 0,1-1 0 0 0,-1 1 0 0 0,1-1 1 0 0,-1 1-1 0 0,1 0 0 0 0,-1 0 0 0 0,0 0 1 0 0,1 0-1 0 0,-1 0 0 0 0,0 0 0 0 0,0 1 0 0 0,0-1 1 0 0,0 1-1 0 0,3 2 0 0 0,5 7 153 0 0,-1 0-1 0 0,-1 0 1 0 0,0 0 0 0 0,0 1 0 0 0,8 19-1 0 0,3 3-571 0 0,5-2-1679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03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61 456 0 0,'0'-1'26'0'0,"0"1"0"0"0,-1-1 1 0 0,1 1-1 0 0,0-1 0 0 0,0 1 0 0 0,-1-1 0 0 0,1 1 1 0 0,0-1-1 0 0,0 1 0 0 0,0-1 0 0 0,0 1 0 0 0,0-1 1 0 0,0 1-1 0 0,0-1 0 0 0,0 1 0 0 0,0-1 0 0 0,0 1 0 0 0,0-1 1 0 0,0 1-1 0 0,0-1 0 0 0,0 1 0 0 0,0-1 0 0 0,0 1 1 0 0,1-1-1 0 0,-1 1 0 0 0,0-1 0 0 0,0 1 0 0 0,1-1 1 0 0,-1 1-1 0 0,0-1 0 0 0,1 1 0 0 0,-1-1 0 0 0,0 1 0 0 0,1 0 1 0 0,-1-1-1 0 0,0 1 0 0 0,1 0 0 0 0,-1-1 0 0 0,1 1 1 0 0,-1 0-1 0 0,2-1 0 0 0,-2 1-32 0 0,1-1 0 0 0,0 1 0 0 0,-1-1 0 0 0,1 1 0 0 0,0 0 0 0 0,0-1 0 0 0,-1 1 0 0 0,1 0 0 0 0,0-1 0 0 0,0 1 0 0 0,0 0 0 0 0,0 0 0 0 0,-1 0 0 0 0,1 0 0 0 0,0 0 0 0 0,0 0 0 0 0,0 0 0 0 0,0 0 0 0 0,-1 0 0 0 0,1 0 0 0 0,0 0 0 0 0,0 1 0 0 0,0-1 0 0 0,0 0 0 0 0,-1 1 0 0 0,1-1 0 0 0,1 1 0 0 0,-1 1 43 0 0,1 0 0 0 0,0 0 0 0 0,-1 0 0 0 0,1 0 0 0 0,0 0 0 0 0,0-1 1 0 0,0 1-1 0 0,0-1 0 0 0,1 1 0 0 0,-1-1 0 0 0,0 0 0 0 0,0 0 0 0 0,1 0 0 0 0,-1 0 0 0 0,1 0 0 0 0,-1 0 0 0 0,1-1 0 0 0,-1 1 0 0 0,1-1 0 0 0,-1 0 0 0 0,1 0 0 0 0,0 0 0 0 0,-1 0 0 0 0,1 0 0 0 0,3-1 0 0 0,68-13 751 0 0,-57 9-714 0 0,0 2-1 0 0,0 0 0 0 0,1 0 0 0 0,-1 2 0 0 0,0 0 1 0 0,1 1-1 0 0,-1 1 0 0 0,19 3 0 0 0,1 2-48 0 0,1-1 1 0 0,0-2-1 0 0,0-1 1 0 0,0-2-1 0 0,0-2 0 0 0,0-1 1 0 0,45-11-1 0 0,-58 10-190 0 0,0 0 1 0 0,0 2-1 0 0,1 0 0 0 0,-1 2 1 0 0,0 1-1 0 0,1 1 0 0 0,-1 1 1 0 0,0 1-1 0 0,0 1 0 0 0,0 2 1 0 0,-1 0-1 0 0,26 12 0 0 0,-32-10-200 0 0,0 1 0 0 0,24 17 0 0 0,-24-15-52 0 0,-12-9 435 0 0,1 0 1 0 0,0 0-1 0 0,-1-1 0 0 0,1 1 0 0 0,0-2 1 0 0,1 1-1 0 0,-1-1 0 0 0,0 0 0 0 0,0 0 1 0 0,15-1-1 0 0,9-2 251 0 0,34-5 1 0 0,-59 7-206 0 0,477-62 1417 0 0,-374 47-1294 0 0,186-32 1450 0 0,-181 33-2925 0 0,-104 10 1288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07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41 240 4177 0 0,'-41'-13'-1650'0'0,"47"14"1639"0"0,-1 0 1 0 0,0-1-1 0 0,1 0 0 0 0,-1-1 1 0 0,0 1-1 0 0,0-1 0 0 0,9-2 0 0 0,9-1 411 0 0,316-39 627 0 0,-174 20-1124 0 0,234-11 151 0 0,-26-5 697 0 0,-154 10-302 0 0,-54 6 279 0 0,-92 11-482 0 0,148-5 0 0 0,-195 18-331 0 0,131 6 52 0 0,-133-5-58 0 0,-1 1 0 0 0,0 2 1 0 0,0 0-1 0 0,35 14 0 0 0,-48-14-218 0 0,-1 0-1 0 0,0 0 1 0 0,13 10-1 0 0,-17-10 209 0 0,1 0 1 0 0,0-1-1 0 0,1 0 0 0 0,-1-1 1 0 0,1 1-1 0 0,-1-1 0 0 0,1-1 0 0 0,12 4 1 0 0,-11-5 116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09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93 3225 0 0,'-13'0'-89'0'0,"0"0"-948"0"0,26-9 1291 0 0,3 5-141 0 0,0 0 1 0 0,0 1 0 0 0,0 1 0 0 0,0 0 0 0 0,0 1 0 0 0,0 0 0 0 0,28 4 0 0 0,-19-2-196 0 0,40 4-73 0 0,114 24 0 0 0,-127-18-291 0 0,0-2-1 0 0,0-2 0 0 0,99-1 1 0 0,-82-13 456 0 0,0-4 0 0 0,102-30 0 0 0,61-10 1204 0 0,-169 45-1123 0 0,119 5-1 0 0,23-2-86 0 0,393-14 600 0 0,-579 17-560 0 0,212 18-380 0 0,-157-8-132 0 0,114-1-1 0 0,-82-11 499 0 0,-88 2-30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9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47 5065 0 0,'-2'-1'164'0'0,"1"1"-1"0"0,-1 0 1 0 0,1 0-1 0 0,-1 1 1 0 0,0-1 0 0 0,1 0-1 0 0,-1 0 1 0 0,1 1-1 0 0,0-1 1 0 0,-1 1 0 0 0,1-1-1 0 0,-1 1 1 0 0,1 0-1 0 0,0 0 1 0 0,-1-1 0 0 0,1 1-1 0 0,0 0 1 0 0,0 0-1 0 0,0 0 1 0 0,0 0 0 0 0,0 0-1 0 0,0 1 1 0 0,0-1-1 0 0,-1 2 1 0 0,1-1 23 0 0,0 1 0 0 0,0 0 1 0 0,0 0-1 0 0,0 0 0 0 0,1 0 1 0 0,-1 0-1 0 0,1 0 0 0 0,0-1 0 0 0,0 1 1 0 0,0 0-1 0 0,1 6 0 0 0,1 1 50 0 0,0 0-1 0 0,1 1 1 0 0,0-1 0 0 0,1 0-1 0 0,0 0 1 0 0,5 9 0 0 0,-6-15-166 0 0,0 1 0 0 0,-1-1 0 0 0,2 0 0 0 0,-1 0 1 0 0,0 0-1 0 0,1 0 0 0 0,0-1 0 0 0,-1 1 0 0 0,1-1 0 0 0,1 0 1 0 0,-1 0-1 0 0,0-1 0 0 0,6 3 0 0 0,-7-4-28 0 0,-1 0 0 0 0,1 0 0 0 0,-1-1-1 0 0,1 1 1 0 0,0-1 0 0 0,0 0 0 0 0,-1 0 0 0 0,1 0 0 0 0,0 0-1 0 0,-1 0 1 0 0,1-1 0 0 0,0 1 0 0 0,-1-1 0 0 0,1 1-1 0 0,0-1 1 0 0,-1 0 0 0 0,1 0 0 0 0,-1 0 0 0 0,0-1 0 0 0,1 1-1 0 0,-1 0 1 0 0,0-1 0 0 0,0 0 0 0 0,0 1 0 0 0,0-1-1 0 0,3-3 1 0 0,1-2 171 0 0,0-1 0 0 0,0 1 0 0 0,-1-1 0 0 0,0-1-1 0 0,0 1 1 0 0,-1-1 0 0 0,0 1 0 0 0,-1-1 0 0 0,0-1 0 0 0,3-10 0 0 0,-5 16-177 0 0,0 1 1 0 0,0-1 0 0 0,-1 0-1 0 0,1 0 1 0 0,-1 0 0 0 0,0 0 0 0 0,0 0-1 0 0,0 0 1 0 0,0 0 0 0 0,-1 0 0 0 0,1 1-1 0 0,-1-1 1 0 0,0 0 0 0 0,0 0-1 0 0,-1 0 1 0 0,1 1 0 0 0,-1-1 0 0 0,0 1-1 0 0,0-1 1 0 0,0 1 0 0 0,0 0 0 0 0,0 0-1 0 0,-1 0 1 0 0,1 0 0 0 0,-1 0 0 0 0,0 0-1 0 0,-4-2 1 0 0,2 3-157 0 0,0 0 1 0 0,0 0-1 0 0,0 0 1 0 0,-1 1-1 0 0,1 0 0 0 0,0 0 1 0 0,-1 0-1 0 0,1 1 1 0 0,-1-1-1 0 0,1 1 0 0 0,0 1 1 0 0,-1-1-1 0 0,1 1 1 0 0,-1 0-1 0 0,-8 3 0 0 0,4-1-682 0 0,0 0 0 0 0,1 0 0 0 0,-1 1 0 0 0,1 1-1 0 0,0-1 1 0 0,0 2 0 0 0,-12 8 0 0 0,-6 15-1112 0 0,21-21 1899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33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59 7834 0 0,'-1'-3'466'0'0,"-1"-1"-1"0"0,1 0 1 0 0,0 1 0 0 0,0-1 0 0 0,1 1 0 0 0,-1-1 0 0 0,1 0 0 0 0,0 0 0 0 0,0 1 0 0 0,0-1 0 0 0,0 0 0 0 0,1 0-1 0 0,1-7 1 0 0,0 13-193 0 0,-1-1 1 0 0,0 0-1 0 0,1 0 0 0 0,-1 1 0 0 0,0-1 0 0 0,1 1 0 0 0,-1-1 0 0 0,0 1 0 0 0,0 0 0 0 0,0-1 0 0 0,0 1 0 0 0,0 2 0 0 0,5 10 129 0 0,-2 1 0 0 0,1-1-1 0 0,-2 1 1 0 0,0 0-1 0 0,1 20 1 0 0,-1 79 337 0 0,-3-68-517 0 0,0 635 895 0 0,103 736-730 0 0,-12-314 365 0 0,-61-348 48 0 0,-29-420-527 0 0,-7-262-262 0 0,-3 1 0 0 0,-27 108 0 0 0,13-90-1990 0 0,22-85 1068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34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149 267 4609 0 0,'-50'16'1738'0'0,"-48"11"2516"0"0,130-31-2391 0 0,64 0-1 0 0,-19 2-1449 0 0,841-92 3068 0 0,-429 43-2620 0 0,-447 47-829 0 0,464-39 99 0 0,499-6-27 0 0,-907 46-91 0 0,106 0 0 0 0,107-4 49 0 0,964-35 464 0 0,-1117 39-430 0 0,173 3-46 0 0,-234 12-887 0 0,-56-5-4647 0 0,-19-3-445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36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3264 1840 0 0,'-11'2'92'0'0,"0"0"0"0"0,1 0 0 0 0,-1 1 0 0 0,-23 16 7494 0 0,112-27-6010 0 0,-55 4-1070 0 0,1 1 1 0 0,33 0-1 0 0,15 3 31 0 0,0-3-1 0 0,94-16 0 0 0,-140 17-369 0 0,-1 2 0 0 0,1 0 0 0 0,-1 2 0 0 0,0 1 0 0 0,34 7 0 0 0,-31-4-23 0 0,0-1 0 0 0,1-2 0 0 0,54-1-1 0 0,-59-4-105 0 0,0-1 0 0 0,0-1 0 0 0,0-1 0 0 0,0-1 0 0 0,-1-2-1 0 0,0 0 1 0 0,-1-1 0 0 0,0-1 0 0 0,0-1 0 0 0,39-28 0 0 0,111-94 689 0 0,-148 111-496 0 0,-2-1 0 0 0,0 0 1 0 0,-1-2-1 0 0,31-47 1 0 0,12-44-144 0 0,57-146 0 0 0,-44 89-84 0 0,-29 72 106 0 0,61-194 0 0 0,10-96 408 0 0,61-237 934 0 0,-142 446-1356 0 0,35-133 653 0 0,-16 172-688 0 0,-42 113-79 0 0,-2-1 0 0 0,-1 0-1 0 0,-1-1 1 0 0,-2 0-1 0 0,6-38 1 0 0,-8 32-1280 0 0,-3 31 146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37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8 456 0 0,'11'-7'2676'0'0,"-10"13"-164"0"0,-9 22 688 0 0,4-17-3250 0 0,0 10 1165 0 0,1-1 0 0 0,0 37 151 0 0,3-57-1237 0 0,0 0-1 0 0,0 0 1 0 0,0 1-1 0 0,0-1 1 0 0,0 0-1 0 0,0 0 1 0 0,0 0-1 0 0,0 0 1 0 0,0 0-1 0 0,0 0 1 0 0,0 1-1 0 0,-1-1 1 0 0,1 0-1 0 0,0 0 1 0 0,0 0-1 0 0,0 0 1 0 0,0 0-1 0 0,0 0 0 0 0,0 0 1 0 0,0 0-1 0 0,-1 0 1 0 0,1 0-1 0 0,0 1 1 0 0,0-1-1 0 0,0 0 1 0 0,0 0-1 0 0,0 0 1 0 0,0 0-1 0 0,-1 0 1 0 0,1 0-1 0 0,0 0 1 0 0,0 0-1 0 0,0 0 1 0 0,0 0-1 0 0,0 0 1 0 0,0 0-1 0 0,-1 0 1 0 0,1 0-1 0 0,0 0 1 0 0,0 0-1 0 0,0-1 1 0 0,0 1-1 0 0,0 0 1 0 0,0 0-1 0 0,-1 0 1 0 0,1 0-1 0 0,0 0 1 0 0,0 0-1 0 0,0 0 1 0 0,0 0-1 0 0,0 0 1 0 0,0 0-1 0 0,0-1 1 0 0,0 1-1 0 0,-1 0 1 0 0,1 0-1 0 0,0 0 0 0 0,0 0 1 0 0,-24-19 474 0 0,12 9-494 0 0,0 1-1 0 0,-25-14 0 0 0,36 22-86 0 0,0 0 0 0 0,0 1-1 0 0,0-1 1 0 0,0 0 0 0 0,0 0 0 0 0,0 0-1 0 0,0 0 1 0 0,0 0 0 0 0,0 0 0 0 0,0 0-1 0 0,1 0 1 0 0,-1 0 0 0 0,-1-3 0 0 0,-3-9-5276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37.8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409 8 3209 0 0,'-3'-8'8756'0'0,"-8"8"-8529"0"0,-1 1 0 0 0,1 0-1 0 0,0 0 1 0 0,-1 1 0 0 0,1 1-1 0 0,-16 5 1 0 0,12-3 4 0 0,1-2 0 0 0,-1 1 0 0 0,0-2 0 0 0,-19 2 0 0 0,21-5-325 0 0,0 2 0 0 0,0-1 0 0 0,0 2 0 0 0,0-1 0 0 0,0 2 0 0 0,0 0 0 0 0,-14 5 0 0 0,20-5-138 0 0,0 0-1 0 0,0-1 1 0 0,-1 0-1 0 0,1-1 1 0 0,0 1 0 0 0,0-1-1 0 0,-1-1 1 0 0,1 1 0 0 0,-1-2-1 0 0,1 1 1 0 0,-13-2-1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0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2330 9 920 0 0,'8'-8'10017'0'0,"-15"11"-9865"0"0,-1 0-1 0 0,1 1 1 0 0,0 0 0 0 0,0 0-1 0 0,1 0 1 0 0,-1 1 0 0 0,1 0-1 0 0,0 1 1 0 0,0-1 0 0 0,1 1-1 0 0,-7 9 1 0 0,-27 24-674 0 0,34-36 384 0 0,0 0 1 0 0,1 0 0 0 0,-1-1-1 0 0,0 0 1 0 0,0 0 0 0 0,-1 0 0 0 0,1 0-1 0 0,0-1 1 0 0,-1 0 0 0 0,1 0-1 0 0,-1-1 1 0 0,1 1 0 0 0,0-1 0 0 0,-10-1-1 0 0,-22 2-371 0 0,-20-2 374 0 0,18-1 62 0 0,11 2 131 0 0,7 1 49 0 0,0-2 0 0 0,-39-5 0 0 0,27 1 877 0 0,-22-5-1177 0 0,46 7 131 0 0,-1 1 0 0 0,1 1 0 0 0,0-1 0 0 0,-1 2 0 0 0,1-1 0 0 0,-1 1 0 0 0,0 1 0 0 0,1-1 0 0 0,-1 2 0 0 0,1-1 0 0 0,0 1 0 0 0,-17 6 0 0 0,5-3-566 0 0,-8 1 353 0 0,-1-2 1 0 0,0-1-1 0 0,-50-2 0 0 0,-16 1 514 0 0,-6-1-188 0 0,-7 1-330 0 0,-44 7 1095 0 0,151-9-852 0 0,-22 2-106 0 0,1 0 1 0 0,-1 1-1 0 0,1 1 0 0 0,-34 12 1 0 0,38-11 57 0 0,0 0 0 0 0,0-1 1 0 0,-32 3-1 0 0,-13 2-53 0 0,9 6 899 0 0,43-10-480 0 0,0-2 0 0 0,0 1-1 0 0,0-2 1 0 0,-1 0 0 0 0,-17 1-1 0 0,21-2-203 0 0,0 0-1 0 0,0 1 0 0 0,0-1 1 0 0,0 2-1 0 0,0-1 0 0 0,-8 5 1 0 0,8-4-3 0 0,1 0 1 0 0,-1 0 0 0 0,1-1 0 0 0,-1 0 0 0 0,-17 1-1 0 0,-13-6 24 0 0,31 1-59 0 0,1 1-1 0 0,-1 1 1 0 0,0-1-1 0 0,0 1 1 0 0,-10 2-1 0 0,-2 1-66 0 0,8 0 263 0 0,-1-1 1 0 0,-23 0 0 0 0,32-2-150 0 0,-1 0 1 0 0,0-1 0 0 0,0 0 0 0 0,1 0-1 0 0,-1 0 1 0 0,1 0 0 0 0,-1-1-1 0 0,1 0 1 0 0,-1 0 0 0 0,1 0 0 0 0,-5-3-1 0 0,8 4-92 0 0,-1 1-1 0 0,1-1 1 0 0,0 1-1 0 0,-1-1 1 0 0,1 1-1 0 0,0 0 1 0 0,-1 0-1 0 0,1 0 1 0 0,-1 0-1 0 0,1 0 0 0 0,0 0 1 0 0,-1 0-1 0 0,1 0 1 0 0,0 1-1 0 0,-1-1 1 0 0,1 1-1 0 0,0-1 1 0 0,-1 1-1 0 0,1-1 1 0 0,0 1-1 0 0,0 0 0 0 0,-1-1 1 0 0,1 1-1 0 0,0 0 1 0 0,0 0-1 0 0,0 0 1 0 0,0 0-1 0 0,0 0 1 0 0,-1 1-1 0 0,-1 1-7 0 0,0 0-1 0 0,0 1 1 0 0,1-1 0 0 0,-1 0-1 0 0,1 1 1 0 0,0 0 0 0 0,0 0-1 0 0,-2 5 1 0 0,-12 50 1115 0 0,2 1 0 0 0,3 1 0 0 0,-3 69 1 0 0,10 244-999 0 0,0-129 183 0 0,-1-59 87 0 0,-1 13-269 0 0,3 94 57 0 0,18 134 227 0 0,29 19 1001 0 0,-30-283-1106 0 0,-9-83-299 0 0,-4-74-247 0 0,-1 1-1 0 0,1-1 0 0 0,-1 0 0 0 0,-1 1 1 0 0,1-1-1 0 0,-1 0 0 0 0,0 0 1 0 0,-3 9-1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1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3225 0 0,'9'216'7763'0'0,"-1"-35"-3924"0"0,1-23-810 0 0,-1 18-1620 0 0,-6-159-2897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2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 9218 0 0,'-5'-5'9047'0'0,"4"35"-8490"0"0,2-1 0 0 0,1 0-1 0 0,2 1 1 0 0,0-1-1 0 0,10 29 1 0 0,52 141-322 0 0,-2-12-134 0 0,-59-165-135 0 0,-1-1-1 0 0,3 25 1 0 0,-6-8-5977 0 0,-2-16-790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2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2 142 920 0 0,'0'-1'105'0'0,"-1"0"-1"0"0,1 0 1 0 0,0 0-1 0 0,0 0 1 0 0,0-1-1 0 0,0 1 0 0 0,0 0 1 0 0,0 0-1 0 0,0 0 1 0 0,0 0-1 0 0,1 0 1 0 0,-1-1-1 0 0,0 1 1 0 0,1 0-1 0 0,-1 0 1 0 0,1 0-1 0 0,-1 0 1 0 0,1 0-1 0 0,-1 0 0 0 0,1 0 1 0 0,0 0-1 0 0,-1 0 1 0 0,1 0-1 0 0,0 1 1 0 0,0-1-1 0 0,0 0 1 0 0,0 0-1 0 0,0 1 1 0 0,1-2-1 0 0,34-25 2742 0 0,-30 23-2174 0 0,20-14 1885 0 0,34-22 1198 0 0,-19 22-4470 0 0,-29 15-4012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2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 5065 0 0,'20'-2'1700'0'0,"0"0"-1"0"0,0-2 1 0 0,-1 0-1 0 0,32-11 1 0 0,18-4-551 0 0,-21 8-1762 0 0,-38 7 613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3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6913 0 0,'0'-1'5602'0'0,"6"6"-5124"0"0,0-1 0 0 0,-1 1 1 0 0,0 1-1 0 0,0-1 0 0 0,-1 1 1 0 0,1 0-1 0 0,4 9 0 0 0,26 53 1473 0 0,-1-1-1091 0 0,19 23-592 0 0,-30-48-174 0 0,3 0 0 0 0,0-2 0 0 0,33 37 0 0 0,-39-62 1020 0 0,-13-18-185 0 0,-5-11-445 0 0,11-139 528 0 0,-7 110-910 0 0,-3 9-102 0 0,17-113 120 0 0,-14 121-587 0 0,0 0 1 0 0,1 1 0 0 0,16-38-1 0 0,-15 47-588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4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7834 0 0,'3'-2'696'0'0,"1"1"-560"0"0,0 1-136 0 0,-1-1 0 0 0,0-1 392 0 0,1-1 56 0 0,5-1 0 0 0,5-3 8 0 0,4-1-88 0 0,1-1-16 0 0,2-1-8 0 0,-3 2 1 0 0,1-1-1226 0 0,-1 3-239 0 0,1 0-56 0 0,-2 0-8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44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 8290 0 0,'0'-2'368'0'0,"0"1"80"0"0,0 0-360 0 0,2 1-88 0 0,-1 0 0 0 0,0 0 0 0 0,2 0 168 0 0,1 0 24 0 0,3 0 0 0 0,3 0 0 0 0,2 2-104 0 0,0 1-24 0 0,4 3 0 0 0,-1-1 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4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8754 0 0,'0'0'129'0'0,"-1"1"1"0"0,0-1-1 0 0,0 1 0 0 0,1-1 1 0 0,-1 1-1 0 0,0-1 0 0 0,1 1 1 0 0,-1-1-1 0 0,0 1 0 0 0,1 0 1 0 0,-1-1-1 0 0,1 1 0 0 0,-1 0 1 0 0,1 0-1 0 0,0-1 0 0 0,-1 1 1 0 0,1 0-1 0 0,0 0 0 0 0,-1 0 1 0 0,1 0-1 0 0,0-1 0 0 0,0 1 1 0 0,0 0-1 0 0,0 0 0 0 0,0 0 1 0 0,0 0-1 0 0,0 0 0 0 0,0-1 1 0 0,0 1-1 0 0,0 0 0 0 0,0 0 1 0 0,0 0-1 0 0,1 0 0 0 0,0 1 1 0 0,6 32 1193 0 0,101 294 1445 0 0,-66-205-3239 0 0,-29-87-91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5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9218 0 0,'5'14'4898'0'0,"11"34"-2954"0"0,1 3-1306 0 0,-6-19-550 0 0,56 147 995 0 0,-51-142-2104 0 0,2-1 1 0 0,39 59-1 0 0,-43-75-4392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5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11 204 6913 0 0,'-1'-2'110'0'0,"0"0"0"0"0,0 0 0 0 0,-1 0-1 0 0,1 0 1 0 0,1 0 0 0 0,-1 0-1 0 0,0 0 1 0 0,0-1 0 0 0,1 1 0 0 0,0 0-1 0 0,-1-1 1 0 0,1 1 0 0 0,0 0-1 0 0,0-1 1 0 0,0 1 0 0 0,0 0 0 0 0,0 0-1 0 0,1-1 1 0 0,-1 1 0 0 0,1 0-1 0 0,0-1 1 0 0,1-2 0 0 0,0 1 77 0 0,1 0 1 0 0,0 0-1 0 0,0 0 1 0 0,0 0-1 0 0,0 1 0 0 0,1-1 1 0 0,-1 1-1 0 0,1 0 1 0 0,0 0-1 0 0,5-3 0 0 0,8-4-121 0 0,0 1-1 0 0,0 1 1 0 0,1 1-1 0 0,-1 0 0 0 0,38-8 1 0 0,98-10-225 0 0,-41 9 13 0 0,-49 6 42 0 0,-63 10 117 0 0,0 1 0 0 0,0 0 0 0 0,0 0 0 0 0,0-1 0 0 0,0 1 0 0 0,-1 0 0 0 0,1-1 0 0 0,0 1 0 0 0,0 0 0 0 0,-1-1 0 0 0,1 1 0 0 0,-1-1 0 0 0,1 1 0 0 0,0 0 0 0 0,-1-1 0 0 0,1 1 0 0 0,-1-1-1 0 0,1 1 1 0 0,-1-1 0 0 0,1 1 0 0 0,-1-1 0 0 0,0 0 0 0 0,1 1 0 0 0,-1-1 0 0 0,0 1 0 0 0,-19 17 625 0 0,2-4-41 0 0,2 0-1 0 0,0 2 1 0 0,-25 29-1 0 0,36-39-532 0 0,1-1 0 0 0,0 1 0 0 0,1 0 0 0 0,-1 0 0 0 0,1 0 0 0 0,1 1 0 0 0,-1-1 0 0 0,1 1 0 0 0,0 0 0 0 0,0-1 0 0 0,1 1 0 0 0,0 0 0 0 0,0 0 0 0 0,1 0 0 0 0,0 0 0 0 0,1 10 0 0 0,-2-17-64 0 0,1 1-1 0 0,1 0 0 0 0,-1 0 0 0 0,0 0 1 0 0,0 0-1 0 0,0-1 0 0 0,0 1 1 0 0,0 0-1 0 0,1 0 0 0 0,-1-1 0 0 0,0 1 1 0 0,1 0-1 0 0,-1 0 0 0 0,1-1 0 0 0,-1 1 1 0 0,1 0-1 0 0,-1-1 0 0 0,1 1 0 0 0,-1 0 1 0 0,1-1-1 0 0,0 1 0 0 0,-1-1 1 0 0,1 1-1 0 0,0-1 0 0 0,-1 1 0 0 0,1-1 1 0 0,0 0-1 0 0,1 1 0 0 0,-1-1-2 0 0,1 0 0 0 0,-1 0 0 0 0,1 0 0 0 0,-1-1 0 0 0,1 1-1 0 0,-1-1 1 0 0,1 1 0 0 0,-1-1 0 0 0,0 1 0 0 0,1-1 0 0 0,-1 0 0 0 0,0 1 0 0 0,0-1-1 0 0,2-2 1 0 0,3-1-6 0 0,-1-1-1 0 0,0 1 0 0 0,0-2 1 0 0,-1 1-1 0 0,0 0 0 0 0,4-7 0 0 0,9-24 136 0 0,-12 23-21 0 0,1 1 0 0 0,0 0 0 0 0,11-16 0 0 0,-17 28-66 0 0,1 0 0 0 0,-1-1 0 0 0,0 1 0 0 0,1 0 0 0 0,-1-1 0 0 0,0 1 0 0 0,1 0 0 0 0,-1-1 0 0 0,0 1 0 0 0,1 0 0 0 0,-1 0 0 0 0,1 0 0 0 0,-1-1 0 0 0,0 1 0 0 0,1 0 0 0 0,-1 0 0 0 0,1 0 0 0 0,-1 0 0 0 0,1 0 0 0 0,-1 0 0 0 0,1 0 0 0 0,-1 0 1 0 0,1 0-1 0 0,-1 0 0 0 0,0 0 0 0 0,1 0 0 0 0,-1 0 0 0 0,1 0 0 0 0,-1 0 0 0 0,1 0 0 0 0,-1 0 0 0 0,1 1 0 0 0,-1-1 0 0 0,0 0 0 0 0,1 0 0 0 0,-1 1 0 0 0,1-1 0 0 0,-1 0 0 0 0,0 0 0 0 0,1 1 0 0 0,-1-1 0 0 0,0 0 0 0 0,0 1 0 0 0,1-1 0 0 0,-1 1 0 0 0,0-1 0 0 0,0 0 0 0 0,1 1 0 0 0,-1-1 0 0 0,0 1 0 0 0,17 31 898 0 0,-8-12-467 0 0,-1-8-522 0 0,0-1 1 0 0,1 0 0 0 0,0-1 0 0 0,1 0 0 0 0,0 0-1 0 0,1-1 1 0 0,21 15 0 0 0,-15-14-689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5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54 6449 0 0,'-1'-6'-216'0'0,"0"1"665"0"0,1 0 1 0 0,-2 1-1 0 0,1-1 1 0 0,0 0-1 0 0,-1 0 1 0 0,0 1 0 0 0,-2-5-1 0 0,3 8-348 0 0,1 1-1 0 0,0 0 1 0 0,-1-1 0 0 0,1 1-1 0 0,0 0 1 0 0,-1-1 0 0 0,1 1-1 0 0,0 0 1 0 0,-1 0 0 0 0,1-1-1 0 0,-1 1 1 0 0,1 0 0 0 0,-1 0-1 0 0,1-1 1 0 0,0 1 0 0 0,-1 0-1 0 0,1 0 1 0 0,-1 0 0 0 0,1 0-1 0 0,-1 0 1 0 0,1 0-1 0 0,-1 0 1 0 0,1 0 0 0 0,-1 0-1 0 0,1 0 1 0 0,-1 0 0 0 0,1 0-1 0 0,-1 0 1 0 0,0 1 0 0 0,-1 0 75 0 0,1 0 0 0 0,-1 0 0 0 0,0 0 0 0 0,0 1 0 0 0,0-1 0 0 0,1 0 0 0 0,-1 1 1 0 0,1 0-1 0 0,-1-1 0 0 0,-1 4 0 0 0,-4 3 1 0 0,1 1-1 0 0,0-1 1 0 0,1 1 0 0 0,0 0 0 0 0,0 1 0 0 0,1-1 0 0 0,0 1-1 0 0,1 0 1 0 0,0 0 0 0 0,0 0 0 0 0,-1 11 0 0 0,8-6-57 0 0,4-14-203 0 0,-6-2 73 0 0,0 0 1 0 0,-1 0-1 0 0,1 0 0 0 0,-1 0 1 0 0,0 0-1 0 0,1-1 0 0 0,-1 1 1 0 0,0-1-1 0 0,0 1 0 0 0,0-1 1 0 0,0 1-1 0 0,1-3 1 0 0,3-6 4 0 0,2-5-5 0 0,1 1 0 0 0,0-1 0 0 0,1 1 0 0 0,13-16 0 0 0,-20 28 14 0 0,-1 0 1 0 0,1 0 0 0 0,0 0-1 0 0,0 0 1 0 0,-1 0-1 0 0,1 1 1 0 0,1-1-1 0 0,-1 1 1 0 0,0-1-1 0 0,0 1 1 0 0,0-1-1 0 0,1 1 1 0 0,-1 0-1 0 0,1 0 1 0 0,-1 1-1 0 0,1-1 1 0 0,-1 0 0 0 0,1 1-1 0 0,0-1 1 0 0,-1 1-1 0 0,1 0 1 0 0,0 0-1 0 0,-1 0 1 0 0,1 0-1 0 0,-1 0 1 0 0,1 1-1 0 0,0-1 1 0 0,-1 1-1 0 0,1 0 1 0 0,-1 0 0 0 0,1 0-1 0 0,-1 0 1 0 0,0 0-1 0 0,5 3 1 0 0,-2 0 40 0 0,0 1 0 0 0,0 0 0 0 0,-1 1 0 0 0,0-1 0 0 0,0 1 0 0 0,0-1 0 0 0,0 1 1 0 0,-1 0-1 0 0,0 0 0 0 0,0 1 0 0 0,-1-1 0 0 0,1 1 0 0 0,-2-1 0 0 0,2 9 0 0 0,3 15 517 0 0,4 52 0 0 0,-10-68-332 0 0,0 0-1 0 0,0 1 1 0 0,-2-1-1 0 0,1 0 1 0 0,-2 0-1 0 0,0 0 1 0 0,-1 0-1 0 0,-6 17 1 0 0,8-26-302 0 0,0 1 0 0 0,-1-1-1 0 0,1 0 1 0 0,-1 0 0 0 0,0 0 0 0 0,0 0 0 0 0,-1 0 0 0 0,0-1 0 0 0,1 1 0 0 0,-1-1-1 0 0,-1 0 1 0 0,1 0 0 0 0,0-1 0 0 0,-1 1 0 0 0,0-1 0 0 0,0 0 0 0 0,0 0 0 0 0,0-1-1 0 0,-1 1 1 0 0,1-1 0 0 0,0 0 0 0 0,-1-1 0 0 0,-6 2 0 0 0,-1-3-583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6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0 125 6913 0 0,'15'11'-461'0'0,"-3"-3"1171"0"0,1 1-1 0 0,26 12 0 0 0,-37-20-484 0 0,1 0-1 0 0,0 1 1 0 0,0-1 0 0 0,-1-1-1 0 0,1 1 1 0 0,0 0 0 0 0,0-1-1 0 0,0 1 1 0 0,0-1 0 0 0,0 0-1 0 0,0 0 1 0 0,0 0 0 0 0,0 0-1 0 0,0-1 1 0 0,0 1 0 0 0,0-1-1 0 0,0 0 1 0 0,-1 0 0 0 0,1 0 0 0 0,0 0-1 0 0,3-1 1 0 0,-4 0-87 0 0,0 0 0 0 0,0 0 0 0 0,-1 0 1 0 0,1-1-1 0 0,0 1 0 0 0,-1 0 0 0 0,1 0 0 0 0,-1-1 0 0 0,0 1 1 0 0,0-1-1 0 0,0 1 0 0 0,0-1 0 0 0,0 0 0 0 0,-1 1 0 0 0,1-1 0 0 0,-1 0 1 0 0,1 0-1 0 0,-1 1 0 0 0,0-1 0 0 0,0 0 0 0 0,0 0 0 0 0,-1 1 1 0 0,1-1-1 0 0,-1 0 0 0 0,1 1 0 0 0,-1-1 0 0 0,-1-3 0 0 0,-3-7 62 0 0,1-1-1 0 0,-2 1 0 0 0,-11-22 0 0 0,16 34-175 0 0,1-1 0 0 0,-1 1 0 0 0,0-1-1 0 0,0 1 1 0 0,1 0 0 0 0,-1-1 0 0 0,0 1 0 0 0,0 0 0 0 0,0 0 0 0 0,-1-1 0 0 0,1 1 0 0 0,0 0-1 0 0,0 0 1 0 0,-1 0 0 0 0,1 0 0 0 0,0 1 0 0 0,-1-1 0 0 0,1 0 0 0 0,-1 0 0 0 0,1 1 0 0 0,-1-1-1 0 0,1 1 1 0 0,-3-1 0 0 0,3 2-11 0 0,-1-1 0 0 0,1 1 0 0 0,0 0 1 0 0,0 0-1 0 0,0 0 0 0 0,0-1 0 0 0,0 1 0 0 0,0 0 0 0 0,0 0 0 0 0,0 1 0 0 0,0-1 0 0 0,1 0 1 0 0,-1 0-1 0 0,0 0 0 0 0,1 0 0 0 0,-1 1 0 0 0,1-1 0 0 0,-1 0 0 0 0,1 1 0 0 0,-1-1 0 0 0,1 0 0 0 0,0 1 1 0 0,0-1-1 0 0,0 0 0 0 0,0 1 0 0 0,0-1 0 0 0,0 3 0 0 0,0 3 44 0 0,-1 1 0 0 0,1 0 0 0 0,1-1 1 0 0,0 1-1 0 0,0-1 0 0 0,0 1 0 0 0,1-1 0 0 0,0 1 0 0 0,1-1 0 0 0,0 0 1 0 0,0 0-1 0 0,0 0 0 0 0,1 0 0 0 0,0-1 0 0 0,0 0 0 0 0,0 1 0 0 0,1-1 0 0 0,0-1 1 0 0,0 1-1 0 0,10 7 0 0 0,-6-6-47 0 0,0 0 0 0 0,1-1 0 0 0,0 0 0 0 0,1 0 0 0 0,-1-1 0 0 0,1 0 0 0 0,0-1 1 0 0,0 0-1 0 0,1-1 0 0 0,-1 0 0 0 0,1-1 0 0 0,20 1 0 0 0,-5-2-249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8.0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136 104 3225 0 0,'-1'-7'509'0'0,"1"0"-1"0"0,-1 1 1 0 0,-1-1 0 0 0,1 0 0 0 0,-1 1 0 0 0,0-1 0 0 0,-1 1 0 0 0,1 0-1 0 0,-1-1 1 0 0,-7-8 0 0 0,9 13-345 0 0,0 0 0 0 0,0 1 0 0 0,0 0 0 0 0,0-1 0 0 0,0 1 0 0 0,0-1 0 0 0,-1 1 0 0 0,1 0 0 0 0,0 0 0 0 0,-1 0-1 0 0,1 0 1 0 0,-1 0 0 0 0,0 0 0 0 0,1 0 0 0 0,-1 1 0 0 0,0-1 0 0 0,1 0 0 0 0,-1 1 0 0 0,0-1 0 0 0,0 1 0 0 0,1 0 0 0 0,-1 0 0 0 0,0 0 0 0 0,0 0 0 0 0,0 0 0 0 0,1 0 0 0 0,-1 0 0 0 0,0 0-1 0 0,0 1 1 0 0,0-1 0 0 0,1 1 0 0 0,-1-1 0 0 0,0 1 0 0 0,1 0 0 0 0,-1-1 0 0 0,0 1 0 0 0,1 0 0 0 0,-1 0 0 0 0,1 0 0 0 0,0 1 0 0 0,-1-1 0 0 0,1 0 0 0 0,0 0 0 0 0,0 1 0 0 0,-2 1-1 0 0,-1 3 58 0 0,-1 0 0 0 0,1 0 0 0 0,1 0 0 0 0,-1 0 0 0 0,1 1 0 0 0,0-1-1 0 0,1 1 1 0 0,-1 0 0 0 0,1 0 0 0 0,1 0 0 0 0,-1 0 0 0 0,1 0-1 0 0,1 0 1 0 0,-1 0 0 0 0,2 12 0 0 0,0 8 78 0 0,1 0 1 0 0,11 47-1 0 0,-11-62-264 0 0,2 0 0 0 0,0 0 0 0 0,1 0-1 0 0,0-1 1 0 0,0 0 0 0 0,1 0 0 0 0,1 0 0 0 0,0-1-1 0 0,0 0 1 0 0,1 0 0 0 0,0-1 0 0 0,13 12 0 0 0,-17-18-46 0 0,0 1-1 0 0,1 0 1 0 0,-1-1 0 0 0,1 0 0 0 0,0 0-1 0 0,0-1 1 0 0,0 1 0 0 0,0-1 0 0 0,1 0 0 0 0,-1 0-1 0 0,1-1 1 0 0,-1 1 0 0 0,1-1 0 0 0,-1-1-1 0 0,1 1 1 0 0,0-1 0 0 0,-1 0 0 0 0,1 0 0 0 0,0-1-1 0 0,-1 1 1 0 0,1-1 0 0 0,0 0 0 0 0,-1-1-1 0 0,1 0 1 0 0,-1 0 0 0 0,0 0 0 0 0,0 0 0 0 0,0-1-1 0 0,6-3 1 0 0,12-13-1061 0 0,-9 5-3964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8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18 4609 0 0,'-5'-3'-673'0'0,"-25"-8"12155"0"0,30 12-11385 0 0,7 15 1477 0 0,1-3-1005 0 0,7 13 170 0 0,0-2 0 0 0,27 31 0 0 0,-37-49-705 0 0,0 0-1 0 0,0-1 1 0 0,0 0 0 0 0,1 0-1 0 0,-1-1 1 0 0,1 0 0 0 0,1 0-1 0 0,-1 0 1 0 0,0 0 0 0 0,1-1 0 0 0,0 0-1 0 0,0-1 1 0 0,0 1 0 0 0,14 1-1 0 0,-19-3-92 0 0,0-1-1 0 0,1 0 0 0 0,-1 0 0 0 0,0 0 0 0 0,0 0 1 0 0,1 0-1 0 0,-1 0 0 0 0,0-1 0 0 0,1 1 0 0 0,-1-1 0 0 0,0 1 1 0 0,0-1-1 0 0,0 0 0 0 0,0 0 0 0 0,0 0 0 0 0,0 0 1 0 0,0-1-1 0 0,0 1 0 0 0,0 0 0 0 0,0-1 0 0 0,0 1 1 0 0,-1-1-1 0 0,1 0 0 0 0,-1 1 0 0 0,1-1 0 0 0,-1 0 1 0 0,0 0-1 0 0,0 0 0 0 0,0 0 0 0 0,0 0 0 0 0,0 0 0 0 0,0-1 1 0 0,0 1-1 0 0,-1 0 0 0 0,1 0 0 0 0,0-4 0 0 0,0-9-518 0 0,1 1 0 0 0,-2 0-1 0 0,0-1 1 0 0,-4-24-1 0 0,2 18 755 0 0,2 19-174 0 0,0 0-1 0 0,0 1 1 0 0,-1-1-1 0 0,1 0 1 0 0,0 1-1 0 0,0-1 1 0 0,1 0-1 0 0,-1 0 1 0 0,0 1-1 0 0,0-1 1 0 0,1 1-1 0 0,-1-1 1 0 0,1 0-1 0 0,0 1 1 0 0,-1-1-1 0 0,1 1 1 0 0,0-1-1 0 0,0 1 1 0 0,1-3-1 0 0,-1 4 5 0 0,-1 0 0 0 0,1 0-1 0 0,-1 0 1 0 0,1 0 0 0 0,-1-1-1 0 0,1 1 1 0 0,-1 0 0 0 0,1 0-1 0 0,-1 0 1 0 0,1 0 0 0 0,-1 0-1 0 0,1 0 1 0 0,-1 0 0 0 0,0 0-1 0 0,1 0 1 0 0,-1 1 0 0 0,1-1-1 0 0,-1 0 1 0 0,1 0-1 0 0,-1 0 1 0 0,1 0 0 0 0,-1 1-1 0 0,1-1 1 0 0,15 16 232 0 0,-4 0 175 0 0,26 31 1144 0 0,-35-43-1846 0 0,1-1 1 0 0,0 0 0 0 0,0 0 0 0 0,0 0 0 0 0,8 4-1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8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1 166 6913 0 0,'5'0'515'0'0,"-1"0"-1"0"0,1 1 0 0 0,0-1 0 0 0,0 1 1 0 0,0 0-1 0 0,-1 1 0 0 0,1-1 0 0 0,-1 1 1 0 0,1 0-1 0 0,4 3 0 0 0,1 1 289 0 0,0 1-1 0 0,-1 0 0 0 0,13 13 0 0 0,-8-7-541 0 0,-3-2 73 0 0,-1-1-1 0 0,2 0 1 0 0,-1-1-1 0 0,24 14 1 0 0,-39-26-219 0 0,0 0 1 0 0,1 0-1 0 0,-1 0 1 0 0,0-1-1 0 0,1 1 0 0 0,0-1 1 0 0,0 0-1 0 0,0 0 1 0 0,0 0-1 0 0,1 0 1 0 0,-4-9-1 0 0,1 2 236 0 0,0-1 0 0 0,1 0 0 0 0,-5-20-1 0 0,7 18-400 0 0,0-1-1 0 0,0 0 1 0 0,2 0-1 0 0,0-16 1 0 0,1 26-336 0 0,-1 0 0 0 0,0 0 0 0 0,1 0 0 0 0,0 0 0 0 0,0 0 0 0 0,1 0 1 0 0,-1 0-1 0 0,1 1 0 0 0,0-1 0 0 0,0 1 0 0 0,1-1 0 0 0,0 1 0 0 0,-1 0 0 0 0,1 0 1 0 0,6-7-1 0 0,-8 10 161 0 0,0 1-1 0 0,0-1 1 0 0,0 0 0 0 0,-1 1 0 0 0,1-1 0 0 0,0 1 0 0 0,0-1 0 0 0,0 1 0 0 0,0 0 0 0 0,0-1 0 0 0,0 1 0 0 0,0 0 0 0 0,0 0-1 0 0,0 0 1 0 0,0-1 0 0 0,0 1 0 0 0,0 0 0 0 0,0 0 0 0 0,0 0 0 0 0,0 1 0 0 0,0-1 0 0 0,0 0 0 0 0,0 0 0 0 0,0 0-1 0 0,0 1 1 0 0,0-1 0 0 0,0 1 0 0 0,0-1 0 0 0,0 1 0 0 0,-1-1 0 0 0,2 1 0 0 0,3 6-441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7:59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0 244 5529 0 0,'2'-2'325'0'0,"0"-1"0"0"0,0 1-1 0 0,0 0 1 0 0,1 0 0 0 0,-1 1-1 0 0,1-1 1 0 0,-1 0 0 0 0,1 1-1 0 0,-1-1 1 0 0,1 1 0 0 0,0 0 0 0 0,0 0-1 0 0,0 0 1 0 0,-1 0 0 0 0,1 1-1 0 0,0-1 1 0 0,0 1 0 0 0,0 0 0 0 0,0 0-1 0 0,0 0 1 0 0,0 0 0 0 0,0 0-1 0 0,0 0 1 0 0,0 1 0 0 0,0 0-1 0 0,6 1 1 0 0,-4 1-119 0 0,0 0 1 0 0,0 0-1 0 0,0 1 0 0 0,0 0 1 0 0,0-1-1 0 0,-1 2 0 0 0,0-1 1 0 0,0 0-1 0 0,0 1 0 0 0,0 0 1 0 0,-1 0-1 0 0,6 9 0 0 0,-7-9-169 0 0,1-1 1 0 0,0 0 1 0 0,-1 0-1 0 0,0 0 1 0 0,0 1-1 0 0,0-1 1 0 0,0 1-1 0 0,-1-1 1 0 0,1 1 0 0 0,-1 0-1 0 0,0-1 1 0 0,-1 1-1 0 0,1 7 1 0 0,2-82 2937 0 0,6 21-3538 0 0,19-59 0 0 0,-17 76-3189 0 0,17-36-1 0 0,-13 40-1384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00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18 326 3225 0 0,'8'-8'1616'0'0,"0"-1"0"0"0,0-1 0 0 0,11-17 0 0 0,-16 20-1520 0 0,1 1 0 0 0,-1-1 0 0 0,0 0 0 0 0,0 0 0 0 0,-1-1 0 0 0,0 1-1 0 0,0 0 1 0 0,-1-1 0 0 0,0 0 0 0 0,0 1 0 0 0,0-1 0 0 0,-2-13 0 0 0,0 17 43 0 0,1-1 0 0 0,-1 0 1 0 0,0 1-1 0 0,-1-1 1 0 0,1 0-1 0 0,-1 1 0 0 0,0 0 1 0 0,-4-8-1 0 0,6 11-106 0 0,-1 1 1 0 0,0-1 0 0 0,1 0-1 0 0,-1 0 1 0 0,1 1-1 0 0,-1-1 1 0 0,0 0-1 0 0,0 1 1 0 0,1-1-1 0 0,-1 1 1 0 0,0-1-1 0 0,0 1 1 0 0,0-1-1 0 0,1 1 1 0 0,-1 0-1 0 0,0 0 1 0 0,0-1-1 0 0,0 1 1 0 0,0 0-1 0 0,-1 0 1 0 0,1 0-15 0 0,-1 0 0 0 0,1 1 0 0 0,-1-1 1 0 0,1 0-1 0 0,0 1 0 0 0,0 0 0 0 0,-1-1 1 0 0,1 1-1 0 0,0 0 0 0 0,0-1 0 0 0,-1 1 1 0 0,1 0-1 0 0,0 0 0 0 0,0 0 0 0 0,0 0 1 0 0,0 0-1 0 0,-1 2 0 0 0,-1 1-54 0 0,-1 1-1 0 0,1-1 1 0 0,1 1-1 0 0,-1-1 1 0 0,0 1 0 0 0,1 0-1 0 0,0-1 1 0 0,0 1-1 0 0,1 1 1 0 0,-1-1-1 0 0,1 0 1 0 0,0 0-1 0 0,1 0 1 0 0,-1 1 0 0 0,1-1-1 0 0,0 0 1 0 0,0 0-1 0 0,1 1 1 0 0,-1-1-1 0 0,1 0 1 0 0,0 0-1 0 0,4 9 1 0 0,-4-10 72 0 0,1 0 1 0 0,1 0-1 0 0,-1 0 1 0 0,0 0-1 0 0,1 0 0 0 0,0-1 1 0 0,0 1-1 0 0,0-1 1 0 0,0 0-1 0 0,1 0 0 0 0,-1 0 1 0 0,1 0-1 0 0,0 0 1 0 0,0-1-1 0 0,0 0 0 0 0,0 0 1 0 0,0 0-1 0 0,0 0 1 0 0,0-1-1 0 0,1 1 0 0 0,-1-1 1 0 0,1 0-1 0 0,-1 0 1 0 0,1-1-1 0 0,-1 0 0 0 0,7 0 1 0 0,-10 0-19 0 0,1 0 0 0 0,-1-1 1 0 0,1 1-1 0 0,-1-1 0 0 0,0 1 0 0 0,1-1 1 0 0,-1 0-1 0 0,1 0 0 0 0,-1 0 0 0 0,0 0 1 0 0,0 0-1 0 0,1 0 0 0 0,-1 0 0 0 0,0 0 1 0 0,0 0-1 0 0,0 0 0 0 0,0-1 0 0 0,-1 1 1 0 0,1 0-1 0 0,0-1 0 0 0,0 1 0 0 0,-1 0 1 0 0,1-1-1 0 0,-1 1 0 0 0,1-3 0 0 0,12-47 342 0 0,-10 36-210 0 0,2-6-68 0 0,-1-1-38 0 0,2 1 0 0 0,0-1 1 0 0,12-23-1 0 0,-18 44-13 0 0,0 1 0 0 0,1-1 0 0 0,-1 0-1 0 0,1 0 1 0 0,0 0 0 0 0,-1 1 0 0 0,1-1 0 0 0,-1 0-1 0 0,1 0 1 0 0,0 1 0 0 0,0-1 0 0 0,-1 1 0 0 0,1-1 0 0 0,0 1-1 0 0,0-1 1 0 0,0 1 0 0 0,0-1 0 0 0,0 1 0 0 0,0 0-1 0 0,-1-1 1 0 0,1 1 0 0 0,0 0 0 0 0,0 0 0 0 0,0 0 0 0 0,0 0-1 0 0,0 0 1 0 0,0 0 0 0 0,0 0 0 0 0,0 0 0 0 0,0 0-1 0 0,0 0 1 0 0,0 0 0 0 0,0 1 0 0 0,0-1 0 0 0,0 0-1 0 0,0 1 1 0 0,0-1 0 0 0,-1 1 0 0 0,1-1 0 0 0,0 1 0 0 0,0-1-1 0 0,0 1 1 0 0,-1 0 0 0 0,1-1 0 0 0,0 1 0 0 0,-1 0-1 0 0,2 1 1 0 0,5 5 243 0 0,0 0-1 0 0,-1 0 0 0 0,9 13 1 0 0,-12-17-127 0 0,7 13 45 0 0,19 23 535 0 0,-28-37-702 0 0,1 0 0 0 0,-1-1-1 0 0,1 1 1 0 0,-1-1 0 0 0,1 1 0 0 0,0-1 0 0 0,0 1 0 0 0,0-1-1 0 0,0 0 1 0 0,0 0 0 0 0,0 0 0 0 0,0 0 0 0 0,0 0 0 0 0,0-1-1 0 0,0 1 1 0 0,4 0 0 0 0,-5-2-26 0 0,0 1 0 0 0,1 0 0 0 0,-1-1 0 0 0,0 1 0 0 0,1-1 0 0 0,-1 0 0 0 0,0 1 0 0 0,1-1 0 0 0,-1 0 0 0 0,0 0 0 0 0,0 0 0 0 0,0 0 0 0 0,0 0 0 0 0,0 0 0 0 0,0 0 0 0 0,0 0 0 0 0,0 0 0 0 0,-1 0 0 0 0,1-1 0 0 0,0 1 0 0 0,-1 0 0 0 0,1-1 0 0 0,-1 1 0 0 0,1 0 0 0 0,0-3 0 0 0,9-38 0 0 0,-9 36 0 0 0,2-16 135 0 0,-2 10 100 0 0,1-1 1 0 0,1 0-1 0 0,4-13 1 0 0,-7 23-210 0 0,1 1 1 0 0,0 0 0 0 0,0 0 0 0 0,0 0 0 0 0,0 0 0 0 0,0 0 0 0 0,0 0 0 0 0,0 1 0 0 0,0-1 0 0 0,1 0 0 0 0,-1 1 0 0 0,1-1 0 0 0,0 0 0 0 0,-1 1-1 0 0,1 0 1 0 0,0-1 0 0 0,0 1 0 0 0,0 0 0 0 0,-1 0 0 0 0,1 0 0 0 0,0 0 0 0 0,1 0 0 0 0,-1 1 0 0 0,3-1 0 0 0,-4 1-16 0 0,1 0-1 0 0,-1 0 1 0 0,0 0 0 0 0,1 0 0 0 0,-1 1 0 0 0,0-1-1 0 0,0 1 1 0 0,1-1 0 0 0,-1 1 0 0 0,0-1 0 0 0,0 1 0 0 0,0 0-1 0 0,0-1 1 0 0,0 1 0 0 0,0 0 0 0 0,0 0 0 0 0,0 0-1 0 0,0 0 1 0 0,0 0 0 0 0,0 0 0 0 0,1 1 0 0 0,18 32 62 0 0,-5-9 74 0 0,-14-23-209 0 0,1 0-1 0 0,0 0 1 0 0,-1-1-1 0 0,1 1 0 0 0,0-1 1 0 0,0 1-1 0 0,0-1 1 0 0,0 0-1 0 0,0 0 0 0 0,0 1 1 0 0,0-1-1 0 0,0-1 1 0 0,1 1-1 0 0,-1 0 0 0 0,0-1 1 0 0,1 1-1 0 0,-1-1 1 0 0,4 1-1 0 0,4-3-1012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00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5065 0 0,'9'11'3699'0'0,"1"0"1"0"0,12 21-1 0 0,36 70-2292 0 0,-29-48-596 0 0,40 64-541 0 0,-52-91-605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0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2 183 8290 0 0,'-2'-4'736'0'0,"2"1"-584"0"0,2-1-152 0 0,-1 1 0 0 0,2 2 480 0 0,0-2 72 0 0,1-1 16 0 0,4-3 0 0 0,6-2-248 0 0,5-5-39 0 0,7-3-17 0 0,2 1 0 0 0,2-1-264 0 0,1-1 0 0 0,3 2 0 0 0,-1 1 0 0 0,2-2 0 0 0,0 2 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6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56 8290 0 0,'-6'-28'1662'0'0,"9"1"4816"0"0,-3 27-6368 0 0,1 0-1 0 0,-1 0 0 0 0,0 0 1 0 0,1 0-1 0 0,-1 1 0 0 0,1-1 1 0 0,-1 0-1 0 0,1 0 1 0 0,-1 1-1 0 0,0-1 0 0 0,1 0 1 0 0,-1 1-1 0 0,0-1 0 0 0,1 0 1 0 0,-1 1-1 0 0,0-1 1 0 0,1 1-1 0 0,-1-1 0 0 0,0 0 1 0 0,0 1-1 0 0,1-1 1 0 0,-1 1-1 0 0,0-1 0 0 0,0 1 1 0 0,0-1-1 0 0,0 1 0 0 0,0-1 1 0 0,0 1-1 0 0,10 20 371 0 0,12 59 225 0 0,-3 0 1 0 0,15 153 0 0 0,-13-73-364 0 0,42 122-546 0 0,-61-272-1982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6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1 172 6449 0 0,'5'-7'223'0'0,"0"0"1"0"0,1 0-1 0 0,0 1 0 0 0,0 0 0 0 0,1 0 0 0 0,-1 0 0 0 0,13-7 0 0 0,57-29 2317 0 0,-53 30-1888 0 0,-15 7-337 0 0,14-6 1096 0 0,0 0 1 0 0,39-13 0 0 0,-56 22-1415 0 0,-1 1 1 0 0,1-1-1 0 0,0 1 1 0 0,0 0-1 0 0,0 1 1 0 0,-1-1-1 0 0,1 1 1 0 0,0 0-1 0 0,0 0 1 0 0,0 0-1 0 0,0 1 1 0 0,0 0-1 0 0,0 0 1 0 0,-1 0-1 0 0,1 0 1 0 0,0 1-1 0 0,-1 0 1 0 0,1 0-1 0 0,-1 0 1 0 0,6 3-1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6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84 7370 0 0,'0'0'54'0'0,"0"0"0"0"0,0 1 1 0 0,0-1-1 0 0,0 0 0 0 0,0 0 1 0 0,0 0-1 0 0,0 0 0 0 0,0 0 0 0 0,0 1 1 0 0,0-1-1 0 0,0 0 0 0 0,0 0 1 0 0,0 0-1 0 0,0 0 0 0 0,0 1 1 0 0,0-1-1 0 0,0 0 0 0 0,0 0 1 0 0,0 0-1 0 0,0 0 0 0 0,1 1 381 0 0,-1-1-381 0 0,0 1 1 0 0,0-1-1 0 0,1 0 0 0 0,-1 0 1 0 0,0 0-1 0 0,0 0 0 0 0,0 0 1 0 0,0 0-1 0 0,0 0 0 0 0,1 0 1 0 0,-1 0-1 0 0,0 0 0 0 0,0 0 0 0 0,0 0 1 0 0,0 0-1 0 0,1 0 0 0 0,12-1 1835 0 0,15-6 560 0 0,-27 7-2328 0 0,224-75 4020 0 0,-207 69-4141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7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 6449 0 0,'1'-2'577'0'0,"1"-1"-465"0"0,0 0-112 0 0,1 2 0 0 0,1-1 480 0 0,2 0 64 0 0,2-2 24 0 0,6-3 0 0 0,5-3-480 0 0,0 2-88 0 0,3 2 0 0 0,-1 2 0 0 0,-2 3 0 0 0,-1 4 0 0 0,-3 3 112 0 0,-3 3-32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7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6449 0 0,'6'1'288'0'0,"-2"-1"57"0"0,0 0-281 0 0,0 0-64 0 0,1 0 0 0 0,-3 0 0 0 0,4-1 576 0 0,3-1 96 0 0,7 0 16 0 0,3-2 8 0 0,1-2-216 0 0,0 1-48 0 0,-1-1-8 0 0,-3 1 0 0 0,1-1-1848 0 0,-2 1-368 0 0,2-2-81 0 0,-2-3-15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0,'1'60'7620'0'0,"2"2"-3595"0"0,19 124-936 0 0,-10-100-2876 0 0,-6-35-433 0 0,3 0 0 0 0,16 55 0 0 0,-18-87-496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7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0 128 4609 0 0,'2'-3'491'0'0,"0"0"0"0"0,1-1 0 0 0,-1 1 0 0 0,0 1 0 0 0,1-1 0 0 0,0 0 0 0 0,0 1 0 0 0,0-1 1 0 0,0 1-1 0 0,0 0 0 0 0,6-3 0 0 0,0-2 335 0 0,10-6 1102 0 0,1 0 0 0 0,0 1 0 0 0,28-13 1 0 0,-39 21-1705 0 0,1 0 0 0 0,-1 1 0 0 0,1 0 0 0 0,-1 1 0 0 0,1 0 0 0 0,0 0 0 0 0,0 1 0 0 0,0 0 0 0 0,0 1 0 0 0,14 1 0 0 0,-21-1-386 0 0,-1 0 0 0 0,0 1 0 0 0,0-1 1 0 0,0 1-1 0 0,0 0 0 0 0,0-1 0 0 0,0 1 1 0 0,0 0-1 0 0,0 0 0 0 0,3 3 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8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1 154 12899 0 0,'10'-10'667'0'0,"81"-74"1737"0"0,-77 73-4129 0 0,1 1-1 0 0,26-14 1 0 0,-28 17 1260 0 0,1-1 346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8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72 7370 0 0,'-3'0'287'0'0,"1"0"0"0"0,-1 0 1 0 0,0 0-1 0 0,0 1 1 0 0,0 0-1 0 0,0-1 1 0 0,1 1-1 0 0,-1 0 0 0 0,0 0 1 0 0,1 1-1 0 0,-1-1 1 0 0,0 0-1 0 0,1 1 1 0 0,0 0-1 0 0,-1-1 0 0 0,1 1 1 0 0,-3 3-1 0 0,2-1-119 0 0,0 0 0 0 0,0 1 0 0 0,0-1 0 0 0,1 0-1 0 0,-1 1 1 0 0,1-1 0 0 0,0 1 0 0 0,1 0 0 0 0,-3 8-1 0 0,2-5-112 0 0,1 1-1 0 0,0-1 0 0 0,0 1 1 0 0,1-1-1 0 0,0 1 0 0 0,0-1 0 0 0,1 1 1 0 0,0-1-1 0 0,1 1 0 0 0,0-1 1 0 0,0 0-1 0 0,4 9 0 0 0,-2-11 50 0 0,-1 0 0 0 0,1 0 0 0 0,0 0 1 0 0,1 0-1 0 0,-1-1 0 0 0,1 0 0 0 0,0 0 0 0 0,1 0 0 0 0,-1 0 0 0 0,1-1 0 0 0,0 0 0 0 0,0 0 1 0 0,0-1-1 0 0,1 0 0 0 0,-1 0 0 0 0,1 0 0 0 0,0-1 0 0 0,0 0 0 0 0,-1 0 0 0 0,1 0 0 0 0,1-1 0 0 0,-1 0 1 0 0,0-1-1 0 0,0 0 0 0 0,0 0 0 0 0,9-1 0 0 0,-9 0 65 0 0,1 0 1 0 0,-1 0-1 0 0,0 0 0 0 0,0-1 1 0 0,0 0-1 0 0,0-1 1 0 0,0 1-1 0 0,0-2 0 0 0,-1 1 1 0 0,0 0-1 0 0,1-1 1 0 0,-1 0-1 0 0,0-1 0 0 0,-1 0 1 0 0,1 1-1 0 0,-1-2 1 0 0,0 1-1 0 0,0-1 0 0 0,-1 1 1 0 0,1-1-1 0 0,-1-1 1 0 0,-1 1-1 0 0,1 0 0 0 0,-1-1 1 0 0,4-11-1 0 0,-6 10-111 0 0,0-1-1 0 0,0 0 1 0 0,-1 1-1 0 0,0-1 1 0 0,0 1-1 0 0,-1-1 1 0 0,0 0-1 0 0,-1 1 1 0 0,1-1-1 0 0,-2 1 1 0 0,1 0-1 0 0,-1 0 1 0 0,-1 0-1 0 0,1 0 1 0 0,-1 0-1 0 0,-1 1 1 0 0,0 0-1 0 0,-8-11 1 0 0,7 11-74 0 0,1 1 0 0 0,-1 0 0 0 0,0 0-1 0 0,0 1 1 0 0,0-1 0 0 0,-1 2 0 0 0,0-1 0 0 0,-14-7 0 0 0,16 10-141 0 0,0 0 1 0 0,0 1 0 0 0,0-1 0 0 0,0 1 0 0 0,0 0 0 0 0,0 0-1 0 0,0 0 1 0 0,0 1 0 0 0,0 0 0 0 0,-1 0 0 0 0,1 0 0 0 0,0 1-1 0 0,0 0 1 0 0,-9 2 0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19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41 9674 0 0,'21'-1'5725'0'0,"14"-3"-2571"0"0,13-1-1559 0 0,98-7 386 0 0,79-3-2833 0 0,-199 12-1582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0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322 136 456 0 0,'4'9'10174'0'0,"-2"-7"-9819"0"0,-1-1 1 0 0,0 0-1 0 0,1 0 0 0 0,-1 0 0 0 0,1-1 0 0 0,-1 1 0 0 0,1 0 0 0 0,-1 0 0 0 0,1-1 1 0 0,0 1-1 0 0,-1-1 0 0 0,1 1 0 0 0,0-1 0 0 0,-1 0 0 0 0,1 0 0 0 0,0 0 0 0 0,0 0 1 0 0,-1 0-1 0 0,1 0 0 0 0,0 0 0 0 0,0-1 0 0 0,-1 1 0 0 0,1 0 0 0 0,0-1 0 0 0,-1 0 1 0 0,1 1-1 0 0,-1-1 0 0 0,1 0 0 0 0,-1 0 0 0 0,1 0 0 0 0,-1 0 0 0 0,1 0 0 0 0,-1 0 1 0 0,2-2-1 0 0,-2 1-366 0 0,0 1 0 0 0,0-1 0 0 0,0 0 1 0 0,0 0-1 0 0,0-1 0 0 0,0 1 0 0 0,-1 0 1 0 0,1 0-1 0 0,-1 0 0 0 0,1 0 0 0 0,-1-1 0 0 0,0 1 1 0 0,0-3-1 0 0,0 2 16 0 0,0-1-1 0 0,0 1 1 0 0,-1-1 0 0 0,0 0-1 0 0,1 1 1 0 0,-1-1 0 0 0,0 1-1 0 0,-1-1 1 0 0,1 1 0 0 0,-1 0 0 0 0,1 0-1 0 0,-1 0 1 0 0,0-1 0 0 0,0 1-1 0 0,-1 1 1 0 0,-2-4 0 0 0,1 2-4 0 0,-1-1 0 0 0,0 1 0 0 0,0 1 0 0 0,-1-1 0 0 0,1 1-1 0 0,-1 0 1 0 0,0 0 0 0 0,-9-3 0 0 0,-1 2 2 0 0,-1 0-1 0 0,1 0 1 0 0,0 2-1 0 0,-1 0 0 0 0,1 1 1 0 0,-22 1-1 0 0,32 1-4 0 0,1-1 0 0 0,-1 1 0 0 0,1 0-1 0 0,-1 0 1 0 0,1 1 0 0 0,0 0 0 0 0,-1 0-1 0 0,1 0 1 0 0,0 0 0 0 0,0 1 0 0 0,1 0-1 0 0,-1 0 1 0 0,-5 5 0 0 0,3-2 22 0 0,1 0-1 0 0,0 1 1 0 0,1 0 0 0 0,-1 0-1 0 0,1 0 1 0 0,1 0 0 0 0,-7 14 0 0 0,1 2-16 0 0,2 1 1 0 0,1 0-1 0 0,0 0 1 0 0,2 0-1 0 0,-2 27 1 0 0,6-44-5 0 0,0 0 0 0 0,1 0 1 0 0,0-1-1 0 0,0 1 1 0 0,0 0-1 0 0,1 0 1 0 0,0-1-1 0 0,0 1 0 0 0,1 0 1 0 0,0-1-1 0 0,0 1 1 0 0,1-1-1 0 0,0 0 0 0 0,0 0 1 0 0,0 0-1 0 0,1 0 1 0 0,-1 0-1 0 0,1-1 1 0 0,1 1-1 0 0,-1-1 0 0 0,1 0 1 0 0,0-1-1 0 0,0 1 1 0 0,1-1-1 0 0,-1 0 0 0 0,1 0 1 0 0,0-1-1 0 0,0 0 1 0 0,0 0-1 0 0,0 0 1 0 0,9 2-1 0 0,-8-2 17 0 0,1-1 1 0 0,0-1-1 0 0,-1 1 0 0 0,1-1 1 0 0,0-1-1 0 0,0 0 0 0 0,0 0 1 0 0,0 0-1 0 0,-1-1 0 0 0,1 0 1 0 0,0 0-1 0 0,-1-1 0 0 0,1 0 1 0 0,-1 0-1 0 0,1-1 0 0 0,-1 0 1 0 0,0 0-1 0 0,0-1 1 0 0,7-5-1 0 0,-4 3-467 0 0,-2-1 0 0 0,1 0 1 0 0,-1 0-1 0 0,12-14 0 0 0,-3 1-7218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1.1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204 147 10594 0 0,'-1'-2'240'0'0,"0"1"-1"0"0,0-1 1 0 0,0 0-1 0 0,-1 0 1 0 0,1 1-1 0 0,-1-1 1 0 0,1 0 0 0 0,-1 1-1 0 0,0 0 1 0 0,1-1-1 0 0,-1 1 1 0 0,0 0-1 0 0,0 0 1 0 0,0 0-1 0 0,0 0 1 0 0,0 0-1 0 0,0 0 1 0 0,0 1-1 0 0,0-1 1 0 0,0 1-1 0 0,0-1 1 0 0,-1 1-1 0 0,1 0 1 0 0,0 0 0 0 0,-3 0-1 0 0,-1 0 31 0 0,0 0 1 0 0,1 0-1 0 0,-1 1 0 0 0,0 0 0 0 0,1 0 0 0 0,-1 0 1 0 0,1 0-1 0 0,-1 1 0 0 0,-4 2 0 0 0,3 1-161 0 0,0 0 1 0 0,0 0-1 0 0,1 1 0 0 0,0-1 0 0 0,0 2 0 0 0,0-1 1 0 0,1 0-1 0 0,0 1 0 0 0,0 0 0 0 0,1 0 0 0 0,0 1 1 0 0,0-1-1 0 0,0 1 0 0 0,1 0 0 0 0,0 0 0 0 0,1 0 0 0 0,0 0 1 0 0,-1 10-1 0 0,1-11-116 0 0,1 0 0 0 0,0 0 0 0 0,0 0 0 0 0,1 0 0 0 0,0 1 0 0 0,1-1 0 0 0,-1 0 0 0 0,1 0 0 0 0,0 0 0 0 0,1 0 0 0 0,0 0 0 0 0,0 0 0 0 0,1 0 0 0 0,-1-1 0 0 0,1 1 0 0 0,1-1 0 0 0,-1 0 0 0 0,1 0 0 0 0,0 0 0 0 0,1 0 0 0 0,8 8 0 0 0,-12-13 8 0 0,0 1 0 0 0,1-1 0 0 0,-1 0 0 0 0,1 0 0 0 0,-1 0 0 0 0,1 0 0 0 0,0 0 0 0 0,-1 0 0 0 0,1 0 0 0 0,0 0 0 0 0,0-1 0 0 0,-1 1 0 0 0,1-1 0 0 0,0 1 1 0 0,0-1-1 0 0,0 0 0 0 0,0 0 0 0 0,0 0 0 0 0,-1 0 0 0 0,1 0 0 0 0,0 0 0 0 0,2-1 0 0 0,-1 0-47 0 0,-1 0 1 0 0,0 0-1 0 0,0 0 1 0 0,0-1-1 0 0,0 1 1 0 0,0-1-1 0 0,-1 1 0 0 0,1-1 1 0 0,0 0-1 0 0,-1 0 1 0 0,1 0-1 0 0,-1 0 0 0 0,1 0 1 0 0,1-4-1 0 0,2-6-29 0 0,0-1 1 0 0,0 1-1 0 0,-1-1 0 0 0,3-22 0 0 0,-3 11 406 0 0,9-42 752 0 0,-12 62-1019 0 0,0 1-1 0 0,0 0 1 0 0,1 0 0 0 0,-1 0-1 0 0,0 0 1 0 0,1 0-1 0 0,0 0 1 0 0,0 0-1 0 0,0 0 1 0 0,0 1-1 0 0,0-1 1 0 0,1 1 0 0 0,-1 0-1 0 0,1-1 1 0 0,5-2-1 0 0,-6 4-56 0 0,0 0 0 0 0,0 0 0 0 0,1 1 0 0 0,-1-1 0 0 0,0 1-1 0 0,1 0 1 0 0,-1 0 0 0 0,0 0 0 0 0,1 0 0 0 0,-1 0 0 0 0,0 0 0 0 0,1 1 0 0 0,-1-1-1 0 0,0 1 1 0 0,0-1 0 0 0,1 1 0 0 0,-1 0 0 0 0,0 0 0 0 0,0 0 0 0 0,0 0 0 0 0,3 2-1 0 0,5 4 19 0 0,1 1 1 0 0,16 15-1 0 0,-9-7-5 0 0,-4-3 28 0 0,26 29-1 0 0,-33-32-19 0 0,1-1-1 0 0,0 0 1 0 0,1 0 0 0 0,0-1-1 0 0,1 0 1 0 0,0-1-1 0 0,20 12 1 0 0,-29-18-25 0 0,-1-1 0 0 0,1 0-1 0 0,-1 0 1 0 0,1 0 0 0 0,-1-1 0 0 0,1 1 0 0 0,-1 0 0 0 0,1 0-1 0 0,-1 0 1 0 0,1 0 0 0 0,0 0 0 0 0,-1-1 0 0 0,1 1-1 0 0,-1 0 1 0 0,0 0 0 0 0,1-1 0 0 0,-1 1 0 0 0,1 0-1 0 0,-1-1 1 0 0,1 1 0 0 0,-1 0 0 0 0,0-1 0 0 0,1 1 0 0 0,-1-1-1 0 0,0 1 1 0 0,1-1 0 0 0,-1 1 0 0 0,0-1 0 0 0,0 1-1 0 0,0-1 1 0 0,1 1 0 0 0,-1-1 0 0 0,0 1 0 0 0,0-1-1 0 0,0 1 1 0 0,0-1 0 0 0,0 1 0 0 0,0-1 0 0 0,0 1 0 0 0,0-1-1 0 0,0 0 1 0 0,3-29 115 0 0,-3 26-91 0 0,2-56 303 0 0,18-96 1 0 0,3 66-7399 0 0,-13 62-351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1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13 571 6913 0 0,'-2'-5'528'0'0,"0"1"-1"0"0,0 0 0 0 0,0-1 0 0 0,1 0 0 0 0,0 1 0 0 0,0-1 0 0 0,0 0 0 0 0,1 1 0 0 0,-1-1 0 0 0,1 0 0 0 0,0 0 0 0 0,0 1 0 0 0,1-1 0 0 0,0 0 0 0 0,0 0 0 0 0,0 1 0 0 0,0-1 0 0 0,1 1 0 0 0,3-9 0 0 0,-5 13-372 0 0,1-1 0 0 0,0 0 0 0 0,0 1 0 0 0,0-1 0 0 0,0 1 0 0 0,0-1 0 0 0,0 1-1 0 0,0 0 1 0 0,0-1 0 0 0,0 1 0 0 0,0 0 0 0 0,0-1 0 0 0,0 1 0 0 0,0 0 0 0 0,0 0 0 0 0,0 0-1 0 0,0 0 1 0 0,0 0 0 0 0,0 0 0 0 0,1 1 0 0 0,-1-1 0 0 0,0 0 0 0 0,0 0 0 0 0,0 1-1 0 0,0-1 1 0 0,0 1 0 0 0,0-1 0 0 0,0 1 0 0 0,-1-1 0 0 0,1 1 0 0 0,1 0 0 0 0,31 20 139 0 0,-23-12-279 0 0,0 1 0 0 0,0 0 0 0 0,-1 1 0 0 0,0 0 0 0 0,10 18 1 0 0,32 66 119 0 0,-34-62-90 0 0,29 46 0 0 0,-38-67-9 0 0,0 0 0 0 0,1-1 0 0 0,1 0 0 0 0,-1-1 0 0 0,2 0 0 0 0,-1 0 0 0 0,1-1 0 0 0,1-1 0 0 0,13 9 0 0 0,-24-17-41 0 0,-1 1-1 0 0,1-1 1 0 0,-1 0-1 0 0,1 0 1 0 0,-1 0-1 0 0,0 0 1 0 0,1 1-1 0 0,-1-1 1 0 0,1 0-1 0 0,-1 0 1 0 0,1 0-1 0 0,-1 0 1 0 0,1 0-1 0 0,-1 0 1 0 0,1 0-1 0 0,-1 0 1 0 0,1 0-1 0 0,-1 0 1 0 0,0 0-1 0 0,1-1 1 0 0,-1 1-1 0 0,1 0 1 0 0,-1 0-1 0 0,1 0 1 0 0,-1-1-1 0 0,0 1 1 0 0,1 0-1 0 0,-1 0 1 0 0,1-1-1 0 0,6-16 176 0 0,-4-26 135 0 0,-3 35-456 0 0,12-205 398 0 0,53-286 0 0 0,-62 487-439 0 0,-2 3-60 0 0,0-1 1 0 0,1 1-1 0 0,0 0 0 0 0,1 0 0 0 0,0 0 0 0 0,0 0 0 0 0,1 1 0 0 0,7-13 0 0 0,-11 21 202 0 0,0 0 0 0 0,0 0 0 0 0,1 0 0 0 0,-1-1 0 0 0,0 1 0 0 0,0 0 0 0 0,0 0 0 0 0,0 0-1 0 0,0 0 1 0 0,1 0 0 0 0,-1 0 0 0 0,0 0 0 0 0,0 0 0 0 0,0 0 0 0 0,0 0 0 0 0,1 0 0 0 0,-1 0 0 0 0,0 0-1 0 0,0 0 1 0 0,0 0 0 0 0,0 0 0 0 0,1 0 0 0 0,-1 0 0 0 0,0 0 0 0 0,0 0 0 0 0,0 0 0 0 0,0 0 0 0 0,1 0-1 0 0,-1 0 1 0 0,0 0 0 0 0,0 0 0 0 0,0 0 0 0 0,0 1 0 0 0,0-1 0 0 0,1 0 0 0 0,-1 0 0 0 0,0 0 0 0 0,0 0 0 0 0,0 0-1 0 0,0 0 1 0 0,0 1 0 0 0,0-1 0 0 0,0 0 0 0 0,0 0 0 0 0,0 0 0 0 0,1 0 0 0 0,-1 0 0 0 0,0 1 0 0 0,0-1-1 0 0,0 0 1 0 0,0 0 0 0 0,0 0 0 0 0,0 0 0 0 0,0 1 0 0 0,2 7-1358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2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215 309 3225 0 0,'-15'1'471'0'0,"1"1"-1"0"0,-1 1 1 0 0,1 0 0 0 0,-24 9 0 0 0,-2 0 1102 0 0,18-7-447 0 0,11-3 314 0 0,1 0 0 0 0,0 1 0 0 0,-13 6 0 0 0,23-9-1391 0 0,0 0 1 0 0,0 0-1 0 0,0 0 1 0 0,-2 1 444 0 0,2-1-444 0 0,0 0-1 0 0,0 0 1 0 0,0 0-1 0 0,0 0 1 0 0,0 0-1 0 0,0 1 1 0 0,0-1-1 0 0,0 0 1 0 0,0 0-1 0 0,0 0 0 0 0,0 0 1 0 0,0 0-1 0 0,0 1 1 0 0,0-1-1 0 0,0 0 1 0 0,0 0-1 0 0,0 0 1 0 0,0 0-1 0 0,0 0 1 0 0,0 1-1 0 0,0-1 1 0 0,0 0-1 0 0,0 0 1 0 0,0 0-1 0 0,0 0 1 0 0,0 0-1 0 0,1 1 347 0 0,-1 0-347 0 0,10 6 1120 0 0,10 2-422 0 0,-9-8-585 0 0,0 0 0 0 0,0 0 0 0 0,0-1 0 0 0,-1 0 0 0 0,1-1 0 0 0,0 0 0 0 0,0-1 0 0 0,18-5 0 0 0,1 0-37 0 0,287-66 312 0 0,-201 44-238 0 0,335-63 735 0 0,30-7-203 0 0,-374 66-857 0 0,-60 18-108 0 0,59-13 0 0 0,-99 28-565 0 0,-4 0-211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3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 7834 0 0,'6'2'5248'0'0,"24"13"-2216"0"0,-13 0-2327 0 0,-1 1-1 0 0,0 1 1 0 0,-1 1-1 0 0,-1 0 1 0 0,-1 1 0 0 0,19 34-1 0 0,-6-12-604 0 0,-24-37-92 0 0,0-2-7 0 0,-1 0-1 0 0,1-1 0 0 0,-1 1 0 0 0,0 0 0 0 0,0 0 1 0 0,0 0-1 0 0,0 1 0 0 0,-1-1 0 0 0,1 0 0 0 0,0 3 1 0 0,0-20 52 0 0,1-1 1 0 0,0 1 0 0 0,1-1 0 0 0,1 1-1 0 0,0 0 1 0 0,1 0 0 0 0,0 1 0 0 0,2 0-1 0 0,-1 0 1 0 0,2 0 0 0 0,0 1 0 0 0,0 0-1 0 0,2 0 1 0 0,-1 1 0 0 0,14-13 0 0 0,-20 22-34 0 0,1 0 0 0 0,-1 0 1 0 0,1 1-1 0 0,0-1 1 0 0,0 1-1 0 0,0 0 0 0 0,1 0 1 0 0,-1 0-1 0 0,0 0 0 0 0,1 1 1 0 0,-1-1-1 0 0,1 1 1 0 0,0 1-1 0 0,-1-1 0 0 0,1 1 1 0 0,0-1-1 0 0,-1 1 0 0 0,1 1 1 0 0,0-1-1 0 0,-1 1 1 0 0,1-1-1 0 0,0 1 0 0 0,-1 1 1 0 0,1-1-1 0 0,-1 1 0 0 0,1-1 1 0 0,-1 1-1 0 0,0 0 1 0 0,0 1-1 0 0,0-1 0 0 0,0 1 1 0 0,0 0-1 0 0,-1 0 1 0 0,1 0-1 0 0,-1 0 0 0 0,0 1 1 0 0,0-1-1 0 0,0 1 0 0 0,0 0 1 0 0,-1 0-1 0 0,1 0 1 0 0,2 7-1 0 0,25 61 123 0 0,1 4-572 0 0,-2-28-3845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3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6913 0 0,'-1'-22'134'0'0,"1"20"220"0"0,1 1 0 0 0,-1-1 0 0 0,0 0 1 0 0,1 1-1 0 0,0-1 0 0 0,-1 1 0 0 0,1-1 1 0 0,0 0-1 0 0,0 1 0 0 0,0 0 0 0 0,0-1 1 0 0,0 1-1 0 0,2-3 0 0 0,-2 3-124 0 0,0 1-1 0 0,0-1 0 0 0,0 0 1 0 0,1 1-1 0 0,-1-1 1 0 0,0 1-1 0 0,0 0 1 0 0,1-1-1 0 0,-1 1 1 0 0,0 0-1 0 0,0-1 0 0 0,1 1 1 0 0,-1 0-1 0 0,0 0 1 0 0,1 0-1 0 0,-1 0 1 0 0,0 1-1 0 0,1-1 0 0 0,-1 0 1 0 0,0 0-1 0 0,0 1 1 0 0,1-1-1 0 0,-1 1 1 0 0,0-1-1 0 0,0 1 0 0 0,0 0 1 0 0,0-1-1 0 0,0 1 1 0 0,0 0-1 0 0,1 0 1 0 0,-2-1-1 0 0,1 1 0 0 0,0 0 1 0 0,1 2-1 0 0,9 7 177 0 0,-1 1-1 0 0,-1 0 0 0 0,0 1 0 0 0,0 0 0 0 0,-1 0 1 0 0,-1 1-1 0 0,0 0 0 0 0,8 24 0 0 0,0 6-349 0 0,12 66-1 0 0,7 23-1782 0 0,-16-73-4769 0 0,-14-51 4384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3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 0 4145 0 0,'-11'16'5717'0'0,"-16"25"-2727"0"0,10-16-1635 0 0,1-3-354 0 0,1 0 0 0 0,2 1 0 0 0,0 1 0 0 0,-10 28 0 0 0,22-50-904 0 0,0-1-1 0 0,1 0 1 0 0,0 1 0 0 0,-1-1-1 0 0,1 1 1 0 0,0-1-1 0 0,0 0 1 0 0,-1 1-1 0 0,1-1 1 0 0,0 1 0 0 0,1-1-1 0 0,-1 1 1 0 0,0-1-1 0 0,0 1 1 0 0,1-1 0 0 0,-1 0-1 0 0,0 1 1 0 0,1-1-1 0 0,-1 0 1 0 0,1 1 0 0 0,0-1-1 0 0,0 0 1 0 0,-1 0-1 0 0,3 3 1 0 0,-1-3-19 0 0,0 1 0 0 0,1 0 0 0 0,-1-1-1 0 0,0 0 1 0 0,1 1 0 0 0,-1-1 0 0 0,1 0 0 0 0,0 0 0 0 0,-1 0 0 0 0,1-1-1 0 0,0 1 1 0 0,3 0 0 0 0,8 0-40 0 0,0 0 0 0 0,0-1-1 0 0,27-4 1 0 0,11-1-2277 0 0,-33 5-5165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4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4 116 4145 0 0,'-3'-6'5280'0'0,"3"6"-5184"0"0,13-8 2923 0 0,25-8-338 0 0,-33 14-2185 0 0,133-47 4175 0 0,-100 38-4142 0 0,67-12 0 0 0,-75 23-4501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4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5985 0 0,'3'-1'3349'0'0,"3"6"-561"0"0,5 7 1160 0 0,-7-4-2975 0 0,-1 0 1 0 0,0 0-1 0 0,0 1 0 0 0,-1-1 1 0 0,2 16-1 0 0,0 46 593 0 0,-4-51-1710 0 0,1 0 1 0 0,0 0-1 0 0,7 28 0 0 0,-2-28-216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5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9938 0 0,'17'-1'2688'0'0,"1"0"0"0"0,33-7-1 0 0,37-16 1578 0 0,-8 2-5061 0 0,-58 18-2432 0 0,38-4 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5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7370 0 0,'5'-8'9211'0'0,"12"19"-6438"0"0,-9-4-2809 0 0,-2 1 386 0 0,0 0 0 0 0,0 0 0 0 0,-1 0 0 0 0,0 0 0 0 0,0 1 0 0 0,-1 0 0 0 0,0 0 0 0 0,-1 0 0 0 0,5 18 0 0 0,-1 8-60 0 0,5 57-1 0 0,-9-61-148 0 0,2 13-423 0 0,18 80-1 0 0,-15-97 27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7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1 4609 0 0,'-2'0'195'0'0,"1"0"0"0"0,0 1 0 0 0,0-1 0 0 0,0 1 0 0 0,0-1 1 0 0,0 1-1 0 0,0 0 0 0 0,0-1 0 0 0,0 1 0 0 0,1 0 0 0 0,-1 0 0 0 0,0 0 0 0 0,0-1 0 0 0,0 1 0 0 0,1 0 1 0 0,-1 0-1 0 0,1 0 0 0 0,-1 0 0 0 0,1 0 0 0 0,-1 0 0 0 0,0 2 0 0 0,-10 27 1935 0 0,10-26-1881 0 0,-10 39 891 0 0,1 0 1 0 0,2 0 0 0 0,-3 77-1 0 0,10-43-207 0 0,10 98 0 0 0,-4-123-624 0 0,3-1 1 0 0,2 1 0 0 0,3-1-1 0 0,1-1 1 0 0,3 0 0 0 0,2-2-1 0 0,1 0 1 0 0,4-1 0 0 0,41 65-1 0 0,-51-91-180 0 0,129 182 1013 0 0,-120-174-1020 0 0,2-1 0 0 0,1 0 0 0 0,1-2 0 0 0,47 34 0 0 0,-58-49-112 0 0,0-1-1 0 0,1-1 1 0 0,0 0 0 0 0,1-1 0 0 0,0-1 0 0 0,0-1-1 0 0,0 0 1 0 0,1-2 0 0 0,0 0 0 0 0,0-1-1 0 0,0-1 1 0 0,0 0 0 0 0,1-2 0 0 0,27-2 0 0 0,-26-1-1325 0 0,0 0 0 0 0,0-2 0 0 0,-1 0 0 0 0,29-12 0 0 0,-6 0-5668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27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3 9218 0 0,'-69'-3'5842'0'0,"65"3"-5024"0"0,14 1-207 0 0,0 0 0 0 0,0 1 0 0 0,0 0-1 0 0,0 0 1 0 0,0 1 0 0 0,0 1 0 0 0,-1-1 0 0 0,1 2 0 0 0,12 6-1 0 0,2 4-419 0 0,0 1-1 0 0,24 22 0 0 0,0 4-137 0 0,-1 2 1 0 0,58 75-1 0 0,63 114 59 0 0,-140-188-109 0 0,-1 1-1 0 0,-3 1 1 0 0,-2 1 0 0 0,-2 1-1 0 0,24 90 1 0 0,-36-108 1 0 0,-2 1 1 0 0,-2 0-1 0 0,0 0 0 0 0,-3 0 1 0 0,0 0-1 0 0,-2 0 0 0 0,-1 1 1 0 0,-2-1-1 0 0,-1-1 1 0 0,-16 53-1 0 0,-16 8 167 0 0,25-64-81 0 0,1 0 1 0 0,1 1-1 0 0,-8 33 0 0 0,15-39-382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49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45 5529 0 0,'-10'-7'712'0'0,"0"2"0"0"0,-1-1 0 0 0,1 1 0 0 0,-1 1 0 0 0,0 0 0 0 0,0 1 1 0 0,0 0-1 0 0,0 0 0 0 0,-1 1 0 0 0,1 1 0 0 0,-1 0 0 0 0,-17 1 0 0 0,29 0-646 0 0,-1 0 1 0 0,1 0-1 0 0,0 0 1 0 0,-1 0-1 0 0,1 1 1 0 0,-1-1-1 0 0,1 0 0 0 0,0 0 1 0 0,-1 1-1 0 0,1-1 1 0 0,0 0-1 0 0,-1 0 1 0 0,1 1-1 0 0,0-1 1 0 0,-1 0-1 0 0,1 1 0 0 0,0-1 1 0 0,0 1-1 0 0,-1-1 1 0 0,1 0-1 0 0,0 1 1 0 0,0-1-1 0 0,0 1 1 0 0,0-1-1 0 0,-1 0 1 0 0,1 1-1 0 0,0-1 0 0 0,0 1 1 0 0,0-1-1 0 0,0 1 1 0 0,0-1-1 0 0,0 0 1 0 0,0 1-1 0 0,0-1 1 0 0,0 1-1 0 0,0-1 0 0 0,1 1 1 0 0,-1-1-1 0 0,0 1 1 0 0,0-1-1 0 0,0 0 1 0 0,0 1-1 0 0,1-1 1 0 0,-1 1-1 0 0,13 26 583 0 0,-7-16-310 0 0,24 76 453 0 0,-4 1-1 0 0,24 151 1 0 0,-32-137-1273 0 0,53 167-1 0 0,-57-234-311 0 0,-1-6-194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49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54 6449 0 0,'-1'0'243'0'0,"0"1"-1"0"0,0 0 0 0 0,0 0 0 0 0,0 0 0 0 0,0-1 0 0 0,0 1 0 0 0,0 0 0 0 0,0 0 1 0 0,1 0-1 0 0,-1 0 0 0 0,0 1 0 0 0,0-1 0 0 0,0 2 0 0 0,1-3-127 0 0,0 1 0 0 0,0-1-1 0 0,0 1 1 0 0,0-1 0 0 0,-1 1-1 0 0,2-1 1 0 0,-1 1 0 0 0,0-1-1 0 0,0 1 1 0 0,0-1 0 0 0,0 1-1 0 0,0-1 1 0 0,0 0 0 0 0,0 1-1 0 0,0-1 1 0 0,1 1 0 0 0,-1-1-1 0 0,0 1 1 0 0,0-1 0 0 0,1 0-1 0 0,-1 1 1 0 0,0-1 0 0 0,1 1-1 0 0,-1-1 1 0 0,2 1 90 0 0,-1 0 1 0 0,1 0 0 0 0,0 0-1 0 0,-1 0 1 0 0,1 0-1 0 0,0 0 1 0 0,0-1 0 0 0,-1 1-1 0 0,1-1 1 0 0,0 1-1 0 0,0-1 1 0 0,0 0 0 0 0,0 0-1 0 0,-1 0 1 0 0,5 0-1 0 0,10-3 372 0 0,-1-1 0 0 0,1 0 0 0 0,0-1 0 0 0,-1-1 0 0 0,0 0 0 0 0,23-14 0 0 0,35-14-1887 0 0,-52 27-5403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49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37 456 0 0,'-2'0'563'0'0,"1"0"0"0"0,-1 0 1 0 0,0 0-1 0 0,1 1 0 0 0,-1-1 0 0 0,0 1 0 0 0,1-1 0 0 0,-1 1 1 0 0,1 0-1 0 0,-1 0 0 0 0,1 0 0 0 0,-1 0 0 0 0,1 0 1 0 0,-3 2 1125 0 0,2-1-1126 0 0,-2 2-46 0 0,1 0-1 0 0,0 0 0 0 0,1 0 1 0 0,-1 0-1 0 0,-3 9 1 0 0,1 0-166 0 0,1 0 1 0 0,0 1 0 0 0,-3 18 0 0 0,6-25-287 0 0,0 0 0 0 0,1 0 0 0 0,0 1 0 0 0,0-1-1 0 0,0 0 1 0 0,1 1 0 0 0,0-1 0 0 0,1 0 0 0 0,-1 0 0 0 0,2 0-1 0 0,-1 0 1 0 0,1 0 0 0 0,-1-1 0 0 0,7 11 0 0 0,-6-13-38 0 0,-1-1 1 0 0,1 0-1 0 0,-1 0 1 0 0,1 0-1 0 0,0-1 1 0 0,0 1-1 0 0,0 0 1 0 0,0-1-1 0 0,1 0 1 0 0,-1 0-1 0 0,1 0 1 0 0,-1 0-1 0 0,1-1 1 0 0,0 1-1 0 0,0-1 1 0 0,-1 0-1 0 0,1 0 1 0 0,0 0-1 0 0,0-1 1 0 0,0 1-1 0 0,0-1 1 0 0,0 0-1 0 0,0 0 0 0 0,0 0 1 0 0,0-1-1 0 0,0 1 1 0 0,0-1-1 0 0,4-1 1 0 0,0-1 136 0 0,0 0 0 0 0,0 0 0 0 0,-1 0 0 0 0,1-1 0 0 0,-1 0 0 0 0,0-1 0 0 0,0 1 1 0 0,0-1-1 0 0,-1-1 0 0 0,0 1 0 0 0,0-1 0 0 0,0 0 0 0 0,-1-1 0 0 0,1 1 0 0 0,-2-1 0 0 0,7-10 0 0 0,-8 12-70 0 0,-1 0-1 0 0,1 0 1 0 0,-1 0 0 0 0,0 0-1 0 0,-1-1 1 0 0,1 1-1 0 0,-1-1 1 0 0,0 1 0 0 0,0-1-1 0 0,0 1 1 0 0,-1-1-1 0 0,0 0 1 0 0,0 1-1 0 0,-1-1 1 0 0,0 1 0 0 0,1-1-1 0 0,-2 1 1 0 0,1-1-1 0 0,-1 1 1 0 0,0-1 0 0 0,0 1-1 0 0,0 0 1 0 0,-1 0-1 0 0,-5-8 1 0 0,4 7-148 0 0,-1 0-1 0 0,0 0 1 0 0,0 1 0 0 0,-1 0-1 0 0,1 0 1 0 0,-1 0-1 0 0,0 1 1 0 0,0 0 0 0 0,0 0-1 0 0,-1 1 1 0 0,0-1 0 0 0,1 1-1 0 0,-1 1 1 0 0,0-1-1 0 0,-1 1 1 0 0,1 1 0 0 0,0-1-1 0 0,0 1 1 0 0,-1 0 0 0 0,1 1-1 0 0,-15 0 1 0 0,4 4-1016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50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13827 0 0,'0'1'63'0'0,"0"-1"0"0"0,0 1-1 0 0,1-1 1 0 0,-1 0 0 0 0,0 1 0 0 0,0-1 0 0 0,0 1 0 0 0,0-1-1 0 0,0 0 1 0 0,1 1 0 0 0,-1-1 0 0 0,0 0 0 0 0,0 1 0 0 0,1-1-1 0 0,-1 0 1 0 0,0 1 0 0 0,1-1 0 0 0,-1 0 0 0 0,0 0 0 0 0,1 1 0 0 0,-1-1-1 0 0,0 0 1 0 0,1 0 0 0 0,-1 1 0 0 0,1-1 0 0 0,-1 0 0 0 0,0 0-1 0 0,1 0 1 0 0,-1 0 0 0 0,1 0 0 0 0,20 1 921 0 0,18-8 462 0 0,-6-6-396 0 0,-26 9-1232 0 0,0 1 1 0 0,1 0-1 0 0,0 1 0 0 0,13-4 1 0 0,-18 6-504 0 0,0 0 1 0 0,0 0-1 0 0,-1 0 1 0 0,1 0-1 0 0,0 0 1 0 0,0 1-1 0 0,0-1 1 0 0,0 1-1 0 0,-1 0 0 0 0,5 1 1 0 0,3 3-2235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8:50.1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7834 0 0,'54'-28'4201'0'0,"-33"17"-3356"0"0,-6 2-1226 0 0,1 1 1 0 0,-1 1-1 0 0,18-5 0 0 0,-14 7 290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3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85 12443 0 0,'-8'-3'877'0'0,"-29"-12"1572"0"0,23 13 492 0 0,14 2-2895 0 0,7 6 26 0 0,0 1 0 0 0,0 0 0 0 0,-1 1-1 0 0,1 0 1 0 0,-2 0 0 0 0,1 0 0 0 0,-1 1 0 0 0,4 9 0 0 0,29 77 860 0 0,-32-80-833 0 0,8 26 253 0 0,72 177 227 0 0,-85-217-562 0 0,12 24 173 0 0,-9-23 13 0 0,-5-17 211 0 0,-13-55-297 0 0,3 14 99 0 0,-6-73 0 0 0,16 113-191 0 0,0 0 0 0 0,2 0 1 0 0,0 0-1 0 0,1 0 0 0 0,0 0 0 0 0,1 0 0 0 0,1 0 0 0 0,0 1 0 0 0,9-19 0 0 0,-9 26-16 0 0,1 0 0 0 0,0 0 0 0 0,0 0 0 0 0,1 1 0 0 0,0 0 0 0 0,0 0 0 0 0,11-8 0 0 0,-15 12-7 0 0,1 1 1 0 0,0-1-1 0 0,0 1 1 0 0,0 0 0 0 0,0 0-1 0 0,0 0 1 0 0,0 1 0 0 0,1-1-1 0 0,-1 1 1 0 0,0 0-1 0 0,1 0 1 0 0,-1 0 0 0 0,1 0-1 0 0,0 0 1 0 0,-1 1 0 0 0,1 0-1 0 0,0 0 1 0 0,-1 0-1 0 0,1 0 1 0 0,-1 0 0 0 0,7 2-1 0 0,13 15 911 0 0,-16-5-1837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4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0 379 14283 0 0,'1'1'106'0'0,"0"0"1"0"0,0 0-1 0 0,0 0 0 0 0,0 0 1 0 0,0 0-1 0 0,0 0 0 0 0,0 0 0 0 0,0-1 1 0 0,1 1-1 0 0,-1-1 0 0 0,0 1 1 0 0,0-1-1 0 0,1 1 0 0 0,-1-1 1 0 0,0 1-1 0 0,0-1 0 0 0,1 0 0 0 0,-1 0 1 0 0,1 0-1 0 0,-1 0 0 0 0,0 0 1 0 0,1 0-1 0 0,-1 0 0 0 0,0 0 0 0 0,1 0 1 0 0,-1-1-1 0 0,0 1 0 0 0,0-1 1 0 0,3 0-1 0 0,40-15 1563 0 0,-35 11-1508 0 0,-1-1-1 0 0,1 0 0 0 0,-1-1 1 0 0,0 0-1 0 0,-1 0 1 0 0,1-1-1 0 0,-2 0 0 0 0,1 0 1 0 0,-1-1-1 0 0,0 0 0 0 0,-1 0 1 0 0,7-16-1 0 0,-2 3-236 0 0,-1-2 0 0 0,-1 1 0 0 0,-1-1 0 0 0,4-30 0 0 0,-9 45 123 0 0,-1 0 1 0 0,-1-1-1 0 0,1 1 0 0 0,-2-1 1 0 0,1 1-1 0 0,-3-10 0 0 0,3 17-61 0 0,0 0 0 0 0,0 1-1 0 0,0-1 1 0 0,-1 1 0 0 0,1-1-1 0 0,0 1 1 0 0,-1-1 0 0 0,0 1-1 0 0,1 0 1 0 0,-1-1 0 0 0,0 1 0 0 0,1 0-1 0 0,-1-1 1 0 0,0 1 0 0 0,0 0-1 0 0,0 0 1 0 0,0 0 0 0 0,0 0-1 0 0,-1 0 1 0 0,1 0 0 0 0,0 0-1 0 0,0 0 1 0 0,-1 0 0 0 0,1 0-1 0 0,0 1 1 0 0,-1-1 0 0 0,1 1-1 0 0,-1-1 1 0 0,1 1 0 0 0,-1-1-1 0 0,1 1 1 0 0,-1 0 0 0 0,1 0 0 0 0,-1 0-1 0 0,1 0 1 0 0,-1 0 0 0 0,1 0-1 0 0,-1 0 1 0 0,0 0 0 0 0,1 1-1 0 0,-1-1 1 0 0,1 0 0 0 0,0 1-1 0 0,-1-1 1 0 0,1 1 0 0 0,-2 1-1 0 0,0-1 20 0 0,0 1 0 0 0,1 0-1 0 0,-1 0 1 0 0,1 0 0 0 0,0 0-1 0 0,-1 0 1 0 0,1 1 0 0 0,0-1-1 0 0,1 1 1 0 0,-1-1 0 0 0,0 1-1 0 0,1 0 1 0 0,-1-1 0 0 0,1 1-1 0 0,0 0 1 0 0,0 0 0 0 0,0 0-1 0 0,0 0 1 0 0,0 0-1 0 0,1 0 1 0 0,0 0 0 0 0,-1 5-1 0 0,0 6 122 0 0,1 1 0 0 0,0-1 0 0 0,3 21 0 0 0,0-17 9 0 0,1-1 0 0 0,0 0 0 0 0,1 1 0 0 0,1-2 0 0 0,1 1 0 0 0,9 18 0 0 0,-10-24-102 0 0,1 0 1 0 0,0 0-1 0 0,1 0 1 0 0,0 0-1 0 0,1-1 0 0 0,0-1 1 0 0,0 0-1 0 0,1 0 1 0 0,11 8-1 0 0,-11-11-1062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4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1840 0 0,'8'-14'11987'0'0,"-7"13"-11645"0"0,1 1 73 0 0,0 1-1 0 0,-1-1 1 0 0,1 0-1 0 0,0 0 0 0 0,-1 1 1 0 0,1-1-1 0 0,0 1 1 0 0,-1 0-1 0 0,1-1 1 0 0,-1 1-1 0 0,3 1 1 0 0,40 32 1934 0 0,-42-32-1772 0 0,21 20-197 0 0,25 31 0 0 0,-32-35-299 0 0,0 0-1 0 0,0-2 1 0 0,34 27 0 0 0,-48-42-71 0 0,-1 1 1 0 0,0-1 0 0 0,1 0 0 0 0,0 0-1 0 0,-1 0 1 0 0,1-1 0 0 0,0 1-1 0 0,-1 0 1 0 0,1 0 0 0 0,0-1 0 0 0,0 1-1 0 0,0-1 1 0 0,0 0 0 0 0,-1 0 0 0 0,1 0-1 0 0,0 1 1 0 0,0-1 0 0 0,0-1-1 0 0,0 1 1 0 0,3-1 0 0 0,-4 0 16 0 0,1 0 0 0 0,-1 1-1 0 0,1-2 1 0 0,-1 1 0 0 0,0 0 0 0 0,1 0 0 0 0,-1 0 0 0 0,0-1-1 0 0,0 1 1 0 0,0-1 0 0 0,0 1 0 0 0,0-1 0 0 0,0 1-1 0 0,0-1 1 0 0,0 1 0 0 0,-1-1 0 0 0,2-2 0 0 0,1-9 126 0 0,-1 0-1 0 0,1 0 1 0 0,-2 1 0 0 0,0-22 0 0 0,-1 29-148 0 0,0-43-536 0 0,-1 31-434 0 0,1 1 0 0 0,0-1 0 0 0,1 1 0 0 0,1-1 0 0 0,1 1 1 0 0,5-20-1 0 0,0 17-6489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4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0 294 456 0 0,'1'4'242'0'0,"0"0"1"0"0,0 0-1 0 0,1 0 0 0 0,-1-1 0 0 0,1 1 0 0 0,0-1 1 0 0,0 1-1 0 0,0-1 0 0 0,0 0 0 0 0,1 0 1 0 0,4 5-1 0 0,-5-5 185 0 0,1-1 0 0 0,0 1-1 0 0,0-1 1 0 0,0 0 0 0 0,0 0 0 0 0,0 0 0 0 0,0 0 0 0 0,1-1 0 0 0,-1 1-1 0 0,0-1 1 0 0,1 0 0 0 0,-1 0 0 0 0,1 0 0 0 0,0 0 0 0 0,-1 0-1 0 0,1-1 1 0 0,0 0 0 0 0,-1 0 0 0 0,1 0 0 0 0,0 0 0 0 0,-1-1 0 0 0,1 1-1 0 0,0-1 1 0 0,-1 0 0 0 0,1 0 0 0 0,-1 0 0 0 0,1 0 0 0 0,-1-1 0 0 0,0 1-1 0 0,1-1 1 0 0,-1 0 0 0 0,3-3 0 0 0,6-5 271 0 0,-1-1-1 0 0,0-1 1 0 0,-1 0-1 0 0,-1 0 1 0 0,0-1-1 0 0,10-17 1 0 0,-10 13-613 0 0,-1-1 0 0 0,-1 1-1 0 0,0-1 1 0 0,-1 0 0 0 0,-1-1 0 0 0,0 1 0 0 0,-2-1 0 0 0,2-25 0 0 0,-5 40-59 0 0,0-1 1 0 0,0 0 0 0 0,-1 1 0 0 0,0-1 0 0 0,0 0 0 0 0,0 1 0 0 0,0-1-1 0 0,-4-6 1 0 0,5 10-31 0 0,-1 0 0 0 0,1 0 0 0 0,0 1 0 0 0,-1-1 0 0 0,1 0 1 0 0,-1 0-1 0 0,1 1 0 0 0,-1-1 0 0 0,0 0 0 0 0,1 1 0 0 0,-1-1 0 0 0,0 1 0 0 0,1-1 0 0 0,-1 1 0 0 0,0-1 0 0 0,0 1 0 0 0,1-1 0 0 0,-1 1 0 0 0,0 0 0 0 0,0-1 0 0 0,0 1 0 0 0,1 0 0 0 0,-1 0 0 0 0,0 0 0 0 0,0 0 0 0 0,0 0 0 0 0,0-1 0 0 0,0 2 1 0 0,0-1-1 0 0,1 0 0 0 0,-1 0 0 0 0,0 0 0 0 0,0 0 0 0 0,0 0 0 0 0,0 1 0 0 0,1-1 0 0 0,-1 0 0 0 0,0 1 0 0 0,0-1 0 0 0,0 1 0 0 0,1-1 0 0 0,-1 1 0 0 0,0-1 0 0 0,1 1 0 0 0,-1-1 0 0 0,0 1 0 0 0,1 0 0 0 0,-1-1 0 0 0,1 1 0 0 0,-1 0 1 0 0,1 0-1 0 0,-1 1 0 0 0,-3 3 1 0 0,0 0 0 0 0,1 0 1 0 0,-1 1-1 0 0,1 0 0 0 0,1-1 1 0 0,-1 1-1 0 0,1 0 0 0 0,0 1 1 0 0,0-1-1 0 0,1 0 0 0 0,0 0 1 0 0,0 1-1 0 0,0 10 0 0 0,0-7-8 0 0,2-1 0 0 0,-1 1-1 0 0,1 0 1 0 0,1-1 0 0 0,-1 1 0 0 0,2-1-1 0 0,-1 0 1 0 0,7 14 0 0 0,-1-7-130 0 0,1-1 1 0 0,1 1-1 0 0,0-2 1 0 0,1 1-1 0 0,16 16 0 0 0,-19-23-15 0 0,0 0-1 0 0,1 0 0 0 0,-1-1 0 0 0,1-1 1 0 0,1 1-1 0 0,-1-1 0 0 0,1-1 0 0 0,0 0 0 0 0,18 7 1 0 0,-16-9-1362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5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1 117 11522 0 0,'4'-2'313'0'0,"1"1"-1"0"0,-1 0 0 0 0,1 0 1 0 0,0 0-1 0 0,-1 0 0 0 0,1 1 1 0 0,0-1-1 0 0,-1 1 0 0 0,1 1 1 0 0,0-1-1 0 0,0 1 0 0 0,-1-1 1 0 0,1 1-1 0 0,0 0 0 0 0,-1 1 1 0 0,1-1-1 0 0,-1 1 0 0 0,0 0 1 0 0,1 0-1 0 0,-1 1 0 0 0,0-1 1 0 0,0 1-1 0 0,5 5 0 0 0,5 2 26 0 0,-2 1 0 0 0,1 1 0 0 0,-2 0 0 0 0,1 1 0 0 0,12 20 0 0 0,60 94 1684 0 0,-84-127-2013 0 0,0 1 1 0 0,0-1 0 0 0,0 0 0 0 0,0 1 0 0 0,0-1-1 0 0,1 0 1 0 0,-1 0 0 0 0,0 1 0 0 0,0-1 0 0 0,0 0-1 0 0,1 0 1 0 0,-1 0 0 0 0,0 1 0 0 0,0-1 0 0 0,1 0-1 0 0,-1 0 1 0 0,0 0 0 0 0,0 1 0 0 0,1-1 0 0 0,-1 0-1 0 0,0 0 1 0 0,1 0 0 0 0,-1 0 0 0 0,0 0 0 0 0,0 0-1 0 0,1 0 1 0 0,-1 0 0 0 0,0 0 0 0 0,1 0 0 0 0,-1 0-1 0 0,0 0 1 0 0,1 0 0 0 0,-1 0 0 0 0,1 0 0 0 0,3-11 388 0 0,-5-16 77 0 0,-2-1-193 0 0,0 1 0 0 0,2 0 1 0 0,1-1-1 0 0,4-32 0 0 0,-2 46-575 0 0,1 0-1 0 0,1 1 0 0 0,-1 0 0 0 0,8-15 1 0 0,-7 19-756 0 0,0 0 0 0 0,1 1 1 0 0,0-1-1 0 0,1 1 1 0 0,-1 0-1 0 0,13-11 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5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14 1376 0 0,'0'-1'260'0'0,"-1"0"-1"0"0,0 0 0 0 0,1 0 1 0 0,-1 0-1 0 0,0 1 0 0 0,0-1 1 0 0,1 0-1 0 0,-1 0 0 0 0,0 1 1 0 0,0-1-1 0 0,0 0 0 0 0,0 1 1 0 0,0-1-1 0 0,0 1 0 0 0,0-1 1 0 0,0 1-1 0 0,0 0 0 0 0,0-1 1 0 0,0 1-1 0 0,0 0 0 0 0,-1 0 1 0 0,1 0-1 0 0,0 0 0 0 0,0 0 1 0 0,0 0-1 0 0,0 0 0 0 0,0 0 1 0 0,0 0-1 0 0,-1 0 0 0 0,1 1 1 0 0,0-1-1 0 0,0 0 0 0 0,0 1 1 0 0,0-1-1 0 0,0 1 0 0 0,-1 0 1 0 0,-3 1 436 0 0,1 0 0 0 0,-1 0 0 0 0,0 0 0 0 0,1 1 0 0 0,0-1 1 0 0,0 1-1 0 0,-5 4 0 0 0,8-6-561 0 0,-1 1 1 0 0,0-1-1 0 0,0 1 0 0 0,1 0 1 0 0,-1 0-1 0 0,0 0 1 0 0,1 0-1 0 0,0 0 0 0 0,0 0 1 0 0,-1 0-1 0 0,1 0 0 0 0,0 0 1 0 0,1 1-1 0 0,-1-1 1 0 0,0 0-1 0 0,1 0 0 0 0,-1 1 1 0 0,1-1-1 0 0,0 1 0 0 0,0-1 1 0 0,-1 0-1 0 0,2 1 1 0 0,-1-1-1 0 0,0 1 0 0 0,0-1 1 0 0,1 0-1 0 0,0 1 1 0 0,-1-1-1 0 0,1 0 0 0 0,0 1 1 0 0,0-1-1 0 0,0 0 0 0 0,0 0 1 0 0,1 0-1 0 0,1 2 1 0 0,5 6-140 0 0,1-1 0 0 0,0-1 0 0 0,1 0 1 0 0,0 0-1 0 0,19 11 0 0 0,10 9 25 0 0,-30-20-79 0 0,-1 0 0 0 0,0 1 0 0 0,0-1 0 0 0,-1 2 1 0 0,0-1-1 0 0,-1 1 0 0 0,0 0 0 0 0,7 15 0 0 0,-12-23 47 0 0,0 0-1 0 0,0 1 0 0 0,0-1 0 0 0,-1 1 0 0 0,1-1 1 0 0,0 1-1 0 0,-1 0 0 0 0,0-1 0 0 0,1 1 0 0 0,-1 0 1 0 0,0-1-1 0 0,0 1 0 0 0,-1 0 0 0 0,1-1 0 0 0,0 1 0 0 0,-1-1 1 0 0,0 1-1 0 0,0-1 0 0 0,0 1 0 0 0,0-1 0 0 0,0 1 1 0 0,0-1-1 0 0,0 0 0 0 0,-1 1 0 0 0,1-1 0 0 0,-1 0 1 0 0,0 0-1 0 0,1 0 0 0 0,-1 0 0 0 0,0 0 0 0 0,0-1 0 0 0,-1 1 1 0 0,1-1-1 0 0,0 1 0 0 0,0-1 0 0 0,-1 0 0 0 0,1 0 1 0 0,-1 0-1 0 0,1 0 0 0 0,-1 0 0 0 0,-3 1 0 0 0,-2 0-229 0 0,-1-1 0 0 0,1 1 0 0 0,0-1 0 0 0,-1-1 0 0 0,1 1 0 0 0,-14-2 0 0 0,18 0 97 0 0,0 1 0 0 0,1 0 0 0 0,-1-1 1 0 0,0 0-1 0 0,0 0 0 0 0,0 0 0 0 0,1 0 1 0 0,-1-1-1 0 0,0 1 0 0 0,1-1 0 0 0,-1 0 1 0 0,1 0-1 0 0,0 0 0 0 0,0-1 0 0 0,0 1 1 0 0,-4-4-1 0 0,3-4-1645 0 0,4 7 1684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5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1 272 5985 0 0,'18'-14'1018'0'0,"0"-1"0"0"0,-1-1 0 0 0,-1 0 0 0 0,19-25 0 0 0,-30 36-677 0 0,-1-1 1 0 0,1 0 0 0 0,-1-1 0 0 0,-1 1-1 0 0,1-1 1 0 0,-1 0 0 0 0,0 0 0 0 0,-1 0-1 0 0,1 0 1 0 0,-1 0 0 0 0,-1 0 0 0 0,0-1 0 0 0,0 1-1 0 0,0 0 1 0 0,-1-1 0 0 0,0 1 0 0 0,-1-9-1 0 0,1 14-224 0 0,0 0-1 0 0,-1 0 0 0 0,1 0 0 0 0,-1 0 1 0 0,0 0-1 0 0,1 0 0 0 0,-1 0 0 0 0,0 0 1 0 0,0 0-1 0 0,-1 1 0 0 0,1-1 0 0 0,0 0 1 0 0,0 1-1 0 0,-1-1 0 0 0,1 1 0 0 0,-3-3 0 0 0,2 3-28 0 0,1 1 0 0 0,0-1 0 0 0,-1 1 0 0 0,1-1 0 0 0,-1 1-1 0 0,1-1 1 0 0,0 1 0 0 0,-1 0 0 0 0,1-1 0 0 0,-1 1 0 0 0,1 0-1 0 0,-1 0 1 0 0,1 0 0 0 0,-1 1 0 0 0,1-1 0 0 0,-1 0 0 0 0,1 0-1 0 0,-2 1 1 0 0,-1 1 17 0 0,0-1-1 0 0,0 1 1 0 0,1 0-1 0 0,-1 0 0 0 0,1 1 1 0 0,-1-1-1 0 0,1 1 1 0 0,0-1-1 0 0,0 1 1 0 0,0 0-1 0 0,0 0 0 0 0,1 0 1 0 0,-1 1-1 0 0,1-1 1 0 0,-3 5-1 0 0,2 0-68 0 0,-1 1-1 0 0,1-1 1 0 0,1 1-1 0 0,0 0 1 0 0,0 0-1 0 0,0 0 1 0 0,1 0 0 0 0,1 0-1 0 0,-1 0 1 0 0,2 0-1 0 0,-1 1 1 0 0,1-1-1 0 0,0 0 1 0 0,1 0-1 0 0,0 0 1 0 0,1-1 0 0 0,0 1-1 0 0,0 0 1 0 0,1-1-1 0 0,0 0 1 0 0,0 0-1 0 0,1 0 1 0 0,0 0-1 0 0,0-1 1 0 0,1 0 0 0 0,0 0-1 0 0,0 0 1 0 0,1-1-1 0 0,-1 0 1 0 0,2 0-1 0 0,-1-1 1 0 0,0 0-1 0 0,1 0 1 0 0,0 0-1 0 0,0-1 1 0 0,1-1 0 0 0,15 6-1 0 0,-11-5-266 0 0,0-1-1 0 0,1 0 0 0 0,-1-1 1 0 0,1 0-1 0 0,-1-1 1 0 0,1 0-1 0 0,18-2 1 0 0,1-4-7671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6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20 3681 0 0,'-14'-14'5335'0'0,"12"13"-4713"0"0,1 0 1 0 0,-1 0-1 0 0,1 0 0 0 0,-3 0 0 0 0,3 1-444 0 0,0 0 0 0 0,1 0-1 0 0,-1 0 1 0 0,0 1 0 0 0,0-1-1 0 0,0 1 1 0 0,1-1-1 0 0,-1 0 1 0 0,0 1 0 0 0,0-1-1 0 0,1 1 1 0 0,-1 0 0 0 0,0-1-1 0 0,1 1 1 0 0,-1-1-1 0 0,1 1 1 0 0,-1 0 0 0 0,1 0-1 0 0,-1-1 1 0 0,1 1 0 0 0,-1 0-1 0 0,1 0 1 0 0,0 0-1 0 0,-1-1 1 0 0,1 1 0 0 0,0 0-1 0 0,0 1 1 0 0,-8 17 266 0 0,2 0 1 0 0,0 1-1 0 0,1 0 1 0 0,1 0-1 0 0,1 0 1 0 0,-1 24-1 0 0,3-32-240 0 0,1-1 0 0 0,0 0-1 0 0,1 1 1 0 0,1-1 0 0 0,-1 0 0 0 0,2 0-1 0 0,-1 0 1 0 0,2 0 0 0 0,-1 0 0 0 0,2-1-1 0 0,-1 0 1 0 0,11 17 0 0 0,-12-23-247 0 0,-1 0-1 0 0,1-1 1 0 0,0 1 0 0 0,0-1 0 0 0,0 0-1 0 0,0 0 1 0 0,1 0 0 0 0,-1-1 0 0 0,1 1 0 0 0,0-1-1 0 0,0 0 1 0 0,0 0 0 0 0,0 0 0 0 0,0 0-1 0 0,0-1 1 0 0,0 1 0 0 0,1-1 0 0 0,-1 0-1 0 0,0-1 1 0 0,6 1 0 0 0,-4-1-53 0 0,1-1 0 0 0,-1 0 0 0 0,1 0 1 0 0,-1 0-1 0 0,1-1 0 0 0,-1 0 0 0 0,0 0 0 0 0,0-1 0 0 0,0 0 1 0 0,0 0-1 0 0,0 0 0 0 0,9-8 0 0 0,3-2-1816 0 0,0-1-4936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6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 2761 0 0,'4'-31'5487'0'0,"-1"4"2150"0"0,2 39-2882 0 0,9 9-3301 0 0,-13-19-1401 0 0,27 42 1079 0 0,-15-24-892 0 0,-1 0 1 0 0,14 31-1 0 0,-20-36-212 0 0,12 28 55 0 0,-17-41-76 0 0,0 0 0 0 0,1 0 0 0 0,-1 0 0 0 0,0 0 0 0 0,1 0-1 0 0,-1 0 1 0 0,1-1 0 0 0,-1 1 0 0 0,1 0 0 0 0,0-1 0 0 0,0 1 0 0 0,0-1 0 0 0,0 0-1 0 0,0 0 1 0 0,3 2 0 0 0,-4-3-10 0 0,1 0-1 0 0,0 0 1 0 0,0 0-1 0 0,-1-1 1 0 0,1 1 0 0 0,0 0-1 0 0,-1-1 1 0 0,1 1-1 0 0,-1-1 1 0 0,1 1 0 0 0,0-1-1 0 0,-1 0 1 0 0,1 0-1 0 0,-1 0 1 0 0,0 0-1 0 0,1 0 1 0 0,-1 0 0 0 0,0 0-1 0 0,1 0 1 0 0,-1 0-1 0 0,0-1 1 0 0,0 1-1 0 0,0 0 1 0 0,0-1 0 0 0,1-2-1 0 0,22-40-743 0 0,-23 42 690 0 0,6-17-96 0 0,-1 1-1 0 0,8-37 1 0 0,3-10 441 0 0,-17 65-264 0 0,0-1 0 0 0,0 0 0 0 0,1 0 1 0 0,-1 1-1 0 0,0-1 0 0 0,0 0 0 0 0,1 1 1 0 0,-1-1-1 0 0,1 0 0 0 0,-1 1 0 0 0,0-1 1 0 0,1 0-1 0 0,-1 1 0 0 0,1-1 0 0 0,-1 1 1 0 0,1-1-1 0 0,0 1 0 0 0,-1-1 1 0 0,1 1-1 0 0,-1 0 0 0 0,1-1 0 0 0,0 1 1 0 0,-1 0-1 0 0,1-1 0 0 0,0 1 0 0 0,0 0 1 0 0,-1 0-1 0 0,1-1 0 0 0,0 1 0 0 0,1 0 1 0 0,-1 1-1 0 0,1-1 0 0 0,0 1 0 0 0,0-1 0 0 0,-1 1 0 0 0,1 0 0 0 0,0-1 0 0 0,-1 1 0 0 0,1 0 0 0 0,-1 0 0 0 0,1 0 0 0 0,-1 0 0 0 0,2 2 0 0 0,3 3-17 0 0,0 0-1 0 0,-1 1 1 0 0,0-1 0 0 0,7 12-1 0 0,-4-2-973 0 0,1-1 0 0 0,14 19-1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7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9586 0 0,'0'0'50'0'0,"0"0"-1"0"0,0-1 1 0 0,0 1-1 0 0,0 0 1 0 0,0-1-1 0 0,0 1 1 0 0,0 0-1 0 0,0-1 1 0 0,0 1-1 0 0,1 0 1 0 0,-1-1-1 0 0,0 1 1 0 0,0 0-1 0 0,0 0 1 0 0,0-1-1 0 0,1 1 1 0 0,-1 0-1 0 0,0 0 1 0 0,0-1-1 0 0,0 1 1 0 0,1 0-1 0 0,-1 0 1 0 0,0 0-1 0 0,1-1 1 0 0,-1 1-1 0 0,0 0 1 0 0,0 0-1 0 0,1 0 1 0 0,-1 0-1 0 0,0 0 1 0 0,1 0-1 0 0,-1-1 0 0 0,0 1 1 0 0,1 0-1 0 0,-1 0 1 0 0,0 0-1 0 0,1 0 1 0 0,-1 0-1 0 0,0 0 1 0 0,1 0-1 0 0,-1 1 1 0 0,22 5 2995 0 0,16 14 1013 0 0,-28-12-3521 0 0,-1-1 0 0 0,0 1 1 0 0,0 1-1 0 0,0-1 0 0 0,-1 2 0 0 0,13 18 0 0 0,33 67 171 0 0,-24-38-315 0 0,-33-66-311 0 0,0 0 1 0 0,1-1-1 0 0,-1 1 0 0 0,2-1 1 0 0,0 0-1 0 0,-1-15 0 0 0,1 4 97 0 0,2-1 0 0 0,3-34-1 0 0,0 33-369 0 0,13-39 0 0 0,-15 55-90 0 0,1-1 0 0 0,0 1 0 0 0,1 1 0 0 0,-1-1 0 0 0,1 0 0 0 0,1 1 0 0 0,-1 0 0 0 0,1 0 0 0 0,8-7 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7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7370 0 0,'1'-1'321'0'0,"0"0"0"0"0,0 0 1 0 0,-1 0-1 0 0,1 0 1 0 0,0 0-1 0 0,0 0 0 0 0,0 1 1 0 0,0-1-1 0 0,1 0 1 0 0,-1 0-1 0 0,0 1 0 0 0,0-1 1 0 0,0 1-1 0 0,0-1 0 0 0,1 1 1 0 0,-1-1-1 0 0,0 1 1 0 0,1 0-1 0 0,-1-1 0 0 0,0 1 1 0 0,1 0-1 0 0,-1 0 1 0 0,0 0-1 0 0,0 0 0 0 0,1 0 1 0 0,-1 1-1 0 0,0-1 1 0 0,1 0-1 0 0,-1 1 0 0 0,0-1 1 0 0,0 0-1 0 0,1 1 1 0 0,1 1-1 0 0,1 0 59 0 0,1 0 0 0 0,-1 0 1 0 0,1 0-1 0 0,-1 1 0 0 0,0-1 1 0 0,0 1-1 0 0,-1 0 0 0 0,5 4 0 0 0,-1 2-230 0 0,-1-1-1 0 0,0 1 0 0 0,0 1 0 0 0,0-1 0 0 0,-1 1 1 0 0,-1 0-1 0 0,0 0 0 0 0,3 12 0 0 0,1 7-81 0 0,4 48-1 0 0,-6-34 34 0 0,0-26 172 0 0,0-25-28 0 0,2-29-17 0 0,-5 20-581 0 0,2-16 728 0 0,1 0 0 0 0,17-49 0 0 0,-19 72-677 0 0,0 0-1 0 0,1 0 1 0 0,0 0 0 0 0,12-15 0 0 0,-13 19-439 0 0,0 1 1 0 0,1 0-1 0 0,0 0 0 0 0,0 0 0 0 0,1 1 0 0 0,-1 0 1 0 0,1 0-1 0 0,9-5 0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8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0 236 3425 0 0,'2'1'393'0'0,"1"0"0"0"0,-1 0 1 0 0,1 0-1 0 0,0 0 0 0 0,-1 0 1 0 0,1 0-1 0 0,-1-1 1 0 0,1 1-1 0 0,0-1 0 0 0,0 0 1 0 0,-1 0-1 0 0,1 0 0 0 0,0 0 1 0 0,-1-1-1 0 0,1 1 0 0 0,0-1 1 0 0,-1 1-1 0 0,1-1 0 0 0,0 0 1 0 0,-1 0-1 0 0,1 0 0 0 0,-1 0 1 0 0,4-3-1 0 0,0 0 485 0 0,1 0 0 0 0,-1 0 0 0 0,-1-1 0 0 0,1 0 0 0 0,-1 0-1 0 0,1 0 1 0 0,6-10 0 0 0,-6 7-691 0 0,-1 0-1 0 0,1-1 1 0 0,-1 0-1 0 0,-1 0 1 0 0,0 0-1 0 0,0-1 0 0 0,-1 1 1 0 0,0-1-1 0 0,0 0 1 0 0,-1 0-1 0 0,-1 0 1 0 0,1 0-1 0 0,-2 0 1 0 0,1 0-1 0 0,-3-16 1 0 0,2 25-192 0 0,0 1 0 0 0,0-1 0 0 0,0 0 0 0 0,0 0-1 0 0,0 1 1 0 0,0-1 0 0 0,0 0 0 0 0,0 0 0 0 0,0 1 0 0 0,-1-1 0 0 0,1 0 0 0 0,0 1 0 0 0,-1-1 0 0 0,1 0 0 0 0,0 1 0 0 0,-1-1 0 0 0,1 0 0 0 0,-1 1 0 0 0,1-1 0 0 0,-1 1 0 0 0,1-1 0 0 0,-1 1 0 0 0,1-1 0 0 0,-1 1 0 0 0,0 0 0 0 0,1-1 0 0 0,-1 1 0 0 0,0 0 0 0 0,1-1 0 0 0,-1 1 0 0 0,0 0 0 0 0,1 0 0 0 0,-1-1 0 0 0,0 1 0 0 0,0 0 0 0 0,1 0 0 0 0,-1 0 0 0 0,0 0 0 0 0,0 0 0 0 0,1 0 0 0 0,-1 0 0 0 0,0 0 0 0 0,0 0 0 0 0,1 1 0 0 0,-1-1 0 0 0,0 0 0 0 0,1 0 0 0 0,-1 1 0 0 0,0-1 0 0 0,1 0 0 0 0,-1 1 0 0 0,0-1 0 0 0,1 1 0 0 0,-1-1 0 0 0,1 1 0 0 0,-1-1 0 0 0,1 1 0 0 0,-2 0 0 0 0,-2 3-109 0 0,1 0 1 0 0,-1-1-1 0 0,0 1 0 0 0,1 1 1 0 0,0-1-1 0 0,-5 9 1 0 0,5-6 26 0 0,1 0 0 0 0,-1 0 0 0 0,1 1 1 0 0,1-1-1 0 0,-1 1 0 0 0,1-1 1 0 0,1 1-1 0 0,-1-1 0 0 0,1 1 0 0 0,0 0 1 0 0,1-1-1 0 0,0 1 0 0 0,0 0 1 0 0,5 13-1 0 0,-4-16 100 0 0,-1 0 0 0 0,1 0 1 0 0,0 0-1 0 0,1-1 0 0 0,-1 1 0 0 0,1-1 1 0 0,0 0-1 0 0,0 1 0 0 0,0-2 0 0 0,1 1 1 0 0,-1 0-1 0 0,1 0 0 0 0,0-1 0 0 0,0 0 0 0 0,0 0 1 0 0,1 0-1 0 0,-1 0 0 0 0,1-1 0 0 0,-1 0 1 0 0,1 0-1 0 0,0 0 0 0 0,10 2 0 0 0,-11-3 17 0 0,1-1-1 0 0,-1 0 0 0 0,1 0 0 0 0,0-1 0 0 0,-1 1 0 0 0,1-1 0 0 0,-1 0 0 0 0,1 0 0 0 0,-1 0 0 0 0,0-1 0 0 0,1 0 0 0 0,-1 1 0 0 0,0-2 0 0 0,0 1 0 0 0,0 0 0 0 0,0-1 0 0 0,-1 0 1 0 0,1 1-1 0 0,5-8 0 0 0,6-5 10 0 0,-1-1 0 0 0,23-35-1 0 0,-29 40-2 0 0,2-5-24 0 0,-4 7 71 0 0,1-1 1 0 0,0 1-1 0 0,0 0 0 0 0,1 0 1 0 0,14-13-1 0 0,-20 21-50 0 0,0 0 1 0 0,-1 0-1 0 0,1-1 0 0 0,0 1 0 0 0,0 1 1 0 0,0-1-1 0 0,0 0 0 0 0,0 0 1 0 0,0 1-1 0 0,0-1 0 0 0,1 1 0 0 0,-1 0 1 0 0,0-1-1 0 0,0 1 0 0 0,0 0 0 0 0,0 0 1 0 0,1 0-1 0 0,-1 1 0 0 0,0-1 0 0 0,0 1 1 0 0,0-1-1 0 0,0 1 0 0 0,0-1 1 0 0,0 1-1 0 0,0 0 0 0 0,0 0 0 0 0,0 0 1 0 0,0 0-1 0 0,0 1 0 0 0,-1-1 0 0 0,1 0 1 0 0,0 1-1 0 0,-1-1 0 0 0,1 1 0 0 0,-1 0 1 0 0,2 2-1 0 0,5 6 33 0 0,-1 0 0 0 0,0 1 0 0 0,0-1 1 0 0,-1 2-1 0 0,6 16 0 0 0,-6-14-3 0 0,1-1 0 0 0,0 1-1 0 0,10 13 1 0 0,-16-26-63 0 0,-1-1 0 0 0,0 0 0 0 0,1 1 0 0 0,-1-1 0 0 0,1 0 1 0 0,-1 0-1 0 0,1 1 0 0 0,-1-1 0 0 0,1 0 0 0 0,0 0 0 0 0,-1 0 0 0 0,1 0 0 0 0,-1 0 0 0 0,1 0 0 0 0,-1 0 0 0 0,1 0 0 0 0,-1 0 0 0 0,1 0 0 0 0,0 0 1 0 0,-1 0-1 0 0,1 0 0 0 0,-1 0 0 0 0,1 0 0 0 0,-1 0 0 0 0,1-1 0 0 0,-1 1 0 0 0,1 0 0 0 0,-1 0 0 0 0,1-1 0 0 0,-1 1 0 0 0,1 0 0 0 0,-1-1 0 0 0,0 1 1 0 0,1 0-1 0 0,-1-1 0 0 0,1 1 0 0 0,-1-1 0 0 0,0 1 0 0 0,1-1 0 0 0,-1 1 0 0 0,0-1 0 0 0,1 0 0 0 0,19-27-6 0 0,-15 21-4 0 0,8-11-44 0 0,1 1-1 0 0,0 0 1 0 0,20-16 0 0 0,-28 27 65 0 0,0 1-1 0 0,1 0 1 0 0,0 0 0 0 0,0 1 0 0 0,0-1-1 0 0,0 1 1 0 0,1 1 0 0 0,0 0 0 0 0,0 0-1 0 0,0 0 1 0 0,12-1 0 0 0,-19 3-4 0 0,0 1 0 0 0,1 0-1 0 0,-1 0 1 0 0,1 1 0 0 0,-1-1 0 0 0,0 0 0 0 0,1 0 0 0 0,-1 1 0 0 0,0-1 0 0 0,1 1 0 0 0,-1-1 0 0 0,0 1 0 0 0,1-1-1 0 0,-1 1 1 0 0,0 0 0 0 0,0 0 0 0 0,0-1 0 0 0,0 1 0 0 0,0 0 0 0 0,0 0 0 0 0,0 0 0 0 0,0 0 0 0 0,0 0 0 0 0,0 1-1 0 0,0-1 1 0 0,-1 0 0 0 0,1 0 0 0 0,0 0 0 0 0,0 3 0 0 0,2 4 76 0 0,0 1 0 0 0,0 0 1 0 0,2 16-1 0 0,2 9 30 0 0,19 13-2223 0 0,8-5-3424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8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7834 0 0,'2'5'8448'0'0,"4"14"-3828"0"0,43 117-2056 0 0,39 118-1498 0 0,-66-178-1209 0 0,4-2 0 0 0,42 89-1 0 0,-53-140-2547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8.9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1 118 10594 0 0,'8'0'472'0'0,"-1"-2"96"0"0,0 1-455 0 0,0-1-113 0 0,-2 1 0 0 0,-1 0 0 0 0,3-1 720 0 0,4-2 120 0 0,9 0 24 0 0,7-3 8 0 0,3-1-328 0 0,3-2-72 0 0,-1-2-15 0 0,-3 1-1 0 0,0-3-968 0 0,1 2-201 0 0,2-2-39 0 0,-3 2-8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09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0,'6'3'1272'0'0,"-2"-2"-1016"0"0,-3-1-256 0 0,1 0 0 0 0,-2-1 96 0 0,1 1-24 0 0,2 0-8 0 0,1 0 0 0 0,2-2-64 0 0,-1 2 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40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636 83 2761 0 0,'-31'-25'2970'0'0,"26"20"-2557"0"0,1 1 1 0 0,0 0 0 0 0,-1 0 0 0 0,0 1 0 0 0,-6-4 0 0 0,-1 1 62 0 0,0 1 0 0 0,-1 1 0 0 0,0 0 0 0 0,0 0 0 0 0,0 2 0 0 0,0 0 0 0 0,0 0 0 0 0,-1 1 0 0 0,1 0 0 0 0,0 2 0 0 0,-1-1 0 0 0,1 2 0 0 0,0-1 0 0 0,0 2 0 0 0,-1 0 0 0 0,2 1 0 0 0,-21 7 0 0 0,19-4-316 0 0,0-1 0 0 0,0 2 0 0 0,1 0 0 0 0,0 0-1 0 0,0 1 1 0 0,1 1 0 0 0,0 0 0 0 0,1 1 0 0 0,0 0 0 0 0,0 0 0 0 0,1 1 0 0 0,1 1-1 0 0,0 0 1 0 0,-13 25 0 0 0,-8 33 96 0 0,3 1 0 0 0,-31 136 0 0 0,53-181-234 0 0,1 1 0 0 0,1 1 0 0 0,2-1 0 0 0,0 0 1 0 0,2 1-1 0 0,1-1 0 0 0,11 49 0 0 0,8 10 121 0 0,37 94-1 0 0,-10-38-70 0 0,-39-114-46 0 0,64 193 21 0 0,-57-183 3 0 0,1-2 0 0 0,2 0-1 0 0,38 57 1 0 0,-18-42 70 0 0,2-2 0 0 0,2-1 0 0 0,2-2 1 0 0,2-3-1 0 0,2-1 0 0 0,100 66 0 0 0,-135-101-175 0 0,0 0 0 0 0,0-2 0 0 0,0 1 0 0 0,1-2 0 0 0,0 0 0 0 0,1-1 0 0 0,-1 0 0 0 0,1-1 0 0 0,-1-1 0 0 0,1 0 0 0 0,0-2 0 0 0,0 1 0 0 0,-1-2-1 0 0,1 0 1 0 0,0-1 0 0 0,0-1 0 0 0,-1 0 0 0 0,0-1 0 0 0,1-1 0 0 0,13-6 0 0 0,-2 0 4 0 0,-2-1 1 0 0,1-1-1 0 0,-2-1 1 0 0,0-1-1 0 0,0-2 1 0 0,-2 0-1 0 0,0-1 0 0 0,-1-1 1 0 0,29-34-1 0 0,-5-5 71 0 0,-2-1 1 0 0,53-97-1 0 0,-57 92 214 0 0,32-62 144 0 0,-62 107-330 0 0,-2 0-1 0 0,0 0 1 0 0,-1 0 0 0 0,0-1 0 0 0,2-24-1 0 0,-5 13 87 0 0,-1 0 0 0 0,-1 0-1 0 0,-2 0 1 0 0,-1 0-1 0 0,-9-46 1 0 0,0 29 161 0 0,-2 1 1 0 0,-34-80 0 0 0,-52-139 232 0 0,58 151-371 0 0,32 93-125 0 0,-1 0-1 0 0,-1 0 1 0 0,0 1-1 0 0,-2 1 1 0 0,0 0-1 0 0,-2 0 1 0 0,0 2-1 0 0,-1 0 1 0 0,-1 0 0 0 0,-30-23-1 0 0,11 10 51 0 0,-2 3-1 0 0,-61-38 0 0 0,78 55-80 0 0,0 1-1 0 0,-1 0 1 0 0,0 2-1 0 0,0 0 1 0 0,-1 2-1 0 0,0 1 1 0 0,-25-4-1 0 0,2 7-142 0 0,0 2 0 0 0,0 1-1 0 0,-80 14 1 0 0,59-7-289 0 0,62-7-199 0 0,0 0 1 0 0,0 0-1 0 0,0 0 1 0 0,1 0 0 0 0,-9 4-1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4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295 259 6913 0 0,'-2'-3'122'0'0,"-1"0"-1"0"0,1-1 1 0 0,0 1-1 0 0,0-1 1 0 0,1 0-1 0 0,-1 0 1 0 0,1 1-1 0 0,-2-6 1 0 0,-11-25 2512 0 0,12 31-2556 0 0,0 0 0 0 0,0 0 0 0 0,0 1 0 0 0,0-1 0 0 0,-1 0 0 0 0,1 1 0 0 0,-1 0 0 0 0,0 0 0 0 0,1 0 0 0 0,-1 0 0 0 0,0 0 0 0 0,0 0 0 0 0,0 1 0 0 0,-1 0 0 0 0,1-1 0 0 0,0 1 0 0 0,-1 0 0 0 0,1 0 0 0 0,0 1 0 0 0,-6-1 0 0 0,3 1 172 0 0,1 1 0 0 0,0 0 0 0 0,-1 0 0 0 0,1 0 0 0 0,0 0 0 0 0,0 1-1 0 0,0 0 1 0 0,0 0 0 0 0,0 1 0 0 0,0-1 0 0 0,1 1 0 0 0,-6 4 0 0 0,-3 3 326 0 0,1 0 1 0 0,0 1-1 0 0,1 1 1 0 0,0 0 0 0 0,0 0-1 0 0,1 1 1 0 0,-15 28-1 0 0,21-33-763 0 0,0 1 0 0 0,1-1-1 0 0,0 1 1 0 0,1 0-1 0 0,0-1 1 0 0,0 1 0 0 0,0 0-1 0 0,2 0 1 0 0,-1 17 0 0 0,1-23 124 0 0,0 0 1 0 0,0 0-1 0 0,1 0 1 0 0,-1 0 0 0 0,1 0-1 0 0,0 0 1 0 0,0 0 0 0 0,0 0-1 0 0,0 0 1 0 0,0-1 0 0 0,1 1-1 0 0,-1 0 1 0 0,1-1 0 0 0,-1 1-1 0 0,1-1 1 0 0,0 1-1 0 0,0-1 1 0 0,0 0 0 0 0,1 0-1 0 0,-1 0 1 0 0,0 0 0 0 0,1 0-1 0 0,0-1 1 0 0,-1 1 0 0 0,1-1-1 0 0,0 0 1 0 0,-1 1 0 0 0,1-1-1 0 0,0 0 1 0 0,0-1-1 0 0,0 1 1 0 0,5 0 0 0 0,-2-1 12 0 0,-1 0 0 0 0,1-1 1 0 0,-1 1-1 0 0,1-1 1 0 0,-1 0-1 0 0,0-1 0 0 0,1 0 1 0 0,-1 0-1 0 0,0 0 0 0 0,0 0 1 0 0,0-1-1 0 0,0 1 0 0 0,-1-1 1 0 0,1-1-1 0 0,-1 1 0 0 0,0-1 1 0 0,6-5-1 0 0,4-5 331 0 0,0-1 0 0 0,-1 0 0 0 0,16-27 1 0 0,31-76 3697 0 0,-60 117-3946 0 0,0 0-1 0 0,0 1 1 0 0,1-1-1 0 0,-1 1 1 0 0,1-1-1 0 0,-1 1 1 0 0,0-1 0 0 0,1 1-1 0 0,-1-1 1 0 0,1 1-1 0 0,-1 0 1 0 0,1-1-1 0 0,-1 1 1 0 0,1-1 0 0 0,0 1-1 0 0,-1 0 1 0 0,1 0-1 0 0,-1-1 1 0 0,1 1-1 0 0,0 0 1 0 0,-1 0 0 0 0,1 0-1 0 0,0 0 1 0 0,-1 0-1 0 0,1 0 1 0 0,0 0-1 0 0,-1 0 1 0 0,1 0 0 0 0,1 0-1 0 0,-1 1-8 0 0,0-1 0 0 0,1 1 0 0 0,-1 0 0 0 0,1 0 0 0 0,-1 0 0 0 0,0 0 0 0 0,0 0 0 0 0,0 0 0 0 0,0 0 0 0 0,0 1 0 0 0,0-1 0 0 0,1 2 0 0 0,24 47-10 0 0,-23-42 101 0 0,12 25-219 0 0,27 45 0 0 0,-34-67 32 0 0,-1 0-1 0 0,2 0 1 0 0,-1 0 0 0 0,2-1-1 0 0,-1-1 1 0 0,1 1-1 0 0,13 8 1 0 0,-22-17 85 0 0,0 0-1 0 0,0 0 1 0 0,1 0 0 0 0,-1 0 0 0 0,0 0 0 0 0,1 0 0 0 0,-1 0-1 0 0,1-1 1 0 0,-1 1 0 0 0,1 0 0 0 0,-1-1 0 0 0,1 0-1 0 0,0 1 1 0 0,-1-1 0 0 0,1 0 0 0 0,0 1 0 0 0,-1-1 0 0 0,1 0-1 0 0,0 0 1 0 0,-1 0 0 0 0,1-1 0 0 0,0 1 0 0 0,-1 0-1 0 0,1-1 1 0 0,-1 1 0 0 0,1-1 0 0 0,0 1 0 0 0,-1-1 0 0 0,0 0-1 0 0,1 0 1 0 0,-1 0 0 0 0,1 1 0 0 0,-1-1 0 0 0,0 0-1 0 0,1-1 1 0 0,-1 1 0 0 0,0 0 0 0 0,0 0 0 0 0,0-1 0 0 0,0 1-1 0 0,0 0 1 0 0,0-1 0 0 0,0 1 0 0 0,-1-1 0 0 0,1 1-1 0 0,-1-1 1 0 0,1 1 0 0 0,-1-1 0 0 0,1-2 0 0 0,2-7 171 0 0,0 1 0 0 0,-1-1 1 0 0,0-1-1 0 0,-1 1 1 0 0,0-22-1 0 0,-6-55 277 0 0,2 52-454 0 0,1 1 1 0 0,1-1 0 0 0,2 1-1 0 0,2-1 1 0 0,10-50 0 0 0,-13 85-13 0 0,0-1-198 0 0,1 0 0 0 0,0-1-1 0 0,-1 1 1 0 0,1 0 0 0 0,0-1 0 0 0,0 1 0 0 0,0 0 0 0 0,1 0-1 0 0,-1 0 1 0 0,0 0 0 0 0,1 0 0 0 0,1-2 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0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154 314 6913 0 0,'-63'18'2448'0'0,"-27"6"2471"0"0,142-51-1535 0 0,52-9-2775 0 0,179-38 1 0 0,-109 32-102 0 0,14-2 587 0 0,210-21 0 0 0,-221 40-694 0 0,225-18-241 0 0,-398 43-288 0 0,39 2 279 0 0,-24 5-858 0 0,-18-7 630 0 0,-1 0-1 0 0,1 0 1 0 0,-1 1 0 0 0,0-1-1 0 0,1 1 1 0 0,-1-1-1 0 0,0 0 1 0 0,0 1 0 0 0,1-1-1 0 0,-1 1 1 0 0,0-1-1 0 0,0 0 1 0 0,1 1 0 0 0,-1-1-1 0 0,0 1 1 0 0,0-1-1 0 0,0 1 1 0 0,0-1 0 0 0,0 1-1 0 0,0-1 1 0 0,0 1-1 0 0,0-1 1 0 0,0 1 0 0 0,0-1-1 0 0,0 1 1 0 0,0-1-1 0 0,0 1 1 0 0,0-1 0 0 0,-1 1-1 0 0,1 0 1 0 0,-6 9-986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0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47 9674 0 0,'-1'-1'176'0'0,"0"-1"0"0"0,0 1 0 0 0,1-1 0 0 0,-1 0 0 0 0,0 1 0 0 0,1-1 1 0 0,0 0-1 0 0,-1 0 0 0 0,1 1 0 0 0,0-1 0 0 0,0 0 0 0 0,0 0 0 0 0,0 1 0 0 0,0-1 0 0 0,0 0 0 0 0,1 0 0 0 0,-1 1 0 0 0,2-4 0 0 0,-2 4 6 0 0,1 0-1 0 0,0 0 0 0 0,0 0 0 0 0,0 0 0 0 0,-1 0 0 0 0,1 1 1 0 0,0-1-1 0 0,0 0 0 0 0,0 1 0 0 0,0-1 0 0 0,1 1 1 0 0,-1-1-1 0 0,0 1 0 0 0,0 0 0 0 0,0-1 0 0 0,0 1 0 0 0,0 0 1 0 0,0 0-1 0 0,1-1 0 0 0,-1 1 0 0 0,0 0 0 0 0,0 0 1 0 0,0 1-1 0 0,1-1 0 0 0,-1 0 0 0 0,0 0 0 0 0,0 0 0 0 0,0 1 1 0 0,0-1-1 0 0,2 2 0 0 0,2 0 19 0 0,0 0-1 0 0,0 0 1 0 0,0 1-1 0 0,0 0 1 0 0,-1 0-1 0 0,1 0 1 0 0,-1 1-1 0 0,0 0 1 0 0,0-1 0 0 0,0 1-1 0 0,-1 0 1 0 0,1 1-1 0 0,-1-1 1 0 0,0 1-1 0 0,0 0 1 0 0,-1-1-1 0 0,0 1 1 0 0,1 0 0 0 0,1 7-1 0 0,4 12-87 0 0,-2 0 0 0 0,8 45-1 0 0,-13-60 7 0 0,6 36-416 0 0,19 87 246 0 0,-22-117-964 0 0,1-1-1 0 0,0 1 1 0 0,13 21 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0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30 7138 0 0,'0'-8'-496'0'0,"-4"-13"6521"0"0,-5 30-4088 0 0,-3 6-813 0 0,-1 1-431 0 0,1 0 0 0 0,0 1-1 0 0,2 1 1 0 0,0 0 0 0 0,-11 27-1 0 0,20-45-631 0 0,1 1 1 0 0,0-1-1 0 0,0 1 0 0 0,0 0 1 0 0,0-1-1 0 0,0 1 0 0 0,0 0 0 0 0,0-1 1 0 0,0 1-1 0 0,0 0 0 0 0,0-1 0 0 0,0 1 1 0 0,0 0-1 0 0,0-1 0 0 0,1 1 0 0 0,-1 0 1 0 0,0-1-1 0 0,0 1 0 0 0,1-1 0 0 0,-1 1 1 0 0,0-1-1 0 0,1 1 0 0 0,-1 0 0 0 0,1-1 1 0 0,-1 0-1 0 0,1 1 0 0 0,-1-1 0 0 0,1 1 1 0 0,0 0-1 0 0,24 7 678 0 0,-16-7-656 0 0,-1-1 0 0 0,1 1 0 0 0,0-2 1 0 0,9 0-1 0 0,31-9-203 0 0,-19 3-408 0 0,38-2 0 0 0,-57 8-1099 0 0,0 1 0 0 0,0 0 0 0 0,21 4 0 0 0,-18-2-467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1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6913 0 0,'27'-10'2906'0'0,"0"2"0"0"0,1 0 0 0 0,33-3 0 0 0,-18 3-1315 0 0,15-5-209 0 0,45-9-279 0 0,-86 20-1659 0 0,0 0 1 0 0,0 1 0 0 0,33 2-1 0 0,-38 1-1670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1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5985 0 0,'0'-1'183'0'0,"0"0"-1"0"0,0 0 0 0 0,0 0 0 0 0,1 0 0 0 0,-1 0 1 0 0,0-1-1 0 0,0 1 0 0 0,1 0 0 0 0,-1 0 1 0 0,0 0-1 0 0,1 0 0 0 0,-1 0 0 0 0,1 1 1 0 0,-1-1-1 0 0,1 0 0 0 0,0 0 0 0 0,-1 0 1 0 0,1 0-1 0 0,0 1 0 0 0,0-1 0 0 0,0 0 1 0 0,-1 0-1 0 0,1 1 0 0 0,0-1 0 0 0,0 1 1 0 0,0-1-1 0 0,0 1 0 0 0,0-1 0 0 0,0 1 1 0 0,0 0-1 0 0,0-1 0 0 0,0 1 0 0 0,0 0 1 0 0,0 0-1 0 0,1 0 0 0 0,-1 0 0 0 0,0 0 1 0 0,0 0-1 0 0,0 0 0 0 0,0 0 0 0 0,0 0 1 0 0,0 1-1 0 0,0-1 0 0 0,1 1 0 0 0,1-1 270 0 0,0 1 0 0 0,0 0 0 0 0,0 0 0 0 0,-1 0-1 0 0,1 0 1 0 0,0 0 0 0 0,-1 0 0 0 0,1 1 0 0 0,-1-1 0 0 0,1 1-1 0 0,-1 0 1 0 0,0 0 0 0 0,0 0 0 0 0,0 0 0 0 0,0 0 0 0 0,3 4-1 0 0,1 9-181 0 0,-1 0 0 0 0,0 0 0 0 0,-1 0-1 0 0,0 1 1 0 0,-2-1 0 0 0,0 1 0 0 0,0 0-1 0 0,-2 25 1 0 0,0-23-666 0 0,0 0 0 0 0,2 0 0 0 0,0 0 0 0 0,1 0 0 0 0,1-1 0 0 0,7 24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1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10594 0 0,'4'-3'139'0'0,"0"1"1"0"0,0 0-1 0 0,0 0 0 0 0,1 1 0 0 0,-1-1 1 0 0,1 1-1 0 0,5-1 0 0 0,-5 1 160 0 0,35-12 768 0 0,-28 9-1120 0 0,-1 0-1 0 0,1 0 1 0 0,0 1-1 0 0,0 1 1 0 0,0 0-1 0 0,24-1 1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1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 10594 0 0,'0'1'23'0'0,"0"-1"0"0"0,0 0-1 0 0,0 0 1 0 0,0 0-1 0 0,0 0 1 0 0,0 0 0 0 0,0 0-1 0 0,0 1 1 0 0,-1-1 0 0 0,1 0-1 0 0,0 0 1 0 0,0 0-1 0 0,0 0 1 0 0,0 0 0 0 0,0 1-1 0 0,1-1 1 0 0,-1 0 0 0 0,0 0-1 0 0,0 0 1 0 0,0 0-1 0 0,0 0 1 0 0,0 1 0 0 0,0-1-1 0 0,0 0 1 0 0,0 0 0 0 0,0 0-1 0 0,0 0 1 0 0,0 0-1 0 0,0 0 1 0 0,0 1 0 0 0,1-1-1 0 0,-1 0 1 0 0,0 0 0 0 0,0 0-1 0 0,0 0 1 0 0,0 0 0 0 0,0 0-1 0 0,0 0 1 0 0,1 0-1 0 0,-1 0 1 0 0,0 0 0 0 0,0 0-1 0 0,0 0 1 0 0,0 0 0 0 0,0 0-1 0 0,0 0 1 0 0,1 1-1 0 0,-1-1 1 0 0,0 0 0 0 0,0-1-1 0 0,0 1 1 0 0,15 0 513 0 0,22-9 40 0 0,-31 8-230 0 0,-2 0-116 0 0,20-5-748 0 0,0 0-1 0 0,29-13 1 0 0,-35 10 321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3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26 3225 0 0,'-3'-3'748'0'0,"0"1"0"0"0,0-1 0 0 0,-1 1 1 0 0,1 0-1 0 0,-1 0 0 0 0,0 0 0 0 0,0 0 1 0 0,0 1-1 0 0,1-1 0 0 0,-1 1 0 0 0,-1 0 1 0 0,1 0-1 0 0,0 0 0 0 0,-5 1 0 0 0,6 0-566 0 0,0 0 0 0 0,0 1-1 0 0,-1-1 1 0 0,1 1 0 0 0,0 0 0 0 0,0 0-1 0 0,0 0 1 0 0,0 1 0 0 0,1-1-1 0 0,-1 1 1 0 0,0-1 0 0 0,0 1 0 0 0,1 0-1 0 0,-1 0 1 0 0,1 0 0 0 0,0 0-1 0 0,-1 1 1 0 0,1-1 0 0 0,-2 5 0 0 0,-6 7-55 0 0,0 2 1 0 0,2-1-1 0 0,0 1 1 0 0,1 0-1 0 0,1 0 1 0 0,0 1-1 0 0,1 0 1 0 0,1 0-1 0 0,0 1 1 0 0,-1 17 0 0 0,3-5-74 0 0,0-1 1 0 0,2 1 0 0 0,1 0-1 0 0,2-1 1 0 0,7 36 0 0 0,-6-47-169 0 0,0 0 1 0 0,2-1 0 0 0,9 25-1 0 0,-11-35-231 0 0,0 0 0 0 0,0 0-1 0 0,0 0 1 0 0,1 0 0 0 0,0-1 0 0 0,0 0-1 0 0,1 0 1 0 0,-1 0 0 0 0,1 0-1 0 0,8 4 1 0 0,12 6-5423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4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 11522 0 0,'-1'1'145'0'0,"-1"0"-1"0"0,1 0 0 0 0,-1 0 1 0 0,1 1-1 0 0,-1-1 0 0 0,1 1 1 0 0,0-1-1 0 0,0 1 0 0 0,0-1 0 0 0,0 1 1 0 0,0-1-1 0 0,0 1 0 0 0,0 0 1 0 0,0 0-1 0 0,1 0 0 0 0,-2 3 1 0 0,-9 39 1061 0 0,8-30-931 0 0,-2 6-41 0 0,0 1 0 0 0,2 0 1 0 0,0 0-1 0 0,1 1 0 0 0,1-1 0 0 0,3 24 1 0 0,-2-38-236 0 0,1-1 1 0 0,0 0 0 0 0,1 0-1 0 0,0-1 1 0 0,0 1-1 0 0,0 0 1 0 0,0 0 0 0 0,1-1-1 0 0,0 0 1 0 0,0 1-1 0 0,5 5 1 0 0,-5-8 26 0 0,1 1 0 0 0,-1-1 0 0 0,1 0-1 0 0,-1-1 1 0 0,1 1 0 0 0,0-1 0 0 0,0 1 0 0 0,0-1 0 0 0,1 0 0 0 0,-1-1 0 0 0,0 1-1 0 0,1-1 1 0 0,-1 0 0 0 0,1 0 0 0 0,-1 0 0 0 0,9 0 0 0 0,-7-1 34 0 0,0 0 0 0 0,0 0 1 0 0,0-1-1 0 0,0 1 0 0 0,-1-2 0 0 0,1 1 1 0 0,0 0-1 0 0,-1-1 0 0 0,1 0 1 0 0,-1-1-1 0 0,1 1 0 0 0,-1-1 1 0 0,0 0-1 0 0,0 0 0 0 0,0-1 0 0 0,-1 1 1 0 0,1-1-1 0 0,-1 0 0 0 0,0 0 1 0 0,0-1-1 0 0,0 1 0 0 0,-1-1 0 0 0,1 0 1 0 0,-1 0-1 0 0,0 0 0 0 0,-1 0 1 0 0,1 0-1 0 0,-1-1 0 0 0,2-7 0 0 0,-2 8-43 0 0,-1 0-1 0 0,0 0 1 0 0,0-1-1 0 0,0 1 1 0 0,0 0-1 0 0,-1-1 1 0 0,0 1-1 0 0,0-1 1 0 0,0 1-1 0 0,-1 0 1 0 0,0-1-1 0 0,0 1 1 0 0,0 0-1 0 0,-1 0 1 0 0,0 0-1 0 0,0 0 1 0 0,0 0-1 0 0,0 0 1 0 0,-1 0-1 0 0,0 1 1 0 0,0-1-1 0 0,0 1 1 0 0,0 0-1 0 0,-1-1 1 0 0,0 2-1 0 0,0-1 1 0 0,0 0-1 0 0,0 1 1 0 0,0 0-1 0 0,-1 0 1 0 0,-9-5-1 0 0,9 6-186 0 0,0 0 1 0 0,-1 0-1 0 0,1 0 0 0 0,-1 1 0 0 0,1-1 0 0 0,-1 1 0 0 0,0 1 0 0 0,1-1 1 0 0,-1 1-1 0 0,0 0 0 0 0,1 0 0 0 0,-1 1 0 0 0,-10 1 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4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4609 0 0,'0'-1'194'0'0,"0"0"0"0"0,0 1 0 0 0,0-1 0 0 0,1 1 0 0 0,-1-1 0 0 0,0 0 0 0 0,0 1 0 0 0,1-1 0 0 0,-1 1 0 0 0,0-1 0 0 0,1 1 0 0 0,-1-1 0 0 0,1 1 0 0 0,-1-1 0 0 0,1 1 0 0 0,-1-1 0 0 0,1 1 0 0 0,-1 0 0 0 0,1-1 0 0 0,-1 1 0 0 0,1 0 1 0 0,-1-1-1 0 0,1 1 0 0 0,0 0 0 0 0,-1 0 0 0 0,1 0 0 0 0,-1-1 0 0 0,1 1 0 0 0,0 0 0 0 0,-1 0 0 0 0,1 0 0 0 0,0 0 0 0 0,-1 0 0 0 0,2 0 0 0 0,0 1 223 0 0,0 0-1 0 0,0 0 1 0 0,1-1 0 0 0,-1 2 0 0 0,0-1 0 0 0,0 0-1 0 0,0 0 1 0 0,0 1 0 0 0,3 2 0 0 0,2 3 600 0 0,0 0 0 0 0,0 1 0 0 0,11 16 0 0 0,-12-13-767 0 0,-1 1 0 0 0,0 1 0 0 0,5 18 0 0 0,-7-21-132 0 0,0 0 0 0 0,0-1 0 0 0,1 1 0 0 0,0-1 0 0 0,1 0 0 0 0,0 0 1 0 0,6 8-1 0 0,-11-16-119 0 0,0-1 1 0 0,1 0 0 0 0,-1 0 0 0 0,0 1 0 0 0,0-1-1 0 0,1 0 1 0 0,-1 0 0 0 0,0 1 0 0 0,0-1-1 0 0,1 0 1 0 0,-1 0 0 0 0,0 0 0 0 0,0 0 0 0 0,1 1-1 0 0,-1-1 1 0 0,0 0 0 0 0,1 0 0 0 0,-1 0-1 0 0,0 0 1 0 0,1 0 0 0 0,-1 0 0 0 0,0 0 0 0 0,1 0-1 0 0,-1 0 1 0 0,0 0 0 0 0,1 0 0 0 0,-1 0-1 0 0,0 0 1 0 0,0 0 0 0 0,1 0 0 0 0,-1 0 0 0 0,0 0-1 0 0,1-1 1 0 0,-1 1 0 0 0,10-11-21 0 0,1-17-54 0 0,-11 27 73 0 0,5-17-93 0 0,2-1 0 0 0,0 1 0 0 0,15-26 0 0 0,-18 38 100 0 0,-1 0 0 0 0,1 0 1 0 0,0 0-1 0 0,1 1 0 0 0,-1 0 1 0 0,1 0-1 0 0,0 0 1 0 0,0 1-1 0 0,1-1 0 0 0,-1 1 1 0 0,1 1-1 0 0,0-1 0 0 0,10-4 1 0 0,-15 8 7 0 0,1-1-1 0 0,-1 1 1 0 0,1 0 0 0 0,-1 0-1 0 0,1 0 1 0 0,-1 0 0 0 0,1 0-1 0 0,-1 0 1 0 0,1 0 0 0 0,-1 0 0 0 0,0 0-1 0 0,1 1 1 0 0,-1-1 0 0 0,1 1-1 0 0,-1-1 1 0 0,0 1 0 0 0,1 0-1 0 0,-1-1 1 0 0,0 1 0 0 0,0 0 0 0 0,1 0-1 0 0,-1 0 1 0 0,0 0 0 0 0,0 0-1 0 0,0 0 1 0 0,0 0 0 0 0,1 2-1 0 0,25 43 102 0 0,-12-20-476 0 0,-3-12-508 0 0,1 0-269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5.5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1 10138 0 0,'-12'11'4207'0'0,"-13"12"-2925"0"0,10-8-733 0 0,8-8-468 0 0,0-1-1 0 0,0 1 0 0 0,1 1 1 0 0,0-1-1 0 0,0 1 0 0 0,1 0 1 0 0,0 0-1 0 0,0 1 0 0 0,-4 11 1 0 0,9-19-89 0 0,0 0 1 0 0,0 1-1 0 0,0-1 1 0 0,0 0 0 0 0,0 0-1 0 0,0 1 1 0 0,0-1 0 0 0,1 0-1 0 0,-1 0 1 0 0,1 1-1 0 0,-1-1 1 0 0,1 0 0 0 0,-1 0-1 0 0,1 0 1 0 0,-1 0 0 0 0,1 0-1 0 0,0 0 1 0 0,0 0-1 0 0,0 0 1 0 0,-1 0 0 0 0,1 0-1 0 0,0 0 1 0 0,0 0-1 0 0,0-1 1 0 0,0 1 0 0 0,3 1-1 0 0,37 18-553 0 0,-18-11 481 0 0,-20-7 80 0 0,-1-1 0 0 0,1 1 0 0 0,-1-1 0 0 0,1 1 0 0 0,-1 0 0 0 0,0 0 0 0 0,1 0 0 0 0,-1 0 0 0 0,0 0 0 0 0,0 1 0 0 0,-1-1 0 0 0,1 1 0 0 0,2 4 0 0 0,-4-5 0 0 0,1-1 0 0 0,-1 1 0 0 0,0-1 0 0 0,0 1 0 0 0,0-1 0 0 0,0 1 0 0 0,-1-1 0 0 0,1 1 0 0 0,0-1 0 0 0,-1 0 0 0 0,1 1 0 0 0,-1-1 0 0 0,1 1 0 0 0,-1-1 0 0 0,1 0 0 0 0,-1 1 0 0 0,0-1 0 0 0,0 0 0 0 0,0 0 0 0 0,0 1 0 0 0,0-1 0 0 0,0 0 0 0 0,0 0 0 0 0,0 0 0 0 0,0 0 0 0 0,-1-1 0 0 0,1 1 0 0 0,0 0 0 0 0,-3 1 0 0 0,-48 26-573 0 0,29-18-3933 0 0,10-6-257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5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0,'16'27'5973'0'0,"8"39"-4052"0"0,-7-5-1340 0 0,12 91 0 0 0,-18-87-1958 0 0,23 80 1 0 0,-26-120-6055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6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64 9674 0 0,'0'-1'200'0'0,"0"0"0"0"0,-1 1 0 0 0,1-1 0 0 0,0 0 0 0 0,0 1 0 0 0,0-1 0 0 0,0 0 0 0 0,0 1 0 0 0,0-1 0 0 0,0 0 0 0 0,0 1 0 0 0,0-1 0 0 0,0 0 0 0 0,0 1 0 0 0,0-1 0 0 0,0 0 0 0 0,1 1 0 0 0,-1-1 0 0 0,0 0 0 0 0,0 1 0 0 0,1-1 0 0 0,-1 0 0 0 0,0 1 0 0 0,1-1 0 0 0,-1 1 0 0 0,1-1 0 0 0,-1 1 0 0 0,1-1 0 0 0,-1 1 1 0 0,1-1-1 0 0,-1 1 0 0 0,1 0 0 0 0,0-1 0 0 0,-1 1 0 0 0,1-1 0 0 0,-1 1 0 0 0,1 0 0 0 0,0 0 0 0 0,0-1 0 0 0,27-13 1068 0 0,31-4-1872 0 0,2 10-3343 0 0,-40 7 2262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6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 4145 0 0,'7'7'10896'0'0,"-13"1"-9586"0"0,-4 5-152 0 0,1 0 0 0 0,1 1 0 0 0,-10 21 0 0 0,16-32-1152 0 0,1 0 0 0 0,0 0 0 0 0,0 0 0 0 0,0 1-1 0 0,0-1 1 0 0,0 0 0 0 0,1 1 0 0 0,-1-1 0 0 0,1 0 0 0 0,0 1 0 0 0,0-1 0 0 0,0 1 0 0 0,0-1 0 0 0,1 0-1 0 0,0 1 1 0 0,-1-1 0 0 0,1 0 0 0 0,0 1 0 0 0,1-1 0 0 0,-1 0 0 0 0,0 0 0 0 0,1 0 0 0 0,2 3 0 0 0,-3-5-85 0 0,-1 0 0 0 0,1 0 0 0 0,-1-1 0 0 0,1 1 0 0 0,0 0 0 0 0,0-1 0 0 0,-1 1 0 0 0,1-1 0 0 0,0 1 0 0 0,0-1 0 0 0,0 1 1 0 0,0-1-1 0 0,0 0 0 0 0,-1 1 0 0 0,1-1 0 0 0,0 0 0 0 0,0 0 0 0 0,0 0 0 0 0,0 0 0 0 0,0 0 0 0 0,0 0 0 0 0,0 0 1 0 0,0 0-1 0 0,0 0 0 0 0,1 0 0 0 0,1-1-31 0 0,-1 0-1 0 0,1 0 1 0 0,-1 0 0 0 0,1 0 0 0 0,-1-1 0 0 0,1 1 0 0 0,-1-1-1 0 0,4-2 1 0 0,2-4 7 0 0,1-1 0 0 0,-2 1-1 0 0,8-11 1 0 0,-7 9-39 0 0,-3 2 348 0 0,1 0 0 0 0,0 0 0 0 0,0 1 0 0 0,15-13 0 0 0,-20 19-159 0 0,0 0 1 0 0,0 0-1 0 0,0 1 1 0 0,1-1-1 0 0,-1 0 0 0 0,0 1 1 0 0,0-1-1 0 0,0 1 1 0 0,1-1-1 0 0,-1 1 1 0 0,0 0-1 0 0,1 0 1 0 0,-1-1-1 0 0,0 1 0 0 0,0 0 1 0 0,1 0-1 0 0,-1 0 1 0 0,2 1-1 0 0,-2-1-9 0 0,1 1-1 0 0,-1 0 1 0 0,1 0 0 0 0,-1 0-1 0 0,0 0 1 0 0,1 0 0 0 0,-1 0-1 0 0,0 0 1 0 0,0 0 0 0 0,0 0-1 0 0,0 1 1 0 0,0-1-1 0 0,0 0 1 0 0,0 1 0 0 0,0-1-1 0 0,0 0 1 0 0,-1 1 0 0 0,2 2-1 0 0,6 17 51 0 0,-6-13-18 0 0,1 1 0 0 0,0-1 0 0 0,1 0 0 0 0,0-1 0 0 0,0 1 1 0 0,6 7-1 0 0,-9-14-59 0 0,0 0 1 0 0,0 0 0 0 0,-1 0 0 0 0,2 0 0 0 0,-1 0-1 0 0,0-1 1 0 0,0 1 0 0 0,0 0 0 0 0,0-1-1 0 0,0 1 1 0 0,1 0 0 0 0,-1-1 0 0 0,0 0 0 0 0,0 1-1 0 0,1-1 1 0 0,-1 0 0 0 0,0 1 0 0 0,3-1 0 0 0,-2 0-7 0 0,0-1 1 0 0,0 1 0 0 0,0-1 0 0 0,0 0 0 0 0,0 0 0 0 0,0 1 0 0 0,0-1 0 0 0,0-1-1 0 0,0 1 1 0 0,0 0 0 0 0,0 0 0 0 0,-1-1 0 0 0,1 1 0 0 0,0-1 0 0 0,1-1-1 0 0,28-33 25 0 0,-19 21 3 0 0,1 1 1 0 0,15-15-1 0 0,-25 26-28 0 0,0 1 0 0 0,1-1 0 0 0,-1 0 0 0 0,1 1-1 0 0,0 0 1 0 0,0 0 0 0 0,0 0 0 0 0,0 0 0 0 0,0 1 0 0 0,0-1 0 0 0,0 1 0 0 0,1 0-1 0 0,-1 1 1 0 0,6-1 0 0 0,-7 1 47 0 0,0 0 0 0 0,0 0 0 0 0,0 1-1 0 0,0 0 1 0 0,-1-1 0 0 0,1 1 0 0 0,0 0-1 0 0,0 1 1 0 0,-1-1 0 0 0,1 0 0 0 0,-1 1 0 0 0,1-1-1 0 0,-1 1 1 0 0,1 0 0 0 0,-1 0 0 0 0,4 4 0 0 0,2 4-42 0 0,0 0 0 0 0,12 19 0 0 0,-15-20-31 0 0,1-1-1 0 0,0 0 0 0 0,0 0 1 0 0,9 9-1 0 0,-10-13 48 0 0,0-1 1 0 0,0 1-1 0 0,0-1 1 0 0,0 1-1 0 0,11 3 1 0 0,5-1-3005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7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 4145 0 0,'1'-5'406'0'0,"0"-1"1"0"0,0 1-1 0 0,0 0 0 0 0,1-1 1 0 0,0 1-1 0 0,0 0 1 0 0,1 0-1 0 0,-1 0 0 0 0,1 0 1 0 0,0 0-1 0 0,0 1 0 0 0,1-1 1 0 0,-1 1-1 0 0,1 0 1 0 0,0 0-1 0 0,6-5 0 0 0,-5 4-88 0 0,1 1 0 0 0,-1 0 0 0 0,0 0 0 0 0,1 1 0 0 0,0-1-1 0 0,0 1 1 0 0,0 0 0 0 0,0 1 0 0 0,1-1 0 0 0,-1 1 0 0 0,0 1 0 0 0,1-1-1 0 0,9 0 1 0 0,-14 2-162 0 0,0 1 1 0 0,1-1-1 0 0,-1 1 0 0 0,0 0 0 0 0,1-1 0 0 0,-1 1 0 0 0,0 0 1 0 0,0 0-1 0 0,1 1 0 0 0,-1-1 0 0 0,0 0 0 0 0,0 1 0 0 0,-1-1 0 0 0,1 1 1 0 0,0-1-1 0 0,0 1 0 0 0,-1 0 0 0 0,1 0 0 0 0,-1 0 0 0 0,0 0 1 0 0,1 0-1 0 0,-1 0 0 0 0,0 0 0 0 0,0 1 0 0 0,0-1 0 0 0,1 4 0 0 0,2 10 51 0 0,1-1-1 0 0,3 33 0 0 0,-4-24-116 0 0,17 43-1079 0 0,-16-52-6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7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0,'3'1'3168'0'0,"-3"-1"-3114"0"0,8 12 1837 0 0,7 16 223 0 0,58 142 2688 0 0,-28-54-4923 0 0,-2-4-6055 0 0,-34-86-836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7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0 142 10594 0 0,'3'-3'944'0'0,"1"1"-751"0"0,2-1-193 0 0,-1 0 0 0 0,1 2 512 0 0,1-2 64 0 0,5-2 8 0 0,7-4 8 0 0,9-2-32 0 0,6-2-8 0 0,3-1 0 0 0,2-1 0 0 0,-1 0-920 0 0,2 1-184 0 0,2-1-40 0 0,-1 0-8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7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7834 0 0,'1'1'344'0'0,"2"-1"72"0"0,2 2-328 0 0,-1-2-88 0 0,-1 0 0 0 0,0-2 0 0 0,2 0 0 0 0,2-3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9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11058 0 0,'26'-20'4293'0'0,"-24"19"-4155"0"0,1 0 1 0 0,-1 0-1 0 0,1-1 0 0 0,0 2 0 0 0,0-1 0 0 0,0 0 0 0 0,-1 0 0 0 0,1 1 0 0 0,0 0 0 0 0,0-1 1 0 0,0 1-1 0 0,0 0 0 0 0,0 1 0 0 0,0-1 0 0 0,0 0 0 0 0,-1 1 0 0 0,1 0 0 0 0,0-1 0 0 0,0 1 1 0 0,-1 0-1 0 0,1 1 0 0 0,0-1 0 0 0,-1 0 0 0 0,1 1 0 0 0,-1-1 0 0 0,1 1 0 0 0,-1 0 1 0 0,0 0-1 0 0,0 0 0 0 0,0 0 0 0 0,0 0 0 0 0,0 0 0 0 0,2 5 0 0 0,6 8 115 0 0,-1 0 1 0 0,-1 1-1 0 0,-1 0 0 0 0,9 27 0 0 0,-4-10 13 0 0,48 132 230 0 0,0 2-584 0 0,-47-135 63 0 0,2-1 1 0 0,2 0-1 0 0,21 31 1 0 0,-37-61 31 0 0,3 5 85 0 0,0-1 0 0 0,0 1 0 0 0,0-1 0 0 0,1 0 0 0 0,0 0 1 0 0,0 0-1 0 0,0-1 0 0 0,7 5 0 0 0,-12-9-67 0 0,1 0 0 0 0,0 0 0 0 0,0-1 0 0 0,0 1 0 0 0,0 0 1 0 0,-1 0-1 0 0,1 0 0 0 0,0-1 0 0 0,0 1 0 0 0,-1 0 0 0 0,1-1 0 0 0,0 1 0 0 0,0 0 0 0 0,-1-1 1 0 0,1 1-1 0 0,-1-1 0 0 0,1 0 0 0 0,0 1 0 0 0,-1-1 0 0 0,1 1 0 0 0,-1-1 0 0 0,1 0 0 0 0,-1 1 1 0 0,1-1-1 0 0,-1 0 0 0 0,0 0 0 0 0,1 1 0 0 0,-1-1 0 0 0,0 0 0 0 0,0 0 0 0 0,1 1 0 0 0,-1-1 1 0 0,0-1-1 0 0,10-34 204 0 0,-9 34-184 0 0,16-89 386 0 0,10-142 0 0 0,-6 33-510 0 0,-13 159-251 0 0,-7 38 242 0 0,-1 1-1 0 0,1 0 0 0 0,0 0 0 0 0,0 0 0 0 0,0-1 0 0 0,0 1 1 0 0,0 0-1 0 0,0 0 0 0 0,1 0 0 0 0,-1 0 0 0 0,1 1 0 0 0,-1-1 0 0 0,1 0 1 0 0,-1 1-1 0 0,4-3 0 0 0,2 1-463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9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71 4609 0 0,'-4'8'11325'0'0,"18"-10"-5611"0"0,-6 0-7807 0 0,44-25 3269 0 0,-36 18-1262 0 0,0 0-1 0 0,1 2 1 0 0,32-11 0 0 0,-46 17-151 0 0,1 0 1 0 0,0 0-1 0 0,-1 0 0 0 0,1 1 0 0 0,0 0 1 0 0,-1 0-1 0 0,1 0 0 0 0,0 0 0 0 0,-1 0 1 0 0,1 1-1 0 0,0-1 0 0 0,-1 1 1 0 0,1 0-1 0 0,0 0 0 0 0,-1 1 0 0 0,0-1 1 0 0,1 1-1 0 0,-1 0 0 0 0,0-1 0 0 0,0 2 1 0 0,0-1-1 0 0,0 0 0 0 0,5 5 0 0 0,2 4 112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39:59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2 107 8290 0 0,'-2'0'888'0'0,"4"0"-888"0"0,-1-1 0 0 0,2 0 856 0 0,0-1 136 0 0,2 0 33 0 0,3-4 7 0 0,5-1-128 0 0,2-2-24 0 0,3-2-8 0 0,0 1 1 0 0,0-1-873 0 0,0 0-104 0 0,1 0-57 0 0,0 1-15 0 0,3 2 176 0 0,0 1 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0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5 10594 0 0,'-2'-1'245'0'0,"-1"0"-1"0"0,0 0 1 0 0,1 1-1 0 0,-1-1 1 0 0,0 1-1 0 0,0 0 1 0 0,0 0 0 0 0,0 0-1 0 0,1 0 1 0 0,-1 0-1 0 0,0 1 1 0 0,0-1-1 0 0,0 1 1 0 0,1 0-1 0 0,-1 0 1 0 0,0 0-1 0 0,-4 2 1 0 0,-44 24 1835 0 0,42-20-1959 0 0,0 0 1 0 0,0 1-1 0 0,1 0 1 0 0,0 1 0 0 0,0-1-1 0 0,1 1 1 0 0,0 1-1 0 0,1 0 1 0 0,0 0-1 0 0,1 0 1 0 0,0 0 0 0 0,-6 19-1 0 0,8-21-149 0 0,1 1 0 0 0,-1 0 1 0 0,2 0-1 0 0,0 0 0 0 0,0 0 0 0 0,0 0 0 0 0,2 14 0 0 0,-1-18 11 0 0,1 0 0 0 0,0 0 0 0 0,0 1 0 0 0,1-1 0 0 0,-1 0 0 0 0,1 0 0 0 0,0 0 1 0 0,0-1-1 0 0,1 1 0 0 0,0 0 0 0 0,0-1 0 0 0,0 0 0 0 0,4 6 0 0 0,-5-8 13 0 0,0 0 1 0 0,0 0-1 0 0,0 0 1 0 0,0 0-1 0 0,0-1 1 0 0,1 1-1 0 0,-1-1 0 0 0,0 1 1 0 0,1-1-1 0 0,-1 0 1 0 0,1 0-1 0 0,0 0 1 0 0,-1 0-1 0 0,1 0 1 0 0,0 0-1 0 0,-1-1 0 0 0,1 0 1 0 0,0 1-1 0 0,0-1 1 0 0,5-1-1 0 0,-4 0 1 0 0,0 0 1 0 0,0 0-1 0 0,0 0 0 0 0,0-1 0 0 0,0 0 0 0 0,0 0 0 0 0,-1 0 0 0 0,1 0 0 0 0,-1-1 1 0 0,1 1-1 0 0,-1-1 0 0 0,4-4 0 0 0,2-3-6 0 0,-1 0 1 0 0,0 0-1 0 0,0-1 0 0 0,-1 0 1 0 0,-1 0-1 0 0,1-1 0 0 0,7-23 1 0 0,-1-28 202 0 0,-5 16 862 0 0,10 76 1142 0 0,-14-21-2076 0 0,62 126 1093 0 0,-56-118-1367 0 0,0 0 1 0 0,1-1 0 0 0,1-1 0 0 0,1 0-1 0 0,0-1 1 0 0,16 13 0 0 0,-2-4-1514 0 0,-13-13 217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0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27 8498 0 0,'-1'0'39'0'0,"0"-1"0"0"0,1 1 0 0 0,-1 0 1 0 0,0-1-1 0 0,1 1 0 0 0,-1-1 0 0 0,0 1 0 0 0,1-1 1 0 0,-1 1-1 0 0,1-1 0 0 0,-1 0 0 0 0,1 1 1 0 0,-1-1-1 0 0,1 0 0 0 0,0 1 0 0 0,-1-1 0 0 0,1 0 1 0 0,0 1-1 0 0,-1-1 0 0 0,1-1 0 0 0,0 2 160 0 0,0-1 0 0 0,0 1 0 0 0,0-1 0 0 0,0 0 0 0 0,0 1 0 0 0,0-1-1 0 0,1 1 1 0 0,-1-1 0 0 0,0 0 0 0 0,0 1 0 0 0,1-1 0 0 0,-1 1 0 0 0,0-1 0 0 0,3-1 994 0 0,-3 1-994 0 0,0 1 0 0 0,1-1 0 0 0,-1 1 0 0 0,1 0-1 0 0,0 0 1 0 0,-1-1 0 0 0,1 1 0 0 0,-1 0 0 0 0,1 0 0 0 0,-1-1 0 0 0,1 1 0 0 0,0 0 0 0 0,-1 0-1 0 0,1 0 1 0 0,-1 0 0 0 0,1 0 0 0 0,0 0 0 0 0,-1 0 0 0 0,1 0 0 0 0,-1 0 0 0 0,1 0 0 0 0,0 1-1 0 0,-1-1 1 0 0,1 0 0 0 0,-1 0 0 0 0,1 0 0 0 0,-1 1 0 0 0,1-1 0 0 0,-1 0 0 0 0,1 1 0 0 0,1 0 596 0 0,-1 1-596 0 0,4 3 30 0 0,1 0-1 0 0,-1 1 1 0 0,-1-1 0 0 0,1 1-1 0 0,-1 0 1 0 0,0 1 0 0 0,-1-1-1 0 0,1 1 1 0 0,-1 0 0 0 0,0 0 0 0 0,2 11-1 0 0,3 11-34 0 0,7 42 1 0 0,1 56-755 0 0,-14-72-6789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1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0 212 1376 0 0,'0'-13'228'0'0,"1"0"-1"0"0,0 0 0 0 0,3-17 1 0 0,-3 25 399 0 0,1-1-1 0 0,0 0 1 0 0,0 1 0 0 0,1-1 0 0 0,0 1 0 0 0,-1 0 0 0 0,2 0 0 0 0,-1 0 0 0 0,7-8 0 0 0,-1 4 132 0 0,-1 1 0 0 0,1 0 1 0 0,1 0-1 0 0,-1 1 0 0 0,1 0 0 0 0,1 1 0 0 0,-1 0 0 0 0,18-7 0 0 0,-24 11-621 0 0,-1 1 0 0 0,1-1 0 0 0,0 1 0 0 0,0 0 0 0 0,0 0 0 0 0,1 0 0 0 0,-1 1 0 0 0,0-1 0 0 0,0 1 0 0 0,0 0 0 0 0,0 0 0 0 0,0 1 0 0 0,1-1 0 0 0,-1 1 0 0 0,0 0 0 0 0,0 0 0 0 0,0 0 0 0 0,0 1 0 0 0,0-1 0 0 0,-1 1-1 0 0,1 0 1 0 0,0 0 0 0 0,-1 0 0 0 0,1 0 0 0 0,-1 1 0 0 0,0 0 0 0 0,0-1 0 0 0,4 6 0 0 0,-6-7-118 0 0,1 1 0 0 0,-1 0 0 0 0,0 0-1 0 0,0 0 1 0 0,0 0 0 0 0,0 0 0 0 0,-1 0 0 0 0,1 0-1 0 0,0 0 1 0 0,-1 0 0 0 0,0 0 0 0 0,1 0 0 0 0,-1 0-1 0 0,0 1 1 0 0,0-1 0 0 0,0 0 0 0 0,-1 4 0 0 0,0-1 0 0 0,0 0 1 0 0,-1 0 0 0 0,1 0-1 0 0,-1 0 1 0 0,-1-1 0 0 0,1 1 0 0 0,-4 4-1 0 0,-3 5-241 0 0,-1 0 0 0 0,-1-1 0 0 0,-19 17-1 0 0,15-17-918 0 0,0-1-3303 0 0,1-2-1349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1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10594 0 0,'3'1'264'0'0,"-1"-1"0"0"0,1 1 0 0 0,0 0 0 0 0,-1 0 0 0 0,1 0 0 0 0,-1 0 0 0 0,1 1 0 0 0,-1-1 0 0 0,0 1 0 0 0,1 0 0 0 0,-1-1 0 0 0,0 1 0 0 0,0 0 0 0 0,0 0 0 0 0,0 0 0 0 0,-1 0 0 0 0,1 1 0 0 0,0-1 0 0 0,-1 0 0 0 0,0 1 0 0 0,1-1 0 0 0,-1 1 0 0 0,0 0 0 0 0,1 4 0 0 0,3 8 557 0 0,0 0 0 0 0,5 31-1 0 0,0 52 266 0 0,-8-64-1124 0 0,10 50 1 0 0,-12-84-26 0 0,0 0-1 0 0,0 1 0 0 0,0-1 1 0 0,0 0-1 0 0,0 0 1 0 0,0 1-1 0 0,0-1 0 0 0,0 0 1 0 0,0 0-1 0 0,0 1 1 0 0,0-1-1 0 0,0 0 1 0 0,0 0-1 0 0,0 0 0 0 0,1 1 1 0 0,-1-1-1 0 0,0 0 1 0 0,0 0-1 0 0,0 0 0 0 0,0 1 1 0 0,0-1-1 0 0,1 0 1 0 0,-1 0-1 0 0,0 0 1 0 0,0 0-1 0 0,0 1 0 0 0,1-1 1 0 0,-1 0-1 0 0,0 0 1 0 0,0 0-1 0 0,1 0 1 0 0,-1 0-1 0 0,0 0 0 0 0,0 0 1 0 0,0 0-1 0 0,1 0 1 0 0,-1 0-1 0 0,0 0 0 0 0,1 0 1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1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4145 0 0,'0'-1'29'0'0,"1"-1"0"0"0,-1 1 1 0 0,1 0-1 0 0,0-1 0 0 0,0 1 0 0 0,-1 0 0 0 0,1 0 1 0 0,0 0-1 0 0,0-1 0 0 0,0 1 0 0 0,0 0 0 0 0,0 0 1 0 0,0 0-1 0 0,0 1 0 0 0,3-2 0 0 0,23-16 169 0 0,-19 13 286 0 0,-1 0 77 0 0,0 2 0 0 0,0-1-1 0 0,1 1 1 0 0,-1 0-1 0 0,1 1 1 0 0,0 0-1 0 0,-1 0 1 0 0,1 0-1 0 0,0 1 1 0 0,0 0-1 0 0,0 1 1 0 0,15 1 0 0 0,-20-1-375 0 0,0 0 0 0 0,0 1 0 0 0,0-1 0 0 0,1 1 0 0 0,-1 0 0 0 0,0 0 1 0 0,0 0-1 0 0,0 0 0 0 0,0 0 0 0 0,-1 1 0 0 0,1-1 0 0 0,0 1 0 0 0,-1 0 1 0 0,1 0-1 0 0,-1 0 0 0 0,1 0 0 0 0,-1 0 0 0 0,0 0 0 0 0,0 1 0 0 0,0-1 1 0 0,0 1-1 0 0,0 0 0 0 0,-1-1 0 0 0,1 1 0 0 0,-1 0 0 0 0,0 0 0 0 0,0 0 1 0 0,0 0-1 0 0,0 0 0 0 0,0 0 0 0 0,-1 0 0 0 0,1 1 0 0 0,-1-1 1 0 0,0 0-1 0 0,0 4 0 0 0,-1-1-170 0 0,1 1 1 0 0,-2-1-1 0 0,1 0 1 0 0,-1 0 0 0 0,0 1-1 0 0,0-1 1 0 0,-1 0-1 0 0,1-1 1 0 0,-1 1-1 0 0,-1 0 1 0 0,1-1-1 0 0,-1 1 1 0 0,-5 4-1 0 0,6-5-438 0 0,-1-1 0 0 0,-1 0-1 0 0,1 1 1 0 0,-1-2-1 0 0,0 1 1 0 0,0 0 0 0 0,0-1-1 0 0,-8 4 1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1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7370 0 0,'0'-1'196'0'0,"1"0"0"0"0,-1 1 0 0 0,0-1 0 0 0,1 0 0 0 0,-1 0 0 0 0,1 0 1 0 0,-1 0-1 0 0,1 1 0 0 0,0-1 0 0 0,-1 0 0 0 0,1 0 0 0 0,0 1 0 0 0,0-1 1 0 0,-1 0-1 0 0,1 1 0 0 0,0-1 0 0 0,0 1 0 0 0,0-1 0 0 0,0 1 0 0 0,0 0 1 0 0,0-1-1 0 0,-1 1 0 0 0,1 0 0 0 0,0 0 0 0 0,0-1 0 0 0,0 1 0 0 0,0 0 1 0 0,0 0-1 0 0,0 0 0 0 0,0 0 0 0 0,0 0 0 0 0,0 1 0 0 0,0-1 0 0 0,0 0 1 0 0,0 0-1 0 0,0 0 0 0 0,0 1 0 0 0,0-1 0 0 0,0 1 0 0 0,0-1 0 0 0,0 1 1 0 0,-1-1-1 0 0,1 1 0 0 0,0-1 0 0 0,0 1 0 0 0,-1 0 0 0 0,1-1 1 0 0,1 2-1 0 0,1 2 263 0 0,0 0 0 0 0,0 0 0 0 0,-1 1-1 0 0,1-1 1 0 0,-1 1 0 0 0,0-1 0 0 0,0 1 0 0 0,1 7 0 0 0,8 39 135 0 0,3 61-1 0 0,10 44 210 0 0,15-7-1299 0 0,-33-120-64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2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13363 0 0,'3'2'595'0'0,"1"1"0"0"0,-1 0 0 0 0,0 1 0 0 0,-1-1 0 0 0,1 1-1 0 0,0-1 1 0 0,-1 1 0 0 0,0 0 0 0 0,0 0 0 0 0,0 0 0 0 0,3 7 0 0 0,5 11 296 0 0,-1-6-391 0 0,-1 1 0 0 0,6 17 0 0 0,2 13-3261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2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19 11979 0 0,'-3'-4'1064'0'0,"3"0"-848"0"0,2 1-216 0 0,-1 1 0 0 0,0 4 280 0 0,-1-4 8 0 0,2 1 8 0 0,-1-2 0 0 0,2 2-640 0 0,0 2-128 0 0,1 5-24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2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1 214 4609 0 0,'12'-3'510'0'0,"-1"-1"0"0"0,1 0-1 0 0,-1 0 1 0 0,0-1 0 0 0,0-1 0 0 0,0 1 0 0 0,-1-2-1 0 0,0 0 1 0 0,0 0 0 0 0,-1-1 0 0 0,1 0 0 0 0,-2 0 0 0 0,1-1-1 0 0,-1 0 1 0 0,-1-1 0 0 0,0 0 0 0 0,11-19 0 0 0,-17 24-346 0 0,0 1 0 0 0,0-1-1 0 0,0 0 1 0 0,-1 1 0 0 0,0-1 0 0 0,0 0 0 0 0,-1-8 0 0 0,1 12-118 0 0,0-1-1 0 0,0 1 1 0 0,0-1 0 0 0,-1 0-1 0 0,1 1 1 0 0,-1 0-1 0 0,0-1 1 0 0,1 1-1 0 0,-1-1 1 0 0,0 1 0 0 0,0 0-1 0 0,-1-2 1 0 0,2 2-33 0 0,-1 1-1 0 0,1 0 1 0 0,-1-1 0 0 0,1 1-1 0 0,-1 0 1 0 0,0-1 0 0 0,1 1-1 0 0,-1 0 1 0 0,0 0 0 0 0,1-1 0 0 0,-1 1-1 0 0,0 0 1 0 0,1 0 0 0 0,-1 0-1 0 0,0 0 1 0 0,1 0 0 0 0,-1 0-1 0 0,0 0 1 0 0,1 0 0 0 0,-1 0 0 0 0,0 0-1 0 0,1 1 1 0 0,-1-1 0 0 0,0 0-1 0 0,1 0 1 0 0,-1 1 0 0 0,0-1-1 0 0,0 1 1 0 0,-3 2 5 0 0,0-1 0 0 0,0 2 0 0 0,1-1 1 0 0,-1 0-1 0 0,1 1 0 0 0,0-1 0 0 0,0 1 0 0 0,0 0 0 0 0,0 0 0 0 0,1 0 1 0 0,0 0-1 0 0,0 1 0 0 0,-3 7 0 0 0,1-2 41 0 0,1 0 0 0 0,0 0 1 0 0,1 0-1 0 0,0 0 0 0 0,-1 14 1 0 0,3-19-36 0 0,0 1 1 0 0,1-1 0 0 0,0 1-1 0 0,0-1 1 0 0,0 1-1 0 0,0-1 1 0 0,1 0 0 0 0,0 1-1 0 0,0-1 1 0 0,0 0 0 0 0,1 0-1 0 0,0 0 1 0 0,0-1 0 0 0,0 1-1 0 0,0-1 1 0 0,1 1 0 0 0,0-1-1 0 0,0 0 1 0 0,0-1 0 0 0,0 1-1 0 0,1-1 1 0 0,-1 1 0 0 0,1-2-1 0 0,0 1 1 0 0,0 0-1 0 0,0-1 1 0 0,0 0 0 0 0,11 3-1 0 0,1 0-578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2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125 329 2617 0 0,'-3'1'472'0'0,"-1"0"1"0"0,0 0 0 0 0,1 1 0 0 0,-1-1 0 0 0,1 1-1 0 0,0 0 1 0 0,-1 0 0 0 0,1 0 0 0 0,0 0 0 0 0,0 1 0 0 0,0-1-1 0 0,-2 4 1 0 0,-8 4 1125 0 0,7-5-872 0 0,0 0 0 0 0,0 1 0 0 0,0 0 0 0 0,0 0 0 0 0,1 0 0 0 0,0 1 0 0 0,0-1 0 0 0,1 1 0 0 0,-5 9 0 0 0,8-13-639 0 0,0-1 0 0 0,0 1 0 0 0,0 0 0 0 0,0 0 0 0 0,0-1 0 0 0,0 1 0 0 0,1 0 0 0 0,-1 0 0 0 0,1 0 0 0 0,0 0 0 0 0,0 0 0 0 0,0 0 0 0 0,0 0 0 0 0,1 0 0 0 0,-1 0 0 0 0,1-1 0 0 0,-1 1 0 0 0,1 0 0 0 0,0 0 0 0 0,0 0 0 0 0,1-1 0 0 0,-1 1 0 0 0,0-1 0 0 0,1 1 0 0 0,0-1 0 0 0,-1 1 0 0 0,1-1 0 0 0,0 0 0 0 0,3 3 0 0 0,-4-4-156 0 0,1 0 1 0 0,-1 0-1 0 0,1 0 0 0 0,-1 0 1 0 0,1-1-1 0 0,0 1 0 0 0,-1 0 1 0 0,1-1-1 0 0,0 1 1 0 0,0-1-1 0 0,-1 1 0 0 0,1-1 1 0 0,0 0-1 0 0,0 0 0 0 0,0 0 1 0 0,-1 0-1 0 0,1 0 0 0 0,0 0 1 0 0,0 0-1 0 0,0 0 0 0 0,-1-1 1 0 0,1 1-1 0 0,0-1 1 0 0,0 0-1 0 0,-1 1 0 0 0,1-1 1 0 0,0 0-1 0 0,-1 0 0 0 0,1 0 1 0 0,-1 0-1 0 0,1 0 0 0 0,-1 0 1 0 0,0-1-1 0 0,1 1 1 0 0,-1 0-1 0 0,0-1 0 0 0,1-1 1 0 0,4-4-365 0 0,0-1 0 0 0,0 1 0 0 0,-1-1 0 0 0,-1 0 1 0 0,8-17-1 0 0,-8 13-250 0 0,-1 0-1 0 0,0 0 1 0 0,-1-1-1 0 0,0 1 1 0 0,-1-1 0 0 0,0 1-1 0 0,-1-1 1 0 0,-2-15 0 0 0,-20-105-2292 0 0,13 85 3315 0 0,4 17 346 0 0,4 18 49 0 0,-1 1-1 0 0,0-1 1 0 0,-1 1 0 0 0,-1 0-1 0 0,0 0 1 0 0,-11-21 3874 0 0,15 33-4448 0 0,-1 0 1 0 0,1 0-1 0 0,-1 0 0 0 0,1 0 1 0 0,0 0-1 0 0,-1 0 1 0 0,1 0-1 0 0,-1 0 1 0 0,1 0-1 0 0,-4 13 2706 0 0,7 23-907 0 0,1-19-1686 0 0,1 0 1 0 0,0-1-1 0 0,2 0 1 0 0,0 0 0 0 0,16 26-1 0 0,55 70 629 0 0,-18-30-349 0 0,-42-54-1007 0 0,36 54 1300 0 0,-20-27-8473 0 0,-22-35-221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3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 10138 0 0,'10'0'980'0'0,"-1"1"1"0"0,0 0-1 0 0,1 0 0 0 0,-1 1 0 0 0,0 0 0 0 0,12 5 1 0 0,-9-2-112 0 0,0 1 1 0 0,0 0 0 0 0,20 14 0 0 0,-2 4-199 0 0,-2 1 0 0 0,32 34 1 0 0,-26-23-80 0 0,-43-119 510 0 0,10 66-1500 0 0,0 0 0 0 0,1 1 0 0 0,1-1 0 0 0,1 1 1 0 0,0 0-1 0 0,1 0 0 0 0,14-31 0 0 0,-6 20-7219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3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0 5065 0 0,'-8'17'2337'0'0,"1"0"1"0"0,-6 22-1 0 0,9-24-1405 0 0,1 1 0 0 0,0-1 0 0 0,-1 25 1 0 0,4-32-732 0 0,0-1 1 0 0,0 1 0 0 0,1-1 0 0 0,0 1 0 0 0,0-1 0 0 0,1 1 0 0 0,0-1 0 0 0,5 13 0 0 0,-5-16-127 0 0,0-1 0 0 0,0 1 0 0 0,0 0 0 0 0,1-1 0 0 0,0 1 0 0 0,-1-1 1 0 0,1 0-1 0 0,1 0 0 0 0,-1 0 0 0 0,0 0 0 0 0,1-1 0 0 0,-1 0 0 0 0,1 1 1 0 0,0-1-1 0 0,0 0 0 0 0,5 2 0 0 0,-6-3-26 0 0,-1 0-1 0 0,1 0 1 0 0,0 0-1 0 0,0-1 1 0 0,-1 1-1 0 0,1-1 1 0 0,0 1-1 0 0,0-1 1 0 0,0 0-1 0 0,0 0 1 0 0,0 0-1 0 0,0-1 1 0 0,-1 1-1 0 0,1-1 1 0 0,0 1-1 0 0,0-1 1 0 0,0 0-1 0 0,-1 0 1 0 0,1 0-1 0 0,0-1 1 0 0,-1 1-1 0 0,1-1 1 0 0,-1 1 0 0 0,0-1-1 0 0,1 0 1 0 0,-1 0-1 0 0,0 0 1 0 0,0 0-1 0 0,0 0 1 0 0,0 0-1 0 0,-1 0 1 0 0,1-1-1 0 0,2-4 1 0 0,-2 2 22 0 0,1-1 0 0 0,-1 1 0 0 0,0-1-1 0 0,-1 1 1 0 0,1-1 0 0 0,-1 0 0 0 0,0 0 0 0 0,-1 0 0 0 0,1 1 0 0 0,-1-1 0 0 0,0 0 0 0 0,-1 0 0 0 0,1 0 0 0 0,-1 0 0 0 0,-3-10 0 0 0,-2 1-58 0 0,0-1 1 0 0,-2 2 0 0 0,1-1-1 0 0,-19-25 1 0 0,18 29-1010 0 0,-1 0 1 0 0,0 1-1 0 0,-15-12 0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4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11979 0 0,'-1'1'250'0'0,"0"0"-1"0"0,0 0 1 0 0,1 0 0 0 0,-1 0 0 0 0,0 1 0 0 0,0-1 0 0 0,1 0 0 0 0,-1 0 0 0 0,1 0 0 0 0,-1 1 0 0 0,1-1 0 0 0,0 0 0 0 0,-1 1 0 0 0,1-1 0 0 0,0 0 0 0 0,0 1 0 0 0,0-1 0 0 0,0 0 0 0 0,0 1 0 0 0,0 0 0 0 0,3 36 2142 0 0,-2-30-1897 0 0,35 242 3251 0 0,-3-37-9539 0 0,-30-174 1153 0 0,-3 0-210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4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9218 0 0,'85'197'10558'0'0,"-67"-146"-10706"0"0,-2 0-1 0 0,-3 1 1 0 0,-2 1 0 0 0,4 55 0 0 0,-14-75 112 0 0,-4-1-31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4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1 135 7114 0 0,'15'-2'632'0'0,"-7"-1"-504"0"0,3-1-128 0 0,-1 1 0 0 0,-2 0 0 0 0,-1 1-80 0 0,4-1 16 0 0,10-4 64 0 0,12-4-160 0 0,13-4 8 0 0,8-4 8 0 0,2-2 0 0 0,-3 0 15 0 0,-7 1 9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4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 1376 0 0,'-11'-1'719'0'0,"1"2"-1"0"0,0-1 1 0 0,-1 2-1 0 0,1-1 1 0 0,0 1-1 0 0,-1 1 1 0 0,1 0-1 0 0,0 0 1 0 0,1 1-1 0 0,-16 9 1 0 0,18-9-293 0 0,0 1-1 0 0,1 0 1 0 0,-1 1-1 0 0,1-1 1 0 0,1 1-1 0 0,-1 1 1 0 0,1-1 0 0 0,0 1-1 0 0,0 0 1 0 0,1 0-1 0 0,0 0 1 0 0,0 1-1 0 0,-4 14 1 0 0,6-17-356 0 0,0 0 0 0 0,1 0 1 0 0,0 1-1 0 0,0-1 0 0 0,1 1 0 0 0,-1-1 1 0 0,1 0-1 0 0,0 1 0 0 0,1-1 0 0 0,-1 1 1 0 0,1-1-1 0 0,2 9 0 0 0,-2-12-79 0 0,0-1-1 0 0,-1 1 1 0 0,1-1 0 0 0,0 0-1 0 0,-1 1 1 0 0,1-1 0 0 0,0 0-1 0 0,0 0 1 0 0,0 1 0 0 0,0-1 0 0 0,0 0-1 0 0,0 0 1 0 0,1 0 0 0 0,-1 0-1 0 0,0 0 1 0 0,1-1 0 0 0,-1 1-1 0 0,0 0 1 0 0,2 0 0 0 0,0 0 14 0 0,-1-1 0 0 0,0 0 0 0 0,1 0 0 0 0,-1 0 0 0 0,1 0 0 0 0,-1 0 0 0 0,1 0 0 0 0,-1-1 0 0 0,0 1 0 0 0,1-1 0 0 0,-1 1 0 0 0,0-1 0 0 0,1 0 0 0 0,-1 0 0 0 0,0 0 0 0 0,3-2 0 0 0,1-1 102 0 0,0 0 1 0 0,0 0-1 0 0,-1-1 1 0 0,1 0-1 0 0,-1 0 0 0 0,0-1 1 0 0,-1 1-1 0 0,1-1 1 0 0,-1 0-1 0 0,0 0 0 0 0,0 0 1 0 0,-1-1-1 0 0,5-12 1 0 0,15-25 1896 0 0,-23 43-1969 0 0,0 1 0 0 0,0 0 0 0 0,0 0 1 0 0,1-1-1 0 0,-1 1 0 0 0,0 0 1 0 0,0 0-1 0 0,0 0 0 0 0,0-1 1 0 0,0 1-1 0 0,0 0 0 0 0,1 0 0 0 0,-1 0 1 0 0,0 0-1 0 0,0-1 0 0 0,0 1 1 0 0,1 0-1 0 0,-1 0 0 0 0,0 0 1 0 0,0 0-1 0 0,0 0 0 0 0,1 0 0 0 0,-1 0 1 0 0,0 0-1 0 0,0-1 0 0 0,1 1 1 0 0,-1 0-1 0 0,0 0 0 0 0,0 0 1 0 0,1 0-1 0 0,-1 0 0 0 0,0 0 0 0 0,0 0 1 0 0,1 0-1 0 0,-1 1 0 0 0,0-1 1 0 0,1 0-1 0 0,5 9 503 0 0,3 25-477 0 0,-6-24 115 0 0,0 1-136 0 0,0-1 1 0 0,1 0-1 0 0,1 0 0 0 0,0 0 0 0 0,0 0 1 0 0,1-1-1 0 0,10 13 0 0 0,-14-19-219 0 0,0-1 0 0 0,1 1-1 0 0,-1-1 1 0 0,1 1 0 0 0,-1-1-1 0 0,1 0 1 0 0,0 0 0 0 0,0-1-1 0 0,0 1 1 0 0,0 0 0 0 0,0-1-1 0 0,0 0 1 0 0,0 0 0 0 0,1 0-1 0 0,-1 0 1 0 0,0 0 0 0 0,1 0-1 0 0,-1-1 1 0 0,0 0 0 0 0,1 0-1 0 0,-1 0 1 0 0,1 0 0 0 0,-1 0-1 0 0,0-1 1 0 0,1 1 0 0 0,-1-1-1 0 0,0 0 1 0 0,6-2 0 0 0,3-4-974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5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0 1376 0 0,'-6'8'15900'0'0,"2"-4"-15238"0"0,1 1 1 0 0,0-1-1 0 0,1 1 1 0 0,-1-1-1 0 0,1 1 1 0 0,0 0-1 0 0,-2 6 0 0 0,5-11-619 0 0,-4 0-42 0 0,1 1-1 0 0,-1-1 1 0 0,0 0-1 0 0,0 1 1 0 0,1 0-1 0 0,-1 0 1 0 0,0 0-1 0 0,1 0 1 0 0,-1 0-1 0 0,1 0 0 0 0,-1 0 1 0 0,1 1-1 0 0,0-1 1 0 0,-1 1-1 0 0,1 0 1 0 0,0 0-1 0 0,0 0 1 0 0,0 0-1 0 0,0 0 1 0 0,1 0-1 0 0,-3 3 1 0 0,-4 4 9 0 0,1 1 1 0 0,0 0-1 0 0,0 0 0 0 0,1 1 1 0 0,0 0-1 0 0,-6 18 1 0 0,10-25-66 0 0,1 0 1 0 0,-1 0 0 0 0,1 0-1 0 0,0 0 1 0 0,0 0-1 0 0,1 0 1 0 0,-1 1 0 0 0,1-1-1 0 0,0 0 1 0 0,0 0 0 0 0,0 1-1 0 0,1-1 1 0 0,-1 0 0 0 0,1 0-1 0 0,0 0 1 0 0,0 0-1 0 0,1 0 1 0 0,-1 0 0 0 0,1 0-1 0 0,0 0 1 0 0,0 0 0 0 0,3 4-1 0 0,-4-7 31 0 0,-1-1 1 0 0,0 1-1 0 0,1-1 0 0 0,-1 0 0 0 0,1 1 0 0 0,-1-1 0 0 0,1 1 0 0 0,-1-1 1 0 0,1 0-1 0 0,-1 1 0 0 0,1-1 0 0 0,-1 0 0 0 0,1 0 0 0 0,-1 1 0 0 0,1-1 1 0 0,-1 0-1 0 0,1 0 0 0 0,0 0 0 0 0,-1 0 0 0 0,1 0 0 0 0,-1 1 0 0 0,1-1 0 0 0,0-1 1 0 0,-1 1-1 0 0,1 0 0 0 0,0 0 0 0 0,-1 0 0 0 0,1 0 0 0 0,-1 0 0 0 0,1 0 1 0 0,-1-1-1 0 0,1 1 0 0 0,0 0 0 0 0,-1 0 0 0 0,1-1 0 0 0,-1 1 0 0 0,1 0 1 0 0,-1-1-1 0 0,1 1 0 0 0,-1-1 0 0 0,0 1 0 0 0,1-1 0 0 0,-1 1 0 0 0,0 0 1 0 0,1-1-1 0 0,-1 0 0 0 0,0 1 0 0 0,1-1 0 0 0,-1 1 0 0 0,0-1 0 0 0,0 1 1 0 0,1-1-1 0 0,-1 1 0 0 0,0-2 0 0 0,14-43-2 0 0,-11 33 81 0 0,1 3 87 0 0,-1 0-1 0 0,1 1 1 0 0,0-1-1 0 0,1 1 0 0 0,0 0 1 0 0,1 0-1 0 0,-1 1 1 0 0,12-12-1 0 0,-16 18-124 0 0,1-1-1 0 0,-1 1 1 0 0,1-1-1 0 0,0 1 1 0 0,0 0-1 0 0,0 0 1 0 0,-1 0-1 0 0,1 0 1 0 0,0 0-1 0 0,0 0 1 0 0,1 0-1 0 0,-1 1 1 0 0,0-1 0 0 0,0 1-1 0 0,0-1 1 0 0,0 1-1 0 0,0 0 1 0 0,1 0-1 0 0,-1 0 1 0 0,0 0-1 0 0,0 0 1 0 0,0 0-1 0 0,0 1 1 0 0,1-1-1 0 0,-1 1 1 0 0,0 0-1 0 0,0-1 1 0 0,0 1-1 0 0,0 0 1 0 0,0 0 0 0 0,0 0-1 0 0,0 0 1 0 0,-1 1-1 0 0,1-1 1 0 0,0 1-1 0 0,-1-1 1 0 0,1 1-1 0 0,-1-1 1 0 0,1 1-1 0 0,-1 0 1 0 0,2 2-1 0 0,10 15 1 0 0,-1 0-1 0 0,0 0 0 0 0,-2 1 1 0 0,0 0-1 0 0,-1 1 0 0 0,-1 1 0 0 0,-1-1 1 0 0,-1 1-1 0 0,-1 0 0 0 0,-1 0 1 0 0,-1 1-1 0 0,0-1 0 0 0,-2 1 0 0 0,-1-1 1 0 0,-1 1-1 0 0,-1 0 0 0 0,0-1 1 0 0,-11 40-1 0 0,11-57-97 0 0,0 0 0 0 0,0 0 0 0 0,0 0 1 0 0,-1 0-1 0 0,0-1 0 0 0,0 1 0 0 0,0-1 0 0 0,0 1 0 0 0,-1-1 1 0 0,0 0-1 0 0,1 0 0 0 0,-1-1 0 0 0,-1 1 0 0 0,-5 3 1 0 0,8-6 46 0 0,0 0 0 0 0,0 0 1 0 0,-1 0-1 0 0,1 0 0 0 0,0 0 0 0 0,0 0 1 0 0,-1-1-1 0 0,1 1 0 0 0,0-1 1 0 0,0 0-1 0 0,-1 0 0 0 0,1 0 1 0 0,-1 0-1 0 0,1 0 0 0 0,0 0 1 0 0,-1-1-1 0 0,1 1 0 0 0,0-1 1 0 0,0 1-1 0 0,-1-1 0 0 0,1 0 1 0 0,0 0-1 0 0,0 0 0 0 0,0 0 1 0 0,0 0-1 0 0,0-1 0 0 0,0 1 1 0 0,0 0-1 0 0,0-1 0 0 0,1 0 1 0 0,-1 1-1 0 0,0-1 0 0 0,1 0 1 0 0,0 0-1 0 0,-2-2 0 0 0,-4-7 34 0 0,3-2 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5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0 218 6449 0 0,'0'1'103'0'0,"0"0"0"0"0,0 0 0 0 0,1 0-1 0 0,-1 0 1 0 0,0 0 0 0 0,0-1 0 0 0,0 1-1 0 0,1 0 1 0 0,-1 0 0 0 0,0 0 0 0 0,1-1 0 0 0,-1 1-1 0 0,1 0 1 0 0,-1 0 0 0 0,1-1 0 0 0,-1 1-1 0 0,1 0 1 0 0,-1-1 0 0 0,1 1 0 0 0,0-1-1 0 0,-1 1 1 0 0,1-1 0 0 0,0 1 0 0 0,0-1 0 0 0,-1 1-1 0 0,1-1 1 0 0,0 0 0 0 0,0 1 0 0 0,0-1-1 0 0,-1 0 1 0 0,3 1 0 0 0,28 10 3486 0 0,-27-10-3293 0 0,0-1 0 0 0,1 1 0 0 0,-1-1 0 0 0,1 1 0 0 0,-1-1 1 0 0,1 0-1 0 0,-1-1 0 0 0,0 1 0 0 0,1-1 0 0 0,-1 0 0 0 0,1 0 0 0 0,-1 0 0 0 0,0-1 0 0 0,0 0 1 0 0,0 1-1 0 0,5-4 0 0 0,-5 2-165 0 0,1-1 1 0 0,-1 1-1 0 0,0-1 0 0 0,-1 0 1 0 0,1 0-1 0 0,-1 0 0 0 0,1 0 1 0 0,-1 0-1 0 0,0-1 0 0 0,-1 0 1 0 0,5-9-1 0 0,-4 5-92 0 0,0-1 0 0 0,0 1-1 0 0,-1-1 1 0 0,0 1 0 0 0,-1-1-1 0 0,0 0 1 0 0,0 0 0 0 0,-1 1 0 0 0,-1-1-1 0 0,0 0 1 0 0,0 0 0 0 0,0 1-1 0 0,-1-1 1 0 0,-5-12 0 0 0,7 21-35 0 0,0 0 0 0 0,-1 0-1 0 0,1-1 1 0 0,-1 1 0 0 0,1 0 0 0 0,-1 0 0 0 0,0-1 0 0 0,0 1 0 0 0,1 0 0 0 0,-1 0 0 0 0,0 0-1 0 0,0 0 1 0 0,0 0 0 0 0,0 0 0 0 0,0 0 0 0 0,0 1 0 0 0,0-1 0 0 0,0 0 0 0 0,0 0-1 0 0,-2 0 1 0 0,2 1-2 0 0,0 0 0 0 0,0 0 0 0 0,0 0 0 0 0,0 0 0 0 0,0 0 0 0 0,0 1 0 0 0,0-1-1 0 0,0 0 1 0 0,0 1 0 0 0,0-1 0 0 0,0 0 0 0 0,1 1 0 0 0,-1-1 0 0 0,0 1 0 0 0,0-1-1 0 0,0 1 1 0 0,1 0 0 0 0,-1-1 0 0 0,0 1 0 0 0,1 0 0 0 0,-2 0 0 0 0,-1 4 4 0 0,-1 0 0 0 0,1 0 0 0 0,0 1 0 0 0,0-1 0 0 0,0 0 0 0 0,1 1 1 0 0,-3 9-1 0 0,2-2 45 0 0,1 1 1 0 0,1 0 0 0 0,0 0 0 0 0,0 0-1 0 0,2 0 1 0 0,0 0 0 0 0,0-1-1 0 0,1 1 1 0 0,4 14 0 0 0,-3-17-42 0 0,0 0 0 0 0,1 0 0 0 0,0 0 0 0 0,1 0-1 0 0,0-1 1 0 0,1 1 0 0 0,0-1 0 0 0,0-1 0 0 0,1 1 0 0 0,0-1 0 0 0,10 9 0 0 0,-2-6-1516 0 0,2-2-5599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05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12899 0 0,'0'3'1152'0'0,"-1"0"-928"0"0,6 9 5145 0 0,-1-7-4889 0 0,3-3-192 0 0,3-3-40 0 0,2-5-8 0 0,5-3-240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0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84 2304 0 0,'-8'-1'782'0'0,"1"0"0"0"0,-1-1 0 0 0,1 0 0 0 0,-1-1 0 0 0,1 0 0 0 0,0 0 0 0 0,-14-2 8431 0 0,30 26-6084 0 0,22 58-2369 0 0,-27-69-107 0 0,12 40-240 0 0,8 24-230 0 0,-21-67-177 0 0,0-1-1 0 0,0 0 1 0 0,1 0-1 0 0,0 0 0 0 0,0 0 1 0 0,0 0-1 0 0,1-1 1 0 0,6 7-1 0 0,-10-11-9 0 0,-1-1 0 0 0,1 0 0 0 0,-1 1 0 0 0,1-1 0 0 0,-1 1 0 0 0,1-1 0 0 0,-1 0 0 0 0,1 0 0 0 0,-1 1 0 0 0,1-1-1 0 0,-1 0 1 0 0,1 0 0 0 0,-1 0 0 0 0,1 1 0 0 0,0-1 0 0 0,-1 0 0 0 0,1 0 0 0 0,-1 0 0 0 0,1 0 0 0 0,0 0 0 0 0,-1 0 0 0 0,1-1 0 0 0,0 1 0 0 0,-1 0 0 0 0,1 0 0 0 0,-1 0 0 0 0,1 0 0 0 0,-1-1 0 0 0,2 1-1 0 0,12-18-294 0 0,4-33-269 0 0,-16 44 536 0 0,7-22 37 0 0,32-91 85 0 0,-35 103-73 0 0,2 1-1 0 0,0-1 1 0 0,1 2 0 0 0,19-28-1 0 0,-26 41-1 0 0,-1 0-1 0 0,1 0 1 0 0,-1 0 0 0 0,1 0-1 0 0,0 1 1 0 0,0-1-1 0 0,0 0 1 0 0,0 1 0 0 0,0-1-1 0 0,0 1 1 0 0,1 0-1 0 0,-1 0 1 0 0,0-1-1 0 0,1 2 1 0 0,-1-1 0 0 0,1 0-1 0 0,-1 0 1 0 0,1 1-1 0 0,-1-1 1 0 0,1 1 0 0 0,-1 0-1 0 0,1 0 1 0 0,4 0-1 0 0,-4 1 25 0 0,1 1-1 0 0,-1-1 1 0 0,1 1 0 0 0,-1-1-1 0 0,0 1 1 0 0,0 0-1 0 0,0 0 1 0 0,0 0-1 0 0,0 1 1 0 0,0-1-1 0 0,-1 1 1 0 0,1 0 0 0 0,-1-1-1 0 0,1 1 1 0 0,-1 0-1 0 0,2 4 1 0 0,6 12 70 0 0,-1 0 1 0 0,0 0-1 0 0,-1 0 1 0 0,6 29 0 0 0,17 41-119 0 0,-27-80-218 0 0,1 0 1 0 0,0-1-1 0 0,0 1 1 0 0,0-1-1 0 0,1-1 0 0 0,0 1 1 0 0,11 9-1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0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74 7834 0 0,'-12'7'2018'0'0,"27"-16"1550"0"0,9-6-1417 0 0,-13 8-1540 0 0,53-31 823 0 0,-60 36-1647 0 0,0 1 1 0 0,0-1 0 0 0,1 1-1 0 0,-1-1 1 0 0,0 1-1 0 0,1 0 1 0 0,-1 1-1 0 0,1-1 1 0 0,-1 1 0 0 0,1 0-1 0 0,-1 0 1 0 0,1 0-1 0 0,5 2 1 0 0,-9-2 197 0 0,1 0 1 0 0,0 1-1 0 0,-1 0 1 0 0,1-1-1 0 0,-1 1 1 0 0,1 0-1 0 0,-1 0 1 0 0,1-1-1 0 0,-1 1 1 0 0,0 0-1 0 0,1 1 1 0 0,-1-1-1 0 0,0 0 1 0 0,0 0-1 0 0,0 0 1 0 0,0 1-1 0 0,0-1 1 0 0,0 0-1 0 0,0 1 1 0 0,1 1-1 0 0,-1 1-13 0 0,0-1-1 0 0,-1 0 1 0 0,1 0-1 0 0,0 1 1 0 0,-1-1-1 0 0,0 0 1 0 0,0 1-1 0 0,0-1 1 0 0,-1 6-1 0 0,-1 5-176 0 0,-2-1 0 0 0,0 1 0 0 0,-9 22 0 0 0,12-33 137 0 0,-29 53-969 0 0,14-16 6758 0 0,32-46-3154 0 0,15-10-1697 0 0,-23 12-1543 0 0,0-1 1 0 0,0 2-1 0 0,0-1 1 0 0,12-3-1 0 0,-6 3-645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1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 6913 0 0,'3'-6'689'0'0,"0"0"0"0"0,1 0-1 0 0,0 0 1 0 0,-1 1 0 0 0,2 0-1 0 0,-1 0 1 0 0,1 0-1 0 0,-1 0 1 0 0,1 1 0 0 0,1 0-1 0 0,-1 0 1 0 0,1 0 0 0 0,6-3-1 0 0,-10 7-557 0 0,-1 0 0 0 0,1 0 0 0 0,0 0 0 0 0,0 1 0 0 0,-1-1 0 0 0,1 0 0 0 0,0 1 0 0 0,-1-1-1 0 0,1 1 1 0 0,-1 0 0 0 0,1-1 0 0 0,-1 1 0 0 0,1 0 0 0 0,-1 0 0 0 0,1 0 0 0 0,-1 0 0 0 0,0 0 0 0 0,1 0 0 0 0,-1 1 0 0 0,0-1-1 0 0,0 0 1 0 0,0 1 0 0 0,0-1 0 0 0,0 0 0 0 0,0 1 0 0 0,0-1 0 0 0,-1 1 0 0 0,2 2 0 0 0,19 47 907 0 0,-20-50-1014 0 0,5 23 129 0 0,-1 1 1 0 0,0 0 0 0 0,-2 0 0 0 0,0 44 0 0 0,0-2-147 0 0,-1-60 10 0 0,1-8-34 0 0,7-19-89 0 0,6-31-211 0 0,16-62-746 0 0,-27 99 1046 0 0,0 1 0 0 0,1 0 1 0 0,1 0-1 0 0,0 0 0 0 0,1 1 0 0 0,9-12 1 0 0,-16 22 49 0 0,1 0-1 0 0,-1 1 1 0 0,0-1 0 0 0,1 1 0 0 0,-1-1-1 0 0,1 1 1 0 0,0-1 0 0 0,0 1 0 0 0,-1 0 0 0 0,1 0-1 0 0,0 0 1 0 0,0 0 0 0 0,0 0 0 0 0,0 0 0 0 0,0 1-1 0 0,0-1 1 0 0,0 1 0 0 0,0-1 0 0 0,0 1 0 0 0,1 0-1 0 0,-1 0 1 0 0,3 0 0 0 0,-2 1 11 0 0,0 0 0 0 0,0 0-1 0 0,0 0 1 0 0,-1 0 0 0 0,1 1 0 0 0,0-1 0 0 0,-1 1 0 0 0,1 0 0 0 0,-1 0 0 0 0,0 0-1 0 0,1 0 1 0 0,-1 0 0 0 0,0 0 0 0 0,2 3 0 0 0,3 6 34 0 0,1 0 0 0 0,-2 1 0 0 0,1-1 0 0 0,-2 2 0 0 0,9 24 0 0 0,12 62-67 0 0,-14-122-11 0 0,-6 7-3 0 0,4-16 13 0 0,18-36 0 0 0,-24 60 11 0 0,0 0 1 0 0,0 1-1 0 0,1-1 0 0 0,0 1 0 0 0,0 0 0 0 0,0 0 1 0 0,1 1-1 0 0,1 0 0 0 0,12-11 0 0 0,-18 16-17 0 0,1 0-1 0 0,0 0 1 0 0,-1 0-1 0 0,1 0 0 0 0,0 0 1 0 0,0 0-1 0 0,0 0 1 0 0,0 1-1 0 0,-1-1 1 0 0,1 0-1 0 0,0 1 0 0 0,0 0 1 0 0,0 0-1 0 0,0-1 1 0 0,0 1-1 0 0,0 0 1 0 0,0 0-1 0 0,0 1 1 0 0,0-1-1 0 0,0 0 0 0 0,0 1 1 0 0,0-1-1 0 0,0 1 1 0 0,0 0-1 0 0,0 0 1 0 0,0-1-1 0 0,-1 1 0 0 0,1 0 1 0 0,0 1-1 0 0,-1-1 1 0 0,1 0-1 0 0,-1 0 1 0 0,1 1-1 0 0,-1-1 1 0 0,1 1-1 0 0,-1-1 0 0 0,0 1 1 0 0,0-1-1 0 0,1 3 1 0 0,6 9 32 0 0,-2-1 1 0 0,0 1-1 0 0,0 1 1 0 0,6 21 0 0 0,-2-4-11 0 0,8 9-1619 0 0,3-1-3350 0 0,-9-21-2156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37 5529 0 0,'0'-1'299'0'0,"0"-1"1"0"0,0 1-1 0 0,0-1 0 0 0,0 1 0 0 0,0-1 0 0 0,0 1 0 0 0,-1-1 1 0 0,1 1-1 0 0,-1-1 0 0 0,1 1 0 0 0,-1 0 0 0 0,1-1 0 0 0,-1 1 1 0 0,0 0-1 0 0,0-1 0 0 0,0 1 0 0 0,0 0 0 0 0,0 0 0 0 0,0 0 1 0 0,-2-2-1 0 0,2 2-109 0 0,-1 0 1 0 0,0 0 0 0 0,1 1 0 0 0,-1-1 0 0 0,0 0-1 0 0,0 1 1 0 0,0-1 0 0 0,0 1 0 0 0,0 0-1 0 0,0-1 1 0 0,0 1 0 0 0,0 0 0 0 0,0 0 0 0 0,-2 1-1 0 0,-1-1-38 0 0,0 1 0 0 0,0 1 0 0 0,0-1-1 0 0,0 0 1 0 0,0 1 0 0 0,0 0-1 0 0,0 1 1 0 0,1-1 0 0 0,-1 1 0 0 0,1 0-1 0 0,-6 4 1 0 0,0 3 20 0 0,0 1 0 0 0,1 0 1 0 0,1 0-1 0 0,0 1 0 0 0,0 0 0 0 0,1 1 0 0 0,-7 16 0 0 0,5-7 59 0 0,1 0 1 0 0,1 0-1 0 0,-7 40 0 0 0,13-56-180 0 0,0 1 0 0 0,1-1 0 0 0,0 0 1 0 0,0 0-1 0 0,0 0 0 0 0,1 1 0 0 0,0-1 0 0 0,0 0 0 0 0,1 0 1 0 0,0 0-1 0 0,0 0 0 0 0,3 7 0 0 0,-4-11-59 0 0,1 0 0 0 0,-1 0 1 0 0,0 0-1 0 0,1 0 0 0 0,-1-1 0 0 0,1 1 0 0 0,-1 0 1 0 0,1-1-1 0 0,0 0 0 0 0,0 1 0 0 0,-1-1 0 0 0,1 0 1 0 0,0 0-1 0 0,0 0 0 0 0,0 0 0 0 0,0 0 0 0 0,1 0 0 0 0,-1-1 1 0 0,0 1-1 0 0,0-1 0 0 0,0 1 0 0 0,1-1 0 0 0,-1 0 1 0 0,0 0-1 0 0,0 0 0 0 0,1 0 0 0 0,-1 0 0 0 0,0 0 1 0 0,0-1-1 0 0,1 1 0 0 0,-1-1 0 0 0,0 0 0 0 0,0 0 1 0 0,0 1-1 0 0,0-1 0 0 0,4-3 0 0 0,0 1-72 0 0,1-1-1 0 0,-1 0 1 0 0,0 0-1 0 0,0 0 1 0 0,0-1-1 0 0,-1 0 1 0 0,0 0 0 0 0,0 0-1 0 0,0-1 1 0 0,0 0-1 0 0,4-8 1 0 0,2-5-112 0 0,-1 0 0 0 0,10-31 1 0 0,-12 27 701 0 0,18-32 0 0 0,-25 54-440 0 0,-1 0-1 0 0,0 1 1 0 0,0-1 0 0 0,1 1 0 0 0,-1-1 0 0 0,0 0-1 0 0,1 1 1 0 0,-1-1 0 0 0,1 1 0 0 0,-1-1-1 0 0,1 1 1 0 0,-1-1 0 0 0,1 1 0 0 0,-1-1-1 0 0,1 1 1 0 0,0 0 0 0 0,-1-1 0 0 0,1 1-1 0 0,0 0 1 0 0,-1-1 0 0 0,1 1 0 0 0,0 0-1 0 0,-1 0 1 0 0,1 0 0 0 0,0 0 0 0 0,-1-1-1 0 0,1 1 1 0 0,1 0 0 0 0,-1 1 1 0 0,0-1 0 0 0,0 1 1 0 0,0 0-1 0 0,0-1 0 0 0,1 1 1 0 0,-1 0-1 0 0,0 0 0 0 0,0 0 1 0 0,0 0-1 0 0,-1-1 0 0 0,1 1 0 0 0,0 1 1 0 0,0-1-1 0 0,1 1 0 0 0,4 9 144 0 0,0 1 0 0 0,7 20-1 0 0,-8-19-69 0 0,-4-10-304 0 0,5 11 133 0 0,1 0 0 0 0,0-1 0 0 0,0 1 0 0 0,13 15 0 0 0,-17-25-1076 0 0,1 0 0 0 0,0 0-1 0 0,0-1 1 0 0,0 1-1 0 0,7 3 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2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15203 0 0,'0'-1'33'0'0,"0"1"-1"0"0,0 0 1 0 0,0 0-1 0 0,0 0 1 0 0,0 0 0 0 0,0-1-1 0 0,0 1 1 0 0,0 0-1 0 0,0 0 1 0 0,0 0-1 0 0,0 0 1 0 0,0-1-1 0 0,0 1 1 0 0,0 0 0 0 0,0 0-1 0 0,0 0 1 0 0,0 0-1 0 0,0 0 1 0 0,0-1-1 0 0,1 1 1 0 0,-1 0 0 0 0,0 0-1 0 0,0 0 1 0 0,0 0-1 0 0,0 0 1 0 0,0 0-1 0 0,0 0 1 0 0,1-1-1 0 0,-1 1 1 0 0,0 0 0 0 0,0 0-1 0 0,0 0 1 0 0,0 0-1 0 0,0 0 1 0 0,1 0-1 0 0,-1 0 1 0 0,0 0-1 0 0,0 0 1 0 0,0 0 0 0 0,0 0-1 0 0,1 0 1 0 0,-1 0-1 0 0,0 0 1 0 0,0 0-1 0 0,0 0 1 0 0,0 0-1 0 0,1 0 1 0 0,-1 0 0 0 0,6 10 1411 0 0,4 20 452 0 0,-9-26-1733 0 0,14 63 794 0 0,-2 2 1 0 0,-3-1-1 0 0,1 94 1 0 0,1 11-765 0 0,0-66-2719 0 0,-10-87-5334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2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38 117 13363 0 0,'-37'4'1448'0'0,"48"-20"3086"0"0,7 4-3977 0 0,0 0 0 0 0,0 1 0 0 0,40-16 0 0 0,-34 18-1448 0 0,2 0 0 0 0,47-9 0 0 0,-58 15 707 0 0,1 1 0 0 0,0 1 0 0 0,0 1 0 0 0,0 0 0 0 0,25 3 0 0 0,-13 2 264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3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59 247 6449 0 0,'-12'28'1994'0'0,"11"-26"-1752"0"0,1-1 1 0 0,-1 1-1 0 0,0-1 0 0 0,1 0 0 0 0,0 1 0 0 0,-1-1 1 0 0,1 1-1 0 0,0 0 0 0 0,0-1 0 0 0,0 1 0 0 0,0-1 1 0 0,0 1-1 0 0,0-1 0 0 0,0 1 0 0 0,1-1 0 0 0,-1 1 1 0 0,1 1-1 0 0,0-3-115 0 0,0 0-1 0 0,-1 0 1 0 0,1 0 0 0 0,-1 0 0 0 0,1 0 0 0 0,0 0-1 0 0,-1 0 1 0 0,1 0 0 0 0,-1 0 0 0 0,1 0 0 0 0,0-1 0 0 0,-1 1-1 0 0,1 0 1 0 0,-1 0 0 0 0,1-1 0 0 0,-1 1 0 0 0,1 0-1 0 0,-1-1 1 0 0,1 1 0 0 0,-1-1 0 0 0,1 1 0 0 0,-1 0 0 0 0,1-1-1 0 0,-1 1 1 0 0,0-1 0 0 0,1 1 0 0 0,-1-1 0 0 0,0 1-1 0 0,1-2 1 0 0,12-16 1688 0 0,-13 17-1777 0 0,8-12 698 0 0,-1-1 1 0 0,-1 0-1 0 0,0 0 0 0 0,5-19 1 0 0,-7 19-634 0 0,-1 0 0 0 0,0 0 0 0 0,-1 0 0 0 0,0 0 0 0 0,-1-1 0 0 0,-1 1 0 0 0,0 0 0 0 0,-4-19 0 0 0,4 31-103 0 0,0 0 0 0 0,0 1 0 0 0,0-1-1 0 0,-1 0 1 0 0,1 0 0 0 0,-1 0 0 0 0,1 1 0 0 0,-1-1 0 0 0,0 0 0 0 0,0 0-1 0 0,0 1 1 0 0,0-1 0 0 0,0 1 0 0 0,0-1 0 0 0,0 1 0 0 0,0-1 0 0 0,-1 1-1 0 0,1 0 1 0 0,0 0 0 0 0,-1 0 0 0 0,1-1 0 0 0,-1 1 0 0 0,1 1 0 0 0,-1-1-1 0 0,0 0 1 0 0,0 0 0 0 0,1 1 0 0 0,-1-1 0 0 0,0 0 0 0 0,0 1 0 0 0,1 0 0 0 0,-1-1-1 0 0,-4 1 1 0 0,3 1 3 0 0,0-1 1 0 0,-1 1-1 0 0,1 0 0 0 0,0 0 0 0 0,0 0 1 0 0,0 1-1 0 0,0-1 0 0 0,0 1 0 0 0,0 0 0 0 0,0 0 1 0 0,1 0-1 0 0,-1 0 0 0 0,1 0 0 0 0,-1 0 1 0 0,1 1-1 0 0,0-1 0 0 0,-4 6 0 0 0,3-3 5 0 0,-1 0 0 0 0,1 0 0 0 0,1 1-1 0 0,-1-1 1 0 0,1 1 0 0 0,0 0-1 0 0,0-1 1 0 0,1 1 0 0 0,-1 0 0 0 0,1 0-1 0 0,1 0 1 0 0,-1 0 0 0 0,1 0 0 0 0,0 0-1 0 0,0 0 1 0 0,1 0 0 0 0,0 0 0 0 0,0 0-1 0 0,0 0 1 0 0,1 0 0 0 0,0 0 0 0 0,0 0-1 0 0,0-1 1 0 0,1 1 0 0 0,0-1 0 0 0,0 0-1 0 0,5 7 1 0 0,-3-6-23 0 0,0 0 1 0 0,0 0-1 0 0,1 0 1 0 0,0-1-1 0 0,0 0 1 0 0,0 0-1 0 0,0-1 0 0 0,1 1 1 0 0,0-1-1 0 0,0-1 1 0 0,0 1-1 0 0,1-1 1 0 0,-1-1-1 0 0,1 1 0 0 0,-1-1 1 0 0,1 0-1 0 0,0-1 1 0 0,0 0-1 0 0,-1 0 1 0 0,14-1-1 0 0,2-2-309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3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5 181 8290 0 0,'-1'-1'192'0'0,"0"0"1"0"0,1 0 0 0 0,0 0 0 0 0,-1-1-1 0 0,1 1 1 0 0,0 0 0 0 0,-1 0-1 0 0,1 0 1 0 0,0 0 0 0 0,0 0-1 0 0,0 0 1 0 0,0-1 0 0 0,0 1-1 0 0,0 0 1 0 0,0 0 0 0 0,0 0-1 0 0,1 0 1 0 0,-1 0 0 0 0,0 0 0 0 0,1-1-1 0 0,-1 1 1 0 0,1 0 0 0 0,-1 0-1 0 0,1 0 1 0 0,-1 0 0 0 0,1 0-1 0 0,0 1 1 0 0,-1-1 0 0 0,1 0-1 0 0,0 0 1 0 0,0 0 0 0 0,0 0-1 0 0,0 1 1 0 0,0-1 0 0 0,1 0 0 0 0,0-2 227 0 0,1 1 1 0 0,0-1 0 0 0,0 1 0 0 0,1 0 0 0 0,-1 0 0 0 0,0 0 0 0 0,1 0 0 0 0,-1 0-1 0 0,1 1 1 0 0,3-1 0 0 0,-4 1-354 0 0,0 1 0 0 0,0 1 0 0 0,1-1 1 0 0,-1 0-1 0 0,0 1 0 0 0,0 0 0 0 0,0-1 0 0 0,0 1 0 0 0,0 1 0 0 0,-1-1 0 0 0,1 0 0 0 0,0 1 0 0 0,0-1 0 0 0,-1 1 0 0 0,1 0 1 0 0,-1 0-1 0 0,1 0 0 0 0,-1 0 0 0 0,3 3 0 0 0,6 7 473 0 0,-2 0-1 0 0,16 24 1 0 0,-5-7-184 0 0,-11-16-321 0 0,1-2 183 0 0,-17-32 13 0 0,4 10-119 0 0,0-1 1 0 0,0 1-1 0 0,1-1 0 0 0,0 1 1 0 0,1-1-1 0 0,0 0 1 0 0,1 1-1 0 0,1-1 0 0 0,1-14 1 0 0,1 12-541 0 0,-1 0 0 0 0,2 0 0 0 0,0 0 0 0 0,7-14 0 0 0,-1 4-7698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3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5985 0 0,'-2'13'1947'0'0,"0"0"-1"0"0,1 0 0 0 0,1-1 0 0 0,0 1 1 0 0,1 0-1 0 0,2 13 0 0 0,9 25-1261 0 0,8-4-5814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3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11 178 11058 0 0,'-9'-66'1193'0'0,"8"51"-7"0"0,0 1 0 0 0,1 0 1 0 0,1 0-1 0 0,0-1 0 0 0,4-13 0 0 0,-5 27-1179 0 0,0 1 0 0 0,0 0 0 0 0,0-1 0 0 0,0 1 0 0 0,0-1 0 0 0,0 1 0 0 0,0-1 0 0 0,0 1 0 0 0,0 0 0 0 0,0-1 0 0 0,0 1 0 0 0,1-1 0 0 0,-1 1 0 0 0,0 0 0 0 0,0-1 1 0 0,1 1-1 0 0,-1 0 0 0 0,0-1 0 0 0,0 1 0 0 0,1 0 0 0 0,-1-1 0 0 0,0 1 0 0 0,1 0 0 0 0,-1 0 0 0 0,0-1 0 0 0,1 1 0 0 0,-1 0 0 0 0,0 0 0 0 0,1 0 0 0 0,-1 0 0 0 0,1-1 0 0 0,-1 1 0 0 0,0 0 0 0 0,1 0 0 0 0,-1 0 0 0 0,1 0 0 0 0,-1 0 0 0 0,1 0 0 0 0,-1 0 0 0 0,0 0 0 0 0,1 0 0 0 0,-1 0 0 0 0,1 0 0 0 0,-1 0 0 0 0,1 1 0 0 0,-1-1 0 0 0,0 0 0 0 0,1 0 0 0 0,-1 0 0 0 0,0 0 0 0 0,1 1 0 0 0,-1-1 0 0 0,0 0 0 0 0,1 0 0 0 0,-1 1 0 0 0,0-1 0 0 0,1 0 0 0 0,-1 1 0 0 0,23 25-5088 0 0,-15-17 1149 0 0,0-1 1053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4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19 10594 0 0,'-1'-2'324'0'0,"-1"1"-1"0"0,1-1 1 0 0,0 1 0 0 0,-1 0-1 0 0,1-1 1 0 0,-1 1-1 0 0,1 0 1 0 0,-1 0 0 0 0,0 0-1 0 0,0 0 1 0 0,1 0-1 0 0,-1 0 1 0 0,0 1-1 0 0,0-1 1 0 0,0 1 0 0 0,0-1-1 0 0,-2 1 1 0 0,2 0-222 0 0,0 1 0 0 0,1 0 0 0 0,-1-1 0 0 0,0 1 0 0 0,0 0 0 0 0,1 0 0 0 0,-1 0 0 0 0,1 0 0 0 0,-1 1 0 0 0,1-1 0 0 0,-1 0 1 0 0,1 1-1 0 0,0-1 0 0 0,0 1 0 0 0,0-1 0 0 0,0 1 0 0 0,-1 1 0 0 0,-12 21-61 0 0,2 0 0 0 0,1 1 0 0 0,0 1 0 0 0,2-1 1 0 0,-8 42-1 0 0,14-56-71 0 0,0 1 0 0 0,1 0 0 0 0,0 13 0 0 0,2-22 28 0 0,-1 0 1 0 0,1-1-1 0 0,0 1 1 0 0,1 0-1 0 0,-1 0 1 0 0,0 0-1 0 0,1 0 1 0 0,0 0-1 0 0,0 0 1 0 0,0 0-1 0 0,0-1 1 0 0,0 1-1 0 0,0 0 1 0 0,1-1-1 0 0,-1 1 1 0 0,1-1-1 0 0,3 5 1 0 0,-4-7-6 0 0,0 1-1 0 0,0-1 1 0 0,0 1 0 0 0,0-1-1 0 0,0 0 1 0 0,0 0-1 0 0,0 0 1 0 0,0 1 0 0 0,0-1-1 0 0,0 0 1 0 0,1 0 0 0 0,-1 0-1 0 0,0-1 1 0 0,0 1 0 0 0,0 0-1 0 0,0 0 1 0 0,0 0 0 0 0,0-1-1 0 0,0 1 1 0 0,0-1-1 0 0,0 1 1 0 0,0-1 0 0 0,0 1-1 0 0,-1-1 1 0 0,1 1 0 0 0,0-1-1 0 0,0 0 1 0 0,0 1 0 0 0,-1-1-1 0 0,1 0 1 0 0,0 0 0 0 0,-1 0-1 0 0,1 0 1 0 0,0-1 0 0 0,24-34-502 0 0,-23 34 425 0 0,7-15-208 0 0,13-35 0 0 0,-1 2 1497 0 0,-21 50-1172 0 0,0-1 1 0 0,0 1-1 0 0,0 0 1 0 0,0 0-1 0 0,1 0 1 0 0,-1 0 0 0 0,0 0-1 0 0,0 0 1 0 0,0 0-1 0 0,0 0 1 0 0,0-1 0 0 0,0 1-1 0 0,0 0 1 0 0,0 0-1 0 0,0 0 1 0 0,0 0-1 0 0,1 0 1 0 0,-1 0 0 0 0,0 0-1 0 0,0 0 1 0 0,0 0-1 0 0,0 0 1 0 0,0 0-1 0 0,0 0 1 0 0,0 0 0 0 0,1 0-1 0 0,-1 0 1 0 0,0 0-1 0 0,0 0 1 0 0,0 0 0 0 0,0 0-1 0 0,0 0 1 0 0,0 0-1 0 0,1 0 1 0 0,-1 0-1 0 0,0 0 1 0 0,0 0 0 0 0,0 0-1 0 0,0 0 1 0 0,0 0-1 0 0,0 0 1 0 0,0 0-1 0 0,0 0 1 0 0,1 0 0 0 0,-1 0-1 0 0,0 1 1 0 0,0-1-1 0 0,0 0 1 0 0,0 0 0 0 0,0 0-1 0 0,0 0 1 0 0,7 10 793 0 0,7 22-509 0 0,-10-21-107 0 0,-1-6-188 0 0,-1 0 0 0 0,1-1 1 0 0,0 1-1 0 0,0-1 0 0 0,0 1 1 0 0,1-1-1 0 0,-1 0 0 0 0,1 0 1 0 0,0 0-1 0 0,0-1 0 0 0,1 1 1 0 0,-1-1-1 0 0,1 0 1 0 0,-1 0-1 0 0,6 2 0 0 0,-6-4-118 0 0,-1 0 1 0 0,1 0-1 0 0,-1 0 0 0 0,1-1 0 0 0,0 1 0 0 0,-1-1 1 0 0,1 0-1 0 0,0 0 0 0 0,0 0 0 0 0,-1 0 0 0 0,1-1 1 0 0,0 1-1 0 0,-1-1 0 0 0,1 0 0 0 0,-1 0 0 0 0,1-1 0 0 0,-1 1 1 0 0,1-1-1 0 0,-1 1 0 0 0,0-1 0 0 0,0 0 0 0 0,0 0 1 0 0,3-3-1 0 0,20-20-6052 0 0,-13 10 449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4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87 920 0 0,'4'-46'5975'0'0,"-3"43"-5199"0"0,-1 0 0 0 0,0 0 1 0 0,0-1-1 0 0,0 1 1 0 0,-1 0-1 0 0,1 0 0 0 0,-1 0 1 0 0,-8-12 5335 0 0,3 32-4758 0 0,2 9-734 0 0,2-1 0 0 0,1 1 0 0 0,4 48 0 0 0,18 76 85 0 0,-10-91-354 0 0,19 59 0 0 0,-3-45-7321 0 0,-18-53-541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5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11 6913 0 0,'-1'0'85'0'0,"1"0"-1"0"0,0 0 0 0 0,0 0 0 0 0,-1 0 0 0 0,1 0 0 0 0,0 0 0 0 0,0 0 0 0 0,-1 0 0 0 0,1 0 0 0 0,0 0 0 0 0,-3-2 1177 0 0,3 2-1177 0 0,0-1 0 0 0,0 1 0 0 0,0 0 0 0 0,-1 0 0 0 0,1 0 1 0 0,0-1-1 0 0,0 1 0 0 0,0 0 0 0 0,0 0 0 0 0,0-1 0 0 0,0 1 0 0 0,0 0 0 0 0,0 0 0 0 0,0-1 0 0 0,0 1 0 0 0,0 0 0 0 0,0 0 0 0 0,0-1 0 0 0,0 1 0 0 0,0 0 0 0 0,0 0 1 0 0,0 0-1 0 0,2-3 924 0 0,-2 3-924 0 0,-21 5 2157 0 0,-1 8-1273 0 0,1 1 1 0 0,-33 29-1 0 0,48-38-803 0 0,0 1 0 0 0,0 0 0 0 0,0 1 1 0 0,0-1-1 0 0,1 1 0 0 0,0 0 0 0 0,1 1 0 0 0,0-1 0 0 0,0 1 0 0 0,0 0 0 0 0,-4 14 0 0 0,8-19-157 0 0,-1 0 0 0 0,1-1 0 0 0,0 1 0 0 0,0 0 0 0 0,0 0 0 0 0,0 0 0 0 0,1 0 0 0 0,-1-1 0 0 0,1 1 0 0 0,0 0 0 0 0,0-1 1 0 0,0 1-1 0 0,0 0 0 0 0,0-1 0 0 0,0 1 0 0 0,1-1 0 0 0,-1 1 0 0 0,1-1 0 0 0,0 0 0 0 0,0 0 0 0 0,0 0 0 0 0,0 0 0 0 0,0 0 0 0 0,0 0 0 0 0,0 0 0 0 0,1-1 0 0 0,-1 1 0 0 0,0-1 0 0 0,4 2 0 0 0,9 4-72 0 0,0-1 0 0 0,1 0 0 0 0,30 7 0 0 0,-24-7 7 0 0,-1 0-114 0 0,-15-5 107 0 0,0 0 0 0 0,1 1-1 0 0,-1-1 1 0 0,0 2 0 0 0,0-1 0 0 0,0 0-1 0 0,-1 1 1 0 0,1 0 0 0 0,-1 1 0 0 0,10 7 0 0 0,-15-11 65 0 0,1 1 1 0 0,-1-1-1 0 0,0 1 1 0 0,0 0 0 0 0,0-1-1 0 0,0 1 1 0 0,1 0 0 0 0,-1-1-1 0 0,0 1 1 0 0,0-1 0 0 0,0 1-1 0 0,0 0 1 0 0,-1-1-1 0 0,1 1 1 0 0,0 0 0 0 0,0-1-1 0 0,0 1 1 0 0,0-1 0 0 0,-1 1-1 0 0,1 0 1 0 0,0-1 0 0 0,0 1-1 0 0,-1-1 1 0 0,1 1-1 0 0,-1-1 1 0 0,1 1 0 0 0,0-1-1 0 0,-1 1 1 0 0,1-1 0 0 0,-1 1-1 0 0,1-1 1 0 0,-1 0 0 0 0,1 1-1 0 0,-1-1 1 0 0,1 0-1 0 0,-1 1 1 0 0,0-1 0 0 0,1 0-1 0 0,-1 0 1 0 0,1 0 0 0 0,-2 1-1 0 0,-26 11 215 0 0,28-12-215 0 0,-17 5 190 0 0,0 0 0 0 0,0-1 0 0 0,0-1 0 0 0,-1 0 0 0 0,-27-1 0 0 0,-11-6-5671 0 0,42 1-644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5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11979 0 0,'1'-1'154'0'0,"-1"1"1"0"0,1 0 0 0 0,0 0 0 0 0,0 0 0 0 0,-1-1 0 0 0,1 1 0 0 0,0 0 0 0 0,0 0 0 0 0,0 0 0 0 0,-1 0 0 0 0,1 0-1 0 0,0 1 1 0 0,0-1 0 0 0,-1 0 0 0 0,1 0 0 0 0,0 0 0 0 0,-1 1 0 0 0,1-1 0 0 0,0 0 0 0 0,0 1 0 0 0,-1-1 0 0 0,1 0-1 0 0,-1 1 1 0 0,1-1 0 0 0,0 1 0 0 0,-1-1 0 0 0,1 1 0 0 0,-1-1 0 0 0,1 1 0 0 0,-1 0 0 0 0,1-1 0 0 0,-1 1 0 0 0,0 0-1 0 0,1 0 1 0 0,16 23 2081 0 0,-12-13-1862 0 0,-1 0 0 0 0,0 0-1 0 0,-1 1 1 0 0,-1-1 0 0 0,1 1 0 0 0,-2 0-1 0 0,1 20 1 0 0,-7 88-38 0 0,1-59-200 0 0,4-6-98 0 0,-1 6-473 0 0,-3-21-5749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5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0 144 4145 0 0,'2'-6'390'0'0,"1"-1"0"0"0,0 1 0 0 0,0 1 1 0 0,0-1-1 0 0,1 0 0 0 0,-1 1 0 0 0,1 0 0 0 0,1-1 0 0 0,-1 2 1 0 0,6-6-1 0 0,5-3 755 0 0,0 0 1 0 0,18-11-1 0 0,-27 20-790 0 0,0 1-1 0 0,0-1 1 0 0,0 1-1 0 0,1 1 1 0 0,-1-1-1 0 0,1 1 1 0 0,0 0-1 0 0,0 1 1 0 0,0-1-1 0 0,0 2 1 0 0,12-1-1 0 0,-17 1-254 0 0,0 0 1 0 0,1 0-1 0 0,-1 0 0 0 0,0 1 0 0 0,1-1 0 0 0,-1 1 1 0 0,0-1-1 0 0,0 1 0 0 0,1 0 0 0 0,-1 0 0 0 0,0 0 1 0 0,0 0-1 0 0,0 1 0 0 0,0-1 0 0 0,0 0 0 0 0,0 1 1 0 0,-1 0-1 0 0,1-1 0 0 0,0 1 0 0 0,-1 0 0 0 0,1 0 1 0 0,-1 0-1 0 0,0 0 0 0 0,1 0 0 0 0,-1 0 0 0 0,0 0 1 0 0,0 0-1 0 0,-1 0 0 0 0,1 1 0 0 0,0-1 0 0 0,-1 0 1 0 0,1 1-1 0 0,-1-1 0 0 0,0 0 0 0 0,0 1 1 0 0,0-1-1 0 0,0 4 0 0 0,-1 0-24 0 0,1-1-1 0 0,-1 0 1 0 0,0 1-1 0 0,-1-1 1 0 0,1 0-1 0 0,-1 0 1 0 0,0 0 0 0 0,-1 0-1 0 0,1 0 1 0 0,-1-1-1 0 0,0 1 1 0 0,0-1 0 0 0,0 0-1 0 0,-1 0 1 0 0,1 0-1 0 0,-6 5 1 0 0,-1 0-97 0 0,-1-1 0 0 0,1 1 1 0 0,-2-2-1 0 0,1 0 0 0 0,-17 8 0 0 0,17-10-470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6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0 230 4145 0 0,'19'-8'1160'0'0,"0"-1"0"0"0,-1-1 0 0 0,0 0 0 0 0,26-20 0 0 0,-35 24-820 0 0,-1-1 0 0 0,-1 0 0 0 0,1 0 0 0 0,-1-1 0 0 0,0 1 0 0 0,-1-2 0 0 0,0 1 0 0 0,0-1 0 0 0,-1 1-1 0 0,0-2 1 0 0,4-9 0 0 0,-9 17-344 0 0,1 1-1 0 0,0-1 0 0 0,-1 0 0 0 0,0 1 0 0 0,1-1 1 0 0,-1 0-1 0 0,0 0 0 0 0,0 1 0 0 0,0-1 0 0 0,0 0 1 0 0,0 0-1 0 0,-1 1 0 0 0,1-1 0 0 0,0 0 1 0 0,-1 1-1 0 0,1-1 0 0 0,-1 0 0 0 0,0 1 0 0 0,1-1 1 0 0,-1 0-1 0 0,0 1 0 0 0,0-1 0 0 0,0 1 0 0 0,0 0 1 0 0,0-1-1 0 0,0 1 0 0 0,-1 0 0 0 0,1 0 1 0 0,0 0-1 0 0,-1-1 0 0 0,1 1 0 0 0,-1 1 0 0 0,1-1 1 0 0,-1 0-1 0 0,1 0 0 0 0,-1 1 0 0 0,0-1 1 0 0,1 0-1 0 0,-3 1 0 0 0,2-1 101 0 0,-1 0 0 0 0,1 1-1 0 0,-1 0 1 0 0,1 0 0 0 0,-1-1 0 0 0,1 1 0 0 0,-1 1-1 0 0,1-1 1 0 0,-1 0 0 0 0,1 1 0 0 0,-1-1 0 0 0,1 1-1 0 0,-1 0 1 0 0,1 0 0 0 0,0 0 0 0 0,-1 0 0 0 0,1 0-1 0 0,0 0 1 0 0,0 0 0 0 0,0 1 0 0 0,0-1 0 0 0,0 1 0 0 0,0 0-1 0 0,0 0 1 0 0,1-1 0 0 0,-1 1 0 0 0,-2 4 0 0 0,2-2-31 0 0,0 1 1 0 0,0 0 0 0 0,0 0-1 0 0,0-1 1 0 0,1 1 0 0 0,0 0-1 0 0,0 0 1 0 0,1 0 0 0 0,-1 0 0 0 0,1 0-1 0 0,0 1 1 0 0,0-1 0 0 0,1 0-1 0 0,-1 0 1 0 0,1 0 0 0 0,0 0-1 0 0,1 0 1 0 0,-1-1 0 0 0,1 1 0 0 0,0 0-1 0 0,0-1 1 0 0,0 1 0 0 0,5 5-1 0 0,-4-5-425 0 0,0-1 0 0 0,0 0 0 0 0,1 0 0 0 0,0 0-1 0 0,-1-1 1 0 0,1 1 0 0 0,1-1 0 0 0,-1 0 0 0 0,0 0-1 0 0,1 0 1 0 0,-1-1 0 0 0,1 0 0 0 0,0 0 0 0 0,7 2-1 0 0,8 1-5086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6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5529 0 0,'6'9'11559'0'0,"0"37"-9308"0"0,-8-14-1280 0 0,0-11-855 0 0,1 0 0 0 0,1 0 0 0 0,1 1 0 0 0,1-1 0 0 0,5 23 0 0 0,-7-44-303 0 0,0 1 1 0 0,0 0 0 0 0,0 0-1 0 0,1 0 1 0 0,-1 0 0 0 0,1-1-1 0 0,-1 1 1 0 0,0 0 0 0 0,1 0-1 0 0,-1-1 1 0 0,1 1 0 0 0,0 0-1 0 0,-1-1 1 0 0,1 1 0 0 0,0 0-1 0 0,-1-1 1 0 0,2 1 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6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8290 0 0,'4'-3'368'0'0,"-3"2"80"0"0,2-1-360 0 0,0 2-88 0 0,-2 0 0 0 0,2 2 0 0 0,0-2 864 0 0,1 1 160 0 0,1 1 33 0 0,4-1 7 0 0,-1 3-496 0 0,0 3-104 0 0,-1 0-16 0 0,-1 1-8 0 0,-1 2-1400 0 0,1-1-272 0 0,-1 2-57 0 0,1-2-15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7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260 123 3681 0 0,'0'-9'811'0'0,"-1"-1"1"0"0,1 1-1 0 0,-2 0 0 0 0,1 0 1 0 0,-1 0-1 0 0,0 1 1 0 0,-5-12-1 0 0,6 17-699 0 0,0 1 0 0 0,0 0 0 0 0,0-1 0 0 0,-1 1 0 0 0,1 0 0 0 0,-1 0 0 0 0,1 0 0 0 0,-1 0 0 0 0,0 0 0 0 0,1 0 0 0 0,-1 1 0 0 0,0-1 0 0 0,0 1 0 0 0,-1-1 0 0 0,1 1-1 0 0,0 0 1 0 0,0-1 0 0 0,-1 1 0 0 0,1 0 0 0 0,0 1 0 0 0,-1-1 0 0 0,1 0 0 0 0,-1 1 0 0 0,1-1 0 0 0,-1 1 0 0 0,1 0 0 0 0,-1 0 0 0 0,0 0 0 0 0,1 0 0 0 0,-3 1 0 0 0,-3-1 87 0 0,1 1 0 0 0,0 0 0 0 0,0 1 0 0 0,0 0 0 0 0,0 0 0 0 0,0 0 0 0 0,1 1 0 0 0,-1 0 0 0 0,1 1 0 0 0,0-1 0 0 0,0 1 0 0 0,0 0 0 0 0,0 0 0 0 0,0 1 0 0 0,1 0 0 0 0,0 0 0 0 0,0 0 0 0 0,0 1 0 0 0,1 0 0 0 0,0-1 0 0 0,0 2 0 0 0,0-1 0 0 0,1 0 0 0 0,0 1 0 0 0,-3 9 0 0 0,-1 1-63 0 0,1-1 0 0 0,1 1-1 0 0,1 0 1 0 0,-5 35 0 0 0,8-42-68 0 0,0 1 1 0 0,1 0-1 0 0,1 0 1 0 0,-1 0-1 0 0,2-1 1 0 0,-1 1-1 0 0,2 0 0 0 0,-1-1 1 0 0,6 14-1 0 0,-7-22-70 0 0,0 0 1 0 0,0-1-1 0 0,0 1 0 0 0,0-1 0 0 0,0 1 0 0 0,1-1 0 0 0,-1 0 0 0 0,0 1 1 0 0,1-1-1 0 0,-1 0 0 0 0,1 0 0 0 0,-1 0 0 0 0,1 0 0 0 0,-1 0 1 0 0,1 0-1 0 0,0 0 0 0 0,0-1 0 0 0,-1 1 0 0 0,1 0 0 0 0,0-1 0 0 0,0 0 1 0 0,0 1-1 0 0,-1-1 0 0 0,1 0 0 0 0,0 0 0 0 0,0 0 0 0 0,0 0 0 0 0,0 0 1 0 0,0-1-1 0 0,-1 1 0 0 0,1 0 0 0 0,0-1 0 0 0,2 0 0 0 0,9-4-864 0 0,0 1 0 0 0,0-2 0 0 0,20-10 0 0 0,-13 6-3151 0 0,-2 2-1433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7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7834 0 0,'6'14'10103'0'0,"-3"-1"-9553"0"0,0-1-1 0 0,-1 0 0 0 0,0 1 1 0 0,-1 0-1 0 0,-1 22 0 0 0,-1 10-6511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8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4 10138 0 0,'-14'-2'1746'0'0,"1"1"519"0"0,11 5-3824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8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1 17972 0 0,'-4'-1'94'0'0,"1"1"1"0"0,0 1 0 0 0,-1-1-1 0 0,1 0 1 0 0,-1 1 0 0 0,1 0-1 0 0,0-1 1 0 0,-1 1-1 0 0,1 1 1 0 0,0-1 0 0 0,0 0-1 0 0,0 1 1 0 0,0-1 0 0 0,0 1-1 0 0,0 0 1 0 0,0 0-1 0 0,1 0 1 0 0,-1 1 0 0 0,1-1-1 0 0,-1 1 1 0 0,1-1 0 0 0,0 1-1 0 0,0 0 1 0 0,-3 5-1 0 0,-6 9 234 0 0,1 1 0 0 0,-15 34 0 0 0,22-44-374 0 0,-8 18 145 0 0,2 0-1 0 0,1 0 0 0 0,1 0 1 0 0,2 1-1 0 0,0 0 1 0 0,2 0-1 0 0,1 0 0 0 0,1 1 1 0 0,3 34-1 0 0,3-20-131 0 0,1 0 0 0 0,3 0-1 0 0,1 0 1 0 0,2-2 0 0 0,21 50-1 0 0,-27-77-310 0 0,14 42 448 0 0,-18-51-428 0 0,-2-1-1 0 0,1 1 0 0 0,0-1 1 0 0,0 1-1 0 0,-1-1 0 0 0,0 1 1 0 0,0-1-1 0 0,0 1 1 0 0,0-1-1 0 0,-1 1 0 0 0,1-1 1 0 0,-1 1-1 0 0,-1 2 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8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 6913 0 0,'3'-5'305'0'0,"0"0"63"0"0,4 1-296 0 0,-3 2-72 0 0,0 0 0 0 0,0 1 0 0 0,1-1 416 0 0,5-2 64 0 0,5-1 8 0 0,6-4 8 0 0,5 0-1104 0 0,3-1-216 0 0,0 3-40 0 0,-3 0-17 0 0,0 2 681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8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11058 0 0,'0'4'567'0'0,"0"-1"0"0"0,0 1 0 0 0,0 0 0 0 0,0 0 0 0 0,1 0 0 0 0,0-1 0 0 0,0 1 0 0 0,0 0 0 0 0,2 4 0 0 0,2 8 423 0 0,-2 7 263 0 0,0 1 0 0 0,-2 36 0 0 0,1 4-3119 0 0,2-49 1022 0 0,-2-10 817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8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9674 0 0,'-4'1'864'0'0,"3"-1"-696"0"0,2-1-168 0 0,1 1 288 0 0,-1 0 16 0 0,0 0 8 0 0,2 1 1 0 0,1 0-1202 0 0,2 2-231 0 0,-1 1-56 0 0,2 3-8 0 0,-3-1 928 0 0,0 0 176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19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1376 0 0,'-4'1'366'0'0,"-1"1"-1"0"0,0 0 0 0 0,1 0 1 0 0,0 0-1 0 0,-1 1 0 0 0,1 0 1 0 0,0-1-1 0 0,0 1 0 0 0,1 1 1 0 0,-1-1-1 0 0,-4 6 0 0 0,0-1 304 0 0,-5 3 621 0 0,1 1 0 0 0,0 1 0 0 0,1 0-1 0 0,1 1 1 0 0,0 0 0 0 0,0 1 0 0 0,-8 20-1 0 0,16-31-951 0 0,0 1-1 0 0,0 0 0 0 0,1 0 0 0 0,-1 0 0 0 0,1 0 1 0 0,0 0-1 0 0,1 0 0 0 0,-1 0 0 0 0,1 0 0 0 0,0 1 1 0 0,1-1-1 0 0,0 8 0 0 0,1-10-238 0 0,-1 1 1 0 0,0 0-1 0 0,1-1 1 0 0,0 1-1 0 0,0-1 0 0 0,0 0 1 0 0,0 1-1 0 0,1-1 1 0 0,-1 0-1 0 0,1 0 0 0 0,0 0 1 0 0,-1-1-1 0 0,1 1 1 0 0,1-1-1 0 0,-1 0 0 0 0,0 1 1 0 0,0-1-1 0 0,7 2 1 0 0,-6-2-202 0 0,1-1 0 0 0,-1 1 0 0 0,1-1 0 0 0,0 0 0 0 0,-1 0 1 0 0,1 0-1 0 0,0-1 0 0 0,0 0 0 0 0,0 0 0 0 0,0 0 0 0 0,-1 0 1 0 0,1-1-1 0 0,6-1 0 0 0,12-3-7633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24.08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410 121 920 0 0,'-73'40'1439'0'0,"-112"80"-1"0"0,328-203 1829 0 0,-90 54-2904 0 0,193-79 715 0 0,-100 48-709 0 0,-208 75-157 0 0,19-6 128 0 0,-114 39 656 0 0,-204 94 0 0 0,319-127-1071 0 0,28-11 1 0 0,0 1 0 0 0,1 1 0 0 0,-21 11-1 0 0,96-29-2449 0 0,118-49 2474 0 0,-22 5 533 0 0,-134 49-472 0 0,1 2 0 0 0,1 0-1 0 0,-1 1 1 0 0,37 0 0 0 0,-61 4-35 0 0,0 0 1 0 0,1 0 0 0 0,-1 0 0 0 0,1 0 0 0 0,-1 0-1 0 0,0 0 1 0 0,1 0 0 0 0,-1 0 0 0 0,1 1 0 0 0,-1-1-1 0 0,0 1 1 0 0,1-1 0 0 0,-1 1 0 0 0,0-1 0 0 0,0 1-1 0 0,1 0 1 0 0,-1-1 0 0 0,0 1 0 0 0,0 0 0 0 0,1 1-1 0 0,-1-1 5 0 0,-1 0 1 0 0,1 0-1 0 0,-1 0 0 0 0,0 0 0 0 0,0 0 0 0 0,0 0 0 0 0,0 0 0 0 0,0 0 0 0 0,0 0 1 0 0,0 0-1 0 0,0 1 0 0 0,0-1 0 0 0,0 0 0 0 0,0 0 0 0 0,-1 0 0 0 0,1 0 0 0 0,0-1 1 0 0,-1 1-1 0 0,1 0 0 0 0,-1 0 0 0 0,0 1 0 0 0,-5 7-22 0 0,0 1-1 0 0,-1-2 0 0 0,0 1 1 0 0,-8 7-1 0 0,9-10 136 0 0,-17 17 280 0 0,-1-1-1 0 0,0-1 0 0 0,-2-1 0 0 0,-49 29 0 0 0,67-43 490 0 0,23-11-820 0 0,24-13-469 0 0,-13 3 151 0 0,-1-1 0 0 0,30-25-1 0 0,-44 32 166 0 0,-1 0-1 0 0,0-1 0 0 0,0-1 1 0 0,-1 1-1 0 0,-1-1 0 0 0,0-1 1 0 0,8-13-1 0 0,-50 31-4595 0 0,20 1 2993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25.43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637 268 2304 0 0,'-2'-6'153'0'0,"1"1"-1"0"0,-1-1 1 0 0,0 1-1 0 0,0-1 1 0 0,-1 1-1 0 0,1 0 1 0 0,-1 0-1 0 0,0 0 0 0 0,-1 0 1 0 0,1 1-1 0 0,-1-1 1 0 0,0 1-1 0 0,0 0 1 0 0,0 0-1 0 0,-1 0 0 0 0,-7-4 1 0 0,5 4-138 0 0,0 1 0 0 0,-1 0 1 0 0,1 0-1 0 0,-1 0 0 0 0,0 1 0 0 0,1 1 1 0 0,-1-1-1 0 0,0 1 0 0 0,0 1 0 0 0,-14 0 1 0 0,-4 2-373 0 0,0 1 1 0 0,0 2-1 0 0,1 1 1 0 0,0 0-1 0 0,0 2 1 0 0,-31 15 0 0 0,43-18 306 0 0,-12 6 998 0 0,0 0-1 0 0,0 2 1 0 0,-37 29 2140 0 0,62-41-3009 0 0,12 0 964 0 0,19-8-638 0 0,19-13-617 0 0,1-2 1 0 0,-2-2-1 0 0,-2-3 0 0 0,0-1 1 0 0,55-45-1 0 0,-95 66 3 0 0,-8 3 70 0 0,-19 5 14 0 0,-26 9 85 0 0,-203 81 1420 0 0,50-17-552 0 0,243-93 93 0 0,53-32-1 0 0,-2 1-227 0 0,3-1-45 0 0,-43 21-950 0 0,77-30 0 0 0,-188 88-1904 0 0,-103 75 3219 0 0,145-94-914 0 0,-44 35 392 0 0,55-42-407 0 0,0 0 0 0 0,0 1 0 0 0,1-1 0 0 0,0 1 0 0 0,-1 0 0 0 0,1-1 0 0 0,0 1 0 0 0,0 0 0 0 0,0 1 0 0 0,1-1 0 0 0,-1 0 0 0 0,1 0-1 0 0,0 1 1 0 0,0-1 0 0 0,0 1 0 0 0,-1 4 0 0 0,2-7-35 0 0,0 1 1 0 0,1 0-1 0 0,-1-1 0 0 0,0 1 0 0 0,0 0 0 0 0,1-1 0 0 0,-1 1 0 0 0,1-1 0 0 0,-1 1 0 0 0,1-1 1 0 0,0 1-1 0 0,-1-1 0 0 0,1 1 0 0 0,0-1 0 0 0,0 0 0 0 0,0 1 0 0 0,0-1 0 0 0,0 0 0 0 0,0 0 1 0 0,1 0-1 0 0,1 2 0 0 0,0-2-15 0 0,0 1 1 0 0,1 0 0 0 0,-1-1-1 0 0,1 0 1 0 0,-1 0 0 0 0,1 0-1 0 0,-1 0 1 0 0,1 0 0 0 0,4 0-1 0 0,5-1-70 0 0,0 0-1 0 0,-1-1 1 0 0,1 0-1 0 0,19-5 1 0 0,35-13-495 0 0,84-34 1 0 0,-46 14-187 0 0,-50 19 157 0 0,-13 4-418 0 0,56-13 1 0 0,-98 29 958 0 0,1 0 1 0 0,-1 0-1 0 0,0 0 1 0 0,0 0 0 0 0,0-1-1 0 0,1 1 1 0 0,-1 0 0 0 0,0 0-1 0 0,0 0 1 0 0,1 0-1 0 0,-1 0 1 0 0,0 0 0 0 0,0 0-1 0 0,1 0 1 0 0,-1 0 0 0 0,0 0-1 0 0,0 0 1 0 0,1 0-1 0 0,-1 0 1 0 0,0 0 0 0 0,0 0-1 0 0,1 0 1 0 0,-1 0-1 0 0,0 0 1 0 0,0 0 0 0 0,1 0-1 0 0,-1 0 1 0 0,0 0 0 0 0,0 1-1 0 0,0-1 1 0 0,1 0-1 0 0,-1 0 1 0 0,0 0 0 0 0,0 0-1 0 0,0 1 1 0 0,1-1-1 0 0,-1 0 1 0 0,0 0 0 0 0,0 0-1 0 0,0 1 1 0 0,0-1 0 0 0,0 0-1 0 0,0 0 1 0 0,1 1-1 0 0,-1-1 1 0 0,0 0 0 0 0,0 0-1 0 0,0 0 1 0 0,0 1 0 0 0,-9 15-672 0 0,-18 14-34 0 0,27-30 724 0 0,-87 82 904 0 0,-4-3 0 0 0,-122 81-1 0 0,184-139-851 0 0,14-10 40 0 0,0-1 0 0 0,0 0 0 0 0,-27 12 0 0 0,331-136 1221 0 0,-150 56-1506 0 0,31-11 419 0 0,-181 73 561 0 0,0 1-1 0 0,0 0 1 0 0,1 1-1 0 0,-13 9 1 0 0,5-1-983 0 0,0 0 1 0 0,0 1-1 0 0,-17 21 0 0 0,13-3-544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26.8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185 1204 9674 0 0,'3'-23'129'0'0,"1"0"1"0"0,1 1-1 0 0,1 0 0 0 0,0 0 0 0 0,14-29 0 0 0,59-105-827 0 0,-45 93 972 0 0,77-140-134 0 0,63-127-119 0 0,-163 306-21 0 0,11-34 0 0 0,-20 50 0 0 0,1-1 0 0 0,-1 0 0 0 0,-1 0 0 0 0,0 1 0 0 0,0-1 0 0 0,-1 0 0 0 0,-1-15 0 0 0,1 23 5 0 0,0 0-1 0 0,0 0 1 0 0,0 0-1 0 0,0 1 1 0 0,0-1-1 0 0,0 0 1 0 0,0 0-1 0 0,-1 0 1 0 0,1 1-1 0 0,0-1 1 0 0,0 0-1 0 0,-1 0 1 0 0,1 1-1 0 0,-1-1 1 0 0,1 0-1 0 0,-1 1 1 0 0,1-1-1 0 0,-1 0 1 0 0,1 1-1 0 0,-1-1 1 0 0,0 1-1 0 0,1-1 1 0 0,-1 1-1 0 0,0-1 1 0 0,1 1-1 0 0,-1-1 1 0 0,0 1-1 0 0,-1-1 1 0 0,1 1 52 0 0,-1 0 0 0 0,1 0 0 0 0,-1 0 0 0 0,1 1 0 0 0,-1-1 0 0 0,1 0 0 0 0,0 1 0 0 0,-1-1 0 0 0,1 1 0 0 0,-1 0 0 0 0,1-1 0 0 0,0 1 0 0 0,-1 0 0 0 0,0 1 0 0 0,-7 4 265 0 0,1 1-1 0 0,1 0 1 0 0,-10 10 0 0 0,-33 41-6 0 0,4 3-1 0 0,1 2 1 0 0,-41 80 0 0 0,-92 215 1114 0 0,130-257-1323 0 0,22-47-104 0 0,3-10 7 0 0,2 2 0 0 0,2 1 0 0 0,1 1 0 0 0,-12 60 1 0 0,29-106-5 0 0,1 0 0 0 0,-1 0-1 0 0,1 0 1 0 0,0 0 0 0 0,0 0 0 0 0,0 0 0 0 0,0 0 0 0 0,0 1 0 0 0,1-1 0 0 0,-1 0 0 0 0,1 0 0 0 0,-1 0 0 0 0,1 0 0 0 0,0 0 0 0 0,1 3 0 0 0,-1-4 0 0 0,0 0 1 0 0,-1 0-1 0 0,1 0 0 0 0,0 0 1 0 0,0-1-1 0 0,0 1 0 0 0,0 0 1 0 0,1 0-1 0 0,-1-1 1 0 0,0 1-1 0 0,0-1 0 0 0,0 1 1 0 0,0-1-1 0 0,1 1 0 0 0,-1-1 1 0 0,0 0-1 0 0,0 0 0 0 0,1 1 1 0 0,1-1-1 0 0,2-1-13 0 0,0 1 0 0 0,0-1 0 0 0,0 0 0 0 0,0 0 0 0 0,0 0-1 0 0,0-1 1 0 0,0 0 0 0 0,0 0 0 0 0,-1 0 0 0 0,1 0 0 0 0,5-5 0 0 0,14-10-118 0 0,-1-1 0 0 0,-1-1 0 0 0,31-36 0 0 0,55-76-397 0 0,-40 45 325 0 0,0 6 77 0 0,82-103-203 0 0,-114 134 133 0 0,57-104 0 0 0,-42 49 60 0 0,-5-3 1 0 0,48-168-1 0 0,-93 274 135 0 0,0-1 1 0 0,-1 1 0 0 0,1 0-1 0 0,-1 0 1 0 0,0 0-1 0 0,1-1 1 0 0,-1 1 0 0 0,0 0-1 0 0,0 0 1 0 0,0-1-1 0 0,0 1 1 0 0,0 0 0 0 0,0 0-1 0 0,0-1 1 0 0,0 1 0 0 0,0 0-1 0 0,-1 0 1 0 0,1-1-1 0 0,-1 0 1 0 0,0 2 7 0 0,0 0 0 0 0,1 0 0 0 0,-1 1 0 0 0,0-1 0 0 0,0 0-1 0 0,0 0 1 0 0,1 1 0 0 0,-1-1 0 0 0,0 0 0 0 0,0 1 0 0 0,1-1 0 0 0,-1 1 0 0 0,0-1 0 0 0,1 1 0 0 0,-1 0 0 0 0,0-1-1 0 0,1 1 1 0 0,-1 0 0 0 0,0 0 0 0 0,-34 45 472 0 0,-195 344 672 0 0,27 16-1049 0 0,161-317-50 0 0,4 3-1 0 0,3 0 0 0 0,5 3 1 0 0,5 0-1 0 0,-17 114 0 0 0,40-195-116 0 0,1 0 0 0 0,0 0 0 0 0,1 0 0 0 0,2 19 0 0 0,-1-31 28 0 0,-1 0 1 0 0,0 0 0 0 0,1 0 0 0 0,-1 0 0 0 0,1 0 0 0 0,0 0 0 0 0,0 0-1 0 0,0 0 1 0 0,0 0 0 0 0,0-1 0 0 0,0 1 0 0 0,0 0 0 0 0,0-1 0 0 0,1 1-1 0 0,-1-1 1 0 0,3 3 0 0 0,-2-3 4 0 0,-1-1-1 0 0,1 1 0 0 0,0-1 1 0 0,0 1-1 0 0,-1-1 0 0 0,1 0 1 0 0,0 0-1 0 0,0 0 1 0 0,0 0-1 0 0,-1 0 0 0 0,1 0 1 0 0,0 0-1 0 0,0 0 1 0 0,-1-1-1 0 0,1 1 0 0 0,0-1 1 0 0,0 1-1 0 0,-1-1 0 0 0,1 0 1 0 0,-1 0-1 0 0,1 0 1 0 0,0 0-1 0 0,0-1 0 0 0,31-19-101 0 0,-1-2 0 0 0,52-49-1 0 0,-20 16 65 0 0,205-193-635 0 0,30-25-1508 0 0,-287 265 2080 0 0,1-3-82 0 0,1 2 0 0 0,0-1 1 0 0,0 2-1 0 0,1 0 0 0 0,0 0 0 0 0,1 1 0 0 0,24-8 0 0 0,-39 16 181 0 0,-1 0 0 0 0,1 0-1 0 0,0-1 1 0 0,0 1 0 0 0,0 0 0 0 0,0 0-1 0 0,-1 0 1 0 0,1 0 0 0 0,0 0 0 0 0,0 0-1 0 0,0 0 1 0 0,-1 0 0 0 0,1 0-1 0 0,0 0 1 0 0,0 1 0 0 0,0-1 0 0 0,-1 0-1 0 0,1 0 1 0 0,0 1 0 0 0,0-1 0 0 0,-1 1-1 0 0,1-1 1 0 0,0 1 0 0 0,-1-1-1 0 0,1 1 1 0 0,0-1 0 0 0,-1 1 0 0 0,2 0-1 0 0,-2 1 10 0 0,1 0-1 0 0,0-1 0 0 0,-1 1 0 0 0,1 0 1 0 0,-1 0-1 0 0,0 0 0 0 0,1 0 0 0 0,-1-1 1 0 0,0 1-1 0 0,0 0 0 0 0,0 0 1 0 0,-1 2-1 0 0,-1 10 70 0 0,-1-1 1 0 0,-8 24-1 0 0,8-29-54 0 0,-25 78 1375 0 0,-4-1 0 0 0,-3-2 1 0 0,-91 154-1 0 0,100-196-997 0 0,-52 85 972 0 0,68-107-963 0 0,0 1 1 0 0,2 0-1 0 0,0 0 0 0 0,-8 36 1 0 0,15-54-350 0 0,1 1 1 0 0,0-1 0 0 0,-1 1-1 0 0,1-1 1 0 0,0 1 0 0 0,0-1-1 0 0,0 1 1 0 0,0-1 0 0 0,2 5-1 0 0,-2-6-47 0 0,0-1-1 0 0,0 1 1 0 0,1-1 0 0 0,-1 1-1 0 0,0-1 1 0 0,1 1-1 0 0,-1-1 1 0 0,0 1-1 0 0,1-1 1 0 0,-1 1-1 0 0,1-1 1 0 0,-1 1-1 0 0,0-1 1 0 0,1 0-1 0 0,-1 1 1 0 0,1-1-1 0 0,0 0 1 0 0,-1 1 0 0 0,1-1-1 0 0,-1 0 1 0 0,1 0-1 0 0,-1 0 1 0 0,1 1-1 0 0,0-1 1 0 0,0 0-1 0 0,3 0-132 0 0,-1-1-1 0 0,1 0 1 0 0,-1 1 0 0 0,1-1-1 0 0,-1 0 1 0 0,0-1-1 0 0,1 1 1 0 0,-1-1 0 0 0,0 1-1 0 0,0-1 1 0 0,6-4-1 0 0,29-24-959 0 0,-2-1 0 0 0,0-2 0 0 0,34-43-1 0 0,-8 11 335 0 0,-17 18 559 0 0,-8 7-78 0 0,78-63-1 0 0,-115 102 296 0 0,1 1 0 0 0,0-1 0 0 0,-1 1 0 0 0,1-1 0 0 0,0 1 0 0 0,0-1-1 0 0,-1 1 1 0 0,1-1 0 0 0,0 1 0 0 0,0 0 0 0 0,0-1 0 0 0,-1 1 0 0 0,1 0 0 0 0,0 0 0 0 0,0-1 0 0 0,0 1 0 0 0,0 0 0 0 0,0 0 0 0 0,1 0 0 0 0,-2 1 3 0 0,0-1 0 0 0,0 0 0 0 0,1 1 1 0 0,-1-1-1 0 0,0 0 0 0 0,1 1 1 0 0,-1-1-1 0 0,0 1 0 0 0,0-1 1 0 0,0 0-1 0 0,0 1 0 0 0,1-1 0 0 0,-1 1 1 0 0,0-1-1 0 0,0 1 0 0 0,0-1 1 0 0,0 1-1 0 0,0-1 0 0 0,0 1 1 0 0,0-1-1 0 0,0 0 0 0 0,0 1 0 0 0,0-1 1 0 0,-1 1-1 0 0,1 0 0 0 0,-12 38 430 0 0,10-34-382 0 0,-137 330 4134 0 0,7-17-1736 0 0,125-300-2262 0 0,3-11-118 0 0,1-1-1 0 0,0 2 1 0 0,1-1-1 0 0,-1 0 0 0 0,1 1 1 0 0,1-1-1 0 0,-1 1 1 0 0,2-1-1 0 0,-1 1 0 0 0,1 15 1 0 0,0-23-67 0 0,0 1 0 0 0,0-1 0 0 0,0 1 0 0 0,1-1 0 0 0,-1 1 0 0 0,0-1 0 0 0,0 1 0 0 0,1-1 0 0 0,-1 1 0 0 0,0-1 0 0 0,0 1 0 0 0,1-1 0 0 0,-1 0 0 0 0,1 1 0 0 0,-1-1 0 0 0,0 0 0 0 0,1 1 0 0 0,-1-1 0 0 0,1 0 0 0 0,-1 1 0 0 0,1-1 0 0 0,-1 0 0 0 0,1 0 0 0 0,-1 1 0 0 0,1-1 0 0 0,-1 0 0 0 0,1 0 0 0 0,-1 0 0 0 0,2 0 0 0 0,17-4-190 0 0,16-17-576 0 0,-10-1 386 0 0,26-30 1 0 0,-30 30 479 0 0,41-34 1 0 0,-62 56-107 0 0,1-1-1 0 0,-1 1 0 0 0,1-1 1 0 0,-1 1-1 0 0,1-1 1 0 0,0 1-1 0 0,-1-1 0 0 0,1 1 1 0 0,-1-1-1 0 0,1 1 0 0 0,0-1 1 0 0,-1 1-1 0 0,1 0 1 0 0,0 0-1 0 0,0-1 0 0 0,-1 1 1 0 0,1 0-1 0 0,0 0 1 0 0,0 0-1 0 0,-1 0 0 0 0,1 0 1 0 0,0 0-1 0 0,0 0 1 0 0,-1 0-1 0 0,1 0 0 0 0,0 0 1 0 0,0 0-1 0 0,-1 0 0 0 0,1 0 1 0 0,0 1-1 0 0,-1-1 1 0 0,1 0-1 0 0,0 1 0 0 0,0-1 1 0 0,-1 0-1 0 0,1 1 1 0 0,-1-1-1 0 0,1 1 0 0 0,0-1 1 0 0,-1 1-1 0 0,1-1 0 0 0,-1 1 1 0 0,1-1-1 0 0,-1 1 1 0 0,0 0-1 0 0,1-1 0 0 0,0 2 1 0 0,3 8-246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31.27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76 251 3681 0 0,'-23'-8'1563'0'0,"21"7"-1381"0"0,0 1 0 0 0,0 0 0 0 0,0-1 0 0 0,0 1 0 0 0,0-1 0 0 0,0 0 0 0 0,0 0 1 0 0,1 0-1 0 0,-1 0 0 0 0,-3-2 0 0 0,7 1-31 0 0,1 0-1 0 0,-1 0 1 0 0,1 0-1 0 0,-1 0 1 0 0,1 0 0 0 0,0 0-1 0 0,0 1 1 0 0,4-2-1 0 0,-5 2-74 0 0,186-80 668 0 0,-137 62-368 0 0,-1-2 0 0 0,-1-2-1 0 0,76-46 1431 0 0,-147 90-1125 0 0,-35 28-447 0 0,-70 48-336 0 0,-170 100 1 0 0,278-186 120 0 0,29-16 183 0 0,26-15-486 0 0,-21 12 234 0 0,174-83-2168 0 0,-157 78 1763 0 0,1 1-1 0 0,0 1 0 0 0,69-11 1 0 0,-101 21 463 0 0,1 1 0 0 0,0 0 1 0 0,0-1-1 0 0,0 1 0 0 0,0 0 1 0 0,0 0-1 0 0,-1 0 0 0 0,1 0 0 0 0,0 1 1 0 0,0-1-1 0 0,0 0 0 0 0,-1 1 1 0 0,1 0-1 0 0,0-1 0 0 0,0 1 0 0 0,-1 0 1 0 0,1 0-1 0 0,0 0 0 0 0,-1 0 0 0 0,1 0 1 0 0,-1 0-1 0 0,1 0 0 0 0,0 2 1 0 0,-1-1 21 0 0,1 0 0 0 0,-1 0 0 0 0,0 1 1 0 0,0-1-1 0 0,-1 1 0 0 0,1-1 1 0 0,0 1-1 0 0,-1-1 0 0 0,1 1 1 0 0,-1-1-1 0 0,0 1 0 0 0,0-1 0 0 0,0 1 1 0 0,-1 4-1 0 0,-2 10 177 0 0,-1-1-1 0 0,0 1 1 0 0,-14 31 0 0 0,14-39-175 0 0,-26 63 305 0 0,14-39-25 0 0,3 1 0 0 0,-17 59 0 0 0,30-92-295 0 0,0 0 0 0 0,-1 0 1 0 0,1 0-1 0 0,0 0 0 0 0,0 0 1 0 0,0 0-1 0 0,0 0 1 0 0,0 1-1 0 0,0-1 0 0 0,0 0 1 0 0,0 0-1 0 0,0 0 1 0 0,0 0-1 0 0,1 0 0 0 0,-1 0 1 0 0,0 0-1 0 0,1 0 0 0 0,-1 0 1 0 0,1 0-1 0 0,-1 0 1 0 0,1 0-1 0 0,0 0 0 0 0,-1 0 1 0 0,1 0-1 0 0,0-1 1 0 0,0 1-1 0 0,-1 0 0 0 0,3 1 1 0 0,-1-1 2 0 0,1 0 1 0 0,-1 0 0 0 0,1 0-1 0 0,0-1 1 0 0,-1 1-1 0 0,1-1 1 0 0,0 0 0 0 0,-1 0-1 0 0,1 0 1 0 0,0 0-1 0 0,4 0 1 0 0,7-3 16 0 0,0 0 0 0 0,0 0-1 0 0,20-9 1 0 0,-26 9-73 0 0,-3 2-7 0 0,1-1 0 0 0,-1 0-1 0 0,0-1 1 0 0,0 1 0 0 0,0-1 0 0 0,8-6 0 0 0,-51 26 677 0 0,20-5-300 0 0,2 1-1 0 0,-27 26 1 0 0,28-23-745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32.57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564 99 6449 0 0,'0'-6'231'0'0,"-1"0"0"0"0,0 0 0 0 0,0 1 0 0 0,-1-1 0 0 0,1 1 0 0 0,-1-1 0 0 0,-1 1 0 0 0,1-1 0 0 0,-1 1 0 0 0,0 0 0 0 0,0 0 0 0 0,-6-7 0 0 0,7 10-130 0 0,0 0 0 0 0,0 0 0 0 0,0 0 0 0 0,-1 1 0 0 0,1-1 0 0 0,0 1 0 0 0,-1-1 0 0 0,1 1 0 0 0,-1 0 0 0 0,1 0 0 0 0,-1 0 0 0 0,0 1 0 0 0,1-1 0 0 0,-1 0 0 0 0,0 1 0 0 0,0 0 0 0 0,1 0-1 0 0,-1-1 1 0 0,0 2 0 0 0,0-1 0 0 0,1 0 0 0 0,-1 0 0 0 0,0 1 0 0 0,1 0 0 0 0,-1-1 0 0 0,0 1 0 0 0,1 0 0 0 0,-5 3 0 0 0,-20 9 93 0 0,1 2 0 0 0,0 1 0 0 0,-40 33 1 0 0,-62 69-556 0 0,95-86 797 0 0,2 2 1 0 0,0 2-1 0 0,3 0 1 0 0,-28 46-1 0 0,53-73 284 0 0,6-7-265 0 0,17-13-119 0 0,23-23-436 0 0,43-40-331 0 0,148-116-952 0 0,-191 158 1228 0 0,-24 17 60 0 0,2 0 1 0 0,0 1-1 0 0,1 1 1 0 0,23-11-1 0 0,-44 24 99 0 0,-1-1 0 0 0,0 1 0 0 0,1 0 1 0 0,-1 0-1 0 0,1-1 0 0 0,-1 1 0 0 0,1 0 0 0 0,-1 0 0 0 0,1 0 1 0 0,-1 0-1 0 0,1-1 0 0 0,-1 1 0 0 0,1 0 0 0 0,-1 0 0 0 0,1 0 1 0 0,-1 0-1 0 0,1 0 0 0 0,-1 0 0 0 0,1 0 0 0 0,-1 1 0 0 0,1-1 1 0 0,-1 0-1 0 0,1 0 0 0 0,-1 0 0 0 0,1 0 0 0 0,-1 1 0 0 0,1-1 1 0 0,-1 0-1 0 0,1 0 0 0 0,-1 1 0 0 0,0-1 0 0 0,1 0 0 0 0,-1 1 1 0 0,0-1-1 0 0,1 1 0 0 0,-1-1 0 0 0,1 1 0 0 0,-1 1 30 0 0,1 0 0 0 0,-1 0 0 0 0,0 0 0 0 0,0 0 0 0 0,0-1 0 0 0,0 1 0 0 0,0 0 0 0 0,0 0-1 0 0,0 0 1 0 0,-2 4 0 0 0,-20 53 745 0 0,20-53-711 0 0,-219 463 901 0 0,211-452-939 0 0,5-11-22 0 0,2 0-1 0 0,-1 0 1 0 0,1 1-1 0 0,0-1 1 0 0,0 1 0 0 0,0 0-1 0 0,-2 13 1 0 0,5-19 10 0 0,0-1-1 0 0,0 1 1 0 0,0 0 0 0 0,0-1-1 0 0,0 1 1 0 0,0 0 0 0 0,1-1 0 0 0,-1 1-1 0 0,0-1 1 0 0,0 1 0 0 0,1 0-1 0 0,-1-1 1 0 0,0 1 0 0 0,1-1 0 0 0,-1 1-1 0 0,1-1 1 0 0,-1 1 0 0 0,1-1-1 0 0,-1 1 1 0 0,1-1 0 0 0,-1 0 0 0 0,1 1-1 0 0,-1-1 1 0 0,1 0 0 0 0,-1 1-1 0 0,1-1 1 0 0,0 0 0 0 0,-1 0-1 0 0,1 1 1 0 0,-1-1 0 0 0,1 0 0 0 0,0 0-1 0 0,-1 0 1 0 0,1 0 0 0 0,0 0-1 0 0,-1 0 1 0 0,1 0 0 0 0,0 0 0 0 0,-1 0-1 0 0,1 0 1 0 0,0 0 0 0 0,-1-1-1 0 0,1 1 1 0 0,-1 0 0 0 0,2-1 0 0 0,29-8-256 0 0,-3-4-78 0 0,-2-1 0 0 0,0-1 0 0 0,27-22 0 0 0,-31 21 54 0 0,1 1 0 0 0,0 0 0 0 0,1 2-1 0 0,28-11 1 0 0,-51 23 263 0 0,1 0-1 0 0,-1 1 1 0 0,1-1 0 0 0,0 1-1 0 0,-1-1 1 0 0,1 1 0 0 0,-1-1-1 0 0,1 1 1 0 0,0 0 0 0 0,-1 0-1 0 0,1 0 1 0 0,0 0 0 0 0,-1 0-1 0 0,1 0 1 0 0,0 0 0 0 0,-1 1-1 0 0,1-1 1 0 0,-1 1 0 0 0,3 0-1 0 0,-3 0 2 0 0,-1-1-1 0 0,1 1 1 0 0,-1 0-1 0 0,1 0 1 0 0,-1 0-1 0 0,1-1 1 0 0,-1 1 0 0 0,1 0-1 0 0,-1 0 1 0 0,0 0-1 0 0,0 0 1 0 0,1 0-1 0 0,-1 0 1 0 0,0 0-1 0 0,0 0 1 0 0,0 0-1 0 0,0 0 1 0 0,0 0-1 0 0,0 0 1 0 0,0 0-1 0 0,0 0 1 0 0,-1 0-1 0 0,1 1 1 0 0,-3 8 22 0 0,0 0 0 0 0,-1-1 0 0 0,0 1 0 0 0,-8 12-1 0 0,-55 78 701 0 0,47-74-67 0 0,2 1 0 0 0,-29 56 1 0 0,47-83-639 0 0,-1 1 0 0 0,1-1 0 0 0,0 1 0 0 0,-1-1 0 0 0,1 1 0 0 0,0-1 0 0 0,0 1 0 0 0,0-1 0 0 0,-1 1 0 0 0,1-1 0 0 0,0 1 0 0 0,0-1 0 0 0,0 1 0 0 0,0-1 0 0 0,0 1 0 0 0,0-1 0 0 0,0 1 0 0 0,0-1 0 0 0,0 1 0 0 0,0 0 0 0 0,0-1 0 0 0,0 1 0 0 0,0-1 0 0 0,1 1 0 0 0,-1-1 0 0 0,0 1 0 0 0,0-1 0 0 0,1 1 0 0 0,-1-1 0 0 0,1 1 0 0 0,15-2 89 0 0,22-19-439 0 0,-37 19 317 0 0,61-40-1072 0 0,29-18-504 0 0,-82 54 1498 0 0,0 0-1 0 0,0 1 1 0 0,1 1 0 0 0,-1 0 0 0 0,1 0 0 0 0,0 0 0 0 0,0 1 0 0 0,11-1 0 0 0,-18 3 128 0 0,0 1 0 0 0,-1-1 0 0 0,1 0 0 0 0,-1 0 0 0 0,0 1 0 0 0,1 0 0 0 0,-1-1 0 0 0,1 1 0 0 0,-1 0 0 0 0,0 0 0 0 0,1 0 0 0 0,-1 1 1 0 0,0-1-1 0 0,0 0 0 0 0,0 1 0 0 0,0 0 0 0 0,0-1 0 0 0,0 1 0 0 0,-1 0 0 0 0,1 0 0 0 0,-1 0 0 0 0,1 0 0 0 0,-1 0 0 0 0,1 0 0 0 0,0 3 0 0 0,3 6 733 0 0,0 1 0 0 0,-1 0 0 0 0,6 24 0 0 0,-3-9 520 0 0,9 17-84 0 0,-8-30-1367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36.18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1301 494 5985 0 0,'75'-216'4353'0'0,"-72"210"-4228"0"0,0-1 35 0 0,0-1 1 0 0,0 1-1 0 0,-1-1 1 0 0,0 0 0 0 0,3-14-1 0 0,-5 20-160 0 0,0 1 1 0 0,0-1-1 0 0,0 0 1 0 0,-1 1-1 0 0,1-1 0 0 0,0 0 1 0 0,-1 1-1 0 0,1-1 1 0 0,-1 1-1 0 0,1-1 0 0 0,-1 0 1 0 0,0 1-1 0 0,1-1 1 0 0,-1 1-1 0 0,0 0 1 0 0,0-1-1 0 0,0 1 0 0 0,0 0 1 0 0,-1-1-1 0 0,1 1 1 0 0,0 0-1 0 0,0 0 0 0 0,-1 0 1 0 0,1 0-1 0 0,-1 0 1 0 0,1 0-1 0 0,-1 1 0 0 0,1-1 1 0 0,-1 0-1 0 0,1 1 1 0 0,-1-1-1 0 0,1 1 0 0 0,-4-1 1 0 0,-8-1-241 0 0,0 1 0 0 0,0 0 0 0 0,0 1-1 0 0,0 0 1 0 0,0 1 0 0 0,0 0 0 0 0,0 1 0 0 0,0 0 0 0 0,-18 7 0 0 0,-11 5-1187 0 0,-58 29 0 0 0,-81 43-1270 0 0,-128 58 1324 0 0,-143 53 4307 0 0,444-193-2819 0 0,-8 2 267 0 0,0 2-1 0 0,1-1 0 0 0,0 2 1 0 0,0 0-1 0 0,-25 21 0 0 0,40-29-373 0 0,-1-1 0 0 0,1 0 0 0 0,0 0 0 0 0,-1 0 0 0 0,1 1 0 0 0,0-1 0 0 0,0 0 0 0 0,0 0 0 0 0,-1 0 0 0 0,1 1 0 0 0,0-1 0 0 0,0 0 0 0 0,0 0 0 0 0,-1 1 0 0 0,1-1 0 0 0,0 0 0 0 0,0 1 0 0 0,0-1 0 0 0,0 0 0 0 0,0 1 0 0 0,0-1 0 0 0,0 0 0 0 0,0 1 0 0 0,0-1 0 0 0,0 0 0 0 0,0 0 0 0 0,0 1 0 0 0,0-1 0 0 0,0 0 0 0 0,0 1 0 0 0,0-1 0 0 0,0 0 0 0 0,0 1 0 0 0,0-1 0 0 0,12 4 367 0 0,16-6 96 0 0,-1-4-534 0 0,-1 0 1 0 0,1-2-1 0 0,49-22 1 0 0,74-47-203 0 0,-120 60 276 0 0,181-105 1401 0 0,286-218 0 0 0,-486 332-1317 0 0,15-13 212 0 0,1 0-1 0 0,1 2 1 0 0,0 2-1 0 0,2 0 1 0 0,46-18-1 0 0,-74 34-259 0 0,-1 0-1 0 0,1 0 1 0 0,-1 1 0 0 0,1-1-1 0 0,0 1 1 0 0,-1-1 0 0 0,1 1-1 0 0,0 0 1 0 0,0-1-1 0 0,-1 1 1 0 0,1 0 0 0 0,0 0-1 0 0,0 1 1 0 0,0-1 0 0 0,-1 0-1 0 0,1 0 1 0 0,0 1 0 0 0,-1-1-1 0 0,1 1 1 0 0,0 0-1 0 0,-1-1 1 0 0,1 1 0 0 0,1 1-1 0 0,-2 0-61 0 0,0-1 0 0 0,-1 1 0 0 0,1-1 0 0 0,-1 1 0 0 0,0-1-1 0 0,1 1 1 0 0,-1-1 0 0 0,0 1 0 0 0,0 0 0 0 0,0-1 0 0 0,0 1 0 0 0,0-1-1 0 0,-1 1 1 0 0,1-1 0 0 0,0 1 0 0 0,-1 0 0 0 0,1-1 0 0 0,-1 1 0 0 0,1-1-1 0 0,-1 0 1 0 0,0 1 0 0 0,0-1 0 0 0,0 1 0 0 0,0-1 0 0 0,-1 2 0 0 0,-130 176-2428 0 0,58-85 2228 0 0,-213 254 763 0 0,165-207-213 0 0,115-132-297 0 0,-28 31 518 0 0,3 0 0 0 0,-53 88 1 0 0,84-127-550 0 0,0 0 1 0 0,1 0 0 0 0,-1 0 0 0 0,0 0-1 0 0,1 0 1 0 0,-1 0 0 0 0,1 0 0 0 0,0 0 0 0 0,-1 0-1 0 0,1 0 1 0 0,0 1 0 0 0,0-1 0 0 0,0 0-1 0 0,0 0 1 0 0,-1 0 0 0 0,2 0 0 0 0,-1 0 0 0 0,0 0-1 0 0,0 1 1 0 0,0-1 0 0 0,0 0 0 0 0,1 2-1 0 0,0-3-12 0 0,0 1-1 0 0,0-1 0 0 0,-1 1 0 0 0,1-1 0 0 0,0 1 0 0 0,0-1 0 0 0,0 0 1 0 0,0 1-1 0 0,0-1 0 0 0,-1 0 0 0 0,1 0 0 0 0,0 0 0 0 0,0 0 0 0 0,0 0 1 0 0,0 0-1 0 0,0 0 0 0 0,0 0 0 0 0,0 0 0 0 0,0 0 0 0 0,1-1 0 0 0,9-1-127 0 0,0-1 0 0 0,0-1 0 0 0,12-5-1 0 0,-19 7 94 0 0,97-46-771 0 0,173-113-1 0 0,-175 99 867 0 0,-96 60-53 0 0,85-48 219 0 0,-79 46-146 0 0,0 0 0 0 0,0 0 1 0 0,1 1-1 0 0,0 0 0 0 0,-1 1 1 0 0,1 0-1 0 0,18-1 0 0 0,-27 3-57 0 0,-1-1 0 0 0,1 1-1 0 0,0 0 1 0 0,-1 0 0 0 0,1 0 0 0 0,0 0-1 0 0,-1 0 1 0 0,1 1 0 0 0,0-1 0 0 0,-1 0-1 0 0,1 0 1 0 0,0 0 0 0 0,-1 1 0 0 0,1-1-1 0 0,0 0 1 0 0,-1 0 0 0 0,1 1-1 0 0,-1-1 1 0 0,1 1 0 0 0,0-1 0 0 0,-1 0-1 0 0,1 1 1 0 0,-1-1 0 0 0,0 1 0 0 0,1-1-1 0 0,-1 1 1 0 0,1 0 0 0 0,-1-1-1 0 0,0 1 1 0 0,1 0 0 0 0,-1 1-8 0 0,0-1 0 0 0,0 1 0 0 0,0-1 0 0 0,0 1 0 0 0,0-1 1 0 0,0 1-1 0 0,-1-1 0 0 0,1 1 0 0 0,-1-1 0 0 0,1 1 0 0 0,-1-1 0 0 0,1 1 0 0 0,-2 1 0 0 0,-32 46-92 0 0,29-44 129 0 0,-337 381 1444 0 0,321-356-1025 0 0,21-30-463 0 0,0 0-1 0 0,0 0 1 0 0,0 1 0 0 0,0-1 0 0 0,0 0 0 0 0,-1 0 0 0 0,1 1 0 0 0,0-1-1 0 0,0 0 1 0 0,0 1 0 0 0,0-1 0 0 0,0 0 0 0 0,0 0 0 0 0,0 1 0 0 0,0-1-1 0 0,0 0 1 0 0,0 0 0 0 0,0 1 0 0 0,0-1 0 0 0,0 0 0 0 0,0 0 0 0 0,1 1-1 0 0,-1-1 1 0 0,0 0 0 0 0,0 0 0 0 0,0 1 0 0 0,0-1 0 0 0,0 0 0 0 0,0 0-1 0 0,1 1 1 0 0,-1-1 0 0 0,0 0 0 0 0,0 0 0 0 0,0 0 0 0 0,1 0 0 0 0,-1 1-1 0 0,20-6-355 0 0,23-17-989 0 0,-2-2 0 0 0,42-32-1 0 0,24-14-134 0 0,-78 53 1216 0 0,25-16-70 0 0,1 3 0 0 0,90-35 0 0 0,-143 64 397 0 0,1 0-1 0 0,-1 0 1 0 0,0 0-1 0 0,0 1 0 0 0,1-1 1 0 0,-1 1-1 0 0,1 0 1 0 0,-1-1-1 0 0,0 1 0 0 0,1 0 1 0 0,-1 0-1 0 0,1 1 1 0 0,-1-1-1 0 0,0 1 0 0 0,1-1 1 0 0,-1 1-1 0 0,0-1 1 0 0,4 3-1 0 0,-5-2-14 0 0,0 0 1 0 0,0 0-1 0 0,0 1 1 0 0,0-1-1 0 0,0 0 0 0 0,0 1 1 0 0,-1-1-1 0 0,1 1 0 0 0,0-1 1 0 0,-1 1-1 0 0,0-1 1 0 0,1 1-1 0 0,-1-1 0 0 0,0 1 1 0 0,1-1-1 0 0,-1 1 0 0 0,0 0 1 0 0,0-1-1 0 0,0 1 1 0 0,0-1-1 0 0,-1 1 0 0 0,1-1 1 0 0,0 1-1 0 0,-1 0 0 0 0,1-1 1 0 0,-1 1-1 0 0,1-1 1 0 0,-2 3-1 0 0,-6 14 285 0 0,0 0 0 0 0,-1 0 0 0 0,-1-1 0 0 0,-23 31-1 0 0,-56 58 1053 0 0,39-52-923 0 0,-44 53 222 0 0,64-69-792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38.15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590 284 4609 0 0,'-28'-23'258'0'0,"17"15"-165"0"0,0 0 1 0 0,1-1-1 0 0,-15-17 0 0 0,22 22 59 0 0,0-1-1 0 0,0 1 1 0 0,0-1-1 0 0,0 0 1 0 0,1 0-1 0 0,0 0 1 0 0,0 0-1 0 0,0 0 1 0 0,1-1-1 0 0,0 1 1 0 0,0-1-1 0 0,0-7 1 0 0,0-18 427 0 0,0-24 128 0 0,0 52-537 0 0,1-1 0 0 0,-1 1 0 0 0,0 0 0 0 0,0 0 0 0 0,0-1 1 0 0,0 1-1 0 0,0 0 0 0 0,-1 0 0 0 0,1 0 0 0 0,-1 0 0 0 0,0 0 0 0 0,-4-4 1 0 0,6 6-141 0 0,-1 1-1 0 0,0-1 1 0 0,0 1 0 0 0,0-1 0 0 0,0 1 0 0 0,0-1 0 0 0,0 1 0 0 0,0 0 0 0 0,0-1 0 0 0,0 1 0 0 0,0 0-1 0 0,0 0 1 0 0,0 0 0 0 0,-1 0 0 0 0,1 0 0 0 0,0 0 0 0 0,0 0 0 0 0,0 0 0 0 0,0 0 0 0 0,0 0 0 0 0,0 1 0 0 0,0-1-1 0 0,0 0 1 0 0,0 1 0 0 0,0-1 0 0 0,0 1 0 0 0,0-1 0 0 0,0 1 0 0 0,0-1 0 0 0,0 1 0 0 0,1 0 0 0 0,-1-1-1 0 0,0 1 1 0 0,0 0 0 0 0,1 0 0 0 0,-2 1 0 0 0,-28 37-104 0 0,27-35 113 0 0,-90 142-369 0 0,-95 131-269 0 0,170-254 560 0 0,1 1 0 0 0,0 0 0 0 0,-13 30 0 0 0,26-47 88 0 0,1 0 0 0 0,0 0 1 0 0,0 0-1 0 0,0 1 0 0 0,1-1 0 0 0,1 1 0 0 0,-1-1 0 0 0,1 1 0 0 0,0 0 0 0 0,1-1 1 0 0,0 1-1 0 0,0 0 0 0 0,1-1 0 0 0,0 1 0 0 0,0 0 0 0 0,1-1 0 0 0,2 9 0 0 0,-2-12 3 0 0,-1 0-1 0 0,1 0 1 0 0,0-1-1 0 0,0 1 1 0 0,1 0-1 0 0,-1-1 1 0 0,1 0-1 0 0,0 0 0 0 0,0 1 1 0 0,0-1-1 0 0,0-1 1 0 0,0 1-1 0 0,1-1 1 0 0,-1 1-1 0 0,1-1 0 0 0,0 0 1 0 0,4 2-1 0 0,-1-2-2 0 0,0 0 0 0 0,0 0 1 0 0,0-1-1 0 0,0 0 0 0 0,0 0 0 0 0,0-1 0 0 0,0 1 0 0 0,0-2 0 0 0,10 0 0 0 0,7-4 73 0 0,0 0-1 0 0,-1-2 1 0 0,0 0-1 0 0,42-21 1 0 0,-36 14-147 0 0,-2-2-1 0 0,0 0 1 0 0,0-2 0 0 0,-2-1-1 0 0,0-1 1 0 0,-2-1-1 0 0,39-45 1 0 0,-51 53-40 0 0,0 0 0 0 0,-1-1 0 0 0,0-1 0 0 0,-1 1 1 0 0,-1-2-1 0 0,0 1 0 0 0,-2-1 0 0 0,1 0 0 0 0,-2-1 0 0 0,0 1 0 0 0,-1-1 0 0 0,-1 0 0 0 0,0 0 0 0 0,-2-1 0 0 0,0-31 0 0 0,-1 42 155 0 0,-1 0 0 0 0,0 1-1 0 0,-1-1 1 0 0,0 0-1 0 0,0 1 1 0 0,0-1 0 0 0,-1 1-1 0 0,-3-6 1 0 0,5 10-52 0 0,1 0 0 0 0,-1 1 0 0 0,0 0-1 0 0,0-1 1 0 0,-1 1 0 0 0,1 0 0 0 0,0-1 0 0 0,0 1 0 0 0,-1 0 0 0 0,1 0 0 0 0,0 0-1 0 0,-1 0 1 0 0,1 0 0 0 0,-1 1 0 0 0,0-1 0 0 0,1 0 0 0 0,-1 1 0 0 0,1-1-1 0 0,-1 1 1 0 0,0-1 0 0 0,0 1 0 0 0,1 0 0 0 0,-1 0 0 0 0,0 0 0 0 0,1 0-1 0 0,-1 0 1 0 0,0 0 0 0 0,0 0 0 0 0,1 0 0 0 0,-1 1 0 0 0,0-1 0 0 0,1 1 0 0 0,-1-1-1 0 0,0 1 1 0 0,-2 1 0 0 0,-8 5-180 0 0,0 1 0 0 0,1-1 0 0 0,0 2 1 0 0,0 0-1 0 0,1 0 0 0 0,0 1 0 0 0,1 0 0 0 0,0 0 0 0 0,-14 22 0 0 0,7-8-321 0 0,2 1 1 0 0,1 0-1 0 0,-18 49 0 0 0,16-24 345 0 0,2 1 0 0 0,3 0-1 0 0,1 1 1 0 0,3 0 0 0 0,2 0 0 0 0,3 0 0 0 0,6 63 0 0 0,-4-99 88 0 0,1 0 1 0 0,1 0 0 0 0,0 0-1 0 0,1 0 1 0 0,1 0 0 0 0,1-1 0 0 0,0 0-1 0 0,1 0 1 0 0,0-1 0 0 0,1 1 0 0 0,17 21-1 0 0,-17-26 54 0 0,1-1 0 0 0,0 0 0 0 0,0-1 0 0 0,0 0 0 0 0,1 0 0 0 0,0-1 1 0 0,1-1-1 0 0,0 1 0 0 0,0-2 0 0 0,0 1 0 0 0,1-2 0 0 0,-1 1 0 0 0,1-2 0 0 0,0 1 0 0 0,24 2 0 0 0,-17-5 153 0 0,1 0-1 0 0,0-1 1 0 0,0-1 0 0 0,0-1 0 0 0,-1-1-1 0 0,1-1 1 0 0,-1 0 0 0 0,0-2 0 0 0,0 0 0 0 0,0-1-1 0 0,28-16 1 0 0,-28 14-37 0 0,-1-2 0 0 0,0-1 0 0 0,-1 0 0 0 0,-1-1 1 0 0,0 0-1 0 0,0-2 0 0 0,-1 0 0 0 0,-1 0 0 0 0,-1-1 0 0 0,22-35 0 0 0,-27 35-206 0 0,-2 1 0 0 0,1-1-1 0 0,-2-1 1 0 0,0 1 0 0 0,-1-1 0 0 0,-1 0 0 0 0,0 0-1 0 0,-2 0 1 0 0,1 0 0 0 0,-4-35 0 0 0,1 32-45 0 0,-2 0 0 0 0,0 0-1 0 0,-1 0 1 0 0,-1 0 0 0 0,-1 1 0 0 0,-1 0 0 0 0,0 0 0 0 0,-21-35 0 0 0,25 48 79 0 0,-1 1-1 0 0,1 0 1 0 0,-1 1 0 0 0,-1-1 0 0 0,1 1 0 0 0,-1-1 0 0 0,1 1 0 0 0,-1 1 0 0 0,0-1 0 0 0,0 1 0 0 0,-1 0-1 0 0,1 0 1 0 0,-1 0 0 0 0,-8-2 0 0 0,4 2 48 0 0,1 1 0 0 0,-1 0-1 0 0,0 1 1 0 0,0 0 0 0 0,0 0 0 0 0,0 1-1 0 0,-1 1 1 0 0,-10 1 0 0 0,-10 4 25 0 0,1 2 1 0 0,0 0-1 0 0,0 2 1 0 0,-47 23 0 0 0,51-20-70 0 0,1 0 1 0 0,1 2-1 0 0,0 1 1 0 0,1 0 0 0 0,1 2-1 0 0,0 1 1 0 0,2 1-1 0 0,0 0 1 0 0,1 1 0 0 0,1 2-1 0 0,1-1 1 0 0,2 2-1 0 0,0 0 1 0 0,1 1 0 0 0,1 1-1 0 0,2 0 1 0 0,0 0-1 0 0,2 1 1 0 0,-9 42-1 0 0,17-61-50 0 0,0 1-1 0 0,0 0 0 0 0,1 0 0 0 0,0-1 0 0 0,0 1 0 0 0,1 0 0 0 0,1-1 0 0 0,-1 1 1 0 0,1-1-1 0 0,0 1 0 0 0,1-1 0 0 0,0 0 0 0 0,1 0 0 0 0,-1 0 0 0 0,7 9 0 0 0,-7-12 85 0 0,0-1 0 0 0,1 0-1 0 0,0 0 1 0 0,-1 0-1 0 0,1 0 1 0 0,0-1 0 0 0,1 1-1 0 0,-1-1 1 0 0,1 0-1 0 0,-1 0 1 0 0,1-1 0 0 0,0 1-1 0 0,0-1 1 0 0,0 0 0 0 0,0-1-1 0 0,1 1 1 0 0,-1-1-1 0 0,0 0 1 0 0,1 0 0 0 0,-1 0-1 0 0,1-1 1 0 0,-1 0-1 0 0,1 0 1 0 0,-1-1 0 0 0,6 0-1 0 0,5-3 490 0 0,-2 0 0 0 0,1 0 0 0 0,0-1 0 0 0,-1-1 0 0 0,0-1 0 0 0,26-16 0 0 0,-12 5 52 0 0,0-3 0 0 0,26-24-1 0 0,-42 34-629 0 0,0-1 0 0 0,0 0-1 0 0,-2-1 1 0 0,1 0-1 0 0,-2-1 1 0 0,0 0-1 0 0,0 0 1 0 0,-2-1 0 0 0,1 0-1 0 0,-2-1 1 0 0,0 1-1 0 0,-1-1 1 0 0,-1 0 0 0 0,0-1-1 0 0,-1 1 1 0 0,-1 0-1 0 0,0-1 1 0 0,-1 0 0 0 0,-1 0-1 0 0,-1 1 1 0 0,0-1-1 0 0,-1 1 1 0 0,-5-17 0 0 0,6 28 22 0 0,0 1-1 0 0,0 0 1 0 0,-1 0 0 0 0,0 0 0 0 0,1 0 0 0 0,-2 0 0 0 0,1 0 0 0 0,0 1 0 0 0,-1-1 0 0 0,1 1 0 0 0,-1-1 0 0 0,0 1 0 0 0,0 0 0 0 0,0 0 0 0 0,-1 0 0 0 0,1 1 0 0 0,-1-1 0 0 0,0 1-1 0 0,1 0 1 0 0,-1 0 0 0 0,0 0 0 0 0,0 0 0 0 0,-5-1 0 0 0,3 2 51 0 0,0 0 0 0 0,0 1 0 0 0,0 0 0 0 0,0 0-1 0 0,0 0 1 0 0,0 0 0 0 0,0 1 0 0 0,0 0 0 0 0,1 0 0 0 0,-1 1 0 0 0,0 0 0 0 0,0 0-1 0 0,1 0 1 0 0,-1 0 0 0 0,1 1 0 0 0,-7 4 0 0 0,-5 5-9 0 0,0 1-1 0 0,1 1 1 0 0,0 0 0 0 0,1 1-1 0 0,1 0 1 0 0,0 2-1 0 0,-15 22 1 0 0,4 1-80 0 0,1 1-1 0 0,-22 51 0 0 0,38-74 20 0 0,1 0 0 0 0,1 1-1 0 0,0-1 1 0 0,-4 26-1 0 0,9-38 54 0 0,1-1-1 0 0,-1 1 1 0 0,1 0-1 0 0,0-1 1 0 0,1 1-1 0 0,0 0 1 0 0,-1-1-1 0 0,4 10 1 0 0,-3-12 21 0 0,0 0 0 0 0,1 0-1 0 0,-1-1 1 0 0,1 1 0 0 0,-1-1 0 0 0,1 1 0 0 0,0-1 0 0 0,0 0 0 0 0,0 0-1 0 0,0 1 1 0 0,0-1 0 0 0,0-1 0 0 0,1 1 0 0 0,-1 0 0 0 0,1-1 0 0 0,-1 1-1 0 0,6 1 1 0 0,-4-1 51 0 0,1-1 0 0 0,0 0 0 0 0,-1 0-1 0 0,1-1 1 0 0,0 1 0 0 0,0-1 0 0 0,0 0-1 0 0,-1-1 1 0 0,1 1 0 0 0,0-1 0 0 0,0 0 0 0 0,-1 0-1 0 0,1 0 1 0 0,0 0 0 0 0,5-4 0 0 0,10-4 310 0 0,0 0 1 0 0,19-14-1 0 0,-27 16-247 0 0,31-18 441 0 0,-1-2 0 0 0,-1-2 0 0 0,46-42 0 0 0,-76 60-534 0 0,0-1-1 0 0,0 0 0 0 0,-1-1 0 0 0,0-1 1 0 0,14-27-1 0 0,-19 32-79 0 0,-1-1 0 0 0,-1 1 0 0 0,0-1 0 0 0,0 0 0 0 0,-1 0-1 0 0,0 0 1 0 0,-1 0 0 0 0,0 0 0 0 0,0 0 0 0 0,-2-17 0 0 0,1 25 15 0 0,0-1 1 0 0,0 1-1 0 0,0 0 0 0 0,-1 0 1 0 0,1-1-1 0 0,0 1 1 0 0,-1 0-1 0 0,0 0 0 0 0,0 0 1 0 0,1 0-1 0 0,-1-1 0 0 0,0 1 1 0 0,0 0-1 0 0,-1 1 0 0 0,1-1 1 0 0,0 0-1 0 0,-1 0 0 0 0,1 0 1 0 0,-1 1-1 0 0,0-1 0 0 0,1 1 1 0 0,-1-1-1 0 0,0 1 1 0 0,0 0-1 0 0,0 0 0 0 0,0 0 1 0 0,0 0-1 0 0,0 0 0 0 0,0 0 1 0 0,0 0-1 0 0,0 1 0 0 0,-1-1 1 0 0,1 1-1 0 0,0 0 0 0 0,0-1 1 0 0,-1 1-1 0 0,1 0 0 0 0,0 0 1 0 0,-1 0-1 0 0,1 1 1 0 0,0-1-1 0 0,0 1 0 0 0,-4 0 1 0 0,-9 3-46 0 0,1 1 0 0 0,-1 0 1 0 0,1 1-1 0 0,1 1 0 0 0,-15 9 0 0 0,2-2 91 0 0,0 2-1 0 0,1 0 0 0 0,1 2 1 0 0,1 1-1 0 0,0 1 0 0 0,2 1 1 0 0,-25 29-1 0 0,45-50 15 0 0,1 1-1 0 0,-1 0 1 0 0,0 0-1 0 0,0 0 1 0 0,1 0 0 0 0,-1 0-1 0 0,0 0 1 0 0,1 0-1 0 0,-1 0 1 0 0,1 0 0 0 0,-1 0-1 0 0,1 0 1 0 0,0 0-1 0 0,-1 0 1 0 0,1 0 0 0 0,0 0-1 0 0,0 0 1 0 0,0 1-1 0 0,0-1 1 0 0,0 0-1 0 0,0 0 1 0 0,0 0 0 0 0,0 0-1 0 0,0 0 1 0 0,0 1-1 0 0,1-1 1 0 0,-1 0 0 0 0,0 0-1 0 0,1 0 1 0 0,-1 0-1 0 0,1 0 1 0 0,0 0 0 0 0,-1 0-1 0 0,1 0 1 0 0,0 0-1 0 0,-1 0 1 0 0,1 0 0 0 0,0-1-1 0 0,0 1 1 0 0,0 0-1 0 0,1 1 1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3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30 135 920 0 0,'0'-14'1362'0'0,"-1"0"0"0"0,-5-27 0 0 0,3 29 1124 0 0,-1 0-1 0 0,0 0 0 0 0,-8-17 0 0 0,24 45 2142 0 0,12 18-4173 0 0,-5 15 36 0 0,-2 2-1 0 0,-2 0 1 0 0,-3 0 0 0 0,7 68-1 0 0,18 70-386 0 0,-30-159-205 0 0,3 0-1 0 0,0-1 1 0 0,2 0 0 0 0,18 32-1 0 0,-22-47-789 0 0,-3 0-263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3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25 208 5985 0 0,'-1'-1'266'0'0,"-1"0"0"0"0,0 0 0 0 0,0-1 0 0 0,1 1 0 0 0,-1 0 0 0 0,1-1 0 0 0,-1 1-1 0 0,1-1 1 0 0,0 0 0 0 0,0 0 0 0 0,-1 1 0 0 0,1-1 0 0 0,0 0 0 0 0,1 0 0 0 0,-1 0 0 0 0,0 0 0 0 0,0 0-1 0 0,1 0 1 0 0,-1 0 0 0 0,1 0 0 0 0,0-3 0 0 0,0 2 1 0 0,0-1 0 0 0,1 1 0 0 0,0-1 1 0 0,-1 1-1 0 0,1-1 0 0 0,0 1 0 0 0,1-1 0 0 0,-1 1 0 0 0,1 0 0 0 0,0 0 1 0 0,2-5-1 0 0,5-3 44 0 0,0-1 0 0 0,1 1-1 0 0,0 1 1 0 0,1 0 0 0 0,11-9 0 0 0,-11 11-231 0 0,0 0-1 0 0,0 1 1 0 0,15-8-1 0 0,6 5-1227 0 0,-28 9 554 0 0,-1 1-1 0 0,1 0 0 0 0,-1 0 0 0 0,0 0 1 0 0,1 0-1 0 0,-1 1 0 0 0,7 1 0 0 0,3 3-4282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 6449 0 0,'0'1'39'0'0,"0"0"-1"0"0,0 0 1 0 0,0-1-1 0 0,0 1 0 0 0,0 0 1 0 0,0 0-1 0 0,0 0 1 0 0,0 0-1 0 0,0 0 0 0 0,0 0 1 0 0,0 0-1 0 0,0 0 1 0 0,1-1-1 0 0,-1 1 0 0 0,0 0 1 0 0,1 0-1 0 0,-1 0 1 0 0,1-1-1 0 0,-1 1 0 0 0,1 0 1 0 0,-1 0-1 0 0,1-1 1 0 0,0 1-1 0 0,-1 0 0 0 0,1-1 1 0 0,0 1-1 0 0,-1-1 1 0 0,1 1-1 0 0,0-1 0 0 0,0 1 1 0 0,-1-1-1 0 0,1 0 1 0 0,1 1-1 0 0,1-1 244 0 0,1 0 0 0 0,-1 0 0 0 0,1 0 0 0 0,-1-1 0 0 0,0 0 0 0 0,0 1 0 0 0,6-3 0 0 0,0 0 99 0 0,11-4 303 0 0,0-1 1 0 0,0 0 0 0 0,35-23 0 0 0,-32 18-828 0 0,0 0 0 0 0,25-9-1 0 0,-27 16 134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4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10138 0 0,'0'-2'246'0'0,"0"1"1"0"0,1 0-1 0 0,-1 0 0 0 0,0 0 1 0 0,1-1-1 0 0,-1 1 0 0 0,1 0 1 0 0,-1 0-1 0 0,1 0 0 0 0,0 0 1 0 0,-1 0-1 0 0,1 0 0 0 0,0 0 1 0 0,1-2-1 0 0,21-12-541 0 0,-22 14 131 0 0,0 0 0 0 0,0 1 1 0 0,1-1-1 0 0,-1 0 1 0 0,1 1-1 0 0,-1-1 1 0 0,0 1-1 0 0,1-1 0 0 0,-1 1 1 0 0,1 0-1 0 0,-1 0 1 0 0,1 0-1 0 0,-1 0 1 0 0,1 0-1 0 0,-1 0 0 0 0,1 0 1 0 0,-1 0-1 0 0,1 0 1 0 0,-1 1-1 0 0,1-1 0 0 0,-1 1 1 0 0,0-1-1 0 0,1 1 1 0 0,-1-1-1 0 0,0 1 1 0 0,1 0-1 0 0,-1 0 0 0 0,0 0 1 0 0,0 0-1 0 0,0 0 1 0 0,2 1-1 0 0,0 3 151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4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10 3225 0 0,'0'1'71'0'0,"-1"-1"1"0"0,1 1-1 0 0,0-1 0 0 0,0 1 1 0 0,-1-1-1 0 0,1 1 1 0 0,0-1-1 0 0,0 1 1 0 0,0-1-1 0 0,0 1 1 0 0,-1-1-1 0 0,1 1 1 0 0,0 0-1 0 0,0-1 0 0 0,0 1 1 0 0,0-1-1 0 0,1 1 1 0 0,-1-1-1 0 0,0 1 1 0 0,0-1-1 0 0,0 1 1 0 0,0-1-1 0 0,0 1 1 0 0,1-1-1 0 0,-1 1 0 0 0,0-1 1 0 0,0 1-1 0 0,1-1 1 0 0,-1 1-1 0 0,0-1 1 0 0,1 1-1 0 0,-1-1 1 0 0,1 0-1 0 0,0 1 0 0 0,1 0 143 0 0,-1-1-1 0 0,1 1 0 0 0,0-1 0 0 0,0 1 0 0 0,-1-1 0 0 0,1 0 0 0 0,0 0 0 0 0,0 0 0 0 0,0 0 0 0 0,-1 0 0 0 0,4-1 0 0 0,56-16 2295 0 0,-51 13-2953 0 0,19-3 334 0 0,-16 6 111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4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312 345 9674 0 0,'-1'-2'124'0'0,"0"-1"-1"0"0,0 1 1 0 0,-1 0-1 0 0,1 0 1 0 0,-1 0-1 0 0,1 0 1 0 0,-1 0 0 0 0,0 0-1 0 0,1 0 1 0 0,-1 0-1 0 0,0 1 1 0 0,0-1-1 0 0,0 1 1 0 0,-1-1 0 0 0,1 1-1 0 0,0 0 1 0 0,0 0-1 0 0,-1 0 1 0 0,1 0-1 0 0,-3 0 1 0 0,0 0 96 0 0,0 0 0 0 0,0 1 0 0 0,0 0 0 0 0,0 0 0 0 0,0 0 0 0 0,0 0 0 0 0,1 1 0 0 0,-1 0 0 0 0,-9 3 0 0 0,2 0 51 0 0,0 1 0 0 0,1 0-1 0 0,0 0 1 0 0,0 1-1 0 0,0 1 1 0 0,1 0 0 0 0,-17 15-1 0 0,15-10-219 0 0,0 2 0 0 0,1-1 0 0 0,0 2 1 0 0,1-1-1 0 0,1 1 0 0 0,1 1 0 0 0,-8 16 0 0 0,13-25-52 0 0,0 0 0 0 0,0 0 0 0 0,1 0 0 0 0,0 1-1 0 0,0-1 1 0 0,1 0 0 0 0,0 1 0 0 0,0 0 0 0 0,1-1 0 0 0,0 1 0 0 0,0-1 0 0 0,1 1 0 0 0,0-1 0 0 0,0 1 0 0 0,0-1 0 0 0,1 0-1 0 0,0 1 1 0 0,7 13 0 0 0,-7-18-25 0 0,-1 0 0 0 0,1 0 0 0 0,1 0 0 0 0,-1 0-1 0 0,0 0 1 0 0,1-1 0 0 0,-1 1 0 0 0,1-1 0 0 0,0 1 0 0 0,-1-1-1 0 0,1 0 1 0 0,1 0 0 0 0,-1 0 0 0 0,0 0 0 0 0,0-1-1 0 0,1 1 1 0 0,-1-1 0 0 0,0 0 0 0 0,1 0 0 0 0,0 0 0 0 0,-1-1-1 0 0,1 1 1 0 0,-1-1 0 0 0,1 0 0 0 0,0 0 0 0 0,-1 0 0 0 0,1 0-1 0 0,0-1 1 0 0,-1 1 0 0 0,1-1 0 0 0,-1 0 0 0 0,1 0-1 0 0,-1 0 1 0 0,0-1 0 0 0,1 1 0 0 0,4-4 0 0 0,3-1-185 0 0,1-1 0 0 0,-1 0-1 0 0,-1-1 1 0 0,1-1 0 0 0,-1 1 0 0 0,-1-1 0 0 0,0-1 0 0 0,14-18 0 0 0,-12 13 135 0 0,-1-1 0 0 0,-1 1 0 0 0,-1-1 0 0 0,0-1 0 0 0,-1 0 0 0 0,-1 0 0 0 0,0 0 0 0 0,3-24 0 0 0,-6 21 460 0 0,-1 0-1 0 0,-1 0 1 0 0,-1 0-1 0 0,0 0 1 0 0,-2 0-1 0 0,0 0 1 0 0,-7-27-1 0 0,-4-7 599 0 0,-26-135 2823 0 0,50 265-2863 0 0,30 109 0 0 0,-30-148-965 0 0,1-1-1 0 0,2 0 1 0 0,1 0 0 0 0,2-1-1 0 0,25 38 1 0 0,-35-64-76 0 0,0 0 0 0 0,0 0-1 0 0,15 14 1 0 0,-17-19-479 0 0,-1-1 1 0 0,1 1-1 0 0,0-1 0 0 0,0 0 0 0 0,8 3 0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4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0,'0'0'399'0'0,"7"24"2796"0"0,-2-8-1998 0 0,38 107 6034 0 0,-24-84-8500 0 0,2-3-3587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5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21 105 6913 0 0,'-8'-31'501'0'0,"5"23"433"0"0,0 0-1 0 0,1 0 1 0 0,1 0-1 0 0,-1 0 0 0 0,1 0 1 0 0,0-11-1 0 0,1 19-905 0 0,0-1 0 0 0,0 1 0 0 0,0 0 0 0 0,0 0 0 0 0,0 0-1 0 0,0-1 1 0 0,0 1 0 0 0,0 0 0 0 0,0 0 0 0 0,0 0 0 0 0,0-1 0 0 0,0 1-1 0 0,0 0 1 0 0,0 0 0 0 0,0-1 0 0 0,0 1 0 0 0,0 0 0 0 0,1 0 0 0 0,-1 0 0 0 0,0 0-1 0 0,0-1 1 0 0,0 1 0 0 0,0 0 0 0 0,0 0 0 0 0,0 0 0 0 0,1-1 0 0 0,-1 1-1 0 0,0 0 1 0 0,0 0 0 0 0,0 0 0 0 0,0 0 0 0 0,1 0 0 0 0,-1 0 0 0 0,0 0-1 0 0,0-1 1 0 0,0 1 0 0 0,1 0 0 0 0,-1 0 0 0 0,0 0 0 0 0,0 0 0 0 0,0 0-1 0 0,1 0 1 0 0,-1 0 0 0 0,0 0 0 0 0,0 0 0 0 0,0 0 0 0 0,1 0 0 0 0,-1 0-1 0 0,1 0 1 0 0,10 11-585 0 0,7 17-3069 0 0,-11-11 1451 0 0,1 1-23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5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6913 0 0,'-1'1'237'0'0,"0"1"-1"0"0,0 0 0 0 0,0 0 0 0 0,0 0 1 0 0,1 0-1 0 0,-1 0 0 0 0,1 0 0 0 0,-1 0 1 0 0,1 0-1 0 0,0 0 0 0 0,-1 1 0 0 0,1-1 1 0 0,1 3-1 0 0,2 34 1668 0 0,-3-33-1618 0 0,1 2-95 0 0,0-1 0 0 0,0 1 0 0 0,1 0 0 0 0,0-1 0 0 0,1 1 0 0 0,-1-1 0 0 0,1 0 0 0 0,1 0 1 0 0,0 0-1 0 0,-1 0 0 0 0,2-1 0 0 0,-1 1 0 0 0,6 5 0 0 0,-5-7-88 0 0,0-1-1 0 0,0 0 1 0 0,0 0-1 0 0,0 0 1 0 0,1-1-1 0 0,-1 0 1 0 0,1 0-1 0 0,0 0 1 0 0,0-1-1 0 0,0 0 1 0 0,0 0-1 0 0,1 0 1 0 0,-1-1-1 0 0,0 0 1 0 0,1 0-1 0 0,7-1 1 0 0,-3 0 149 0 0,-1 0 0 0 0,0-1 0 0 0,1-1 1 0 0,-1 1-1 0 0,0-2 0 0 0,0 1 0 0 0,0-2 0 0 0,-1 1 0 0 0,14-7 0 0 0,-21 8-195 0 0,0 1 1 0 0,1 0-1 0 0,-1 0 0 0 0,0-1 0 0 0,1 1 0 0 0,-1-1 0 0 0,0 1 0 0 0,0-1 0 0 0,0 0 0 0 0,-1 0 1 0 0,1 0-1 0 0,0 0 0 0 0,-1 0 0 0 0,1-1 0 0 0,-1 1 0 0 0,0 0 0 0 0,0-1 0 0 0,0 1 0 0 0,0-1 0 0 0,0 1 1 0 0,0-1-1 0 0,-1 1 0 0 0,1-1 0 0 0,-1 0 0 0 0,0 1 0 0 0,0-1 0 0 0,0 0 0 0 0,0 1 0 0 0,0-1 0 0 0,0 0 1 0 0,-1 1-1 0 0,1-1 0 0 0,-1 1 0 0 0,0-1 0 0 0,0 1 0 0 0,0-1 0 0 0,0 1 0 0 0,0-1 0 0 0,0 1 0 0 0,-1 0 1 0 0,-1-3-1 0 0,-2-1-31 0 0,0 0 1 0 0,-1 0 0 0 0,1 0 0 0 0,-1 0-1 0 0,0 1 1 0 0,-1 0 0 0 0,1 0 0 0 0,-11-5-1 0 0,13 7-122 0 0,0 1 1 0 0,0 0-1 0 0,-1 0 0 0 0,1 0 1 0 0,0 0-1 0 0,-1 1 0 0 0,1 0 0 0 0,-1 0 1 0 0,1 0-1 0 0,-1 0 0 0 0,0 1 0 0 0,1 0 1 0 0,-1 0-1 0 0,0 0 0 0 0,1 0 0 0 0,-6 2 1 0 0,9-2-126 0 0,0 0 1 0 0,0 1 0 0 0,0-1-1 0 0,0 1 1 0 0,0-1-1 0 0,0 1 1 0 0,0 0 0 0 0,1-1-1 0 0,-1 1 1 0 0,0 0 0 0 0,0-1-1 0 0,0 1 1 0 0,1 0-1 0 0,-1 0 1 0 0,0 0 0 0 0,1 0-1 0 0,-1 0 1 0 0,1 0-1 0 0,-1 1 1 0 0,-2 7-1411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5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179 321 2304 0 0,'-1'-2'321'0'0,"0"-1"-1"0"0,0 1 0 0 0,0-1 0 0 0,-1 1 1 0 0,0-1-1 0 0,1 1 0 0 0,-1 0 0 0 0,0 0 0 0 0,0 0 1 0 0,0 0-1 0 0,0 0 0 0 0,0 0 0 0 0,-1 1 0 0 0,1-1 1 0 0,0 1-1 0 0,-1-1 0 0 0,1 1 0 0 0,-1 0 1 0 0,0 0-1 0 0,1 0 0 0 0,-1 0 0 0 0,0 0 0 0 0,-4 0 1 0 0,3 0 49 0 0,0 1 1 0 0,0-1-1 0 0,0 1 1 0 0,0 0 0 0 0,-1 0-1 0 0,1 0 1 0 0,0 0 0 0 0,0 1-1 0 0,0 0 1 0 0,0-1-1 0 0,0 2 1 0 0,0-1 0 0 0,0 0-1 0 0,1 1 1 0 0,-8 3-1 0 0,6 0-212 0 0,0 0 0 0 0,1 0 0 0 0,-1 0 0 0 0,1 0 0 0 0,0 1 1 0 0,1 0-1 0 0,-1-1 0 0 0,1 2 0 0 0,0-1 0 0 0,0 0 0 0 0,1 0 0 0 0,0 1 0 0 0,0 0 0 0 0,1-1 0 0 0,0 1 0 0 0,0 0 0 0 0,0-1 0 0 0,1 1 0 0 0,0 11 0 0 0,0-12-123 0 0,1 1 1 0 0,-1-1-1 0 0,1 1 1 0 0,1-1-1 0 0,-1 1 1 0 0,1-1-1 0 0,0 0 1 0 0,0 1-1 0 0,1-1 1 0 0,0 0-1 0 0,0-1 1 0 0,0 1-1 0 0,1 0 1 0 0,-1-1-1 0 0,2 0 1 0 0,-1 0 0 0 0,0 0-1 0 0,1 0 1 0 0,0-1-1 0 0,8 6 1 0 0,-10-8-106 0 0,0-1 0 0 0,-1 1 0 0 0,2-1 0 0 0,-1 1 0 0 0,0-1 0 0 0,0 0 0 0 0,0 0 0 0 0,0-1 0 0 0,1 1 0 0 0,-1-1 0 0 0,0 0 0 0 0,1 1 0 0 0,-1-1 0 0 0,0-1 0 0 0,1 1 0 0 0,-1 0 0 0 0,0-1 0 0 0,1 0 0 0 0,-1 0 0 0 0,0 0 0 0 0,0 0 0 0 0,0 0 0 0 0,0 0 0 0 0,0-1 0 0 0,0 0 0 0 0,0 0 0 0 0,0 1 0 0 0,-1-2 0 0 0,1 1 0 0 0,-1 0 0 0 0,1 0 0 0 0,3-6 0 0 0,-1 2-70 0 0,0-1 1 0 0,0 0-1 0 0,-1 0 0 0 0,0-1 0 0 0,0 1 0 0 0,-1-1 0 0 0,0 0 0 0 0,0 0 1 0 0,-1 0-1 0 0,0 0 0 0 0,2-17 0 0 0,-4-5 117 0 0,-1 1-1 0 0,-2 0 1 0 0,-11-51-1 0 0,9 55 321 0 0,0-1 0 0 0,2 0 0 0 0,1 1 0 0 0,1-1-1 0 0,2-34 1 0 0,0 51-49 0 0,-1 5-37 0 0,1 0 0 0 0,-1-1 0 0 0,0 1 0 0 0,1 0 0 0 0,0 0-1 0 0,0 0 1 0 0,0-1 0 0 0,1 1 0 0 0,0 1 0 0 0,-1-1 0 0 0,1 0 0 0 0,3-4 0 0 0,-4 9-95 0 0,1 0 0 0 0,-1 0 0 0 0,1 1 1 0 0,-1-1-1 0 0,0 0 0 0 0,0 0 0 0 0,0 1 0 0 0,0-1 0 0 0,0 1 0 0 0,0-1 1 0 0,0 1-1 0 0,0-1 0 0 0,-1 1 0 0 0,2 2 0 0 0,-1-1-6 0 0,11 25 33 0 0,-1 1-1 0 0,-1 0 0 0 0,-2 0 0 0 0,0 1 0 0 0,2 32 0 0 0,-2-17 59 0 0,16 50-1 0 0,-16-71-929 0 0,1-2 0 0 0,23 42 0 0 0,-17-40-6982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6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0 373 8290 0 0,'11'-9'676'0'0,"0"0"1"0"0,-1-1 0 0 0,0 0-1 0 0,-1-1 1 0 0,0 0 0 0 0,-1 0-1 0 0,0-1 1 0 0,0 0 0 0 0,-2-1-1 0 0,1 1 1 0 0,7-23 0 0 0,-9 18-323 0 0,-1 1 0 0 0,0-1 0 0 0,-1 0 0 0 0,-1 0 0 0 0,0 0 0 0 0,-1-1 0 0 0,-1 1 1 0 0,-1 0-1 0 0,-4-22 0 0 0,5 37-312 0 0,0 0 0 0 0,0 1 1 0 0,0-1-1 0 0,-1 1 0 0 0,1-1 0 0 0,-1 1 0 0 0,1-1 0 0 0,-1 1 1 0 0,0-1-1 0 0,1 1 0 0 0,-1-1 0 0 0,0 1 0 0 0,0 0 1 0 0,0 0-1 0 0,-2-3 0 0 0,-5 7 434 0 0,1 13-149 0 0,5-2-248 0 0,0-1 1 0 0,1 1 0 0 0,0 0 0 0 0,1-1-1 0 0,0 1 1 0 0,1 0 0 0 0,1-1-1 0 0,0 1 1 0 0,1-1 0 0 0,0 1 0 0 0,9 22-1 0 0,-9-28-124 0 0,1 0 0 0 0,0 0 0 0 0,0 0-1 0 0,0-1 1 0 0,1 1 0 0 0,0-1 0 0 0,1 0 0 0 0,0-1-1 0 0,0 1 1 0 0,0-1 0 0 0,1 0 0 0 0,0-1-1 0 0,0 1 1 0 0,0-1 0 0 0,0-1 0 0 0,1 1-1 0 0,0-1 1 0 0,0-1 0 0 0,11 4 0 0 0,3-2-896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6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18 4609 0 0,'0'0'186'0'0,"0"-1"0"0"0,0 0-1 0 0,0 1 1 0 0,0-1 0 0 0,0 0 0 0 0,0 1 0 0 0,0-1 0 0 0,0 0-1 0 0,0 1 1 0 0,-1-1 0 0 0,1 1 0 0 0,0-1 0 0 0,0 0 0 0 0,0 1-1 0 0,-1-1 1 0 0,1 1 0 0 0,0-1 0 0 0,-1 0 0 0 0,1 1-1 0 0,-1-1 1 0 0,1 1 0 0 0,0 0 0 0 0,-1-1 0 0 0,1 1 0 0 0,-1-1-1 0 0,1 1 1 0 0,-1 0 0 0 0,1-1 0 0 0,-1 1 0 0 0,0 0 0 0 0,1-1-1 0 0,-2 1 1 0 0,0 0 142 0 0,1 0-1 0 0,-1 0 0 0 0,0 0 1 0 0,0 0-1 0 0,0 0 1 0 0,1 1-1 0 0,-1-1 1 0 0,0 1-1 0 0,0-1 1 0 0,1 1-1 0 0,-3 1 0 0 0,-39 27 2277 0 0,36-23-2535 0 0,2 0 0 0 0,-1 0-1 0 0,1 0 1 0 0,0 1 0 0 0,0-1 0 0 0,0 1-1 0 0,1 1 1 0 0,1-1 0 0 0,-1 1-1 0 0,1-1 1 0 0,0 1 0 0 0,1 0 0 0 0,-1 0-1 0 0,2 0 1 0 0,-1 0 0 0 0,1 0-1 0 0,0 1 1 0 0,1-1 0 0 0,0 0-1 0 0,1 0 1 0 0,-1 1 0 0 0,1-1 0 0 0,1 0-1 0 0,0 0 1 0 0,0 0 0 0 0,5 12-1 0 0,-4-13-214 0 0,0 0 1 0 0,0 1-1 0 0,1-1 0 0 0,0-1 0 0 0,1 1 0 0 0,-1 0 0 0 0,1-1 0 0 0,1 0 0 0 0,-1 0 1 0 0,1-1-1 0 0,0 0 0 0 0,0 0 0 0 0,1 0 0 0 0,-1 0 0 0 0,1-1 0 0 0,0 0 0 0 0,1-1 0 0 0,-1 1 1 0 0,0-2-1 0 0,1 1 0 0 0,0-1 0 0 0,-1 0 0 0 0,1 0 0 0 0,0-1 0 0 0,0 0 0 0 0,0-1 0 0 0,11 0 1 0 0,6-2-5410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7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3 920 0 0,'1'-2'20728'0'0,"7"5"-17368"0"0,6 5-6865 0 0,-6-1 5344 0 0,3 11-1808 0 0,0-1 1 0 0,-1 1-1 0 0,-1 1 0 0 0,0-1 0 0 0,7 28 0 0 0,19 39 5 0 0,-34-83-36 0 0,0 0 0 0 0,0 0 0 0 0,0 0 0 0 0,0-1 0 0 0,0 1 0 0 0,0 0 0 0 0,1-1 0 0 0,-1 1 0 0 0,0-1 0 0 0,1 1 0 0 0,0-1 0 0 0,-1 0 0 0 0,1 1 1 0 0,0-1-1 0 0,-1 0 0 0 0,1 0 0 0 0,0 0 0 0 0,0-1 0 0 0,0 1 0 0 0,0 0 0 0 0,0-1 0 0 0,0 1 0 0 0,0-1 0 0 0,0 0 0 0 0,0 1 0 0 0,0-1 0 0 0,0 0 0 0 0,0 0 0 0 0,0-1 0 0 0,1 1 0 0 0,-1 0 0 0 0,0-1 0 0 0,3 0 0 0 0,29-1-1033 0 0,-27 3 673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7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0 346 6913 0 0,'14'-14'534'0'0,"-1"-1"-1"0"0,0 0 1 0 0,-1-1-1 0 0,-1 0 1 0 0,-1-1-1 0 0,14-29 1 0 0,-19 34-630 0 0,0 0 0 0 0,-1-1 0 0 0,-1 0 0 0 0,0 1 0 0 0,-1-1 0 0 0,0 0 0 0 0,0-1 0 0 0,-2 1 1 0 0,0 0-1 0 0,-3-26 0 0 0,3 33 142 0 0,-4-19 208 0 0,-1 17 3436 0 0,9 39 2120 0 0,-3-26-5075 0 0,47 172 4732 0 0,-44-160-5333 0 0,0 1 1 0 0,1-1 0 0 0,8 20-1 0 0,9 3-1459 0 0,9-6-5506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8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1 134 4145 0 0,'10'-1'693'0'0,"0"0"0"0"0,1 0 0 0 0,-1 1 0 0 0,0 1 0 0 0,1 0 0 0 0,-1 0 0 0 0,0 1 1 0 0,0 0-1 0 0,0 1 0 0 0,0 0 0 0 0,-1 1 0 0 0,11 5 0 0 0,-14-7-418 0 0,1 1 0 0 0,-1 1 0 0 0,0-1 0 0 0,-1 1 0 0 0,1 0 0 0 0,-1 0 0 0 0,1 1 0 0 0,-1 0 0 0 0,-1 0 0 0 0,1 0 0 0 0,-1 0 0 0 0,0 1 0 0 0,0-1 0 0 0,0 1 0 0 0,-1 0 0 0 0,0 0 0 0 0,0 1 0 0 0,4 11 0 0 0,-14-72 4060 0 0,9-10-3448 0 0,-1 52-959 0 0,1 1 1 0 0,0-1-1 0 0,1 1 1 0 0,1-1-1 0 0,-1 1 0 0 0,2 0 1 0 0,0 0-1 0 0,0 1 1 0 0,10-16-1 0 0,-4 11-313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8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0 142 9218 0 0,'3'-2'247'0'0,"0"0"-1"0"0,0 1 1 0 0,0-1-1 0 0,0 1 1 0 0,0-1-1 0 0,1 1 1 0 0,-1 0 0 0 0,0 0-1 0 0,0 0 1 0 0,1 1-1 0 0,5-1 1 0 0,40 1 4336 0 0,-45 1-4422 0 0,-1 0 0 0 0,1 1 0 0 0,0-1 0 0 0,0 1 0 0 0,-1-1 0 0 0,1 1 1 0 0,-1 0-1 0 0,0 0 0 0 0,1 1 0 0 0,-1-1 0 0 0,0 1 0 0 0,0-1 0 0 0,-1 1 0 0 0,1 0 1 0 0,0 0-1 0 0,-1 0 0 0 0,0 1 0 0 0,0-1 0 0 0,3 7 0 0 0,3 7-122 0 0,-1 0-1 0 0,-1 1 1 0 0,4 21 0 0 0,-6-23 99 0 0,1 0 0 0 0,9 22 0 0 0,-8-101 1804 0 0,-3 40-1749 0 0,1 0 1 0 0,1-1-1 0 0,1 2 1 0 0,14-36-1 0 0,-14 45-533 0 0,0 1 1 0 0,1 0-1 0 0,13-20 0 0 0,-14 26-704 0 0,-1-1 0 0 0,1 1 0 0 0,0 0 1 0 0,0 0-1 0 0,1 1 0 0 0,13-9 0 0 0,-4 6-5332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9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41 187 4985 0 0,'1'-7'586'0'0,"-1"1"0"0"0,0-1 0 0 0,-1 0-1 0 0,0 0 1 0 0,0 0 0 0 0,0 0 0 0 0,-1 1 0 0 0,0-1 0 0 0,-1 0-1 0 0,1 1 1 0 0,-1 0 0 0 0,0 0 0 0 0,-6-9 0 0 0,9 15-507 0 0,0 0-1 0 0,0-1 1 0 0,0 1 0 0 0,0 0-1 0 0,-1 0 1 0 0,1-1 0 0 0,0 1 0 0 0,0 0-1 0 0,0-1 1 0 0,0 1 0 0 0,-1 0 0 0 0,1 0-1 0 0,0 0 1 0 0,0-1 0 0 0,0 1-1 0 0,-1 0 1 0 0,1 0 0 0 0,0 0 0 0 0,0-1-1 0 0,-1 1 1 0 0,1 0 0 0 0,0 0 0 0 0,-1 0-1 0 0,1 0 1 0 0,0 0 0 0 0,0 0-1 0 0,-1 0 1 0 0,1 0 0 0 0,0 0 0 0 0,-1 0-1 0 0,1 0 1 0 0,0 0 0 0 0,-1 0 0 0 0,1 0-1 0 0,0 0 1 0 0,0 0 0 0 0,-1 0-1 0 0,-3 12 1085 0 0,3 18-751 0 0,2-22-471 0 0,0 0 0 0 0,0 0 1 0 0,1 0-1 0 0,0 0 0 0 0,0 0 0 0 0,0 0 0 0 0,1-1 1 0 0,1 1-1 0 0,7 13 0 0 0,-9-19 27 0 0,-1 0 0 0 0,1 0-1 0 0,0 0 1 0 0,-1 0 0 0 0,1 0 0 0 0,0-1 0 0 0,0 1-1 0 0,0-1 1 0 0,0 1 0 0 0,0-1 0 0 0,0 0 0 0 0,1 0 0 0 0,-1 0-1 0 0,0 0 1 0 0,1 0 0 0 0,-1-1 0 0 0,0 1 0 0 0,1-1 0 0 0,-1 1-1 0 0,1-1 1 0 0,-1 0 0 0 0,1 0 0 0 0,-1 0 0 0 0,1 0-1 0 0,-1-1 1 0 0,1 1 0 0 0,-1 0 0 0 0,0-1 0 0 0,1 0 0 0 0,-1 0-1 0 0,0 0 1 0 0,1 0 0 0 0,-1 0 0 0 0,0 0 0 0 0,0 0-1 0 0,0-1 1 0 0,2-1 0 0 0,9-7-76 0 0,-1 0 0 0 0,0-1 0 0 0,0-1-1 0 0,-1 0 1 0 0,-1-1 0 0 0,0 0 0 0 0,16-28 0 0 0,21-26 85 0 0,-44 63 40 0 0,16-18 91 0 0,-19 21-94 0 0,1 1 0 0 0,-1-1 0 0 0,1 0 0 0 0,0 1 0 0 0,-1-1 0 0 0,1 1 0 0 0,0-1 0 0 0,0 0 0 0 0,-1 1 0 0 0,1 0 0 0 0,0-1-1 0 0,0 1 1 0 0,0-1 0 0 0,0 1 0 0 0,0 0 0 0 0,-1 0 0 0 0,1 0 0 0 0,0-1 0 0 0,0 1 0 0 0,0 0 0 0 0,0 0 0 0 0,0 0 0 0 0,1 0 0 0 0,0 3 113 0 0,-1-1 0 0 0,1 1-1 0 0,-1-1 1 0 0,0 1 0 0 0,1 0 0 0 0,-1-1 0 0 0,-1 1 0 0 0,1 0 0 0 0,0 0-1 0 0,-1-1 1 0 0,1 5 0 0 0,3 9 521 0 0,-2-12-609 0 0,0 0 1 0 0,0 0 0 0 0,0 0 0 0 0,1-1-1 0 0,-1 1 1 0 0,1-1 0 0 0,0 0 0 0 0,0 0-1 0 0,0 0 1 0 0,1 0 0 0 0,-1 0-1 0 0,1 0 1 0 0,-1-1 0 0 0,7 3 0 0 0,-8-4-28 0 0,0 0 0 0 0,0 0 0 0 0,0-1 0 0 0,0 1 0 0 0,0-1 1 0 0,0 1-1 0 0,1-1 0 0 0,-1 0 0 0 0,0 0 0 0 0,0 0 1 0 0,0 0-1 0 0,0 0 0 0 0,0-1 0 0 0,0 1 0 0 0,1 0 0 0 0,-1-1 1 0 0,0 0-1 0 0,0 0 0 0 0,0 1 0 0 0,0-1 0 0 0,-1 0 1 0 0,1 0-1 0 0,0-1 0 0 0,0 1 0 0 0,-1 0 0 0 0,1-1 0 0 0,0 1 1 0 0,-1-1-1 0 0,1 1 0 0 0,-1-1 0 0 0,2-2 0 0 0,7-10 375 0 0,26-32 436 0 0,-33 43-784 0 0,-1 1 0 0 0,1-1 1 0 0,-1 1-1 0 0,1 0 0 0 0,0-1 0 0 0,0 1 1 0 0,0 1-1 0 0,0-1 0 0 0,1 0 0 0 0,-1 1 1 0 0,0 0-1 0 0,1-1 0 0 0,3 0 0 0 0,-6 2-14 0 0,1 1 0 0 0,0-1 0 0 0,-1 0 0 0 0,1 0 0 0 0,-1 1 0 0 0,1-1 0 0 0,-1 0 0 0 0,1 1 0 0 0,-1 0 0 0 0,1-1 0 0 0,-1 1 0 0 0,1 0 0 0 0,-1 0 0 0 0,0 0 0 0 0,1 0 0 0 0,-1 0 0 0 0,0 0-1 0 0,0 0 1 0 0,0 0 0 0 0,0 0 0 0 0,0 1 0 0 0,0-1 0 0 0,0 0 0 0 0,0 1 0 0 0,-1-1 0 0 0,1 1 0 0 0,0-1 0 0 0,-1 1 0 0 0,1 2 0 0 0,3 7 203 0 0,-1 1 0 0 0,0 0 0 0 0,1 11 0 0 0,-2-9-167 0 0,0-2-36 0 0,8 35 66 0 0,-9-45-89 0 0,-1 0 0 0 0,1-1 1 0 0,-1 1-1 0 0,1 0 0 0 0,0-1 0 0 0,-1 1 0 0 0,1-1 1 0 0,0 1-1 0 0,0-1 0 0 0,0 0 0 0 0,0 1 0 0 0,0-1 1 0 0,1 0-1 0 0,-1 0 0 0 0,0 0 0 0 0,1 1 1 0 0,-1-1-1 0 0,0-1 0 0 0,1 1 0 0 0,0 0 0 0 0,-1 0 1 0 0,3 0-1 0 0,-2-2-118 0 0,0 1 0 0 0,1-1 0 0 0,-1-1 1 0 0,0 1-1 0 0,0 0 0 0 0,0 0 0 0 0,0-1 0 0 0,0 1 1 0 0,0-1-1 0 0,0 0 0 0 0,0 0 0 0 0,-1 1 0 0 0,3-4 1 0 0,4-4-1777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49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5985 0 0,'0'-1'192'0'0,"0"1"0"0"0,1-1 0 0 0,-1 0 0 0 0,0 0 0 0 0,1 1 0 0 0,-1-1 0 0 0,0 0 0 0 0,1 0 0 0 0,-1 1 0 0 0,1-1 0 0 0,-1 0 0 0 0,1 1 0 0 0,0-1 0 0 0,-1 1 0 0 0,1-1 0 0 0,0 1 0 0 0,-1-1 0 0 0,1 1 0 0 0,0-1 0 0 0,-1 1 0 0 0,1 0 0 0 0,0 0 0 0 0,0-1 0 0 0,0 1 0 0 0,-1 0 0 0 0,1 0 0 0 0,1-1 0 0 0,22 0 4660 0 0,-20 3-4532 0 0,0 0 0 0 0,0 0 0 0 0,0 0 0 0 0,-1 1 0 0 0,1 0 0 0 0,-1-1 0 0 0,0 1 0 0 0,0 0 1 0 0,0 1-1 0 0,0-1 0 0 0,0 0 0 0 0,-1 1 0 0 0,1 0 0 0 0,-1-1 0 0 0,0 1 0 0 0,0 0 0 0 0,2 7 0 0 0,3 8-17 0 0,0 0 0 0 0,4 27 1 0 0,0 19 120 0 0,4 120 0 0 0,-6-53-1610 0 0,-7-104 597 0 0,0 0-3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50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7370 0 0,'9'-1'320'0'0,"-3"-1"80"0"0,1 1-320 0 0,0-2-80 0 0,-2 2 0 0 0,1-1 0 0 0,0 0 520 0 0,10-4 88 0 0,7-2 24 0 0,7-4 0 0 0,3-1-1016 0 0,-1 2-192 0 0,0 2-48 0 0,-6 0-8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50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11058 0 0,'1'1'1081'0'0,"1"1"-961"0"0,-1-2-120 0 0,0 0 0 0 0,1 0 320 0 0,0 0 32 0 0,4 0 16 0 0,4 0 0 0 0,3 0-256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54.75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510 10 15667 0 0,'-2'-2'116'0'0,"0"1"-1"0"0,0 0 0 0 0,0 0 1 0 0,0 0-1 0 0,0 0 0 0 0,-1 1 1 0 0,1-1-1 0 0,0 0 0 0 0,-1 1 1 0 0,1 0-1 0 0,0-1 1 0 0,-1 1-1 0 0,1 0 0 0 0,0 0 1 0 0,-1 0-1 0 0,1 1 0 0 0,0-1 1 0 0,-1 1-1 0 0,1-1 0 0 0,0 1 1 0 0,0 0-1 0 0,-1 0 0 0 0,1-1 1 0 0,-3 3-1 0 0,-6 2-270 0 0,0 1 0 0 0,1 0 0 0 0,-16 11 0 0 0,6 0-177 0 0,1 0 1 0 0,1 1-1 0 0,1 1 1 0 0,0 0-1 0 0,1 2 1 0 0,-23 39-1 0 0,-64 146-1468 0 0,81-159 1518 0 0,10-20 166 0 0,-69 168-447 0 0,74-176 628 0 0,1 2 1 0 0,2-1-1 0 0,-1 1 1 0 0,2-1-1 0 0,1 1 0 0 0,1 0 1 0 0,2 39-1 0 0,0-54 13 0 0,-1-1-1 0 0,1 1 1 0 0,1-1-1 0 0,-1 1 1 0 0,1-1-1 0 0,0 1 1 0 0,0-1-1 0 0,1 0 1 0 0,0 0 0 0 0,-1 0-1 0 0,2 0 1 0 0,-1-1-1 0 0,1 1 1 0 0,-1-1-1 0 0,1 0 1 0 0,0 0-1 0 0,0 0 1 0 0,1 0-1 0 0,9 5 1 0 0,-7-5-22 0 0,0-1 1 0 0,0 0-1 0 0,0-1 1 0 0,1 1-1 0 0,0-2 1 0 0,-1 1-1 0 0,1-1 1 0 0,0 0 0 0 0,0 0-1 0 0,0-1 1 0 0,0 0-1 0 0,-1-1 1 0 0,17-2-1 0 0,4-3-143 0 0,0-2 0 0 0,0-1 0 0 0,-1-2 0 0 0,0 0 0 0 0,-1-2 0 0 0,0 0 0 0 0,-1-2 0 0 0,-1-1 0 0 0,0-1 0 0 0,-1-1 0 0 0,-1-1 0 0 0,0-1 0 0 0,-2-1 1 0 0,0-1-1 0 0,-2 0 0 0 0,0-1 0 0 0,-2-1 0 0 0,-1-1 0 0 0,0-1 0 0 0,-2 0 0 0 0,-1 0 0 0 0,-1-1 0 0 0,11-43 0 0 0,-20 62 49 0 0,0 0 1 0 0,0 0-1 0 0,-1 0 0 0 0,0 0 1 0 0,-1 0-1 0 0,0 0 1 0 0,0 0-1 0 0,-1-1 0 0 0,-2-12 1 0 0,3 20 33 0 0,-1 1 0 0 0,1-1 1 0 0,0 0-1 0 0,-1 1 0 0 0,1-1 1 0 0,0 1-1 0 0,-1-1 0 0 0,1 1 1 0 0,-1-1-1 0 0,1 1 0 0 0,-1-1 1 0 0,1 1-1 0 0,-1 0 0 0 0,0-1 1 0 0,1 1-1 0 0,-1-1 0 0 0,0 1 1 0 0,1 0-1 0 0,-1 0 0 0 0,1 0 1 0 0,-1-1-1 0 0,0 1 0 0 0,0 0 0 0 0,1 0 1 0 0,-1 0-1 0 0,0 0 0 0 0,1 0 1 0 0,-1 0-1 0 0,0 0 0 0 0,1 0 1 0 0,-1 0-1 0 0,0 0 0 0 0,1 1 1 0 0,-1-1-1 0 0,0 0 0 0 0,1 0 1 0 0,-1 1-1 0 0,0-1 0 0 0,1 0 1 0 0,-1 1-1 0 0,1-1 0 0 0,-1 1 1 0 0,1-1-1 0 0,-1 1 0 0 0,1-1 0 0 0,-1 1 1 0 0,0 0-1 0 0,-26 25-225 0 0,6 1 190 0 0,1 1 0 0 0,1 1 0 0 0,-30 62-1 0 0,-31 104 1358 0 0,50-116-873 0 0,-50 152 1262 0 0,73-205-1449 0 0,1 1 1 0 0,2-1-1 0 0,0 1 1 0 0,2 0 0 0 0,1 0-1 0 0,5 54 1 0 0,-4-77-253 0 0,1 0 0 0 0,-1 0 0 0 0,1 0 0 0 0,0 0 0 0 0,0 0 0 0 0,1 0 0 0 0,-1 0 0 0 0,1 0 0 0 0,0-1 0 0 0,0 1 0 0 0,0 0 0 0 0,0-1 0 0 0,1 0 0 0 0,-1 1 0 0 0,1-1 0 0 0,0 0 0 0 0,5 4 0 0 0,-4-5-40 0 0,0 0 0 0 0,-1-1 0 0 0,1 0 0 0 0,0 1 0 0 0,0-1-1 0 0,0-1 1 0 0,0 1 0 0 0,0 0 0 0 0,0-1 0 0 0,0 0 0 0 0,0 0 0 0 0,0 0-1 0 0,0-1 1 0 0,0 1 0 0 0,0-1 0 0 0,0 0 0 0 0,0 0 0 0 0,4-2 0 0 0,10-3-165 0 0,0-2 0 0 0,0 0 1 0 0,-1-1-1 0 0,0-1 1 0 0,-1-1-1 0 0,0 0 0 0 0,-1-1 1 0 0,28-27-1 0 0,-19 14-248 0 0,-1-1 0 0 0,-2-2-1 0 0,0 0 1 0 0,19-36 0 0 0,-28 44 265 0 0,-1 0 0 0 0,-1-1-1 0 0,-1-1 1 0 0,-1 1 0 0 0,-1-2 0 0 0,-1 1-1 0 0,-1-1 1 0 0,4-45 0 0 0,-10 73 521 0 0,0-1 1 0 0,-1 0-1 0 0,0 0 1 0 0,0 1-1 0 0,0-1 0 0 0,-1 0 1 0 0,1-1-1 0 0,-6 7 1 0 0,-2 4 123 0 0,-98 154 143 0 0,-88 149-456 0 0,192-309-30 0 0,1 0 0 0 0,0-1-1 0 0,0 1 1 0 0,1 0 0 0 0,0 1 0 0 0,-1 12-1 0 0,2-20-89 0 0,1 1 0 0 0,0-1-1 0 0,0 1 1 0 0,0-1-1 0 0,0 1 1 0 0,1-1 0 0 0,-1 0-1 0 0,0 1 1 0 0,1-1-1 0 0,-1 1 1 0 0,0-1 0 0 0,1 0-1 0 0,0 1 1 0 0,-1-1 0 0 0,1 0-1 0 0,0 1 1 0 0,0-1-1 0 0,1 1 1 0 0,-1-1-28 0 0,1 0 0 0 0,-1 0-1 0 0,0-1 1 0 0,1 1 0 0 0,-1-1 0 0 0,1 1 0 0 0,-1-1-1 0 0,1 0 1 0 0,0 1 0 0 0,-1-1 0 0 0,1 0-1 0 0,-1 0 1 0 0,1 0 0 0 0,-1 0 0 0 0,1-1 0 0 0,-1 1-1 0 0,1 0 1 0 0,-1-1 0 0 0,1 1 0 0 0,-1-1 0 0 0,3 0-1 0 0,9-4-356 0 0,-1-1 0 0 0,0 0 0 0 0,0-1-1 0 0,0 0 1 0 0,18-15 0 0 0,52-52-1178 0 0,-60 53 1101 0 0,13-12-484 0 0,37-47 1 0 0,-62 67 613 0 0,0 1 1 0 0,-1-1-1 0 0,-1-1 0 0 0,0 0 1 0 0,-1 0-1 0 0,-1 0 1 0 0,9-27-1 0 0,-15 40 272 0 0,1-1 0 0 0,-1 0 0 0 0,1 1-1 0 0,-1-1 1 0 0,0 0 0 0 0,1 1 0 0 0,-1-1 0 0 0,0 0 0 0 0,0 1 0 0 0,0-1 0 0 0,-1 0-1 0 0,1 1 1 0 0,0-1 0 0 0,-1 0 0 0 0,1 1 0 0 0,-1-3 0 0 0,0 3 60 0 0,1 1 1 0 0,-1 0-1 0 0,1-1 1 0 0,-1 1-1 0 0,0 0 1 0 0,1 0-1 0 0,-1-1 0 0 0,1 1 1 0 0,-1 0-1 0 0,1 0 1 0 0,-1 0-1 0 0,0-1 1 0 0,1 1-1 0 0,-1 0 1 0 0,0 0-1 0 0,1 0 1 0 0,-1 0-1 0 0,1 0 0 0 0,-1 0 1 0 0,0 1-1 0 0,1-1 1 0 0,-1 0-1 0 0,1 0 1 0 0,-1 0-1 0 0,0 0 1 0 0,1 1-1 0 0,-1-1 1 0 0,0 1-1 0 0,-4 2 294 0 0,0 0 0 0 0,0 0 1 0 0,0 0-1 0 0,0 1 0 0 0,0 0 0 0 0,1 0 0 0 0,-6 7 1 0 0,-10 16 302 0 0,1 1 1 0 0,1 1 0 0 0,2 1-1 0 0,-26 63 1 0 0,-29 134 871 0 0,68-214-1390 0 0,0-1 0 0 0,1 1 0 0 0,-1 22 1 0 0,2-31-114 0 0,2 0 0 0 0,-1-1 0 0 0,0 1 1 0 0,1 0-1 0 0,-1-1 0 0 0,1 1 1 0 0,0-1-1 0 0,0 1 0 0 0,0-1 1 0 0,1 1-1 0 0,-1-1 0 0 0,1 0 1 0 0,0 0-1 0 0,0 0 0 0 0,0 0 1 0 0,0 0-1 0 0,5 4 0 0 0,7 5-382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0:55.72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489 1 12443 0 0,'-3'0'85'0'0,"1"1"0"0"0,0-1 0 0 0,-1 1 0 0 0,1 0 0 0 0,0-1 0 0 0,0 1 0 0 0,0 1 1 0 0,0-1-1 0 0,0 0 0 0 0,0 0 0 0 0,0 1 0 0 0,0-1 0 0 0,-2 3 0 0 0,-26 26-986 0 0,18-17 879 0 0,-41 43-802 0 0,2 2 1 0 0,-72 108 0 0 0,84-103 1112 0 0,2 2 0 0 0,-52 129 0 0 0,85-183-141 0 0,-12 33 548 0 0,15-42-589 0 0,1 1 0 0 0,-1 0 1 0 0,1 0-1 0 0,-1 0 0 0 0,1-1 0 0 0,0 1 0 0 0,0 0 1 0 0,0 0-1 0 0,0 0 0 0 0,1 0 0 0 0,-1 0 0 0 0,2 4 1 0 0,-1-6-63 0 0,0 0 0 0 0,0 0 0 0 0,-1-1 1 0 0,1 1-1 0 0,0 0 0 0 0,0 0 1 0 0,0-1-1 0 0,0 1 0 0 0,-1-1 0 0 0,1 1 1 0 0,0-1-1 0 0,0 1 0 0 0,0-1 1 0 0,0 1-1 0 0,1-1 0 0 0,-1 0 0 0 0,0 0 1 0 0,0 1-1 0 0,0-1 0 0 0,0 0 1 0 0,0 0-1 0 0,0 0 0 0 0,0 0 0 0 0,0 0 1 0 0,0-1-1 0 0,0 1 0 0 0,0 0 1 0 0,1 0-1 0 0,-1-1 0 0 0,0 1 0 0 0,0-1 1 0 0,0 1-1 0 0,-1-1 0 0 0,3 0 1 0 0,35-20 338 0 0,-37 20-382 0 0,34-24-185 0 0,0-1 0 0 0,-3-2 0 0 0,44-46 0 0 0,78-108-2056 0 0,-139 164 2014 0 0,7-10-189 0 0,-1-1 0 0 0,-1-1 0 0 0,17-35 0 0 0,-29 48 416 0 0,0 0-1 0 0,-1-1 0 0 0,-1 0 0 0 0,-1-1 0 0 0,0 1 0 0 0,-1-1 0 0 0,1-27 0 0 0,-5 46 25 0 0,1-1 0 0 0,-1 1 0 0 0,0-1 0 0 0,0 1 0 0 0,0-1 0 0 0,0 1 0 0 0,0-1 0 0 0,0 0 0 0 0,0 1 0 0 0,0-1 0 0 0,0 1 0 0 0,0-1 0 0 0,0 1 0 0 0,0-1 0 0 0,0 1 0 0 0,0-1 0 0 0,-1 1 0 0 0,1-1 0 0 0,0 1 0 0 0,0-1 0 0 0,-1 1 0 0 0,1-1 0 0 0,0 1 0 0 0,-1 0 0 0 0,1-1 0 0 0,0 1 0 0 0,-1-1 0 0 0,1 1 0 0 0,0 0 0 0 0,-1-1 0 0 0,1 1 0 0 0,-1 0 0 0 0,1 0 0 0 0,-1-1 0 0 0,0 1 0 0 0,0 0 27 0 0,0 0-1 0 0,-1 1 1 0 0,1-1 0 0 0,0 1-1 0 0,-1-1 1 0 0,1 1 0 0 0,0-1-1 0 0,0 1 1 0 0,0 0 0 0 0,-1-1-1 0 0,1 1 1 0 0,0 0 0 0 0,-1 1-1 0 0,-32 33 933 0 0,-9 21-664 0 0,3 2-1 0 0,2 1 1 0 0,2 2 0 0 0,3 2-1 0 0,3 1 1 0 0,3 1-1 0 0,3 1 1 0 0,2 2 0 0 0,-21 118-1 0 0,42-176-287 0 0,-1-1-1 0 0,1 1 1 0 0,1 0 0 0 0,-1-1-1 0 0,2 1 1 0 0,-1 0 0 0 0,4 12-1 0 0,-4-19-17 0 0,1 0-1 0 0,0 0 1 0 0,0 0-1 0 0,0-1 1 0 0,1 1-1 0 0,-1 0 1 0 0,1-1-1 0 0,-1 1 0 0 0,1-1 1 0 0,0 0-1 0 0,0 0 1 0 0,0 1-1 0 0,0-1 1 0 0,0 0-1 0 0,0-1 0 0 0,1 1 1 0 0,-1 0-1 0 0,1-1 1 0 0,-1 1-1 0 0,1-1 1 0 0,0 0-1 0 0,-1 0 0 0 0,1 0 1 0 0,0 0-1 0 0,0 0 1 0 0,0-1-1 0 0,5 1 1 0 0,6 0 28 0 0,0-1-1 0 0,1 0 1 0 0,-1-1 0 0 0,0-1 0 0 0,-1 0 0 0 0,1-1 0 0 0,26-9 0 0 0,-3-3-67 0 0,54-27-1 0 0,-49 18-779 0 0,-2-2-1 0 0,50-42 0 0 0,-62 46 349 0 0,-28 21 451 0 0,1 0 1 0 0,0 1-1 0 0,0-1 0 0 0,-1 0 0 0 0,1 0 0 0 0,0 1 0 0 0,0-1 0 0 0,0 0 0 0 0,0 1 0 0 0,0-1 0 0 0,0 1 0 0 0,0 0 0 0 0,0-1 1 0 0,0 1-1 0 0,1 0 0 0 0,-1-1 0 0 0,0 1 0 0 0,0 0 0 0 0,2 0 0 0 0,-2 1 8 0 0,-1-1 1 0 0,0 1-1 0 0,0 0 0 0 0,0 0 1 0 0,0 0-1 0 0,0-1 1 0 0,0 1-1 0 0,0 0 0 0 0,0 0 1 0 0,0-1-1 0 0,0 1 1 0 0,0 0-1 0 0,0 0 0 0 0,0 0 1 0 0,-1-1-1 0 0,1 1 0 0 0,0 0 1 0 0,-1-1-1 0 0,1 1 1 0 0,-1 1-1 0 0,-24 45 282 0 0,-8 1 57 0 0,21-32-130 0 0,0 0 0 0 0,2 0 1 0 0,0 1-1 0 0,1 0 0 0 0,0 1 1 0 0,-8 26-1 0 0,17-42-214 0 0,-1-1 0 0 0,1 1 0 0 0,-1 0 0 0 0,1 0 0 0 0,-1 0 0 0 0,1 0 1 0 0,0 0-1 0 0,0 0 0 0 0,0 0 0 0 0,0 0 0 0 0,0 0 0 0 0,1 0 0 0 0,-1 0 0 0 0,0 0 0 0 0,1 0 0 0 0,0 0 0 0 0,-1 0 0 0 0,1-1 0 0 0,0 1 0 0 0,2 3 0 0 0,-2-4-32 0 0,0-1 1 0 0,1 1-1 0 0,-1 0 0 0 0,0 0 0 0 0,1 0 1 0 0,-1-1-1 0 0,1 1 0 0 0,-1-1 0 0 0,1 1 1 0 0,-1-1-1 0 0,1 0 0 0 0,0 0 0 0 0,-1 1 1 0 0,1-1-1 0 0,-1 0 0 0 0,1 0 0 0 0,-1-1 1 0 0,1 1-1 0 0,2-1 0 0 0,9-2 53 0 0,-1 0 0 0 0,1-2 0 0 0,-1 1 0 0 0,18-11 0 0 0,-28 14 103 0 0,1-1 35 0 0,1 0-1 0 0,-1 1 1 0 0,1 0-1 0 0,0-1 1 0 0,0 1-1 0 0,-1 0 1 0 0,1 0-1 0 0,7 0 0 0 0,-11 1-117 0 0,0 0 0 0 0,1 0-1 0 0,-1 0 1 0 0,1 0 0 0 0,-1 1-1 0 0,1-1 1 0 0,-1 0 0 0 0,0 0-1 0 0,1 0 1 0 0,-1 0 0 0 0,1 0-1 0 0,-1 1 1 0 0,0-1-1 0 0,1 0 1 0 0,-1 0 0 0 0,0 1-1 0 0,1-1 1 0 0,-1 0 0 0 0,0 1-1 0 0,1-1 1 0 0,-1 0 0 0 0,0 1-1 0 0,0-1 1 0 0,0 0 0 0 0,1 1-1 0 0,-1-1 1 0 0,0 1-1 0 0,0-1 1 0 0,1 1 0 0 0,-1 1 35 0 0,0 0 1 0 0,0-1-1 0 0,-1 1 1 0 0,1 0-1 0 0,0 0 0 0 0,-1-1 1 0 0,1 1-1 0 0,-1 0 1 0 0,1-1-1 0 0,-1 1 1 0 0,-1 3-1 0 0,-7 12 320 0 0,-1 0-1 0 0,-1 0 0 0 0,0-1 1 0 0,-19 20-1 0 0,-62 57 24 0 0,5-6-452 0 0,42-41-1895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1.2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151 0 6449 0 0,'3'36'1302'0'0,"11"76"-772"0"0,0 145-1 0 0,-26 115-434 0 0,-11 153 860 0 0,-5 80 819 0 0,-24 411 1284 0 0,69-433-2980 0 0,-2-309-61 0 0,-14-87 870 0 0,-37 295 0 0 0,31-440-1706 0 0,-2 0 1 0 0,-1-1-1 0 0,-23 67 1 0 0,19-80-4091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3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1 349 4609 0 0,'368'16'1112'0'0,"-191"0"-1176"0"0,156 9-209 0 0,-167-18-119 0 0,257 4-231 0 0,156-29 1015 0 0,770 6 2921 0 0,-448 5-3002 0 0,-774 4-302 0 0,766-46 102 0 0,-630 30-94 0 0,1070-58 799 0 0,-156 11 1194 0 0,160-8-563 0 0,-959 57-1486 0 0,803-28-991 0 0,-639 46 1901 0 0,21 18 534 0 0,-516-17-1454 0 0,396-1-4118 0 0,-427-3 3905 0 0,1 0 0 0 0,-1-2 0 0 0,0 0 0 0 0,0-1-1 0 0,0 0 1 0 0,29-16 0 0 0,-22 11 570 0 0,-21 9-262 0 0,0 0 0 0 0,0 0-1 0 0,0 0 1 0 0,0 1 0 0 0,1-1 0 0 0,-1 1 0 0 0,0-1-1 0 0,0 1 1 0 0,0 0 0 0 0,0 0 0 0 0,1 0 0 0 0,-1 0-1 0 0,0 0 1 0 0,0 0 0 0 0,0 1 0 0 0,1-1-1 0 0,-1 1 1 0 0,0 0 0 0 0,0-1 0 0 0,4 3 0 0 0,-3-1 41 0 0,0 1 1 0 0,0-1-1 0 0,-1 1 1 0 0,1-1-1 0 0,0 1 1 0 0,-1 0 0 0 0,0 0-1 0 0,0 0 1 0 0,0 1-1 0 0,0-1 1 0 0,2 5-1 0 0,3 9 436 0 0,-1 1 0 0 0,-1 0-1 0 0,6 37 1 0 0,-9-45-282 0 0,2 21-20 0 0,-1 1 1 0 0,-1-1 0 0 0,-2 1-1 0 0,-3 32 1 0 0,-25 128 269 0 0,4-33-58 0 0,5 227-355 0 0,27 1-40 0 0,-4-216-34 0 0,6 606-1192 0 0,11 337-847 0 0,19-634 2788 0 0,-1-4 413 0 0,-22-328-1280 0 0,-6-65 197 0 0,-11-81-46 0 0,-1-1 0 0 0,1 0 0 0 0,0 1 0 0 0,0-1 0 0 0,-1 1 0 0 0,1-1 0 0 0,-1 1 0 0 0,1-1 1 0 0,-1 0-1 0 0,0 1 0 0 0,1-1 0 0 0,-1 0 0 0 0,0 0 0 0 0,0 0 0 0 0,0 1 0 0 0,0-1 0 0 0,0 0 0 0 0,0 0 0 0 0,0 0 0 0 0,0-1 0 0 0,-1 1 0 0 0,1 0 0 0 0,0 0 0 0 0,-1 0 0 0 0,1-1 0 0 0,0 1 0 0 0,-1-1 0 0 0,1 1 0 0 0,0-1 0 0 0,-1 0 0 0 0,1 1 0 0 0,-1-1 0 0 0,-2 0 0 0 0,-10 2 117 0 0,-1 0 0 0 0,-23-1 0 0 0,19-1-269 0 0,-414 0-2387 0 0,176-6 2646 0 0,44 0 140 0 0,-49 1 170 0 0,-345-4 210 0 0,566 8-626 0 0,-802-43 478 0 0,47 3-585 0 0,794 41 65 0 0,-1789-89-169 0 0,510 38-3385 0 0,1002 45 2914 0 0,-1038 22 2126 0 0,1007-7-844 0 0,-346 27-736 0 0,72-3-1095 0 0,-64 4 4943 0 0,511-27-4771 0 0,0-6-1 0 0,-271-28 0 0 0,318 14 1247 0 0,0 4 0 0 0,-1 3-1 0 0,1 4 1 0 0,-101 15-1 0 0,154-12-550 0 0,-63-2-1 0 0,69-2 1136 0 0,0 0 0 0 0,0 2 0 0 0,-38 7-1 0 0,-59 27 729 0 0,92-24-1494 0 0,0-2 0 0 0,0-1 0 0 0,-1-2 1 0 0,-72 5-1 0 0,81-10 144 0 0,23-1-390 0 0,1 0 0 0 0,-1 0 0 0 0,0-1 1 0 0,0 1-1 0 0,0-1 0 0 0,0-1 0 0 0,0 1 0 0 0,1-1 0 0 0,-10-2 0 0 0,20 0-2372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5.8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196 29 8290 0 0,'-3'-3'619'0'0,"0"0"1"0"0,0 1 0 0 0,0-1-1 0 0,-1 1 1 0 0,1-1 0 0 0,-1 1-1 0 0,0 0 1 0 0,1 0 0 0 0,-1 1-1 0 0,-5-2 1 0 0,6 2-409 0 0,0 0 0 0 0,0 1 0 0 0,0 0 0 0 0,0 0 0 0 0,0-1 0 0 0,0 2 1 0 0,0-1-1 0 0,0 0 0 0 0,0 1 0 0 0,0-1 0 0 0,1 1 0 0 0,-5 1 0 0 0,3 0-115 0 0,-1 0-1 0 0,1 1 1 0 0,0 0 0 0 0,0 0-1 0 0,0 0 1 0 0,0 0 0 0 0,0 1-1 0 0,1-1 1 0 0,-1 1 0 0 0,1 0-1 0 0,0 0 1 0 0,0 0 0 0 0,0 0-1 0 0,1 1 1 0 0,0-1-1 0 0,-4 9 1 0 0,-5 19 46 0 0,2 0-1 0 0,0 0 0 0 0,2 1 1 0 0,2 0-1 0 0,1 0 0 0 0,0 53 1 0 0,5-35-215 0 0,3 0 0 0 0,2-1 1 0 0,20 83-1 0 0,-23-119 28 0 0,1 0 1 0 0,1-1-1 0 0,0 0 1 0 0,1 0-1 0 0,1-1 0 0 0,0 0 1 0 0,0 0-1 0 0,1 0 1 0 0,11 11-1 0 0,-17-20 31 0 0,1 0-1 0 0,0 0 1 0 0,0 0 0 0 0,1 0-1 0 0,-1-1 1 0 0,1 1 0 0 0,-1-1-1 0 0,1 0 1 0 0,0 0 0 0 0,-1 0-1 0 0,1 0 1 0 0,0-1 0 0 0,0 0-1 0 0,1 0 1 0 0,-1 0 0 0 0,0 0-1 0 0,0-1 1 0 0,0 1 0 0 0,1-1-1 0 0,-1 0 1 0 0,0 0 0 0 0,0-1-1 0 0,0 1 1 0 0,1-1 0 0 0,-1 0-1 0 0,0 0 1 0 0,0 0 0 0 0,0-1-1 0 0,0 0 1 0 0,0 1-1 0 0,-1-1 1 0 0,1-1 0 0 0,6-4-1 0 0,-4 3-90 0 0,0-1 0 0 0,0 0 0 0 0,0 0 0 0 0,-1 0 0 0 0,0-1 0 0 0,0 0 1 0 0,0 0-1 0 0,-1 0 0 0 0,0-1 0 0 0,0 1 0 0 0,-1-1 0 0 0,0 0 0 0 0,0 0 0 0 0,0 0 0 0 0,-1 0 0 0 0,3-16 0 0 0,-2-1 214 0 0,-2-1 1 0 0,0 0 0 0 0,-5-44 0 0 0,3 53 254 0 0,1 13 646 0 0,2 7-375 0 0,6 16-150 0 0,7 27-319 0 0,-10-28-140 0 0,1-1 0 0 0,0 0 0 0 0,2-1 0 0 0,0 1 0 0 0,1-2 0 0 0,1 1 0 0 0,19 24 0 0 0,-26-37 13 0 0,1 1-1 0 0,0-1 0 0 0,1 0 0 0 0,-1 0 0 0 0,1 0 0 0 0,0-1 0 0 0,0 0 0 0 0,0 1 1 0 0,0-2-1 0 0,0 1 0 0 0,0-1 0 0 0,1 0 0 0 0,0 0 0 0 0,-1 0 0 0 0,1-1 0 0 0,0 1 1 0 0,0-2-1 0 0,0 1 0 0 0,-1-1 0 0 0,1 1 0 0 0,0-2 0 0 0,0 1 0 0 0,0-1 0 0 0,0 1 0 0 0,0-2 1 0 0,-1 1-1 0 0,1-1 0 0 0,9-4 0 0 0,-6 2 26 0 0,-1 0 1 0 0,0-1-1 0 0,0 0 0 0 0,-1 0 1 0 0,0-1-1 0 0,0 0 0 0 0,0 0 1 0 0,0-1-1 0 0,-1 0 0 0 0,0 0 1 0 0,0 0-1 0 0,-1-1 0 0 0,0 0 0 0 0,-1 0 1 0 0,0 0-1 0 0,0 0 0 0 0,0-1 1 0 0,-1 0-1 0 0,2-11 0 0 0,0 0-47 0 0,0-1 1 0 0,-2 0-1 0 0,-1 0 0 0 0,0 0 0 0 0,-2 0 0 0 0,0-1 0 0 0,-5-27 0 0 0,-4-7-190 0 0,3 27-1642 0 0,-2-36 1 0 0,8 51 631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6.2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14283 0 0,'0'10'784'0'0,"1"0"1"0"0,1 0-1 0 0,4 15 0 0 0,1 8 1033 0 0,2 33 37 0 0,-3-18-1451 0 0,1-1 0 0 0,3 0 0 0 0,18 54 1 0 0,-10-65-316 0 0,-18-35-96 0 0,0-1 0 0 0,1 1-1 0 0,-1-1 1 0 0,0 1 0 0 0,1 0-1 0 0,-1-1 1 0 0,1 1 0 0 0,-1-1-1 0 0,0 1 1 0 0,1-1 0 0 0,-1 0-1 0 0,1 1 1 0 0,-1-1-1 0 0,1 1 1 0 0,0-1 0 0 0,-1 0-1 0 0,1 0 1 0 0,-1 1 0 0 0,1-1-1 0 0,0 0 1 0 0,-1 0 0 0 0,1 0-1 0 0,-1 1 1 0 0,1-1 0 0 0,0 0-1 0 0,-1 0 1 0 0,1 0-1 0 0,0 0 1 0 0,-1 0 0 0 0,1 0-1 0 0,0 0 1 0 0,-1-1 0 0 0,1 1-1 0 0,0 0 1 0 0,-1 0 0 0 0,1 0-1 0 0,-1-1 1 0 0,1 1-1 0 0,0 0 1 0 0,-1-1 0 0 0,1 1-1 0 0,-1 0 1 0 0,1-1 0 0 0,-1 1-1 0 0,1-1 1 0 0,-1 1 0 0 0,0-1-1 0 0,1 1 1 0 0,-1-1 0 0 0,1 1-1 0 0,-1-1 1 0 0,0 1-1 0 0,1-1 1 0 0,-1 0 0 0 0,15-27-1205 0 0,-2 0 0 0 0,-1-1 0 0 0,-2 0 0 0 0,11-42 0 0 0,-13 39 2080 0 0,2 0-1 0 0,1 1 0 0 0,23-46 1 0 0,-32 74-714 0 0,0-1 1 0 0,0 0-1 0 0,1 0 0 0 0,-1 1 1 0 0,1-1-1 0 0,0 1 1 0 0,0 0-1 0 0,0 0 1 0 0,0 0-1 0 0,1 0 1 0 0,-1 0-1 0 0,1 1 1 0 0,0 0-1 0 0,0-1 1 0 0,0 1-1 0 0,5-1 1 0 0,-6 2-119 0 0,1 1 0 0 0,-1-1 0 0 0,1 1 0 0 0,-1 0 1 0 0,0 1-1 0 0,1-1 0 0 0,-1 0 0 0 0,1 1 0 0 0,-1 0 1 0 0,0 0-1 0 0,0 0 0 0 0,1 0 0 0 0,-1 0 0 0 0,0 1 1 0 0,0-1-1 0 0,0 1 0 0 0,0 0 0 0 0,-1 0 0 0 0,1 0 1 0 0,0 0-1 0 0,3 4 0 0 0,13 15 123 0 0,-1 0 0 0 0,0 1 0 0 0,-1 1 0 0 0,-2 0 1 0 0,24 48-1 0 0,5 8-1593 0 0,-31-60-1587 0 0,27 35-1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6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1 388 6913 0 0,'6'-3'430'0'0,"0"0"0"0"0,-1 0 0 0 0,1 0 0 0 0,-1-1 0 0 0,1 0 0 0 0,-1 0-1 0 0,0 0 1 0 0,4-6 0 0 0,34-40 2876 0 0,-35 39-2551 0 0,-1-1 0 0 0,0 1 0 0 0,0-2 0 0 0,-2 1 0 0 0,1 0 0 0 0,4-18 0 0 0,-6 16-495 0 0,0 0 0 0 0,-2-1 0 0 0,1 1 0 0 0,-2-1 1 0 0,0 0-1 0 0,0 0 0 0 0,-1 1 0 0 0,-1-1 0 0 0,-5-23 0 0 0,6 36-249 0 0,0 1 0 0 0,-1-1-1 0 0,1 1 1 0 0,0-1 0 0 0,-1 1 0 0 0,1-1 0 0 0,-1 1-1 0 0,0-1 1 0 0,1 1 0 0 0,-1 0 0 0 0,0-1 0 0 0,0 1-1 0 0,0 0 1 0 0,0 0 0 0 0,0 0 0 0 0,0 0-1 0 0,0 0 1 0 0,0 0 0 0 0,-1 0 0 0 0,1 0 0 0 0,-2-1-1 0 0,2 2 8 0 0,-1 0 0 0 0,1 0 0 0 0,0 0-1 0 0,-1 0 1 0 0,1 0 0 0 0,-1 0 0 0 0,1 0-1 0 0,-1 0 1 0 0,1 0 0 0 0,0 1 0 0 0,-1-1-1 0 0,1 0 1 0 0,0 1 0 0 0,-1 0-1 0 0,1-1 1 0 0,0 1 0 0 0,0 0 0 0 0,-2 0-1 0 0,-2 3 2 0 0,0 0 0 0 0,0 0 0 0 0,0 1-1 0 0,1 0 1 0 0,0-1 0 0 0,-1 1-1 0 0,2 1 1 0 0,-7 9 0 0 0,4-2-84 0 0,0 1 0 0 0,0 1 0 0 0,1-1 0 0 0,1 1 0 0 0,0 0 0 0 0,1 0 1 0 0,1 0-1 0 0,-1 27 0 0 0,3-33 30 0 0,0 1 1 0 0,1-1 0 0 0,1 0-1 0 0,-1-1 1 0 0,1 1 0 0 0,1 0-1 0 0,0 0 1 0 0,0-1-1 0 0,0 0 1 0 0,1 1 0 0 0,1-1-1 0 0,-1-1 1 0 0,1 1 0 0 0,1-1-1 0 0,-1 0 1 0 0,8 8 0 0 0,-3-5-203 0 0,1-1 1 0 0,-1 0 0 0 0,2-1 0 0 0,-1 0 0 0 0,1 0 0 0 0,1-1-1 0 0,19 8 1 0 0,-24-12-91 0 0,-1-1 0 0 0,1 0 0 0 0,-1 0-1 0 0,1 0 1 0 0,0-1 0 0 0,0 0 0 0 0,0-1 0 0 0,0 0-1 0 0,-1 0 1 0 0,1 0 0 0 0,0-1 0 0 0,0 0 0 0 0,0-1-1 0 0,14-4 1 0 0,-4-2-6038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6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1 309 10138 0 0,'1'-2'280'0'0,"-1"0"0"0"0,1 0 0 0 0,0 0 0 0 0,0 0 0 0 0,0 0 0 0 0,1 0 0 0 0,-1 0 0 0 0,0 0 0 0 0,1 1 0 0 0,-1-1 0 0 0,1 0 0 0 0,-1 1 0 0 0,1-1 0 0 0,3-1 0 0 0,27-20 3171 0 0,-30 21-3238 0 0,1 1 0 0 0,-1 0-1 0 0,1-1 1 0 0,0 1 0 0 0,0 0-1 0 0,-1 0 1 0 0,1 0 0 0 0,0 1-1 0 0,0-1 1 0 0,0 1 0 0 0,0-1-1 0 0,0 1 1 0 0,0 0 0 0 0,0 0-1 0 0,0 0 1 0 0,0 1 0 0 0,0-1 0 0 0,3 2-1 0 0,-1 0-96 0 0,1 0 0 0 0,-1 0-1 0 0,0 0 1 0 0,-1 1-1 0 0,1 0 1 0 0,0 0 0 0 0,-1 1-1 0 0,0-1 1 0 0,5 6 0 0 0,5 6-102 0 0,-1 1 0 0 0,0 0 1 0 0,-1 1-1 0 0,11 23 0 0 0,-22-38-2 0 0,2 2 7 0 0,-1 0 0 0 0,1 0-1 0 0,-1 0 1 0 0,0 0 0 0 0,-1 1 0 0 0,1-1 0 0 0,-1 0 0 0 0,0 1-1 0 0,1 8 1 0 0,-5-16 135 0 0,0-1-1 0 0,0 0 1 0 0,0 0 0 0 0,1 1-1 0 0,-1-2 1 0 0,-1-4-1 0 0,-1-4-67 0 0,2 0 0 0 0,0-1-1 0 0,0 1 1 0 0,1-1 0 0 0,1 0 0 0 0,0 0-1 0 0,3-26 1 0 0,2 2-602 0 0,13-61-1 0 0,-10 69-587 0 0,18-46 0 0 0,-13 49-286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7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1 460 7370 0 0,'0'0'79'0'0,"0"1"1"0"0,0-1 0 0 0,0 1 0 0 0,0-1 0 0 0,0 1-1 0 0,0-1 1 0 0,0 1 0 0 0,0-1 0 0 0,0 1 0 0 0,0-1-1 0 0,1 1 1 0 0,-1-1 0 0 0,0 1 0 0 0,0-1 0 0 0,1 1-1 0 0,-1-1 1 0 0,0 1 0 0 0,1-1 0 0 0,-1 1 0 0 0,0-1-1 0 0,1 0 1 0 0,-1 1 0 0 0,1-1 0 0 0,-1 0 0 0 0,1 1-1 0 0,-1-1 1 0 0,1 0 0 0 0,-1 0 0 0 0,1 1 0 0 0,-1-1-1 0 0,1 0 1 0 0,-1 0 0 0 0,1 0 0 0 0,-1 0 0 0 0,1 0-1 0 0,-1 0 1 0 0,1 0 0 0 0,0 0 0 0 0,1 0 186 0 0,0-1 0 0 0,1 0 0 0 0,-1 0 0 0 0,0 0 1 0 0,0 0-1 0 0,0 0 0 0 0,-1 0 0 0 0,1-1 0 0 0,0 1 0 0 0,1-2 0 0 0,37-42 4273 0 0,-23 17-4051 0 0,-1-1 0 0 0,-2-1 0 0 0,-1-1 0 0 0,-1 0 0 0 0,-2 0 0 0 0,-1-1 1 0 0,-1 0-1 0 0,3-40 0 0 0,-9 61-458 0 0,-2 0-1 0 0,1 1 1 0 0,-1-1 0 0 0,-2-15-1 0 0,1 24-22 0 0,1 0 0 0 0,0 1 0 0 0,-1-1-1 0 0,1 0 1 0 0,-1 0 0 0 0,1 1 0 0 0,-1-1-1 0 0,0 1 1 0 0,0-1 0 0 0,0 0 0 0 0,0 1-1 0 0,0 0 1 0 0,0-1 0 0 0,0 1 0 0 0,-2-2-1 0 0,2 3-3 0 0,0-1-1 0 0,0 1 0 0 0,0-1 0 0 0,0 1 1 0 0,0 0-1 0 0,0 0 0 0 0,-1-1 0 0 0,1 1 1 0 0,0 0-1 0 0,0 0 0 0 0,0 0 0 0 0,0 0 1 0 0,-1 1-1 0 0,1-1 0 0 0,0 0 0 0 0,0 0 1 0 0,0 1-1 0 0,0-1 0 0 0,0 0 0 0 0,0 1 1 0 0,0-1-1 0 0,-1 1 0 0 0,1 0 0 0 0,1-1 1 0 0,-1 1-1 0 0,-1 1 0 0 0,-3 1 16 0 0,1 1 0 0 0,0 0-1 0 0,0 1 1 0 0,0-1 0 0 0,0 1 0 0 0,1-1 0 0 0,0 1-1 0 0,0 0 1 0 0,0 1 0 0 0,0-1 0 0 0,1 0-1 0 0,0 1 1 0 0,0-1 0 0 0,0 1 0 0 0,0 7 0 0 0,-1 3-13 0 0,0 0 0 0 0,2 0 0 0 0,0 0 0 0 0,1 22 0 0 0,1-24-10 0 0,1-1 1 0 0,0 0 0 0 0,1 0 0 0 0,0 0 0 0 0,1 0-1 0 0,1 0 1 0 0,0-1 0 0 0,0 0 0 0 0,2 0 0 0 0,-1 0-1 0 0,16 20 1 0 0,-14-22-1323 0 0,0-1-1 0 0,1-1 1 0 0,0 0-1 0 0,16 12 0 0 0,1-3-5677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8.0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14 5985 0 0,'-14'-8'13895'0'0,"18"61"-13483"0"0,3 0-1 0 0,1-1 1 0 0,3 1 0 0 0,2-2-1 0 0,3 0 1 0 0,1 0-1 0 0,28 53 1 0 0,-39-92-435 0 0,1-1 0 0 0,0 0 0 0 0,0 0 0 0 0,1 0 0 0 0,1-1 0 0 0,0 0 1 0 0,0-1-1 0 0,1 0 0 0 0,0 0 0 0 0,13 8 0 0 0,-18-15 12 0 0,-1 1 0 0 0,1 0 1 0 0,0-1-1 0 0,0 0 0 0 0,0 0 1 0 0,0 0-1 0 0,0-1 0 0 0,1 0 0 0 0,-1 0 1 0 0,0 0-1 0 0,1-1 0 0 0,-1 1 1 0 0,0-1-1 0 0,1 0 0 0 0,-1-1 0 0 0,1 0 1 0 0,-1 0-1 0 0,0 0 0 0 0,1 0 1 0 0,-1-1-1 0 0,0 0 0 0 0,0 0 0 0 0,0 0 1 0 0,0 0-1 0 0,-1-1 0 0 0,1 0 1 0 0,5-4-1 0 0,-3 1-80 0 0,-1-1 1 0 0,1 1-1 0 0,-1-1 1 0 0,-1 0 0 0 0,1-1-1 0 0,-1 1 1 0 0,0-1-1 0 0,-1 0 1 0 0,0 0-1 0 0,0-1 1 0 0,-1 1-1 0 0,0-1 1 0 0,3-13-1 0 0,1-15-349 0 0,6-74-1 0 0,-9 63 416 0 0,-1 22-21 0 0,30-219 2538 0 0,-32 256-2173 0 0,0 1-1 0 0,0-1 1 0 0,1 0-1 0 0,1 0 0 0 0,0-1 1 0 0,6 18-1 0 0,0 0 78 0 0,7 30-471 0 0,-3 0 0 0 0,-3 1 0 0 0,-2 0 0 0 0,-2 1 0 0 0,-4 0 0 0 0,-1-1 0 0 0,-4 1 0 0 0,-2 0 0 0 0,-24 108 0 0 0,20-136 48 0 0,-2-1-1 0 0,-1 0 1 0 0,-1-1 0 0 0,-2 0-1 0 0,-1-1 1 0 0,-37 50-1 0 0,47-69-2096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8.3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52 41 10946 0 0,'0'0'531'0'0,"-10"23"775"0"0,1-1-690 0 0,1 0 1 0 0,2 1 0 0 0,0-1-1 0 0,-4 32 1 0 0,9-43-540 0 0,0-1 0 0 0,0 1 0 0 0,1-1-1 0 0,1 1 1 0 0,-1 0 0 0 0,2-1 0 0 0,-1 1 0 0 0,2-1 0 0 0,-1 0-1 0 0,1 0 1 0 0,1 0 0 0 0,5 10 0 0 0,-8-17-25 0 0,0 0 0 0 0,1-1 0 0 0,-1 1 0 0 0,1-1 1 0 0,0 1-1 0 0,0-1 0 0 0,0 0 0 0 0,0 0 0 0 0,0 0 0 0 0,0 0 0 0 0,1 0 1 0 0,-1 0-1 0 0,1-1 0 0 0,-1 1 0 0 0,1-1 0 0 0,-1 0 0 0 0,1 0 0 0 0,0 0 1 0 0,0 0-1 0 0,0 0 0 0 0,0 0 0 0 0,0-1 0 0 0,-1 1 0 0 0,1-1 0 0 0,0 0 1 0 0,0 0-1 0 0,3 0 0 0 0,-2-1 79 0 0,-1 0 0 0 0,0 0 0 0 0,1-1 0 0 0,-1 1 0 0 0,0-1 0 0 0,0 1 0 0 0,0-1 0 0 0,0 0 0 0 0,0 0 0 0 0,-1 0 1 0 0,1-1-1 0 0,-1 1 0 0 0,1-1 0 0 0,-1 1 0 0 0,0-1 0 0 0,0 0 0 0 0,0 0 0 0 0,0 0 0 0 0,0 0 0 0 0,-1 0 0 0 0,1 0 0 0 0,1-6 0 0 0,0-3 35 0 0,-1 1 1 0 0,0-1-1 0 0,0 1 0 0 0,-1-1 0 0 0,0 0 1 0 0,-1 1-1 0 0,-1-1 0 0 0,0 0 0 0 0,0 0 1 0 0,-1 1-1 0 0,-4-14 0 0 0,0 6-60 0 0,0-1-1 0 0,-1 2 1 0 0,-1-1 0 0 0,-1 1-1 0 0,-19-29 1 0 0,25 43-128 0 0,1 0 0 0 0,-2 0 0 0 0,1 1 0 0 0,0-1 0 0 0,-1 1 0 0 0,1 0 0 0 0,-1 0 0 0 0,0 0 0 0 0,-6-3 0 0 0,9 6-62 0 0,0-1 1 0 0,-1 0-1 0 0,1 1 1 0 0,0-1-1 0 0,-1 1 1 0 0,1 0-1 0 0,0-1 1 0 0,-1 1-1 0 0,1 0 1 0 0,-1 0-1 0 0,1 0 1 0 0,-1 0-1 0 0,1 0 1 0 0,0 0-1 0 0,-1 0 1 0 0,1 1-1 0 0,-1-1 0 0 0,1 0 1 0 0,0 1-1 0 0,-1-1 1 0 0,1 1-1 0 0,0-1 1 0 0,0 1-1 0 0,-1 0 1 0 0,1 0-1 0 0,0-1 1 0 0,0 1-1 0 0,0 0 1 0 0,0 0-1 0 0,0 0 1 0 0,0 0-1 0 0,0 0 0 0 0,0 1 1 0 0,-1 1-1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8.5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1 1 14563 0 0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8.7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11058 0 0,'0'0'1998'0'0,"-7"17"1775"0"0,5-10-3500 0 0,0-1-1 0 0,0 1 1 0 0,1 0 0 0 0,0 0-1 0 0,0 0 1 0 0,1 0 0 0 0,0 0-1 0 0,0 0 1 0 0,1 0 0 0 0,-1 0-1 0 0,2 0 1 0 0,-1 0 0 0 0,1 0-1 0 0,0 0 1 0 0,5 11 0 0 0,-5-15-268 0 0,-1 1 0 0 0,1-1 1 0 0,0 0-1 0 0,0 0 1 0 0,1 0-1 0 0,-1 0 0 0 0,1 0 1 0 0,-1 0-1 0 0,1 0 1 0 0,0-1-1 0 0,0 1 0 0 0,0-1 1 0 0,1 0-1 0 0,-1 0 1 0 0,0 0-1 0 0,1-1 0 0 0,-1 1 1 0 0,1-1-1 0 0,0 0 1 0 0,-1 1-1 0 0,1-2 1 0 0,0 1-1 0 0,0 0 0 0 0,0-1 1 0 0,-1 0-1 0 0,1 0 1 0 0,0 0-1 0 0,0 0 0 0 0,0-1 1 0 0,5 0-1 0 0,-5 0-39 0 0,0-1 1 0 0,0 1-1 0 0,0-1 0 0 0,0 1 0 0 0,-1-1 0 0 0,1 0 1 0 0,0-1-1 0 0,-1 1 0 0 0,0-1 0 0 0,1 1 0 0 0,-1-1 1 0 0,0 0-1 0 0,0 0 0 0 0,-1 0 0 0 0,1-1 0 0 0,-1 1 1 0 0,3-5-1 0 0,3-7 289 0 0,0-1 0 0 0,11-31-1 0 0,-3 6 396 0 0,-16 40-630 0 0,0 1 1 0 0,0-1-1 0 0,0 0 1 0 0,1 1 0 0 0,-1-1-1 0 0,0 1 1 0 0,0-1-1 0 0,1 1 1 0 0,-1-1-1 0 0,0 1 1 0 0,1-1-1 0 0,-1 1 1 0 0,0 0 0 0 0,1-1-1 0 0,-1 1 1 0 0,1-1-1 0 0,-1 1 1 0 0,1 0-1 0 0,-1-1 1 0 0,1 1-1 0 0,-1 0 1 0 0,1 0 0 0 0,-1-1-1 0 0,1 1 1 0 0,0 0-1 0 0,8 10 450 0 0,1 30 151 0 0,-9-33-546 0 0,1 3 13 0 0,1-1-1 0 0,0 0 1 0 0,0 1-1 0 0,1-1 0 0 0,0-1 1 0 0,1 1-1 0 0,6 10 1 0 0,-7-14-299 0 0,0 0 0 0 0,1 0 0 0 0,-1-1 0 0 0,1 0 0 0 0,0 0 0 0 0,0 0 0 0 0,0-1 0 0 0,1 1 0 0 0,-1-1 0 0 0,1 0 0 0 0,0-1 0 0 0,8 3 0 0 0,5 1-7672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9.4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296 185 2304 0 0,'5'-16'344'0'0,"-5"16"-117"0"0,0-1 0 0 0,0 0 0 0 0,0 1 0 0 0,0-1 0 0 0,-1 0 0 0 0,-4-6 3179 0 0,4 6-3179 0 0,1 1 0 0 0,-1 0 0 0 0,1-1 0 0 0,-2 1 0 0 0,-20-4 5999 0 0,6 6-5310 0 0,5 1-539 0 0,0 1 1 0 0,0 0-1 0 0,1 0 0 0 0,-1 1 1 0 0,1 1-1 0 0,1 0 1 0 0,-1 0-1 0 0,1 1 1 0 0,0 0-1 0 0,0 0 1 0 0,1 1-1 0 0,0 1 0 0 0,-12 16 1 0 0,5-5-201 0 0,1 1-1 0 0,1 0 1 0 0,1 1-1 0 0,1 1 1 0 0,-11 30 0 0 0,18-40-162 0 0,0 0 1 0 0,0 1 0 0 0,2-1 0 0 0,-1 1-1 0 0,2 0 1 0 0,0 0 0 0 0,0 0 0 0 0,2-1-1 0 0,0 1 1 0 0,0 0 0 0 0,6 23 0 0 0,-5-30-37 0 0,0 0 1 0 0,0 0-1 0 0,1-1 0 0 0,0 1 1 0 0,1 0-1 0 0,-1-1 1 0 0,1 0-1 0 0,1 0 1 0 0,-1 0-1 0 0,1-1 1 0 0,0 1-1 0 0,0-1 1 0 0,0 0-1 0 0,1 0 0 0 0,0-1 1 0 0,0 0-1 0 0,0 0 1 0 0,0 0-1 0 0,1-1 1 0 0,-1 0-1 0 0,1 0 1 0 0,0 0-1 0 0,13 2 1 0 0,-10-3-123 0 0,0-1 1 0 0,1 0-1 0 0,-1-1 1 0 0,0 0-1 0 0,0-1 1 0 0,1 0-1 0 0,-1 0 1 0 0,0-1 0 0 0,0-1-1 0 0,0 0 1 0 0,-1 0-1 0 0,1 0 1 0 0,-1-1-1 0 0,0-1 1 0 0,0 0-1 0 0,0 0 1 0 0,0-1-1 0 0,14-12 1 0 0,-1-1-426 0 0,-1-1 1 0 0,0-1-1 0 0,-2-1 1 0 0,-1-1-1 0 0,23-35 1 0 0,-30 37 394 0 0,0 1-1 0 0,-1-1 1 0 0,-1-1 0 0 0,-1 0 0 0 0,0 0 0 0 0,-2 0 0 0 0,-1-1-1 0 0,-1 0 1 0 0,-1 0 0 0 0,1-41 0 0 0,-5 42 969 0 0,0 0 0 0 0,-1 1-1 0 0,-1-1 1 0 0,-1 0 0 0 0,-1 1 0 0 0,-15-41 0 0 0,18 58-443 0 0,1 1-1 0 0,-1 0 1 0 0,0-1 0 0 0,0 1 0 0 0,0 0 0 0 0,-6-5-1 0 0,8 7-303 0 0,0 1-1 0 0,0 0 0 0 0,0 0 1 0 0,-1-1-1 0 0,1 1 1 0 0,0 0-1 0 0,0 0 0 0 0,-1 0 1 0 0,1-1-1 0 0,0 1 0 0 0,-1 0 1 0 0,1 0-1 0 0,0 0 0 0 0,-1 0 1 0 0,1 0-1 0 0,0 0 1 0 0,0 0-1 0 0,-1 0 0 0 0,1 0 1 0 0,0-1-1 0 0,-1 1 0 0 0,1 0 1 0 0,0 1-1 0 0,-1-1 0 0 0,1 0 1 0 0,0 0-1 0 0,-1 0 1 0 0,1 0-1 0 0,0 0 0 0 0,-1 0 1 0 0,-4 18 585 0 0,4 16-388 0 0,1 1 0 0 0,2-1 0 0 0,10 50 1 0 0,31 100-181 0 0,-34-151-139 0 0,1 0 1 0 0,2-1-1 0 0,1 0 0 0 0,1-1 0 0 0,2-1 0 0 0,1 0 0 0 0,31 41 1 0 0,-47-70 35 0 0,-1 0 0 0 0,1 0 0 0 0,-1 0 0 0 0,1 0 0 0 0,0-1 0 0 0,0 1 1 0 0,-1 0-1 0 0,1-1 0 0 0,0 1 0 0 0,0 0 0 0 0,0-1 0 0 0,0 1 1 0 0,0-1-1 0 0,0 1 0 0 0,-1-1 0 0 0,1 0 0 0 0,0 1 0 0 0,0-1 0 0 0,0 0 1 0 0,0 0-1 0 0,1 0 0 0 0,-1 0 0 0 0,0 0 0 0 0,0 0 0 0 0,0 0 1 0 0,1 0-1 0 0,-1-1 3 0 0,1 1 0 0 0,-1-1-1 0 0,1 0 1 0 0,-1 0 0 0 0,1 0 0 0 0,-1 0 0 0 0,0 0 0 0 0,0-1 0 0 0,0 1 0 0 0,0 0 0 0 0,0-1 0 0 0,0 1 0 0 0,0 0-1 0 0,1-3 1 0 0,3-6-7 0 0,-1 0-1 0 0,0 0 0 0 0,4-20 0 0 0,-1-2 152 0 0,1 0 1 0 0,1 1-1 0 0,2 0 1 0 0,1 1-1 0 0,26-47 1 0 0,-37 76-84 0 0,0-1 0 0 0,0 0 1 0 0,0 1-1 0 0,0-1 0 0 0,0 0 0 0 0,0 1 1 0 0,0 0-1 0 0,1-1 0 0 0,-1 1 1 0 0,1 0-1 0 0,-1-1 0 0 0,1 1 1 0 0,-1 0-1 0 0,1 0 0 0 0,0 0 0 0 0,-1 1 1 0 0,1-1-1 0 0,0 0 0 0 0,0 1 1 0 0,0-1-1 0 0,0 1 0 0 0,0-1 0 0 0,2 1 1 0 0,-2 1 18 0 0,0-1-1 0 0,0 1 1 0 0,-1 0 0 0 0,1 0 0 0 0,0 0-1 0 0,0 0 1 0 0,0 0 0 0 0,-1 0 0 0 0,1 1 0 0 0,-1-1-1 0 0,1 0 1 0 0,-1 1 0 0 0,1 0 0 0 0,-1-1-1 0 0,0 1 1 0 0,0 0 0 0 0,0-1 0 0 0,0 1-1 0 0,0 0 1 0 0,1 4 0 0 0,11 22 179 0 0,-9-17-286 0 0,1-1-1 0 0,-1 1 1 0 0,1-1-1 0 0,1 0 1 0 0,0 0-1 0 0,1-1 0 0 0,0 0 1 0 0,0 0-1 0 0,1 0 1 0 0,0-1-1 0 0,0 0 1 0 0,13 8-1 0 0,14 5-2421 0 0,-16-11-5444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29.8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170 150 3225 0 0,'3'-27'458'0'0,"-4"-20"4377"0"0,1 43-4309 0 0,-1-1 0 0 0,1 0 0 0 0,-1 1 0 0 0,0-1 0 0 0,-1 0 1 0 0,1 1-1 0 0,-1 0 0 0 0,0-1 0 0 0,0 1 0 0 0,0 0 0 0 0,-1 0 0 0 0,1 0 0 0 0,-5-5 0 0 0,6 8-390 0 0,0 0 0 0 0,0 1-1 0 0,0-1 1 0 0,0 0-1 0 0,0 0 1 0 0,0 1 0 0 0,0-1-1 0 0,-1 0 1 0 0,1 1-1 0 0,0-1 1 0 0,0 1-1 0 0,-1 0 1 0 0,1-1 0 0 0,0 1-1 0 0,-1 0 1 0 0,1 0-1 0 0,-1 0 1 0 0,1 0 0 0 0,0 0-1 0 0,-1 0 1 0 0,-2 0-1 0 0,2 1 21 0 0,-1 0 0 0 0,0 0-1 0 0,1 1 1 0 0,-1-1-1 0 0,1 0 1 0 0,-1 1 0 0 0,1 0-1 0 0,0-1 1 0 0,-4 5-1 0 0,-2 3 28 0 0,0-1 1 0 0,1 2-1 0 0,1-1 0 0 0,-7 12 0 0 0,6-8-145 0 0,0 2 1 0 0,1-1-1 0 0,0 1 1 0 0,2 0 0 0 0,-1 0-1 0 0,2 0 1 0 0,0 1-1 0 0,-1 21 1 0 0,4-30-69 0 0,0 1 1 0 0,0-1 0 0 0,1 0 0 0 0,0 1-1 0 0,0-1 1 0 0,1 0 0 0 0,0 0-1 0 0,5 14 1 0 0,-5-17-50 0 0,1 0-1 0 0,-1 0 0 0 0,1 0 1 0 0,0 0-1 0 0,0-1 0 0 0,0 1 1 0 0,0-1-1 0 0,1 1 1 0 0,-1-1-1 0 0,1 0 0 0 0,0 0 1 0 0,0-1-1 0 0,0 1 1 0 0,9 3-1 0 0,-12-5-79 0 0,1-1 1 0 0,0 1-1 0 0,0-1 0 0 0,-1 1 1 0 0,1-1-1 0 0,0 0 0 0 0,0 1 1 0 0,0-1-1 0 0,0 0 1 0 0,-1 0-1 0 0,1 0 0 0 0,0 0 1 0 0,0-1-1 0 0,0 1 0 0 0,0 0 1 0 0,0-1-1 0 0,-1 0 0 0 0,1 1 1 0 0,0-1-1 0 0,2-1 1 0 0,-1-1-40 0 0,1 1 0 0 0,-1-1 0 0 0,0 1 0 0 0,0-1 0 0 0,-1 0 0 0 0,1 0 0 0 0,-1 0 0 0 0,1-1 0 0 0,1-3 0 0 0,3-7 214 0 0,-1 1 0 0 0,0-1 0 0 0,-1 1 0 0 0,4-19 1 0 0,-4 10 934 0 0,-2 5-177 0 0,1 1 0 0 0,7-19 1 0 0,-10 32-615 0 0,0 0 1 0 0,0 1 0 0 0,0-1 0 0 0,0 0 0 0 0,1 1 0 0 0,-1 0 0 0 0,1-1 0 0 0,0 1 0 0 0,-1 0 0 0 0,1-1-1 0 0,0 1 1 0 0,0 0 0 0 0,1 1 0 0 0,-1-1 0 0 0,0 0 0 0 0,1 1 0 0 0,-1-1 0 0 0,1 1 0 0 0,3-2 0 0 0,-4 3-131 0 0,0 0-1 0 0,-1 0 1 0 0,1 0 0 0 0,0 0 0 0 0,0 1 0 0 0,-1-1 0 0 0,1 0 0 0 0,0 1 0 0 0,0 0 0 0 0,-1-1 0 0 0,1 1 0 0 0,0 0 0 0 0,-1 0 0 0 0,1 0 0 0 0,-1 0 0 0 0,1 0-1 0 0,-1 0 1 0 0,0 0 0 0 0,1 0 0 0 0,-1 1 0 0 0,0-1 0 0 0,0 1 0 0 0,0-1 0 0 0,0 1 0 0 0,0-1 0 0 0,0 1 0 0 0,0-1 0 0 0,-1 1 0 0 0,2 2 0 0 0,3 8 244 0 0,0 1 1 0 0,5 21-1 0 0,-8-30-263 0 0,0 7-101 0 0,2-1 0 0 0,-1 0 0 0 0,1 0 0 0 0,1 0 0 0 0,0 0 0 0 0,0-1 0 0 0,10 13 0 0 0,-10-17-24 0 0,0 1 1 0 0,1-1 0 0 0,0 1-1 0 0,0-1 1 0 0,0-1 0 0 0,0 1-1 0 0,1-1 1 0 0,-1 0 0 0 0,1-1-1 0 0,0 0 1 0 0,9 3 0 0 0,2 0-1232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0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24 456 0 0,'1'-1'498'0'0,"0"-1"-1"0"0,0 1 1 0 0,0-1-1 0 0,0 1 1 0 0,0-1-1 0 0,0 1 1 0 0,0 0-1 0 0,1-1 1 0 0,-1 1-1 0 0,0 0 1 0 0,1 0-1 0 0,-1 0 1 0 0,1 0 0 0 0,-1 0-1 0 0,1 0 1 0 0,0 1-1 0 0,-1-1 1 0 0,1 0-1 0 0,0 1 1 0 0,0 0-1 0 0,-1-1 1 0 0,1 1-1 0 0,0 0 1 0 0,0 0-1 0 0,0 0 1 0 0,-1 0-1 0 0,1 0 1 0 0,0 0 0 0 0,2 1-1 0 0,0-1-153 0 0,-1 1 0 0 0,0 0-1 0 0,0 0 1 0 0,0 1 0 0 0,0-1-1 0 0,0 1 1 0 0,0-1 0 0 0,0 1 0 0 0,0 0-1 0 0,-1 0 1 0 0,1 0 0 0 0,-1 0 0 0 0,1 0-1 0 0,-1 1 1 0 0,3 3 0 0 0,4 10-154 0 0,1 0 1 0 0,-2 1-1 0 0,-1 0 1 0 0,0 1-1 0 0,-1 0 1 0 0,0 0-1 0 0,-2 0 1 0 0,0 0-1 0 0,-1 1 0 0 0,0 24 1 0 0,-2-58-149 0 0,0-1 0 0 0,1 1 0 0 0,0 0 0 0 0,1-1 0 0 0,1 1 0 0 0,0 1 0 0 0,2-1 0 0 0,-1 1 0 0 0,2 0 0 0 0,-1 0 0 0 0,18-25 0 0 0,-22 37 0 0 0,1 0 0 0 0,-1 0 0 0 0,1 0 0 0 0,-1 1 1 0 0,1-1-1 0 0,0 0 0 0 0,0 1 0 0 0,0 0 0 0 0,-1 0 0 0 0,1 0 0 0 0,1 0 0 0 0,-1 0 0 0 0,0 0 0 0 0,0 1 1 0 0,0 0-1 0 0,0-1 0 0 0,0 1 0 0 0,0 0 0 0 0,1 1 0 0 0,-1-1 0 0 0,0 1 0 0 0,0-1 0 0 0,0 1 1 0 0,0 0-1 0 0,0 0 0 0 0,0 0 0 0 0,4 3 0 0 0,1-1 45 0 0,0 1 1 0 0,0 0-1 0 0,0 0 0 0 0,-1 1 1 0 0,0 0-1 0 0,0 0 0 0 0,0 1 1 0 0,0 0-1 0 0,5 7 0 0 0,-7-7-85 0 0,-1 1-1 0 0,0 0 0 0 0,-1-1 0 0 0,1 1 1 0 0,-1 1-1 0 0,-1-1 0 0 0,1 0 0 0 0,-1 1 0 0 0,-1-1 1 0 0,2 11-1 0 0,0 10-800 0 0,-2 43 1 0 0,-2-43-767 0 0,1-1-6529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0.8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216 0 14283 0 0,'-2'1'151'0'0,"0"-1"1"0"0,0 1-1 0 0,-1 0 0 0 0,1 0 0 0 0,0-1 0 0 0,0 1 1 0 0,0 1-1 0 0,0-1 0 0 0,0 0 0 0 0,0 0 1 0 0,0 1-1 0 0,0-1 0 0 0,1 1 0 0 0,-4 3 0 0 0,-26 32 1057 0 0,18-20-814 0 0,-8 7-182 0 0,-52 64 1027 0 0,67-80-1160 0 0,1 1-1 0 0,0-1 1 0 0,0 1-1 0 0,1 0 0 0 0,0 0 1 0 0,0 0-1 0 0,1 0 1 0 0,1 1-1 0 0,-3 11 0 0 0,5-20-83 0 0,-1 1-1 0 0,1-1 0 0 0,0 0 0 0 0,0 0 0 0 0,0 0 0 0 0,-1 0 0 0 0,1 1 1 0 0,0-1-1 0 0,0 0 0 0 0,1 0 0 0 0,-1 1 0 0 0,0-1 0 0 0,0 0 0 0 0,0 0 1 0 0,1 0-1 0 0,-1 0 0 0 0,1 0 0 0 0,-1 1 0 0 0,1-1 0 0 0,-1 0 0 0 0,1 0 1 0 0,0 0-1 0 0,0 0 0 0 0,-1 0 0 0 0,1 0 0 0 0,0-1 0 0 0,0 1 0 0 0,0 0 1 0 0,0 0-1 0 0,0-1 0 0 0,0 1 0 0 0,0 0 0 0 0,0-1 0 0 0,0 1 0 0 0,0-1 1 0 0,0 1-1 0 0,0-1 0 0 0,1 0 0 0 0,-1 1 0 0 0,0-1 0 0 0,0 0 1 0 0,0 0-1 0 0,1 0 0 0 0,-1 0 0 0 0,0 0 0 0 0,3 0 0 0 0,1-1-28 0 0,0 0-1 0 0,0-1 1 0 0,0 1-1 0 0,0-1 1 0 0,0 0-1 0 0,-1 0 1 0 0,1 0-1 0 0,-1-1 1 0 0,8-5-1 0 0,1-4-12 0 0,-1 0-1 0 0,-1-1 1 0 0,0-1-1 0 0,0 0 1 0 0,-1 0 0 0 0,-1-1-1 0 0,14-31 1 0 0,10-15 1216 0 0,-32 59-1112 0 0,-1 1 0 0 0,1 0 1 0 0,0-1-1 0 0,-1 1 0 0 0,1 0 0 0 0,0 0 1 0 0,0 0-1 0 0,0-1 0 0 0,0 1 0 0 0,0 0 1 0 0,0 0-1 0 0,0 0 0 0 0,1 0 0 0 0,-1 1 1 0 0,0-1-1 0 0,0 0 0 0 0,1 0 1 0 0,-1 1-1 0 0,1-1 0 0 0,-1 1 0 0 0,0-1 1 0 0,1 1-1 0 0,1 0 0 0 0,-2 0-2 0 0,1 0 0 0 0,-1 1 0 0 0,0-1 0 0 0,0 1 0 0 0,1 0 0 0 0,-1 0 0 0 0,0-1 0 0 0,0 1 0 0 0,0 0 0 0 0,0 0 0 0 0,0 0 0 0 0,0 0 0 0 0,0 0 0 0 0,0 0 1 0 0,0 0-1 0 0,-1 0 0 0 0,1 1 0 0 0,0-1 0 0 0,0 2 0 0 0,4 7 53 0 0,-1 1 0 0 0,0 0 0 0 0,-1 0 0 0 0,3 18 0 0 0,3 30 109 0 0,-3-1 0 0 0,-3 103-1 0 0,-5-119 51 0 0,-3 0 1 0 0,-1 0-1 0 0,-1-1 0 0 0,-22 66 0 0 0,24-93-364 0 0,-1 0 1 0 0,0 0 0 0 0,-1-1 0 0 0,0 0-1 0 0,-19 24 1 0 0,23-32 47 0 0,-1-1 1 0 0,1 0-1 0 0,-1 0 1 0 0,0-1-1 0 0,0 1 1 0 0,-1-1-1 0 0,1 0 1 0 0,-1 0-1 0 0,1 0 1 0 0,-1 0-1 0 0,0-1 1 0 0,0 0-1 0 0,0 0 1 0 0,-1 0-1 0 0,1-1 1 0 0,0 0-1 0 0,-1 0 1 0 0,1 0-1 0 0,-9 0 0 0 0,0-3-396 0 0,4-4-3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1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0 268 5065 0 0,'15'1'870'0'0,"-1"0"-1"0"0,1-1 0 0 0,-1-1 1 0 0,1 0-1 0 0,23-6 1 0 0,-33 6-601 0 0,1 0 0 0 0,0-1 0 0 0,0 0 1 0 0,-1 0-1 0 0,1 0 0 0 0,-1-1 0 0 0,1 0 1 0 0,-1 0-1 0 0,0 0 0 0 0,0-1 1 0 0,-1 1-1 0 0,1-1 0 0 0,-1 0 0 0 0,0-1 1 0 0,0 1-1 0 0,4-6 0 0 0,-5 4-31 0 0,-1 0-1 0 0,0 0 0 0 0,-1 0 1 0 0,1 0-1 0 0,-1 0 0 0 0,0 0 1 0 0,-1 0-1 0 0,1 0 0 0 0,-1 0 1 0 0,0 0-1 0 0,-1 0 0 0 0,0-1 1 0 0,0 1-1 0 0,0 0 0 0 0,0 0 1 0 0,-4-7-1 0 0,3 7-133 0 0,0 0 1 0 0,0 0-1 0 0,0 0 1 0 0,-1 1-1 0 0,0-1 0 0 0,-1 1 1 0 0,1-1-1 0 0,-1 1 1 0 0,0 0-1 0 0,0 0 0 0 0,0 1 1 0 0,-1-1-1 0 0,0 1 1 0 0,0 0-1 0 0,-9-5 0 0 0,12 7-70 0 0,-1 1-1 0 0,1 0 0 0 0,-1 0 0 0 0,0 0 1 0 0,1 1-1 0 0,-1-1 0 0 0,0 1 0 0 0,0-1 0 0 0,0 1 1 0 0,0 0-1 0 0,1 0 0 0 0,-1 0 0 0 0,0 1 1 0 0,0-1-1 0 0,0 0 0 0 0,1 1 0 0 0,-1 0 1 0 0,-5 2-1 0 0,4-1 25 0 0,0 0-1 0 0,0 1 1 0 0,0 0 0 0 0,1 0 0 0 0,-1 0-1 0 0,1 0 1 0 0,0 0 0 0 0,0 0 0 0 0,0 1-1 0 0,-4 7 1 0 0,1-2 21 0 0,2 0-1 0 0,-1 0 1 0 0,2 0-1 0 0,-1 1 0 0 0,1-1 1 0 0,0 1-1 0 0,1 0 1 0 0,0 0-1 0 0,1 0 1 0 0,0 12-1 0 0,1-13 3 0 0,1 0 0 0 0,0 0 1 0 0,0 0-1 0 0,1 0 0 0 0,0 0 0 0 0,1 0 0 0 0,0-1 0 0 0,0 1 0 0 0,1-1 0 0 0,0 0 0 0 0,1 0 1 0 0,0 0-1 0 0,0 0 0 0 0,0-1 0 0 0,1 0 0 0 0,0 0 0 0 0,1-1 0 0 0,0 1 0 0 0,0-1 0 0 0,0-1 1 0 0,0 1-1 0 0,1-1 0 0 0,16 7 0 0 0,-10-5-143 0 0,0-2 0 0 0,1 0 1 0 0,0 0-1 0 0,0-2 0 0 0,1 1 1 0 0,-1-2-1 0 0,0 0 0 0 0,1-1 1 0 0,0-1-1 0 0,-1 0 0 0 0,1-1 0 0 0,-1-1 1 0 0,23-5-1 0 0,-9-1-574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2.5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18 15203 0 0,'-1'-1'335'0'0,"0"0"-1"0"0,0 0 1 0 0,0 0 0 0 0,0 0-1 0 0,0 0 1 0 0,0 0 0 0 0,0 1-1 0 0,0-1 1 0 0,0 0-1 0 0,0 1 1 0 0,0-1 0 0 0,0 1-1 0 0,0-1 1 0 0,-2 1 0 0 0,3 0-282 0 0,-1 0-1 0 0,1 0 1 0 0,0 0 0 0 0,0 0 0 0 0,-1 0 0 0 0,1 1 0 0 0,0-1 0 0 0,-1 0 0 0 0,1 0 0 0 0,0 0-1 0 0,0 0 1 0 0,0 1 0 0 0,-1-1 0 0 0,1 0 0 0 0,0 0 0 0 0,0 1 0 0 0,0-1 0 0 0,-1 0 0 0 0,1 0 0 0 0,0 1-1 0 0,0-1 1 0 0,0 0 0 0 0,0 1 0 0 0,0-1 0 0 0,0 0 0 0 0,0 1 0 0 0,0-1 0 0 0,0 0 0 0 0,0 0-1 0 0,0 1 1 0 0,0-1 0 0 0,0 0 0 0 0,0 1 0 0 0,0 3 1 0 0,0 0 1 0 0,1 0-1 0 0,-1 0 1 0 0,1 0-1 0 0,0-1 1 0 0,3 8-1 0 0,17 34 9 0 0,2-1 1 0 0,2-2-1 0 0,56 73 1 0 0,112 101 278 0 0,-190-213-297 0 0,0 0 0 0 0,1 0 0 0 0,-1 0 0 0 0,1 0-1 0 0,0 0 1 0 0,0-1 0 0 0,-1 0 0 0 0,2 0 0 0 0,3 2-1 0 0,-6-3-46 0 0,-1-1-1 0 0,1 0 0 0 0,-1 0 0 0 0,1 0 0 0 0,-1 0 0 0 0,1 0 0 0 0,-1 0 0 0 0,1 0 0 0 0,-1 0 1 0 0,1-1-1 0 0,-1 1 0 0 0,1 0 0 0 0,-1-1 0 0 0,0 1 0 0 0,1-1 0 0 0,-1 0 0 0 0,0 1 1 0 0,1-1-1 0 0,-1 0 0 0 0,0 0 0 0 0,0 0 0 0 0,0 0 0 0 0,0 0 0 0 0,0 0 0 0 0,0 0 0 0 0,0 0 1 0 0,0-1-1 0 0,0 1 0 0 0,0 0 0 0 0,1-3 0 0 0,4-10 128 0 0,1 0 0 0 0,-2 0 0 0 0,0 0 0 0 0,0 0 0 0 0,-1-1 0 0 0,-1 0 0 0 0,2-30 0 0 0,-3-107 190 0 0,-4 105-271 0 0,0 16-224 0 0,1 0-1 0 0,5-50 1 0 0,-4 79 8 0 0,1 0 0 0 0,-1 0 1 0 0,1 0-1 0 0,-1-1 1 0 0,1 1-1 0 0,0 0 1 0 0,-1 0-1 0 0,1 0 0 0 0,0 0 1 0 0,1 0-1 0 0,-1 0 1 0 0,0 1-1 0 0,3-4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2.8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65 10138 0 0,'0'0'-2'0'0,"2"-34"1838"0"0,-2 32-1460 0 0,0 0 1 0 0,0 1 0 0 0,0-1-1 0 0,-1 1 1 0 0,1-1 0 0 0,0 0 0 0 0,-1 1-1 0 0,1-1 1 0 0,-1 1 0 0 0,1-1-1 0 0,-1 1 1 0 0,0-1 0 0 0,1 1-1 0 0,-1-1 1 0 0,0 1 0 0 0,0 0-1 0 0,-3-3 1 0 0,4 4-298 0 0,0 0 0 0 0,-1 0 0 0 0,1 0 0 0 0,-1 0-1 0 0,1 0 1 0 0,0 0 0 0 0,-1 0 0 0 0,1 0 0 0 0,-1 0 0 0 0,1 0 0 0 0,0 0 0 0 0,-1 0-1 0 0,1 0 1 0 0,-1 0 0 0 0,1 1 0 0 0,0-1 0 0 0,-1 0 0 0 0,1 0 0 0 0,0 0 0 0 0,-1 1-1 0 0,1-1 1 0 0,0 0 0 0 0,-1 0 0 0 0,1 1 0 0 0,0-1 0 0 0,0 0 0 0 0,-1 1 0 0 0,1-1-1 0 0,0 0 1 0 0,0 1 0 0 0,-1-1 0 0 0,1 0 0 0 0,0 1 0 0 0,0-1 0 0 0,0 1 0 0 0,0-1 0 0 0,0 0-1 0 0,0 1 1 0 0,0-1 0 0 0,-1 1 0 0 0,-4 19 669 0 0,5-19-694 0 0,-4 18-22 0 0,1-1-1 0 0,1 1 1 0 0,1-1 0 0 0,0 1 0 0 0,2 0 0 0 0,0-1 0 0 0,1 1 0 0 0,6 24 0 0 0,-6-36-24 0 0,0 0-1 0 0,0 0 1 0 0,1 0 0 0 0,0-1-1 0 0,1 1 1 0 0,-1-1-1 0 0,1 0 1 0 0,0 0 0 0 0,1 0-1 0 0,8 9 1 0 0,-9-12-6 0 0,0 0-1 0 0,0 0 1 0 0,0 0 0 0 0,1 0 0 0 0,-1-1-1 0 0,1 0 1 0 0,-1 0 0 0 0,1 0 0 0 0,0 0 0 0 0,0-1-1 0 0,0 0 1 0 0,0 0 0 0 0,0 0 0 0 0,1 0-1 0 0,-1-1 1 0 0,8-1 0 0 0,-8 1 3 0 0,0 0 0 0 0,0-1 0 0 0,-1 1 0 0 0,1-1 0 0 0,0 0 1 0 0,-1-1-1 0 0,1 1 0 0 0,-1-1 0 0 0,1 0 0 0 0,-1 0 0 0 0,0 0 0 0 0,0-1 0 0 0,0 0 0 0 0,0 0 0 0 0,0 0 1 0 0,6-6-1 0 0,-6 4 10 0 0,-1 0 1 0 0,1 0-1 0 0,-1 0 1 0 0,0-1-1 0 0,0 1 0 0 0,0-1 1 0 0,-1 0-1 0 0,0 0 1 0 0,0 0-1 0 0,-1 0 1 0 0,2-10-1 0 0,-2 6-1 0 0,0 0 0 0 0,0 0 0 0 0,-1 0 0 0 0,-1 0 0 0 0,0 0 0 0 0,0 0 0 0 0,-1 1 0 0 0,0-1-1 0 0,-1 0 1 0 0,0 1 0 0 0,-1 0 0 0 0,0-1 0 0 0,0 1 0 0 0,0 1 0 0 0,-12-16 0 0 0,12 19-81 0 0,-1 0 1 0 0,0 0-1 0 0,0 1 1 0 0,0-1-1 0 0,-1 1 1 0 0,-6-3-1 0 0,10 5-73 0 0,-1 1 1 0 0,1-1-1 0 0,-1 1 0 0 0,0 0 0 0 0,1 0 1 0 0,-1 0-1 0 0,0 1 0 0 0,0-1 1 0 0,0 1-1 0 0,1-1 0 0 0,-1 1 1 0 0,0 0-1 0 0,0 0 0 0 0,0 0 1 0 0,0 1-1 0 0,-5 0 0 0 0,-7 6-739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3.1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54 11979 0 0,'-4'-12'1108'0'0,"-21"-29"5480"0"0,25 41-6533 0 0,0 0-1 0 0,0 0 1 0 0,-1 0-1 0 0,1 0 1 0 0,0 0 0 0 0,0 0-1 0 0,-1 0 1 0 0,1 0 0 0 0,0 0-1 0 0,0 0 1 0 0,-1 0 0 0 0,1 0-1 0 0,0 1 1 0 0,0-1 0 0 0,-1 0-1 0 0,1 0 1 0 0,0 0-1 0 0,0 0 1 0 0,0 1 0 0 0,-1-1-1 0 0,1 0 1 0 0,0 0 0 0 0,0 0-1 0 0,0 1 1 0 0,0-1 0 0 0,0 0-1 0 0,-1 0 1 0 0,1 0 0 0 0,0 1-1 0 0,0-1 1 0 0,0 0 0 0 0,0 0-1 0 0,0 1 1 0 0,0-1-1 0 0,0 0 1 0 0,0 0 0 0 0,0 1-1 0 0,0-1 1 0 0,0 0 0 0 0,0 1-1 0 0,-2 12 677 0 0,3 42-35 0 0,16 104 0 0 0,-8-89-433 0 0,71 546 4 0 0,-67-504-1430 0 0,-5-60 563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3.4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 11058 0 0,'7'-6'6631'0'0,"-7"7"-6526"0"0,10 17 2586 0 0,10 37-1529 0 0,-18-48-555 0 0,81 303 1286 0 0,-53-183-3361 0 0,58 154-1 0 0,-77-254-6210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3.9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1 321 6913 0 0,'55'-27'5326'0'0,"-53"26"-5304"0"0,238-106 3172 0 0,-75 44-9584 0 0,-33 18 3245 0 0,78-32 16824 0 0,-239 80-10404 0 0,23-2-3170 0 0,1 0 0 0 0,-1 0 0 0 0,0 0 0 0 0,1 1 0 0 0,0-1 0 0 0,-1 2 0 0 0,1-1-1 0 0,0 0 1 0 0,0 1 0 0 0,0 0 0 0 0,-5 4 0 0 0,2 2-129 0 0,1 0 0 0 0,1 0 0 0 0,-1 0 0 0 0,1 1 0 0 0,1 0 0 0 0,0 0 1 0 0,0 1-1 0 0,1-1 0 0 0,1 1 0 0 0,-1 0 0 0 0,2 0 0 0 0,0 0 0 0 0,0 0 0 0 0,1 1 0 0 0,0-1 0 0 0,1 0 0 0 0,0 1 0 0 0,1-1 0 0 0,0 0 0 0 0,1 1 0 0 0,4 15 0 0 0,-6-26 4 0 0,1 1 0 0 0,0 0-1 0 0,-1 0 1 0 0,1 0 0 0 0,0 0-1 0 0,0 0 1 0 0,0-1 0 0 0,0 1-1 0 0,0 0 1 0 0,1-1 0 0 0,-1 1-1 0 0,0-1 1 0 0,1 0 0 0 0,-1 1-1 0 0,1-1 1 0 0,-1 0 0 0 0,1 0-1 0 0,0 0 1 0 0,-1 0 0 0 0,1 0-1 0 0,0 0 1 0 0,0 0 0 0 0,0-1-1 0 0,0 1 1 0 0,0-1 0 0 0,0 1-1 0 0,3-1 1 0 0,-2 0-51 0 0,0-1-1 0 0,-1 1 1 0 0,1-1 0 0 0,0 0 0 0 0,0 0-1 0 0,-1-1 1 0 0,1 1 0 0 0,-1-1 0 0 0,1 1 0 0 0,-1-1-1 0 0,1 0 1 0 0,-1 1 0 0 0,0-1 0 0 0,0 0-1 0 0,0-1 1 0 0,0 1 0 0 0,0 0 0 0 0,1-3-1 0 0,5-7-37 0 0,-1-1 0 0 0,-1 0 0 0 0,0 0 0 0 0,-1 0 0 0 0,0-1 0 0 0,-1 0 0 0 0,3-19 0 0 0,-4 16 494 0 0,1 1 0 0 0,1 0 0 0 0,1-1 1 0 0,10-20-1 0 0,-16 37-365 0 0,0 0 0 0 0,0-1 0 0 0,0 1 0 0 0,1 0-1 0 0,-1-1 1 0 0,0 1 0 0 0,0 0 0 0 0,0-1 0 0 0,1 1 0 0 0,-1 0 0 0 0,0-1 0 0 0,1 1 0 0 0,-1 0 0 0 0,0 0 0 0 0,0-1 0 0 0,1 1 0 0 0,-1 0-1 0 0,1 0 1 0 0,-1 0 0 0 0,0 0 0 0 0,1-1 0 0 0,-1 1 0 0 0,0 0 0 0 0,1 0 0 0 0,-1 0 0 0 0,1 0 0 0 0,-1 0 0 0 0,0 0 0 0 0,1 0 0 0 0,-1 0-1 0 0,1 0 1 0 0,-1 0 0 0 0,12 10 290 0 0,5 22-97 0 0,-16-29-161 0 0,6 13-191 0 0,0 1-1 0 0,2-1 1 0 0,0 0 0 0 0,1-1-1 0 0,0 0 1 0 0,1-1 0 0 0,1 0-1 0 0,0-1 1 0 0,26 22-1 0 0,-18-21-1030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4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146 17 7834 0 0,'-2'-2'646'0'0,"0"0"0"0"0,0 1 0 0 0,0-1 0 0 0,0 1 1 0 0,0 0-1 0 0,0 0 0 0 0,0 0 0 0 0,0 0 0 0 0,-1 0 1 0 0,1 0-1 0 0,0 0 0 0 0,-5 0 0 0 0,4 1-180 0 0,-1-1 0 0 0,0 1 0 0 0,1 0 0 0 0,-1 1-1 0 0,1-1 1 0 0,-1 1 0 0 0,1-1 0 0 0,-5 2 0 0 0,4 0-302 0 0,-1-1-1 0 0,1 1 1 0 0,0 0 0 0 0,0 0 0 0 0,1 0 0 0 0,-1 1-1 0 0,0-1 1 0 0,1 1 0 0 0,-1 0 0 0 0,1 0-1 0 0,0 0 1 0 0,0 1 0 0 0,0-1 0 0 0,-3 6 0 0 0,2-1-146 0 0,1 1 0 0 0,0 0 0 0 0,0 1 1 0 0,1-1-1 0 0,0 0 0 0 0,0 1 0 0 0,1-1 1 0 0,1 1-1 0 0,0-1 0 0 0,0 1 1 0 0,0-1-1 0 0,2 1 0 0 0,-1-1 0 0 0,1 1 1 0 0,3 9-1 0 0,-3-12-69 0 0,-1-1-1 0 0,1 0 1 0 0,1 0 0 0 0,-1 0 0 0 0,1 0-1 0 0,0 0 1 0 0,0 0 0 0 0,1-1-1 0 0,-1 0 1 0 0,1 1 0 0 0,0-1 0 0 0,1-1-1 0 0,-1 1 1 0 0,1-1 0 0 0,0 1 0 0 0,0-1-1 0 0,1-1 1 0 0,-1 1 0 0 0,1-1 0 0 0,0 0-1 0 0,0 0 1 0 0,11 3 0 0 0,-15-5-20 0 0,0-1 1 0 0,0 0 0 0 0,0 0-1 0 0,0 0 1 0 0,0 0-1 0 0,0 0 1 0 0,0-1 0 0 0,0 1-1 0 0,0 0 1 0 0,0-1-1 0 0,0 0 1 0 0,0 1 0 0 0,0-1-1 0 0,-1 0 1 0 0,1 0-1 0 0,0 0 1 0 0,0 0 0 0 0,-1 0-1 0 0,1-1 1 0 0,-1 1-1 0 0,1 0 1 0 0,-1-1 0 0 0,0 1-1 0 0,1-1 1 0 0,-1 1-1 0 0,1-3 1 0 0,4-6 177 0 0,0-1 0 0 0,-1 1 0 0 0,7-19 0 0 0,4-9 698 0 0,-13 34-679 0 0,-1 0 1 0 0,1-1 0 0 0,0 1-1 0 0,1 0 1 0 0,-1 1 0 0 0,1-1-1 0 0,-1 1 1 0 0,1-1 0 0 0,0 1-1 0 0,1 0 1 0 0,5-3 0 0 0,-8 6-91 0 0,-1-1 0 0 0,1 0 0 0 0,0 1 0 0 0,0 0 0 0 0,0-1 0 0 0,0 1 0 0 0,0 0 0 0 0,0 0 0 0 0,0 0 0 0 0,-1 0 0 0 0,1 0 0 0 0,0 1 0 0 0,0-1 0 0 0,0 0 0 0 0,0 1 0 0 0,0 0 0 0 0,-1-1 0 0 0,1 1 0 0 0,0 0 0 0 0,0 0 0 0 0,-1 0 0 0 0,1 0 0 0 0,-1 0 0 0 0,1 0 0 0 0,-1 0 0 0 0,1 1 0 0 0,-1-1 0 0 0,0 1 0 0 0,0-1 0 0 0,1 1 0 0 0,-1-1 0 0 0,1 4 0 0 0,6 7 62 0 0,-2 1 0 0 0,1-1 0 0 0,-2 2-1 0 0,0-1 1 0 0,0 0 0 0 0,-1 1 0 0 0,-1 0-1 0 0,3 24 1 0 0,-2 9 30 0 0,-2 61 0 0 0,-3-65 73 0 0,-2-1-1 0 0,-2 1 1 0 0,-13 55-1 0 0,12-73-661 0 0,-2-1 0 0 0,-1 1 0 0 0,-15 28 0 0 0,14-34-1565 0 0,-1-1-1 0 0,-17 22 1 0 0,14-22-5736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4.6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0 311 7834 0 0,'5'3'430'0'0,"1"1"0"0"0,-1-1 1 0 0,0 0-1 0 0,1-1 1 0 0,0 1-1 0 0,-1-1 1 0 0,1 0-1 0 0,0 0 0 0 0,0-1 1 0 0,0 0-1 0 0,1 0 1 0 0,-1 0-1 0 0,0-1 0 0 0,0 0 1 0 0,0 0-1 0 0,1 0 1 0 0,-1-1-1 0 0,0 0 0 0 0,0 0 1 0 0,9-4-1 0 0,-8 2-65 0 0,1 0-1 0 0,-1 0 1 0 0,-1-1 0 0 0,1 0-1 0 0,0-1 1 0 0,-1 1 0 0 0,0-1-1 0 0,0-1 1 0 0,0 1-1 0 0,-1-1 1 0 0,0 0 0 0 0,0 0-1 0 0,0 0 1 0 0,-1-1 0 0 0,6-11-1 0 0,-5 8-258 0 0,-1-1 0 0 0,0 0-1 0 0,-1-1 1 0 0,0 1 0 0 0,-1 0 0 0 0,0-1-1 0 0,0 0 1 0 0,-1-12 0 0 0,-1 17-60 0 0,0 1 0 0 0,0-1 0 0 0,-1 0 0 0 0,0 1 0 0 0,0-1 0 0 0,0 1 0 0 0,-1-1 0 0 0,0 1 0 0 0,-1 0 0 0 0,1 0 0 0 0,-1 0 0 0 0,0 0 0 0 0,0 0 0 0 0,-1 1 1 0 0,-8-10-1 0 0,11 13-37 0 0,0 1 0 0 0,0 0 0 0 0,0 0 1 0 0,0-1-1 0 0,0 1 0 0 0,-1 0 0 0 0,1 0 1 0 0,0 0-1 0 0,-1 0 0 0 0,1 1 0 0 0,-1-1 1 0 0,1 0-1 0 0,-1 1 0 0 0,0-1 0 0 0,1 1 1 0 0,-1-1-1 0 0,1 1 0 0 0,-1 0 0 0 0,0 0 1 0 0,1 0-1 0 0,-1-1 0 0 0,0 2 0 0 0,1-1 1 0 0,-1 0-1 0 0,0 0 0 0 0,1 0 0 0 0,-1 1 1 0 0,0-1-1 0 0,1 1 0 0 0,-1 0 0 0 0,1-1 1 0 0,-1 1-1 0 0,1 0 0 0 0,-1 0 0 0 0,1 0 1 0 0,0 0-1 0 0,-1 0 0 0 0,1 0 0 0 0,0 0 1 0 0,0 0-1 0 0,0 0 0 0 0,-1 2 0 0 0,-3 3 9 0 0,1 1 0 0 0,0-1 0 0 0,0 0-1 0 0,1 1 1 0 0,0 0 0 0 0,0 0 0 0 0,0 0-1 0 0,-1 9 1 0 0,1-1-1 0 0,1 0 0 0 0,0 0 0 0 0,1 0 0 0 0,1 0 0 0 0,0 0 0 0 0,1 0 0 0 0,1 0 0 0 0,0 0 0 0 0,1 0 0 0 0,1 0 0 0 0,0-1 0 0 0,1 1-1 0 0,12 24 1 0 0,-14-32-160 0 0,2 1 0 0 0,-1-1-1 0 0,1 0 1 0 0,0 0 0 0 0,0 0-1 0 0,0-1 1 0 0,1 0-1 0 0,0 0 1 0 0,1 0 0 0 0,-1-1-1 0 0,1 0 1 0 0,0 0 0 0 0,0-1-1 0 0,1 0 1 0 0,-1 0 0 0 0,1-1-1 0 0,0 1 1 0 0,0-2-1 0 0,0 1 1 0 0,0-1 0 0 0,1-1-1 0 0,-1 1 1 0 0,0-1 0 0 0,1-1-1 0 0,15 0 1 0 0,4-4-7628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5.0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18 12443 0 0,'-17'-17'4426'0'0,"20"20"-4085"0"0,-1 0 1 0 0,0 0-1 0 0,0 1 1 0 0,0-1-1 0 0,0 1 1 0 0,0-1-1 0 0,-1 1 0 0 0,0 0 1 0 0,0 0-1 0 0,2 6 1 0 0,0 3 20 0 0,15 50 450 0 0,-3 0 1 0 0,10 105-1 0 0,-6 134-551 0 0,-7-83-2123 0 0,-10-193 627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5.2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0 129 5985 0 0,'34'-2'1828'0'0,"0"-2"-1"0"0,-1-2 1 0 0,63-18-1 0 0,-66 16-1042 0 0,86-28-132 0 0,21-6-319 0 0,-103 35-334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5.5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157 24 10594 0 0,'-11'-4'2771'0'0,"3"0"-1439"0"0,0 1 1 0 0,-1 0-1 0 0,1 0 0 0 0,-1 1 1 0 0,-14-2-1 0 0,21 4-1255 0 0,-1 0-1 0 0,0 0 1 0 0,1 0-1 0 0,-1 0 1 0 0,1 1-1 0 0,-1-1 1 0 0,0 1-1 0 0,1 0 1 0 0,-1 0-1 0 0,1 0 1 0 0,0 0-1 0 0,-1 0 1 0 0,1 0-1 0 0,0 1 1 0 0,0-1-1 0 0,0 1 1 0 0,0 0-1 0 0,0-1 1 0 0,0 1-1 0 0,0 0 1 0 0,0 0-1 0 0,1 0 1 0 0,-1 1-1 0 0,-1 1 1 0 0,-1 3-64 0 0,1 1 1 0 0,0-1-1 0 0,0 1 1 0 0,0 0 0 0 0,1 0-1 0 0,0 0 1 0 0,1 0 0 0 0,0 0-1 0 0,0 0 1 0 0,0 0-1 0 0,1 1 1 0 0,1-1 0 0 0,-1 0-1 0 0,1 0 1 0 0,1 0 0 0 0,-1 0-1 0 0,1 0 1 0 0,4 10-1 0 0,1 0 11 0 0,0 0-1 0 0,1-1 0 0 0,1 0 0 0 0,0-1 1 0 0,2 1-1 0 0,21 25 0 0 0,-16-24-40 0 0,0-1 0 0 0,2 0 0 0 0,19 14 0 0 0,-28-25 9 0 0,0 1 1 0 0,0-1-1 0 0,1-1 1 0 0,0 0-1 0 0,0 0 1 0 0,0-1-1 0 0,0 0 1 0 0,20 4-1 0 0,-27-7 15 0 0,-1-1 1 0 0,1 1-1 0 0,-1-1 0 0 0,1 0 0 0 0,0 0 1 0 0,-1 0-1 0 0,1 0 0 0 0,-1 0 0 0 0,1 0 1 0 0,-1-1-1 0 0,1 1 0 0 0,-1-1 0 0 0,1 0 1 0 0,-1 0-1 0 0,1 0 0 0 0,-1 0 0 0 0,0 0 1 0 0,0 0-1 0 0,1-1 0 0 0,-1 1 0 0 0,0-1 1 0 0,0 1-1 0 0,0-1 0 0 0,-1 0 0 0 0,1 0 1 0 0,0 0-1 0 0,-1 0 0 0 0,1 0 0 0 0,-1 0 1 0 0,0 0-1 0 0,1-1 0 0 0,-1 1 0 0 0,0 0 1 0 0,0-1-1 0 0,-1 1 0 0 0,1-1 1 0 0,0-3-1 0 0,0-2 24 0 0,0 0 0 0 0,0 0 0 0 0,-1-1 0 0 0,0 1 0 0 0,-1 0 0 0 0,0-1 0 0 0,0 1 0 0 0,-1 0 0 0 0,0 0 0 0 0,-4-11 1 0 0,-1 3 11 0 0,0 0 0 0 0,-1 1 1 0 0,0 0-1 0 0,-1 0 0 0 0,-21-25 1 0 0,24 33-288 0 0,0 0 0 0 0,-1 0 1 0 0,0 1-1 0 0,0 0 0 0 0,0 1 1 0 0,-1-1-1 0 0,0 1 0 0 0,0 1 1 0 0,0 0-1 0 0,0 0 1 0 0,-1 0-1 0 0,-16-4 0 0 0,-1 5-7444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6.0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0 12443 0 0,'0'1'1323'0'0,"-1"16"661"0"0,0 1 1 0 0,-6 19 0 0 0,0 15-628 0 0,-6 289 1834 0 0,16-208-3085 0 0,38 246 0 0 0,-19-295-413 0 0,0 3-3183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6.2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0 177 10594 0 0,'44'-16'1225'0'0,"70"-35"0"0"0,-22 8-862 0 0,-57 28-327 0 0,-2 0-498 0 0,39-11 0 0 0,-64 24 136 0 0,1-1 0 0 0,0 1 1 0 0,1 1-1 0 0,-1 0 0 0 0,0 0 0 0 0,0 0 0 0 0,0 1 0 0 0,1 1 1 0 0,13 2-1 0 0,-20-2 342 0 0,0 0 0 0 0,-1 0 0 0 0,1 0 0 0 0,-1 0 0 0 0,1 1 0 0 0,-1 0 0 0 0,1-1 0 0 0,-1 1 1 0 0,0 0-1 0 0,0 0 0 0 0,0 0 0 0 0,0 0 0 0 0,0 0 0 0 0,0 0 0 0 0,-1 1 0 0 0,1-1 0 0 0,-1 1 0 0 0,0-1 1 0 0,1 1-1 0 0,-1-1 0 0 0,0 1 0 0 0,-1 0 0 0 0,1 0 0 0 0,0-1 0 0 0,-1 1 0 0 0,1 4 0 0 0,1 10 1092 0 0,-1-1-1 0 0,-1 1 0 0 0,-2 23 1 0 0,0-15 634 0 0,1 6 97 0 0,-1-8 269 0 0,3 37 1 0 0,0-54-2191 0 0,-1 1-1 0 0,2-1 1 0 0,-1 0 0 0 0,1 0 0 0 0,0 0-1 0 0,3 7 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6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10 13827 0 0,'-7'-4'608'0'0,"4"1"128"0"0,2 2-584 0 0,1 0-152 0 0,1 2 0 0 0,0 0 216 0 0,2 1 8 0 0,1 2 8 0 0,2 3 0 0 0,1 5-312 0 0,1 5-64 0 0,3 3-16 0 0,3 0 0 0 0,5-1 160 0 0,0-5-96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6.8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5841 0 0,'-5'16'724'0'0,"1"1"0"0"0,1-1 0 0 0,1 1 0 0 0,0 0 0 0 0,1 0-1 0 0,1 0 1 0 0,1 0 0 0 0,0 0 0 0 0,4 19 0 0 0,-2-22-2 0 0,0 0 1 0 0,0-1-1 0 0,2 1 0 0 0,-1-1 0 0 0,2 0 1 0 0,0 0-1 0 0,0-1 0 0 0,1 0 0 0 0,1 0 1 0 0,0-1-1 0 0,14 16 0 0 0,-22-26-700 0 0,1 0-1 0 0,-1 0 0 0 0,1 0 1 0 0,-1-1-1 0 0,1 1 1 0 0,0 0-1 0 0,-1-1 0 0 0,1 1 1 0 0,0 0-1 0 0,0-1 0 0 0,-1 1 1 0 0,1-1-1 0 0,0 1 1 0 0,0-1-1 0 0,0 0 0 0 0,0 1 1 0 0,0-1-1 0 0,0 0 0 0 0,-1 1 1 0 0,1-1-1 0 0,0 0 1 0 0,0 0-1 0 0,0 0 0 0 0,0 0 1 0 0,0 0-1 0 0,0 0 0 0 0,0 0 1 0 0,0 0-1 0 0,0 0 1 0 0,0-1-1 0 0,0 1 0 0 0,0 0 1 0 0,0-1-1 0 0,-1 1 0 0 0,1 0 1 0 0,0-1-1 0 0,0 1 1 0 0,0-1-1 0 0,-1 0 0 0 0,1 1 1 0 0,0-1-1 0 0,0 1 0 0 0,-1-1 1 0 0,1 0-1 0 0,-1 0 1 0 0,1 1-1 0 0,-1-1 0 0 0,1 0 1 0 0,-1 0-1 0 0,1-1 0 0 0,3-6-15 0 0,0-1 0 0 0,-1 1 0 0 0,-1-1 0 0 0,3-13 0 0 0,-1 7 63 0 0,1-3-39 0 0,22-70 75 0 0,-24 80-87 0 0,0 0 0 0 0,1 0 0 0 0,0 1 0 0 0,1-1 1 0 0,-1 1-1 0 0,1 0 0 0 0,1 0 0 0 0,6-7 0 0 0,-11 13-5 0 0,0 0 0 0 0,0 1 0 0 0,0-1 0 0 0,0 0 0 0 0,0 0 0 0 0,0 1 0 0 0,1-1-1 0 0,-1 1 1 0 0,0-1 0 0 0,0 1 0 0 0,0 0 0 0 0,1-1 0 0 0,-1 1 0 0 0,0 0 0 0 0,0 0 0 0 0,1 0 0 0 0,-1 0-1 0 0,0 0 1 0 0,1 0 0 0 0,-1 0 0 0 0,0 0 0 0 0,0 0 0 0 0,1 1 0 0 0,-1-1 0 0 0,0 0 0 0 0,0 1 0 0 0,0-1-1 0 0,1 1 1 0 0,-1 0 0 0 0,0-1 0 0 0,0 1 0 0 0,0 0 0 0 0,0 0 0 0 0,0-1 0 0 0,0 1 0 0 0,0 0 0 0 0,0 0-1 0 0,-1 0 1 0 0,1 0 0 0 0,0 0 0 0 0,1 2 0 0 0,4 7 107 0 0,0 0 1 0 0,0 0-1 0 0,7 18 0 0 0,-8-16-118 0 0,68 181-2262 0 0,-53-135-700 0 0,-11-31-4012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7.4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54 280 11058 0 0,'-13'-11'8632'0'0,"13"13"-8440"0"0,-1 1 1 0 0,1-1 0 0 0,-1 1 0 0 0,1-1 0 0 0,-1 1-1 0 0,0-1 1 0 0,0 1 0 0 0,0-1 0 0 0,-3 4 0 0 0,-7 16 276 0 0,6-5-361 0 0,0 1 0 0 0,2-1 0 0 0,0 1 0 0 0,0 0 0 0 0,2 0 0 0 0,1 32-1 0 0,0-43-106 0 0,1 1-1 0 0,0-1 1 0 0,0 0-1 0 0,0 1 0 0 0,1-1 1 0 0,0 0-1 0 0,1 0 1 0 0,-1 0-1 0 0,1-1 0 0 0,0 1 1 0 0,1 0-1 0 0,0-1 0 0 0,0 0 1 0 0,0 0-1 0 0,1 0 1 0 0,0-1-1 0 0,0 1 0 0 0,0-1 1 0 0,9 6-1 0 0,-13-10-15 0 0,0-1 0 0 0,0 1 1 0 0,1 0-1 0 0,-1 0 0 0 0,1-1 0 0 0,-1 1 0 0 0,0 0 0 0 0,1-1 0 0 0,-1 0 0 0 0,1 1 0 0 0,-1-1 1 0 0,1 0-1 0 0,-1 0 0 0 0,1 1 0 0 0,-1-1 0 0 0,1 0 0 0 0,-1-1 0 0 0,1 1 0 0 0,0 0 0 0 0,-1 0 1 0 0,1-1-1 0 0,-1 1 0 0 0,0-1 0 0 0,1 1 0 0 0,1-2 0 0 0,0 0-72 0 0,-1 0-1 0 0,0 0 0 0 0,0 0 1 0 0,1 0-1 0 0,-1-1 1 0 0,-1 1-1 0 0,1-1 1 0 0,0 1-1 0 0,-1-1 1 0 0,1 0-1 0 0,1-5 1 0 0,2-4-528 0 0,-1-1 1 0 0,-1 1-1 0 0,-1-1 0 0 0,3-26 1 0 0,-4 2-250 0 0,-3-1-1 0 0,-1 0 1 0 0,-1 1 0 0 0,-11-39-1 0 0,-45-144 6542 0 0,58 214-5315 0 0,1 2 35 0 0,0 0 0 0 0,0 0 0 0 0,-1 0 0 0 0,1 1-1 0 0,-1-1 1 0 0,0 0 0 0 0,0 1 0 0 0,-4-5 0 0 0,18 37 3118 0 0,-12-29-3512 0 0,0 1-1 0 0,0-1 0 0 0,0 0 0 0 0,0 1 1 0 0,0-1-1 0 0,0 0 0 0 0,0 0 0 0 0,0 1 1 0 0,0-1-1 0 0,0 0 0 0 0,0 1 0 0 0,-1-1 1 0 0,1 0-1 0 0,0 0 0 0 0,0 1 0 0 0,0-1 1 0 0,0 0-1 0 0,0 0 0 0 0,0 1 0 0 0,-1-1 1 0 0,1 0-1 0 0,0 0 0 0 0,0 0 0 0 0,0 1 1 0 0,-1-1-1 0 0,1 0 0 0 0,0 0 0 0 0,0 0 0 0 0,-1 0 1 0 0,1 0-1 0 0,0 1 0 0 0,0-1 0 0 0,-1 0 1 0 0,1 0-1 0 0,0 0 0 0 0,-2 1 200 0 0,6 2-201 0 0,-1 0 0 0 0,1 0 0 0 0,-1 0 0 0 0,0 0 0 0 0,0 0 0 0 0,0 0 0 0 0,-1 1 0 0 0,1-1 0 0 0,-1 1 0 0 0,0 0 0 0 0,3 8 0 0 0,22 57-3 0 0,-14-30 3 0 0,11 20 60 0 0,3-2 0 0 0,2 0 0 0 0,70 100 0 0 0,-64-109-116 0 0,-21-27-1854 0 0,1 0-4198 0 0,-1-1-2326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8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362 296 17972 0 0,'-1'-1'142'0'0,"-1"0"0"0"0,1-1 0 0 0,0 1 0 0 0,-1 0 0 0 0,1 0 1 0 0,-1 0-1 0 0,0 0 0 0 0,1 0 0 0 0,-1 0 0 0 0,0 0 0 0 0,1 0 0 0 0,-1 1 0 0 0,0-1 0 0 0,0 1 1 0 0,1-1-1 0 0,-1 1 0 0 0,0 0 0 0 0,0 0 0 0 0,0 0 0 0 0,0 0 0 0 0,0 0 0 0 0,-2 0 0 0 0,-47 7 593 0 0,46-6-621 0 0,-8 2-30 0 0,0 1 0 0 0,0 0 0 0 0,0 1 0 0 0,1 1 0 0 0,-1 0 0 0 0,1 0 0 0 0,1 2 0 0 0,0-1 0 0 0,0 1 1 0 0,0 1-1 0 0,1 0 0 0 0,0 0 0 0 0,1 1 0 0 0,0 0 0 0 0,-13 19 0 0 0,13-15-109 0 0,0 0 0 0 0,1 0 0 0 0,0 1 0 0 0,2 0 0 0 0,-1 0-1 0 0,2 1 1 0 0,0 0 0 0 0,1 0 0 0 0,0 0 0 0 0,2 0 0 0 0,0 1 0 0 0,0 26 0 0 0,2-37-23 0 0,0 0 1 0 0,1 0-1 0 0,0 0 1 0 0,0-1-1 0 0,0 1 1 0 0,1 0-1 0 0,0-1 1 0 0,0 1-1 0 0,0-1 1 0 0,1 0-1 0 0,0 1 1 0 0,0-1-1 0 0,0 0 1 0 0,0-1-1 0 0,1 1 1 0 0,0-1-1 0 0,0 1 1 0 0,6 3-1 0 0,-6-5-18 0 0,0-1-1 0 0,0 1 1 0 0,0-1 0 0 0,0-1-1 0 0,0 1 1 0 0,1 0 0 0 0,-1-1-1 0 0,1 0 1 0 0,-1 0 0 0 0,1 0-1 0 0,-1-1 1 0 0,1 0-1 0 0,-1 1 1 0 0,1-2 0 0 0,0 1-1 0 0,-1 0 1 0 0,1-1 0 0 0,-1 0-1 0 0,1 0 1 0 0,-1 0-1 0 0,1-1 1 0 0,-1 0 0 0 0,7-3-1 0 0,-2 1-43 0 0,0-1-1 0 0,-1 0 0 0 0,0-1 1 0 0,0 0-1 0 0,-1 0 0 0 0,1 0 1 0 0,-1-1-1 0 0,-1 0 0 0 0,1 0 0 0 0,-1-1 1 0 0,-1 0-1 0 0,1 0 0 0 0,-1 0 1 0 0,0-1-1 0 0,-1 0 0 0 0,0 0 1 0 0,-1 0-1 0 0,0 0 0 0 0,0 0 1 0 0,-1-1-1 0 0,0 1 0 0 0,0-1 0 0 0,-1-14 1 0 0,0-17 26 0 0,-2-1 1 0 0,-3 1 0 0 0,0 0-1 0 0,-14-50 1 0 0,8 37 780 0 0,3 12-321 0 0,-2-13 1415 0 0,-24-79 0 0 0,23 115-1014 0 0,10 19-751 0 0,-1-1 0 0 0,1 1-1 0 0,0 0 1 0 0,0 0 0 0 0,-1 0 0 0 0,1 0 0 0 0,0 0 0 0 0,0 0-1 0 0,-1 0 1 0 0,1 0 0 0 0,0 0 0 0 0,0 0 0 0 0,-1 0 0 0 0,1 0 0 0 0,0 0-1 0 0,0 0 1 0 0,-1 0 0 0 0,1 0 0 0 0,0 1 0 0 0,0-1 0 0 0,-1 0 0 0 0,1 0-1 0 0,0 0 1 0 0,0 0 0 0 0,0 0 0 0 0,-1 0 0 0 0,1 1 0 0 0,0-1 0 0 0,0 0-1 0 0,0 0 1 0 0,-1 0 0 0 0,1 1 0 0 0,0-1 0 0 0,0 0 0 0 0,0 0 0 0 0,0 1-1 0 0,0-1 1 0 0,-1 0 0 0 0,0 4 71 0 0,0-1 0 0 0,-1 1 0 0 0,1 0 0 0 0,1-1 0 0 0,-1 1 0 0 0,0 0 0 0 0,1 0 0 0 0,0 4 0 0 0,2 35 32 0 0,2 1 0 0 0,1 0 0 0 0,3-1 0 0 0,1 0 0 0 0,23 61 0 0 0,6-4 213 0 0,55 102 0 0 0,-80-175-437 0 0,2 0 0 0 0,24 33 1 0 0,-34-54 66 0 0,0 1 1 0 0,-1-1-1 0 0,2-1 1 0 0,-1 1-1 0 0,1-1 0 0 0,0 0 1 0 0,0 0-1 0 0,0-1 1 0 0,1 0-1 0 0,-1 0 0 0 0,1 0 1 0 0,0-1-1 0 0,0 0 1 0 0,15 4-1 0 0,-17-7-96 0 0,-1 0 0 0 0,1 0 0 0 0,0 0-1 0 0,0-1 1 0 0,-1 0 0 0 0,1 0 0 0 0,-1 0 0 0 0,1 0 0 0 0,-1-1 0 0 0,1 0-1 0 0,-1 0 1 0 0,0 0 0 0 0,0 0 0 0 0,0-1 0 0 0,0 1 0 0 0,0-1-1 0 0,-1 0 1 0 0,1 0 0 0 0,-1-1 0 0 0,6-5 0 0 0,6-10-1125 0 0,0 0 0 0 0,21-37-1 0 0,-30 46 697 0 0,22-39-6292 0 0,29-69 0 0 0,-26 44 4016 0 0,-12 28 4183 0 0,27-25 17591 0 0,-46 72-18782 0 0,5 20 1286 0 0,-3 62 480 0 0,0 6-1260 0 0,0-80-891 0 0,-1 1 1 0 0,1-1 0 0 0,0 0-1 0 0,1 0 1 0 0,0 0-1 0 0,0 0 1 0 0,6 10 0 0 0,-2-9-1884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8.5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 17972 0 0,'2'-7'800'0'0,"-1"2"160"0"0,2 0-768 0 0,0 4-192 0 0,-1 1 0 0 0,0 0 0 0 0,-1 1-64 0 0,3 1-56 0 0,3 1-8 0 0,1 2 0 0 0,2 3-264 0 0,1 5-56 0 0,3 3-16 0 0,0 1 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8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169 0 5065 0 0,'-6'5'353'0'0,"0"-1"1"0"0,0 1-1 0 0,0 0 0 0 0,1 0 0 0 0,0 0 0 0 0,-8 13 1 0 0,-27 43 3159 0 0,25-37-3098 0 0,5-10 211 0 0,1 2-1 0 0,1-1 0 0 0,0 1 0 0 0,1 0 0 0 0,1 1 0 0 0,-9 32 1 0 0,14-41-365 0 0,0-1 1 0 0,0 1 0 0 0,1 0-1 0 0,0 0 1 0 0,0 0 0 0 0,1-1 0 0 0,0 1-1 0 0,0 0 1 0 0,1 0 0 0 0,0-1 0 0 0,0 1-1 0 0,1-1 1 0 0,0 0 0 0 0,0 0 0 0 0,1 0-1 0 0,0 0 1 0 0,9 12 0 0 0,-6-10-62 0 0,0-1 1 0 0,0-1 0 0 0,1 1-1 0 0,0-1 1 0 0,1-1 0 0 0,-1 1-1 0 0,1-2 1 0 0,0 1 0 0 0,12 5-1 0 0,-18-10-173 0 0,0 0-1 0 0,0 1 1 0 0,0-1 0 0 0,1 0-1 0 0,-1 0 1 0 0,0-1-1 0 0,0 1 1 0 0,0-1-1 0 0,1 1 1 0 0,-1-1 0 0 0,0 0-1 0 0,0 0 1 0 0,1-1-1 0 0,-1 1 1 0 0,0-1-1 0 0,0 0 1 0 0,1 1 0 0 0,-1-1-1 0 0,0-1 1 0 0,0 1-1 0 0,0 0 1 0 0,0-1-1 0 0,-1 1 1 0 0,1-1 0 0 0,0 0-1 0 0,-1 0 1 0 0,1 0-1 0 0,-1 0 1 0 0,1-1-1 0 0,-1 1 1 0 0,0-1 0 0 0,0 1-1 0 0,3-6 1 0 0,0-2 3 0 0,-1 0 1 0 0,0 0-1 0 0,0-1 1 0 0,-1 1 0 0 0,0-1-1 0 0,-1 0 1 0 0,0 0-1 0 0,-1 0 1 0 0,0 0-1 0 0,-1 0 1 0 0,0 0-1 0 0,0 0 1 0 0,-2 0 0 0 0,-2-13-1 0 0,1 9-346 0 0,0 0-1 0 0,-2 0 0 0 0,0 0 1 0 0,0 1-1 0 0,-10-17 1 0 0,10 21-856 0 0,-1 1 1 0 0,0-1 0 0 0,-1 1-1 0 0,-8-9 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9.3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249 416 6449 0 0,'1'-5'283'0'0,"-1"1"0"0"0,0-1 0 0 0,-1 1 0 0 0,1 0 0 0 0,-1-1 0 0 0,0 1-1 0 0,0 0 1 0 0,0-1 0 0 0,-1 1 0 0 0,1 0 0 0 0,-1 0 0 0 0,0 0 0 0 0,0 0-1 0 0,0 0 1 0 0,-1 1 0 0 0,0-1 0 0 0,1 1 0 0 0,-1-1 0 0 0,0 1 0 0 0,-1 0-1 0 0,1 0 1 0 0,0 0 0 0 0,-1 1 0 0 0,0-1 0 0 0,0 1 0 0 0,1 0 0 0 0,-1 0-1 0 0,-1 0 1 0 0,1 1 0 0 0,-7-3 0 0 0,6 4-84 0 0,0 0-1 0 0,0 0 1 0 0,0 1-1 0 0,0-1 1 0 0,0 1-1 0 0,0 0 1 0 0,0 1 0 0 0,1-1-1 0 0,-1 1 1 0 0,0 0-1 0 0,1 0 1 0 0,-1 0 0 0 0,1 1-1 0 0,0-1 1 0 0,0 1-1 0 0,0 0 1 0 0,0 0 0 0 0,0 1-1 0 0,1-1 1 0 0,-1 1-1 0 0,-3 6 1 0 0,-3 1 23 0 0,2 0 0 0 0,0 1 0 0 0,0 1 0 0 0,1-1 0 0 0,1 1 0 0 0,-7 18 0 0 0,11-22-150 0 0,-1 1 0 0 0,1-1 1 0 0,1 1-1 0 0,0-1 0 0 0,0 1 1 0 0,1 0-1 0 0,0-1 1 0 0,1 1-1 0 0,0-1 0 0 0,0 1 1 0 0,1-1-1 0 0,6 18 1 0 0,-7-22-81 0 0,1-1 0 0 0,-1 0 0 0 0,1-1 0 0 0,0 1 0 0 0,0 0 0 0 0,1 0 0 0 0,-1-1 0 0 0,1 1 0 0 0,0-1 1 0 0,-1 0-1 0 0,1 0 0 0 0,1 0 0 0 0,-1 0 0 0 0,0-1 0 0 0,1 1 0 0 0,0-1 0 0 0,-1 0 0 0 0,1 0 0 0 0,0 0 1 0 0,0 0-1 0 0,0-1 0 0 0,0 1 0 0 0,0-1 0 0 0,1 0 0 0 0,-1-1 0 0 0,0 1 0 0 0,0-1 0 0 0,1 1 0 0 0,-1-1 1 0 0,9-2-1 0 0,-8 1-117 0 0,1-1 0 0 0,0 1 0 0 0,-1-2 0 0 0,1 1 0 0 0,-1-1 0 0 0,1 1 0 0 0,-1-2 1 0 0,0 1-1 0 0,0 0 0 0 0,-1-1 0 0 0,1 0 0 0 0,-1 0 0 0 0,0-1 0 0 0,0 1 0 0 0,0-1 0 0 0,0 1 1 0 0,-1-1-1 0 0,3-6 0 0 0,4-6-300 0 0,-1 0 1 0 0,-1-1-1 0 0,0 1 1 0 0,6-27-1 0 0,-9 21 191 0 0,0 0 0 0 0,-2-1-1 0 0,0 0 1 0 0,-2 0 0 0 0,-1 1 0 0 0,-1-1-1 0 0,-4-31 1 0 0,1 27 711 0 0,-2 1 0 0 0,-1-1 0 0 0,-1 1-1 0 0,-1 0 1 0 0,-23-46 0 0 0,30 69-227 0 0,1-1 64 0 0,-1 1 0 0 0,0 0 0 0 0,-1 0 0 0 0,1 0 0 0 0,-1 0 0 0 0,0 0 0 0 0,0 1 0 0 0,0-1 0 0 0,0 1 0 0 0,0 0 0 0 0,-1 0 0 0 0,-7-5 0 0 0,11 8-280 0 0,0 0 1 0 0,-1 0 0 0 0,1 0 0 0 0,0 0 0 0 0,-1 0 0 0 0,1 0 0 0 0,0 0 0 0 0,-1 0 0 0 0,1 0 0 0 0,0 1 0 0 0,0-1 0 0 0,-1 0 0 0 0,1 0 0 0 0,0 0 0 0 0,0 0 0 0 0,-1 1 0 0 0,1-1 0 0 0,0 0 0 0 0,0 0 0 0 0,0 1 0 0 0,-1-1 0 0 0,1 0 0 0 0,0 0 0 0 0,0 1 0 0 0,0-1 0 0 0,0 0 0 0 0,-1 1 0 0 0,1-1 0 0 0,0 0 0 0 0,0 1 0 0 0,0-1 0 0 0,0 0 0 0 0,0 0 0 0 0,0 1 0 0 0,0-1 0 0 0,0 0 0 0 0,0 1 0 0 0,0-1 0 0 0,0 1 0 0 0,0 18 214 0 0,0-15-118 0 0,2 47 300 0 0,3 0 1 0 0,2-1 0 0 0,1 0-1 0 0,4 0 1 0 0,23 66 0 0 0,33 63-1016 0 0,8-8-6961 0 0,-65-147-585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39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38 416 9994 0 0,'7'-8'782'0'0,"0"-1"0"0"0,-1 1-1 0 0,0-2 1 0 0,0 1 0 0 0,-1-1-1 0 0,0 1 1 0 0,5-20 0 0 0,19-75 2998 0 0,-25 81-3311 0 0,0-1-1 0 0,1-26 0 0 0,-5 40-380 0 0,0 0 0 0 0,0-1 0 0 0,-1 1-1 0 0,0-1 1 0 0,-1 1 0 0 0,0 0 0 0 0,-5-14-1 0 0,6 23-60 0 0,1-1 1 0 0,-1 0-1 0 0,0 1 0 0 0,0-1 0 0 0,1 1 0 0 0,-1-1 0 0 0,0 1 0 0 0,0-1 0 0 0,0 1 0 0 0,-1 0 0 0 0,1-1 0 0 0,0 1 0 0 0,0 0 0 0 0,-1 0 1 0 0,1 0-1 0 0,-1 0 0 0 0,1 0 0 0 0,-3-1 0 0 0,3 2-9 0 0,0 0 1 0 0,0 0-1 0 0,-1-1 0 0 0,1 1 1 0 0,0 0-1 0 0,-1 0 0 0 0,1 1 1 0 0,0-1-1 0 0,-1 0 0 0 0,1 0 0 0 0,0 1 1 0 0,-1-1-1 0 0,1 0 0 0 0,0 1 1 0 0,0 0-1 0 0,0-1 0 0 0,-1 1 1 0 0,0 1-1 0 0,-3 1 58 0 0,1 1 0 0 0,0 0 0 0 0,0 0 0 0 0,0 0 0 0 0,1 0 0 0 0,-1 1 0 0 0,1-1 0 0 0,0 1 0 0 0,-4 9 0 0 0,1 2-51 0 0,0 0 1 0 0,2 0-1 0 0,0 0 0 0 0,0 1 0 0 0,2 0 0 0 0,0-1 0 0 0,1 1 0 0 0,1 0 0 0 0,0 0 0 0 0,1 0 0 0 0,1-1 0 0 0,1 1 0 0 0,0 0 0 0 0,1-1 1 0 0,1 0-1 0 0,0 0 0 0 0,1 0 0 0 0,11 18 0 0 0,-10-19 9 0 0,1-1 1 0 0,1 0-1 0 0,1-1 1 0 0,-1 0-1 0 0,2-1 1 0 0,0 0-1 0 0,0 0 1 0 0,1-1-1 0 0,1-1 0 0 0,0 0 1 0 0,0-1-1 0 0,1 0 1 0 0,0-1-1 0 0,0-1 1 0 0,1 0-1 0 0,0-1 1 0 0,0 0-1 0 0,1-1 1 0 0,17 3-1 0 0,-24-7-155 0 0,0 0 0 0 0,0 0 1 0 0,-1 0-1 0 0,1-1 0 0 0,0-1 0 0 0,0 0 0 0 0,0 0 0 0 0,0 0 1 0 0,11-5-1 0 0,1-3-454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0.3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45 9674 0 0,'-1'-3'398'0'0,"0"1"-1"0"0,0-1 1 0 0,0 1-1 0 0,0-1 0 0 0,-1 1 1 0 0,1 0-1 0 0,-1 0 1 0 0,0-1-1 0 0,1 1 1 0 0,-1 0-1 0 0,0 0 1 0 0,0 0-1 0 0,0 1 1 0 0,-1-1-1 0 0,1 1 1 0 0,0-1-1 0 0,-1 1 1 0 0,1 0-1 0 0,-1-1 1 0 0,1 1-1 0 0,-1 1 1 0 0,0-1-1 0 0,1 0 1 0 0,-1 0-1 0 0,0 1 0 0 0,-4-1 1 0 0,3 1-280 0 0,1 0 0 0 0,-1 1 0 0 0,0-1 0 0 0,1 1 0 0 0,-1-1 0 0 0,0 1 0 0 0,1 0 0 0 0,-1 0-1 0 0,1 1 1 0 0,0-1 0 0 0,-1 1 0 0 0,1 0 0 0 0,0 0 0 0 0,0 0 0 0 0,0 0 0 0 0,0 0 0 0 0,0 1 0 0 0,1-1 0 0 0,-5 5 0 0 0,-1 5-86 0 0,1 0-1 0 0,0 0 1 0 0,1 1 0 0 0,0 0-1 0 0,1 0 1 0 0,1 0 0 0 0,0 0-1 0 0,0 1 1 0 0,2 0 0 0 0,-1 0-1 0 0,1 17 1 0 0,1-16-6 0 0,1 0 0 0 0,0 1-1 0 0,1-1 1 0 0,1 0 0 0 0,0 0 0 0 0,1-1 0 0 0,1 1 0 0 0,0 0-1 0 0,1-1 1 0 0,9 18 0 0 0,-10-25-151 0 0,0-1 1 0 0,0 0-1 0 0,1 0 1 0 0,-1 0-1 0 0,2 0 1 0 0,-1-1-1 0 0,1 0 1 0 0,-1 0-1 0 0,1 0 1 0 0,0-1-1 0 0,1 0 1 0 0,-1 0-1 0 0,1 0 1 0 0,0-1-1 0 0,0 0 1 0 0,11 3-1 0 0,-7-3-362 0 0,1-1-1 0 0,-1 0 0 0 0,0-1 1 0 0,0 0-1 0 0,1-1 1 0 0,-1 0-1 0 0,0-1 1 0 0,1 0-1 0 0,-1-1 0 0 0,15-4 1 0 0,6-3-6372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0.7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 2304 0 0,'-22'10'20756'0'0,"25"4"-22156"0"0,-3-13 1137 0 0,9 54 1542 0 0,-6-33-1034 0 0,1-1 1 0 0,0 1-1 0 0,2-1 0 0 0,11 30 1 0 0,-15-46-218 0 0,1 0 0 0 0,0 0 0 0 0,0 0 0 0 0,0 0 0 0 0,0-1-1 0 0,1 1 1 0 0,0-1 0 0 0,0 0 0 0 0,0 0 0 0 0,0 0 0 0 0,1 0 0 0 0,-1-1 0 0 0,1 0 0 0 0,0 0 0 0 0,0 0 0 0 0,0-1 0 0 0,1 1 0 0 0,-1-1-1 0 0,1 0 1 0 0,-1-1 0 0 0,11 2 0 0 0,-13-2-13 0 0,0-1 0 0 0,0 1-1 0 0,0-1 1 0 0,0 0 0 0 0,0 0-1 0 0,0-1 1 0 0,0 1 0 0 0,0 0-1 0 0,0-1 1 0 0,0 0 0 0 0,0 0-1 0 0,0 0 1 0 0,0 0 0 0 0,-1 0-1 0 0,1-1 1 0 0,0 1 0 0 0,4-4 0 0 0,-3 1-15 0 0,-1 1 0 0 0,1-1 0 0 0,-1 0 0 0 0,0 0 0 0 0,0 0 0 0 0,-1 0 0 0 0,1-1 0 0 0,-1 1 0 0 0,0-1 0 0 0,2-4 0 0 0,2-11-86 0 0,-1 0 0 0 0,-1-1 1 0 0,-1 1-1 0 0,1-24 0 0 0,-3 37 45 0 0,-1 6 41 0 0,-1 0-1 0 0,1 1 1 0 0,0-1 0 0 0,0 0-1 0 0,0 0 1 0 0,0 1 0 0 0,1-1-1 0 0,-1 0 1 0 0,0 1 0 0 0,0-1 0 0 0,0 0-1 0 0,1 1 1 0 0,-1-1 0 0 0,0 0-1 0 0,0 1 1 0 0,1-1 0 0 0,-1 0-1 0 0,1 1 1 0 0,-1-1 0 0 0,1 1 0 0 0,-1-1-1 0 0,1 1 1 0 0,-1-1 0 0 0,1 1-1 0 0,-1-1 1 0 0,1 1 0 0 0,-1-1-1 0 0,1 1 1 0 0,0 0 0 0 0,-1-1-1 0 0,2 1 1 0 0,0 0 0 0 0,-1 0 0 0 0,0 0 0 0 0,1 1 0 0 0,-1-1-1 0 0,1 1 1 0 0,-1-1 0 0 0,1 1 0 0 0,-1-1 0 0 0,0 1 0 0 0,0 0-1 0 0,1 0 1 0 0,-1 0 0 0 0,0 0 0 0 0,1 1 0 0 0,5 4 16 0 0,0 0 0 0 0,-1 0 1 0 0,-1 1-1 0 0,7 9 0 0 0,18 49 253 0 0,1 2-1149 0 0,-27-61-204 0 0,0 0 1 0 0,-1-1-1 0 0,2 0 1 0 0,-1 0 0 0 0,6 5-1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1.1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0 134 11522 0 0,'2'-2'414'0'0,"0"1"-1"0"0,1-1 0 0 0,-1 1 0 0 0,0 0 0 0 0,0 0 1 0 0,1 0-1 0 0,-1 0 0 0 0,1 1 0 0 0,-1-1 0 0 0,1 1 1 0 0,-1-1-1 0 0,1 1 0 0 0,-1 0 0 0 0,1 0 0 0 0,0 0 1 0 0,-1 0-1 0 0,1 0 0 0 0,-1 1 0 0 0,1-1 0 0 0,4 2 1 0 0,0 0 90 0 0,1 1 1 0 0,-1-1-1 0 0,0 1 0 0 0,0 1 1 0 0,11 6-1 0 0,-8-3-289 0 0,-1 0 1 0 0,0 1-1 0 0,-1 0 0 0 0,0 1 0 0 0,0 0 0 0 0,13 19 0 0 0,29 65 48 0 0,-38-69-55 0 0,0 0 0 0 0,32 45 0 0 0,-50-83-84 0 0,1 0 1 0 0,0 0-1 0 0,0-1 1 0 0,1 1-1 0 0,1-1 1 0 0,1 0 0 0 0,-2-24-1 0 0,4 23-430 0 0,1-1-1 0 0,0 0 1 0 0,1 1 0 0 0,1-1-1 0 0,1 1 1 0 0,0 0 0 0 0,1 0 0 0 0,1 0-1 0 0,0 1 1 0 0,1 0 0 0 0,1 0-1 0 0,0 0 1 0 0,1 1 0 0 0,0 0-1 0 0,21-22 1 0 0,-12 22-693 0 0,0 4-8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1.6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 5985 0 0,'2'-14'5896'0'0,"-2"14"-5752"0"0,1 0 0 0 0,-1 0-1 0 0,0 0 1 0 0,1 0 0 0 0,-1 0 0 0 0,1-1 0 0 0,-1 1-1 0 0,0 0 1 0 0,1 0 0 0 0,-1 0 0 0 0,0 0 0 0 0,1 0-1 0 0,-1 0 1 0 0,1 0 0 0 0,-1 0 0 0 0,0 1 0 0 0,1-1-1 0 0,-1 0 1 0 0,24 7 3790 0 0,-11 5-3268 0 0,-1 1 1 0 0,0 0 0 0 0,-1 0-1 0 0,-1 2 1 0 0,0-1 0 0 0,10 20-1 0 0,-2 1-100 0 0,22 63-1 0 0,-33-74-795 0 0,-7-23 275 0 0,-5-15 77 0 0,2 2-120 0 0,1 0 1 0 0,0 0-1 0 0,0 0 0 0 0,1 0 0 0 0,1-1 1 0 0,0 1-1 0 0,1 0 0 0 0,0 0 0 0 0,1 0 1 0 0,4-16-1 0 0,-1 12-603 0 0,0 0-1 0 0,1 1 1 0 0,1 0 0 0 0,9-17-1 0 0,0 7-7110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2.2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2 180 2761 0 0,'15'26'-107'0'0,"-12"-22"782"0"0,-1-1-1 0 0,1-1 1 0 0,-1 1-1 0 0,1 0 1 0 0,0 0-1 0 0,0-1 1 0 0,0 0-1 0 0,7 4 1 0 0,-8-5-327 0 0,0 0 1 0 0,0-1 0 0 0,0 1-1 0 0,0 0 1 0 0,0-1 0 0 0,0 0-1 0 0,0 1 1 0 0,0-1 0 0 0,0 0-1 0 0,0 0 1 0 0,0 0-1 0 0,0 0 1 0 0,0-1 0 0 0,1 1-1 0 0,-1 0 1 0 0,0-1 0 0 0,0 0-1 0 0,0 1 1 0 0,-1-1-1 0 0,1 0 1 0 0,0 0 0 0 0,0 0-1 0 0,0 0 1 0 0,-1 0 0 0 0,1-1-1 0 0,0 1 1 0 0,-1 0 0 0 0,1-1-1 0 0,-1 0 1 0 0,0 1-1 0 0,1-1 1 0 0,0-1 0 0 0,2-4-234 0 0,-1-1-1 0 0,1 1 1 0 0,-1 0 0 0 0,-1-1 0 0 0,0 1 0 0 0,0-1 0 0 0,0 0-1 0 0,-1 0 1 0 0,0 1 0 0 0,-1-1 0 0 0,1 0 0 0 0,-2 0 0 0 0,1 0 0 0 0,-1 0-1 0 0,0 0 1 0 0,-1 0 0 0 0,1 1 0 0 0,-2-1 0 0 0,1 1 0 0 0,-1-1 0 0 0,0 1-1 0 0,-1 0 1 0 0,0 0 0 0 0,-9-13 0 0 0,12 19-128 0 0,0 0 0 0 0,0 0 0 0 0,0 0 0 0 0,0 0-1 0 0,0 0 1 0 0,-1 0 0 0 0,1 0 0 0 0,0 0 0 0 0,-1 1 0 0 0,1-1 0 0 0,0 0 0 0 0,-1 1 0 0 0,1-1 0 0 0,-1 1-1 0 0,1 0 1 0 0,-1-1 0 0 0,1 1 0 0 0,-1 0 0 0 0,0 0 0 0 0,1 0 0 0 0,-1 0 0 0 0,1 0 0 0 0,-3 1 0 0 0,1 0-43 0 0,1 0 1 0 0,0 0-1 0 0,-1 0 1 0 0,1 0 0 0 0,0 1-1 0 0,0 0 1 0 0,0-1 0 0 0,0 1-1 0 0,0 0 1 0 0,0 0-1 0 0,0 0 1 0 0,-2 4 0 0 0,-1 1-110 0 0,1 0 0 0 0,0 1 0 0 0,0 0 1 0 0,1-1-1 0 0,-1 1 0 0 0,2 1 0 0 0,-4 13 0 0 0,6-15 8 0 0,-1 1 0 0 0,2-1 0 0 0,-1 1 0 0 0,1-1-1 0 0,0 1 1 0 0,0-1 0 0 0,1 1 0 0 0,0-1-1 0 0,1 0 1 0 0,-1 0 0 0 0,1 0 0 0 0,1 0-1 0 0,-1-1 1 0 0,1 1 0 0 0,0-1 0 0 0,1 0-1 0 0,-1 0 1 0 0,1 0 0 0 0,0-1 0 0 0,8 7 0 0 0,-7-7 178 0 0,0 1 0 0 0,1-1 0 0 0,0 0 0 0 0,0-1 1 0 0,0 0-1 0 0,0 0 0 0 0,1 0 0 0 0,-1-1 0 0 0,1 0 0 0 0,0-1 1 0 0,0 0-1 0 0,0 0 0 0 0,0-1 0 0 0,0 1 0 0 0,1-2 1 0 0,-1 1-1 0 0,0-1 0 0 0,12-2 0 0 0,-16 1-88 0 0,1 1-1 0 0,-1-2 0 0 0,1 1 1 0 0,-1 0-1 0 0,1-1 0 0 0,-1 0 1 0 0,0 0-1 0 0,0 0 1 0 0,0-1-1 0 0,0 1 0 0 0,-1-1 1 0 0,1 0-1 0 0,-1 0 0 0 0,1 0 1 0 0,-1 0-1 0 0,0-1 1 0 0,0 0-1 0 0,3-4 0 0 0,0-4-18 0 0,0-1-1 0 0,-1 1 1 0 0,0-1-1 0 0,5-23 1 0 0,-8 25 739 0 0,1 0 0 0 0,0 1 0 0 0,1-1 0 0 0,0 1 0 0 0,1 0 0 0 0,0 0 0 0 0,10-15 1 0 0,-15 24-607 0 0,1 0 1 0 0,-1 1 0 0 0,1-1-1 0 0,-1 0 1 0 0,1 0-1 0 0,0 0 1 0 0,-1 0 0 0 0,1 1-1 0 0,0-1 1 0 0,0 0 0 0 0,0 1-1 0 0,-1-1 1 0 0,1 1 0 0 0,0-1-1 0 0,0 1 1 0 0,0-1 0 0 0,0 1-1 0 0,0-1 1 0 0,0 1 0 0 0,0 0-1 0 0,0 0 1 0 0,0 0 0 0 0,0-1-1 0 0,0 1 1 0 0,0 0 0 0 0,0 0-1 0 0,0 0 1 0 0,0 0 0 0 0,0 1-1 0 0,0-1 1 0 0,0 0 0 0 0,0 0-1 0 0,0 1 1 0 0,0-1 0 0 0,0 0-1 0 0,0 1 1 0 0,0-1 0 0 0,0 1-1 0 0,0-1 1 0 0,0 1-1 0 0,-1 0 1 0 0,1-1 0 0 0,0 1-1 0 0,0 0 1 0 0,-1 0 0 0 0,1-1-1 0 0,0 2 1 0 0,4 6 71 0 0,0-1 0 0 0,0 1-1 0 0,-1 1 1 0 0,5 14 0 0 0,2 0 30 0 0,16 14-221 0 0,-26-35 43 0 0,1 0 1 0 0,0 0 0 0 0,0 0-1 0 0,0-1 1 0 0,0 1 0 0 0,0 0-1 0 0,0-1 1 0 0,0 0-1 0 0,1 1 1 0 0,-1-1 0 0 0,0 0-1 0 0,1 0 1 0 0,-1 0 0 0 0,1-1-1 0 0,2 2 1 0 0,6-33-267 0 0,-4 17 474 0 0,18-34 102 0 0,-24 46-279 0 0,0 0 1 0 0,0 0-1 0 0,1 0 1 0 0,-1 0-1 0 0,1 0 1 0 0,-1 1 0 0 0,1-1-1 0 0,0 0 1 0 0,0 1-1 0 0,0-1 1 0 0,0 1-1 0 0,0-1 1 0 0,0 1-1 0 0,0 0 1 0 0,1 0 0 0 0,3-1-1 0 0,0 3 59 0 0,0 0 1 0 0,0 1-1 0 0,0 0 1 0 0,0 0-1 0 0,0 0 0 0 0,0 1 1 0 0,-1 0-1 0 0,0 0 0 0 0,1 1 1 0 0,4 4-1 0 0,-2-3-34 0 0,28 26-58 0 0,-33-26-191 0 0,1-2-1 0 0,-1 1 1 0 0,1 0 0 0 0,0-1 0 0 0,0 1 0 0 0,1-1 0 0 0,-1 0-1 0 0,0 0 1 0 0,1-1 0 0 0,0 0 0 0 0,0 1 0 0 0,0-2 0 0 0,0 1-1 0 0,5 1 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2.4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44 17052 0 0,'0'-6'337'0'0,"0"4"-220"0"0,0-1-1 0 0,0 0 0 0 0,0 1 0 0 0,0-1 0 0 0,0 0 1 0 0,1 1-1 0 0,-1-1 0 0 0,1 0 0 0 0,0 1 0 0 0,0-1 1 0 0,0 1-1 0 0,2-4 0 0 0,-2 6-53 0 0,0-1-1 0 0,-1 1 1 0 0,1 1-1 0 0,0-1 1 0 0,-1 0 0 0 0,1 0-1 0 0,0 0 1 0 0,0 0 0 0 0,-1 0-1 0 0,1 1 1 0 0,0-1-1 0 0,-1 0 1 0 0,1 1 0 0 0,0-1-1 0 0,-1 0 1 0 0,1 1-1 0 0,-1-1 1 0 0,1 1 0 0 0,0-1-1 0 0,-1 1 1 0 0,1-1 0 0 0,-1 1-1 0 0,1-1 1 0 0,-1 1-1 0 0,0 0 1 0 0,1-1 0 0 0,-1 1-1 0 0,1 0 1 0 0,11 21 2160 0 0,-12-21-2181 0 0,17 40 903 0 0,-2 0 0 0 0,11 49 1 0 0,17 47 180 0 0,-22-91-1064 0 0,49 79 1 0 0,8 16-3007 0 0,-68-119 2129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2.6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72 12899 0 0,'4'2'1152'0'0,"2"-2"-928"0"0,1 0-224 0 0,0 0 0 0 0,1 0 960 0 0,0-2 136 0 0,7 2 33 0 0,10-1 7 0 0,7 0-624 0 0,3-3-128 0 0,1-1-32 0 0,-3-1 0 0 0,-1-1-768 0 0,-2-2-152 0 0,0 0-32 0 0,5-1-8 0 0,2 1 512 0 0,-3-1 96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6:42.7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17972 0 0,'13'14'800'0'0,"-2"-7"160"0"0,0 0-768 0 0,-1-3-192 0 0,-3-3 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4.8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58 8866 0 0,'-15'-34'2040'0'0,"15"32"-1796"0"0,-1 1 0 0 0,0-1 1 0 0,0 1-1 0 0,0-1 0 0 0,0 1 0 0 0,0-1 1 0 0,0 1-1 0 0,0 0 0 0 0,0 0 1 0 0,0-1-1 0 0,-1 1 0 0 0,1 0 1 0 0,0 0-1 0 0,-1 0 0 0 0,1 0 0 0 0,-1 1 1 0 0,1-1-1 0 0,-4-1 0 0 0,4 3-141 0 0,-1-1 0 0 0,1 1 0 0 0,0-1 0 0 0,0 1 0 0 0,0 0 0 0 0,0 0 0 0 0,0-1 0 0 0,0 1 0 0 0,0 0 0 0 0,0 0 0 0 0,0 0 0 0 0,0 0-1 0 0,0 0 1 0 0,1 0 0 0 0,-1 0 0 0 0,0 1 0 0 0,1-1 0 0 0,-1 0 0 0 0,1 0 0 0 0,-1 1 0 0 0,1-1 0 0 0,0 0 0 0 0,-1 0 0 0 0,1 1 0 0 0,0 1 0 0 0,-5 36 1224 0 0,20 441 161 0 0,39-4-1403 0 0,-52-456-60 0 0,31 181 268 0 0,-15-98 266 0 0,7 114-1 0 0,-25-211-542 0 0,0 0-1 0 0,0 0 0 0 0,0 1 0 0 0,-1-1 0 0 0,1 0 1 0 0,-2 0-1 0 0,-2 9 0 0 0,3-13-282 0 0,0 0 0 0 0,0 0 1 0 0,0 0-1 0 0,0 0 0 0 0,0-1 0 0 0,0 1 0 0 0,-1 0 0 0 0,1-1 1 0 0,-1 1-1 0 0,-1 1 0 0 0,-6 2-3531 0 0,7-4 2848 0 0,-1 0 0 0 0,1 0 1 0 0,0 0-1 0 0,-1 0 1 0 0,-4 0-1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0,'74'-23'5820'0'0,"86"-2"-1835"0"0,-123 20-4837 0 0,-15 1-4836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4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 8754 0 0,'4'-2'217'0'0,"-1"0"1"0"0,1 1-1 0 0,0-1 0 0 0,0 1 1 0 0,-1 0-1 0 0,1 0 1 0 0,0 0-1 0 0,0 0 0 0 0,5 0 1 0 0,6-1 96 0 0,30-8 1402 0 0,86-6 0 0 0,-107 15-2104 0 0,0 1-1 0 0,-1 2 1 0 0,1 0-1 0 0,-1 1 0 0 0,37 10 1 0 0,-39-6 360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5.8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7834 0 0,'0'-2'1014'0'0,"5"-1"-205"0"0,18-3 369 0 0,28-4 646 0 0,-47 9-1801 0 0,0 0 1 0 0,1 1 0 0 0,-1 0 0 0 0,0 0 0 0 0,1 0-1 0 0,-1 0 1 0 0,0 1 0 0 0,0 0 0 0 0,1-1 0 0 0,-1 2-1 0 0,0-1 1 0 0,0 0 0 0 0,0 1 0 0 0,0 0-1 0 0,0 0 1 0 0,0 0 0 0 0,-1 0 0 0 0,1 0 0 0 0,-1 1-1 0 0,1 0 1 0 0,-1 0 0 0 0,0 0 0 0 0,5 7-1 0 0,0 2-89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0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4609 0 0,'1'-2'261'0'0,"1"0"0"0"0,0 0 0 0 0,-1 0-1 0 0,1 0 1 0 0,0 0 0 0 0,0 0 0 0 0,0 0 0 0 0,1 1 0 0 0,-1-1 0 0 0,0 1 0 0 0,1 0-1 0 0,-1 0 1 0 0,5-2 0 0 0,-3 1 13 0 0,3-2 216 0 0,0 1 0 0 0,0 0 1 0 0,0 0-1 0 0,1 1 0 0 0,7-2 0 0 0,11 4-543 0 0,-24 0-269 0 0,0 1 1 0 0,1-1-1 0 0,-1 1 1 0 0,0 0 0 0 0,0 0-1 0 0,0 0 1 0 0,0 0-1 0 0,-1 0 1 0 0,1 1-1 0 0,2 1 1 0 0,2 3-1077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4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 4145 0 0,'-2'0'210'0'0,"-19"7"-42"0"0,20-7-37 0 0,0 0-1 0 0,0 0 0 0 0,0 0 0 0 0,1 1 0 0 0,-1-1 0 0 0,0 1 0 0 0,0-1 1 0 0,1 0-1 0 0,-1 1 0 0 0,0-1 0 0 0,1 1 0 0 0,-1-1 0 0 0,0 1 1 0 0,1 0-1 0 0,-1-1 0 0 0,1 1 0 0 0,-1 0 0 0 0,1-1 0 0 0,-1 1 1 0 0,1 0-1 0 0,-1 1 0 0 0,2-2 26 0 0,-1 1 0 0 0,0-1 0 0 0,1 1 0 0 0,0-1 1 0 0,-1 1-1 0 0,1-1 0 0 0,-1 0 0 0 0,1 1 0 0 0,-1-1 0 0 0,1 0 0 0 0,0 0 1 0 0,-1 0-1 0 0,1 1 0 0 0,0-1 0 0 0,-1 0 0 0 0,1 0 0 0 0,-1 0 0 0 0,1 0 0 0 0,0 0 1 0 0,-1 0-1 0 0,1 0 0 0 0,0 0 0 0 0,-1 0 0 0 0,2-1 0 0 0,15 0 806 0 0,-17 1-987 0 0,55-4 2373 0 0,111-8 1656 0 0,83 13-2236 0 0,-205 2-1665 0 0,-7-2-90 0 0,-1 1 0 0 0,1 3 0 0 0,-1 0 0 0 0,0 3 0 0 0,39 13 0 0 0,-54-9-652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6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2761 0 0,'-5'8'5603'0'0,"1"14"-4429"0"0,4-21-1133 0 0,-9 60 1673 0 0,3 1 0 0 0,2 0-1 0 0,3 1 1 0 0,9 73 0 0 0,7-26-875 0 0,40 156 0 0 0,3-1-625 0 0,-14-63-82 0 0,-20-131-2662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65 9218 0 0,'-14'4'-803'0'0,"1"0"4115"0"0,32-10 3597 0 0,143-42-3266 0 0,-107 37-5469 0 0,1 5-3386 0 0,-32 5-1339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49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55 920 0 0,'5'-22'4366'0'0,"-4"21"-4220"0"0,-1-1-1 0 0,0 1 1 0 0,0-1-1 0 0,0 1 1 0 0,0 0-1 0 0,0-1 1 0 0,0 1-1 0 0,0 0 1 0 0,-1-1-1 0 0,1 1 0 0 0,0 0 1 0 0,-1-1-1 0 0,1 1 1 0 0,-1 0-1 0 0,0 0 1 0 0,1-1-1 0 0,-1 1 1 0 0,0 0-1 0 0,0 0 1 0 0,-1-2-1 0 0,0 2 7 0 0,1 1-1 0 0,0-1 1 0 0,0 1-1 0 0,-1-1 1 0 0,1 1 0 0 0,0 0-1 0 0,-1 0 1 0 0,1 0 0 0 0,-1 0-1 0 0,1 0 1 0 0,0 0-1 0 0,-1 0 1 0 0,1 0 0 0 0,0 0-1 0 0,-1 0 1 0 0,1 1-1 0 0,0-1 1 0 0,-1 1 0 0 0,1-1-1 0 0,0 1 1 0 0,-1-1 0 0 0,1 1-1 0 0,0 0 1 0 0,0-1-1 0 0,0 1 1 0 0,-1 1 0 0 0,-20 13 972 0 0,1 0 0 0 0,-35 33 0 0 0,47-39-902 0 0,1 0 0 0 0,-1 1 1 0 0,1 0-1 0 0,1 0 0 0 0,0 1 0 0 0,1 0 1 0 0,-10 21-1 0 0,16-30-239 0 0,-1 0 0 0 0,1 0 0 0 0,0 0-1 0 0,0 0 1 0 0,0 0 0 0 0,0 0 0 0 0,0 0 0 0 0,0 0 0 0 0,0 0 0 0 0,1 0-1 0 0,-1 0 1 0 0,1 0 0 0 0,-1 0 0 0 0,1 0 0 0 0,0-1 0 0 0,0 1-1 0 0,0 0 1 0 0,0 0 0 0 0,0-1 0 0 0,0 1 0 0 0,0 0 0 0 0,1-1-1 0 0,-1 1 1 0 0,1-1 0 0 0,1 2 0 0 0,8 6-116 0 0,0 0-1 0 0,21 12 1 0 0,-5-3-106 0 0,-16-9 179 0 0,0 0 1 0 0,-1 0 0 0 0,0 1 0 0 0,-1 0 0 0 0,13 19 0 0 0,-20-27 86 0 0,-1 0 0 0 0,0 0 0 0 0,1 0 0 0 0,-1 1 1 0 0,0-1-1 0 0,0 0 0 0 0,0 1 0 0 0,0-1 0 0 0,0 0 0 0 0,-1 1 0 0 0,1-1 0 0 0,-1 1 0 0 0,1-1 1 0 0,-1 1-1 0 0,0-1 0 0 0,0 1 0 0 0,0-1 0 0 0,-1 1 0 0 0,1-1 0 0 0,0 1 0 0 0,-1-1 0 0 0,0 1 1 0 0,1-1-1 0 0,-1 1 0 0 0,0-1 0 0 0,0 0 0 0 0,-1 0 0 0 0,1 1 0 0 0,0-1 0 0 0,-1 0 0 0 0,1 0 1 0 0,-1 0-1 0 0,0-1 0 0 0,1 1 0 0 0,-1 0 0 0 0,0-1 0 0 0,0 1 0 0 0,-3 1 0 0 0,-9 6 478 0 0,-1-1 0 0 0,0 0-1 0 0,-1-1 1 0 0,0-1 0 0 0,0 0 0 0 0,0-1-1 0 0,-28 4 1 0 0,33-7-646 0 0,1 0 1 0 0,-1-2-1 0 0,0 1 0 0 0,1-1 0 0 0,-1-1 1 0 0,1 0-1 0 0,-1 0 0 0 0,1-1 0 0 0,-1 0 0 0 0,1-1 1 0 0,0 0-1 0 0,0-1 0 0 0,-14-7 0 0 0,8 1-6813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183 29 4609 0 0,'17'-28'7254'0'0,"-25"42"-5884"0"0,-21 34-461 0 0,2 2 0 0 0,2 1-1 0 0,-26 79 1 0 0,36-82-834 0 0,2 0 0 0 0,2 1 0 0 0,3 0 0 0 0,2 1 0 0 0,1 0 0 0 0,3 0 0 0 0,6 66 0 0 0,5-34-46 0 0,3-2-1 0 0,4 1 1 0 0,3-2 0 0 0,4 0 0 0 0,3-2 0 0 0,4 0-1 0 0,3-3 1 0 0,3 0 0 0 0,69 103 0 0 0,-87-151 56 0 0,1 0 0 0 0,1-2 0 0 0,1 0 0 0 0,1-1 0 0 0,1-2 0 0 0,1 0 0 0 0,33 22 0 0 0,-39-32-32 0 0,1 0 1 0 0,1-1-1 0 0,-1-2 0 0 0,2 1 1 0 0,-1-2-1 0 0,1-1 0 0 0,0 0 1 0 0,0-2-1 0 0,0 0 0 0 0,1-2 1 0 0,29 1-1 0 0,49-10-2207 0 0,-31 2 669 0 0,-54 3 1163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1.9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149 217 1376 0 0,'-34'3'1138'0'0,"26"-2"328"0"0,0 1 0 0 0,1 0-1 0 0,0 1 1 0 0,-12 5-1 0 0,56-13 3789 0 0,-10 2-4203 0 0,17-4-470 0 0,-1 1 0 0 0,1 2-1 0 0,0 2 1 0 0,70 5 0 0 0,-80 0-537 0 0,1-2 1 0 0,0-2-1 0 0,0-1 0 0 0,-1-2 1 0 0,1-1-1 0 0,35-10 0 0 0,-70 14-44 0 0,1 1 0 0 0,-1 0 0 0 0,1 0 0 0 0,-1 0 0 0 0,0 0 0 0 0,1 0-1 0 0,-1 0 1 0 0,0 0 0 0 0,1-1 0 0 0,-1 1 0 0 0,0 0 0 0 0,1 0-1 0 0,-1-1 1 0 0,0 1 0 0 0,1 0 0 0 0,-1 0 0 0 0,0-1 0 0 0,1 1 0 0 0,-1 0-1 0 0,0-1 1 0 0,0 1 0 0 0,0 0 0 0 0,1-1 0 0 0,-1 1 0 0 0,0 0-1 0 0,0-1 1 0 0,0 1 0 0 0,0-1 0 0 0,0 1 0 0 0,0 0 0 0 0,0-1 0 0 0,0 1-1 0 0,0-1 1 0 0,0 0 0 0 0,-7-15-21 0 0,-18-10-30 0 0,-4 6-138 0 0,-2 2 0 0 0,0 1 0 0 0,-1 1 0 0 0,-1 2 0 0 0,0 1 0 0 0,-1 2 0 0 0,-64-13 0 0 0,83 22 198 0 0,1 2 0 0 0,0-1 0 0 0,0 2 0 0 0,0 0 0 0 0,0 0 0 0 0,0 2 1 0 0,0-1-1 0 0,1 2 0 0 0,-1 0 0 0 0,1 1 0 0 0,0 0 0 0 0,0 1 0 0 0,0 0 0 0 0,1 1 0 0 0,0 0 1 0 0,0 1-1 0 0,-19 18 0 0 0,22-19-2 0 0,1 1 0 0 0,0 0 0 0 0,1 1 0 0 0,0 0 0 0 0,0 0 1 0 0,1 0-1 0 0,0 1 0 0 0,0 0 0 0 0,1 0 0 0 0,1 1 0 0 0,0 0 0 0 0,0-1 1 0 0,1 1-1 0 0,0 0 0 0 0,1 1 0 0 0,0-1 0 0 0,1 0 0 0 0,0 0 0 0 0,1 1 0 0 0,0-1 1 0 0,1 1-1 0 0,3 16 0 0 0,-2-17 23 0 0,1 0 0 0 0,0 0-1 0 0,1-1 1 0 0,0 1 0 0 0,0-1 0 0 0,1 0 0 0 0,0 0 0 0 0,1-1 0 0 0,0 1-1 0 0,0-1 1 0 0,1-1 0 0 0,1 1 0 0 0,-1-1 0 0 0,1 0 0 0 0,1-1 0 0 0,-1 0-1 0 0,1 0 1 0 0,0-1 0 0 0,1 0 0 0 0,0 0 0 0 0,0-1 0 0 0,0-1-1 0 0,0 0 1 0 0,1 0 0 0 0,15 3 0 0 0,-3-2 245 0 0,0-1 1 0 0,1-1-1 0 0,-1 0 0 0 0,1-2 0 0 0,0-1 1 0 0,-1-1-1 0 0,46-8 0 0 0,-26 0-37 0 0,-1-3-1 0 0,0-1 1 0 0,56-26 0 0 0,-29 11-1519 0 0,-52 22 833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117 356 1840 0 0,'-5'-4'441'0'0,"1"1"0"0"0,-1 0 0 0 0,0 1 0 0 0,0-1 0 0 0,0 1-1 0 0,0 0 1 0 0,0 0 0 0 0,-11-2 0 0 0,12 3 27 0 0,-1 0-1 0 0,1 0 1 0 0,-1-1-1 0 0,1 1 1 0 0,0-1-1 0 0,0 0 1 0 0,0 0-1 0 0,0 0 1 0 0,0-1-1 0 0,0 1 1 0 0,0-1-1 0 0,1 0 1 0 0,-5-5-1 0 0,8 8-376 0 0,0-1-1 0 0,-1 1 0 0 0,1 0 1 0 0,0-1-1 0 0,0 1 0 0 0,0 0 0 0 0,0-1 1 0 0,0 1-1 0 0,0 0 0 0 0,0-1 1 0 0,0 1-1 0 0,1-1 0 0 0,-1 1 1 0 0,0 0-1 0 0,0-1 0 0 0,0 1 0 0 0,0 0 1 0 0,0-1-1 0 0,1 1 0 0 0,-1 0 1 0 0,0 0-1 0 0,0-1 0 0 0,0 1 1 0 0,1 0-1 0 0,-1 0 0 0 0,0-1 0 0 0,0 1 1 0 0,1 0-1 0 0,-1 0 0 0 0,0-1 1 0 0,1 1-1 0 0,-1 0 0 0 0,0 0 1 0 0,1 0-1 0 0,-1 0 0 0 0,0 0 1 0 0,1 0-1 0 0,-1-1 0 0 0,0 1 0 0 0,1 0 1 0 0,-1 0-1 0 0,0 0 0 0 0,1 0 1 0 0,-1 0-1 0 0,1 0 0 0 0,-1 0 1 0 0,0 1-1 0 0,1-1 0 0 0,-1 0 0 0 0,0 0 1 0 0,3 1 1114 0 0,1 1-844 0 0,2 2-279 0 0,0 0-1 0 0,-1 0 1 0 0,0 1-1 0 0,0-1 1 0 0,0 1-1 0 0,0 0 0 0 0,7 11 1 0 0,28 50 947 0 0,-29-46-682 0 0,26 37 0 0 0,2-13-325 0 0,1-1-1 0 0,84 68 0 0 0,-123-110-10 0 0,0 0 0 0 0,1 0-1 0 0,-1 0 1 0 0,0 0 0 0 0,1 0-1 0 0,-1 0 1 0 0,1 0 0 0 0,-1-1-1 0 0,1 1 1 0 0,-1-1-1 0 0,1 1 1 0 0,0-1 0 0 0,-1 1-1 0 0,1-1 1 0 0,0 0 0 0 0,-1 0-1 0 0,1 0 1 0 0,1 0 0 0 0,-1 0 14 0 0,-1-1 0 0 0,0 1-1 0 0,0-1 1 0 0,0 1 0 0 0,0-1 0 0 0,0 0 0 0 0,1 1 0 0 0,-1-1 0 0 0,0 0 0 0 0,-1 0 0 0 0,1 0 0 0 0,0 0 0 0 0,0 0 0 0 0,0 0 0 0 0,0 0 0 0 0,-1 0 0 0 0,1 0 0 0 0,0-2 0 0 0,3-6 138 0 0,-1-1 1 0 0,0 1-1 0 0,-1-1 0 0 0,0 0 0 0 0,1-9 0 0 0,-1 0-42 0 0,13-42 135 0 0,23-65 0 0 0,-21 76-195 0 0,-2-1 1 0 0,12-72-1 0 0,-26 108-56 0 0,-1-1-1 0 0,0 1 1 0 0,-1-1-1 0 0,-3-15 1 0 0,-1-34-721 0 0,7 47-1729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109 210 3225 0 0,'-7'1'57'0'0,"-59"15"1550"0"0,62-15-1093 0 0,0 1 0 0 0,0 0 1 0 0,0 0-1 0 0,0 0 0 0 0,1 0 1 0 0,-1 1-1 0 0,-5 4 0 0 0,9-6-427 0 0,0-1-1 0 0,1 1 0 0 0,-1-1 0 0 0,0 0 0 0 0,1 1 1 0 0,-1-1-1 0 0,0 1 0 0 0,1-1 0 0 0,-1 1 1 0 0,0-1-1 0 0,1 0 0 0 0,-1 1 0 0 0,1-1 1 0 0,-1 0-1 0 0,1 0 0 0 0,-1 1 0 0 0,0-1 1 0 0,1 0-1 0 0,-1 0 0 0 0,1 1 0 0 0,-1-1 1 0 0,1 0-1 0 0,0 0 0 0 0,-1 0 0 0 0,1 0 1 0 0,-1 0-1 0 0,1 0 0 0 0,-1 0 0 0 0,2 0 1 0 0,19 4 163 0 0,39-3 653 0 0,-1-2 0 0 0,77-11 1 0 0,119-32-100 0 0,-148 24-641 0 0,372-80 1296 0 0,-324 65-1140 0 0,-86 18-311 0 0,44-9 17 0 0,-99 24-53 0 0,1 0 0 0 0,0 1 0 0 0,-1 1 0 0 0,1 0 0 0 0,23 4 0 0 0,-16 3-814 0 0,-13-3-66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2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30 408 6449 0 0,'-4'-4'199'0'0,"1"0"0"0"0,0 0-1 0 0,0 0 1 0 0,1 0-1 0 0,-1-1 1 0 0,1 1 0 0 0,-3-8-1 0 0,4 9 192 0 0,0 1 0 0 0,1-1 0 0 0,-1 1 0 0 0,0-1 0 0 0,1 0 0 0 0,0 0 1 0 0,-1 1-1 0 0,1-1 0 0 0,0 0 0 0 0,1 1 0 0 0,-1-1 0 0 0,0 0 0 0 0,1 0 0 0 0,-1 1 0 0 0,3-5 0 0 0,-3 7-287 0 0,1 0 1 0 0,-1 0-1 0 0,1 0 0 0 0,0 0 0 0 0,-1 0 0 0 0,1 0 1 0 0,0 0-1 0 0,-1 0 0 0 0,1 0 0 0 0,0 0 1 0 0,-1 1-1 0 0,1-1 0 0 0,-1 0 0 0 0,1 0 0 0 0,0 1 1 0 0,-1-1-1 0 0,1 0 0 0 0,-1 1 0 0 0,1-1 1 0 0,-1 1-1 0 0,1-1 0 0 0,-1 1 0 0 0,1-1 1 0 0,-1 1-1 0 0,0-1 0 0 0,1 1 0 0 0,-1-1 0 0 0,1 2 1 0 0,15 16 341 0 0,35 51-312 0 0,46 55 282 0 0,-82-108-375 0 0,0-1 1 0 0,1-1-1 0 0,0 0 0 0 0,2-1 1 0 0,26 16-1 0 0,18 0 75 0 0,-58-28-101 0 0,0 1-1 0 0,0-1 1 0 0,1 0 0 0 0,-1 0 0 0 0,0 0 0 0 0,0-1 0 0 0,1 1 0 0 0,-1-1 0 0 0,0 0 0 0 0,0-1 0 0 0,1 1 0 0 0,-1-1-1 0 0,7-1 1 0 0,-10 1 31 0 0,0 0 0 0 0,0 0 0 0 0,0 1 0 0 0,0-1 0 0 0,0 0 0 0 0,0 0-1 0 0,0 0 1 0 0,-1-1 0 0 0,1 1 0 0 0,0 0 0 0 0,-1 0 0 0 0,1 0 0 0 0,-1-1 0 0 0,1 1-1 0 0,-1 0 1 0 0,0 0 0 0 0,1-1 0 0 0,-1 1 0 0 0,0 0 0 0 0,0-2 0 0 0,2-35 433 0 0,-2 25-198 0 0,6-284 1759 0 0,-3 253-2044 0 0,-2 4-116 0 0,3 0-1 0 0,0 0 1 0 0,3 1 0 0 0,15-50 0 0 0,-19 81-1066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0 138 3225 0 0,'9'-6'1219'0'0,"0"-1"-1"0"0,0 1 1 0 0,0 0 0 0 0,1 1 0 0 0,0 0 0 0 0,11-3 0 0 0,19-11 1016 0 0,6-11-86 0 0,-34 22-1865 0 0,0 0-1 0 0,0 0 1 0 0,23-9 0 0 0,-28 15-880 0 0,1 1 0 0 0,0 1 1 0 0,-1-1-1 0 0,1 1 0 0 0,-1 0 0 0 0,1 1 1 0 0,0 0-1 0 0,-1 0 0 0 0,8 2 0 0 0,0 0-3729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6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0 920 0 0,'3'1'455'0'0,"-1"-1"0"0"0,0 1 0 0 0,1 0 0 0 0,-1-1 0 0 0,0 1 0 0 0,0 0 0 0 0,1 0 0 0 0,-1 1-1 0 0,0-1 1 0 0,0 0 0 0 0,0 1 0 0 0,-1-1 0 0 0,1 1 0 0 0,0 0 0 0 0,0-1 0 0 0,-1 1 0 0 0,1 0 0 0 0,-1 0 0 0 0,0 0 0 0 0,1 0 0 0 0,1 4-1 0 0,22 55 3449 0 0,-21-48-3072 0 0,3 5-258 0 0,-1 1 1 0 0,4 19-1 0 0,-7-21-679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5:58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60 920 0 0,'-1'-3'12265'0'0,"13"7"-9717"0"0,-9-3-2510 0 0,0 0-1 0 0,0 1 1 0 0,0-1-1 0 0,0 1 0 0 0,0 0 1 0 0,-1 0-1 0 0,1 0 1 0 0,-1 0-1 0 0,1 0 0 0 0,2 4 1 0 0,4 9 102 0 0,-1 0-1 0 0,0 1 1 0 0,-1 0 0 0 0,8 31 0 0 0,-9-29-93 0 0,0 0-1 0 0,1-1 1 0 0,0 0 0 0 0,13 20 0 0 0,-15-29-14 0 0,-3-4-12 0 0,0 0 0 0 0,0-1 0 0 0,1 0 1 0 0,-1 1-1 0 0,1-1 0 0 0,0 0 1 0 0,0 0-1 0 0,0 0 0 0 0,6 4 1 0 0,-3-17 271 0 0,23-108 441 0 0,-23 85-579 0 0,2 0 0 0 0,1 0 1 0 0,18-44-1 0 0,-25 73-130 0 0,-1 1 0 0 0,1 0-1 0 0,0 0 1 0 0,-1 0 0 0 0,1 0 0 0 0,1 0-1 0 0,-1 1 1 0 0,0-1 0 0 0,1 1 0 0 0,-1-1 0 0 0,5-2-1 0 0,-6 4-16 0 0,0 1 0 0 0,0-1 0 0 0,1 1 0 0 0,-1 0-1 0 0,0-1 1 0 0,0 1 0 0 0,1 0 0 0 0,-1 0 0 0 0,0 0-1 0 0,1 0 1 0 0,-1 0 0 0 0,0 0 0 0 0,1 0 0 0 0,-1 1-1 0 0,0-1 1 0 0,0 0 0 0 0,1 1 0 0 0,-1-1 0 0 0,0 1-1 0 0,0-1 1 0 0,0 1 0 0 0,0-1 0 0 0,1 1 0 0 0,-1 0-1 0 0,0 0 1 0 0,0 0 0 0 0,0-1 0 0 0,-1 1 0 0 0,1 0-1 0 0,0 0 1 0 0,0 0 0 0 0,0 2 0 0 0,170 207-74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1 120 6913 0 0,'24'-8'1225'0'0,"158"-38"5696"0"0,3 10-5777 0 0,-65 18-1285 0 0,-69 10-4549 0 0,-34 5-201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8290 0 0,'14'24'6627'0'0,"-1"15"-3344"0"0,8 52-1675 0 0,-11-45-516 0 0,18 76-314 0 0,45 174-563 0 0,-71-290-632 0 0,-1 0 1 0 0,0 0-1 0 0,0 0 1 0 0,0 0-1 0 0,-1 8 0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0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67 1376 0 0,'-10'-18'-330'0'0,"3"-12"4134"0"0,7 29-3621 0 0,0 0 0 0 0,0 1 0 0 0,0-1 0 0 0,0 0 0 0 0,0 0 0 0 0,0 1 0 0 0,0-1 0 0 0,1 0 0 0 0,-1 0 0 0 0,0 1 0 0 0,0-1 0 0 0,1 0 0 0 0,-1 1 0 0 0,0-1 0 0 0,1 1 0 0 0,-1-1 0 0 0,1 0 1 0 0,-1 1-1 0 0,1-1 0 0 0,-1 1 0 0 0,1-1 0 0 0,-1 1 0 0 0,1-1 0 0 0,0 1 0 0 0,1-1 29 0 0,-1 1 0 0 0,1-1 0 0 0,0 1 0 0 0,-1 0 0 0 0,1 0 0 0 0,0 0 0 0 0,-1 0 0 0 0,1 0 0 0 0,0 0 0 0 0,-1 0 0 0 0,1 1 0 0 0,-1-1 1 0 0,1 1-1 0 0,0-1 0 0 0,2 2 0 0 0,17 7 845 0 0,0 1 1 0 0,0 1-1 0 0,-1 1 1 0 0,31 23-1 0 0,67 67 249 0 0,-97-82-1208 0 0,-2 2-1 0 0,0 0 1 0 0,-2 1-1 0 0,0 1 0 0 0,-1 0 1 0 0,-2 1-1 0 0,-1 1 1 0 0,0 0-1 0 0,-2 1 1 0 0,10 39-1 0 0,-11-25-72 0 0,-2 0 1 0 0,-1 0-1 0 0,-3 1 0 0 0,-1-1 0 0 0,-2 1 0 0 0,-8 68 0 0 0,1-65 12 0 0,-1 0-1 0 0,-2 0 0 0 0,-30 83 1 0 0,28-102-302 0 0,0 0 1 0 0,-2 0 0 0 0,0-1 0 0 0,-2-1 0 0 0,-1-1-1 0 0,-1 0 1 0 0,-30 32 0 0 0,28-36-6465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45 198 456 0 0,'1'-12'419'0'0,"-1"0"0"0"0,0 0 0 0 0,-3-22 1 0 0,-1 15 1793 0 0,-1 1 0 0 0,0 0 1 0 0,-12-27-1 0 0,12 31-1549 0 0,-1 0 4847 0 0,5 36-1405 0 0,37 327-3131 0 0,-25-291-1062 0 0,2-2 0 0 0,3 0 0 0 0,2 0-1 0 0,28 58 1 0 0,-12-35-2752 0 0,-26-54-4053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5.8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67 2304 0 0,'-1'0'98'0'0,"1"0"0"0"0,-1 0-1 0 0,1 0 1 0 0,-1 0 0 0 0,1 0-1 0 0,-1 0 1 0 0,1 0-1 0 0,-1 0 1 0 0,1 0 0 0 0,-1 0-1 0 0,1 0 1 0 0,-1 0 0 0 0,1-1-1 0 0,-1 1 1 0 0,1 0-1 0 0,0 0 1 0 0,-1-1 0 0 0,1 1-1 0 0,-1 0 1 0 0,1-1 0 0 0,0 1-1 0 0,-1 0 1 0 0,1-1-1 0 0,0 1 1 0 0,-1 0 0 0 0,1-1-1 0 0,0 1 1 0 0,0-1 0 0 0,-1 1-1 0 0,1-1 1 0 0,0 1-1 0 0,0-1 1 0 0,0 1 0 0 0,0 0-1 0 0,0-1 1 0 0,0 1-1 0 0,-1-1 1 0 0,1 1 0 0 0,0-1-1 0 0,0 1 1 0 0,0-1 0 0 0,1 1-1 0 0,-1-1 1 0 0,0 1-1 0 0,0-1 1 0 0,0 1 0 0 0,0-1-1 0 0,0 1 1 0 0,0-1 0 0 0,1 1-1 0 0,-1-1 1 0 0,0 1-1 0 0,0 0 1 0 0,1-1 0 0 0,-1 1-1 0 0,0-1 1 0 0,1 1 0 0 0,0-1-1 0 0,1-2 218 0 0,-1 0 0 0 0,2 0 0 0 0,-1 0 1 0 0,0 1-1 0 0,0-1 0 0 0,1 1 0 0 0,3-4 0 0 0,34-11-730 0 0,-27 12-3226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99 3225 0 0,'-1'0'35'0'0,"-1"-1"0"0"0,1 1 0 0 0,-1 0 0 0 0,1-1 0 0 0,-1 1 0 0 0,1-1 0 0 0,-1 0 0 0 0,1 1 0 0 0,-1-1 0 0 0,1 0 0 0 0,0 0 0 0 0,-1 0 0 0 0,1 0 0 0 0,0 0 0 0 0,0 0 0 0 0,0 0 0 0 0,0 0 0 0 0,0-1 0 0 0,0 1 0 0 0,0 0 0 0 0,0-2 0 0 0,1 1 123 0 0,0 0 0 0 0,1 0 0 0 0,-1 0 0 0 0,1 1 0 0 0,0-1 0 0 0,0 0 0 0 0,-1 0 0 0 0,1 1 0 0 0,0-1 0 0 0,1 0 0 0 0,-1 1 0 0 0,0-1 0 0 0,0 1 0 0 0,1 0 0 0 0,-1-1 0 0 0,1 1 0 0 0,2-2 0 0 0,3-2 173 0 0,0-1 0 0 0,1 2-1 0 0,0-1 1 0 0,-1 1 0 0 0,2 0 0 0 0,-1 1 0 0 0,0 0 0 0 0,1 0 0 0 0,-1 1 0 0 0,1 0 0 0 0,17-2-1 0 0,-6 2-331 0 0,-1 1 0 0 0,0 1-1 0 0,0 1 1 0 0,30 5-1 0 0,-20 0 2 0 0,-1 4 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6.7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 4201 0 0,'0'-2'285'0'0,"0"-1"-1"0"0,1 1 1 0 0,-1 0-1 0 0,1 0 1 0 0,0 0 0 0 0,0 0-1 0 0,0 0 1 0 0,0 0 0 0 0,0 0-1 0 0,0 0 1 0 0,1 0-1 0 0,-1 0 1 0 0,4-3 358 0 0,-10 32 950 0 0,-2 7-1054 0 0,3-20-392 0 0,1-1 0 0 0,0 1-1 0 0,2 0 1 0 0,-1 0 0 0 0,2 0 0 0 0,0 0 0 0 0,1 14 0 0 0,0-26-141 0 0,0 0 1 0 0,-1 0 0 0 0,1 0 0 0 0,0-1-1 0 0,0 1 1 0 0,0 0 0 0 0,1-1-1 0 0,-1 1 1 0 0,0 0 0 0 0,0-1 0 0 0,1 0-1 0 0,-1 1 1 0 0,1-1 0 0 0,-1 0 0 0 0,1 0-1 0 0,0 1 1 0 0,0-2 0 0 0,-1 1 0 0 0,3 1-1 0 0,44 13 62 0 0,-11-4 39 0 0,-33-9-92 0 0,1 0 1 0 0,-1 1-1 0 0,1-1 0 0 0,-1 1 1 0 0,0 0-1 0 0,0 0 0 0 0,-1 1 1 0 0,1-1-1 0 0,-1 1 1 0 0,1 0-1 0 0,-1 0 0 0 0,0 0 1 0 0,4 8-1 0 0,-6-10 30 0 0,0 1 0 0 0,0-1 0 0 0,-1 1 0 0 0,1-1 0 0 0,-1 1 0 0 0,1-1 0 0 0,-1 1 0 0 0,0 0 0 0 0,0-1 0 0 0,0 1 1 0 0,0-1-1 0 0,-1 1 0 0 0,1 0 0 0 0,-1-1 0 0 0,1 1 0 0 0,-1-1 0 0 0,0 1 0 0 0,0-1 0 0 0,0 0 0 0 0,0 1 0 0 0,-1-1 0 0 0,1 0 0 0 0,-1 0 0 0 0,1 0 0 0 0,-1 0 0 0 0,0 0 0 0 0,-3 3 0 0 0,2-2 154 0 0,0 0-1 0 0,-1 0 0 0 0,0 0 1 0 0,0 0-1 0 0,0-1 1 0 0,0 0-1 0 0,0 0 0 0 0,0 0 1 0 0,-6 2-1 0 0,-12-1-4448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 9218 0 0,'0'-1'216'0'0,"1"0"0"0"0,-1-1 1 0 0,1 1-1 0 0,0 0 0 0 0,-1 0 0 0 0,1-1 0 0 0,0 1 0 0 0,0 0 1 0 0,0 0-1 0 0,0 0 0 0 0,0 0 0 0 0,0 0 0 0 0,0 0 1 0 0,0 0-1 0 0,0 1 0 0 0,0-1 0 0 0,0 0 0 0 0,0 0 1 0 0,1 1-1 0 0,-1-1 0 0 0,0 1 0 0 0,1-1 0 0 0,-1 1 0 0 0,2-1 1 0 0,34-7 102 0 0,-34 8-549 0 0,0 0 0 0 0,0 0 0 0 0,1 0 0 0 0,-1 1 0 0 0,0-1 0 0 0,0 1 0 0 0,0 0 0 0 0,3 1 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0,'0'0'12'0'0,"0"-1"0"0"0,0 1-1 0 0,0 0 1 0 0,-1 0 0 0 0,1 0-1 0 0,0 0 1 0 0,0 0 0 0 0,0 0-1 0 0,0 0 1 0 0,0-1 0 0 0,-1 1-1 0 0,1 0 1 0 0,0 0 0 0 0,0 0-1 0 0,0 0 1 0 0,0-1 0 0 0,0 1-1 0 0,0 0 1 0 0,0 0 0 0 0,0 0-1 0 0,0 0 1 0 0,-1-1 0 0 0,1 1-1 0 0,0 0 1 0 0,0 0 0 0 0,0 0-1 0 0,0-1 1 0 0,0 1 0 0 0,0 0-1 0 0,0 0 1 0 0,0 0 0 0 0,0-1-1 0 0,1 1 1 0 0,-1 0 0 0 0,0 0-1 0 0,0 0 1 0 0,0 0 0 0 0,0-1-1 0 0,0 1 1 0 0,0 0 0 0 0,0 0-1 0 0,0 0 1 0 0,0 0 0 0 0,1-1-1 0 0,-1 1 1 0 0,0 0 0 0 0,0 0-1 0 0,13-11 678 0 0,21-7 795 0 0,-31 16-1251 0 0,81-31-122 0 0,-68 26-43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28 3681 0 0,'-21'-10'539'0'0,"-7"-8"8873"0"0,31 32-5221 0 0,2 24-3872 0 0,-5-30 188 0 0,7 107 1256 0 0,-6-77-1650 0 0,1-1 1 0 0,2 0-1 0 0,10 40 1 0 0,13 15-1082 0 0,-7-29-2489 0 0,-12-35-2630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8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57 102 6449 0 0,'-1'-1'97'0'0,"1"1"0"0"0,-1 0 0 0 0,1-1 0 0 0,0 1-1 0 0,-1-1 1 0 0,1 1 0 0 0,-1 0 0 0 0,1-1 0 0 0,-1 1-1 0 0,1 0 1 0 0,-1 0 0 0 0,0-1 0 0 0,1 1 0 0 0,-1 0-1 0 0,1 0 1 0 0,-1 0 0 0 0,1 0 0 0 0,-1 0 0 0 0,0 0 0 0 0,1 0-1 0 0,-1 0 1 0 0,1 0 0 0 0,-1 0 0 0 0,1 0 0 0 0,-1 0-1 0 0,0 0 1 0 0,1 0 0 0 0,-1 0 0 0 0,1 1 0 0 0,-1-1-1 0 0,0 0 1 0 0,-14 18 2145 0 0,-1 25-444 0 0,13-32-1771 0 0,2 0 0 0 0,-1 0 0 0 0,1 0 0 0 0,1 1-1 0 0,0-1 1 0 0,1 0 0 0 0,0 0 0 0 0,0 0 0 0 0,1 0 0 0 0,1 0 0 0 0,0 0 0 0 0,0 0 0 0 0,1-1 0 0 0,0 1 0 0 0,1-1-1 0 0,0 0 1 0 0,1-1 0 0 0,0 1 0 0 0,1-1 0 0 0,0 0 0 0 0,0-1 0 0 0,1 0 0 0 0,0 0 0 0 0,0 0 0 0 0,1-1 0 0 0,0 0 0 0 0,0-1-1 0 0,0 0 1 0 0,1 0 0 0 0,0-1 0 0 0,0-1 0 0 0,1 0 0 0 0,-1 0 0 0 0,1 0 0 0 0,0-2 0 0 0,0 1 0 0 0,0-1 0 0 0,12 0-1 0 0,-10-2 98 0 0,-1 0 0 0 0,0-1 0 0 0,0 0 0 0 0,0-1-1 0 0,0 0 1 0 0,0-1 0 0 0,0-1 0 0 0,-1 0-1 0 0,1 0 1 0 0,-1-1 0 0 0,16-10 0 0 0,-22 13-5 0 0,0-1 0 0 0,-1-1-1 0 0,1 1 1 0 0,-1-1 0 0 0,0 1 0 0 0,0-1 0 0 0,0-1 0 0 0,-1 1 0 0 0,1 0 0 0 0,-1-1 0 0 0,0 0 0 0 0,0 1 0 0 0,-1-1 0 0 0,1 0 0 0 0,-1-1 0 0 0,0 1 0 0 0,-1 0 0 0 0,1 0 0 0 0,-1-1 0 0 0,0 1 0 0 0,-1-1-1 0 0,1 0 1 0 0,-1 1 0 0 0,0-1 0 0 0,0 1 0 0 0,-1-1 0 0 0,-1-7 0 0 0,-1 2-10 0 0,0 0-1 0 0,-1 0 1 0 0,0 1 0 0 0,-1-1-1 0 0,0 1 1 0 0,-1 0 0 0 0,0 1-1 0 0,-1-1 1 0 0,0 1-1 0 0,0 0 1 0 0,-1 1 0 0 0,0 0-1 0 0,0 0 1 0 0,-13-8 0 0 0,-14-9-658 0 0,-2 1 1 0 0,-58-26-1 0 0,35 18-1318 0 0,37 20 413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1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4145 0 0,'43'-14'6500'0'0,"-34"12"-5353"0"0,51-15 3917 0 0,-50 14-5052 0 0,0 2-1 0 0,-1-1 0 0 0,1 2 1 0 0,13-1-1 0 0,-10 2-849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8 8610 0 0,'-18'-8'8502'0'0,"17"13"-7756"0"0,-1 32-161 0 0,2 0 0 0 0,1 0 0 0 0,11 68 0 0 0,-8-78-943 0 0,0 2-1286 0 0,2-1-4934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09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9 123 3225 0 0,'-2'-3'272'0'0,"1"0"0"0"0,0 0 0 0 0,0 0 0 0 0,0 0 0 0 0,0 0 0 0 0,1-1-1 0 0,-1 1 1 0 0,1 0 0 0 0,0-1 0 0 0,0 1 0 0 0,0 0 0 0 0,0-1 0 0 0,1 1 0 0 0,-1 0 0 0 0,1 0 0 0 0,0-1 0 0 0,0 1 0 0 0,0 0 0 0 0,0 0 0 0 0,1 0 0 0 0,-1 0 0 0 0,1 0 0 0 0,0 0 0 0 0,0 1 0 0 0,0-1 0 0 0,0 0 0 0 0,0 1 0 0 0,1 0 0 0 0,-1-1 0 0 0,1 1 0 0 0,-1 0 0 0 0,5-2 0 0 0,-3 1-105 0 0,0 0-1 0 0,0 1 1 0 0,1-1 0 0 0,-1 1-1 0 0,1 0 1 0 0,-1 0 0 0 0,1 1-1 0 0,0 0 1 0 0,-1-1 0 0 0,1 2 0 0 0,0-1-1 0 0,0 0 1 0 0,0 1 0 0 0,0 0-1 0 0,0 0 1 0 0,0 0 0 0 0,0 1 0 0 0,0 0-1 0 0,-1 0 1 0 0,1 0 0 0 0,8 3-1 0 0,-10-1-112 0 0,1-1 0 0 0,-1 0 0 0 0,0 1-1 0 0,0-1 1 0 0,0 1 0 0 0,-1 0-1 0 0,1 0 1 0 0,0 0 0 0 0,-1 0 0 0 0,0 1-1 0 0,0-1 1 0 0,0 1 0 0 0,0-1-1 0 0,-1 1 1 0 0,1 0 0 0 0,-1 0 0 0 0,1 4-1 0 0,2 10-67 0 0,-1 0 0 0 0,2 28 0 0 0,-3-24 50 0 0,-2-9-37 0 0,0 0 0 0 0,-1 0 1 0 0,0-1-1 0 0,-1 1 0 0 0,0 0 1 0 0,-5 13-1 0 0,-6 39 56 0 0,13-65-4 0 0,0 1-1 0 0,-1 0 0 0 0,1 0 1 0 0,0-1-1 0 0,0 1 1 0 0,0 0-1 0 0,0-1 0 0 0,0 1 1 0 0,0 0-1 0 0,1 0 1 0 0,-1-1-1 0 0,0 1 0 0 0,0 0 1 0 0,0-1-1 0 0,1 1 1 0 0,-1 0-1 0 0,0-1 0 0 0,1 1 1 0 0,-1 0-1 0 0,0-1 1 0 0,1 1-1 0 0,-1-1 0 0 0,1 1 1 0 0,-1-1-1 0 0,1 1 1 0 0,-1-1-1 0 0,1 1 0 0 0,0-1 1 0 0,0 1-1 0 0,1 0 30 0 0,0-1 0 0 0,-1 0 0 0 0,1 1 0 0 0,0-1 0 0 0,0 0 0 0 0,-1 0-1 0 0,1 0 1 0 0,0-1 0 0 0,-1 1 0 0 0,1 0 0 0 0,0-1 0 0 0,2 0 0 0 0,46-22 992 0 0,-48 22-1033 0 0,74-46 521 0 0,-28 11-6413 0 0,-20 15-688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2.4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175 112 4145 0 0,'-1'-43'1616'0'0,"2"37"-1059"0"0,-1 0 0 0 0,0-1 0 0 0,0 1 0 0 0,0 0 0 0 0,-1-1 0 0 0,0 1 0 0 0,-1 0 0 0 0,-1-7 0 0 0,3 13-502 0 0,0 0-1 0 0,-1-1 0 0 0,1 1 1 0 0,0 0-1 0 0,0-1 0 0 0,0 1 1 0 0,0 0-1 0 0,0 0 1 0 0,-1-1-1 0 0,1 1 0 0 0,0 0 1 0 0,0 0-1 0 0,-1-1 0 0 0,1 1 1 0 0,0 0-1 0 0,0 0 0 0 0,-1 0 1 0 0,1 0-1 0 0,0-1 1 0 0,0 1-1 0 0,-1 0 0 0 0,1 0 1 0 0,0 0-1 0 0,-1 0 0 0 0,1 0 1 0 0,0 0-1 0 0,-1 0 0 0 0,1 0 1 0 0,0 0-1 0 0,-1 0 1 0 0,1 0-1 0 0,0 0 0 0 0,0 0 1 0 0,-1 0-1 0 0,1 0 0 0 0,0 0 1 0 0,-1 0-1 0 0,1 0 0 0 0,-14 11 731 0 0,-7 19-305 0 0,8-4-320 0 0,1 2 1 0 0,2-1-1 0 0,0 2 0 0 0,-6 32 1 0 0,-15 121 211 0 0,28-165-335 0 0,-23 264 269 0 0,25-223-304 0 0,2 0 1 0 0,17 105-1 0 0,-13-139 5 0 0,2 0-1 0 0,0 0 0 0 0,2-1 0 0 0,0 0 1 0 0,2 0-1 0 0,0-1 0 0 0,2-1 1 0 0,0 0-1 0 0,1-1 0 0 0,2 0 1 0 0,0-1-1 0 0,1-1 0 0 0,31 27 0 0 0,-18-18 55 0 0,4 6 226 0 0,3-1 0 0 0,0-2 0 0 0,2-1 1 0 0,79 43-1 0 0,-81-57-249 0 0,27 14 6 0 0,-59-26-530 0 0,0 0 0 0 0,-1 1 0 0 0,1-1 0 0 0,0 1 0 0 0,4 5 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3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30 181 920 0 0,'-29'-6'8611'0'0,"44"7"-6746"0"0,-14-1-1931 0 0,37 2 1672 0 0,1-2 0 0 0,41-5 0 0 0,26-1-444 0 0,-44 9-1080 0 0,-37-2-1197 0 0,1 0 0 0 0,39-4 0 0 0,-62 2 913 0 0,-1 0-1 0 0,0 0 1 0 0,1 0 0 0 0,-1 0-1 0 0,0-1 1 0 0,0 1 0 0 0,0-1-1 0 0,0 1 1 0 0,0-1 0 0 0,0 0-1 0 0,0 1 1 0 0,-1-1 0 0 0,1 0-1 0 0,0 0 1 0 0,-1 0 0 0 0,0-1 0 0 0,1 1-1 0 0,-1 0 1 0 0,0 0 0 0 0,0-1-1 0 0,0 1 1 0 0,-1-1 0 0 0,1 1-1 0 0,0-4 1 0 0,0 3-38 0 0,0 1 0 0 0,-1-1-1 0 0,1 0 1 0 0,-1 0 0 0 0,0-1 0 0 0,1 1 0 0 0,-1 0-1 0 0,-1 0 1 0 0,1 0 0 0 0,0 0 0 0 0,-1 0-1 0 0,1 0 1 0 0,-1 0 0 0 0,0 0 0 0 0,0 0 0 0 0,0 1-1 0 0,-1-1 1 0 0,1 0 0 0 0,-3-4 0 0 0,-2 2 669 0 0,0 0 1 0 0,-1 1-1 0 0,1-1 1 0 0,-1 1-1 0 0,0 0 1 0 0,0 1-1 0 0,0 0 1 0 0,0 0-1 0 0,-1 1 1 0 0,-14-4-1 0 0,-7 1 2246 0 0,-44-2 0 0 0,67 7-2623 0 0,-4 0 290 0 0,0 1 0 0 0,0 0 0 0 0,0 0 1 0 0,0 1-1 0 0,0 0 0 0 0,1 1 0 0 0,-1 0 0 0 0,-16 9 0 0 0,12-5-163 0 0,0 0 0 0 0,0 1-1 0 0,1 1 1 0 0,-23 20 0 0 0,30-22-176 0 0,0 0 1 0 0,0 0-1 0 0,1 1 1 0 0,0-1-1 0 0,0 1 1 0 0,1 1-1 0 0,0-1 1 0 0,1 1-1 0 0,0-1 1 0 0,0 1-1 0 0,1 0 1 0 0,0 0-1 0 0,0 0 0 0 0,0 13 1 0 0,1-6-1 0 0,1-1 1 0 0,0 1-1 0 0,1 0 1 0 0,1-1-1 0 0,0 0 1 0 0,1 1-1 0 0,9 25 1 0 0,-10-35 23 0 0,1 0-1 0 0,0 0 1 0 0,0 0 0 0 0,0-1 0 0 0,1 1-1 0 0,0-1 1 0 0,0 0 0 0 0,0 0-1 0 0,1 0 1 0 0,-1-1 0 0 0,1 1 0 0 0,11 6-1 0 0,-7-6 71 0 0,0 0 0 0 0,0 0 0 0 0,1-1 0 0 0,0 0 0 0 0,0-1 0 0 0,0 0 0 0 0,15 2 0 0 0,-1-3 80 0 0,0 0 1 0 0,0-2-1 0 0,0 0 0 0 0,0-2 1 0 0,0 0-1 0 0,32-8 0 0 0,-36 4-69 0 0,1 0 0 0 0,-1-1 0 0 0,0 0 0 0 0,-1-2 0 0 0,29-17 0 0 0,6-14-6663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4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236 171 2761 0 0,'-74'15'2319'0'0,"41"-8"-135"0"0,-1-1 0 0 0,-61 3 0 0 0,165-18 614 0 0,-25 2-2298 0 0,470-89 2319 0 0,-379 57-2176 0 0,-93 24-382 0 0,1 2 0 0 0,1 3 0 0 0,56-7 0 0 0,-94 16-206 0 0,0 1-1 0 0,0 0 0 0 0,0 0 1 0 0,0 1-1 0 0,0-1 1 0 0,10 4-1 0 0,-16-4-90 0 0,0 0 0 0 0,0 1 0 0 0,0-1 0 0 0,0 1 0 0 0,0-1 0 0 0,0 1 0 0 0,0-1 0 0 0,0 1 0 0 0,0 0 0 0 0,0-1 0 0 0,-1 1 0 0 0,1 0 0 0 0,0 0 0 0 0,0 0 0 0 0,-1 0 0 0 0,1-1 0 0 0,0 1 0 0 0,0 2 0 0 0,-1-1-175 0 0,1-1 0 0 0,-1 1 0 0 0,0-1 1 0 0,0 1-1 0 0,0 0 0 0 0,0-1 0 0 0,0 1 1 0 0,-1-1-1 0 0,1 1 0 0 0,0 0 0 0 0,-1-1 1 0 0,1 1-1 0 0,-1-1 0 0 0,1 1 1 0 0,-1-1-1 0 0,0 1 0 0 0,-1 0 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8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43 3681 0 0,'-3'-42'15519'0'0,"-5"63"-16283"0"0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55 3225 0 0,'-21'-19'585'0'0,"18"17"-40"0"0,0-1-1 0 0,0 1 1 0 0,1 0-1 0 0,-1 0 1 0 0,-1 1-1 0 0,1-1 1 0 0,0 1-1 0 0,0-1 1 0 0,0 1-1 0 0,-6-1 0 0 0,8 2-397 0 0,-1 1 0 0 0,1-1-1 0 0,0 1 1 0 0,0 0 0 0 0,-1-1-1 0 0,1 1 1 0 0,0 0 0 0 0,0 0-1 0 0,0 0 1 0 0,0 0 0 0 0,0 0-1 0 0,0 0 1 0 0,0 0 0 0 0,0 0-1 0 0,1 0 1 0 0,-1 0 0 0 0,0 1-1 0 0,1-1 1 0 0,-1 0 0 0 0,1 0-1 0 0,-1 1 1 0 0,1-1 0 0 0,-1 0-1 0 0,1 2 1 0 0,-8 35 270 0 0,7-21-411 0 0,1 0 0 0 0,1 0 0 0 0,1 0 0 0 0,1 0 0 0 0,0-1 0 0 0,1 1 0 0 0,1-1 0 0 0,0 0 0 0 0,1 0 0 0 0,1-1 0 0 0,0 1 0 0 0,1-1 0 0 0,1-1 0 0 0,0 0 0 0 0,15 17 0 0 0,-21-28-8 0 0,1 1 1 0 0,-1-1-1 0 0,1 0 0 0 0,0 0 1 0 0,0 0-1 0 0,1-1 0 0 0,-1 1 0 0 0,1-1 1 0 0,-1 0-1 0 0,1 0 0 0 0,0-1 1 0 0,-1 1-1 0 0,1-1 0 0 0,0 0 1 0 0,0 0-1 0 0,0-1 0 0 0,0 1 0 0 0,0-1 1 0 0,8-1-1 0 0,-9 1 70 0 0,-1-1-1 0 0,1 1 1 0 0,-1-1-1 0 0,1 0 1 0 0,0-1-1 0 0,-1 1 1 0 0,0 0-1 0 0,1-1 1 0 0,-1 0-1 0 0,0 0 1 0 0,0 0-1 0 0,0 0 0 0 0,0 0 1 0 0,0 0-1 0 0,0-1 1 0 0,-1 0-1 0 0,1 1 1 0 0,-1-1-1 0 0,0 0 1 0 0,0 0-1 0 0,0 0 1 0 0,0-1-1 0 0,0 1 1 0 0,-1 0-1 0 0,1-1 1 0 0,1-6-1 0 0,-2 4 64 0 0,-1 1-1 0 0,1-1 0 0 0,-1 1 1 0 0,0-1-1 0 0,-1 1 0 0 0,1-1 1 0 0,-1 1-1 0 0,0-1 1 0 0,-1 1-1 0 0,1 0 0 0 0,-1 0 1 0 0,0 0-1 0 0,-5-9 0 0 0,-5-8 727 0 0,-25-34-1 0 0,21 33-574 0 0,-56-76 161 0 0,37 61-2775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7 124 2304 0 0,'-1'-3'279'0'0,"0"-1"0"0"0,0 1-1 0 0,0-1 1 0 0,0 0-1 0 0,0 1 1 0 0,1-1 0 0 0,0 0-1 0 0,0 1 1 0 0,0-1-1 0 0,0 0 1 0 0,0 0 0 0 0,1 1-1 0 0,0-1 1 0 0,0 1-1 0 0,0-1 1 0 0,0 1 0 0 0,0-1-1 0 0,1 1 1 0 0,-1-1-1 0 0,1 1 1 0 0,0 0-1 0 0,0 0 1 0 0,0 0 0 0 0,1 0-1 0 0,-1 0 1 0 0,1 1-1 0 0,0-1 1 0 0,-1 1 0 0 0,1-1-1 0 0,0 1 1 0 0,0 0-1 0 0,1 0 1 0 0,-1 0 0 0 0,0 1-1 0 0,1-1 1 0 0,-1 1-1 0 0,0 0 1 0 0,7-2-1 0 0,-5 2-80 0 0,0-1-1 0 0,0 1 0 0 0,0-1 0 0 0,0 2 0 0 0,0-1 0 0 0,0 0 0 0 0,0 1 0 0 0,0 0 0 0 0,9 1 1 0 0,-12 0-169 0 0,0-1 0 0 0,0 1 0 0 0,0-1 1 0 0,-1 1-1 0 0,1 0 0 0 0,0 0 1 0 0,-1 0-1 0 0,1 0 0 0 0,-1 0 0 0 0,1 0 1 0 0,-1 1-1 0 0,1-1 0 0 0,-1 0 1 0 0,0 1-1 0 0,0-1 0 0 0,1 1 1 0 0,-1-1-1 0 0,0 1 0 0 0,-1 0 0 0 0,1-1 1 0 0,0 1-1 0 0,0 0 0 0 0,-1 0 1 0 0,1-1-1 0 0,-1 1 0 0 0,1 0 1 0 0,-1 0-1 0 0,0 0 0 0 0,0 2 0 0 0,3 35 52 0 0,-3 0 0 0 0,-4 42-1 0 0,-1 17 808 0 0,5-98-875 0 0,0 1 1 0 0,0-1-1 0 0,0 1 1 0 0,0-1-1 0 0,0 1 1 0 0,0-1-1 0 0,0 1 1 0 0,0-1-1 0 0,0 1 1 0 0,1 0-1 0 0,-1-1 1 0 0,0 1-1 0 0,0-1 1 0 0,0 0-1 0 0,1 1 0 0 0,-1-1 1 0 0,0 1-1 0 0,0-1 1 0 0,1 1-1 0 0,-1-1 1 0 0,0 1-1 0 0,1-1 1 0 0,-1 0-1 0 0,1 1 1 0 0,-1-1-1 0 0,0 0 1 0 0,1 1-1 0 0,-1-1 1 0 0,1 0-1 0 0,-1 0 0 0 0,1 0 1 0 0,-1 1-1 0 0,1-1 1 0 0,0 0-1 0 0,22-5 2 0 0,17-20-478 0 0,20-23-3753 0 0,-42 35-650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1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47 920 0 0,'-29'-17'4526'0'0,"22"13"-3270"0"0,0-1 0 0 0,-1 1 0 0 0,1 0 0 0 0,-1 1 0 0 0,0 0-1 0 0,-11-3 1 0 0,16 6-1124 0 0,1-1-1 0 0,-1 1 1 0 0,0 0-1 0 0,0 0 1 0 0,1 1-1 0 0,-1-1 1 0 0,0 1-1 0 0,1-1 0 0 0,-1 1 1 0 0,0 0-1 0 0,1 0 1 0 0,-1 0-1 0 0,1 0 1 0 0,-1 0-1 0 0,1 0 1 0 0,-1 1-1 0 0,1 0 1 0 0,0-1-1 0 0,0 1 0 0 0,0 0 1 0 0,0 0-1 0 0,0 0 1 0 0,0 0-1 0 0,-2 4 1 0 0,-2 4-128 0 0,-1 1 0 0 0,2 0 1 0 0,-1 0-1 0 0,1 0 0 0 0,1 1 1 0 0,0 0-1 0 0,1 0 0 0 0,0 0 1 0 0,1 0-1 0 0,0 0 0 0 0,1 1 1 0 0,1-1-1 0 0,0 0 0 0 0,0 1 0 0 0,1-1 1 0 0,1 0-1 0 0,0 1 0 0 0,4 12 1 0 0,-4-15-4 0 0,1-1 0 0 0,1 0 0 0 0,0 0 0 0 0,0 0 0 0 0,0 0 0 0 0,1-1 0 0 0,0 0 0 0 0,1 1 0 0 0,0-2 0 0 0,10 11 1 0 0,-11-13-2 0 0,0-1 0 0 0,1 1 0 0 0,0-2 0 0 0,-1 1 0 0 0,1 0 0 0 0,0-1 0 0 0,1 0 1 0 0,-1-1-1 0 0,0 1 0 0 0,1-1 0 0 0,0-1 0 0 0,-1 1 0 0 0,1-1 0 0 0,0 0 1 0 0,13 0-1 0 0,-12-1 91 0 0,1-1 1 0 0,0 0 0 0 0,0-1-1 0 0,15-4 1 0 0,-22 6-64 0 0,1-1-1 0 0,0 0 1 0 0,-1 0 0 0 0,1 0-1 0 0,0-1 1 0 0,-1 1 0 0 0,1 0-1 0 0,-1-1 1 0 0,0 0 0 0 0,1 1-1 0 0,-1-1 1 0 0,0 0 0 0 0,0 0 0 0 0,0 0-1 0 0,0-1 1 0 0,-1 1 0 0 0,1 0-1 0 0,1-4 1 0 0,-2 4 1 0 0,-1 0 0 0 0,0 1 0 0 0,0-1 0 0 0,0 1 0 0 0,0-1 0 0 0,0 1 0 0 0,0-1 0 0 0,0 1 0 0 0,0-1 1 0 0,-1 0-1 0 0,1 1 0 0 0,-1-1 0 0 0,1 1 0 0 0,-1-1 0 0 0,0 1 0 0 0,1 0 0 0 0,-1-1 0 0 0,0 1 0 0 0,0 0 0 0 0,0-1 0 0 0,0 1 0 0 0,0 0 0 0 0,0 0 0 0 0,0 0 0 0 0,-1 0 0 0 0,1 0 1 0 0,0 0-1 0 0,0 0 0 0 0,-1 1 0 0 0,1-1 0 0 0,-1 0 0 0 0,1 1 0 0 0,-1-1 0 0 0,-2 0 0 0 0,-3-2 2 0 0,0 1 1 0 0,0 0 0 0 0,0 0-1 0 0,-1 1 1 0 0,1 0-1 0 0,-9 0 1 0 0,0 2-886 0 0,0 0 1 0 0,0 2-1 0 0,-26 6 1 0 0,21-3-5189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0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64 456 0 0,'-49'23'1312'0'0,"38"-20"-92"0"0,0 0 1 0 0,0 0-1 0 0,0-1 0 0 0,0 0 1 0 0,-15-1 1198 0 0,72-19 1694 0 0,173-41-92 0 0,-69 37-9492 0 0,-124 20-95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3.5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32 3225 0 0,'-1'-3'830'0'0,"0"1"0"0"0,-1 0 0 0 0,1-1 0 0 0,0 1 0 0 0,-1 0 0 0 0,0 0 0 0 0,1 0 0 0 0,-1 0 0 0 0,0 0 0 0 0,0 0 0 0 0,0 1 0 0 0,0-1 0 0 0,-4-1 0 0 0,6 2-696 0 0,-1 1 0 0 0,1 0 0 0 0,-1 0 1 0 0,0 0-1 0 0,1 0 0 0 0,-1 0 0 0 0,0-1 0 0 0,1 1 1 0 0,-1 0-1 0 0,0 0 0 0 0,1 1 0 0 0,-1-1 0 0 0,0 0 1 0 0,1 0-1 0 0,-1 0 0 0 0,1 0 0 0 0,-1 0 0 0 0,0 1 1 0 0,0 0-1 0 0,-11 15-6095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66 2761 0 0,'-10'4'4762'0'0,"13"-3"-4598"0"0,-1-1 1 0 0,1 0-1 0 0,-1 0 1 0 0,0 0 0 0 0,1 0-1 0 0,-1 0 1 0 0,0-1 0 0 0,1 1-1 0 0,-1 0 1 0 0,0-1-1 0 0,3-1 1 0 0,46-21 910 0 0,-39 16-614 0 0,2 1 0 0 0,-1 0-1 0 0,1 1 1 0 0,0 0 0 0 0,0 1 0 0 0,0 0-1 0 0,28-2 1 0 0,-40 6-437 0 0,0 0 0 0 0,0 1 0 0 0,-1-1 0 0 0,1 0 0 0 0,0 1 0 0 0,0 0 0 0 0,0-1 0 0 0,0 1-1 0 0,-1 0 1 0 0,1 0 0 0 0,0 0 0 0 0,0 0 0 0 0,-1 0 0 0 0,1 0 0 0 0,-1 1 0 0 0,1-1 0 0 0,-1 0 0 0 0,0 1 0 0 0,0-1 0 0 0,1 1 0 0 0,-1 0 0 0 0,0-1 0 0 0,0 1-1 0 0,0 0 1 0 0,-1 0 0 0 0,1-1 0 0 0,0 1 0 0 0,-1 0 0 0 0,1 3 0 0 0,2 8 280 0 0,0 1 0 0 0,-1 0-1 0 0,0 19 1 0 0,2 6 82 0 0,19 66 814 0 0,15 93-31 0 0,-34-175-1456 0 0,4 32-260 0 0,0-19-5649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4.6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125 110 1376 0 0,'-22'-28'13012'0'0,"22"28"-12959"0"0,0 0-1 0 0,0-1 1 0 0,1 1 0 0 0,-1 0-1 0 0,0 0 1 0 0,0-1 0 0 0,0 1-1 0 0,0 0 1 0 0,0 0-1 0 0,0 0 1 0 0,1-1 0 0 0,-1 1-1 0 0,0 0 1 0 0,0 0-1 0 0,0 0 1 0 0,0-1 0 0 0,1 1-1 0 0,-1 0 1 0 0,0 0-1 0 0,0 0 1 0 0,1 0 0 0 0,-1 0-1 0 0,0 0 1 0 0,0-1 0 0 0,0 1-1 0 0,1 0 1 0 0,-1 0-1 0 0,0 0 1 0 0,1 0 0 0 0,-1 0-1 0 0,0 0 1 0 0,0 0-1 0 0,1 0 1 0 0,-1 0 0 0 0,0 0-1 0 0,0 0 1 0 0,1 0 0 0 0,-1 0-142 0 0,-1 9-3071 0 0,1-7 3167 0 0,-1-1 0 0 0,1 1 0 0 0,-1-1 0 0 0,1 1 0 0 0,-1-1 0 0 0,0 0 0 0 0,0 1 0 0 0,1-1-1 0 0,-1 0 1 0 0,0 1 0 0 0,0-1 0 0 0,0 0 0 0 0,-1 0 0 0 0,1 0 0 0 0,-2 2 0 0 0,-33 16 485 0 0,-2 0-471 0 0,38-22 602 0 0,0-1 0 0 0,0 1 1 0 0,-1-1-1 0 0,1 1 0 0 0,-1-1 0 0 0,1 1 1 0 0,-1 0-1 0 0,-2-7 0 0 0,-5 4-550 0 0,1 0 262 0 0,16 1-8 0 0,5-1-262 0 0,32-12-629 0 0,1 2 0 0 0,0 1 0 0 0,2 3 0 0 0,70-8 0 0 0,-80 14-5746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7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36 2761 0 0,'-69'-5'10526'0'0,"96"4"-8160"0"0,-1-2 0 0 0,34-8 0 0 0,-31 5-1616 0 0,59-4-1 0 0,-78 10-744 0 0,-1 0 0 0 0,1 1 0 0 0,-1 0-1 0 0,0 0 1 0 0,0 1 0 0 0,1 0 0 0 0,-1 1-1 0 0,-1 0 1 0 0,1 0 0 0 0,13 8 0 0 0,-8-1-2855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37 4145 0 0,'-18'-36'12487'0'0,"25"92"-6916"0"0,17 35-5280 0 0,-3-17-244 0 0,-11-33-128 0 0,2 7-164 0 0,-2 1 0 0 0,5 66 0 0 0,-14-107-863 0 0,-1-1 0 0 0,-1 1-1 0 0,0 0 1 0 0,0 0 0 0 0,0-1 0 0 0,-1 1 0 0 0,-5 13 0 0 0,-4 8-3542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16:26:28.9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6 6913 0 0,'-41'-5'11176'0'0,"64"20"-10462"0"0,0 2-1 0 0,-1 1 1 0 0,0 0 0 0 0,28 34-1 0 0,-18-15-655 0 0,49 74 0 0 0,-57-70-54 0 0,-2 0 1 0 0,-2 2-1 0 0,-1 0 1 0 0,13 51-1 0 0,33 187-70 0 0,-64-275 52 0 0,9 47-84 0 0,-3 1 0 0 0,1 84 0 0 0,-8-122-38 0 0,-1 0-1 0 0,-1 0 0 0 0,0 0 0 0 0,-1 0 1 0 0,-1-1-1 0 0,0 1 0 0 0,-1-1 0 0 0,-1 0 1 0 0,0 0-1 0 0,-1-1 0 0 0,-1 0 0 0 0,0 0 1 0 0,-12 15-1 0 0,-14 8-1690 0 0,-4 1-4627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1:56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26 456 0 0,'-3'4'9310'0'0,"11"4"-7129"0"0,-7-6-1995 0 0,1-1-1 0 0,-1 0 1 0 0,1 0 0 0 0,0 0 0 0 0,0 0-1 0 0,0 0 1 0 0,0 0 0 0 0,-1 0 0 0 0,1 0-1 0 0,0-1 1 0 0,0 1 0 0 0,0-1-1 0 0,3 1 1 0 0,20-1 1752 0 0,-13 1-1674 0 0,-1-1 0 0 0,0 0-1 0 0,20-3 1 0 0,12-4 476 0 0,74-3 1 0 0,-107 9-730 0 0,67-9 438 0 0,-57 6-180 0 0,1 2 1 0 0,-1 0-1 0 0,35 1 1 0 0,104 2 135 0 0,-72-3 158 0 0,119 7 375 0 0,-156-7-932 0 0,65-11 0 0 0,-113 13-197 0 0,1 0 1 0 0,-1 0-1 0 0,1 0 1 0 0,-1 0-1 0 0,1 0 0 0 0,-1 0 1 0 0,1 1-1 0 0,-1-1 1 0 0,4 2-1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0.2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485 34 3225 0 0,'0'-2'39'0'0,"-1"0"-1"0"0,0 0 1 0 0,1 1 0 0 0,-1-1 0 0 0,0 0 0 0 0,0 0-1 0 0,-1 1 1 0 0,1-1 0 0 0,0 0 0 0 0,0 1 0 0 0,-1-1 0 0 0,1 1-1 0 0,-1 0 1 0 0,1-1 0 0 0,-1 1 0 0 0,0 0 0 0 0,0 0 0 0 0,1 0-1 0 0,-1 0 1 0 0,0 1 0 0 0,0-1 0 0 0,0 0 0 0 0,0 1-1 0 0,0-1 1 0 0,0 1 0 0 0,0-1 0 0 0,0 1 0 0 0,0 0 0 0 0,0 0-1 0 0,0 0 1 0 0,0 0 0 0 0,0 1 0 0 0,0-1 0 0 0,0 0 0 0 0,0 1-1 0 0,0-1 1 0 0,0 1 0 0 0,0 0 0 0 0,0 0 0 0 0,1 0-1 0 0,-4 1 1 0 0,-4 3 166 0 0,0 1 0 0 0,0 0 0 0 0,0 0 0 0 0,1 1 0 0 0,0 0-1 0 0,-13 15 1 0 0,-18 28 474 0 0,-61 105 0 0 0,27-38-132 0 0,56-92-388 0 0,-48 78 647 0 0,56-89-607 0 0,2 1 0 0 0,0 1 0 0 0,1 0 0 0 0,0 0 0 0 0,-3 17 0 0 0,9-32-160 0 0,-1 0 1 0 0,1 0-1 0 0,0 0 1 0 0,-1 0-1 0 0,1 1 1 0 0,0-1-1 0 0,0 0 1 0 0,0 0 0 0 0,0 0-1 0 0,0 1 1 0 0,0-1-1 0 0,0 0 1 0 0,1 0-1 0 0,-1 0 1 0 0,0 0-1 0 0,1 0 1 0 0,-1 1-1 0 0,0-1 1 0 0,1 0-1 0 0,0 0 1 0 0,-1 0-1 0 0,1 0 1 0 0,-1 0-1 0 0,1 0 1 0 0,0-1-1 0 0,1 3 1 0 0,0-2 7 0 0,0-1 0 0 0,0 1 0 0 0,0-1 1 0 0,0 1-1 0 0,-1-1 0 0 0,1 0 0 0 0,0 1 0 0 0,0-1 0 0 0,0 0 1 0 0,0 0-1 0 0,0 0 0 0 0,0-1 0 0 0,0 1 0 0 0,3-1 1 0 0,9-3 124 0 0,-1-1 1 0 0,1 0-1 0 0,16-10 1 0 0,-26 14-140 0 0,24-14 250 0 0,-1-1 1 0 0,0-1 0 0 0,24-22 0 0 0,-35 27-27 0 0,-1-2 1 0 0,-1 0 0 0 0,0-1-1 0 0,-1 0 1 0 0,21-33-1 0 0,-20 16 608 0 0,-20 50-797 0 0,-26 76-573 0 0,15-47 286 0 0,1 1 0 0 0,2 0 0 0 0,3 1-1 0 0,-7 62 1 0 0,18-109 210 0 0,-1 0 0 0 0,1 1-1 0 0,0-1 1 0 0,0 0 0 0 0,0 1-1 0 0,0-1 1 0 0,1 0 0 0 0,-1 1-1 0 0,1-1 1 0 0,-1 0 0 0 0,1 1 0 0 0,0-1-1 0 0,0 0 1 0 0,0 0 0 0 0,0 0-1 0 0,0 0 1 0 0,0 0 0 0 0,0 0-1 0 0,1 0 1 0 0,-1 0 0 0 0,4 3 0 0 0,-3-4-21 0 0,0-1 0 0 0,1 1 0 0 0,-1 0 0 0 0,0 0 1 0 0,0-1-1 0 0,1 0 0 0 0,-1 1 0 0 0,0-1 0 0 0,1 0 1 0 0,-1 0-1 0 0,0 0 0 0 0,1 0 0 0 0,-1-1 0 0 0,1 1 1 0 0,-1-1-1 0 0,0 1 0 0 0,0-1 0 0 0,1 0 0 0 0,-1 0 1 0 0,0 0-1 0 0,4-2 0 0 0,21-13-139 0 0,0-1-1 0 0,-2-2 1 0 0,0 0-1 0 0,0-2 1 0 0,-2-1-1 0 0,24-29 1 0 0,58-50 2325 0 0,-105 101-2097 0 0,0-1 0 0 0,1 1 1 0 0,-1-1-1 0 0,1 1 1 0 0,-1-1-1 0 0,0 1 1 0 0,1 0-1 0 0,-1-1 0 0 0,1 1 1 0 0,-1 0-1 0 0,1-1 1 0 0,-1 1-1 0 0,1 0 1 0 0,-1 0-1 0 0,1-1 0 0 0,-1 1 1 0 0,1 0-1 0 0,0 0 1 0 0,-1 0-1 0 0,1 0 1 0 0,-1 0-1 0 0,1 0 1 0 0,-1 0-1 0 0,1 0 0 0 0,0 0 1 0 0,-1 0-1 0 0,1 0 1 0 0,0 0-1 0 0,1 16 866 0 0,-12 22-330 0 0,10-38-592 0 0,-9 24-81 0 0,-2 4-131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1.56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281 24 3225 0 0,'-4'4'196'0'0,"-1"-1"1"0"0,0 1 0 0 0,1 1-1 0 0,0-1 1 0 0,0 1 0 0 0,-3 4-1 0 0,-7 8 63 0 0,-44 43 357 0 0,17-19-19 0 0,2 1-1 0 0,-34 49 1 0 0,70-87-470 0 0,1 0 0 0 0,-1 1 1 0 0,1-1-1 0 0,-1 1 1 0 0,1 0-1 0 0,1 0 1 0 0,-1-1-1 0 0,1 1 0 0 0,-1 0 1 0 0,1 6-1 0 0,1-10-79 0 0,0 0-1 0 0,0 0 1 0 0,0 0-1 0 0,0 0 1 0 0,0 0-1 0 0,0 0 1 0 0,0 0-1 0 0,1 0 0 0 0,-1 0 1 0 0,1 0-1 0 0,-1 0 1 0 0,0 0-1 0 0,1 0 1 0 0,-1 0-1 0 0,1 0 1 0 0,0 0-1 0 0,-1-1 0 0 0,1 1 1 0 0,0 0-1 0 0,1 1 1 0 0,-1-1-12 0 0,1-1 1 0 0,0 1-1 0 0,0 0 1 0 0,0 0-1 0 0,0-1 0 0 0,0 1 1 0 0,0-1-1 0 0,0 1 1 0 0,0-1-1 0 0,0 0 0 0 0,0 0 1 0 0,0 0-1 0 0,0 0 1 0 0,3-1-1 0 0,8-1 145 0 0,-1 0-1 0 0,0-1 0 0 0,0-1 0 0 0,0 0 1 0 0,0-1-1 0 0,0 0 0 0 0,-1 0 1 0 0,11-8-1 0 0,5-5 741 0 0,48-40 0 0 0,-50 37-530 0 0,-2 0-1 0 0,0-2 1 0 0,-1-1 0 0 0,-1 0 0 0 0,33-53-1 0 0,-52 73-376 0 0,0-1-1 0 0,-1 1 0 0 0,1-1 0 0 0,-1 0 1 0 0,0 0-1 0 0,0 0 0 0 0,0 0 0 0 0,-1 0 0 0 0,0-7 1 0 0,1 11 0 0 0,-1 0 0 0 0,0 0 0 0 0,-1 0 1 0 0,1 0-1 0 0,0 0 0 0 0,0 0 0 0 0,0 0 1 0 0,-1 0-1 0 0,1-1 0 0 0,0 1 0 0 0,-1 0 1 0 0,1 0-1 0 0,-1 0 0 0 0,0 0 0 0 0,1 1 1 0 0,-1-1-1 0 0,0 0 0 0 0,1 0 0 0 0,-1 0 1 0 0,0 0-1 0 0,0 1 0 0 0,0-1 0 0 0,1 0 1 0 0,-1 1-1 0 0,0-1 0 0 0,0 1 0 0 0,0-1 1 0 0,0 1-1 0 0,0-1 0 0 0,0 1 0 0 0,-1 0 1 0 0,1-1-1 0 0,0 1 0 0 0,0 0 0 0 0,0 0 1 0 0,0 0-1 0 0,0 0 0 0 0,0 0 0 0 0,0 0 1 0 0,0 0-1 0 0,-1 0 0 0 0,1 0 0 0 0,0 1 1 0 0,0-1-1 0 0,0 0 0 0 0,0 1 0 0 0,-1 0 1 0 0,-2 0 1 0 0,0 1-1 0 0,0 0 1 0 0,1 0 0 0 0,-1 0 0 0 0,1 1 0 0 0,-1-1 0 0 0,1 1 0 0 0,0-1 0 0 0,0 1 0 0 0,0 0 0 0 0,-2 4 0 0 0,-29 40-242 0 0,28-37 127 0 0,-18 28-250 0 0,2 1 0 0 0,2 1 0 0 0,1 1 0 0 0,2 1 0 0 0,2 0 0 0 0,-13 62 0 0 0,26-96 314 0 0,1 0 0 0 0,0 0 0 0 0,1 1 0 0 0,0-1-1 0 0,0 0 1 0 0,1 1 0 0 0,0-1 0 0 0,0 0 0 0 0,1 0 0 0 0,0 0 0 0 0,5 13 0 0 0,-6-18-3 0 0,1-1 0 0 0,-1 1 0 0 0,1-1 0 0 0,-1 1 1 0 0,1-1-1 0 0,0 0 0 0 0,0 0 0 0 0,0 0 0 0 0,0 0 0 0 0,0 0 1 0 0,0 0-1 0 0,1 0 0 0 0,-1 0 0 0 0,0-1 0 0 0,1 0 0 0 0,0 1 1 0 0,-1-1-1 0 0,1 0 0 0 0,0 0 0 0 0,-1 0 0 0 0,1-1 1 0 0,0 1-1 0 0,0-1 0 0 0,0 1 0 0 0,0-1 0 0 0,0 0 0 0 0,0 0 1 0 0,-1 0-1 0 0,1-1 0 0 0,0 1 0 0 0,0-1 0 0 0,0 1 0 0 0,0-1 1 0 0,-1 0-1 0 0,5-2 0 0 0,9-4 43 0 0,0 0 0 0 0,0-1 0 0 0,-1-1 0 0 0,0-1 0 0 0,-1 0 0 0 0,0 0 0 0 0,21-22 0 0 0,80-97 2043 0 0,-109 121-1914 0 0,-6 8-124 0 0,11-13 119 0 0,-1 0 0 0 0,0-1 0 0 0,-1 0 0 0 0,9-20 0 0 0,-16 31-113 0 0,-1 1 0 0 0,0-1-1 0 0,0 0 1 0 0,-1 0 0 0 0,1 1 0 0 0,-1-1-1 0 0,1 0 1 0 0,-1 0 0 0 0,0 0 0 0 0,0 0 0 0 0,0 0-1 0 0,0 0 1 0 0,-1 0 0 0 0,0-3 0 0 0,0 4-3 0 0,0 0 0 0 0,0 0 1 0 0,0 0-1 0 0,0 1 1 0 0,-1-1-1 0 0,1 0 0 0 0,-1 1 1 0 0,1-1-1 0 0,-1 1 1 0 0,1-1-1 0 0,-1 1 1 0 0,0 0-1 0 0,0 0 0 0 0,0 0 1 0 0,0 0-1 0 0,0 0 1 0 0,0 0-1 0 0,0 0 0 0 0,0 1 1 0 0,0-1-1 0 0,0 1 1 0 0,-2-1-1 0 0,-1 0 24 0 0,1 0 0 0 0,-1 1 0 0 0,1-1 0 0 0,-1 1 0 0 0,0 0-1 0 0,1 0 1 0 0,-1 1 0 0 0,1-1 0 0 0,-1 1 0 0 0,1 0 0 0 0,0 0 0 0 0,-1 1 0 0 0,1-1 0 0 0,0 1 0 0 0,-6 3-1 0 0,4-2-28 0 0,0 2 0 0 0,0-1 0 0 0,1 1 0 0 0,-1 0 0 0 0,1 0 0 0 0,0 1 0 0 0,0-1-1 0 0,-6 11 1 0 0,-1 6-95 0 0,0-1-1 0 0,2 1 1 0 0,1 1 0 0 0,-11 38-1 0 0,14-42 63 0 0,-24 97-35 0 0,28-103 59 0 0,0 0-1 0 0,0 0 0 0 0,2 0 0 0 0,-1 1 0 0 0,2-1 1 0 0,3 24-1 0 0,-4-35 5 0 0,0 0 1 0 0,1 0-1 0 0,-1 0 0 0 0,1 0 1 0 0,0 0-1 0 0,-1 0 1 0 0,1 0-1 0 0,0 0 0 0 0,0 0 1 0 0,0-1-1 0 0,1 1 1 0 0,-1 0-1 0 0,0-1 1 0 0,1 1-1 0 0,-1-1 0 0 0,0 1 1 0 0,1-1-1 0 0,0 0 1 0 0,-1 1-1 0 0,1-1 0 0 0,0 0 1 0 0,0 0-1 0 0,0 0 1 0 0,0-1-1 0 0,-1 1 0 0 0,1 0 1 0 0,0-1-1 0 0,0 1 1 0 0,0-1-1 0 0,1 0 1 0 0,-1 1-1 0 0,0-1 0 0 0,0 0 1 0 0,0 0-1 0 0,0 0 1 0 0,0-1-1 0 0,0 1 0 0 0,0-1 1 0 0,0 1-1 0 0,0-1 1 0 0,2 0-1 0 0,6-3 112 0 0,0 0 0 0 0,-1 0-1 0 0,1 0 1 0 0,-1-1 0 0 0,0-1 0 0 0,14-11 0 0 0,1-3 271 0 0,0-2 0 0 0,38-47 1 0 0,-51 57-276 0 0,-2-2-1 0 0,0 1 1 0 0,0-1 0 0 0,-1-1 0 0 0,-1 1 0 0 0,-1-1 0 0 0,8-24-1 0 0,-13 36-113 0 0,-1 0 0 0 0,1 0 0 0 0,-1 0 0 0 0,1 0 0 0 0,-1-1-1 0 0,0 1 1 0 0,0 0 0 0 0,0 0 0 0 0,-1-1 0 0 0,1 1 0 0 0,-1 0-1 0 0,0 0 1 0 0,0 0 0 0 0,0 0 0 0 0,0 0 0 0 0,0 0 0 0 0,-1 0-1 0 0,1 0 1 0 0,-1 1 0 0 0,-3-5 0 0 0,3 5-88 0 0,1 1 0 0 0,-1-1-1 0 0,0 1 1 0 0,0-1 0 0 0,0 1 0 0 0,0 0 0 0 0,-1 0-1 0 0,1 0 1 0 0,0 0 0 0 0,0 1 0 0 0,-1-1 0 0 0,1 1-1 0 0,0-1 1 0 0,-1 1 0 0 0,1 0 0 0 0,0-1 0 0 0,-1 1-1 0 0,1 1 1 0 0,0-1 0 0 0,-1 0 0 0 0,1 0 0 0 0,0 1-1 0 0,-1 0 1 0 0,1-1 0 0 0,0 1 0 0 0,0 0 0 0 0,-1 0-1 0 0,-2 2 1 0 0,-2 1-622 0 0,0 0 0 0 0,1 1 0 0 0,-1-1 0 0 0,1 2 0 0 0,-11 10 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4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19 7370 0 0,'0'-1'86'0'0,"0"0"0"0"0,0 0 0 0 0,0 0 0 0 0,0 0 0 0 0,-1 1 0 0 0,1-1 0 0 0,0 0 0 0 0,-1 0 0 0 0,1 1 0 0 0,0-1 1 0 0,-1 0-1 0 0,1 1 0 0 0,-1-1 0 0 0,1 0 0 0 0,-1 1 0 0 0,0-1 0 0 0,1 0 0 0 0,-1 1 0 0 0,0-1 0 0 0,1 1 0 0 0,-1 0 0 0 0,0-1 1 0 0,1 1-1 0 0,-1-1 0 0 0,0 1 0 0 0,0 0 0 0 0,0 0 0 0 0,1-1 0 0 0,-1 1 0 0 0,0 0 0 0 0,0 0 0 0 0,0 0 0 0 0,0 0 1 0 0,1 0-1 0 0,-1 0 0 0 0,0 0 0 0 0,0 0 0 0 0,0 0 0 0 0,1 0 0 0 0,-1 1 0 0 0,0-1 0 0 0,0 0 0 0 0,0 1 0 0 0,1-1 0 0 0,-1 0 1 0 0,0 1-1 0 0,0-1 0 0 0,-1 2 0 0 0,-3 2 137 0 0,-1 0 1 0 0,1 1-1 0 0,0 0 1 0 0,0 0-1 0 0,1 0 1 0 0,-1 1 0 0 0,1 0-1 0 0,0 0 1 0 0,1 0-1 0 0,0 0 1 0 0,-5 12-1 0 0,-3 11 244 0 0,-10 37 1 0 0,20-63-416 0 0,-15 62 445 0 0,2 0 1 0 0,4 0-1 0 0,-5 122 1 0 0,15-135-212 0 0,2 1 0 0 0,2 0 1 0 0,3-1-1 0 0,2 0 0 0 0,20 66 0 0 0,-22-99-167 0 0,0 0-1 0 0,0-1 1 0 0,2 0-1 0 0,0-1 1 0 0,1 0-1 0 0,1 0 1 0 0,0-1-1 0 0,2 0 1 0 0,-1-1-1 0 0,2-1 1 0 0,17 15-1 0 0,-20-20-342 0 0,0-1 0 0 0,1 0 0 0 0,0 0 0 0 0,1-1 0 0 0,0-1 0 0 0,0-1 0 0 0,0 1 0 0 0,0-2 0 0 0,1 0 0 0 0,0-1 0 0 0,0 0 0 0 0,0-1 0 0 0,0 0 0 0 0,0-1 0 0 0,0-1 0 0 0,19-2 0 0 0,3-2-1031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4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27 11979 0 0,'0'-1'122'0'0,"0"-1"0"0"0,-1 1 0 0 0,1-1 0 0 0,-1 1 0 0 0,0-1 0 0 0,1 1 0 0 0,-1-1 0 0 0,0 1 0 0 0,0 0 0 0 0,0 0 0 0 0,0-1 0 0 0,0 1 0 0 0,0 0 0 0 0,0 0 0 0 0,0 0 0 0 0,-1 0 0 0 0,1 0 0 0 0,0 0 0 0 0,-1 0 0 0 0,-2 0 0 0 0,3 1-40 0 0,-1 0-1 0 0,1 0 0 0 0,-1 1 0 0 0,1-1 1 0 0,-1 0-1 0 0,1 1 0 0 0,-1 0 0 0 0,1-1 1 0 0,-1 1-1 0 0,1 0 0 0 0,-1 0 0 0 0,1 0 1 0 0,0 0-1 0 0,0 0 0 0 0,-1 0 0 0 0,1 0 1 0 0,0 0-1 0 0,0 0 0 0 0,0 1 0 0 0,0-1 1 0 0,0 0-1 0 0,0 2 0 0 0,-11 15 85 0 0,1 1-1 0 0,1 0 1 0 0,1 0-1 0 0,1 0 1 0 0,0 1-1 0 0,2 1 1 0 0,0-1-1 0 0,1 1 1 0 0,1 0-1 0 0,-2 37 1 0 0,7-50-152 0 0,-1 0 0 0 0,1 0 0 0 0,0 0 0 0 0,1 0 1 0 0,0 0-1 0 0,0-1 0 0 0,1 1 0 0 0,0-1 0 0 0,0 1 0 0 0,1-1 1 0 0,0 0-1 0 0,0 0 0 0 0,0-1 0 0 0,1 1 0 0 0,0-1 1 0 0,1 0-1 0 0,-1 0 0 0 0,1 0 0 0 0,0-1 0 0 0,0 0 1 0 0,10 6-1 0 0,-11-8-11 0 0,0-1 1 0 0,0 1 0 0 0,0 0-1 0 0,0-1 1 0 0,0 0 0 0 0,1-1-1 0 0,-1 1 1 0 0,0-1 0 0 0,1 0-1 0 0,-1 0 1 0 0,1-1 0 0 0,-1 1-1 0 0,1-1 1 0 0,0 0 0 0 0,-1-1-1 0 0,1 0 1 0 0,-1 1 0 0 0,1-2-1 0 0,-1 1 1 0 0,0-1 0 0 0,1 1-1 0 0,-1-2 1 0 0,0 1 0 0 0,0 0-1 0 0,0-1 1 0 0,0 0 0 0 0,-1 0-1 0 0,1-1 1 0 0,-1 1 0 0 0,0-1-1 0 0,5-5 1 0 0,-6 5-17 0 0,0-1 0 0 0,0 1 0 0 0,0-1 0 0 0,-1 0 0 0 0,0 0 0 0 0,0 1 0 0 0,0-2 1 0 0,0 1-1 0 0,-1 0 0 0 0,0 0 0 0 0,0 0 0 0 0,0-1 0 0 0,-1 1 0 0 0,1 0 0 0 0,-1-1 0 0 0,-1 1 0 0 0,1 0 0 0 0,-3-10 0 0 0,2 5-2 0 0,0 1 0 0 0,1-1 1 0 0,0 0-1 0 0,3-14 0 0 0,-3 24 15 0 0,0 0 0 0 0,0-1 1 0 0,0 1-1 0 0,0 0 0 0 0,0-1 0 0 0,0 1 0 0 0,0 0 1 0 0,0 0-1 0 0,0-1 0 0 0,0 1 0 0 0,0 0 1 0 0,0-1-1 0 0,0 1 0 0 0,1 0 0 0 0,-1 0 0 0 0,0-1 1 0 0,0 1-1 0 0,0 0 0 0 0,0 0 0 0 0,1-1 1 0 0,-1 1-1 0 0,0 0 0 0 0,0 0 0 0 0,0 0 0 0 0,1-1 1 0 0,-1 1-1 0 0,0 0 0 0 0,1 0 0 0 0,-1 0 1 0 0,0 0-1 0 0,0 0 0 0 0,1 0 0 0 0,-1-1 0 0 0,0 1 1 0 0,1 0-1 0 0,-1 0 0 0 0,0 0 0 0 0,0 0 1 0 0,1 0-1 0 0,-1 0 0 0 0,1 0 0 0 0,11 11 25 0 0,12 23 48 0 0,-23-32-61 0 0,8 13 129 0 0,1-1 0 0 0,0-1-1 0 0,0 0 1 0 0,2 0 0 0 0,-1-1 0 0 0,2 0 0 0 0,26 19 0 0 0,-34-28-88 0 0,0 0 0 0 0,0 0 1 0 0,0 0-1 0 0,1-1 0 0 0,-1 1 0 0 0,1-1 0 0 0,-1 0 1 0 0,1-1-1 0 0,0 0 0 0 0,0 0 0 0 0,0 0 0 0 0,0 0 0 0 0,0-1 1 0 0,0 0-1 0 0,0 0 0 0 0,-1-1 0 0 0,1 1 0 0 0,0-2 0 0 0,0 1 1 0 0,0 0-1 0 0,-1-1 0 0 0,1 0 0 0 0,0 0 0 0 0,-1-1 0 0 0,0 0 1 0 0,6-3-1 0 0,-7 3 19 0 0,1 0 1 0 0,0-1 0 0 0,-1 0-1 0 0,1 1 1 0 0,-1-1 0 0 0,0-1-1 0 0,0 1 1 0 0,-1-1-1 0 0,0 1 1 0 0,1-1 0 0 0,-1 0-1 0 0,-1-1 1 0 0,1 1 0 0 0,-1 0-1 0 0,0-1 1 0 0,0 1-1 0 0,-1-1 1 0 0,1 1 0 0 0,-1-1-1 0 0,0 0 1 0 0,-1 0-1 0 0,0 1 1 0 0,0-1 0 0 0,0 0-1 0 0,-1-7 1 0 0,-2-4-45 0 0,-1-1 1 0 0,-1 1-1 0 0,-1 0 1 0 0,0 0-1 0 0,-1 0 1 0 0,-16-27-1 0 0,18 37-488 0 0,-6-15-173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5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4145 0 0,'29'-33'13171'0'0,"-24"56"-11124"0"0,4 42 417 0 0,8 52-1089 0 0,-14-102-1389 0 0,1 0 0 0 0,0-1-1 0 0,1 1 1 0 0,1-1 0 0 0,11 20 0 0 0,33-101-890 0 0,-42 58 855 0 0,1 0 0 0 0,0 1 0 0 0,0 0 0 0 0,1 0 0 0 0,0 1 0 0 0,21-10 0 0 0,-28 15 64 0 0,-1 1-1 0 0,1 0 0 0 0,0 0 0 0 0,0 0 1 0 0,0 0-1 0 0,0 0 0 0 0,0 1 0 0 0,0-1 1 0 0,1 1-1 0 0,-1 0 0 0 0,0 0 1 0 0,0 0-1 0 0,0 1 0 0 0,0-1 0 0 0,0 0 1 0 0,0 1-1 0 0,0 0 0 0 0,0 0 0 0 0,0 0 1 0 0,0 0-1 0 0,0 1 0 0 0,0-1 0 0 0,-1 1 1 0 0,1-1-1 0 0,0 1 0 0 0,-1 0 0 0 0,0 0 1 0 0,1 0-1 0 0,-1 0 0 0 0,0 1 0 0 0,0-1 1 0 0,2 4-1 0 0,6 9 120 0 0,-1 1 0 0 0,-1 1 1 0 0,-1-1-1 0 0,0 1 0 0 0,8 33 1 0 0,-6-22-185 0 0,13 32 1 0 0,-18-51-363 0 0,1 0 0 0 0,0-1 0 0 0,0 0 1 0 0,1 0-1 0 0,0 0 0 0 0,0-1 0 0 0,12 12 1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5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17 1840 0 0,'-1'-1'248'0'0,"1"0"-1"0"0,-1 0 1 0 0,0 0-1 0 0,1 0 1 0 0,-1 0-1 0 0,0 0 1 0 0,1 0-1 0 0,-1 0 1 0 0,0 1-1 0 0,0-1 1 0 0,0 0-1 0 0,0 0 1 0 0,0 1-1 0 0,0-1 1 0 0,0 1-1 0 0,0-1 1 0 0,0 1-1 0 0,0-1 1 0 0,0 1-1 0 0,-1 0 1 0 0,1-1-1 0 0,0 1 1 0 0,0 0-1 0 0,0 0 1 0 0,0 0-1 0 0,0 0 1 0 0,-1 0-1 0 0,1 0 1 0 0,0 0-1 0 0,0 0 1 0 0,0 0-1 0 0,0 1 1 0 0,-1-1-1 0 0,1 1 1 0 0,0-1-1 0 0,0 0 1 0 0,0 1-1 0 0,0 0 1 0 0,0-1-1 0 0,0 1 1 0 0,0 0-1 0 0,0-1 1 0 0,0 1 0 0 0,1 0-1 0 0,-1 0 1 0 0,-1 1-1 0 0,-1 2 151 0 0,0-1 1 0 0,0 1-1 0 0,0 0 0 0 0,1 0 1 0 0,-1 0-1 0 0,1 0 0 0 0,0 1 1 0 0,0-1-1 0 0,1 0 0 0 0,-2 8 0 0 0,2-6-208 0 0,0 0 0 0 0,1 0 0 0 0,-1 0 0 0 0,2 0 0 0 0,-1 1 0 0 0,1-1 0 0 0,0 0-1 0 0,0 0 1 0 0,3 8 0 0 0,-4-13-278 0 0,1 1 1 0 0,-1-1-1 0 0,1 0 0 0 0,0 1 0 0 0,-1-1 0 0 0,1 0 0 0 0,0 1 0 0 0,0-1 1 0 0,0 0-1 0 0,0 0 0 0 0,0 0 0 0 0,0 0 0 0 0,1 0 0 0 0,-1 0 0 0 0,0 0 1 0 0,0 0-1 0 0,1-1 0 0 0,-1 1 0 0 0,0 0 0 0 0,1-1 0 0 0,-1 1 0 0 0,1-1 1 0 0,-1 1-1 0 0,1-1 0 0 0,-1 0 0 0 0,1 1 0 0 0,-1-1 0 0 0,1 0 0 0 0,-1 0 1 0 0,1 0-1 0 0,-1 0 0 0 0,1-1 0 0 0,-1 1 0 0 0,1 0 0 0 0,-1-1 0 0 0,1 1 1 0 0,-1-1-1 0 0,0 1 0 0 0,1-1 0 0 0,-1 0 0 0 0,0 1 0 0 0,3-3 0 0 0,-1 1-166 0 0,0 0-1 0 0,0 0 0 0 0,-1 0 1 0 0,1-1-1 0 0,-1 0 0 0 0,1 1 1 0 0,-1-1-1 0 0,0 0 0 0 0,0 0 1 0 0,0 0-1 0 0,0 0 0 0 0,-1 0 0 0 0,1 0 1 0 0,-1-1-1 0 0,0 1 0 0 0,0-1 1 0 0,1-4-1 0 0,-1 5 556 0 0,0-1 0 0 0,0 0-1 0 0,0 1 1 0 0,0-1 0 0 0,1 1 0 0 0,-1 0-1 0 0,1-1 1 0 0,0 1 0 0 0,0 0 0 0 0,1 0 0 0 0,-1 0-1 0 0,1 1 1 0 0,4-6 0 0 0,-6 8-176 0 0,0 0 0 0 0,0-1 1 0 0,0 1-1 0 0,0 0 0 0 0,0 0 0 0 0,0 0 0 0 0,0 0 0 0 0,0 0 1 0 0,0 0-1 0 0,-1 0 0 0 0,1 0 0 0 0,0 0 0 0 0,0 0 0 0 0,0 0 1 0 0,0 1-1 0 0,0-1 0 0 0,0 0 0 0 0,0 1 0 0 0,0-1 1 0 0,0 1-1 0 0,0-1 0 0 0,-1 1 0 0 0,1-1 0 0 0,0 1 0 0 0,0-1 1 0 0,0 1-1 0 0,-1 0 0 0 0,1 0 0 0 0,-1-1 0 0 0,1 1 0 0 0,0 0 1 0 0,-1 0-1 0 0,1 0 0 0 0,-1-1 0 0 0,0 1 0 0 0,1 0 1 0 0,0 2-1 0 0,17 37 629 0 0,-18-38-678 0 0,4 7 21 0 0,0 0 0 0 0,0 0 1 0 0,9 15-1 0 0,-11-22-284 0 0,0 1-1 0 0,0 0 0 0 0,0-1 0 0 0,0 1 1 0 0,1-1-1 0 0,-1 1 0 0 0,1-1 1 0 0,0 0-1 0 0,-1 0 0 0 0,1-1 1 0 0,0 1-1 0 0,0 0 0 0 0,0-1 0 0 0,5 2 1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5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 1376 0 0,'1'-37'-785'0'0,"0"0"3476"0"0,13-26 15310 0 0,4 92-17269 0 0,13 27-13 0 0,65 86-1 0 0,1 0-1046 0 0,-74-106-973 0 0,-17-27 330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5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47 9674 0 0,'-13'1'1973'0'0,"30"1"3312"0"0,9-4-5238 0 0,0-1 0 0 0,-1-2 0 0 0,1-1 0 0 0,39-14 0 0 0,-51 16-596 0 0,16-5-282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6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12355 0 0,'6'2'7350'0'0,"-11"23"-7815"0"0,0 0 2540 0 0,12-39-3100 0 0,-7 13 1062 0 0,0 1 1 0 0,1 0-1 0 0,-1 0 1 0 0,0 0-1 0 0,1 0 1 0 0,-1 0-1 0 0,0 0 0 0 0,1 0 1 0 0,-1 0-1 0 0,0 0 1 0 0,1 0-1 0 0,-1 0 0 0 0,0 0 1 0 0,1 0-1 0 0,-1 0 1 0 0,0 0-1 0 0,1 0 0 0 0,-1 0 1 0 0,0 0-1 0 0,1 0 1 0 0,-1 1-1 0 0,0-1 0 0 0,1 0 1 0 0,-1 0-1 0 0,0 0 1 0 0,0 0-1 0 0,1 1 1 0 0,-1-1-1 0 0,0 0 0 0 0,0 0 1 0 0,1 1-1 0 0,-1-1 1 0 0,0 0-1 0 0,0 1 0 0 0,0-1 1 0 0,1 0-1 0 0,-1 1 1 0 0,0-1-1 0 0,0 0 0 0 0,0 1 1 0 0,0-1-1 0 0,0 0 1 0 0,0 1-1 0 0,0-1 0 0 0,0 0 1 0 0,0 1-1 0 0,0-1 1 0 0,0 0-1 0 0,0 1 1 0 0,0-1-1 0 0,0 0 0 0 0,0 1 1 0 0,8 39 283 0 0,-2 0-1 0 0,-1 0 1 0 0,-2 53 0 0 0,-3-60-376 0 0,1 0-1 0 0,2 0 1 0 0,1 0-1 0 0,1 0 1 0 0,18 56 0 0 0,-16-73-400 0 0,-1-2-117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7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 12123 0 0,'11'-9'754'0'0,"30"-23"542"0"0,-39 30-1087 0 0,0 1 0 0 0,1-1 0 0 0,-1 1-1 0 0,1 0 1 0 0,-1-1 0 0 0,1 1 0 0 0,0 1 0 0 0,-1-1-1 0 0,1 0 1 0 0,0 1 0 0 0,0-1 0 0 0,-1 1-1 0 0,1 0 1 0 0,4 0 0 0 0,-4 1-85 0 0,-1 0-1 0 0,0 0 1 0 0,1 0 0 0 0,-1 0-1 0 0,0 0 1 0 0,0 1-1 0 0,0 0 1 0 0,1-1 0 0 0,-2 1-1 0 0,1 0 1 0 0,0 0 0 0 0,0 0-1 0 0,-1 0 1 0 0,1 0-1 0 0,1 3 1 0 0,22 41 494 0 0,-18-31-444 0 0,29 52 609 0 0,-36-80-617 0 0,0 0-1 0 0,1-1 1 0 0,0 1 0 0 0,1 0 0 0 0,5-17 0 0 0,-5 23-122 0 0,0-1 0 0 0,1 1 1 0 0,0 0-1 0 0,0 0 0 0 0,0 0 0 0 0,1 0 1 0 0,0 1-1 0 0,0 0 0 0 0,1-1 0 0 0,0 1 1 0 0,0 1-1 0 0,11-11 0 0 0,-13 14-27 0 0,-1 1 0 0 0,1-1 0 0 0,0 0 0 0 0,0 1-1 0 0,-1-1 1 0 0,1 1 0 0 0,0 0 0 0 0,0 0 0 0 0,1 0-1 0 0,-1 0 1 0 0,0 1 0 0 0,0-1 0 0 0,0 1 0 0 0,0 0-1 0 0,1 0 1 0 0,-1 0 0 0 0,0 0 0 0 0,0 1 0 0 0,0-1-1 0 0,0 1 1 0 0,1 0 0 0 0,-1 0 0 0 0,0 0 0 0 0,0 0-1 0 0,0 0 1 0 0,-1 1 0 0 0,1-1 0 0 0,0 1 0 0 0,-1 0-1 0 0,1 0 1 0 0,0 0 0 0 0,-1 0 0 0 0,3 3 0 0 0,2 2 26 0 0,-1 1 1 0 0,1-1 0 0 0,-2 1-1 0 0,1 1 1 0 0,-1-1-1 0 0,0 1 1 0 0,-1 0 0 0 0,6 16-1 0 0,1 10 10 0 0,7 37 0 0 0,-7-24-50 0 0,-3-14-69 0 0,21 67-955 0 0,-23-85 364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7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0 343 2304 0 0,'5'-2'896'0'0,"0"0"-1"0"0,-1 0 0 0 0,1-1 0 0 0,-1 0 1 0 0,0 1-1 0 0,0-1 0 0 0,0-1 0 0 0,0 1 1 0 0,0-1-1 0 0,-1 1 0 0 0,4-6 0 0 0,-1 3 5 0 0,6-6-453 0 0,-2-1 0 0 0,1-1 0 0 0,-2 1 0 0 0,0-1 0 0 0,-1-1 1 0 0,0 0-1 0 0,-1 0 0 0 0,-1 0 0 0 0,0-1 0 0 0,-1 0 0 0 0,-1 0 0 0 0,0-1 0 0 0,-1 1 0 0 0,-1-1 0 0 0,0-23 1 0 0,-2 39-450 0 0,1-1 1 0 0,-1 1-1 0 0,0-1 1 0 0,0 1-1 0 0,0-1 1 0 0,-1 0-1 0 0,1 1 1 0 0,0-1-1 0 0,-1 1 1 0 0,1-1 0 0 0,-1 1-1 0 0,1-1 1 0 0,-1 1-1 0 0,0-1 1 0 0,0 1-1 0 0,1 0 1 0 0,-1-1-1 0 0,-2-1 1 0 0,2 3-2 0 0,1-1 0 0 0,-1 1 1 0 0,0 0-1 0 0,0 0 0 0 0,0-1 0 0 0,0 1 1 0 0,1 0-1 0 0,-1 0 0 0 0,0 0 0 0 0,0 0 1 0 0,0 0-1 0 0,0 0 0 0 0,0 0 0 0 0,0 0 0 0 0,1 0 1 0 0,-1 0-1 0 0,0 1 0 0 0,0-1 0 0 0,0 0 1 0 0,0 0-1 0 0,1 1 0 0 0,-1-1 0 0 0,-1 1 0 0 0,-2 2-11 0 0,0 0 0 0 0,0 0 0 0 0,0 0 0 0 0,1 0 0 0 0,-1 0 0 0 0,1 1 0 0 0,0-1 0 0 0,0 1 0 0 0,0 0 0 0 0,-3 6 0 0 0,2-2-8 0 0,2 1-1 0 0,-1 0 0 0 0,1 0 0 0 0,0 0 0 0 0,1 0 0 0 0,0 0 1 0 0,0 0-1 0 0,1 0 0 0 0,0 0 0 0 0,1 0 0 0 0,0 0 0 0 0,0 0 1 0 0,1 0-1 0 0,0 0 0 0 0,1 0 0 0 0,0-1 0 0 0,0 1 0 0 0,1-1 1 0 0,0 0-1 0 0,7 11 0 0 0,-5-8 50 0 0,1-1-1 0 0,0 0 1 0 0,1 0 0 0 0,-1 0 0 0 0,2-1-1 0 0,0 0 1 0 0,0 0 0 0 0,0-1-1 0 0,1-1 1 0 0,0 1 0 0 0,1-2 0 0 0,0 1-1 0 0,0-1 1 0 0,16 6 0 0 0,19-3-1362 0 0,-16-7-3721 0 0,-4-2-1133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8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92 5529 0 0,'-10'7'762'0'0,"1"2"0"0"0,0-1 0 0 0,0 2 0 0 0,1-1 0 0 0,0 1 0 0 0,0 0 0 0 0,1 0 0 0 0,1 1 0 0 0,0 0 0 0 0,0 1 0 0 0,-7 19-1 0 0,13-31-726 0 0,0 1 0 0 0,0-1 0 0 0,0 0 0 0 0,0 0 0 0 0,0 0-1 0 0,0 0 1 0 0,0 0 0 0 0,0 0 0 0 0,0 0 0 0 0,0 0-1 0 0,0 1 1 0 0,0-1 0 0 0,0 0 0 0 0,0 0 0 0 0,0 0-1 0 0,0 0 1 0 0,0 0 0 0 0,0 0 0 0 0,0 0 0 0 0,0 1-1 0 0,0-1 1 0 0,0 0 0 0 0,0 0 0 0 0,0 0 0 0 0,0 0 0 0 0,0 0-1 0 0,0 0 1 0 0,1 0 0 0 0,-1 0 35 0 0,0 1-36 0 0,0-1 1 0 0,0 0 0 0 0,0 0 0 0 0,0 0 0 0 0,0 0-1 0 0,0 0 1 0 0,0 0 0 0 0,0 0 0 0 0,1 0 0 0 0,-1 0 0 0 0,0 0-1 0 0,0 0 1 0 0,0 0 0 0 0,0 0 0 0 0,0 0 0 0 0,0 0-1 0 0,0 0 1 0 0,1 0 0 0 0,-1 0 0 0 0,0 0 0 0 0,0 0-1 0 0,0 0 1 0 0,0 0 0 0 0,0 0 0 0 0,0 0 0 0 0,0 0-1 0 0,1 0 1 0 0,-1 0 0 0 0,10-6 1123 0 0,9-10-57 0 0,-13 8-1028 0 0,-1 0-1 0 0,0-1 0 0 0,0 0 1 0 0,-1 0-1 0 0,0 0 1 0 0,0-1-1 0 0,-1 1 1 0 0,0-1-1 0 0,-1 0 1 0 0,0 0-1 0 0,-1 1 1 0 0,0-1-1 0 0,0 0 0 0 0,-1-1 1 0 0,-1 1-1 0 0,1 0 1 0 0,-4-11-1 0 0,4 19-70 0 0,-1 0 0 0 0,1 1 0 0 0,-1-1 0 0 0,0 0 0 0 0,0 1 0 0 0,0-1 0 0 0,0 1 0 0 0,0 0 0 0 0,0-1 0 0 0,0 1 0 0 0,-1 0 0 0 0,1-1 0 0 0,0 1 0 0 0,-1 0 0 0 0,1 0 0 0 0,-1 0-1 0 0,1 0 1 0 0,-1 1 0 0 0,1-1 0 0 0,-1 0 0 0 0,0 1 0 0 0,1-1 0 0 0,-1 1 0 0 0,0-1 0 0 0,0 1 0 0 0,1 0 0 0 0,-1-1 0 0 0,0 1 0 0 0,0 0 0 0 0,1 0 0 0 0,-1 1 0 0 0,0-1 0 0 0,0 0 0 0 0,1 1 0 0 0,-1-1 0 0 0,0 1-1 0 0,0-1 1 0 0,1 1 0 0 0,-1 0 0 0 0,1-1 0 0 0,-1 1 0 0 0,1 0 0 0 0,-1 0 0 0 0,1 0 0 0 0,-1 0 0 0 0,1 1 0 0 0,0-1 0 0 0,0 0 0 0 0,-1 1 0 0 0,1-1 0 0 0,0 0 0 0 0,0 1 0 0 0,1 0 0 0 0,-1-1 0 0 0,0 1-1 0 0,0-1 1 0 0,1 1 0 0 0,-1 0 0 0 0,1-1 0 0 0,-1 1 0 0 0,1 0 0 0 0,0 0 0 0 0,0-1 0 0 0,0 4 0 0 0,0 4-23 0 0,1 0 0 0 0,1-1 1 0 0,0 1-1 0 0,0-1 0 0 0,0 0 0 0 0,1 0 0 0 0,1 0 1 0 0,-1 0-1 0 0,1 0 0 0 0,0-1 0 0 0,8 11 0 0 0,8 9 7 0 0,36 36-1 0 0,-51-56 7 0 0,1-1-154 0 0,0 1-1 0 0,0-1 1 0 0,1 0-1 0 0,0-1 1 0 0,0 1-1 0 0,0-1 1 0 0,0-1-1 0 0,1 1 0 0 0,0-1 1 0 0,0-1-1 0 0,0 1 1 0 0,0-1-1 0 0,1-1 1 0 0,-1 0-1 0 0,1 0 1 0 0,9 1-1 0 0,0-4-1171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8.6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138 297 11258 0 0,'-2'-1'226'0'0,"0"0"0"0"0,0-1-1 0 0,0 1 1 0 0,0 0-1 0 0,0 1 1 0 0,0-1 0 0 0,0 0-1 0 0,0 0 1 0 0,0 1 0 0 0,-1-1-1 0 0,1 1 1 0 0,0 0-1 0 0,-1 0 1 0 0,1 0 0 0 0,0 0-1 0 0,0 0 1 0 0,-1 0-1 0 0,1 1 1 0 0,0-1 0 0 0,0 1-1 0 0,-1-1 1 0 0,-3 3 0 0 0,1-1 143 0 0,0 0 0 0 0,0 0 0 0 0,0 0 1 0 0,0 1-1 0 0,0 0 0 0 0,1 0 0 0 0,-1 1 1 0 0,-5 4-1 0 0,6-3-208 0 0,0 1 1 0 0,1 0-1 0 0,-1-1 0 0 0,1 1 0 0 0,0 1 1 0 0,0-1-1 0 0,1 0 0 0 0,0 1 1 0 0,0-1-1 0 0,-1 10 0 0 0,2-14-151 0 0,1 1-1 0 0,0-1 1 0 0,0 1 0 0 0,0-1-1 0 0,0 1 1 0 0,0-1-1 0 0,0 1 1 0 0,1-1-1 0 0,-1 0 1 0 0,1 1-1 0 0,0-1 1 0 0,0 1 0 0 0,1 3-1 0 0,-1-5-42 0 0,0 0 0 0 0,1 1-1 0 0,-1-1 1 0 0,0 0 0 0 0,0 0-1 0 0,1 0 1 0 0,-1 0 0 0 0,0 0-1 0 0,1 0 1 0 0,-1 0 0 0 0,1-1-1 0 0,-1 1 1 0 0,1 0-1 0 0,0-1 1 0 0,-1 1 0 0 0,1-1-1 0 0,0 0 1 0 0,-1 1 0 0 0,1-1-1 0 0,0 0 1 0 0,-1 0 0 0 0,3 0-1 0 0,-1-1-139 0 0,0 1 0 0 0,-1-1 0 0 0,1 1 0 0 0,-1-1 0 0 0,1 0 0 0 0,-1 0 0 0 0,1 0 0 0 0,-1-1 0 0 0,0 1 0 0 0,1 0 0 0 0,-1-1 0 0 0,0 0 0 0 0,0 1 0 0 0,0-1 0 0 0,0 0 0 0 0,0 0 0 0 0,-1 0 0 0 0,1 0 0 0 0,0-1 0 0 0,-1 1 0 0 0,0 0 0 0 0,2-3 0 0 0,4-9-1085 0 0,-1 1 1 0 0,7-25-1 0 0,-11 31 701 0 0,2-5-227 0 0,-1-1 0 0 0,0 0 0 0 0,-1 1 0 0 0,1-22 0 0 0,-3 14 642 0 0,-1-1 0 0 0,-4-25 0 0 0,-5-4 4447 0 0,-24-70 3895 0 0,33 126-5948 0 0,2 22-1124 0 0,3 37-1545 0 0,0-39 361 0 0,0 0 1 0 0,2-1-1 0 0,0 1 1 0 0,2-1-1 0 0,1-1 0 0 0,1 1 1 0 0,1-2-1 0 0,1 1 1 0 0,1-2-1 0 0,1 1 1 0 0,1-2-1 0 0,1 0 0 0 0,1-1 1 0 0,0-1-1 0 0,31 26 1 0 0,-24-25-472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8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22 4609 0 0,'-4'-22'14113'0'0,"11"36"-13007"0"0,51 157 1950 0 0,4 10-2501 0 0,-53-158-736 0 0,2-1-1 0 0,0 0 1 0 0,2-1 0 0 0,0-1 0 0 0,28 33-1 0 0,-19-27-2832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9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90 920 0 0,'1'-4'3459'0'0,"-1"4"-3400"0"0,15-5 2695 0 0,29-7 857 0 0,-33 9-2772 0 0,94-28 2651 0 0,-36 6-4916 0 0,-45 15-3534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9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0 920 0 0,'-2'1'352'0'0,"-1"-1"0"0"0,0 1 0 0 0,0 0 0 0 0,1 0 0 0 0,-1 0 0 0 0,1 0 0 0 0,-1 0 0 0 0,1 1 0 0 0,-1-1 0 0 0,1 1 0 0 0,0 0 0 0 0,0 0-1 0 0,0-1 1 0 0,0 1 0 0 0,0 1 0 0 0,0-1 0 0 0,0 0 0 0 0,0 0 0 0 0,1 1 0 0 0,0-1 0 0 0,-1 1 0 0 0,1-1 0 0 0,0 1 0 0 0,-1 4 0 0 0,-1 0 136 0 0,0 1 1 0 0,1 0-1 0 0,0-1 0 0 0,0 1 1 0 0,1 0-1 0 0,0 0 0 0 0,0 14 1 0 0,2-16-305 0 0,1 1 0 0 0,-1-1 0 0 0,1 0 0 0 0,0 0 0 0 0,1-1-1 0 0,-1 1 1 0 0,1 0 0 0 0,0-1 0 0 0,1 1 0 0 0,-1-1 0 0 0,1 0 0 0 0,0 0 0 0 0,0 0 0 0 0,1-1 0 0 0,-1 0 0 0 0,1 0 0 0 0,0 0 0 0 0,0 0 0 0 0,0-1 0 0 0,1 1 0 0 0,7 2 0 0 0,-8-3-23 0 0,0-1 0 0 0,1 1 0 0 0,0-1 0 0 0,-1 0-1 0 0,1-1 1 0 0,0 1 0 0 0,0-1 0 0 0,0 0 0 0 0,0-1 0 0 0,0 1-1 0 0,0-1 1 0 0,0-1 0 0 0,0 1 0 0 0,0-1 0 0 0,0 0 0 0 0,-1 0 0 0 0,1 0-1 0 0,0-1 1 0 0,0 0 0 0 0,-1 0 0 0 0,1-1 0 0 0,7-4 0 0 0,-12 6-118 0 0,1 0 1 0 0,-1 0-1 0 0,0 0 1 0 0,0 0-1 0 0,0 0 1 0 0,0 0-1 0 0,0 0 1 0 0,0 0-1 0 0,0 0 1 0 0,0-1-1 0 0,-1 1 1 0 0,1 0-1 0 0,0-1 1 0 0,-1 1-1 0 0,1 0 1 0 0,-1-1-1 0 0,1 1 1 0 0,-1-1 0 0 0,0 1-1 0 0,0 0 1 0 0,1-1-1 0 0,-1 1 1 0 0,-1-3-1 0 0,1 1 23 0 0,-1 0 0 0 0,0 0 0 0 0,0 0 0 0 0,0 0 1 0 0,0 0-1 0 0,0 1 0 0 0,-1-1 0 0 0,1 0 0 0 0,-1 1 0 0 0,-4-6 0 0 0,0 2-32 0 0,0-1-1 0 0,-1 0 0 0 0,0 1 1 0 0,0 1-1 0 0,-1-1 1 0 0,-13-7-1 0 0,15 10-141 0 0,0 1 0 0 0,0-1-1 0 0,0 2 1 0 0,0-1-1 0 0,0 0 1 0 0,-11 0 0 0 0,-2 1-387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9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108 118 456 0 0,'1'-6'425'0'0,"0"-1"1"0"0,0 1-1 0 0,-1 0 0 0 0,0 0 1 0 0,0 0-1 0 0,-1-1 0 0 0,1 1 1 0 0,-1 0-1 0 0,-1 0 0 0 0,1 0 1 0 0,-4-8-1 0 0,5 12-119 0 0,-1-1 0 0 0,-1 1 0 0 0,1-1 0 0 0,0 1 0 0 0,0 0 0 0 0,-1-1 1 0 0,1 1-1 0 0,-1 0 0 0 0,0 0 0 0 0,0 0 0 0 0,0 0 0 0 0,-3-2 0 0 0,4 3-152 0 0,0 0-1 0 0,-1 1 1 0 0,1-1-1 0 0,0 1 0 0 0,0 0 1 0 0,-1-1-1 0 0,1 1 1 0 0,0 0-1 0 0,-1 0 0 0 0,1 0 1 0 0,0 0-1 0 0,-1 0 1 0 0,1 0-1 0 0,0 0 1 0 0,-1 0-1 0 0,1 0 0 0 0,0 1 1 0 0,0-1-1 0 0,-1 1 1 0 0,1-1-1 0 0,0 1 0 0 0,0-1 1 0 0,-1 1-1 0 0,1 0 1 0 0,0-1-1 0 0,-1 2 1 0 0,-2 2 82 0 0,1-1 1 0 0,0 0-1 0 0,-1 1 1 0 0,2 0 0 0 0,-1 0-1 0 0,0 0 1 0 0,1 0-1 0 0,0 0 1 0 0,0 0 0 0 0,0 1-1 0 0,0-1 1 0 0,1 1-1 0 0,-1-1 1 0 0,1 1 0 0 0,-1 7-1 0 0,0 10 608 0 0,-1 41 0 0 0,5-6-497 0 0,3-1 1 0 0,2 0-1 0 0,3 0 1 0 0,1-1-1 0 0,4 0 1 0 0,2-1 0 0 0,2-1-1 0 0,2 0 1 0 0,43 74-1 0 0,-60-120-806 0 0,9 18 461 0 0,-10-12-2213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09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0 456 0 0,'27'2'2681'0'0,"-1"1"0"0"0,0 2 0 0 0,0 0 0 0 0,0 2 0 0 0,-1 0 0 0 0,38 18 0 0 0,-58-23-2299 0 0,0 0-1 0 0,0 0 1 0 0,-1 0 0 0 0,1 1 0 0 0,-1 0-1 0 0,1 0 1 0 0,-1 0 0 0 0,0 1 0 0 0,0-1-1 0 0,5 7 1 0 0,-7-7-625 0 0,0 0 1 0 0,0 0-1 0 0,-1 0 0 0 0,1 1 1 0 0,-1-1-1 0 0,0 1 0 0 0,1-1 1 0 0,-2 1-1 0 0,1 0 0 0 0,0 3 0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11979 0 0,'-3'1'4938'0'0,"11"3"-4543"0"0,16 3-1472 0 0,-11-4 1045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0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1840 0 0,'2'0'289'0'0,"0"1"0"0"0,0-1 0 0 0,-1 1 0 0 0,1 0 0 0 0,0-1 0 0 0,0 1-1 0 0,0 0 1 0 0,-1 0 0 0 0,1 0 0 0 0,0 1 0 0 0,-1-1 0 0 0,1 0 0 0 0,-1 0-1 0 0,1 1 1 0 0,-1-1 0 0 0,0 1 0 0 0,2 2 0 0 0,21 33 3771 0 0,-19-29-3191 0 0,30 62 2568 0 0,-26-49-2926 0 0,1-1 1 0 0,15 23-1 0 0,-24-42-485 0 0,-1 0 0 0 0,1 1 0 0 0,0-1 0 0 0,0 0 0 0 0,0 0 0 0 0,0 0 0 0 0,0 0 0 0 0,0 0 0 0 0,0 0 0 0 0,1 0 0 0 0,-1 0 0 0 0,0 0 0 0 0,0 0 1 0 0,1 0-1 0 0,-1-1 0 0 0,1 1 0 0 0,-1-1 0 0 0,3 1 0 0 0,-3-1-24 0 0,0 0 0 0 0,0 0 0 0 0,0 0 0 0 0,0-1 0 0 0,0 1 0 0 0,0 0 0 0 0,0-1-1 0 0,0 1 1 0 0,0-1 0 0 0,0 1 0 0 0,-1-1 0 0 0,1 1 0 0 0,0-1 0 0 0,0 0 0 0 0,0 1 0 0 0,-1-1 0 0 0,1 0 0 0 0,0 0 0 0 0,-1 1 0 0 0,2-3 0 0 0,3-5-73 0 0,0-1 1 0 0,-1 0-1 0 0,0-1 1 0 0,4-15-1 0 0,-2 6 101 0 0,-1 10 3 0 0,-1 0 0 0 0,1 0 0 0 0,1 0 0 0 0,10-13 0 0 0,-14 20 28 0 0,0 0-1 0 0,0 1 0 0 0,0-1 1 0 0,0 0-1 0 0,0 0 0 0 0,0 1 1 0 0,0 0-1 0 0,0-1 0 0 0,1 1 1 0 0,3-2-1 0 0,-4 3-8 0 0,-1 0 1 0 0,0 0-1 0 0,0-1 1 0 0,0 1-1 0 0,0 0 1 0 0,0 0-1 0 0,0 1 1 0 0,0-1-1 0 0,0 0 1 0 0,0 0-1 0 0,1 0 1 0 0,-1 1-1 0 0,0-1 1 0 0,0 1-1 0 0,0-1 1 0 0,0 1-1 0 0,0-1 1 0 0,-1 1-1 0 0,1-1 1 0 0,0 1-1 0 0,0 0 0 0 0,0-1 1 0 0,0 1-1 0 0,-1 0 1 0 0,1 0-1 0 0,1 1 1 0 0,1 4-143 0 0,-1 0 1 0 0,1 0 0 0 0,-1 0-1 0 0,0 0 1 0 0,-1 0-1 0 0,0 1 1 0 0,0-1-1 0 0,0 1 1 0 0,0-1 0 0 0,-1 0-1 0 0,0 1 1 0 0,-2 9-1 0 0,2 14-4663 0 0,2-6-1056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0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211 316 3225 0 0,'3'-10'2001'0'0,"-9"7"-200"0"0,-20 14 1199 0 0,-29 26 589 0 0,43-27-3392 0 0,0 1 1 0 0,0 1-1 0 0,1 0 0 0 0,1 1 0 0 0,0 0 1 0 0,-15 26-1 0 0,20-29-154 0 0,0 0 0 0 0,0 0 1 0 0,1 0-1 0 0,0 1 0 0 0,1 0 0 0 0,0-1 1 0 0,1 1-1 0 0,0 0 0 0 0,1 0 0 0 0,0 22 1 0 0,1-30-64 0 0,0 0 1 0 0,0 0 0 0 0,1 0 0 0 0,-1 0 0 0 0,1 0 0 0 0,0-1 0 0 0,-1 1-1 0 0,1 0 1 0 0,0 0 0 0 0,1-1 0 0 0,-1 1 0 0 0,0-1 0 0 0,1 1 0 0 0,0-1-1 0 0,-1 1 1 0 0,1-1 0 0 0,0 0 0 0 0,0 0 0 0 0,0 0 0 0 0,1 0 0 0 0,-1 0-1 0 0,0-1 1 0 0,1 1 0 0 0,-1 0 0 0 0,1-1 0 0 0,-1 0 0 0 0,1 0 0 0 0,0 0-1 0 0,0 0 1 0 0,-1 0 0 0 0,1 0 0 0 0,0-1 0 0 0,0 1 0 0 0,0-1-1 0 0,5 0 1 0 0,-2 0-150 0 0,0-1 0 0 0,0 0-1 0 0,0 0 1 0 0,0 0 0 0 0,0 0 0 0 0,0-1-1 0 0,-1 0 1 0 0,1 0 0 0 0,-1-1-1 0 0,1 0 1 0 0,-1 0 0 0 0,0 0-1 0 0,0 0 1 0 0,0-1 0 0 0,0 0 0 0 0,6-6-1 0 0,-3-1-410 0 0,-1 0 0 0 0,0 0 0 0 0,0 0 0 0 0,-1-1 0 0 0,0 0 0 0 0,-1-1 0 0 0,-1 1-1 0 0,0-1 1 0 0,0 0 0 0 0,-1 0 0 0 0,-1 0 0 0 0,0 0 0 0 0,-1 0 0 0 0,-1-22 0 0 0,-2-16 826 0 0,-3 1 1 0 0,-16-73 0 0 0,16 95 438 0 0,1 10-174 0 0,-12-57 1657 0 0,14 68-1556 0 0,0 1 1 0 0,-1-1-1 0 0,1 1 0 0 0,-1 0 1 0 0,0 0-1 0 0,-1 0 0 0 0,1 1 0 0 0,-9-10 1 0 0,11 14-455 0 0,1 0 1 0 0,-1 1-1 0 0,1-1 0 0 0,-1 0 1 0 0,1 1-1 0 0,-1-1 1 0 0,0 1-1 0 0,1-1 1 0 0,-1 1-1 0 0,0 0 1 0 0,0-1-1 0 0,1 1 0 0 0,-1 0 1 0 0,0-1-1 0 0,0 1 1 0 0,1 0-1 0 0,-1 0 1 0 0,0 0-1 0 0,0 0 1 0 0,0-1-1 0 0,0 1 0 0 0,1 0 1 0 0,-1 1-1 0 0,0-1 1 0 0,0 0-1 0 0,0 0 1 0 0,1 0-1 0 0,-1 0 0 0 0,0 1 1 0 0,-1 0-1 0 0,0 0 52 0 0,0 0 0 0 0,1 1 0 0 0,-1-1 1 0 0,1 1-1 0 0,-1 0 0 0 0,1 0 0 0 0,-1-1 0 0 0,1 1 0 0 0,0 0 0 0 0,0 0 0 0 0,-1 3 0 0 0,-2 5 149 0 0,1 0-1 0 0,0 0 1 0 0,0 0 0 0 0,-1 11 0 0 0,2 7-253 0 0,1 1 0 0 0,2-1 0 0 0,0 0 0 0 0,2 1 0 0 0,1-1 0 0 0,1-1 1 0 0,11 33-1 0 0,76 183 547 0 0,-87-233-651 0 0,17 38-1112 0 0,48 74 1 0 0,-58-102-6562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1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10138 0 0,'-3'1'1488'0'0,"3"-1"-1451"0"0,0 1 0 0 0,0-1 0 0 0,0 0 0 0 0,0 0 0 0 0,0 0 1 0 0,0 0-1 0 0,0 0 0 0 0,0 0 0 0 0,0 0 0 0 0,0 0 1 0 0,0 0-1 0 0,0 1 409 0 0,0 0-409 0 0,4 11 1197 0 0,6 11 635 0 0,57 114 4673 0 0,-42-76-5945 0 0,-2 1 1 0 0,-3 1-1 0 0,15 84 0 0 0,8 247-293 0 0,-40-340-608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6.55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179 83 9674 0 0,'-3'-3'105'0'0,"1"1"1"0"0,0-1-1 0 0,-1 1 0 0 0,1-1 1 0 0,1 0-1 0 0,-1 0 1 0 0,0 0-1 0 0,1 0 0 0 0,-1 0 1 0 0,1 0-1 0 0,0 0 0 0 0,0-1 1 0 0,0 1-1 0 0,1 0 0 0 0,-1 0 1 0 0,1-1-1 0 0,0 1 0 0 0,0-1 1 0 0,0 1-1 0 0,0 0 1 0 0,0-1-1 0 0,1 1 0 0 0,-1 0 1 0 0,3-6-1 0 0,-53 129 1649 0 0,3-10-2605 0 0,35-82 675 0 0,3-8 0 0 0,0 1 1 0 0,2 0-1 0 0,0 0 0 0 0,1 1 0 0 0,-5 39 0 0 0,11-59 208 0 0,0 1-1 0 0,0-1 1 0 0,0 0 0 0 0,0 0 0 0 0,1 0-1 0 0,-1 0 1 0 0,0 1 0 0 0,1-1-1 0 0,0 0 1 0 0,-1 0 0 0 0,1 0 0 0 0,0 0-1 0 0,0 0 1 0 0,0 0 0 0 0,0 0-1 0 0,1-1 1 0 0,-1 1 0 0 0,0 0 0 0 0,1-1-1 0 0,2 3 1 0 0,-1-2 38 0 0,0 0 0 0 0,0 0 0 0 0,0-1 1 0 0,0 1-1 0 0,1-1 0 0 0,-1 0 0 0 0,0 0 0 0 0,1 0 0 0 0,-1 0 0 0 0,1-1 0 0 0,5 1 1 0 0,5-1 7 0 0,1-1 1 0 0,-1 0-1 0 0,0-1 1 0 0,0-1-1 0 0,15-4 1 0 0,-1-2-405 0 0,1-2 0 0 0,-1 0-1 0 0,0-2 1 0 0,-2-1 0 0 0,1-1 0 0 0,25-20 0 0 0,-51 34 318 0 0,0 0 0 0 0,0 0 0 0 0,0 0 1 0 0,0 0-1 0 0,1 0 0 0 0,-1 1 0 0 0,0-1 0 0 0,1 0 1 0 0,-1 1-1 0 0,0-1 0 0 0,1 1 0 0 0,-1-1 0 0 0,1 1 1 0 0,-1 0-1 0 0,1 0 0 0 0,-1 0 0 0 0,1-1 1 0 0,-1 1-1 0 0,1 1 0 0 0,-1-1 0 0 0,1 0 0 0 0,-1 0 1 0 0,3 1-1 0 0,-3 0 26 0 0,1 0 1 0 0,-1 0-1 0 0,0 1 0 0 0,0-1 1 0 0,0 0-1 0 0,0 0 0 0 0,0 1 1 0 0,0-1-1 0 0,0 1 1 0 0,-1-1-1 0 0,1 1 0 0 0,-1-1 1 0 0,1 1-1 0 0,-1-1 1 0 0,1 1-1 0 0,-1-1 0 0 0,1 4 1 0 0,0 8 142 0 0,-1-1 0 0 0,0 1 1 0 0,0 0-1 0 0,-3 14 1 0 0,-2 0 71 0 0,-2 0 0 0 0,0-1 1 0 0,-2 1-1 0 0,-16 32 0 0 0,-14 43 380 0 0,39-102-619 0 0,0 1-1 0 0,0-1 1 0 0,-1 0 0 0 0,1 0 0 0 0,0 1-1 0 0,0-1 1 0 0,0 0 0 0 0,0 0 0 0 0,0 1-1 0 0,0-1 1 0 0,0 0 0 0 0,0 1 0 0 0,0-1-1 0 0,0 0 1 0 0,0 1 0 0 0,0-1 0 0 0,0 0 0 0 0,0 0-1 0 0,0 1 1 0 0,0-1 0 0 0,0 0 0 0 0,0 1-1 0 0,0-1 1 0 0,0 0 0 0 0,1 0 0 0 0,-1 1-1 0 0,0-1 1 0 0,0 0 0 0 0,0 0 0 0 0,0 1-1 0 0,1-1 1 0 0,-1 0 0 0 0,0 0 0 0 0,0 1 0 0 0,1-1-1 0 0,-1 0 1 0 0,0 0 0 0 0,0 0 0 0 0,1 0-1 0 0,-1 0 1 0 0,0 1 0 0 0,1-1 0 0 0,15-3-489 0 0,16-13-867 0 0,17-19-308 0 0,9-7 1115 0 0,-53 38 571 0 0,1 1 0 0 0,-1 0 0 0 0,1 1 0 0 0,0-1 0 0 0,0 1 0 0 0,0 0 0 0 0,0 1 0 0 0,10-2 0 0 0,-15 3 43 0 0,0 0 1 0 0,0 0 0 0 0,0 0 0 0 0,0 0 0 0 0,0 0 0 0 0,0 0 0 0 0,0 0 0 0 0,0 0 0 0 0,0 1 0 0 0,-1-1-1 0 0,1 0 1 0 0,0 1 0 0 0,0-1 0 0 0,0 0 0 0 0,0 1 0 0 0,0-1 0 0 0,0 1 0 0 0,-1 0 0 0 0,1-1 0 0 0,0 1-1 0 0,-1 0 1 0 0,1-1 0 0 0,0 1 0 0 0,-1 0 0 0 0,1 0 0 0 0,0 1 0 0 0,0 0 99 0 0,0 1 0 0 0,0-1 0 0 0,0 1 0 0 0,0 0 0 0 0,-1-1 0 0 0,1 1 0 0 0,-1 0 0 0 0,0 0 0 0 0,0 3 0 0 0,-1 6 390 0 0,0 0 0 0 0,-1 0 0 0 0,-4 14 0 0 0,-6 11 463 0 0,-19 43 0 0 0,-1 0-586 0 0,30-73-564 0 0,1 0-1 0 0,0 0 0 0 0,0 0 1 0 0,0 1-1 0 0,1-1 1 0 0,0 0-1 0 0,0 0 0 0 0,1 0 1 0 0,-1 1-1 0 0,2-1 0 0 0,-1 0 1 0 0,1 0-1 0 0,0 0 1 0 0,1 0-1 0 0,3 7 0 0 0,1 4 139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18.85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646 100 1376 0 0,'0'-4'49'0'0,"0"-1"0"0"0,0 1 0 0 0,0 0 0 0 0,-1 0-1 0 0,1 0 1 0 0,-1 0 0 0 0,0 0 0 0 0,0 0 0 0 0,-1 1-1 0 0,1-1 1 0 0,-1 0 0 0 0,0 0 0 0 0,0 1 0 0 0,0-1-1 0 0,0 1 1 0 0,-1 0 0 0 0,1 0 0 0 0,-1 0 0 0 0,-4-5-1 0 0,2 6 21 0 0,1-1 0 0 0,-1 0-1 0 0,1 1 1 0 0,-1 0 0 0 0,0 0-1 0 0,0 0 1 0 0,0 1-1 0 0,0 0 1 0 0,0 0 0 0 0,0 0-1 0 0,0 1 1 0 0,-1-1 0 0 0,-7 1-1 0 0,-1 1 210 0 0,0 1 1 0 0,1 0-1 0 0,-1 1 0 0 0,0 0 0 0 0,1 1 0 0 0,-1 1 1 0 0,1 0-1 0 0,1 1 0 0 0,-1 0 0 0 0,-18 13 0 0 0,1 5-473 0 0,0 1-1 0 0,2 2 0 0 0,-34 41 1 0 0,-67 100-928 0 0,112-145 1096 0 0,6-8 124 0 0,1 0 1 0 0,0 1-1 0 0,1 0 1 0 0,1 0-1 0 0,1 1 1 0 0,-8 22-1 0 0,14-35-75 0 0,0-1 0 0 0,0 1 0 0 0,0 0 0 0 0,0 0 0 0 0,1 0-1 0 0,0 0 1 0 0,-1 0 0 0 0,1 0 0 0 0,1 0 0 0 0,-1 0 0 0 0,1 0 0 0 0,-1 0 0 0 0,1 0 0 0 0,0 0-1 0 0,1-1 1 0 0,-1 1 0 0 0,1 0 0 0 0,-1-1 0 0 0,1 1 0 0 0,0-1 0 0 0,0 1 0 0 0,1-1 0 0 0,-1 0-1 0 0,1 0 1 0 0,-1 0 0 0 0,1 0 0 0 0,0 0 0 0 0,0-1 0 0 0,1 0 0 0 0,-1 1 0 0 0,0-1 0 0 0,1 0-1 0 0,-1 0 1 0 0,8 2 0 0 0,4 1 28 0 0,-1 0-1 0 0,2-1 0 0 0,-1-1 1 0 0,0-1-1 0 0,1 0 0 0 0,-1 0 1 0 0,1-2-1 0 0,-1 0 1 0 0,1-1-1 0 0,0 0 0 0 0,-1-2 1 0 0,0 1-1 0 0,0-2 0 0 0,1 0 1 0 0,-2-1-1 0 0,1 0 1 0 0,15-9-1 0 0,9-6 367 0 0,-1-2 0 0 0,0-1 0 0 0,-2-2 0 0 0,60-53 0 0 0,-83 65-416 0 0,0 0 0 0 0,0 0 0 0 0,-1-2 0 0 0,-1 1 1 0 0,13-23-1 0 0,-20 30-12 0 0,0 0 1 0 0,0-1-1 0 0,0 0 1 0 0,-1 0-1 0 0,-1 0 1 0 0,1 0-1 0 0,-1 0 1 0 0,0 0-1 0 0,-1-1 1 0 0,0 1-1 0 0,-1 0 1 0 0,1-1-1 0 0,-3-15 1 0 0,2 23 9 0 0,0-1 0 0 0,-1 1 1 0 0,1 0-1 0 0,0-1 0 0 0,-1 1 0 0 0,1 0 1 0 0,-1-1-1 0 0,0 1 0 0 0,1 0 1 0 0,-1 0-1 0 0,0 0 0 0 0,0 0 0 0 0,0 0 1 0 0,0 0-1 0 0,0 0 0 0 0,0 0 0 0 0,0 0 1 0 0,0 0-1 0 0,0 0 0 0 0,0 1 1 0 0,-1-1-1 0 0,-1 0 0 0 0,0 0-23 0 0,1 0 0 0 0,-2 0 0 0 0,1 1 0 0 0,0-1 0 0 0,0 1 0 0 0,0 0 1 0 0,0 0-1 0 0,0 0 0 0 0,-5 1 0 0 0,-3 1-193 0 0,2 0 1 0 0,-1 1-1 0 0,0 0 1 0 0,1 1 0 0 0,-12 5-1 0 0,0 4-317 0 0,0 1 0 0 0,1 0-1 0 0,1 1 1 0 0,0 1 0 0 0,1 1 0 0 0,-32 38-1 0 0,38-38 760 0 0,0-1 1 0 0,1 2-1 0 0,0-1 0 0 0,1 2 0 0 0,-7 20 0 0 0,14-33-167 0 0,1 1 0 0 0,0 0-1 0 0,1 0 1 0 0,0 0-1 0 0,0 0 1 0 0,0 1 0 0 0,1-1-1 0 0,0 0 1 0 0,0 0-1 0 0,1 0 1 0 0,0 0 0 0 0,0 0-1 0 0,1 0 1 0 0,0 0 0 0 0,0 0-1 0 0,5 11 1 0 0,-5-14-22 0 0,1 0 0 0 0,-1 0 1 0 0,1 0-1 0 0,0 0 0 0 0,0 0 1 0 0,0-1-1 0 0,0 0 0 0 0,1 1 1 0 0,0-1-1 0 0,-1 0 0 0 0,1-1 1 0 0,0 1-1 0 0,0-1 0 0 0,1 0 1 0 0,-1 0-1 0 0,0 0 0 0 0,1 0 1 0 0,-1-1-1 0 0,1 0 0 0 0,-1 0 1 0 0,1 0-1 0 0,0 0 0 0 0,0-1 1 0 0,-1 0-1 0 0,1 0 0 0 0,5 0 1 0 0,3-2 53 0 0,0-1 0 0 0,-1 0 0 0 0,1 0-1 0 0,-1-1 1 0 0,0-1 0 0 0,0 0 0 0 0,0 0 0 0 0,-1-1 0 0 0,0-1 0 0 0,0 0 0 0 0,-1 0 0 0 0,0-1 0 0 0,0-1 0 0 0,0 0 0 0 0,-1 0 0 0 0,-1 0 0 0 0,0-1 0 0 0,10-16-1 0 0,-15 21-19 0 0,-1 0 0 0 0,0 0 0 0 0,0-1 0 0 0,-1 1 0 0 0,1 0 0 0 0,-1-1 0 0 0,0 0 0 0 0,-1 1 0 0 0,0-1 0 0 0,1 1 0 0 0,-2-1 0 0 0,1 0 0 0 0,-1 1 0 0 0,0-1 0 0 0,0 1 0 0 0,0-1 0 0 0,-1 1 0 0 0,1 0 0 0 0,-2 0 0 0 0,1-1 0 0 0,0 1 0 0 0,-1 0 0 0 0,0 1 0 0 0,0-1 0 0 0,0 1 0 0 0,-1-1 0 0 0,0 1 0 0 0,0 0 0 0 0,-4-4 0 0 0,-1 0-80 0 0,1 1 1 0 0,-1 0-1 0 0,-1 0 0 0 0,1 1 0 0 0,-1 0 1 0 0,0 1-1 0 0,0 0 0 0 0,-1 1 0 0 0,1 0 1 0 0,-1 0-1 0 0,0 1 0 0 0,0 0 0 0 0,-17-1 1 0 0,12 4-322 0 0,1 1 1 0 0,0 0-1 0 0,0 1 1 0 0,0 0-1 0 0,0 2 1 0 0,0-1-1 0 0,1 2 1 0 0,-1 0-1 0 0,-20 11 1 0 0,25-11 406 0 0,-1 1 1 0 0,0 0-1 0 0,1 1 0 0 0,0 0 1 0 0,1 0-1 0 0,0 1 1 0 0,0 0-1 0 0,0 1 1 0 0,1 0-1 0 0,1 1 1 0 0,-1-1-1 0 0,-8 17 1 0 0,15-25-39 0 0,0 1 0 0 0,0 0 0 0 0,0 0 1 0 0,1 0-1 0 0,-1 0 0 0 0,0 0 0 0 0,1 0 0 0 0,-1 0 1 0 0,1 0-1 0 0,0 0 0 0 0,-1 0 0 0 0,1 0 1 0 0,0 0-1 0 0,1 0 0 0 0,-1 0 0 0 0,0 0 0 0 0,0 1 1 0 0,1-1-1 0 0,-1 0 0 0 0,1 0 0 0 0,0-1 1 0 0,-1 1-1 0 0,1 0 0 0 0,0 0 0 0 0,0 0 0 0 0,0 0 1 0 0,1-1-1 0 0,0 3 0 0 0,0-3-63 0 0,0 0 0 0 0,0 0 0 0 0,0 0 1 0 0,0 0-1 0 0,0 0 0 0 0,0 0 0 0 0,0 0 0 0 0,0 0 0 0 0,0-1 0 0 0,0 0 0 0 0,0 1 0 0 0,0-1 0 0 0,1 0 1 0 0,-1 0-1 0 0,0 0 0 0 0,0 0 0 0 0,0 0 0 0 0,1 0 0 0 0,-1-1 0 0 0,0 1 0 0 0,0-1 0 0 0,0 0 0 0 0,0 1 0 0 0,0-1 1 0 0,0 0-1 0 0,3-2 0 0 0,10-6-11 0 0,-1 0-1 0 0,0-1 1 0 0,-1 0 0 0 0,21-22 0 0 0,44-53 848 0 0,-73 79-741 0 0,26-35 389 0 0,-28 37-413 0 0,-1 1-1 0 0,0-1 1 0 0,0 0 0 0 0,0 1 0 0 0,-1-1 0 0 0,1 0-1 0 0,-1 0 1 0 0,0 0 0 0 0,0 0 0 0 0,0-6-1 0 0,0 10-24 0 0,-1-1-1 0 0,0 1 0 0 0,0-1 0 0 0,0 1 1 0 0,0-1-1 0 0,0 0 0 0 0,0 1 0 0 0,-1-1 0 0 0,1 1 1 0 0,0-1-1 0 0,0 1 0 0 0,0-1 0 0 0,0 1 1 0 0,-1-1-1 0 0,1 1 0 0 0,0-1 0 0 0,0 1 0 0 0,-1-1 1 0 0,1 1-1 0 0,0-1 0 0 0,-1 1 0 0 0,1 0 0 0 0,-1-1 1 0 0,1 1-1 0 0,0 0 0 0 0,-1-1 0 0 0,1 1 1 0 0,-1 0-1 0 0,1-1 0 0 0,-1 1 0 0 0,1 0 0 0 0,-2-1 1 0 0,-18 6 1739 0 0,-18 18 195 0 0,8 2-1952 0 0,1 1-1 0 0,1 2 1 0 0,1 0 0 0 0,-36 53 0 0 0,46-55-2219 0 0,-22 42-1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20.87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1 155 3681 0 0,'21'11'3595'0'0,"-19"-9"-3416"0"0,13 29 1089 0 0,-13-28-1234 0 0,-1 1 0 0 0,1 0 0 0 0,0 0 0 0 0,0-1 0 0 0,0 1 0 0 0,1-1 0 0 0,-1 1 0 0 0,1-1 0 0 0,3 3 0 0 0,9 4 436 0 0,1-2 1 0 0,0 0-1 0 0,0 0 0 0 0,1-2 0 0 0,0 0 0 0 0,0-1 0 0 0,19 4 0 0 0,14-1 226 0 0,61 4 0 0 0,90-9-737 0 0,-53-3 56 0 0,-84 0-435 0 0,0-3 0 0 0,0-2 0 0 0,0-3 0 0 0,90-24 1 0 0,-14 1 144 0 0,2 7 0 0 0,143-7 0 0 0,3 3 1140 0 0,-284 27-888 0 0,0 1 1 0 0,0-1 0 0 0,0 0 0 0 0,0 0 0 0 0,0 0 0 0 0,-1 0 0 0 0,1-1 0 0 0,0 0 0 0 0,4-2 0 0 0,-8 4 20 0 0,0-1 0 0 0,1 1 0 0 0,-1 0 0 0 0,0-1 0 0 0,1 1 0 0 0,-1-1 0 0 0,0 1 0 0 0,1 0 0 0 0,-1-1 0 0 0,0 1 0 0 0,0-1 0 0 0,1 1 0 0 0,-1-1 0 0 0,0 1 0 0 0,0-1 0 0 0,0 1 0 0 0,0-1 0 0 0,0 1 0 0 0,0-1 0 0 0,0 1 0 0 0,0-1 0 0 0,0 0 0 0 0,0 1 0 0 0,0-1 0 0 0,0 0 0 0 0,-1-1 24 0 0,0 1 1 0 0,1-1-1 0 0,-1 1 0 0 0,0-1 0 0 0,0 1 1 0 0,-1-1-1 0 0,1 1 0 0 0,0 0 0 0 0,0-1 1 0 0,-1 1-1 0 0,-2-2 0 0 0,-8-5 29 0 0,0 0-1 0 0,-1 1 1 0 0,0 0-1 0 0,-1 1 1 0 0,1 1-1 0 0,-1 0 1 0 0,0 0-1 0 0,-22-3 1 0 0,-16 1-612 0 0,-55-3 1 0 0,49 6 295 0 0,-393-22-40 0 0,351 21 650 0 0,-344 21 2450 0 0,248-2-3533 0 0,191-14 711 0 0,-79 8-178 0 0,75-7 244 0 0,0 1 1 0 0,1 0-1 0 0,-1 0 0 0 0,1 1 1 0 0,0 0-1 0 0,0 0 0 0 0,-11 7 1 0 0,19-9-89 0 0,-1-1 0 0 0,1 0 0 0 0,-1 0 0 0 0,1 0 0 0 0,-1 1 1 0 0,1-1-1 0 0,-1 0 0 0 0,1 1 0 0 0,-1-1 0 0 0,1 0 1 0 0,0 1-1 0 0,-1-1 0 0 0,1 1 0 0 0,0-1 0 0 0,-1 1 0 0 0,1-1 1 0 0,0 1-1 0 0,-1-1 0 0 0,1 0 0 0 0,0 1 0 0 0,0 0 0 0 0,0-1 1 0 0,0 1-1 0 0,-1-1 0 0 0,1 1 0 0 0,0-1 0 0 0,0 1 1 0 0,0-1-1 0 0,0 2 0 0 0,14 7-622 0 0,34-1 850 0 0,-39-7 60 0 0,669 105 780 0 0,-306-60-406 0 0,-61-9 209 0 0,-168-7-1064 0 0,-95-18 184 0 0,0-2 0 0 0,69 5 0 0 0,-34-8 91 0 0,30 1-141 0 0,-263-22 1550 0 0,87 11-1435 0 0,-38-3-954 0 0,-1 4 1 0 0,-126 14 0 0 0,68 21-180 0 0,17-2 1971 0 0,84-21-62 0 0,1 0 736 0 0,-67 2 0 0 0,106-11-1682 0 0,0-1 1 0 0,0-1 0 0 0,0-1 0 0 0,0-1 0 0 0,0 0-1 0 0,0-2 1 0 0,-28-10 0 0 0,88-3-3840 0 0,-28 16 3180 0 0,17-3-2752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40.42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665 639 5985 0 0,'88'-25'35'0'0,"-39"12"-149"0"0,0-2-1 0 0,-1-2 1 0 0,-1-2-1 0 0,47-27 1 0 0,-90 44 72 0 0,-1 0-1 0 0,0 0 1 0 0,0 0 0 0 0,0 0-1 0 0,0 0 1 0 0,-1-1 0 0 0,1 0-1 0 0,-1 1 1 0 0,1-1 0 0 0,-1 0 0 0 0,0 0-1 0 0,2-4 1 0 0,-4 6 97 0 0,0 0-1 0 0,1 0 1 0 0,-1-1-1 0 0,0 1 1 0 0,0 0-1 0 0,0-1 1 0 0,0 1 0 0 0,0 0-1 0 0,0 0 1 0 0,-1-1-1 0 0,1 1 1 0 0,0 0-1 0 0,-1 0 1 0 0,1-1 0 0 0,0 1-1 0 0,-1 0 1 0 0,0 0-1 0 0,1 0 1 0 0,-1 0 0 0 0,0 0-1 0 0,1 0 1 0 0,-1 0-1 0 0,0 0 1 0 0,0 0-1 0 0,0 0 1 0 0,0 0 0 0 0,0 0-1 0 0,0 0 1 0 0,0 1-1 0 0,0-1 1 0 0,0 1-1 0 0,-1-1 1 0 0,1 0 0 0 0,0 1-1 0 0,-2-1 1 0 0,-14-6 575 0 0,0 1 0 0 0,-1 0 0 0 0,0 1 0 0 0,1 1 1 0 0,-1 0-1 0 0,-1 2 0 0 0,1 0 0 0 0,0 1 0 0 0,-35 3 0 0 0,10 2-112 0 0,0 2 0 0 0,0 2 0 0 0,-45 15 1 0 0,67-17-377 0 0,3-2-20 0 0,-1 2-1 0 0,1 0 0 0 0,-1 2 1 0 0,-28 15-1 0 0,103-24-2109 0 0,-32-2 2118 0 0,-1-1 1 0 0,1-1-1 0 0,43-15 0 0 0,-53 15-79 0 0,-1-1 0 0 0,0 0-1 0 0,1-1 1 0 0,-2 0 0 0 0,1-1-1 0 0,-1-1 1 0 0,17-16 0 0 0,-28 24-27 0 0,0 1 1 0 0,0-1-1 0 0,0-1 1 0 0,0 1-1 0 0,0 0 1 0 0,0 0-1 0 0,0 0 1 0 0,0 0-1 0 0,0-1 1 0 0,-1 1-1 0 0,1 0 1 0 0,0-1-1 0 0,-1 1 1 0 0,1-1-1 0 0,-1 1 1 0 0,0 0-1 0 0,1-1 1 0 0,-1 1-1 0 0,0-1 1 0 0,0 1-1 0 0,0-1 1 0 0,0 1-1 0 0,0-1 1 0 0,0 1-1 0 0,-1-3 1 0 0,0 2 12 0 0,-1 0 1 0 0,1 0 0 0 0,0 0 0 0 0,-1 0 0 0 0,1 0-1 0 0,-1 0 1 0 0,0 0 0 0 0,0 1 0 0 0,1-1 0 0 0,-1 1-1 0 0,0-1 1 0 0,0 1 0 0 0,-4-2 0 0 0,-8-4 61 0 0,0 1 0 0 0,-1 1 1 0 0,-25-6-1 0 0,40 10-101 0 0,-21-3-21 0 0,-1 1 0 0 0,1 1 0 0 0,-1 0 0 0 0,0 2 0 0 0,1 0 0 0 0,-1 2 0 0 0,-36 6 0 0 0,-5 6-858 0 0,-76 28 0 0 0,135-40 908 0 0,-11 4-449 0 0,16-3 55 0 0,9 0 40 0 0,20 3 23 0 0,0-1-1 0 0,0-1 1 0 0,1-2 0 0 0,0-1 0 0 0,-1-1 0 0 0,54-8-1 0 0,-42 1 634 0 0,-1-2-1 0 0,1-2 0 0 0,-2-1 1 0 0,53-24-1 0 0,-77 29-123 0 0,-1-1 0 0 0,0-1 0 0 0,0 0 0 0 0,-1-1 0 0 0,20-17 0 0 0,-30 23-154 0 0,-1 1 0 0 0,1-1 0 0 0,0 1 0 0 0,-1-1 0 0 0,0 0 1 0 0,0 0-1 0 0,0-1 0 0 0,0 1 0 0 0,-1-1 0 0 0,0 1 0 0 0,0-1 0 0 0,0 0 0 0 0,0 1 0 0 0,-1-1 0 0 0,0 0 0 0 0,0 0 0 0 0,0 0 0 0 0,-1 0 0 0 0,1-1 0 0 0,-1 1 0 0 0,0 0 0 0 0,-2-10 0 0 0,0 10-25 0 0,0 0-1 0 0,-1 0 1 0 0,1 0-1 0 0,-1 1 1 0 0,0-1 0 0 0,0 0-1 0 0,-1 1 1 0 0,1 0-1 0 0,-1 0 1 0 0,0 0-1 0 0,0 0 1 0 0,0 1-1 0 0,-1 0 1 0 0,1 0-1 0 0,-1 0 1 0 0,0 0-1 0 0,0 1 1 0 0,0-1-1 0 0,-8-2 1 0 0,-8-2 21 0 0,0 1 1 0 0,0 1-1 0 0,-34-4 0 0 0,17 6-240 0 0,1 1-1 0 0,-1 2 1 0 0,0 1-1 0 0,0 3 0 0 0,-65 13 1 0 0,56-6-68 0 0,0 3 0 0 0,0 1-1 0 0,1 3 1 0 0,-43 23 0 0 0,62-27-229 0 0,-48 35 0 0 0,65-41 443 0 0,0 0 0 0 0,0 1-1 0 0,1 0 1 0 0,0 0 0 0 0,1 1 0 0 0,0 1 0 0 0,-8 12 0 0 0,15-21 52 0 0,0-1 0 0 0,1 0 1 0 0,-1 0-1 0 0,0 1 1 0 0,1-1-1 0 0,0 0 0 0 0,-1 1 1 0 0,1-1-1 0 0,0 0 1 0 0,0 1-1 0 0,-1-1 0 0 0,1 0 1 0 0,0 1-1 0 0,0-1 1 0 0,1 1-1 0 0,-1-1 0 0 0,0 0 1 0 0,0 1-1 0 0,1-1 1 0 0,-1 0-1 0 0,0 1 0 0 0,2 1 1 0 0,-1-1 9 0 0,1 0 0 0 0,0 0 0 0 0,0 0-1 0 0,-1 0 1 0 0,1 0 0 0 0,1 0 0 0 0,-1 0 0 0 0,0 0 0 0 0,0-1 0 0 0,5 3 0 0 0,5 1 14 0 0,0 1 0 0 0,1-2-1 0 0,20 6 1 0 0,-31-10-36 0 0,59 13 391 0 0,0-3 0 0 0,1-3 0 0 0,-1-2 1 0 0,70-4-1 0 0,247-36 442 0 0,-332 27-738 0 0,-1-1 0 0 0,0-3 1 0 0,-1-1-1 0 0,0-2 0 0 0,-1-3 0 0 0,-1-1 0 0 0,67-41 0 0 0,-90 43 14 0 0,-19 17-100 0 0,0-1 0 0 0,1 1 0 0 0,-1-1 0 0 0,0 1 0 0 0,0 0 0 0 0,0-1 0 0 0,1 1 0 0 0,-1-1 0 0 0,0 1 0 0 0,0-1 0 0 0,0 1 0 0 0,0 0 0 0 0,0-1 0 0 0,0 1 0 0 0,0-1 0 0 0,0 1 0 0 0,0-1 0 0 0,0 1 0 0 0,0-1 0 0 0,0 1 0 0 0,0-1 0 0 0,0 1 0 0 0,-1-1 0 0 0,1 1 0 0 0,0 0 0 0 0,-1-2 0 0 0,-1 1 1 0 0,0-1-1 0 0,0 1 0 0 0,-1-1 1 0 0,1 1-1 0 0,-1 0 1 0 0,1 0-1 0 0,-1 0 0 0 0,1 0 1 0 0,-1 0-1 0 0,0 0 1 0 0,1 1-1 0 0,-1-1 0 0 0,-3 1 1 0 0,-42-5-85 0 0,-1 1 1 0 0,1 3-1 0 0,-60 6 0 0 0,-145 26-1452 0 0,244-29 1445 0 0,-35 5-150 0 0,0 2 1 0 0,-58 20-1 0 0,84-23-12 0 0,0 1 0 0 0,1 1 0 0 0,0 1-1 0 0,0 0 1 0 0,1 1 0 0 0,0 1 0 0 0,0 0 0 0 0,-14 15-1 0 0,29-25 233 0 0,1 0-1 0 0,-1-1 1 0 0,0 1-1 0 0,0 0 1 0 0,1 0-1 0 0,-1-1 1 0 0,1 1-1 0 0,-1 0 0 0 0,0 0 1 0 0,1 0-1 0 0,0 0 1 0 0,-1 0-1 0 0,1 0 1 0 0,0 0-1 0 0,-1 0 1 0 0,1 0-1 0 0,0 0 0 0 0,0 0 1 0 0,0 0-1 0 0,0 0 1 0 0,0 0-1 0 0,0 0 1 0 0,0 0-1 0 0,0 0 0 0 0,0 1 1 0 0,1 0-1 0 0,0 0-4 0 0,0 0 1 0 0,1 0-1 0 0,-1 0 0 0 0,1 0 0 0 0,-1 0 0 0 0,1-1 0 0 0,-1 1 0 0 0,1 0 0 0 0,0-1 0 0 0,0 1 0 0 0,3 1 1 0 0,4 2 30 0 0,0 0 1 0 0,0-1 0 0 0,1 0 0 0 0,13 4-1 0 0,15 1 553 0 0,-1-2 0 0 0,65 4 0 0 0,79-8 1109 0 0,-149-3-1417 0 0,300-22 1819 0 0,-93 2-1505 0 0,-121 14-474 0 0,215-3-28 0 0,-53 11 38 0 0,-157-3-76 0 0,48 17 112 0 0,-218-49-74 0 0,9 16-327 0 0,0 0 0 0 0,-1 3 0 0 0,-1 1 0 0 0,-71-13 0 0 0,22 5-39 0 0,79 19 281 0 0,-251-61-138 0 0,189 49 89 0 0,-122-7 0 0 0,185 20-15 0 0,4 0 70 0 0,1 1-1 0 0,-1-1 0 0 0,0 1 0 0 0,1 0 0 0 0,-1 0 0 0 0,1 1 0 0 0,-1-1 1 0 0,0 1-1 0 0,-7 2 0 0 0,12-2 1 0 0,0 0 0 0 0,0 0 0 0 0,0 0 0 0 0,0 0 1 0 0,0-1-1 0 0,0 1 0 0 0,1 0 0 0 0,-1 0 0 0 0,0 0 0 0 0,0 0 0 0 0,1-1 1 0 0,-1 1-1 0 0,1 0 0 0 0,-1 0 0 0 0,0-1 0 0 0,1 1 0 0 0,0 0 0 0 0,-1-1 1 0 0,1 1-1 0 0,-1 0 0 0 0,1-1 0 0 0,0 1 0 0 0,0 0 0 0 0,19 18 2 0 0,-19-18-17 0 0,24 18 76 0 0,0-1 0 0 0,1-1 0 0 0,1-1 0 0 0,0-1 0 0 0,1-1 0 0 0,1-2 0 0 0,33 10 0 0 0,10-2 128 0 0,134 21 0 0 0,116-7 454 0 0,-159-19-420 0 0,15 2-281 0 0,222 26 193 0 0,-205-16 19 0 0,646 61 453 0 0,-577-79-460 0 0,444 0 1405 0 0,-653-11-1387 0 0,432-33 383 0 0,-481 34-541 0 0,0 0-1 0 0,0 0 1 0 0,-1-1 0 0 0,1 0-1 0 0,-1 0 1 0 0,8-4 0 0 0,-12 6 7 0 0,0 0 1 0 0,0-1-1 0 0,-1 1 1 0 0,1-1-1 0 0,0 1 1 0 0,-1-1 0 0 0,1 0-1 0 0,-1 1 1 0 0,1-1-1 0 0,-1 0 1 0 0,1 1-1 0 0,-1-1 1 0 0,1 0 0 0 0,-1 0-1 0 0,0 1 1 0 0,1-1-1 0 0,-1 0 1 0 0,0 0-1 0 0,1 0 1 0 0,-1-1 0 0 0,0 1 0 0 0,0 0 1 0 0,-1-1 0 0 0,1 1 0 0 0,-1 0 0 0 0,1 0-1 0 0,-1-1 1 0 0,1 1 0 0 0,-1 0 0 0 0,1 0-1 0 0,-1 0 1 0 0,0 0 0 0 0,0 0 0 0 0,0 0 0 0 0,1 0-1 0 0,-1 0 1 0 0,0 0 0 0 0,-2-1 0 0 0,-12-10 68 0 0,-1 1 0 0 0,0 0-1 0 0,0 1 1 0 0,-1 1 0 0 0,-34-12 0 0 0,-96-25-177 0 0,78 27-103 0 0,-191-68-470 0 0,-125-35-857 0 0,303 105 1065 0 0,0 3 0 0 0,-1 4 0 0 0,0 4 0 0 0,-142 6 0 0 0,116 9 562 0 0,2 5-1 0 0,-1 4 1 0 0,-117 37-1 0 0,167-39-399 0 0,-59 18-223 0 0,101-28 408 0 0,0 0-1 0 0,0 2 1 0 0,1 0 0 0 0,-26 17 0 0 0,39-24 112 0 0,1 0 1 0 0,0 0 0 0 0,-1 0-1 0 0,1 0 1 0 0,0 0-1 0 0,0 0 1 0 0,0 0-1 0 0,0 0 1 0 0,0 0-1 0 0,0 0 1 0 0,0 0-1 0 0,0 1 1 0 0,0-1-1 0 0,0 0 1 0 0,1 1-1 0 0,-1-1 1 0 0,1 1-1 0 0,-1-1 1 0 0,1 1-1 0 0,-1-1 1 0 0,1 1 0 0 0,0-1-1 0 0,0 1 1 0 0,0-1-1 0 0,0 3 1 0 0,1-2-28 0 0,-1-1 0 0 0,1 1-1 0 0,0 0 1 0 0,1 0 0 0 0,-1 0 0 0 0,0-1 0 0 0,0 1 0 0 0,1-1 0 0 0,-1 1 0 0 0,1-1 0 0 0,-1 1 0 0 0,1-1 0 0 0,0 0 0 0 0,-1 0 0 0 0,1 0 0 0 0,2 1 0 0 0,10 4-207 0 0,0 0 0 0 0,0 0 0 0 0,27 5-1 0 0,26 3 629 0 0,0-4 0 0 0,80 3 0 0 0,139-9 1533 0 0,-102-4-1325 0 0,118-2-144 0 0,-88 0-352 0 0,187-8 411 0 0,-209 4-269 0 0,237-15 34 0 0,-261 11-150 0 0,2-3 62 0 0,107-3-2 0 0,-9 4-149 0 0,-11-1 771 0 0,46-10-484 0 0,-248 18-317 0 0,-44 3-3 0 0,5 2 20 0 0,1-2 1 0 0,-1 0-1 0 0,-1-1 0 0 0,1-1 0 0 0,0 0 0 0 0,-1-1 0 0 0,24-11 0 0 0,-39 16-3 0 0,1 0-1 0 0,0-1 1 0 0,-1 1 0 0 0,1 0-1 0 0,-1-1 1 0 0,1 1-1 0 0,-1 0 1 0 0,1-1 0 0 0,-1 1-1 0 0,1-1 1 0 0,-1 1-1 0 0,0-1 1 0 0,1 1 0 0 0,-1-1-1 0 0,0 0 1 0 0,1 1-1 0 0,-1-1 1 0 0,0 1 0 0 0,0-1-1 0 0,1 0 1 0 0,-1 1-1 0 0,0-1 1 0 0,0 1 0 0 0,0-1-1 0 0,0 0 1 0 0,0 1-1 0 0,0-1 1 0 0,0 0-1 0 0,0 1 1 0 0,0-2 0 0 0,-1 1 40 0 0,0-1 1 0 0,1 1 0 0 0,-1-1 0 0 0,0 1 0 0 0,0-1-1 0 0,0 1 1 0 0,0 0 0 0 0,0 0 0 0 0,-1-1 0 0 0,1 1-1 0 0,-2-1 1 0 0,-38-21 953 0 0,-7 6-990 0 0,0 2-1 0 0,-1 3 0 0 0,-62-9 1 0 0,-155-4-1509 0 0,187 19 1163 0 0,0 1 15 0 0,0 3-1 0 0,0 4 1 0 0,-87 13-1 0 0,114-7-163 0 0,0 2 0 0 0,1 3 0 0 0,0 2 0 0 0,1 2 0 0 0,-77 39 0 0 0,0 14-511 0 0,76-36-2915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43.01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6 1 3121 0 0,'-6'1'11517'0'0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53.50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324 64 3545 0 0,'-9'-2'341'0'0,"0"0"-1"0"0,0 0 1 0 0,0 1 0 0 0,-1 0 0 0 0,1 1-1 0 0,0 0 1 0 0,-1 0 0 0 0,-17 4 0 0 0,25-4-308 0 0,-30 6 1396 0 0,0 1-1 0 0,-61 22 0 0 0,29-11 3921 0 0,141-52-5198 0 0,-1 9-424 0 0,1 4 0 0 0,94-14 0 0 0,-165 34 275 0 0,30-3-58 0 0,-34 4 54 0 0,0 0 0 0 0,0 0 1 0 0,0 0-1 0 0,-1 0 0 0 0,1 0 0 0 0,0 1 0 0 0,0-1 0 0 0,0 1 0 0 0,0-1 0 0 0,0 1 0 0 0,-1-1 0 0 0,1 1 0 0 0,0 0 1 0 0,2 1-1 0 0,-4-1 2 0 0,0 0 0 0 0,1 0 1 0 0,-1-1-1 0 0,0 1 0 0 0,0 0 1 0 0,0 0-1 0 0,1 0 0 0 0,-1-1 1 0 0,0 1-1 0 0,0 0 0 0 0,0 0 1 0 0,-1 0-1 0 0,1-1 0 0 0,0 1 1 0 0,0 0-1 0 0,0 0 0 0 0,0-1 1 0 0,-1 1-1 0 0,1 0 0 0 0,0 0 1 0 0,-1-1-1 0 0,1 1 0 0 0,-1 0 1 0 0,0 0-1 0 0,-15 24 65 0 0,10-16 80 0 0,-3 7-133 0 0,6-13-15 0 0,1 0 0 0 0,0 0-1 0 0,0 0 1 0 0,0 0 0 0 0,1 1-1 0 0,-1-1 1 0 0,1 0 0 0 0,-1 1-1 0 0,1 0 1 0 0,0-1 0 0 0,1 1 0 0 0,-1-1-1 0 0,0 1 1 0 0,1 0 0 0 0,0 0-1 0 0,0-1 1 0 0,0 1 0 0 0,1 0 0 0 0,-1 0-1 0 0,1-1 1 0 0,0 1 0 0 0,1 5-1 0 0,-1-6 5 0 0,0 0 0 0 0,-1 0 0 0 0,1-1 0 0 0,-1 1-1 0 0,0 0 1 0 0,0 0 0 0 0,0 0 0 0 0,0 0-1 0 0,0 0 1 0 0,-1 0 0 0 0,1 0 0 0 0,-1 0 0 0 0,-1 3-1 0 0,-19 43 27 0 0,6-16-2 0 0,11-8-154 0 0,4-25 129 0 0,1 1-1 0 0,-1-1 1 0 0,0 0-1 0 0,0 1 1 0 0,0-1-1 0 0,0 0 1 0 0,0 1-1 0 0,0-1 1 0 0,1 0-1 0 0,-1 1 1 0 0,0-1-1 0 0,0 0 1 0 0,1 1-1 0 0,-1-1 1 0 0,0 0-1 0 0,0 0 1 0 0,1 1-1 0 0,-1-1 1 0 0,0 0-1 0 0,1 0 1 0 0,-1 0-1 0 0,0 1 0 0 0,1-1 1 0 0,-1 0-1 0 0,0 0 1 0 0,1 0-1 0 0,-1 0 1 0 0,0 0-1 0 0,1 0 1 0 0,-1 0-1 0 0,1 0 1 0 0,4 0 15 0 0,-1-1 1 0 0,0 0 0 0 0,1-1-1 0 0,-1 1 1 0 0,0-1 0 0 0,0 0-1 0 0,5-2 1 0 0,-7 2-13 0 0,1 0-1 0 0,0 1 1 0 0,0 0 0 0 0,0-1-1 0 0,0 1 1 0 0,0 0 0 0 0,1 0-1 0 0,-1 1 1 0 0,0-1 0 0 0,6 0-1 0 0,-9 2-2 0 0,0 0 0 0 0,1-1-1 0 0,-1 1 1 0 0,0-1-1 0 0,0 1 1 0 0,1 0 0 0 0,-1-1-1 0 0,0 1 1 0 0,0-1-1 0 0,0 1 1 0 0,0 0 0 0 0,0-1-1 0 0,0 1 1 0 0,0 0-1 0 0,0-1 1 0 0,0 1 0 0 0,0 0-1 0 0,0-1 1 0 0,-1 1-1 0 0,1 0 1 0 0,0-1-1 0 0,0 1 1 0 0,0-1 0 0 0,-1 2-1 0 0,-8 20-12 0 0,8-19 12 0 0,-1 1 0 0 0,1 0-1 0 0,-1 1 1 0 0,1-1 0 0 0,-1 1-1 0 0,2 0 1 0 0,-1-1-1 0 0,0 1 1 0 0,1 0-1 0 0,0 0 1 0 0,0 7-1 0 0,1-11 1 0 0,-1 0 0 0 0,0 0 0 0 0,0 0 0 0 0,1 0 0 0 0,-1 0 0 0 0,1 0 0 0 0,-1 0 0 0 0,1 0 0 0 0,0 0 0 0 0,-1 0 0 0 0,1-1 0 0 0,0 1 0 0 0,-1 0 0 0 0,1 0 0 0 0,0 0 0 0 0,0-1-1 0 0,0 1 1 0 0,2 1 0 0 0,-1-2-1 0 0,0 1 0 0 0,0 0 0 0 0,0-1 0 0 0,0 1 0 0 0,1-1-1 0 0,-1 0 1 0 0,0 0 0 0 0,0 1 0 0 0,1-2 0 0 0,-1 1 0 0 0,0 0-1 0 0,4-1 1 0 0,13-4-13 0 0,-14 4 36 0 0,0-1 0 0 0,1 1 0 0 0,-1 0 0 0 0,0 0 0 0 0,0 1-1 0 0,0 0 1 0 0,9 0 0 0 0,-14 0-21 0 0,0 0-1 0 0,1 0 0 0 0,-1 0 1 0 0,1 1-1 0 0,-1-1 0 0 0,1 0 1 0 0,-1 0-1 0 0,0 0 0 0 0,1 1 1 0 0,-1-1-1 0 0,0 0 0 0 0,1 0 1 0 0,-1 1-1 0 0,0-1 1 0 0,1 0-1 0 0,-1 1 0 0 0,0-1 1 0 0,0 0-1 0 0,1 1 0 0 0,-1-1 1 0 0,0 1-1 0 0,0-1 0 0 0,0 0 1 0 0,1 1-1 0 0,-1-1 0 0 0,0 1 1 0 0,0-1-1 0 0,0 1 0 0 0,0-1 1 0 0,0 1-1 0 0,-3 18 94 0 0,-13 12 403 0 0,2-12-98 0 0,10-15-323 0 0,1 1 0 0 0,-1-1 0 0 0,1 1 0 0 0,0-1 0 0 0,0 1 0 0 0,1 0 0 0 0,0 0 1 0 0,-1 0-1 0 0,2 0 0 0 0,-4 10 0 0 0,6-14-159 0 0,-1 0 0 0 0,0 0 1 0 0,0-1-1 0 0,0 1 0 0 0,1 0 0 0 0,-1-1 1 0 0,0 1-1 0 0,1 0 0 0 0,-1-1 1 0 0,0 1-1 0 0,1 0 0 0 0,-1-1 1 0 0,5 4-587 0 0,-4-3 586 0 0,-1-1 0 0 0,1 0 1 0 0,0 1-1 0 0,0-1 0 0 0,-1 0 1 0 0,1 0-1 0 0,0 0 0 0 0,0 0 0 0 0,-1 1 1 0 0,2-1-1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2:55.79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446 96 3225 0 0,'4'-5'197'0'0,"-1"-1"0"0"0,0 0 0 0 0,0 0 0 0 0,0 0 1 0 0,-1 0-1 0 0,0-1 0 0 0,2-8 0 0 0,-4 14-127 0 0,0 0 0 0 0,1 0 0 0 0,-1-1 0 0 0,0 1-1 0 0,0 0 1 0 0,0-1 0 0 0,0 1 0 0 0,0 0 0 0 0,0-1 0 0 0,0 1 0 0 0,-1 0 0 0 0,1 0-1 0 0,0-1 1 0 0,-1 1 0 0 0,1 0 0 0 0,-1 0 0 0 0,1-1 0 0 0,-1 1 0 0 0,1 0 0 0 0,-1 0 0 0 0,0 0-1 0 0,0 0 1 0 0,0 0 0 0 0,0 0 0 0 0,1 0 0 0 0,-1 0 0 0 0,0 0 0 0 0,0 1 0 0 0,-1-1 0 0 0,1 0-1 0 0,0 1 1 0 0,0-1 0 0 0,0 0 0 0 0,0 1 0 0 0,-1 0 0 0 0,1-1 0 0 0,0 1 0 0 0,0 0-1 0 0,-1-1 1 0 0,1 1 0 0 0,0 0 0 0 0,-3 0 0 0 0,-14 0 204 0 0,0 1-1 0 0,-1 0 1 0 0,1 2 0 0 0,0 0 0 0 0,0 1-1 0 0,0 0 1 0 0,1 2 0 0 0,0 0 0 0 0,0 1-1 0 0,0 0 1 0 0,-26 18 0 0 0,22-12-470 0 0,1 1-1 0 0,1 1 1 0 0,0 0 0 0 0,1 2 0 0 0,0 0 0 0 0,2 1-1 0 0,0 1 1 0 0,-17 26 0 0 0,31-41 180 0 0,-1 0-1 0 0,1 0 1 0 0,0 0-1 0 0,0 0 1 0 0,0 0-1 0 0,0 0 1 0 0,1 1-1 0 0,-1-1 1 0 0,1 0-1 0 0,1 1 1 0 0,-1-1-1 0 0,0 1 1 0 0,1-1-1 0 0,0 1 1 0 0,0 0-1 0 0,1-1 1 0 0,-1 1-1 0 0,1-1 1 0 0,0 1-1 0 0,0-1 1 0 0,0 0-1 0 0,1 1 1 0 0,-1-1-1 0 0,1 0 1 0 0,0 0 0 0 0,0 0-1 0 0,1 0 1 0 0,-1 0-1 0 0,1-1 1 0 0,0 1-1 0 0,0-1 1 0 0,0 1-1 0 0,1-1 1 0 0,-1 0-1 0 0,1-1 1 0 0,-1 1-1 0 0,1 0 1 0 0,0-1-1 0 0,0 0 1 0 0,0 0-1 0 0,5 2 1 0 0,1-1 25 0 0,-1 0 0 0 0,2 0 0 0 0,-1-1 0 0 0,0 0 0 0 0,0-1 0 0 0,1 0 0 0 0,-1-1 0 0 0,0 0 0 0 0,1 0 0 0 0,-1-1 0 0 0,0 0 0 0 0,15-5 0 0 0,15-4 60 0 0,70-29 0 0 0,-58 19-52 0 0,11-2 57 0 0,-6 3 176 0 0,-2-3 0 0 0,78-40 0 0 0,-107 47-75 0 0,-9 6-60 0 0,0-1 0 0 0,-1 0 0 0 0,0-1 0 0 0,0-1 1 0 0,22-22-1 0 0,-38 34-92 0 0,0 0 0 0 0,1-1 0 0 0,-1 1 1 0 0,0 0-1 0 0,0-1 0 0 0,1 1 1 0 0,-1 0-1 0 0,0-1 0 0 0,0 1 0 0 0,0 0 1 0 0,1-1-1 0 0,-1 1 0 0 0,0-1 0 0 0,0 1 1 0 0,0 0-1 0 0,0-1 0 0 0,0 1 1 0 0,0-1-1 0 0,0 1 0 0 0,0 0 0 0 0,0-1 1 0 0,0 1-1 0 0,0-1 0 0 0,0 1 0 0 0,0 0 1 0 0,0-1-1 0 0,0 1 0 0 0,0-1 1 0 0,-1 1-1 0 0,1 0 0 0 0,0-1 0 0 0,0 1 1 0 0,0-1-1 0 0,-1 1 0 0 0,1 0 0 0 0,0-1 1 0 0,-1 1-1 0 0,-18-10 693 0 0,-25 2 555 0 0,9 6-1012 0 0,-1 1 0 0 0,0 2 0 0 0,0 2 1 0 0,0 1-1 0 0,-57 13 0 0 0,71-11-493 0 0,-1 0 0 0 0,1 2 0 0 0,0 1 0 0 0,1 0 0 0 0,0 2 0 0 0,1 0 0 0 0,0 1 0 0 0,0 1-1 0 0,-29 27 1 0 0,39-31-3 0 0,2 0 0 0 0,-1 1 0 0 0,1 0 0 0 0,0 0 0 0 0,1 1-1 0 0,-10 21 1 0 0,15-29 165 0 0,0 1 0 0 0,1-1 0 0 0,0 1 0 0 0,0 0 0 0 0,0-1 0 0 0,0 1-1 0 0,0 0 1 0 0,1 0 0 0 0,0-1 0 0 0,0 1 0 0 0,0 0 0 0 0,0 0 0 0 0,0-1 0 0 0,1 1-1 0 0,0 0 1 0 0,0 0 0 0 0,0-1 0 0 0,0 1 0 0 0,0-1 0 0 0,1 1 0 0 0,0-1 0 0 0,-1 1 0 0 0,1-1-1 0 0,0 0 1 0 0,1 0 0 0 0,-1 0 0 0 0,4 3 0 0 0,1 1-54 0 0,0-1-1 0 0,0 0 1 0 0,1 0-1 0 0,0-1 1 0 0,0 0 0 0 0,0-1-1 0 0,1 0 1 0 0,0 0 0 0 0,0 0-1 0 0,14 2 1 0 0,-8-2 76 0 0,1-2 0 0 0,0 0 1 0 0,0-1-1 0 0,0 0 0 0 0,26-3 0 0 0,6-5 166 0 0,-1-3 0 0 0,0-1 0 0 0,49-19-1 0 0,111-48 2125 0 0,228-122 1 0 0,-392 180-1858 0 0,-1 1 93 0 0,63-17 0 0 0,-17 6-116 0 0,-87 30-344 0 0,-1 0 0 0 0,1 0-1 0 0,-1 0 1 0 0,1 0 0 0 0,-1 0-1 0 0,1 0 1 0 0,-1-1 0 0 0,1 1-1 0 0,-1 0 1 0 0,1 0 0 0 0,-1-1-1 0 0,1 1 1 0 0,-1 0-1 0 0,1-1 1 0 0,-1 1 0 0 0,1 0-1 0 0,-1-1 1 0 0,0 1 0 0 0,1-1-1 0 0,-1 1 1 0 0,0-1 0 0 0,1 1-1 0 0,-1-1 1 0 0,0 1 0 0 0,0-1-1 0 0,0 1 1 0 0,1-1 0 0 0,-1 1-1 0 0,0-1 1 0 0,0 1 0 0 0,0-1-1 0 0,0 0 1 0 0,0 0 34 0 0,-1 0 1 0 0,1 0-1 0 0,-1 0 1 0 0,0 0-1 0 0,1 0 1 0 0,-1 0-1 0 0,0 0 0 0 0,0 0 1 0 0,0 1-1 0 0,0-1 1 0 0,0 0-1 0 0,1 0 1 0 0,-1 1-1 0 0,-2-2 0 0 0,-2 0 135 0 0,0-1 0 0 0,-1 0 0 0 0,1 1 0 0 0,-1 0 0 0 0,-7-1 0 0 0,-1 2-230 0 0,0 1 0 0 0,0 1 0 0 0,0 0 0 0 0,0 1 0 0 0,0 0 0 0 0,0 1-1 0 0,1 1 1 0 0,-1 0 0 0 0,1 1 0 0 0,0 0 0 0 0,0 1 0 0 0,1 1-1 0 0,-1 0 1 0 0,2 0 0 0 0,-1 1 0 0 0,1 1 0 0 0,0 0 0 0 0,-14 16 0 0 0,17-17-164 0 0,1 0 0 0 0,0 1 0 0 0,1 0 0 0 0,0 1 0 0 0,0-1 0 0 0,1 1 0 0 0,0 0 0 0 0,1 0 0 0 0,0 1 0 0 0,-4 17 0 0 0,6-19 113 0 0,1-1-1 0 0,0 1 0 0 0,1-1 1 0 0,0 1-1 0 0,0 0 1 0 0,1-1-1 0 0,0 1 1 0 0,1-1-1 0 0,0 1 0 0 0,0-1 1 0 0,1 1-1 0 0,0-1 1 0 0,0 0-1 0 0,8 13 1 0 0,-4-10-57 0 0,0-1 1 0 0,1-1 0 0 0,0 1 0 0 0,0-1 0 0 0,1 0 0 0 0,1-1 0 0 0,-1 0 0 0 0,1-1 0 0 0,1 0 0 0 0,-1 0 0 0 0,1-1 0 0 0,0-1 0 0 0,15 6 0 0 0,-9-4 147 0 0,1-2 0 0 0,-1 0 1 0 0,1-1-1 0 0,0 0 0 0 0,0-2 0 0 0,0 0 1 0 0,0-1-1 0 0,27-2 0 0 0,-26-2 174 0 0,1-1-1 0 0,0-1 0 0 0,-1 0 1 0 0,0-2-1 0 0,0 0 0 0 0,-1-1 1 0 0,0-1-1 0 0,0 0 0 0 0,-1-2 0 0 0,23-17 1 0 0,-7 1 527 0 0,0-2 0 0 0,-2 0 0 0 0,50-62 0 0 0,-69 76-483 0 0,-1 0 1 0 0,14-26-1 0 0,-23 38-175 0 0,0-1 0 0 0,-1 1 0 0 0,1-1 0 0 0,0 1 0 0 0,-1-1 0 0 0,0 0 0 0 0,0 0-1 0 0,0 0 1 0 0,0 1 0 0 0,-1-1 0 0 0,0 0 0 0 0,0 0 0 0 0,0 0 0 0 0,0 0 0 0 0,0 0 0 0 0,-1 0 0 0 0,1 0-1 0 0,-3-7 1 0 0,1 8 27 0 0,0 1 0 0 0,0-1 0 0 0,0 1 0 0 0,-1-1 0 0 0,1 1 0 0 0,-1-1 0 0 0,1 1 0 0 0,-1 0 0 0 0,0 0 0 0 0,0 1 0 0 0,0-1 0 0 0,0 0 0 0 0,0 1 0 0 0,0 0 0 0 0,0 0 0 0 0,-1 0 0 0 0,1 0 0 0 0,0 0 0 0 0,-1 1 0 0 0,1-1 0 0 0,0 1 0 0 0,-1 0 0 0 0,1 0 0 0 0,0 0 0 0 0,-7 2 0 0 0,-1-1 1 0 0,-1 1 0 0 0,0 0 0 0 0,1 1 0 0 0,-1 0 1 0 0,1 1-1 0 0,-11 5 0 0 0,8-2-186 0 0,1 1 0 0 0,1 0-1 0 0,-1 1 1 0 0,1 0 0 0 0,1 1 0 0 0,0 0 0 0 0,0 1 0 0 0,1 0 0 0 0,0 0-1 0 0,1 1 1 0 0,1 1 0 0 0,-11 19 0 0 0,10-15-175 0 0,1 1 1 0 0,0 0 0 0 0,2 1-1 0 0,0-1 1 0 0,1 1-1 0 0,1 1 1 0 0,1-1-1 0 0,1 0 1 0 0,0 25-1 0 0,2-39 250 0 0,0 0 0 0 0,1 0-1 0 0,0 1 1 0 0,0-1-1 0 0,0 0 1 0 0,1 0 0 0 0,-1 0-1 0 0,1-1 1 0 0,0 1-1 0 0,1 0 1 0 0,-1-1-1 0 0,1 1 1 0 0,0-1 0 0 0,0 0-1 0 0,0 0 1 0 0,1 0-1 0 0,0 0 1 0 0,-1 0 0 0 0,9 5-1 0 0,-3-3 37 0 0,1 0-1 0 0,0 0 1 0 0,0-1-1 0 0,1 0 1 0 0,-1-1-1 0 0,1 0 1 0 0,0-1-1 0 0,14 3 1 0 0,-20-5 49 0 0,0-1-1 0 0,0 0 1 0 0,0 0-1 0 0,-1 0 1 0 0,1-1-1 0 0,0 1 1 0 0,0-1 0 0 0,0 0-1 0 0,0-1 1 0 0,-1 1-1 0 0,1-1 1 0 0,-1 0 0 0 0,1 0-1 0 0,-1 0 1 0 0,0-1-1 0 0,1 1 1 0 0,-1-1 0 0 0,-1 0-1 0 0,1-1 1 0 0,0 1-1 0 0,-1 0 1 0 0,0-1-1 0 0,1 0 1 0 0,-1 0 0 0 0,-1 0-1 0 0,1 0 1 0 0,-1 0-1 0 0,3-7 1 0 0,-1 4-23 0 0,0 0-1 0 0,-1-1 1 0 0,0 1-1 0 0,-1-1 1 0 0,0 0-1 0 0,0 1 1 0 0,0-1 0 0 0,-1 0-1 0 0,0 0 1 0 0,-1-1-1 0 0,0 1 1 0 0,0 0-1 0 0,-1 0 1 0 0,0 0-1 0 0,0 0 1 0 0,-5-14 0 0 0,2 11 17 0 0,-1 1 0 0 0,0 0 0 0 0,-1 0 0 0 0,0 0 0 0 0,-1 1 0 0 0,0 0 0 0 0,0 0 0 0 0,-1 1 0 0 0,0 0 0 0 0,-1 0 0 0 0,-10-7 0 0 0,14 11 54 0 0,0 1 0 0 0,0 0 0 0 0,0 0 0 0 0,-1 1 0 0 0,1 0 0 0 0,-1 0 0 0 0,0 0-1 0 0,1 0 1 0 0,-1 1 0 0 0,0 0 0 0 0,0 0 0 0 0,0 1 0 0 0,0 0 0 0 0,0 0 0 0 0,0 0-1 0 0,1 0 1 0 0,-1 1 0 0 0,0 0 0 0 0,0 1 0 0 0,0-1 0 0 0,1 1 0 0 0,-1 0 0 0 0,-5 3-1 0 0,-4 3-44 0 0,1 1 0 0 0,-1 1 0 0 0,2 0 0 0 0,-1 1 0 0 0,1 0 0 0 0,1 1 0 0 0,0 1 0 0 0,-15 21 0 0 0,14-16-122 0 0,1 0 0 0 0,1 0 0 0 0,0 2 0 0 0,2-1 0 0 0,0 1 0 0 0,-8 28 0 0 0,15-39-85 0 0,0-1 0 0 0,1 0 1 0 0,-1 1-1 0 0,1 13 0 0 0,7 13-3914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13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215 110 1840 0 0,'-6'-1'-53'0'0,"-1"1"0"0"0,1-2 0 0 0,0 1 0 0 0,-1 0 0 0 0,1-1 0 0 0,0-1-1 0 0,-9-3 1 0 0,12 4 63 0 0,-1 0 0 0 0,1 0 0 0 0,-1 1 0 0 0,0 0 0 0 0,0-1 0 0 0,1 1 0 0 0,-1 0 0 0 0,0 1 0 0 0,0-1 0 0 0,0 1 0 0 0,0 0 0 0 0,0-1 0 0 0,0 2 0 0 0,0-1 0 0 0,0 0 0 0 0,0 1 0 0 0,0 0-1 0 0,1 0 1 0 0,-1 0 0 0 0,-4 2 0 0 0,-17 2 5119 0 0,23-5-4748 0 0,1 0-1 0 0,-1 0 1 0 0,0 0-1 0 0,1 0 1 0 0,-1 1-1 0 0,0-1 0 0 0,1 0 1 0 0,-1 1-1 0 0,1-1 1 0 0,-1 1-1 0 0,1 0 1 0 0,-1-1-1 0 0,1 1 1 0 0,-1 0-1 0 0,1 0 1 0 0,-1 0-1 0 0,1 0 0 0 0,0 0 1 0 0,0 0-1 0 0,0 0 1 0 0,-2 2-1 0 0,-2 3-98 0 0,5-6-127 0 0,-1 1 0 0 0,1-1 0 0 0,-1 0-1 0 0,1 1 1 0 0,-1-1 0 0 0,1 1 0 0 0,0-1 0 0 0,-1 0 0 0 0,1 1 0 0 0,-1-1 0 0 0,1 1 0 0 0,0-1 0 0 0,-1 1 0 0 0,1 0 0 0 0,0-1 0 0 0,0 1 0 0 0,0-1 0 0 0,-1 1 0 0 0,1-1 0 0 0,0 1-1 0 0,0 0 1 0 0,0-1 0 0 0,0 1 0 0 0,0-1 0 0 0,0 1 0 0 0,0 0 0 0 0,0-1 0 0 0,0 1 0 0 0,0-1 0 0 0,0 1 0 0 0,0 0 0 0 0,1-1 0 0 0,-1 1 0 0 0,0-1 0 0 0,0 1 0 0 0,1-1 0 0 0,0 2 414 0 0,17 6-487 0 0,-13-7-28 0 0,1 0 0 0 0,0 0 0 0 0,-1 0 1 0 0,1 0-1 0 0,0-1 0 0 0,0 0 0 0 0,11-2 0 0 0,11 1 62 0 0,3 2-36 0 0,1-2 1 0 0,45-7-1 0 0,34-1 90 0 0,179-1-38 0 0,-220 7-72 0 0,28-4 55 0 0,0-5-1 0 0,119-29 1 0 0,-109 21-51 0 0,214-12 0 0 0,-251 29 178 0 0,0 4 1 0 0,134 19-1 0 0,-190-18-483 0 0,0 2 0 0 0,0-1 0 0 0,20 10 0 0 0,-30-11 86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36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42 234 2304 0 0,'-41'18'8225'0'0,"40"-18"-8134"0"0,72-16 1167 0 0,109-10 0 0 0,-47 8-312 0 0,-27 7-782 0 0,-1 4 0 0 0,152 11 1 0 0,-98 0-86 0 0,-95-3-133 0 0,303-9 989 0 0,199-37 2134 0 0,-424 35-2741 0 0,-24 2 583 0 0,181-36 0 0 0,-264 36-834 0 0,118-32-994 0 0,-131 26-814 0 0,-16 9 808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36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26 6449 0 0,'-15'-15'2974'0'0,"4"5"1855"0"0,11 10-4753 0 0,-1 1 1 0 0,1-1 0 0 0,0 0-1 0 0,-1 1 1 0 0,1-1 0 0 0,0 1-1 0 0,0-1 1 0 0,-1 1-1 0 0,1-1 1 0 0,0 1 0 0 0,0-1-1 0 0,0 1 1 0 0,0-1 0 0 0,0 1-1 0 0,0-1 1 0 0,0 1 0 0 0,0-1-1 0 0,0 1 1 0 0,0-1-1 0 0,0 1 1 0 0,0-1 0 0 0,0 1-1 0 0,0-1 1 0 0,0 1 0 0 0,0-1-1 0 0,0 1 1 0 0,0-1 0 0 0,1 0-1 0 0,-1 1 1 0 0,1 0 0 0 0,48 217 1375 0 0,-13-72-1529 0 0,2 45-207 0 0,-7-28-294 0 0,61 184 1 0 0,-68-287 217 0 0,-13-36-4015 0 0,-3-10-709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37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2130 0 5985 0 0,'-63'31'8080'0'0,"-7"-8"-5226"0"0,-74 8-5164 0 0,90-21 1135 0 0,-210 36-883 0 0,-137-6 5029 0 0,266-32-2475 0 0,-151 7-100 0 0,204-15-1018 0 0,-122-15-1 0 0,-46-17-5372 0 0,227 27 6318 0 0,1-2 0 0 0,0 0 1 0 0,-23-11-1 0 0,-3-1-409 0 0,32 11-2533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37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22 3225 0 0,'-13'-12'7552'0'0,"8"10"-7466"0"0,0 0 1 0 0,-1 1-1 0 0,1-1 0 0 0,0 1 1 0 0,-1 1-1 0 0,1-1 0 0 0,-1 1 1 0 0,1 0-1 0 0,-1 0 1 0 0,-6 1-1 0 0,-67 14-1985 0 0,28-5 1744 0 0,-29-1 6114 0 0,-1-5-5476 0 0,84-3-482 0 0,0-1 0 0 0,0 1-1 0 0,0 0 1 0 0,0 0-1 0 0,0 0 1 0 0,-1 0-1 0 0,1 0 1 0 0,0 0-1 0 0,-1 1 1 0 0,1 0-1 0 0,-1-1 1 0 0,0 1-1 0 0,1 0 1 0 0,-1 0 0 0 0,3 4-1 0 0,31 39 157 0 0,-26-32-65 0 0,5 8 140 0 0,-1 1 0 0 0,-1 1 1 0 0,-2 0-1 0 0,0 0 0 0 0,15 50 0 0 0,22 131 688 0 0,-33-133-915 0 0,36 195-2032 0 0,-38-191-353 0 0,-2-15-2958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2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5529 0 0,'7'79'1314'0'0,"0"-23"-986"0"0,120 2054 9490 0 0,-70-1221-7573 0 0,5 115-1256 0 0,-15 107-668 0 0,85 1571 370 0 0,-90-2042-166 0 0,76 1081 488 0 0,-67-1063-815 0 0,20 282 2 0 0,-27 0 118 0 0,-5-138 164 0 0,0-461-7233 0 0,-30-286-651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3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1 556 4609 0 0,'37'7'1424'0'0,"377"-25"1150"0"0,-262 6-1883 0 0,641-57 1392 0 0,-209 17-53 0 0,-425 39-1397 0 0,988-100 2579 0 0,-256 2-2414 0 0,5 49-368 0 0,670 24-150 0 0,-946 22-57 0 0,893-8 760 0 0,1091 3 86 0 0,-1716 7-748 0 0,2 50-36 0 0,-278 5 259 0 0,-232-36-214 0 0,-158-6-868 0 0,-100 0-705 0 0,-41-6-6528 0 0,-59 5 2166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3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313 135 1376 0 0,'-6'0'302'0'0,"0"0"1"0"0,0-1-1 0 0,1 0 0 0 0,-1 0 0 0 0,0-1 0 0 0,1 0 1 0 0,-1 0-1 0 0,1 0 0 0 0,0 0 0 0 0,-1-1 0 0 0,-5-4 0 0 0,-4-4 1274 0 0,0 0 0 0 0,-15-17 1 0 0,15 15-148 0 0,12 10-1068 0 0,0 0 0 0 0,-1 0 0 0 0,0 1 0 0 0,1 0 0 0 0,-1-1 0 0 0,0 1 0 0 0,0 1 0 0 0,0-1 0 0 0,0 1 0 0 0,-1-1 0 0 0,1 1 0 0 0,-7-1 0 0 0,-1 1 422 0 0,0 1-1 0 0,0 0 0 0 0,-14 3 1 0 0,-17 0 1423 0 0,43-4-2191 0 0,1 1 1 0 0,-1 0 0 0 0,1 0-1 0 0,0 0 1 0 0,-1 0 0 0 0,1-1-1 0 0,-1 1 1 0 0,1 0 0 0 0,-1-1-1 0 0,1 1 1 0 0,-1 0 0 0 0,0-1-1 0 0,1 1 1 0 0,-1 0 0 0 0,1-1-1 0 0,-1 1 1 0 0,0-1 0 0 0,1 1 0 0 0,-1-1-1 0 0,0 1 1 0 0,0-1 0 0 0,1 1-1 0 0,-1-1 1 0 0,0 1 0 0 0,0-1-1 0 0,0 1 1 0 0,1-1 0 0 0,-1 0-1 0 0,0 1 1 0 0,0-1 0 0 0,0 1-1 0 0,0-1 1 0 0,0 1 0 0 0,0-1 0 0 0,0 1-1 0 0,-1-1 1 0 0,1 0 0 0 0,0 1-1 0 0,0-1 1 0 0,0 1 0 0 0,0-1-1 0 0,-1 1 1 0 0,1-1 0 0 0,0 1-1 0 0,-1-1 1 0 0,1 1 0 0 0,0-1-1 0 0,-1 1 1 0 0,1 0 0 0 0,0-1-1 0 0,-1 1 1 0 0,1-1 0 0 0,-1 1 0 0 0,1 0-1 0 0,-1-1 1 0 0,1 1 0 0 0,-1 0-1 0 0,1 0 1 0 0,-1-1 0 0 0,1 1-1 0 0,-1 0 1 0 0,1 0 0 0 0,-1 0-1 0 0,1 0 1 0 0,-1 0 0 0 0,0 0-1 0 0,12-1-17 0 0,0 1-1 0 0,0 1 0 0 0,1 0 1 0 0,-1 1-1 0 0,0 0 0 0 0,0 1 0 0 0,0 0 1 0 0,-1 0-1 0 0,1 1 0 0 0,-1 1 1 0 0,17 10-1 0 0,6 4-3 0 0,-2 2 0 0 0,34 28 0 0 0,-23-16 18 0 0,-25-21 45 0 0,0 1-1 0 0,0 1 1 0 0,-1 0 0 0 0,23 28 0 0 0,-37-38-34 0 0,0-1 0 0 0,-1 1 0 0 0,1-1 0 0 0,-1 1 0 0 0,0-1 0 0 0,0 1 0 0 0,0 0 0 0 0,-1 0 0 0 0,1-1 0 0 0,-1 1 0 0 0,0 0 0 0 0,0 0 1 0 0,0 0-1 0 0,-1 0 0 0 0,1-1 0 0 0,-1 1 0 0 0,0 0 0 0 0,0-1 0 0 0,0 1 0 0 0,0 0 0 0 0,-1-1 0 0 0,0 1 0 0 0,-2 3 0 0 0,-6 12 203 0 0,-2-1-1 0 0,-26 33 0 0 0,25-34-182 0 0,-16 22-307 0 0,22-28-32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4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 4609 0 0,'-13'28'1220'0'0,"-11"41"1"0"0,0-2-301 0 0,-31 51-306 0 0,45-100-397 0 0,0-1 1 0 0,-1 0-1 0 0,-1-1 0 0 0,-21 22 608 0 0,34-42-573 0 0,0 0 0 0 0,0 0 0 0 0,1 1 0 0 0,-1-1-1 0 0,1 1 1 0 0,0-1 0 0 0,3-5 0 0 0,-1 4-58 0 0,33-69-202 0 0,61-106-186 0 0,-97 179 248 0 0,-1 0 0 0 0,0 0 0 0 0,1 1 0 0 0,-1-1 0 0 0,1 0 0 0 0,-1 0 0 0 0,1 0 0 0 0,-1 0 0 0 0,1 1 0 0 0,-1-1 0 0 0,1 0 0 0 0,0 1 0 0 0,-1-1 0 0 0,1 0 0 0 0,0 1 0 0 0,0-1 0 0 0,0 1 0 0 0,-1-1 0 0 0,1 1 0 0 0,0-1 0 0 0,0 1 0 0 0,0 0 0 0 0,0-1 0 0 0,0 1 0 0 0,0 0 0 0 0,0 0 0 0 0,0 0 0 0 0,0 0 0 0 0,-1 0 0 0 0,1 0 0 0 0,0 0 0 0 0,0 0 0 0 0,2 0 0 0 0,-1 2 183 0 0,1 0 0 0 0,-1 1 0 0 0,0-1 0 0 0,0 0 0 0 0,0 1-1 0 0,0 0 1 0 0,0-1 0 0 0,2 6 0 0 0,-2-4-183 0 0,78 122 3805 0 0,-50-85-4910 0 0,0-2-3469 0 0,-12-20-1745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5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12443 0 0,'0'0'957'0'0,"9"26"319"0"0,52 173 4097 0 0,45 94-3908 0 0,-14-84-725 0 0,6 17-4562 0 0,-96-219 1719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5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0 264 5065 0 0,'0'-5'244'0'0,"0"0"0"0"0,1 1 0 0 0,0-1 0 0 0,0 0 0 0 0,0 0 0 0 0,0 0 0 0 0,1 0 0 0 0,-1 1 0 0 0,1-1 0 0 0,0 1 0 0 0,6-9 0 0 0,-3 2 361 0 0,3-3-93 0 0,-1 0 0 0 0,2 1 0 0 0,0 0 1 0 0,0 0-1 0 0,1 1 0 0 0,1 0 0 0 0,0 0 0 0 0,0 1 1 0 0,1 1-1 0 0,1 0 0 0 0,0 1 0 0 0,0 0 0 0 0,1 1 1 0 0,0 1-1 0 0,19-8 0 0 0,-19 11-705 0 0,-1 2-116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5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 13363 0 0,'5'3'150'0'0,"-1"0"0"0"0,1-1 0 0 0,-1 1 0 0 0,1-1 0 0 0,0 0 0 0 0,0 0 0 0 0,0 0 0 0 0,0-1 0 0 0,1 0 0 0 0,-1 0 0 0 0,0 0 1 0 0,0-1-1 0 0,1 1 0 0 0,-1-1 0 0 0,0-1 0 0 0,1 1 0 0 0,7-2 0 0 0,7-2 266 0 0,1 0 1 0 0,-1-2-1 0 0,21-8 0 0 0,-19 4-519 0 0,1-2-1 0 0,-2-1 1 0 0,0 0 0 0 0,0-2-1 0 0,-1 0 1 0 0,31-32-1 0 0,-14 14-1463 0 0,-11 11 1164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27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120 189 5065 0 0,'-8'-3'706'0'0,"0"0"0"0"0,-1 1 1 0 0,1 0-1 0 0,-1 0 0 0 0,0 1 0 0 0,1 1 0 0 0,-1-1 0 0 0,0 1 1 0 0,-9 2-1 0 0,-6-2 1459 0 0,26 0-1627 0 0,0 0 0 0 0,0 1-1 0 0,0-1 1 0 0,0 1-1 0 0,1-1 1 0 0,-1 1-1 0 0,0 0 1 0 0,0 0-1 0 0,0 0 1 0 0,-1 0 0 0 0,1 0-1 0 0,2 2 1 0 0,23 24 1368 0 0,18 42-2780 0 0,-38-56 1411 0 0,53 97-518 0 0,55 88 23 0 0,-101-177-39 0 0,2 0 0 0 0,0-2 0 0 0,1 0 1 0 0,1 0-1 0 0,1-2 0 0 0,36 27 0 0 0,-52-42 25 0 0,0 0-1 0 0,1 0 1 0 0,-1 0 0 0 0,0 0-1 0 0,1 0 1 0 0,0-1-1 0 0,-1 0 1 0 0,1 1 0 0 0,0-1-1 0 0,0-1 1 0 0,0 1 0 0 0,-1 0-1 0 0,1-1 1 0 0,0 0 0 0 0,0 0-1 0 0,6-1 1 0 0,-6 0 1 0 0,-1 0-1 0 0,0 0 1 0 0,0-1 0 0 0,0 0 0 0 0,0 1-1 0 0,0-1 1 0 0,0 0 0 0 0,0 0 0 0 0,0-1-1 0 0,-1 1 1 0 0,1-1 0 0 0,-1 1 0 0 0,0-1-1 0 0,0 0 1 0 0,0 0 0 0 0,0 0 0 0 0,0 0-1 0 0,2-5 1 0 0,4-10 75 0 0,-1 0 0 0 0,-1 0 0 0 0,-1 0-1 0 0,0-1 1 0 0,2-23 0 0 0,5-100 87 0 0,-10 101-162 0 0,1-27-118 0 0,-2 20-471 0 0,2 0 1 0 0,2 0 0 0 0,3 1-1 0 0,19-70 1 0 0,-18 92-676 0 0,2 6-256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45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1 0 2433 0 0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45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28 114 2761 0 0,'-5'-10'964'0'0,"0"-1"1"0"0,1 1 0 0 0,1-1-1 0 0,0 0 1 0 0,0 0-1 0 0,1 0 1 0 0,1 0 0 0 0,-1-17-1 0 0,8 107 5548 0 0,19 55-5848 0 0,-5-25-521 0 0,25 199-2196 0 0,-35-224-3981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0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35 2665 0 0,'-2'-2'35'0'0,"0"1"0"0"0,-1-1 0 0 0,1 1 0 0 0,-1 0 0 0 0,1 0 0 0 0,-1 0 0 0 0,1 0 1 0 0,-1 0-1 0 0,0 0 0 0 0,1 1 0 0 0,-1-1 0 0 0,0 1 0 0 0,1 0 0 0 0,-1 0 0 0 0,0 0 1 0 0,0 0-1 0 0,-3 1 0 0 0,0 0 1090 0 0,-1 0 1 0 0,1 0-1 0 0,0 1 1 0 0,-1-1 0 0 0,-10 6 431 0 0,55-22 1500 0 0,11 7-1563 0 0,1 1 1 0 0,-1 3-1 0 0,74 2 1 0 0,-99 2-1404 0 0,185 6-278 0 0,-168-5-246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1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 8754 0 0,'0'-1'72'0'0,"0"1"0"0"0,0 0 0 0 0,0-1-1 0 0,0 1 1 0 0,0-1 0 0 0,0 1 0 0 0,0 0 0 0 0,0-1 0 0 0,0 1 0 0 0,0 0 0 0 0,0-1 0 0 0,0 1-1 0 0,0 0 1 0 0,0-1 0 0 0,0 1 0 0 0,0-1 0 0 0,1 1 0 0 0,-1 0 0 0 0,0-1 0 0 0,0 1 0 0 0,0 0-1 0 0,1 0 1 0 0,-1-1 0 0 0,0 1 0 0 0,0 0 0 0 0,1-1 0 0 0,-1 1 0 0 0,0 0 0 0 0,0 0-1 0 0,1 0 1 0 0,-1-1 0 0 0,0 1 0 0 0,1 0 0 0 0,-1 0 0 0 0,12 6 1338 0 0,6 17-352 0 0,-10-9-636 0 0,25 34 13 0 0,-31-46-367 0 0,0 0 0 0 0,-1 1 0 0 0,1-2 0 0 0,0 1 0 0 0,0 0 0 0 0,0 0 0 0 0,1 0 0 0 0,-1-1 0 0 0,0 0 0 0 0,1 1 0 0 0,-1-1 0 0 0,1 0 0 0 0,-1 0 0 0 0,1 0 0 0 0,-1 0 0 0 0,1-1 0 0 0,3 1 0 0 0,-6-1 171 0 0,1-1-1 0 0,-1 0 0 0 0,0 0 0 0 0,0 0 0 0 0,0 0 0 0 0,0 0 0 0 0,0 0 0 0 0,0 0 1 0 0,0 1-1 0 0,0-1 0 0 0,0 0 0 0 0,0 0 0 0 0,-1 0 0 0 0,1 0 0 0 0,0 0 1 0 0,0 1-1 0 0,-1-1 0 0 0,1 0 0 0 0,-2-1 0 0 0,-7-22 713 0 0,2 9-1048 0 0,1 0 1 0 0,-6-22-1 0 0,11 31-830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1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5065 0 0,'0'0'390'0'0,"18"-11"651"0"0,119-82 4472 0 0,-73 48-5085 0 0,-29 18-1335 0 0,-19 13-181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2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2304 0 0,'-2'1'195'0'0,"0"1"-1"0"0,1-1 0 0 0,0 1 1 0 0,-1-1-1 0 0,1 1 0 0 0,0 0 1 0 0,0-1-1 0 0,0 1 0 0 0,0 0 0 0 0,0 0 1 0 0,0 0-1 0 0,0 0 0 0 0,1 0 1 0 0,-1 0-1 0 0,1 0 0 0 0,0 0 1 0 0,-1 0-1 0 0,1 4 0 0 0,1-5-67 0 0,-1 0-1 0 0,1 0 1 0 0,-1 0 0 0 0,1 0-1 0 0,0 0 1 0 0,-1 0 0 0 0,1 0-1 0 0,0 0 1 0 0,0 0 0 0 0,0 0-1 0 0,0 0 1 0 0,0-1 0 0 0,0 1-1 0 0,0 0 1 0 0,0-1 0 0 0,0 1-1 0 0,0 0 1 0 0,0-1-1 0 0,0 0 1 0 0,1 1 0 0 0,-1-1-1 0 0,0 0 1 0 0,0 1 0 0 0,0-1-1 0 0,1 0 1 0 0,-1 0 0 0 0,0 0-1 0 0,0 0 1 0 0,1 0 0 0 0,-1 0-1 0 0,0 0 1 0 0,0-1 0 0 0,2 1-1 0 0,46-6 1552 0 0,-33 4-1344 0 0,-1 0 0 0 0,0 0-1 0 0,1 2 1 0 0,-1 0 0 0 0,30 4 0 0 0,-42-4-298 0 0,0 1 1 0 0,1 0 0 0 0,-1 1-1 0 0,0-1 1 0 0,0 0-1 0 0,1 1 1 0 0,-1 0 0 0 0,-1 0-1 0 0,1 0 1 0 0,0 0 0 0 0,0 0-1 0 0,-1 1 1 0 0,1-1 0 0 0,-1 1-1 0 0,0-1 1 0 0,0 1 0 0 0,0 0-1 0 0,0 0 1 0 0,0 0-1 0 0,0 0 1 0 0,-1 0 0 0 0,0 1-1 0 0,1-1 1 0 0,-1 0 0 0 0,0 1-1 0 0,-1-1 1 0 0,1 0 0 0 0,-1 1-1 0 0,1-1 1 0 0,-1 1 0 0 0,-1 4-1 0 0,1 2 134 0 0,-1 1-1 0 0,0-1 0 0 0,-1 1 0 0 0,0-1 1 0 0,-1 0-1 0 0,0 0 0 0 0,0 0 1 0 0,-1 0-1 0 0,-1 0 0 0 0,-10 16 0 0 0,8-13-322 0 0,-2-1 0 0 0,0 0-1 0 0,0 0 1 0 0,-1-1-1 0 0,-1 0 1 0 0,0-1-1 0 0,-12 10 1 0 0,18-18-1082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2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14 130 6449 0 0,'-2'-2'275'0'0,"1"0"0"0"0,-1 0 0 0 0,1-1 0 0 0,0 1 0 0 0,-1-1 0 0 0,1 1 0 0 0,0-1 0 0 0,1 1 0 0 0,-1-1 0 0 0,0 1 0 0 0,1-1 0 0 0,0 0 0 0 0,-1 1 0 0 0,1-1 0 0 0,0 0 0 0 0,0 0 0 0 0,1 1 0 0 0,-1-1 0 0 0,0 0 0 0 0,1 1 0 0 0,0-1 0 0 0,0 1 0 0 0,0-1 0 0 0,0 1 0 0 0,0-1 0 0 0,0 1 0 0 0,0 0 0 0 0,3-4 0 0 0,-2 2 9 0 0,1 0 0 0 0,-1 0 0 0 0,1 0 0 0 0,0 1 0 0 0,0-1 0 0 0,1 1 0 0 0,-1-1 0 0 0,1 1 0 0 0,-1 0 0 0 0,1 0 0 0 0,0 1 0 0 0,0-1 0 0 0,0 1 0 0 0,1 0 0 0 0,8-3 0 0 0,-12 5-261 0 0,1 0 0 0 0,-1 0 0 0 0,1 0 1 0 0,-1 0-1 0 0,0 1 0 0 0,1-1 0 0 0,-1 0 0 0 0,0 1 0 0 0,1-1 0 0 0,-1 1 1 0 0,0 0-1 0 0,0-1 0 0 0,0 1 0 0 0,1 0 0 0 0,-1 0 0 0 0,0 0 0 0 0,0-1 0 0 0,0 1 1 0 0,0 0-1 0 0,0 1 0 0 0,0-1 0 0 0,-1 0 0 0 0,1 0 0 0 0,0 0 0 0 0,0 0 0 0 0,-1 1 1 0 0,1-1-1 0 0,-1 0 0 0 0,1 1 0 0 0,-1-1 0 0 0,0 0 0 0 0,1 1 0 0 0,-1-1 1 0 0,0 0-1 0 0,0 2 0 0 0,2 7-15 0 0,0 1 0 0 0,-1-1 0 0 0,0 14 1 0 0,-3 3 0 0 0,2-18-31 0 0,-1-1 0 0 0,1 0 0 0 0,0 1 0 0 0,1-1-1 0 0,0 0 1 0 0,2 11 0 0 0,-2-17 19 0 0,0 0-1 0 0,0 0 0 0 0,0 0 1 0 0,0 0-1 0 0,0 0 0 0 0,0 0 1 0 0,1 0-1 0 0,-1 0 0 0 0,1-1 1 0 0,-1 1-1 0 0,1-1 1 0 0,0 1-1 0 0,0-1 0 0 0,-1 1 1 0 0,1-1-1 0 0,0 0 0 0 0,0 0 1 0 0,0 0-1 0 0,0 0 1 0 0,1 0-1 0 0,-1-1 0 0 0,0 1 1 0 0,0-1-1 0 0,0 1 0 0 0,1-1 1 0 0,-1 0-1 0 0,0 0 0 0 0,3 0 1 0 0,16 1-35 0 0,-11-1 7 0 0,1 1-1 0 0,0 0 1 0 0,-1 0 0 0 0,1 1 0 0 0,11 4-1 0 0,-19-5 24 0 0,1 1 0 0 0,-1-1 0 0 0,1 1 0 0 0,-1 0 0 0 0,0 1 0 0 0,1-1 0 0 0,-1 1 0 0 0,0-1 0 0 0,-1 1 0 0 0,1 0 0 0 0,0 0-1 0 0,-1 0 1 0 0,0 0 0 0 0,1 0 0 0 0,-1 1 0 0 0,-1-1 0 0 0,4 8 0 0 0,-1-1 125 0 0,-1 0 0 0 0,-1 1 0 0 0,0 0-1 0 0,0-1 1 0 0,-1 1 0 0 0,0 0 0 0 0,-1 0 0 0 0,0-1 0 0 0,-1 1-1 0 0,-3 20 1 0 0,1-17-260 0 0,-1 1-1 0 0,0-1 1 0 0,-11 25-1 0 0,-12 6-4569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3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5529 0 0,'6'47'10077'0'0,"17"64"-8294"0"0,-4-19-1616 0 0,-14-68-291 0 0,7 56-1792 0 0,-11-72 818 0 0,-1 0 0 0 0,0-1 0 0 0,-1 1 0 0 0,-2 13 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3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30 251 2761 0 0,'-3'-14'354'0'0,"-21"-119"3851"0"0,23 118-2749 0 0,0-1 0 0 0,1 1 0 0 0,3-27 0 0 0,-3 41-1327 0 0,1 1 0 0 0,-1-1 1 0 0,0 0-1 0 0,0 0 0 0 0,1 1 0 0 0,-1-1 0 0 0,1 0 0 0 0,-1 0 0 0 0,0 1 1 0 0,1-1-1 0 0,-1 0 0 0 0,1 1 0 0 0,0-1 0 0 0,-1 1 0 0 0,1-1 0 0 0,0 0 1 0 0,-1 1-1 0 0,1 0 0 0 0,0-1 0 0 0,-1 1 0 0 0,1-1 0 0 0,0 1 0 0 0,0 0 1 0 0,0-1-1 0 0,-1 1 0 0 0,1 0 0 0 0,0 0 0 0 0,0 0 0 0 0,0 0 0 0 0,-1 0 1 0 0,1 0-1 0 0,0 0 0 0 0,0 0 0 0 0,0 0 0 0 0,0 0 0 0 0,-1 0 0 0 0,1 0 1 0 0,0 1-1 0 0,0-1 0 0 0,0 0 0 0 0,-1 1 0 0 0,1-1 0 0 0,0 0 0 0 0,0 1 1 0 0,43 21 1363 0 0,-36-17-1171 0 0,61 36 51 0 0,74 55-1 0 0,-61-27-8002 0 0,-68-55 1634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3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1 312 5985 0 0,'1'0'264'0'0,"1"-2"56"0"0,-1 1-256 0 0,2-2-64 0 0,0 0 0 0 0,1-1 0 0 0,1-1 368 0 0,8-8 57 0 0,10-6 15 0 0,7-7 0 0 0,9-7 48 0 0,1-1 16 0 0,0 1 0 0 0,-3 1 0 0 0,-2 2-1240 0 0,1 2-256 0 0,0 3-40 0 0,-4 5-17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4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2 132 4609 0 0,'0'-3'596'0'0,"-1"0"0"0"0,1 0 0 0 0,0-1 0 0 0,0 1-1 0 0,0 0 1 0 0,0 0 0 0 0,0 0 0 0 0,1 0 0 0 0,-1 0 0 0 0,1 0 0 0 0,0 0 0 0 0,0 0 0 0 0,0 0-1 0 0,0 0 1 0 0,1 0 0 0 0,2-5 0 0 0,-3 8-505 0 0,-1 0-1 0 0,0 0 1 0 0,1 0-1 0 0,-1 0 1 0 0,1 0-1 0 0,-1 1 1 0 0,1-1-1 0 0,-1 0 1 0 0,1 0 0 0 0,-1 0-1 0 0,1 0 1 0 0,-1 0-1 0 0,1 1 1 0 0,-1-1-1 0 0,0 0 1 0 0,1 0-1 0 0,-1 1 1 0 0,1-1-1 0 0,-1 0 1 0 0,0 1-1 0 0,1-1 1 0 0,-1 0 0 0 0,0 1-1 0 0,1-1 1 0 0,-1 1-1 0 0,0-1 1 0 0,0 1-1 0 0,0-1 1 0 0,1 0-1 0 0,-1 1 1 0 0,0-1-1 0 0,0 1 1 0 0,0-1-1 0 0,0 2 1 0 0,9 21 649 0 0,-8-19-464 0 0,5 10-126 0 0,-2 0 4 0 0,2 0 1 0 0,0-1 0 0 0,9 17-1 0 0,-13-29-154 0 0,-7-31 371 0 0,-28-125 747 0 0,31 142-1235 0 0,8 26-3873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5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95 3681 0 0,'-9'4'967'0'0,"0"-1"1"0"0,0 2-1 0 0,0-1 0 0 0,1 1 1 0 0,-14 11-1 0 0,-2 1 2088 0 0,94-70 2900 0 0,-41 29-4485 0 0,62-38 0 0 0,-89 61-1459 0 0,-1 0 1 0 0,1 0-1 0 0,-1 0 0 0 0,1 0 0 0 0,0 0 1 0 0,0 1-1 0 0,-1-1 0 0 0,1 1 0 0 0,0-1 0 0 0,0 1 1 0 0,0-1-1 0 0,-1 1 0 0 0,1 0 0 0 0,0 0 0 0 0,0 0 1 0 0,0 0-1 0 0,0 0 0 0 0,0 0 0 0 0,-1 1 0 0 0,1-1 1 0 0,0 1-1 0 0,0-1 0 0 0,0 1 0 0 0,-1 0 0 0 0,1-1 1 0 0,0 1-1 0 0,-1 0 0 0 0,3 2 0 0 0,-1 0 2 0 0,-1 1-1 0 0,1-1 1 0 0,-1 1 0 0 0,0-1-1 0 0,0 1 1 0 0,0 0-1 0 0,-1 0 1 0 0,1 0 0 0 0,-1 0-1 0 0,0 0 1 0 0,1 8-1 0 0,32 250 264 0 0,1 5-838 0 0,-30-238 55 0 0,8 38-606 0 0,5-29-3762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5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6 246 2304 0 0,'0'0'105'0'0,"0"0"0"0"0,-1 0-1 0 0,1 0 1 0 0,0 0-1 0 0,-1 0 1 0 0,1-1-1 0 0,0 1 1 0 0,-1 0-1 0 0,1 0 1 0 0,0 0-1 0 0,0-1 1 0 0,-1 1 0 0 0,1 0-1 0 0,0 0 1 0 0,0-1-1 0 0,-1 1 1 0 0,1 0-1 0 0,0-1 1 0 0,0 1-1 0 0,0 0 1 0 0,0-1-1 0 0,0 1 1 0 0,-1 0-1 0 0,1-1 1 0 0,0 1 0 0 0,0 0-1 0 0,0-1 1 0 0,0 1-1 0 0,0 0 1 0 0,0-1-1 0 0,0 1 1 0 0,0 0-1 0 0,0-1 1 0 0,0 1-1 0 0,0 0 1 0 0,0-1 0 0 0,0 1-1 0 0,1 0 1 0 0,-1-1-1 0 0,0 1 1 0 0,0 0-1 0 0,0-1 1 0 0,0 1-1 0 0,1 0 1 0 0,-1-1-1 0 0,0 1 1 0 0,8-16 2376 0 0,-1 5-1074 0 0,1 1 0 0 0,0 0-1 0 0,17-16 1 0 0,66-48 2925 0 0,-71 58-3622 0 0,-8 6-564 0 0,2 1 0 0 0,-1 0-1 0 0,1 0 1 0 0,1 1 0 0 0,19-7-1 0 0,-28 13-446 0 0,0 0 0 0 0,1 0 0 0 0,-1 1 0 0 0,1 0-1 0 0,-1 0 1 0 0,1 1 0 0 0,-1 0 0 0 0,1 0 0 0 0,-1 0-1 0 0,1 1 1 0 0,-1 0 0 0 0,1 0 0 0 0,-1 1 0 0 0,0 0 0 0 0,1 0-1 0 0,5 3 1 0 0,11 6-1362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5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2 412 14283 0 0,'-1'-1'50'0'0,"1"-1"-1"0"0,0 1 1 0 0,0 0-1 0 0,0 0 1 0 0,0-1-1 0 0,0 1 1 0 0,0 0-1 0 0,0-1 1 0 0,0 1-1 0 0,0 0 1 0 0,1 0-1 0 0,-1 0 1 0 0,0-1-1 0 0,1 1 1 0 0,-1 0-1 0 0,1 0 1 0 0,0 0 0 0 0,-1 0-1 0 0,1 0 1 0 0,0 0-1 0 0,0 0 1 0 0,-1 0-1 0 0,1 0 1 0 0,0 0-1 0 0,0 0 1 0 0,0 0-1 0 0,0 0 1 0 0,0 1-1 0 0,0-1 1 0 0,1 0-1 0 0,-1 1 1 0 0,0-1-1 0 0,2 0 1 0 0,0 0 271 0 0,0-1 0 0 0,0 1 0 0 0,0-1 1 0 0,0 1-1 0 0,0 0 0 0 0,0 1 0 0 0,0-1 0 0 0,1 0 0 0 0,-1 1 0 0 0,0 0 1 0 0,0-1-1 0 0,1 1 0 0 0,2 1 0 0 0,1 1-180 0 0,0 1 1 0 0,-1 0-1 0 0,1 0 1 0 0,-1 1-1 0 0,0 0 1 0 0,0 0-1 0 0,0 0 1 0 0,10 10-1 0 0,41 50-111 0 0,-27-28 19 0 0,-18-24-36 0 0,-1 0 0 0 0,2-1 1 0 0,19 15-1 0 0,-28-23 20 0 0,-1-1 0 0 0,1 0 1 0 0,0 0-1 0 0,-1 0 0 0 0,1 0 1 0 0,0 0-1 0 0,0-1 0 0 0,0 1 1 0 0,1-1-1 0 0,-1 0 0 0 0,0-1 1 0 0,0 1-1 0 0,1-1 0 0 0,-1 0 1 0 0,0 0-1 0 0,1 0 0 0 0,-1 0 0 0 0,9-3 1 0 0,-11 2 21 0 0,-1 0 1 0 0,1 0 0 0 0,0 0-1 0 0,0-1 1 0 0,-1 1-1 0 0,1-1 1 0 0,-1 1 0 0 0,1-1-1 0 0,-1 1 1 0 0,0-1 0 0 0,0 0-1 0 0,0 0 1 0 0,0 0-1 0 0,0 1 1 0 0,0-1 0 0 0,0 0-1 0 0,0 0 1 0 0,-1 0-1 0 0,1-1 1 0 0,-1 1 0 0 0,1-3-1 0 0,3-52 538 0 0,-4 48-473 0 0,-2-154 547 0 0,-1 82-1198 0 0,10-100 0 0 0,-2 152-26 0 0,2 4-3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47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42 845 2160 0 0,'-17'-176'617'0'0,"-5"-73"3817"0"0,20-47-2056 0 0,2 278-2954 0 0,1 0 0 0 0,0 0 0 0 0,2 0 0 0 0,4-20 0 0 0,-4 24-1940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49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37 3225 0 0,'5'-8'8143'0'0,"-5"8"-8107"0"0,1 1 0 0 0,-1-1-1 0 0,1 1 1 0 0,-1 0 0 0 0,1-1-1 0 0,-1 0 1 0 0,1 1-1 0 0,0-1 1 0 0,-1 1 0 0 0,1-1-1 0 0,0 0 1 0 0,-1 1 0 0 0,1-1-1 0 0,0 0 1 0 0,-1 0 0 0 0,1 1-1 0 0,0-1 1 0 0,-1 0-1 0 0,1 0 1 0 0,0 0 0 0 0,0 0-1 0 0,-1 0 1 0 0,1 0 0 0 0,0 0-1 0 0,0 0 1 0 0,0-1 0 0 0,-1 1-14 0 0,1 0-1 0 0,-1 0 1 0 0,0 0 0 0 0,0 0 0 0 0,1 0 0 0 0,-1 0 0 0 0,0 0 0 0 0,0 0-1 0 0,1-1 1 0 0,-1 1 0 0 0,0 0 0 0 0,0 0 0 0 0,0 0 0 0 0,1 0 0 0 0,-1-1-1 0 0,0 1 1 0 0,0 0 0 0 0,0 0 0 0 0,1 0 0 0 0,-1-1 0 0 0,0 1 0 0 0,0 0 0 0 0,0 0-1 0 0,0-1 1 0 0,0 1 0 0 0,0 0 0 0 0,0-1 0 0 0,0 1 0 0 0,0 0 0 0 0,0 0-1 0 0,0-1 1 0 0,0 1 0 0 0,0 0 0 0 0,0 0 0 0 0,0-1 0 0 0,0 1 0 0 0,0-1 0 0 0,-8-10 749 0 0,6 9-737 0 0,0 0 1 0 0,0 0-1 0 0,0 1 1 0 0,0-1-1 0 0,0 1 1 0 0,-1-1-1 0 0,1 1 1 0 0,-5-2-1 0 0,5 3-43 0 0,-1 0 0 0 0,1 1 0 0 0,0-1 0 0 0,0 1 0 0 0,0-1 0 0 0,-1 1 0 0 0,1 0-1 0 0,0 0 1 0 0,0 0 0 0 0,0 0 0 0 0,0 0 0 0 0,0 0 0 0 0,1 0 0 0 0,-1 1 0 0 0,0-1 0 0 0,0 1 0 0 0,1-1 0 0 0,-1 1 0 0 0,1 0 0 0 0,-1 0 0 0 0,1 0 0 0 0,0-1-1 0 0,0 1 1 0 0,0 0 0 0 0,0 1 0 0 0,-1 3 0 0 0,0-3-32 0 0,1-1 0 0 0,0 1-1 0 0,0 0 1 0 0,0 0 0 0 0,0 1-1 0 0,0-1 1 0 0,1 0 0 0 0,-1 0-1 0 0,1 0 1 0 0,0 0 0 0 0,0 1 0 0 0,0-1-1 0 0,0 0 1 0 0,1 0 0 0 0,-1 0-1 0 0,1 0 1 0 0,0 0 0 0 0,2 6-1 0 0,-3-8 50 0 0,1-1-1 0 0,0 1 0 0 0,-1 0 0 0 0,1 0 1 0 0,0-1-1 0 0,-1 1 0 0 0,1-1 0 0 0,0 1 1 0 0,0 0-1 0 0,0-1 0 0 0,-1 1 0 0 0,1-1 0 0 0,0 0 1 0 0,0 1-1 0 0,0-1 0 0 0,0 0 0 0 0,0 1 1 0 0,0-1-1 0 0,0 0 0 0 0,0 0 0 0 0,0 0 1 0 0,0 0-1 0 0,0 0 0 0 0,0 0 0 0 0,0 0 0 0 0,0 0 1 0 0,0 0-1 0 0,0-1 0 0 0,0 1 0 0 0,-1 0 1 0 0,1-1-1 0 0,0 1 0 0 0,0 0 0 0 0,0-1 1 0 0,0 1-1 0 0,0-1 0 0 0,-1 1 0 0 0,1-1 0 0 0,0 0 1 0 0,0 1-1 0 0,-1-1 0 0 0,1 0 0 0 0,0-1 1 0 0,1 1 98 0 0,0-1 1 0 0,-1 0-1 0 0,1 1 1 0 0,0-1 0 0 0,-1 0-1 0 0,0 0 1 0 0,0 0-1 0 0,1 0 1 0 0,-1-1-1 0 0,0 1 1 0 0,-1 0 0 0 0,1 0-1 0 0,0-1 1 0 0,-1 1-1 0 0,1 0 1 0 0,-1-1-1 0 0,0-2 1 0 0,-12-21 378 0 0,12 25-482 0 0,0 0-1 0 0,-1 0 0 0 0,1 1 1 0 0,0-1-1 0 0,-1 0 0 0 0,1 1 1 0 0,-1-1-1 0 0,1 1 0 0 0,-1-1 1 0 0,1 1-1 0 0,-1-1 1 0 0,1 1-1 0 0,-1-1 0 0 0,0 1 1 0 0,1-1-1 0 0,-1 1 0 0 0,0 0 1 0 0,1-1-1 0 0,-1 1 0 0 0,0 0 1 0 0,0-1-1 0 0,1 1 0 0 0,-1 0 1 0 0,0 0-1 0 0,0 0 1 0 0,1 0-1 0 0,-1 0 0 0 0,0 0 1 0 0,0 0-1 0 0,0 0 0 0 0,1 0 1 0 0,-1 0-1 0 0,-1 1 0 0 0,1-1-26 0 0,1 1 0 0 0,-1 0 0 0 0,0 0-1 0 0,1 0 1 0 0,-1 0 0 0 0,1 0 0 0 0,-1 0-1 0 0,1 0 1 0 0,-1 0 0 0 0,1 0 0 0 0,0 0-1 0 0,0 0 1 0 0,-1 0 0 0 0,1 0 0 0 0,0 0-1 0 0,0 0 1 0 0,0 0 0 0 0,0 0 0 0 0,0 0-1 0 0,0 0 1 0 0,1 0 0 0 0,-1 1 0 0 0,0-1-1 0 0,0 0 1 0 0,1 0 0 0 0,-1 0 0 0 0,1 0-1 0 0,-1 0 1 0 0,1-1 0 0 0,-1 1 0 0 0,1 1-1 0 0,1 1-39 0 0,-1 0 0 0 0,1 0-1 0 0,0-1 1 0 0,0 1-1 0 0,0-1 1 0 0,0 1-1 0 0,0-1 1 0 0,0 0 0 0 0,4 3-1 0 0,-5-4 68 0 0,1 0-1 0 0,-1-1 1 0 0,1 1 0 0 0,-1-1-1 0 0,1 1 1 0 0,-1-1 0 0 0,1 0-1 0 0,-1 0 1 0 0,1 1 0 0 0,0-1-1 0 0,-1 0 1 0 0,1 0 0 0 0,-1-1-1 0 0,1 1 1 0 0,0 0-1 0 0,-1 0 1 0 0,1-1 0 0 0,-1 1-1 0 0,1-1 1 0 0,-1 1 0 0 0,1-1-1 0 0,-1 0 1 0 0,1 0 0 0 0,-1 0-1 0 0,0 1 1 0 0,0-1 0 0 0,1 0-1 0 0,-1-1 1 0 0,0 1-1 0 0,0 0 1 0 0,2-2 0 0 0,-2 2 12 0 0,-1 0-1 0 0,1 0 1 0 0,0-1 0 0 0,-1 1 0 0 0,1 0-1 0 0,-1 0 1 0 0,1 0 0 0 0,-1 0 0 0 0,0-1 0 0 0,1 1-1 0 0,-1 0 1 0 0,0 0 0 0 0,0-1 0 0 0,0 1 0 0 0,0 0-1 0 0,0 0 1 0 0,0-1 0 0 0,0 1 0 0 0,0 0-1 0 0,0 0 1 0 0,-1-1 0 0 0,1 1 0 0 0,-1 0 0 0 0,1 0-1 0 0,-1 0 1 0 0,1 0 0 0 0,-1-1 0 0 0,1 1 0 0 0,-1 0-1 0 0,0 0 1 0 0,0 0 0 0 0,0 0 0 0 0,1 1-1 0 0,-1-1 1 0 0,0 0 0 0 0,0 0 0 0 0,0 0 0 0 0,0 1-1 0 0,-1-1 1 0 0,-1 0 0 0 0,1-1-4 0 0,-1 1 0 0 0,0 1 1 0 0,1-1-1 0 0,-1 0 0 0 0,0 1 0 0 0,0-1 0 0 0,0 1 0 0 0,0 0 1 0 0,1 0-1 0 0,-1 0 0 0 0,0 0 0 0 0,0 1 0 0 0,0-1 1 0 0,1 1-1 0 0,-1 0 0 0 0,0 0 0 0 0,0 0 0 0 0,1 0 1 0 0,-4 2-1 0 0,4-3-4 0 0,1 1 1 0 0,-1 0-1 0 0,1 0 1 0 0,0-1-1 0 0,-1 1 1 0 0,1 0 0 0 0,0 0-1 0 0,0 0 1 0 0,0 1-1 0 0,0-1 1 0 0,0 0-1 0 0,0 0 1 0 0,0 1-1 0 0,0-1 1 0 0,0 0-1 0 0,1 1 1 0 0,-1-1-1 0 0,1 1 1 0 0,-1-1 0 0 0,1 1-1 0 0,-1-1 1 0 0,1 1-1 0 0,0-1 1 0 0,-1 1-1 0 0,1-1 1 0 0,0 1-1 0 0,0-1 1 0 0,0 1-1 0 0,1 0 1 0 0,-1-1-1 0 0,0 1 1 0 0,1-1 0 0 0,-1 1-1 0 0,0-1 1 0 0,1 1-1 0 0,1 1 1 0 0,-1-2-25 0 0,-1 0 1 0 0,1 0 0 0 0,0-1 0 0 0,0 1 0 0 0,-1-1-1 0 0,1 1 1 0 0,0-1 0 0 0,0 1 0 0 0,0-1-1 0 0,0 1 1 0 0,0-1 0 0 0,0 0 0 0 0,0 1 0 0 0,0-1-1 0 0,0 0 1 0 0,0 0 0 0 0,0 0 0 0 0,0 0-1 0 0,0 0 1 0 0,0 0 0 0 0,0 0 0 0 0,0 0-1 0 0,0 0 1 0 0,0-1 0 0 0,0 1 0 0 0,0 0 0 0 0,-1 0-1 0 0,1-1 1 0 0,0 1 0 0 0,0-1 0 0 0,0 1-1 0 0,0-1 1 0 0,0 1 0 0 0,0-2 0 0 0,2 1 151 0 0,0-1 0 0 0,0 1 1 0 0,0-1-1 0 0,-1 0 0 0 0,1 0 1 0 0,-1 0-1 0 0,1 0 1 0 0,-1-1-1 0 0,4-4 0 0 0,-6 7-99 0 0,-1 0 0 0 0,1 0 0 0 0,0-1 0 0 0,0 1 0 0 0,-1 0 0 0 0,1-1 0 0 0,0 1 0 0 0,0 0 0 0 0,-1 0 0 0 0,1 0-1 0 0,0-1 1 0 0,-1 1 0 0 0,1 0 0 0 0,0 0 0 0 0,-1 0 0 0 0,1 0 0 0 0,0 0 0 0 0,-1-1 0 0 0,1 1 0 0 0,0 0 0 0 0,-1 0 0 0 0,1 0 0 0 0,0 0 0 0 0,-1 0 0 0 0,1 0 0 0 0,-1 0-1 0 0,1 0 1 0 0,0 0 0 0 0,-1 1 0 0 0,1-1 0 0 0,0 0 0 0 0,-1 0 0 0 0,1 0 0 0 0,0 0 0 0 0,-1 0 0 0 0,1 1 0 0 0,0-1 0 0 0,-1 0 0 0 0,1 0 0 0 0,0 0 0 0 0,0 1-1 0 0,-1-1 1 0 0,1 0 0 0 0,0 1 0 0 0,0-1 0 0 0,-1 0 0 0 0,1 0 0 0 0,0 1 0 0 0,0-1 0 0 0,0 0 0 0 0,0 1 0 0 0,0-1 0 0 0,-1 1 0 0 0,-1 3-105 0 0,-1 0 1 0 0,1 0-1 0 0,-1 0 1 0 0,1 1-1 0 0,0-1 1 0 0,1 0 0 0 0,-1 1-1 0 0,1 0 1 0 0,0-1-1 0 0,0 1 1 0 0,0 0 0 0 0,1 8-1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8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37 8754 0 0,'-6'-9'4550'0'0,"5"7"-3792"0"0,1 0 1 0 0,-1 0-1 0 0,0 1 0 0 0,0-5 1 0 0,1 6-604 0 0,0-1 1 0 0,0 1 0 0 0,0 0 0 0 0,0-1 0 0 0,-1 1-1 0 0,1-1 1 0 0,0 1 0 0 0,0-1 0 0 0,0 1 0 0 0,0-1-1 0 0,0 1 1 0 0,0-1 0 0 0,0 1 0 0 0,0 0 0 0 0,0-1-1 0 0,1 1 1 0 0,-1-1 0 0 0,0 1 0 0 0,0-1 0 0 0,0 1-1 0 0,0-1 1 0 0,3-2 1246 0 0,-3 3-1246 0 0,1 0 0 0 0,-1-1 0 0 0,0 1-1 0 0,1 0 1 0 0,-1 0 0 0 0,1 0 0 0 0,0-1 441 0 0,4 3-530 0 0,43 21 188 0 0,0 3 1 0 0,-1 2-1 0 0,74 58 0 0 0,-66-47-130 0 0,2-2 0 0 0,114 54 0 0 0,-68-39 228 0 0,-82-40-385 0 0,-1 1 0 0 0,0 0 0 0 0,0 2 0 0 0,-2 0 0 0 0,0 1 0 0 0,-1 1-1 0 0,0 0 1 0 0,27 40 0 0 0,-42-55-182 0 0,0 1-1 0 0,0 0 1 0 0,0 0-1 0 0,-1 0 1 0 0,1 0-1 0 0,-1 0 1 0 0,0 0 0 0 0,0 0-1 0 0,0 0 1 0 0,-1 1-1 0 0,1-1 1 0 0,-1 0-1 0 0,1 4 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678 23 8290 0 0,'-9'-8'478'0'0,"-11"-6"6008"0"0,19 14-6246 0 0,1-1 0 0 0,-1 1 1 0 0,1 0-1 0 0,-13 4 5528 0 0,11-3-5528 0 0,-105 111 1513 0 0,21-23-1441 0 0,-157 211-65 0 0,181-218-399 0 0,-38 35-3785 0 0,74-72-3054 0 0,18-35 6123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3:59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95 131 2761 0 0,'-23'-3'15347'0'0,"23"3"-15149"0"0,3 18 3644 0 0,7-1-4484 0 0,-8-15 685 0 0,0 0 0 0 0,0 1 0 0 0,0-1 0 0 0,0 0 0 0 0,1 0 0 0 0,-1-1 0 0 0,1 1 0 0 0,-1 0 0 0 0,1-1 0 0 0,0 1 0 0 0,0-1 0 0 0,0 0 0 0 0,0 0 0 0 0,-1 0 0 0 0,1-1-1 0 0,0 1 1 0 0,1-1 0 0 0,3 1 0 0 0,-6-1-30 0 0,0 0-1 0 0,1-1 1 0 0,-1 1-1 0 0,0 0 1 0 0,0-1-1 0 0,0 1 1 0 0,1-1-1 0 0,-1 1 0 0 0,0-1 1 0 0,0 1-1 0 0,0-1 1 0 0,0 0-1 0 0,0 0 1 0 0,0 1-1 0 0,0-1 1 0 0,-1 0-1 0 0,1 0 0 0 0,1-1 1 0 0,-1-1 1 0 0,0 1-1 0 0,1 0 1 0 0,-1-1-1 0 0,-1 1 1 0 0,1 0 0 0 0,0-1-1 0 0,-1 1 1 0 0,1-1-1 0 0,-1 1 1 0 0,0-1 0 0 0,0-4-1 0 0,0 5-13 0 0,0 0-1 0 0,0 0 1 0 0,0 0-1 0 0,-1 0 0 0 0,1 0 1 0 0,-1 1-1 0 0,1-1 1 0 0,-1 0-1 0 0,0 0 1 0 0,0 1-1 0 0,0-1 0 0 0,0 0 1 0 0,0 1-1 0 0,0-1 1 0 0,0 1-1 0 0,0-1 1 0 0,-1 1-1 0 0,1 0 1 0 0,0 0-1 0 0,-1-1 0 0 0,1 1 1 0 0,-1 0-1 0 0,0 0 1 0 0,1 0-1 0 0,-1 1 1 0 0,0-1-1 0 0,0 0 0 0 0,1 1 1 0 0,-1-1-1 0 0,0 1 1 0 0,0-1-1 0 0,0 1 1 0 0,0 0-1 0 0,0 0 1 0 0,1 0-1 0 0,-4 0 0 0 0,1 0 25 0 0,0 0 0 0 0,0 0-1 0 0,0 0 1 0 0,0 1-1 0 0,0 0 1 0 0,0 0-1 0 0,1 0 1 0 0,-1 0 0 0 0,0 0-1 0 0,0 1 1 0 0,1-1-1 0 0,-1 1 1 0 0,1 0 0 0 0,0 0-1 0 0,-1 1 1 0 0,-5 4-1 0 0,5 0-54 0 0,0 1-1 0 0,0-1 1 0 0,0 1-1 0 0,1-1 1 0 0,0 1-1 0 0,0 0 1 0 0,1 1-1 0 0,0-1 1 0 0,1 0-1 0 0,0 0 1 0 0,0 1-1 0 0,1-1 1 0 0,-1 1-1 0 0,2-1 1 0 0,-1 0-1 0 0,4 13 1 0 0,-3-15 11 0 0,0-1 1 0 0,0 0-1 0 0,1 0 0 0 0,0-1 1 0 0,0 1-1 0 0,0 0 1 0 0,1-1-1 0 0,-1 1 1 0 0,1-1-1 0 0,0 0 1 0 0,0 1-1 0 0,6 4 0 0 0,-7-7 28 0 0,1 0 0 0 0,0 0-1 0 0,0 0 1 0 0,0 0 0 0 0,1 0 0 0 0,-1-1-1 0 0,0 0 1 0 0,1 1 0 0 0,-1-1-1 0 0,0 0 1 0 0,1-1 0 0 0,0 1-1 0 0,-1 0 1 0 0,1-1 0 0 0,-1 0-1 0 0,1 0 1 0 0,0 0 0 0 0,-1 0-1 0 0,5-2 1 0 0,-4 2 8 0 0,-1-1 0 0 0,1 0-1 0 0,-1 0 1 0 0,1 0 0 0 0,-1 0-1 0 0,0-1 1 0 0,0 1 0 0 0,0-1-1 0 0,1 0 1 0 0,-2 0 0 0 0,1 0 0 0 0,0 0-1 0 0,0 0 1 0 0,-1-1 0 0 0,1 1-1 0 0,-1-1 1 0 0,0 0 0 0 0,1 1-1 0 0,-1-1 1 0 0,-1 0 0 0 0,1-1 0 0 0,0 1-1 0 0,-1 0 1 0 0,1 0 0 0 0,-1-1-1 0 0,0 1 1 0 0,0 0 0 0 0,-1-1-1 0 0,1 1 1 0 0,-1-1 0 0 0,1 0 0 0 0,-1 1-1 0 0,0-1 1 0 0,-1 1 0 0 0,1-1-1 0 0,-1-4 1 0 0,0 2 23 0 0,0 0 0 0 0,0 0 0 0 0,-1 0-1 0 0,0 0 1 0 0,0 1 0 0 0,0-1 0 0 0,0 1 0 0 0,-1-1-1 0 0,0 1 1 0 0,0 0 0 0 0,-1 0 0 0 0,1 0 0 0 0,-1 0 0 0 0,0 1-1 0 0,0-1 1 0 0,-1 1 0 0 0,1 0 0 0 0,-1 1 0 0 0,0-1-1 0 0,0 1 1 0 0,-7-4 0 0 0,9 7-50 0 0,-1-1-1 0 0,1 0 0 0 0,-1 1 1 0 0,0 0-1 0 0,1 0 1 0 0,-1 0-1 0 0,1 0 1 0 0,-1 0-1 0 0,0 1 0 0 0,1-1 1 0 0,-1 1-1 0 0,1 0 1 0 0,-1 1-1 0 0,1-1 0 0 0,0 0 1 0 0,-1 1-1 0 0,1 0 1 0 0,0-1-1 0 0,0 1 1 0 0,0 1-1 0 0,0-1 0 0 0,1 0 1 0 0,-1 1-1 0 0,0-1 1 0 0,1 1-1 0 0,0 0 1 0 0,-4 5-1 0 0,5-6 4 0 0,-1 0 0 0 0,1 0 0 0 0,-1 0 0 0 0,1 0 0 0 0,0 0-1 0 0,0 0 1 0 0,0 0 0 0 0,0 0 0 0 0,0 0 0 0 0,1 0 0 0 0,-1 1 0 0 0,1-1 0 0 0,-1 0 0 0 0,1 1 0 0 0,0-1 0 0 0,0 0-1 0 0,0 1 1 0 0,0-1 0 0 0,0 0 0 0 0,0 1 0 0 0,1-1 0 0 0,-1 0 0 0 0,1 1 0 0 0,0-1 0 0 0,0 0 0 0 0,0 0-1 0 0,0 0 1 0 0,0 0 0 0 0,0 0 0 0 0,0 0 0 0 0,1 0 0 0 0,-1 0 0 0 0,1 0 0 0 0,-1 0 0 0 0,1-1 0 0 0,0 1 0 0 0,-1-1-1 0 0,1 1 1 0 0,0-1 0 0 0,0 0 0 0 0,0 1 0 0 0,4 0 0 0 0,-2 0 6 0 0,1-1 1 0 0,0 1-1 0 0,0-1 0 0 0,0-1 1 0 0,0 1-1 0 0,0 0 0 0 0,0-1 1 0 0,0 0-1 0 0,0 0 0 0 0,0-1 1 0 0,0 0-1 0 0,0 1 0 0 0,0-2 1 0 0,0 1-1 0 0,0 0 0 0 0,0-1 1 0 0,-1 0-1 0 0,1 0 0 0 0,-1-1 1 0 0,1 1-1 0 0,-1-1 0 0 0,0 0 1 0 0,6-5-1 0 0,-4 3-1 0 0,0 0 1 0 0,0 0-1 0 0,0-1 0 0 0,-1 0 1 0 0,0 0-1 0 0,0-1 0 0 0,0 0 1 0 0,-1 1-1 0 0,0-1 0 0 0,0-1 1 0 0,-1 1-1 0 0,0-1 0 0 0,0 1 1 0 0,1-9-1 0 0,-4 12 10 0 0,0-1 0 0 0,0 1 1 0 0,-1 0-1 0 0,1-1 0 0 0,-1 1 1 0 0,0 0-1 0 0,0 0 0 0 0,0 0 0 0 0,-1 0 1 0 0,0 0-1 0 0,1 0 0 0 0,-1 0 0 0 0,-1 1 1 0 0,1-1-1 0 0,0 0 0 0 0,-1 1 0 0 0,0 0 1 0 0,0 0-1 0 0,0 0 0 0 0,0 0 0 0 0,0 0 1 0 0,-1 0-1 0 0,1 1 0 0 0,-1 0 0 0 0,0 0 1 0 0,-6-3-1 0 0,6 3 0 0 0,0 0 1 0 0,0 0-1 0 0,0 0 0 0 0,0 0 0 0 0,0 1 1 0 0,0 0-1 0 0,0 0 0 0 0,-1 0 0 0 0,1 0 1 0 0,0 1-1 0 0,-1 0 0 0 0,1 0 0 0 0,0 0 1 0 0,-1 0-1 0 0,1 1 0 0 0,0-1 0 0 0,0 1 1 0 0,-1 0-1 0 0,1 1 0 0 0,0-1 0 0 0,0 1 1 0 0,0-1-1 0 0,0 1 0 0 0,0 1 1 0 0,1-1-1 0 0,-5 4 0 0 0,1 1-11 0 0,1 1 1 0 0,0 0-1 0 0,1 0 0 0 0,-1 0 1 0 0,2 1-1 0 0,-1 0 1 0 0,-4 14-1 0 0,7-17 1 0 0,-1 0 0 0 0,2 0 0 0 0,-1 0 0 0 0,1 0 0 0 0,0 0 1 0 0,0 1-1 0 0,1-1 0 0 0,0 0 0 0 0,0 1 0 0 0,0-1 0 0 0,1 0 0 0 0,2 12 0 0 0,-2-16-23 0 0,-1-1-1 0 0,1 1 1 0 0,0 0-1 0 0,0 0 0 0 0,0-1 1 0 0,0 1-1 0 0,0 0 0 0 0,1-1 1 0 0,-1 1-1 0 0,0-1 1 0 0,1 0-1 0 0,-1 1 0 0 0,1-1 1 0 0,-1 0-1 0 0,1 0 0 0 0,0 0 1 0 0,-1 0-1 0 0,1 0 1 0 0,3 1-1 0 0,-1-1 12 0 0,0 0 0 0 0,0-1 0 0 0,-1 1 0 0 0,1-1 0 0 0,0 0 0 0 0,0 0-1 0 0,0 0 1 0 0,0 0 0 0 0,6-2 0 0 0,-2 0 17 0 0,0 0-1 0 0,0-1 0 0 0,-1 0 1 0 0,1 0-1 0 0,-1 0 0 0 0,0-1 1 0 0,0-1-1 0 0,0 1 1 0 0,7-6-1 0 0,-10 5-5 0 0,0 1 0 0 0,-1-1 0 0 0,1 0 1 0 0,-1 0-1 0 0,0 0 0 0 0,0 0 0 0 0,0 0 0 0 0,-1-1 0 0 0,0 1 0 0 0,0-1 1 0 0,0 0-1 0 0,-1 0 0 0 0,0 1 0 0 0,0-1 0 0 0,0 0 0 0 0,-1 0 1 0 0,0 0-1 0 0,0 0 0 0 0,0 0 0 0 0,-1 0 0 0 0,-1-8 0 0 0,1 10 14 0 0,0 0 0 0 0,-1 0 0 0 0,1 0 0 0 0,-1 0 0 0 0,1 0 0 0 0,-1 0 0 0 0,0 0 0 0 0,0 1 0 0 0,-1-1 0 0 0,1 1 0 0 0,-1 0 0 0 0,0-1 0 0 0,0 1 0 0 0,0 0 0 0 0,0 1 0 0 0,-1-1 0 0 0,1 0 0 0 0,-1 1 0 0 0,1 0 0 0 0,-1 0 0 0 0,0 0 0 0 0,0 0 0 0 0,0 1 0 0 0,0-1 0 0 0,0 1 0 0 0,0 0 0 0 0,0 0 0 0 0,0 1 0 0 0,-1-1 0 0 0,-5 1 0 0 0,8 0 14 0 0,-1 0 1 0 0,1 1-1 0 0,-1-1 0 0 0,1 0 0 0 0,-1 1 1 0 0,1 0-1 0 0,0 0 0 0 0,-1-1 0 0 0,1 1 0 0 0,0 1 1 0 0,-1-1-1 0 0,1 0 0 0 0,0 0 0 0 0,0 1 1 0 0,0-1-1 0 0,0 1 0 0 0,-2 3 0 0 0,1-1-21 0 0,-1 0 0 0 0,1 0 0 0 0,1 1 0 0 0,-1-1 0 0 0,1 1 1 0 0,-1 0-1 0 0,1 0 0 0 0,-1 5 0 0 0,0 1 6 0 0,1 0 0 0 0,0 0-1 0 0,0 0 1 0 0,1 0 0 0 0,0 1 0 0 0,1-1 0 0 0,2 15 0 0 0,-2-23-19 0 0,1 1 0 0 0,0-1 0 0 0,0 0 0 0 0,0 1 0 0 0,0-1 0 0 0,0 0-1 0 0,1 0 1 0 0,-1 0 0 0 0,1 0 0 0 0,0 0 0 0 0,0 0 0 0 0,0 0 0 0 0,0-1 0 0 0,0 1 0 0 0,1-1 0 0 0,-1 1 0 0 0,1-1 0 0 0,0 0-1 0 0,0 0 1 0 0,0 0 0 0 0,0-1 0 0 0,0 1 0 0 0,0-1 0 0 0,0 1 0 0 0,0-1 0 0 0,0 0 0 0 0,1 0 0 0 0,-1 0 0 0 0,0-1 0 0 0,1 1-1 0 0,-1-1 1 0 0,1 0 0 0 0,-1 0 0 0 0,1 0 0 0 0,4-1 0 0 0,-1 0 8 0 0,0 0-1 0 0,0 0 1 0 0,0 0-1 0 0,0-1 1 0 0,0 0 0 0 0,0-1-1 0 0,0 1 1 0 0,-1-1-1 0 0,0-1 1 0 0,1 1-1 0 0,-1-1 1 0 0,0 0 0 0 0,-1-1-1 0 0,1 1 1 0 0,-1-1-1 0 0,6-6 1 0 0,-8 6 27 0 0,1 0 0 0 0,-1 0 1 0 0,0 0-1 0 0,-1 0 0 0 0,0 0 1 0 0,1-1-1 0 0,-2 1 0 0 0,1-1 0 0 0,-1 0 1 0 0,1 1-1 0 0,-1-1 0 0 0,-1 0 0 0 0,1 0 1 0 0,-1 1-1 0 0,0-1 0 0 0,-1 0 0 0 0,1 0 1 0 0,-3-10-1 0 0,1 12-3 0 0,1 0 0 0 0,-1 0 0 0 0,0-1 0 0 0,0 1 0 0 0,0 0 0 0 0,0 1 0 0 0,-1-1 0 0 0,0 0 0 0 0,0 1 0 0 0,0-1 0 0 0,0 1 0 0 0,0 0 0 0 0,0 0 0 0 0,-1 0 0 0 0,0 1 0 0 0,1-1 1 0 0,-1 1-1 0 0,0 0 0 0 0,0 0 0 0 0,-1 0 0 0 0,1 0 0 0 0,0 1 0 0 0,-1 0 0 0 0,-7-2 0 0 0,9 3-140 0 0,0-1-1 0 0,0 1 1 0 0,0-1 0 0 0,0 1 0 0 0,0 0-1 0 0,0 1 1 0 0,0-1 0 0 0,0 0 0 0 0,0 1-1 0 0,0-1 1 0 0,0 1 0 0 0,0 0 0 0 0,0 0-1 0 0,-3 2 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0.2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59 1840 0 0,'-7'-21'2696'0'0,"6"20"-2429"0"0,0-1 0 0 0,0 1 0 0 0,0 0 0 0 0,0-1 0 0 0,0 1 0 0 0,1-1 0 0 0,-1 1 0 0 0,0-1 0 0 0,1 1 0 0 0,5-23 9792 0 0,-2 151-7236 0 0,-1-7-2105 0 0,16 71-537 0 0,-13-152-663 0 0,3 0 0 0 0,23 70 1 0 0,-16-70-465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1.3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11522 0 0,'-11'4'5859'0'0,"10"-3"-5662"0"0,0 11 930 0 0,9 17-4029 0 0,-7-25 2409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1.9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48 6913 0 0,'-6'-13'673'0'0,"5"11"-336"0"0,0 0 0 0 0,1-1 0 0 0,-1 1 0 0 0,-1 0 0 0 0,1-1 0 0 0,0 1 0 0 0,0 0 0 0 0,-1 0 1 0 0,1 0-1 0 0,-1 0 0 0 0,0 0 0 0 0,1 1 0 0 0,-1-1 0 0 0,0 0 0 0 0,-4-2 0 0 0,5 5-240 0 0,0-1 0 0 0,1 0 1 0 0,-1 1-1 0 0,0-1 0 0 0,0 1 1 0 0,0-1-1 0 0,1 1 0 0 0,-1-1 1 0 0,0 1-1 0 0,1 0 0 0 0,-1-1 1 0 0,1 1-1 0 0,-1 0 0 0 0,0 0 1 0 0,1-1-1 0 0,0 1 0 0 0,-1 0 1 0 0,1 0-1 0 0,-1 0 0 0 0,1 0 1 0 0,0-1-1 0 0,0 1 0 0 0,-1 0 1 0 0,1 0-1 0 0,0 0 1 0 0,0 0-1 0 0,0 0 0 0 0,0 1 1 0 0,-4 29 255 0 0,5 170-634 0 0,1-176-117 0 0,1-1 0 0 0,2 1 0 0 0,0-1-1 0 0,1 0 1 0 0,1 0 0 0 0,12 24 0 0 0,-18-44 191 0 0,1 1 0 0 0,1-1 0 0 0,-1 0 0 0 0,1 0 0 0 0,-1 0 0 0 0,1 0 0 0 0,0-1 0 0 0,0 1 0 0 0,1-1 0 0 0,-1 0 0 0 0,1 0 0 0 0,-1 0 1 0 0,1 0-1 0 0,0-1 0 0 0,6 4 0 0 0,-6-5 70 0 0,0 0 1 0 0,0 0-1 0 0,-1-1 1 0 0,1 1-1 0 0,0-1 1 0 0,0 0 0 0 0,0 0-1 0 0,0 0 1 0 0,-1 0-1 0 0,1-1 1 0 0,0 0-1 0 0,0 0 1 0 0,-1 0 0 0 0,1 0-1 0 0,0 0 1 0 0,-1-1-1 0 0,0 1 1 0 0,1-1-1 0 0,3-3 1 0 0,3-1 154 0 0,-2 0 0 0 0,1-1 1 0 0,-1 0-1 0 0,0-1 0 0 0,-1 0 1 0 0,1 0-1 0 0,-2 0 0 0 0,1-1 1 0 0,-1 0-1 0 0,0 0 0 0 0,6-15 1 0 0,-9 18 209 0 0,0 0 1 0 0,-1-1 0 0 0,0 1 0 0 0,0 0 0 0 0,0-1 0 0 0,-1 1 0 0 0,0-1 0 0 0,0 0-1 0 0,-1 1 1 0 0,0-1 0 0 0,0 0 0 0 0,0 0 0 0 0,-1 1 0 0 0,0-1 0 0 0,0 1-1 0 0,-1-1 1 0 0,0 1 0 0 0,0-1 0 0 0,-5-10 0 0 0,6 16-77 0 0,0-1 0 0 0,0 1 0 0 0,0-1-1 0 0,0 1 1 0 0,0-1 0 0 0,0 1 0 0 0,-1 0 0 0 0,1 0 0 0 0,0-1 0 0 0,-1 1 0 0 0,1 0 0 0 0,-1 0 0 0 0,1 0-1 0 0,-1 0 1 0 0,1 1 0 0 0,-1-1 0 0 0,0 0 0 0 0,1 1 0 0 0,-1-1 0 0 0,0 1 0 0 0,0-1 0 0 0,-2 1 0 0 0,1 0-51 0 0,-1 0 0 0 0,1 1-1 0 0,0-1 1 0 0,-1 1 0 0 0,1 0 0 0 0,0 0 0 0 0,0 0 0 0 0,0 0 0 0 0,0 1 0 0 0,0-1 0 0 0,-4 4 0 0 0,-1 0-370 0 0,1 1 0 0 0,0 0 0 0 0,0 0 1 0 0,0 1-1 0 0,1 0 0 0 0,-1 0 0 0 0,-8 15 0 0 0,-2 15-4462 0 0,11-18 545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2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10594 0 0,'2'4'5514'0'0,"9"17"-3693"0"0,-1-4-1344 0 0,1 0 0 0 0,1-1 0 0 0,1-1 1 0 0,22 23-1 0 0,-28-31-414 0 0,0-1 1 0 0,0 0-1 0 0,1 0 1 0 0,0 0-1 0 0,1-1 1 0 0,-1 0-1 0 0,1-1 1 0 0,0 1-1 0 0,0-2 1 0 0,0 1-1 0 0,13 2 0 0 0,-19-6-21 0 0,-1 1-1 0 0,1-1 0 0 0,0 0 0 0 0,-1 0 0 0 0,1 0 0 0 0,0 0 0 0 0,0 0 1 0 0,-1 0-1 0 0,1-1 0 0 0,0 0 0 0 0,-1 1 0 0 0,1-1 0 0 0,-1 0 0 0 0,1 0 0 0 0,-1 0 1 0 0,1 0-1 0 0,-1-1 0 0 0,0 1 0 0 0,0-1 0 0 0,1 0 0 0 0,-1 1 0 0 0,0-1 0 0 0,0 0 1 0 0,-1 0-1 0 0,1 0 0 0 0,0 0 0 0 0,-1-1 0 0 0,1 1 0 0 0,-1 0 0 0 0,0-1 0 0 0,0 1 1 0 0,1-1-1 0 0,-2 1 0 0 0,2-4 0 0 0,2-9 111 0 0,-1 0 1 0 0,-1-1-1 0 0,0 1 0 0 0,-1-30 0 0 0,-1 27-136 0 0,3-66-56 0 0,-1 55-176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8.8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22 6913 0 0,'0'0'133'0'0,"-1"0"-1"0"0,0-1 0 0 0,1 1 1 0 0,-1-1-1 0 0,1 1 1 0 0,-1-1-1 0 0,0 1 0 0 0,1-1 1 0 0,-1 1-1 0 0,1-1 0 0 0,0 0 1 0 0,-1 1-1 0 0,1-1 0 0 0,-1 0 1 0 0,1 1-1 0 0,0-1 0 0 0,0 0 1 0 0,-1 1-1 0 0,1-1 0 0 0,0 0 1 0 0,0 0-1 0 0,0 1 0 0 0,0-1 1 0 0,0 0-1 0 0,0 0 0 0 0,0 1 1 0 0,0-1-1 0 0,0 0 0 0 0,0 0 1 0 0,0 1-1 0 0,1-2 0 0 0,0 2 17 0 0,-1 0 0 0 0,1 0 0 0 0,0 0 0 0 0,0 0 0 0 0,0 0 1 0 0,0 0-1 0 0,-1 0 0 0 0,1 0 0 0 0,0 0 0 0 0,0 0 0 0 0,0 1 0 0 0,-1-1 0 0 0,1 0 0 0 0,0 1 0 0 0,0-1 0 0 0,-1 0 0 0 0,1 1 0 0 0,0-1 0 0 0,-1 1 0 0 0,1-1 0 0 0,0 1 0 0 0,-1 0 0 0 0,1-1 0 0 0,-1 1 0 0 0,1-1 0 0 0,-1 1 0 0 0,1 0 0 0 0,0 1 0 0 0,7 9 349 0 0,0 1 0 0 0,0 0 0 0 0,-1 0 0 0 0,-1 1-1 0 0,6 15 1 0 0,21 71 513 0 0,-24-67-883 0 0,-1-8-318 0 0,26 78-6113 0 0,-28-88 1386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9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0,'3'11'7351'0'0,"5"9"-3479"0"0,52 96-1916 0 0,-33-64-1634 0 0,9 14-259 0 0,-10-22-4880 0 0,-18-31-330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9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11 10594 0 0,'-7'-11'985'0'0,"12"13"366"0"0,13 15 556 0 0,-4-4-1415 0 0,1-1 1 0 0,0 0 0 0 0,0-1 0 0 0,1-1 0 0 0,1 0 0 0 0,28 12 0 0 0,-31-17-1574 0 0,1 0 0 0 0,0-1 0 0 0,0 0 0 0 0,0-1 0 0 0,17 1 0 0 0,-13-3-4007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9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14 6913 0 0,'-24'-14'6456'0'0,"23"15"-6273"0"0,1 0 1 0 0,-1-1-1 0 0,0 1 0 0 0,1 0 0 0 0,-1-1 1 0 0,1 1-1 0 0,-1 0 0 0 0,1 0 0 0 0,-1 0 1 0 0,1-1-1 0 0,0 1 0 0 0,-1 0 0 0 0,1 0 1 0 0,0 0-1 0 0,-1 0 0 0 0,1 0 1 0 0,0 0-1 0 0,0 0 0 0 0,0 1 0 0 0,-16 79 705 0 0,0-1-1674 0 0,3-1-3363 0 0,10-61-700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9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10594 0 0,'-1'2'227'0'0,"0"0"0"0"0,0 0 0 0 0,0 0 0 0 0,0 0-1 0 0,0 0 1 0 0,0 0 0 0 0,1 0 0 0 0,-1 0 0 0 0,1 0 0 0 0,0 0-1 0 0,0 1 1 0 0,-1-1 0 0 0,1 0 0 0 0,1 2 0 0 0,2 37 1117 0 0,-2-31-810 0 0,3 20 156 0 0,1-1-1 0 0,10 33 1 0 0,3-5-1228 0 0,29 61 1 0 0,-26-77-1778 0 0,-10-23 1116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0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0 230 10594 0 0,'15'33'4006'0'0,"-6"-11"-3446"0"0,2 0-1 0 0,0-1 0 0 0,24 36 0 0 0,-32-53-581 0 0,0 1 0 0 0,1-1 0 0 0,-1 0 0 0 0,1-1 0 0 0,-1 1 0 0 0,1-1 0 0 0,0 1 0 0 0,1-1 0 0 0,-1 0 0 0 0,0-1 0 0 0,1 1 0 0 0,0-1 0 0 0,-1 0 0 0 0,1 0 0 0 0,0 0-1 0 0,0-1 1 0 0,0 0 0 0 0,0 0 0 0 0,1 0 0 0 0,-1 0 0 0 0,0-1 0 0 0,0 0 0 0 0,0 0 0 0 0,6-1 0 0 0,-5-1 48 0 0,-1 0 0 0 0,1 0 0 0 0,-1 0-1 0 0,0-1 1 0 0,0 0 0 0 0,0 0 0 0 0,-1 0 0 0 0,1-1 0 0 0,-1 1-1 0 0,1-1 1 0 0,-1 0 0 0 0,-1 0 0 0 0,1-1 0 0 0,0 1 0 0 0,-1-1-1 0 0,0 0 1 0 0,0 0 0 0 0,4-10 0 0 0,-1 3 102 0 0,-1 0 1 0 0,-1 0-1 0 0,0 0 1 0 0,-1-1 0 0 0,0 1-1 0 0,0-1 1 0 0,0-18-1 0 0,-4 18-1 0 0,1 0 1 0 0,-2 0-1 0 0,1 0 0 0 0,-2 1 0 0 0,0-1 0 0 0,0 1 0 0 0,-1 0 1 0 0,-1 0-1 0 0,-12-23 0 0 0,14 28-127 0 0,-1 0 0 0 0,-1 1 0 0 0,1-1-1 0 0,-1 1 1 0 0,0 0 0 0 0,-1 0 0 0 0,1 1 0 0 0,-1 0 0 0 0,0 0 0 0 0,0 0 0 0 0,-1 1-1 0 0,1-1 1 0 0,-1 2 0 0 0,0-1 0 0 0,0 1 0 0 0,-1 0 0 0 0,-11-3 0 0 0,-1 4-1503 0 0,0 3-4835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0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7 171 10594 0 0,'-1'0'72'0'0,"1"0"-1"0"0,-1-1 0 0 0,1 1 1 0 0,0-1-1 0 0,-1 1 0 0 0,1 0 0 0 0,-1-1 1 0 0,1 1-1 0 0,0-1 0 0 0,-1 1 1 0 0,1-1-1 0 0,0 0 0 0 0,0 1 1 0 0,0-1-1 0 0,-1 1 0 0 0,1-1 1 0 0,0 1-1 0 0,0-1 0 0 0,0 0 1 0 0,0 1-1 0 0,0-1 0 0 0,0 1 0 0 0,0-1 1 0 0,0 0-1 0 0,0 1 0 0 0,0-1 1 0 0,0 1-1 0 0,0-1 0 0 0,1 1 1 0 0,-1-1-1 0 0,0 0 0 0 0,1 0 1 0 0,16-23 1544 0 0,28-15 840 0 0,5 11-2258 0 0,-15 14-3506 0 0,58-16 1 0 0,-56 19 3474 0 0,-17 5-167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0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8 146 5065 0 0,'-1'-1'126'0'0,"1"0"0"0"0,-1 0 0 0 0,0 0 0 0 0,1 1 0 0 0,-1-1 0 0 0,1 0 0 0 0,-1 0 0 0 0,1 0 0 0 0,-1 0 0 0 0,1 0 0 0 0,-1 0 0 0 0,1 0 0 0 0,0 0 0 0 0,0 0 0 0 0,-1 0 0 0 0,1 0 0 0 0,0 0 0 0 0,0 0 0 0 0,0 0 0 0 0,0 0 0 0 0,0 0 0 0 0,0-1 0 0 0,1-1 0 0 0,0 1 64 0 0,0-1 1 0 0,0 1-1 0 0,1-1 1 0 0,-1 1-1 0 0,1 0 0 0 0,-1-1 1 0 0,1 1-1 0 0,0 0 0 0 0,2-2 1 0 0,7-6 602 0 0,0 1 0 0 0,23-14 1 0 0,-25 18-258 0 0,5-5 289 0 0,29-17 1466 0 0,-40 25-2160 0 0,-1 1 1 0 0,0 0-1 0 0,1 0 0 0 0,-1 0 0 0 0,1 0 1 0 0,-1 0-1 0 0,1 0 0 0 0,0 1 1 0 0,-1-1-1 0 0,1 1 0 0 0,0 0 1 0 0,-1 0-1 0 0,1 0 0 0 0,4 0 1 0 0,-6 1-120 0 0,0 0 0 0 0,1 0 0 0 0,-1 0 0 0 0,0 0 0 0 0,1 0 0 0 0,-1 0 0 0 0,0 1 0 0 0,0-1 0 0 0,0 0 0 0 0,0 1 1 0 0,0-1-1 0 0,0 1 0 0 0,-1-1 0 0 0,1 1 0 0 0,0-1 0 0 0,-1 1 0 0 0,1-1 0 0 0,-1 1 0 0 0,1 0 0 0 0,-1-1 1 0 0,0 1-1 0 0,0 0 0 0 0,0-1 0 0 0,0 4 0 0 0,-2 47-161 0 0,1-44 113 0 0,-1 7 41 0 0,1-9-12 0 0,0 0 0 0 0,1 0 0 0 0,-1 0-1 0 0,1 1 1 0 0,1-1 0 0 0,0 7 0 0 0,-1-12 4 0 0,1 0 0 0 0,-1 0-1 0 0,1 1 1 0 0,-1-1 0 0 0,1 0 0 0 0,-1 0 0 0 0,1 0 0 0 0,0 0 0 0 0,-1 0 0 0 0,1 0 0 0 0,0 0 0 0 0,0 0-1 0 0,0-1 1 0 0,0 1 0 0 0,0 0 0 0 0,0 0 0 0 0,0-1 0 0 0,0 1 0 0 0,0 0 0 0 0,0-1 0 0 0,0 1-1 0 0,0-1 1 0 0,0 0 0 0 0,1 1 0 0 0,-1-1 0 0 0,0 0 0 0 0,0 0 0 0 0,0 1 0 0 0,1-1 0 0 0,-1 0 0 0 0,0 0-1 0 0,0-1 1 0 0,1 1 0 0 0,-1 0 0 0 0,0 0 0 0 0,2-1 0 0 0,3 0 69 0 0,1 0 0 0 0,0 0 0 0 0,0 1 0 0 0,0 0 0 0 0,0 1 1 0 0,-1-1-1 0 0,1 1 0 0 0,11 3 0 0 0,-16-3-47 0 0,0 0-1 0 0,0 0 1 0 0,0 0-1 0 0,0 0 1 0 0,0 1 0 0 0,0-1-1 0 0,0 0 1 0 0,-1 1 0 0 0,1-1-1 0 0,-1 1 1 0 0,1 0-1 0 0,-1 0 1 0 0,0-1 0 0 0,0 1-1 0 0,1 0 1 0 0,-1 0-1 0 0,0 0 1 0 0,-1 0 0 0 0,1 0-1 0 0,0 0 1 0 0,-1 1 0 0 0,1-1-1 0 0,-1 0 1 0 0,1 0-1 0 0,-1 0 1 0 0,0 1 0 0 0,0-1-1 0 0,0 0 1 0 0,0 0-1 0 0,-1 4 1 0 0,0 3-174 0 0,-1 0 0 0 0,0-1 0 0 0,0 1 0 0 0,-1 0 0 0 0,0-1 0 0 0,0 0 0 0 0,-1 0 0 0 0,-8 14 0 0 0,-2-1-1923 0 0,-29 34 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1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13827 0 0,'0'0'1407'0'0,"9"17"-8"0"0,15 42 829 0 0,19 70 0 0 0,-24-68-4208 0 0,2-1-3281 0 0,-14-42-697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1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2 109 6449 0 0,'-1'-4'291'0'0,"1"0"0"0"0,-1 0 1 0 0,1 0-1 0 0,0 0 0 0 0,0 0 0 0 0,0 1 0 0 0,1-1 0 0 0,-1 0 0 0 0,1 0 0 0 0,0 0 0 0 0,0 0 0 0 0,1 1 0 0 0,-1-1 0 0 0,1 0 0 0 0,-1 1 0 0 0,1-1 0 0 0,0 1 0 0 0,1 0 0 0 0,-1-1 0 0 0,0 1 0 0 0,1 0 0 0 0,0 1 0 0 0,0-1 0 0 0,0 0 0 0 0,0 1 0 0 0,0 0 1 0 0,0-1-1 0 0,1 1 0 0 0,-1 0 0 0 0,1 1 0 0 0,-1-1 0 0 0,1 1 0 0 0,4-2 0 0 0,-2 2-53 0 0,-1 1 0 0 0,1 0 0 0 0,-1 0 1 0 0,0 0-1 0 0,1 0 0 0 0,-1 1 0 0 0,0 0 1 0 0,1 0-1 0 0,-1 0 0 0 0,0 1 0 0 0,0 0 0 0 0,0 0 1 0 0,0 0-1 0 0,0 0 0 0 0,0 1 0 0 0,-1 0 1 0 0,1 0-1 0 0,-1 0 0 0 0,7 7 0 0 0,9 7 110 0 0,-2 1 1 0 0,27 33-1 0 0,-19-17-614 0 0,27 47-1 0 0,-16-23-6696 0 0,-25-40 651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1.8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22 112 10594 0 0,'-21'-1'1110'0'0,"21"0"-1085"0"0,0 1-1 0 0,0 0 0 0 0,0-1 1 0 0,0 1-1 0 0,0 0 1 0 0,0-1-1 0 0,0 1 1 0 0,0-1-1 0 0,0 1 1 0 0,0 0-1 0 0,0-1 0 0 0,1 1 1 0 0,-1 0-1 0 0,0-1 1 0 0,0 1-1 0 0,0 0 1 0 0,0 0-1 0 0,1-1 1 0 0,-1 1-1 0 0,0 0 0 0 0,0-1 1 0 0,1 1-1 0 0,-1 0 1 0 0,0 0-1 0 0,1-1 1 0 0,-1 1-1 0 0,0 0 1 0 0,0 0-1 0 0,1 0 0 0 0,0-1 1 0 0,38-23 708 0 0,-34 22-677 0 0,19-11-523 0 0,0 1 0 0 0,0 2 1 0 0,1 0-1 0 0,0 2 0 0 0,52-10 0 0 0,-51 14 435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4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33 4161 0 0,'-2'-5'220'0'0,"1"4"-208"0"0,1 0-1 0 0,-1 0 1 0 0,1 0 0 0 0,0-1-1 0 0,-1 1 1 0 0,1 0-1 0 0,0 0 1 0 0,0 0-1 0 0,0-1 1 0 0,-1 1 0 0 0,1 0-1 0 0,1 0 1 0 0,-1 0-1 0 0,0-1 1 0 0,0 1-1 0 0,0 0 1 0 0,1 0-1 0 0,0-2 1 0 0,-2 0-12 0 0,-1 3 0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26.1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8 1376 0 0,'3'-7'3473'0'0,"1"23"-948"0"0,-2-10-2361 0 0,0 5 89 0 0,-1 0 0 0 0,0 1 1 0 0,0 13-1 0 0,4-45-410 0 0,-4 18 211 0 0,0-1 1 0 0,0 1-1 0 0,-1 0 1 0 0,1-1-1 0 0,-1 1 1 0 0,1 0 0 0 0,-1-1-1 0 0,0 1 1 0 0,0-1-1 0 0,0-4 1 0 0,-7-12 1375 0 0,3 17 154 0 0,2 12 59 0 0,6 10-1567 0 0,-4-9 642 0 0,-5-12 362 0 0,-8-17-3 0 0,10 13-1945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3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44 920 0 0,'-3'-3'189'0'0,"-3"-3"1934"0"0,0 0 0 0 0,1 0-1 0 0,0-16 7112 0 0,30 22-6014 0 0,-17 2-2843 0 0,0-1 1 0 0,0 1-1 0 0,-1 1 1 0 0,1-1-1 0 0,-1 1 0 0 0,0 1 1 0 0,11 6-1 0 0,46 33 19 0 0,-61-41-346 0 0,74 60-53 0 0,71 74 0 0 0,-71-62-3415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3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146 106 1376 0 0,'-1'-5'749'0'0,"0"0"1"0"0,0 0-1 0 0,0-1 0 0 0,1 1 0 0 0,0 0 0 0 0,0-1 0 0 0,0 1 0 0 0,1 0 1 0 0,0-1-1 0 0,2-7 0 0 0,-1-27 6504 0 0,-9 48-6385 0 0,-4 8-94 0 0,-14 30-75 0 0,-6 9-383 0 0,-36 94 0 0 0,61-124-1769 0 0,4-9-2451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4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205 169 456 0 0,'4'-14'1071'0'0,"0"-1"0"0"0,1 1 0 0 0,0 0 0 0 0,11-17 0 0 0,5-16 2561 0 0,-20 44-3236 0 0,0 1-1 0 0,0 0 0 0 0,-1 0 1 0 0,1-1-1 0 0,-1 1 0 0 0,1 0 1 0 0,-1-1-1 0 0,0 1 0 0 0,1-1 1 0 0,-2-4-1 0 0,1 7-332 0 0,0 0 1 0 0,-1-2 506 0 0,1 2-507 0 0,0 0 1 0 0,0 0-1 0 0,-1 0 1 0 0,1 0-1 0 0,0 0 0 0 0,0 0 1 0 0,0 0-1 0 0,0 0 0 0 0,-1 0 1 0 0,1 0-1 0 0,0 0 0 0 0,0-1 1 0 0,0 1-1 0 0,-1 0 1 0 0,1 0-1 0 0,0 0 0 0 0,0 0 1 0 0,0 0-1 0 0,0 0 0 0 0,-1 1 1 0 0,1-1-1 0 0,0 0 0 0 0,0 0 1 0 0,0 0-1 0 0,-1 0 0 0 0,1 0 1 0 0,0 0-1 0 0,0 0 1 0 0,0 0-1 0 0,-1 0 0 0 0,-13 13 1057 0 0,4-1-943 0 0,1 0 0 0 0,0 1 0 0 0,1-1-1 0 0,1 2 1 0 0,-9 19 0 0 0,-24 77-569 0 0,17-44 307 0 0,-39 125-2079 0 0,57-174-1584 0 0,10-26 1552 0 0,12-35 599 0 0,-15 40 1483 0 0,43-108 1927 0 0,62-105 0 0 0,-100 200-19 0 0,-14 23 966 0 0,-16 27-371 0 0,-61 120-1088 0 0,-17 30 104 0 0,99-180-1430 0 0,-1 0-158 0 0,1 0-1 0 0,0 0 1 0 0,0 1-1 0 0,0-1 1 0 0,0 1-1 0 0,1 0 1 0 0,-1-1-1 0 0,1 1 0 0 0,0 0 1 0 0,0 0-1 0 0,0 0 1 0 0,1 0-1 0 0,-1 8 1 0 0,4-8-776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4.4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 3201 0 0,'0'0'66'0'0,"0"0"1"0"0,-1-1-1 0 0,1 1 1 0 0,0 0-1 0 0,0 0 1 0 0,-1 0-1 0 0,1 0 1 0 0,0 0-1 0 0,0-1 1 0 0,-1 1-1 0 0,1 0 1 0 0,0 0-1 0 0,0 0 1 0 0,-1 0 0 0 0,1 0-1 0 0,0 0 1 0 0,-1 0-1 0 0,1 0 1 0 0,0 0-1 0 0,0 0 1 0 0,-1 0-1 0 0,1 0 1 0 0,0 0-1 0 0,0 0 1 0 0,-1 0-1 0 0,1 1 1 0 0,0-1-1 0 0,-1 0 1 0 0,1 0-1 0 0,0 0 1 0 0,0 0-1 0 0,0 0 1 0 0,-1 1-1 0 0,1-1 1 0 0,0 0-1 0 0,0 0 1 0 0,0 0 0 0 0,-1 1-1 0 0,1 12 4973 0 0,6 8 212 0 0,-2-12-4519 0 0,-2-5-188 0 0,2 3 812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56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70 920 0 0,'33'-1'630'0'0,"3"1"89"0"0,0 1-1 0 0,0 1 0 0 0,40 8 1 0 0,-1 4 569 0 0,1-4 1 0 0,120 1-1 0 0,154-25 1084 0 0,-108 3-571 0 0,-120 8-1434 0 0,228-34 0 0 0,-299 26-550 0 0,140-23 737 0 0,-159 30-191 0 0,0 2 0 0 0,1 1 0 0 0,61 6 0 0 0,-72 0-1077 0 0,1 1-1 0 0,-1 1 0 0 0,0 1 1 0 0,30 15-1 0 0,-36-15-722 0 0,-2-2 366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59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31 6449 0 0,'-3'-1'212'0'0,"-1"0"0"0"0,1 1-1 0 0,0-1 1 0 0,-1 1-1 0 0,1 0 1 0 0,0 0 0 0 0,-1 0-1 0 0,1 0 1 0 0,-4 1-1 0 0,-18 6 7457 0 0,32-5-6754 0 0,9 1-129 0 0,14-5 436 0 0,42-6-1 0 0,-41 3-479 0 0,43-1-1 0 0,8 8-484 0 0,53-2-499 0 0,-110-2-1327 0 0,41-8 0 0 0,-32 1-5290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0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63 8754 0 0,'0'0'29'0'0,"0"0"0"0"0,0 0 1 0 0,0 0-1 0 0,0 0 0 0 0,1 0 0 0 0,-1 0 1 0 0,0 0-1 0 0,0-1 0 0 0,0 1 0 0 0,0 0 1 0 0,0 0-1 0 0,0 0 0 0 0,0 0 0 0 0,0 0 1 0 0,0 0-1 0 0,0 0 0 0 0,1 0 0 0 0,-1 0 1 0 0,0 0-1 0 0,0 0 0 0 0,0 0 0 0 0,0 0 1 0 0,0-1-1 0 0,0 1 0 0 0,0 0 1 0 0,0 0-1 0 0,0 0 0 0 0,0 0 0 0 0,0 0 1 0 0,0 0-1 0 0,0 0 0 0 0,0 0 0 0 0,0-1 1 0 0,0 1-1 0 0,0 0 0 0 0,0 0 0 0 0,0 0 1 0 0,0 0-1 0 0,0 0 0 0 0,0 0 0 0 0,0 0 1 0 0,0 0-1 0 0,0 0 0 0 0,0-1 0 0 0,0 1 1 0 0,0 0-1 0 0,0 0 0 0 0,0 0 0 0 0,0 0 1 0 0,0 0-1 0 0,0 0 0 0 0,-1 0 0 0 0,1 0 1 0 0,0 0-1 0 0,0 0 0 0 0,0 0 0 0 0,0-1 1 0 0,0 1-1 0 0,0 0 0 0 0,0 0 0 0 0,0 0 1 0 0,0 0-1 0 0,0 0 0 0 0,-1 0 0 0 0,17-7 1107 0 0,18-3 324 0 0,14 0 1116 0 0,81-7 0 0 0,-31 7-3647 0 0,-79 7-114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0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17 456 0 0,'-11'-16'14308'0'0,"10"29"-14293"0"0,-5 24 1886 0 0,-2 31-648 0 0,7-62-1177 0 0,1 0 0 0 0,0 0-1 0 0,0 0 1 0 0,1 0 0 0 0,0 0 0 0 0,0-1-1 0 0,0 1 1 0 0,3 7 0 0 0,-3-11-74 0 0,0-1 0 0 0,0 0 1 0 0,0 1-1 0 0,0-1 0 0 0,0 0 1 0 0,1 1-1 0 0,-1-1 0 0 0,0 0 1 0 0,1 0-1 0 0,-1 0 0 0 0,1 0 1 0 0,-1 0-1 0 0,1-1 0 0 0,-1 1 1 0 0,1 0-1 0 0,0-1 0 0 0,-1 1 1 0 0,1-1-1 0 0,0 1 0 0 0,0-1 1 0 0,-1 0-1 0 0,1 0 0 0 0,0 0 1 0 0,0 0-1 0 0,2 0 0 0 0,53-8-27 0 0,-38 4-17 0 0,-9 3-32 0 0,0 0 0 0 0,0 1-1 0 0,0 0 1 0 0,0 0 0 0 0,0 1 0 0 0,0 1 0 0 0,0 0 0 0 0,-1 0-1 0 0,1 0 1 0 0,11 6 0 0 0,-18-7-35 0 0,1 1-1 0 0,-1-1 1 0 0,0 1 0 0 0,1 0-1 0 0,-1 0 1 0 0,0 1 0 0 0,0-1-1 0 0,0 0 1 0 0,-1 1-1 0 0,1 0 1 0 0,0 0 0 0 0,-1-1-1 0 0,0 2 1 0 0,0-1 0 0 0,0 0-1 0 0,0 0 1 0 0,0 1-1 0 0,-1-1 1 0 0,1 1 0 0 0,-1-1-1 0 0,0 1 1 0 0,0-1 0 0 0,0 1-1 0 0,-1 0 1 0 0,1 0 0 0 0,-1-1-1 0 0,0 1 1 0 0,0 0-1 0 0,0 0 1 0 0,-2 4 0 0 0,1 2 81 0 0,-2-1 1 0 0,0 0-1 0 0,0 0 1 0 0,0 0-1 0 0,-1-1 1 0 0,0 1-1 0 0,-1-1 1 0 0,0 0-1 0 0,0 0 1 0 0,-8 8-1 0 0,3-5-292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0 219 6913 0 0,'0'0'529'0'0,"27"18"4496"0"0,-12-3-3785 0 0,0 0 0 0 0,0 2-1 0 0,13 19 1 0 0,-20-24-897 0 0,1 0 0 0 0,1 0-1 0 0,0-1 1 0 0,0 0-1 0 0,1-1 1 0 0,0 0 0 0 0,1 0-1 0 0,20 11 1 0 0,-31-20-279 0 0,0-1 0 0 0,0 1 0 0 0,0-1 0 0 0,0 1 0 0 0,0-1 0 0 0,0 1 0 0 0,1-1 0 0 0,-1 0 1 0 0,0 0-1 0 0,0 0 0 0 0,0 1 0 0 0,1-1 0 0 0,-1 0 0 0 0,0 0 0 0 0,0 0 0 0 0,1-1 0 0 0,-1 1 0 0 0,0 0 0 0 0,0 0 1 0 0,0-1-1 0 0,0 1 0 0 0,1-1 0 0 0,-1 1 0 0 0,0-1 0 0 0,2 0 0 0 0,-2-1 7 0 0,1 0 0 0 0,0 0 0 0 0,-1 0 0 0 0,1 0-1 0 0,-1 0 1 0 0,0 0 0 0 0,0 0 0 0 0,0 0 0 0 0,0-1 0 0 0,0 1 0 0 0,0 0-1 0 0,0-3 1 0 0,2-9 133 0 0,-1 1 0 0 0,-1 0 0 0 0,0-21 0 0 0,-1 34-201 0 0,-7-106 628 0 0,4 78-817 0 0,0 0 1 0 0,2 0 0 0 0,1 1-1 0 0,8-54 1 0 0,-4 67-593 0 0,1 1-171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2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89 2761 0 0,'0'0'206'0'0,"8"29"5060"0"0,-8-28-5082 0 0,1 0-1 0 0,-1 0 1 0 0,0-1 0 0 0,0 1-1 0 0,0 0 1 0 0,1 0-1 0 0,-1-1 1 0 0,0 1-1 0 0,1 0 1 0 0,-1-1 0 0 0,1 1-1 0 0,-1 0 1 0 0,1-1-1 0 0,-1 1 1 0 0,1-1 0 0 0,-1 1-1 0 0,1-1 1 0 0,0 1-1 0 0,-1-1 1 0 0,1 1-1 0 0,0-1 1 0 0,-1 1 0 0 0,1-1-1 0 0,0 0 1 0 0,-1 0-1 0 0,1 1 1 0 0,0-1 0 0 0,0 0-1 0 0,-1 0 1 0 0,1 0-1 0 0,0 0 1 0 0,0 0 0 0 0,1 0-1 0 0,-1-1-95 0 0,-1 0 0 0 0,1 0 0 0 0,0 0-1 0 0,-1 0 1 0 0,1-1 0 0 0,-1 1 0 0 0,1 0 0 0 0,-1 0 0 0 0,0-1-1 0 0,1 1 1 0 0,-1 0 0 0 0,0-1 0 0 0,0 1 0 0 0,0 0 0 0 0,0-1 0 0 0,0 1-1 0 0,-1-2 1 0 0,-2-26 1816 0 0,3 29-1895 0 0,-5-29 965 0 0,4 41-626 0 0,1-10-336 0 0,-1 0 1 0 0,1-1 0 0 0,0 1-1 0 0,0 0 1 0 0,0 0-1 0 0,0-1 1 0 0,0 1 0 0 0,0 0-1 0 0,0 0 1 0 0,0-1-1 0 0,1 1 1 0 0,-1 0 0 0 0,1 0-1 0 0,-1-1 1 0 0,1 1-1 0 0,0-1 1 0 0,0 1 0 0 0,0 0-1 0 0,1 1 1 0 0,-2-3-2 0 0,1 0 0 0 0,-1 0 1 0 0,0 0-1 0 0,1-1 0 0 0,-1 1 0 0 0,0 0 1 0 0,1 0-1 0 0,-1 0 0 0 0,0-1 0 0 0,0 1 1 0 0,1 0-1 0 0,-1 0 0 0 0,0 0 0 0 0,1-1 1 0 0,-1 1-1 0 0,0 0 0 0 0,0-1 1 0 0,0 1-1 0 0,1 0 0 0 0,-1-1 0 0 0,0 1 1 0 0,0 0-1 0 0,0-1 0 0 0,0 1 0 0 0,0 0 1 0 0,0-1-1 0 0,0 1 0 0 0,0 0 0 0 0,0-1 1 0 0,0 1-1 0 0,0-1 0 0 0,0 1 0 0 0,0 0 1 0 0,0-1-1 0 0,4-18 298 0 0,-4 18-399 0 0,-3-49 90 0 0,3 54-34 0 0,0 0 0 0 0,1 0 0 0 0,0 0 0 0 0,0 0 0 0 0,0 0 0 0 0,0 0 0 0 0,0 0 0 0 0,1-1 0 0 0,0 1 0 0 0,0-1 0 0 0,3 6 0 0 0,-4-8 30 0 0,0 0 0 0 0,0 1 0 0 0,0-1-1 0 0,0 0 1 0 0,0 0 0 0 0,1 1 0 0 0,-1-1 0 0 0,0 0 0 0 0,1 0-1 0 0,-1 0 1 0 0,0-1 0 0 0,1 1 0 0 0,-1 0 0 0 0,1 0 0 0 0,-1-1-1 0 0,1 1 1 0 0,0-1 0 0 0,-1 1 0 0 0,1-1 0 0 0,0 0 0 0 0,-1 0-1 0 0,1 0 1 0 0,0 0 0 0 0,-1 0 0 0 0,1 0 0 0 0,0 0 0 0 0,-1 0-1 0 0,1-1 1 0 0,0 1 0 0 0,-1-1 0 0 0,2 0 0 0 0,-1 0 40 0 0,-1 0 1 0 0,0 0-1 0 0,0 0 0 0 0,1 0 1 0 0,-1-1-1 0 0,0 1 0 0 0,0 0 1 0 0,-1-1-1 0 0,1 1 1 0 0,0-1-1 0 0,0 1 0 0 0,-1-1 1 0 0,1 1-1 0 0,0-1 0 0 0,-1 1 1 0 0,0-1-1 0 0,1 0 1 0 0,-1 1-1 0 0,0-1 0 0 0,0 1 1 0 0,0-1-1 0 0,0 0 1 0 0,0 1-1 0 0,0-1 0 0 0,0 0 1 0 0,-1 1-1 0 0,1-1 0 0 0,-2-2 1 0 0,2 2 12 0 0,0-1 1 0 0,-1 1-1 0 0,0 0 1 0 0,1 0-1 0 0,-1-1 1 0 0,0 1-1 0 0,0 0 1 0 0,0 0-1 0 0,0 0 0 0 0,-1 0 1 0 0,1 0-1 0 0,0 0 1 0 0,-1 1-1 0 0,1-1 1 0 0,-1 0-1 0 0,0 1 1 0 0,0-1-1 0 0,1 1 1 0 0,-1 0-1 0 0,-3-2 1 0 0,-17 14-7120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3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46 3225 0 0,'-44'-17'12187'0'0,"64"11"-10946"0"0,-18 5-956 0 0,21-5 124 0 0,0 1-1 0 0,0 1 1 0 0,1 1-1 0 0,43-1 0 0 0,-45 5-1010 0 0,0 1 0 0 0,41 8 0 0 0,-45-6-5570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5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6 6913 0 0,'-1'0'114'0'0,"1"-1"0"0"0,0 1 0 0 0,-1-1-1 0 0,1 1 1 0 0,-1-1 0 0 0,1 1 0 0 0,-1 0-1 0 0,1-1 1 0 0,-1 1 0 0 0,1 0-1 0 0,-1-1 1 0 0,1 1 0 0 0,-1 0 0 0 0,0 0-1 0 0,1 0 1 0 0,-1-1 0 0 0,1 1-1 0 0,-1 0 1 0 0,0 0 0 0 0,1 0 0 0 0,-1 0-1 0 0,-1 0 1 0 0,2 13 4590 0 0,0 3-4530 0 0,2 55 1270 0 0,2-1 0 0 0,16 81 0 0 0,-9-74-1279 0 0,9 48-2472 0 0,-14-90-3720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5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24 10138 0 0,'0'0'26'0'0,"-1"0"0"0"0,1 0 0 0 0,-1 1 0 0 0,1-1 0 0 0,-1 0 0 0 0,1 0 0 0 0,0 1 0 0 0,-1-1 0 0 0,1 0 0 0 0,-1 1-1 0 0,1-1 1 0 0,0 0 0 0 0,-1 1 0 0 0,1-1 0 0 0,0 0 0 0 0,-1 1 0 0 0,1-1 0 0 0,0 1 0 0 0,-1-1 0 0 0,1 1 0 0 0,0-1 0 0 0,0 1 0 0 0,0-1 0 0 0,0 1 0 0 0,-1-1-1 0 0,1 1 1 0 0,0-1 0 0 0,0 1 0 0 0,0-1 0 0 0,0 1 0 0 0,0-1 0 0 0,0 1 0 0 0,0-1 0 0 0,0 1 0 0 0,1-1 0 0 0,-1 2 0 0 0,0 28 758 0 0,0-22-374 0 0,0 15-239 0 0,1-1 1 0 0,2 1-1 0 0,0-1 0 0 0,1 1 0 0 0,1-1 1 0 0,1-1-1 0 0,1 1 0 0 0,18 38 1 0 0,-21-53-323 0 0,0 1 0 0 0,0-1 0 0 0,1 0 0 0 0,0 0 1 0 0,0 0-1 0 0,1 0 0 0 0,0-1 0 0 0,0 0 0 0 0,0-1 1 0 0,1 1-1 0 0,0-1 0 0 0,0 0 0 0 0,0-1 0 0 0,0 0 1 0 0,1 0-1 0 0,0 0 0 0 0,0-1 0 0 0,0 0 0 0 0,0-1 1 0 0,0 0-1 0 0,1 0 0 0 0,-1-1 0 0 0,1 0 0 0 0,-1 0 1 0 0,1-1-1 0 0,10-1 0 0 0,-14 1 171 0 0,0-1 0 0 0,-1 0 0 0 0,1 0 1 0 0,-1 0-1 0 0,0-1 0 0 0,1 0 0 0 0,-1 0 0 0 0,0 0 0 0 0,0 0 0 0 0,0 0 1 0 0,0-1-1 0 0,0 0 0 0 0,5-5 0 0 0,-3 2 98 0 0,0 0 1 0 0,-1-1-1 0 0,0 0 1 0 0,0 0-1 0 0,0-1 1 0 0,-1 1-1 0 0,4-10 1 0 0,-3 7 17 0 0,-1 0 1 0 0,-1-1 0 0 0,0 1 0 0 0,0-1 0 0 0,-1 0-1 0 0,0 0 1 0 0,-1 0 0 0 0,0 0 0 0 0,-1 0 0 0 0,-1-1 0 0 0,-2-20-1 0 0,-1 22 66 0 0,1-1 0 0 0,-2 1-1 0 0,0 0 1 0 0,0 1 0 0 0,0-1-1 0 0,-1 1 1 0 0,-1 0-1 0 0,0 0 1 0 0,0 1 0 0 0,-1 0-1 0 0,1 0 1 0 0,-2 0 0 0 0,-12-8-1 0 0,13 10 0 0 0,1 1 1 0 0,-1 0-1 0 0,0 0 0 0 0,-1 1 0 0 0,1 0 0 0 0,-1 0 0 0 0,1 1 1 0 0,-1 0-1 0 0,0 1 0 0 0,0 0 0 0 0,0 0 0 0 0,-1 1 0 0 0,1 0 1 0 0,0 1-1 0 0,-1 0 0 0 0,-11 1 0 0 0,17 0-408 0 0,1 0-1 0 0,-1 0 0 0 0,0 0 1 0 0,0 0-1 0 0,1 1 1 0 0,-1 0-1 0 0,1-1 1 0 0,-1 1-1 0 0,1 1 1 0 0,0-1-1 0 0,-1 0 1 0 0,-3 5-1 0 0,3 0-831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6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51 456 0 0,'-16'7'6694'0'0,"25"-9"-3769"0"0,19-5-486 0 0,46-18 0 0 0,-24 7-2928 0 0,-36 12-316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6.2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10594 0 0,'-3'-1'5581'0'0,"0"10"-2273"0"0,2 28-1407 0 0,5 47-2248 0 0,0-32 120 0 0,0 17-928 0 0,1-24-4024 0 0,1-11-1055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06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4609 0 0,'0'-2'381'0'0,"0"-1"-1"0"0,0 1 1 0 0,1-1 0 0 0,-1 1 0 0 0,1 0-1 0 0,-1-1 1 0 0,1 1 0 0 0,0 0 0 0 0,0-1-1 0 0,0 1 1 0 0,1 0 0 0 0,-1 0 0 0 0,0 0-1 0 0,1 0 1 0 0,-1 0 0 0 0,1 0 0 0 0,0 0-1 0 0,0 1 1 0 0,-1-1 0 0 0,1 0 0 0 0,0 1-1 0 0,0 0 1 0 0,1-1 0 0 0,-1 1 0 0 0,0 0-1 0 0,0 0 1 0 0,1 0 0 0 0,-1 1 0 0 0,0-1-1 0 0,4 0 1 0 0,-4 0-224 0 0,0 1-1 0 0,1 0 1 0 0,-1 0-1 0 0,0 0 1 0 0,0 0-1 0 0,1 0 1 0 0,-1 1-1 0 0,0-1 1 0 0,0 1-1 0 0,1-1 1 0 0,-1 1-1 0 0,0 0 1 0 0,0 0-1 0 0,0 0 1 0 0,0 0-1 0 0,0 0 1 0 0,0 0-1 0 0,0 0 0 0 0,0 1 1 0 0,0-1-1 0 0,1 3 1 0 0,3 3-150 0 0,0 0 1 0 0,0 1-1 0 0,-1 0 1 0 0,-1 0-1 0 0,1 0 1 0 0,-1 1-1 0 0,0-1 1 0 0,-1 1-1 0 0,0 0 0 0 0,-1 0 1 0 0,0 0-1 0 0,2 11 1 0 0,-2 11-441 0 0,0 0 0 0 0,-4 41 0 0 0,1 21 208 0 0,1-92 276 0 0,0 1 0 0 0,0 0 0 0 0,0-1-1 0 0,1 1 1 0 0,-1-1 0 0 0,0 1 0 0 0,1-1 0 0 0,-1 1 0 0 0,1-1 0 0 0,-1 0 0 0 0,1 1 0 0 0,0-1-1 0 0,-1 1 1 0 0,1-1 0 0 0,0 0 0 0 0,0 0 0 0 0,0 0 0 0 0,0 1 0 0 0,0-1 0 0 0,0 0 0 0 0,1 0-1 0 0,-1 0 1 0 0,0-1 0 0 0,2 2 0 0 0,0-1 23 0 0,0 0 0 0 0,0 0 1 0 0,0-1-1 0 0,0 1 0 0 0,0-1 0 0 0,0 0 1 0 0,-1 0-1 0 0,1 0 0 0 0,0 0 0 0 0,0 0 0 0 0,0-1 1 0 0,3 0-1 0 0,9-4 146 0 0,0 0 1 0 0,-1 0 0 0 0,24-13-1 0 0,-37 17-218 0 0,39-20 175 0 0,-16 7-1096 0 0,1 1-1 0 0,37-13 1 0 0,-42 21-5982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1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8754 0 0,'3'11'7724'0'0,"-1"-3"-7608"0"0,-1-1 0 0 0,1 1 0 0 0,-1-1 0 0 0,-1 16 0 0 0,5 22-1612 0 0,-4-39 505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70 10594 0 0,'4'-36'1139'0'0,"-2"16"352"0"0,-1 6 2459 0 0,0 23-3200 0 0,0 0-1 0 0,1-1 1 0 0,0 1-1 0 0,4 10 0 0 0,4 18-556 0 0,29 152-131 0 0,-7-65-4605 0 0,-24-98-1624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4041 0 0,'-2'42'432'0'0,"2"-40"-432"0"0,1-1 0 0 0,-1 1 0 0 0,1 0 0 0 0,0 0 0 0 0,0-1 0 0 0,0 1 0 0 0,0-1 0 0 0,0 1 0 0 0,0 0 0 0 0,0-1 0 0 0,3 3 0 0 0,-3-3 0 0 0,1 1 0 0 0,-1-1 0 0 0,0 1 0 0 0,1 0 0 0 0,-1-1 0 0 0,0 1 0 0 0,0 0 0 0 0,0 0 0 0 0,1 3 0 0 0,-1-2 0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1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64 166 5057 0 0,'-2'-9'105'0'0,"-1"0"0"0"0,0 0 0 0 0,0 0 0 0 0,-7-12 1 0 0,-8-21 420 0 0,5 1 1244 0 0,2 16 2267 0 0,19 51 969 0 0,-1 23-4446 0 0,-3-23-144 0 0,26 312-295 0 0,-29-281-544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3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0 456 0 0,'1'3'266'0'0,"0"-1"0"0"0,0 1-1 0 0,0 0 1 0 0,0 0 0 0 0,-1-1 0 0 0,0 1-1 0 0,1 0 1 0 0,-1 0 0 0 0,0 5 0 0 0,19 26 11448 0 0,-19-35-11563 0 0,-6-6-116 0 0,-5 1 62 0 0,11 7 106 0 0,0 0-192 0 0,0-1-1 0 0,0 0 1 0 0,0 1 0 0 0,0-1 0 0 0,0 0 0 0 0,0 1-1 0 0,-1-1 1 0 0,1 0 0 0 0,0 1 0 0 0,0-1 0 0 0,0 0-1 0 0,0 1 1 0 0,0-1 0 0 0,0 1 0 0 0,0-1 0 0 0,0 0 0 0 0,1 1-1 0 0,-1-1 1 0 0,0 0 0 0 0,0 1 0 0 0,0-1 0 0 0,0 0-1 0 0,0 1 1 0 0,1-1 0 0 0,-1 0 0 0 0,0 0 0 0 0,0 1-1 0 0,0-1 1 0 0,1 0 0 0 0,-1 1 0 0 0,0-1 0 0 0,0 0 0 0 0,1 0-1 0 0,-1 0 1 0 0,0 1 0 0 0,1-1 0 0 0,-1 0 0 0 0,0 0-1 0 0,1 0 1 0 0,-1 0 0 0 0,0 0 0 0 0,1 1 0 0 0,-1-1-1 0 0,0 0 1 0 0,1 0 0 0 0,-1 0 0 0 0,1 0 0 0 0,0-1-10 0 0,18-8 257 0 0,-18 9-215 0 0,-1 0-1 0 0,0 0 1 0 0,0 0 0 0 0,1 0 0 0 0,-1 0 0 0 0,0 0 0 0 0,0 0-1 0 0,1-1 1 0 0,-1 1 0 0 0,0 0 0 0 0,0 0 0 0 0,1 0 0 0 0,-1 0-1 0 0,0-1 1 0 0,0 1 0 0 0,1 0 0 0 0,-1 0 0 0 0,0 0-1 0 0,0-1 1 0 0,0 1 0 0 0,0 0 0 0 0,1 0 0 0 0,-1 0 0 0 0,0-1-1 0 0,0 1 1 0 0,0 0 0 0 0,0-1 0 0 0,0 1 0 0 0,0 0 0 0 0,0 0-1 0 0,0-1 1 0 0,0 1 0 0 0,1 0 0 0 0,-1 0 0 0 0,0-1-1 0 0,-1 1 1 0 0,1 0 0 0 0,0-1 0 0 0,0 1 0 0 0,0 0 0 0 0,0 0-1 0 0,0-1 1 0 0,0 1 0 0 0,0 0 0 0 0,0-1 0 0 0,0 1-1 0 0,0 0 1 0 0,-1 0 0 0 0,1 0 0 0 0,0-1 0 0 0,0 1 0 0 0,0 0-1 0 0,-1 0 1 0 0,1 0 0 0 0,0-1 0 0 0,0 1 0 0 0,0 0 0 0 0,-1 0-1 0 0,1 0 1 0 0,-1-1 0 0 0,0 2 29 0 0,0-1 0 0 0,-1 0-1 0 0,1 1 1 0 0,0-1 0 0 0,-1 1 0 0 0,1-1 0 0 0,0 1 0 0 0,-1 0-1 0 0,1-1 1 0 0,0 1 0 0 0,0 0 0 0 0,0 0 0 0 0,0 0 0 0 0,0 0-1 0 0,0 0 1 0 0,0 0 0 0 0,0 0 0 0 0,0 0 0 0 0,0 0-1 0 0,-1 2 1 0 0,1 1-30 0 0,1 0 0 0 0,-1 0 0 0 0,0 0 0 0 0,1 0 0 0 0,0 0 0 0 0,0 0 0 0 0,1 8 0 0 0,-1-11-114 0 0,0-1 0 0 0,0 1 0 0 0,0 0 0 0 0,0-1 0 0 0,0 1 0 0 0,0-1 0 0 0,0 1 0 0 0,0-1 0 0 0,0 1 0 0 0,0-1 0 0 0,0 1 0 0 0,1 0 0 0 0,-1-1 0 0 0,0 1 0 0 0,0-1 0 0 0,1 1 0 0 0,-1-1 0 0 0,0 1 0 0 0,1-1 0 0 0,-1 0 0 0 0,0 1 0 0 0,1-1 0 0 0,-1 1 0 0 0,0-1 0 0 0,1 0 0 0 0,-1 1 0 0 0,1-1 0 0 0,-1 0 0 0 0,1 1-1 0 0,-1-1 1 0 0,1 0 0 0 0,-1 0 0 0 0,1 0 0 0 0,-1 1 0 0 0,1-1 0 0 0,-1 0 0 0 0,1 0 0 0 0,0 0 0 0 0,-1 0 0 0 0,1 0 0 0 0,-1 0 0 0 0,1 0 0 0 0,-1 0 0 0 0,1 0 0 0 0,0 0 0 0 0,-1 0 0 0 0,1-1 0 0 0,-1 1 0 0 0,1 0 0 0 0,-1 0 0 0 0,1 0 0 0 0,-1-1 0 0 0,1 1 0 0 0,-1 0 0 0 0,1-1 0 0 0,-1 1 0 0 0,0 0 0 0 0,1-1 0 0 0,-1 1 0 0 0,1-1 0 0 0,-1 1 0 0 0,0 0 0 0 0,1-1 0 0 0,-1 1 0 0 0,0-1 0 0 0,1 0 0 0 0,4-6-2767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6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12 1376 0 0,'-13'-3'-519'0'0,"-17"-6"9304"0"0,47 13-7179 0 0,9-1-1048 0 0,-1 0 0 0 0,1-2 0 0 0,-1-1 1 0 0,33-4-1 0 0,43 1 658 0 0,-30 7-592 0 0,-2 1-1739 0 0,120-9 1 0 0,-150-1-3878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6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4145 0 0,'4'-9'752'0'0,"-1"0"1"0"0,0-1-1 0 0,-1 1 1 0 0,0-1-1 0 0,-1 0 1 0 0,0 0-1 0 0,0-12 1 0 0,4 95 3714 0 0,-2-50-4307 0 0,1 0-1 0 0,1-1 0 0 0,2 1 1 0 0,0-1-1 0 0,1 0 0 0 0,12 23 0 0 0,-19-42-142 0 0,1-1 0 0 0,-1 1-1 0 0,1 0 1 0 0,0-1 0 0 0,0 1-1 0 0,0-1 1 0 0,0 1 0 0 0,0-1-1 0 0,0 0 1 0 0,1 0 0 0 0,-1 0-1 0 0,1 0 1 0 0,0 0 0 0 0,-1-1-1 0 0,1 1 1 0 0,0-1-1 0 0,0 1 1 0 0,0-1 0 0 0,0 0-1 0 0,0-1 1 0 0,0 1 0 0 0,0 0-1 0 0,0-1 1 0 0,1 0 0 0 0,-1 1-1 0 0,5-2 1 0 0,-1 0-144 0 0,0 0 0 0 0,0-1 0 0 0,0-1 0 0 0,-1 1 0 0 0,1-1 0 0 0,-1 0 0 0 0,1 0 0 0 0,-1-1 0 0 0,0 0 0 0 0,9-7 0 0 0,19-5-3744 0 0,-24 12 2640 0 0,-4 2 407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7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1840 0 0,'-24'7'14025'0'0,"29"3"-12826"0"0,4 5-645 0 0,-1 0 0 0 0,0 1 0 0 0,-1 0 1 0 0,-1 1-1 0 0,7 26 0 0 0,9 26-1814 0 0,-18-59 207 0 0,1 0 0 0 0,0 1 0 0 0,0-2 0 0 0,10 14 0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31 4609 0 0,'-18'-30'11253'0'0,"18"30"-11129"0"0,6 1 113 0 0,-1 0 0 0 0,0 1 0 0 0,0 0 1 0 0,0 0-1 0 0,0 1 0 0 0,0-1 0 0 0,0 1 0 0 0,-1 0 0 0 0,1 1 0 0 0,4 3 1 0 0,7 4 154 0 0,3 3 68 0 0,29 28 1 0 0,-30-26-800 0 0,32 23-1 0 0,-43-34-461 0 0,1-1-1 0 0,0 0 0 0 0,0 0 0 0 0,13 4 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7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 2304 0 0,'-8'-7'8390'0'0,"7"13"-7197"0"0,-2 26 269 0 0,-12 125 2407 0 0,14-129-4888 0 0,1 0 1 0 0,1 1 0 0 0,9 45-1 0 0,-7-59-306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8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2761 0 0,'-1'10'7439'0'0,"2"-9"-7253"0"0,7 23 1190 0 0,-5-15-559 0 0,7 19 156 0 0,1 6 847 0 0,20 39 0 0 0,-2-25-2432 0 0,-23-41-214 0 0,-1-1-1 0 0,1 0 1 0 0,0 0-1 0 0,11 8 1 0 0,-5-4-4524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8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9674 0 0,'-1'0'157'0'0,"0"1"-1"0"0,0-1 0 0 0,-1 1 1 0 0,1 0-1 0 0,0-1 1 0 0,0 1-1 0 0,-1 0 1 0 0,1-1-1 0 0,0 1 1 0 0,0 0-1 0 0,0 0 1 0 0,0 0-1 0 0,0 0 1 0 0,1 0-1 0 0,-1 0 1 0 0,0 0-1 0 0,0 1 1 0 0,1-1-1 0 0,-1 0 0 0 0,0 0 1 0 0,1 1-1 0 0,-1-1 1 0 0,1 0-1 0 0,0 1 1 0 0,-1-1-1 0 0,1 0 1 0 0,0 1-1 0 0,0-1 1 0 0,0 0-1 0 0,0 3 1 0 0,0 46 1405 0 0,2-37-1528 0 0,0-1-1 0 0,1 1 1 0 0,0-1-1 0 0,0 0 1 0 0,2 0-1 0 0,-1 0 1 0 0,10 15-1 0 0,-12-23-64 0 0,0 0-1 0 0,0-1 0 0 0,0 1 1 0 0,1-1-1 0 0,-1 1 0 0 0,1-1 0 0 0,0 0 1 0 0,0 0-1 0 0,0 0 0 0 0,1-1 1 0 0,-1 1-1 0 0,0-1 0 0 0,1 0 0 0 0,0 0 1 0 0,0 0-1 0 0,-1 0 0 0 0,1-1 1 0 0,0 1-1 0 0,0-1 0 0 0,1 0 1 0 0,-1 0-1 0 0,0-1 0 0 0,0 1 0 0 0,0-1 1 0 0,0 0-1 0 0,5 0 0 0 0,-6 0-12 0 0,0-1 0 0 0,-1 1-1 0 0,1-1 1 0 0,0 1-1 0 0,0-1 1 0 0,-1 0 0 0 0,1 0-1 0 0,-1 0 1 0 0,1 0-1 0 0,-1-1 1 0 0,1 1 0 0 0,-1-1-1 0 0,0 1 1 0 0,1-1-1 0 0,-1 0 1 0 0,0 0 0 0 0,0 0-1 0 0,-1 0 1 0 0,1 0-1 0 0,2-4 1 0 0,-2 2 57 0 0,-1 1 0 0 0,1-1 0 0 0,-1 0 0 0 0,0 0 1 0 0,-1 1-1 0 0,1-1 0 0 0,0 0 0 0 0,-1 0 0 0 0,0 0 0 0 0,0 0 0 0 0,0 0 0 0 0,-1 0 1 0 0,0-4-1 0 0,-1-1 153 0 0,0 0 1 0 0,-1 0-1 0 0,0 0 0 0 0,0 1 1 0 0,-1-1-1 0 0,0 1 1 0 0,-1 0-1 0 0,0 0 0 0 0,0 1 1 0 0,0-1-1 0 0,-13-11 1 0 0,-21-8-2042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8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87 6449 0 0,'58'-32'6634'0'0,"-53"29"-6504"0"0,46-30 2451 0 0,-13 17-7081 0 0,-30 13 2224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8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6913 0 0,'-3'4'3635'0'0,"5"8"-1497"0"0,7 18-136 0 0,-7-23-1261 0 0,23 94 1882 0 0,-15-55-3509 0 0,2-1-3708 0 0,-4-20-816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9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 10594 0 0,'-11'-2'4885'0'0,"11"2"-4771"0"0,0 1 1 0 0,0-1-1 0 0,0 0 0 0 0,0 0 1 0 0,-1 1-1 0 0,1-1 1 0 0,0 0-1 0 0,0 1 1 0 0,0-1-1 0 0,0 0 1 0 0,0 0-1 0 0,0 1 1 0 0,0-1-1 0 0,0 0 1 0 0,0 1-1 0 0,0-1 1 0 0,0 0-1 0 0,2 3 1031 0 0,-2-3-1030 0 0,7 26 414 0 0,2-1 0 0 0,11 25 0 0 0,14 17-3474 0 0,-25-52-3422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62 6913 0 0,'13'-61'10707'0'0,"-14"158"-8614"0"0,3 117-198 0 0,1-183-2934 0 0,1-1-1 0 0,1 0 0 0 0,1 0 1 0 0,21 57-1 0 0,-23-78-962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39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10 185 2761 0 0,'-3'-14'820'0'0,"0"0"0"0"0,1 0 0 0 0,1 0 0 0 0,0 0 0 0 0,1 0 1 0 0,1-1-1 0 0,0 1 0 0 0,6-28 0 0 0,-7 41-576 0 0,0-1 0 0 0,1 1 0 0 0,-1-1 0 0 0,1 1-1 0 0,-1 0 1 0 0,1-1 0 0 0,0 1 0 0 0,-1-1 0 0 0,1 1 0 0 0,0 0 0 0 0,0 0-1 0 0,0-1 1 0 0,0 1 0 0 0,0 0 0 0 0,0 0 0 0 0,0 0 0 0 0,0 0 0 0 0,1 0-1 0 0,-1 1 1 0 0,0-1 0 0 0,1 0 0 0 0,-1 0 0 0 0,0 1 0 0 0,3-1 0 0 0,-1 0 6 0 0,-1 1 1 0 0,1 0-1 0 0,0 0 0 0 0,0 0 1 0 0,0 0-1 0 0,-1 1 1 0 0,1-1-1 0 0,0 1 1 0 0,-1 0-1 0 0,1-1 1 0 0,0 1-1 0 0,3 3 0 0 0,2 0-74 0 0,0 0 0 0 0,0 1 0 0 0,-1 0 0 0 0,0 1 0 0 0,0 0 0 0 0,0 0 0 0 0,7 9 0 0 0,31 48-11 0 0,-14-17-2138 0 0,-9-17-3313 0 0,-10-14-672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4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5985 0 0,'5'-6'8126'0'0,"14"-10"-4647"0"0,0 0-3747 0 0,0 1 0 0 0,29-16 0 0 0,-30 22-5748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48.5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162 9360 3225 0 0,'-28'1'1068'0'0,"0"1"1"0"0,-35 6 0 0 0,20-3 8756 0 0,46-7-9574 0 0,0-1-1 0 0,-1 1 0 0 0,1 0 0 0 0,0 0 1 0 0,1 0-1 0 0,-1 0 0 0 0,5-1 1 0 0,141-51 2268 0 0,16-4-1124 0 0,-24 14-1134 0 0,29-8 38 0 0,-99 42-213 0 0,-54 8-52 0 0,0 0 0 0 0,0-1 0 0 0,0-1 0 0 0,25-8 0 0 0,75-42-1 0 0,-64 28 14 0 0,74-25 1 0 0,-79 33 9 0 0,0-1 0 0 0,-1-3 0 0 0,-1-1 0 0 0,-2-3-1 0 0,75-56 1 0 0,-26 16-144 0 0,-45 33 110 0 0,-1-1-1 0 0,-2-3 1 0 0,69-72-1 0 0,-55 47 88 0 0,106-88 0 0 0,-128 118-98 0 0,20-14-12 0 0,-25 20 0 0 0,0-1 0 0 0,40-45 0 0 0,19-23 40 0 0,-60 67-14 0 0,-2-2 0 0 0,28-38-1 0 0,-4 2 11 0 0,-35 45-4 0 0,-1-1 0 0 0,0-1-1 0 0,19-36 1 0 0,24-47-8 0 0,-34 63 72 0 0,27-60 0 0 0,-42 71-87 0 0,-2-1 0 0 0,0-1 0 0 0,-3 0 0 0 0,4-41-1 0 0,12-60 28 0 0,0 40-36 0 0,89-331 0 0 0,-20 51 70 0 0,-12 43-12 0 0,43-223-58 0 0,-90 385 0 0 0,36-276-67 0 0,-41 237 46 0 0,-6-30-15 0 0,3-19 18 0 0,5 51-149 0 0,46-242 172 0 0,-27 192 153 0 0,-29 140-21 0 0,39-135 0 0 0,-56 247-137 0 0,102-348 286 0 0,-24-6 28 0 0,-43 150-108 0 0,22-151 188 0 0,25-213-348 0 0,-26 326-33 0 0,-1-3-15 0 0,-45 114-543 0 0,0-5-143 0 0,1 88-527 0 0,-3 32-5311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53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8447 36 2304 0 0,'19'-18'4337'0'0,"-17"16"-4385"0"0,0 1 1 0 0,0-1-1 0 0,0 0 1 0 0,0 1-1 0 0,1-1 0 0 0,-1 1 1 0 0,0 0-1 0 0,1 0 1 0 0,-1 0-1 0 0,1 0 1 0 0,-1 0-1 0 0,4 0 1 0 0,-5 1 212 0 0,-1 0 0 0 0,1 0 0 0 0,0 0 0 0 0,-1 0 0 0 0,1 1 0 0 0,-1-1 0 0 0,1 0 0 0 0,-1 0 1 0 0,1 1-1 0 0,-1-1 0 0 0,1 0 0 0 0,-1 1 0 0 0,1-1 0 0 0,-1 0 0 0 0,1 1 0 0 0,-1-1 0 0 0,1 1 0 0 0,-1-1 1 0 0,0 1-1 0 0,1-1 0 0 0,-1 1 0 0 0,0-1 0 0 0,0 1 0 0 0,1 0 0 0 0,-1 0-339 0 0,1 0 1 0 0,-1 0-1 0 0,1 0 0 0 0,-1 0 1 0 0,1 0-1 0 0,0-1 0 0 0,-1 1 1 0 0,1 0-1 0 0,0 0 0 0 0,0-1 0 0 0,0 1 1 0 0,-1 0-1 0 0,1-1 0 0 0,0 1 1 0 0,2 0-1 0 0,-3-1 247 0 0,0 0 0 0 0,1 1 0 0 0,-1-1 1 0 0,0 0-1 0 0,1 0 0 0 0,-1 1 0 0 0,0-1 0 0 0,0 0 0 0 0,0 1 1 0 0,1-1-1 0 0,-1 0 0 0 0,0 1 0 0 0,0-1 0 0 0,0 0 0 0 0,0 1 1 0 0,1-1-1 0 0,-1 1 0 0 0,0-1 0 0 0,0 0 0 0 0,0 1 0 0 0,0-1 1 0 0,0 0-1 0 0,0 1 0 0 0,0-1 0 0 0,0 1 0 0 0,0-1 0 0 0,0 0 0 0 0,0 1 1 0 0,-1-1-1 0 0,1 1 0 0 0,0-1 0 0 0,0 0 0 0 0,0 1 0 0 0,-1 0 1 0 0,-5 11 2371 0 0,5-8-3067 0 0,0 0 708 0 0,0-1 0 0 0,0 1 0 0 0,-1-1 0 0 0,1 0 0 0 0,-1 1 0 0 0,0-1-1 0 0,0 0 1 0 0,0 0 0 0 0,0 0 0 0 0,-1 0 0 0 0,1-1 0 0 0,-1 1 0 0 0,1-1 0 0 0,-1 1 0 0 0,0-1 0 0 0,0 0-1 0 0,0 0 1 0 0,-1 0 0 0 0,1 0 0 0 0,0-1 0 0 0,-1 1 0 0 0,-5 1 0 0 0,-12 2 570 0 0,-8 3-488 0 0,0-1 0 0 0,0-1 0 0 0,-1-2 0 0 0,0-1 0 0 0,-36 0 0 0 0,30-4-263 0 0,0 3-1 0 0,-54 9 1 0 0,25-3 21 0 0,-374 19-246 0 0,370-23 401 0 0,-114 19 0 0 0,-27 3-464 0 0,142-27 480 0 0,0-2-1 0 0,0-3 1 0 0,1-4 0 0 0,-86-22 0 0 0,112 24-42 0 0,-1 2-1 0 0,0 1 1 0 0,-1 3 0 0 0,-46 3 0 0 0,-168 25 98 0 0,164-15-331 0 0,28-1 68 0 0,1 3 0 0 0,1 3 0 0 0,-84 32 0 0 0,-2-5 1069 0 0,46-14-406 0 0,58-18-322 0 0,-69 9-1 0 0,9-2 14 0 0,-70 3-292 0 0,160-20 42 0 0,-80 10 45 0 0,-110 28 0 0 0,170-31 55 0 0,-188 24-19 0 0,14-2-356 0 0,168-24 465 0 0,0-2 0 0 0,-72-2 1 0 0,66-3-162 0 0,-82 10 1 0 0,91-3 247 0 0,-26 6-233 0 0,-2-4 1 0 0,1-2-1 0 0,-71-3 0 0 0,51-4-46 0 0,-149 19 0 0 0,30-1 0 0 0,-166 20 944 0 0,177-27-960 0 0,33-3-579 0 0,94-4 561 0 0,-88-7-1 0 0,94 1 62 0 0,0 2-1 0 0,-62 7 1 0 0,-221 30-19 0 0,32-7 840 0 0,-12 28 0 0 0,275-45-908 0 0,0-4 0 0 0,-1-1 0 0 0,-97 1 0 0 0,6 2 68 0 0,55-2 0 0 0,16-1 467 0 0,-38 1 434 0 0,19-23-708 0 0,41 7-4780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54.3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8 154 920 0 0,'-8'2'7623'0'0,"24"-6"-3838"0"0,-4 1-5224 0 0,103-20 1986 0 0,-52 9 296 0 0,112-10 1 0 0,-63 14-271 0 0,186-39 1 0 0,-261 43-1464 0 0,1 1-1 0 0,52 1 1 0 0,-47 3-178 0 0,60-8 0 0 0,-88 6-2338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39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273 142 3225 0 0,'-70'-17'421'0'0,"50"10"293"0"0,-2 2 1 0 0,-40-5 0 0 0,57 9-262 0 0,-1 1 0 0 0,0 0 1 0 0,0 0-1 0 0,0 1 0 0 0,1-1 1 0 0,-1 1-1 0 0,0 1 0 0 0,1-1 1 0 0,-1 1-1 0 0,1 0 0 0 0,-1 0 1 0 0,1 1-1 0 0,0-1 0 0 0,0 1 0 0 0,-10 8 2617 0 0,31-18-1872 0 0,49-7-884 0 0,2 2-1 0 0,-1 4 1 0 0,89-1-1 0 0,11-1 301 0 0,51-6 143 0 0,145-18 173 0 0,-312 25-674 0 0,1 3 0 0 0,0 2 1 0 0,0 2-1 0 0,1 2 0 0 0,82 11 0 0 0,-113-6-279 0 0,0 1 0 0 0,-1 0 1 0 0,35 17-1 0 0,-9 1-2470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41.6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75 110 3225 0 0,'-6'2'220'0'0,"0"1"0"0"0,0 0 0 0 0,0 1 1 0 0,0-1-1 0 0,-7 7 0 0 0,-10 13 5229 0 0,22-22-5387 0 0,1-1 1 0 0,-1 1-1 0 0,0 0 0 0 0,0 0 0 0 0,1 0 0 0 0,-1 0 0 0 0,1 0 0 0 0,-1 0 0 0 0,1 0 0 0 0,-1 0 0 0 0,1 0 0 0 0,0 0 0 0 0,-1 0 0 0 0,1 1 0 0 0,0-1 0 0 0,0 0 0 0 0,0 0 0 0 0,0 0 0 0 0,0 0 0 0 0,0 0 0 0 0,0 1 0 0 0,0-1 0 0 0,0 0 0 0 0,0 0 0 0 0,1 0 0 0 0,-1 0 0 0 0,0 0 0 0 0,1 0 0 0 0,-1 0 0 0 0,1 0 0 0 0,0 0 0 0 0,-1 0 0 0 0,1 0 0 0 0,0 0 0 0 0,-1 0 0 0 0,1 0 0 0 0,0 0 0 0 0,0-1 0 0 0,0 1 0 0 0,0 0 0 0 0,-1-1 0 0 0,1 1 0 0 0,0 0 0 0 0,0-1 0 0 0,1 1 0 0 0,-1-1 0 0 0,0 0 1 0 0,0 1-1 0 0,1-1 0 0 0,4 2-38 0 0,1 0 0 0 0,-1 0 0 0 0,1-1 1 0 0,-1 0-1 0 0,1 0 0 0 0,0 0 1 0 0,6-1-1 0 0,41-6 365 0 0,-1-3 0 0 0,82-23 0 0 0,27-5 134 0 0,123-25 408 0 0,-1 0 1025 0 0,-277 61-1884 0 0,28-2 607 0 0,-34 3-696 0 0,-1 0-1 0 0,1 0 1 0 0,0 0-1 0 0,0 0 0 0 0,0 0 1 0 0,-1 1-1 0 0,1-1 0 0 0,0 0 1 0 0,0 1-1 0 0,-1-1 1 0 0,1 1-1 0 0,0-1 0 0 0,-1 0 1 0 0,1 1-1 0 0,0-1 1 0 0,-1 1-1 0 0,1 0 0 0 0,-1-1 1 0 0,1 1-1 0 0,-1 0 0 0 0,1-1 1 0 0,-1 1-1 0 0,1 0 1 0 0,-1-1-1 0 0,0 1 0 0 0,1 0 1 0 0,-1 0-1 0 0,0-1 1 0 0,0 1-1 0 0,1 0 0 0 0,-1 0 1 0 0,0 0-1 0 0,0-1 0 0 0,0 1 1 0 0,0 1-1 0 0,1 4-1102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4:43.4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31 164 1376 0 0,'-1'0'-44'0'0,"-28"6"11617"0"0,40 2-10600 0 0,-7-6-973 0 0,0-1 1 0 0,0-1 0 0 0,0 1 0 0 0,0-1-1 0 0,1 0 1 0 0,-1 1 0 0 0,0-2 0 0 0,0 1-1 0 0,0 0 1 0 0,0-1 0 0 0,8-2 0 0 0,3 0-97 0 0,95-3 115 0 0,-62 4 214 0 0,57-8 0 0 0,33-13 144 0 0,167-6 0 0 0,-221 27-660 0 0,20 0 246 0 0,-1-4-1 0 0,158-30 1 0 0,-258 36 37 0 0,282-53 724 0 0,-250 50-624 0 0,0 1 0 0 0,0 2 0 0 0,1 1 0 0 0,-1 2 0 0 0,0 1 0 0 0,42 11 0 0 0,-40-5 195 0 0,39 10 1205 0 0,-70-19-1378 0 0,1 0-1 0 0,0-1 1 0 0,0 1-1 0 0,0-2 1 0 0,0 1-1 0 0,0-1 1 0 0,0 1 0 0 0,12-5-1 0 0,-18 5-120 0 0,-1 0 0 0 0,1 0 1 0 0,0-1-1 0 0,-1 1 0 0 0,1 0 0 0 0,-1 0 0 0 0,1-1 0 0 0,0 1 1 0 0,-1 0-1 0 0,1-1 0 0 0,-1 1 0 0 0,0-1 0 0 0,1 1 1 0 0,-1-1-1 0 0,1 1 0 0 0,-1-1 0 0 0,1 1 0 0 0,-1-1 0 0 0,0 1 1 0 0,0-1-1 0 0,1 1 0 0 0,-1-1 0 0 0,0 0 0 0 0,0 1 0 0 0,1-1 1 0 0,-1 1-1 0 0,0-1 0 0 0,0 0 0 0 0,0 1 0 0 0,0-1 1 0 0,0 0-1 0 0,0 1 0 0 0,0-1 0 0 0,0 1 0 0 0,0-1 0 0 0,-1 0 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15.9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14 265 7922 0 0,'-14'-1'1034'0'0,"20"8"-221"0"0,-2-5-774 0 0,0 1 1 0 0,1-1-1 0 0,-1 0 0 0 0,0 0 0 0 0,1 0 0 0 0,4 1 0 0 0,10-2 300 0 0,1 0 0 0 0,0-1 0 0 0,-1-1 0 0 0,0-1 0 0 0,1 0-1 0 0,20-6 1 0 0,25-3 672 0 0,91-2 912 0 0,70-10 114 0 0,370-74 93 0 0,-449 70-1286 0 0,149-47 1 0 0,-269 66-694 0 0,-1 0 0 0 0,1 2 0 0 0,30-3 0 0 0,3 10-6298 0 0,-36 3-577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45:17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40 1376 0 0,'-11'4'235'0'0,"9"-4"20"0"0,-1 1-1 0 0,1 0 1 0 0,0-1-1 0 0,0 1 1 0 0,-1 0-1 0 0,1 0 1 0 0,0 0-1 0 0,0 0 1 0 0,0 1-1 0 0,0-1 1 0 0,0 1-1 0 0,0-1 1 0 0,0 1-1 0 0,1-1 1 0 0,-1 1-1 0 0,1 0 0 0 0,-2 2 1 0 0,5-3-90 0 0,0-1 0 0 0,1 0-1 0 0,-1 0 1 0 0,0 0 0 0 0,1 0 0 0 0,-1 0-1 0 0,1 0 1 0 0,-1-1 0 0 0,0 1 0 0 0,1-1-1 0 0,-1 1 1 0 0,0-1 0 0 0,3-1 0 0 0,1 0 2 0 0,38-6 825 0 0,0 1 1 0 0,1 3-1 0 0,-1 2 1 0 0,1 2-1 0 0,53 6 1 0 0,219 46-140 0 0,-226-35-516 0 0,179 18 158 0 0,-90-15-21 0 0,-81-10-423 0 0,1-4 0 0 0,152-10 0 0 0,198-43-62 0 0,-4 0 942 0 0,-23 6 292 0 0,-182 15-708 0 0,-165 18-500 0 0,-11 0 255 0 0,0 3 1 0 0,112 5 0 0 0,-162 2-461 0 0,48 3 56 0 0,-20-2-5155 0 0,-12-2-1066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59:27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30 168 0 0,'-50'-10'926'0'0,"-87"-8"0"0"0,105 17 663 0 0,-1 1 1 0 0,1 1-1 0 0,-61 12 1 0 0,91-13-1499 0 0,0 0 0 0 0,0 1 0 0 0,0-1 0 0 0,0 1 0 0 0,0 0 0 0 0,0 0 0 0 0,0-1 0 0 0,0 1 0 0 0,0 0 1 0 0,1 1-1 0 0,-1-1 0 0 0,0 0 0 0 0,1 0 0 0 0,-1 1 0 0 0,1-1 0 0 0,-1 1 0 0 0,1-1 0 0 0,0 1 0 0 0,0 0 0 0 0,-2 2 0 0 0,3-2-53 0 0,-1-1 0 0 0,1 0 0 0 0,0 0 0 0 0,0 1 0 0 0,0-1 0 0 0,1 0 0 0 0,-1 0 0 0 0,0 0 0 0 0,0 1 0 0 0,1-1 0 0 0,-1 0 0 0 0,1 0 0 0 0,-1 0 0 0 0,1 0 0 0 0,-1 0 0 0 0,1 1 0 0 0,0-1 0 0 0,-1 0 0 0 0,1 0 0 0 0,0-1 0 0 0,0 1 0 0 0,0 0 0 0 0,0 0 0 0 0,-1 0 0 0 0,1-1 0 0 0,1 1 0 0 0,-1 0 0 0 0,0-1 0 0 0,0 1 0 0 0,0-1 0 0 0,0 1 0 0 0,0-1 0 0 0,0 1 0 0 0,1-1 0 0 0,1 0 0 0 0,32 12 131 0 0,1-1 0 0 0,0-2 0 0 0,1-2 0 0 0,67 4 0 0 0,153-8 90 0 0,-194-5-149 0 0,44 0 52 0 0,373-1 2615 0 0,3-3-1120 0 0,-324 5-922 0 0,36-2 202 0 0,-190 3-1091 0 0,-1-1 1 0 0,1 2-1 0 0,-1-1 0 0 0,1 0 0 0 0,-1 1 1 0 0,7 1-1 0 0,-10 1-890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59:57.3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218 332 3225 0 0,'-56'-4'1535'0'0,"37"4"-762"0"0,0-1 0 0 0,0-1 0 0 0,0-1 0 0 0,0-1-1 0 0,1 0 1 0 0,-22-8 0 0 0,39 12-693 0 0,1 0-1 0 0,0 0 1 0 0,-1 0-1 0 0,1 0 0 0 0,0 0 1 0 0,0 0-1 0 0,-1 0 1 0 0,1 0-1 0 0,0-1 1 0 0,-1 1-1 0 0,1 0 1 0 0,0 0-1 0 0,0 0 1 0 0,-1 0-1 0 0,1 0 1 0 0,0-1-1 0 0,-1 1 1 0 0,1 0-1 0 0,0 0 0 0 0,0 0 1 0 0,0-1-1 0 0,-1 1 1 0 0,1 0-1 0 0,0 0 1 0 0,0-1-1 0 0,0 1 1 0 0,0 0-1 0 0,-1 0 1 0 0,1-1-1 0 0,0 1 1 0 0,0 0-1 0 0,0-1 0 0 0,0 1 1 0 0,0 0-1 0 0,0 0 1 0 0,0-1-1 0 0,0 1 1 0 0,0 0-1 0 0,0-1 1 0 0,0 1-1 0 0,0 0 1 0 0,0-1-1 0 0,0 1 1 0 0,0 0-1 0 0,0 0 0 0 0,0-1 1 0 0,0 1-1 0 0,0 0 1 0 0,1-1-1 0 0,18-8 1284 0 0,30-1-1081 0 0,-49 10-276 0 0,74-8 271 0 0,133 4 0 0 0,-26 3-177 0 0,990-85 2110 0 0,-1139 84-2168 0 0,630-53 494 0 0,-474 38-538 0 0,115-10 15 0 0,-75 9 74 0 0,67-4 271 0 0,-83 9-31 0 0,178-4 442 0 0,-192 15-342 0 0,141 5 211 0 0,-200 1-456 0 0,68 6-148 0 0,-156 0-840 0 0,-31-2-5504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59:58.1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759 0 3225 0 0,'19'18'4559'0'0,"-11"-12"-3639"0"0,-1 0-1 0 0,0 1 1 0 0,11 15-1 0 0,-3 2-404 0 0,-2 1-1 0 0,-1 0 0 0 0,-1 1 0 0 0,-1 0 0 0 0,-1 1 0 0 0,-1 0 0 0 0,-2 0 0 0 0,6 44 0 0 0,-5 12-20 0 0,-4 131-1 0 0,-5-154-312 0 0,-3 0 1 0 0,-3 0 0 0 0,-19 77 0 0 0,15-94 183 0 0,-2 0 1 0 0,-2-1 0 0 0,-1-1 0 0 0,-3-1 0 0 0,-27 44 0 0 0,27-52-83 0 0,-2-1 1 0 0,-1-1-1 0 0,-1-1 0 0 0,-2-1 1 0 0,-1-1-1 0 0,-1-2 1 0 0,-1 0-1 0 0,-63 39 1 0 0,43-34-20 0 0,-97 40 0 0 0,119-60-353 0 0,0-1-1 0 0,0-1 0 0 0,-1-1 0 0 0,0-2 0 0 0,-46 4 0 0 0,44-8-1649 0 0,1 0-5753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59:58.7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 1 9674 0 0,'-2'0'213'0'0,"0"1"-1"0"0,0-1 1 0 0,0 1-1 0 0,0-1 1 0 0,1 1-1 0 0,-1 0 1 0 0,0 0-1 0 0,0 0 1 0 0,1 0-1 0 0,-1 0 1 0 0,0 1-1 0 0,1-1 1 0 0,-1 0 0 0 0,1 1-1 0 0,0-1 1 0 0,-1 1-1 0 0,0 2 1 0 0,-20 30 872 0 0,21-33-987 0 0,-10 20 193 0 0,2 1 0 0 0,0 0 0 0 0,2 0 0 0 0,0 1 0 0 0,1-1 0 0 0,-3 35 0 0 0,2 5-17 0 0,3 75 0 0 0,4-70-16 0 0,4 0 1 0 0,2-1-1 0 0,3 0 1 0 0,29 104-1 0 0,-28-135 13 0 0,2 0 0 0 0,2 0 0 0 0,1-2-1 0 0,2 0 1 0 0,1 0 0 0 0,2-2 0 0 0,0 0 0 0 0,3-1 0 0 0,48 50 0 0 0,-26-38-40 0 0,2-2 1 0 0,2-1 0 0 0,2-3 0 0 0,1-2 0 0 0,96 46-1 0 0,-114-65-398 0 0,2-1-1 0 0,0-1 0 0 0,0-2 1 0 0,1-1-1 0 0,0-3 0 0 0,1 0 1 0 0,-1-3-1 0 0,1-1 0 0 0,0-2 1 0 0,59-5-1 0 0,-58-2-1067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2:59:59.4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130 1 8290 0 0,'-4'3'372'0'0,"0"1"0"0"0,0 0 0 0 0,1 1 0 0 0,-1-1 0 0 0,1 0 0 0 0,0 1 0 0 0,1 0 0 0 0,-4 6 0 0 0,5-8-150 0 0,-7 11 304 0 0,0 1 1 0 0,1 0 0 0 0,1 0-1 0 0,0 1 1 0 0,1 0-1 0 0,-2 17 1 0 0,6-29-468 0 0,0 0 1 0 0,1 1-1 0 0,0-1 1 0 0,0 1-1 0 0,0-1 1 0 0,0 1-1 0 0,1-1 1 0 0,0 0-1 0 0,0 1 1 0 0,0-1-1 0 0,0 0 1 0 0,1 0-1 0 0,0 1 1 0 0,-1-1-1 0 0,2 0 1 0 0,-1-1-1 0 0,0 1 1 0 0,1 0-1 0 0,-1-1 1 0 0,1 1-1 0 0,0-1 1 0 0,0 0-1 0 0,1 0 1 0 0,-1 0-1 0 0,1 0 1 0 0,-1-1-1 0 0,6 3 1 0 0,18 9 330 0 0,37 14 0 0 0,-41-19-81 0 0,-1 0 0 0 0,0 2 0 0 0,21 13 0 0 0,-41-23-277 0 0,0 0-1 0 0,0 1 1 0 0,0-1 0 0 0,0 1-1 0 0,0-1 1 0 0,-1 1-1 0 0,1 0 1 0 0,0 0 0 0 0,-1 0-1 0 0,0 0 1 0 0,1 0-1 0 0,-1 0 1 0 0,0 0 0 0 0,0 0-1 0 0,0 0 1 0 0,0 1 0 0 0,0-1-1 0 0,-1 0 1 0 0,1 1-1 0 0,0 4 1 0 0,-1-4 29 0 0,-1 0 1 0 0,1 0-1 0 0,-1 1 1 0 0,0-1-1 0 0,0 0 0 0 0,0 0 1 0 0,0 0-1 0 0,-1 0 1 0 0,1 0-1 0 0,-1 0 0 0 0,0-1 1 0 0,1 1-1 0 0,-5 4 1 0 0,-4 4 167 0 0,-1-1-1 0 0,-1 0 1 0 0,1 0 0 0 0,-1-2 0 0 0,-21 13 0 0 0,14-10-93 0 0,-1-1 0 0 0,0-1 1 0 0,-23 7-1 0 0,33-13-653 0 0,0 0-1 0 0,-1-1 1 0 0,1 0-1 0 0,0 0 1 0 0,-1-1-1 0 0,1-1 1 0 0,-1 0 0 0 0,-17-2-1 0 0,27 2 222 0 0,-6-5-2775 0 0,9 3 2468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0.0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9 10594 0 0,'-2'-1'314'0'0,"0"0"0"0"0,-1 0 0 0 0,1 0 0 0 0,-1 0 0 0 0,1 0-1 0 0,0 0 1 0 0,-1 1 0 0 0,0-1 0 0 0,1 1 0 0 0,-1 0 0 0 0,1-1 0 0 0,-1 1 0 0 0,0 0-1 0 0,1 1 1 0 0,-1-1 0 0 0,1 0 0 0 0,-4 2 0 0 0,5-1-126 0 0,-1 0 1 0 0,0 0 0 0 0,1 0-1 0 0,-1 0 1 0 0,1 0 0 0 0,-1 1-1 0 0,1-1 1 0 0,0 1 0 0 0,0-1-1 0 0,0 1 1 0 0,-1-1-1 0 0,2 1 1 0 0,-1 0 0 0 0,0 0-1 0 0,0-1 1 0 0,0 1 0 0 0,1 0-1 0 0,-1 0 1 0 0,1 0 0 0 0,-1 0-1 0 0,1 0 1 0 0,0 0-1 0 0,0 3 1 0 0,-1 12 82 0 0,2 1 0 0 0,-1-1-1 0 0,2 0 1 0 0,1 0 0 0 0,8 31 0 0 0,34 85-14 0 0,-33-101 95 0 0,11 34-41 0 0,22 54-1130 0 0,-35-96-695 0 0,2 1 0 0 0,24 37 1 0 0,-22-45-2217 0 0,-9-12 1819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0.2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1 101 6449 0 0,'2'-4'254'0'0,"1"-1"-1"0"0,1 1 1 0 0,-1-1 0 0 0,0 1-1 0 0,1 0 1 0 0,0 0-1 0 0,0 1 1 0 0,0-1-1 0 0,0 1 1 0 0,1 0-1 0 0,0 0 1 0 0,-1 0-1 0 0,9-2 1 0 0,10-6 1620 0 0,34-10 0 0 0,-47 17-1439 0 0,0 2 0 0 0,1-1 0 0 0,-1 1 0 0 0,1 0 0 0 0,-1 1 0 0 0,1 1 0 0 0,0-1-1 0 0,-1 2 1 0 0,1-1 0 0 0,-1 2 0 0 0,21 4 0 0 0,-22-3-356 0 0,0 0-1 0 0,0 1 1 0 0,-1 0-1 0 0,1 0 0 0 0,-1 1 1 0 0,-1 0-1 0 0,1 1 1 0 0,-1 0-1 0 0,1 0 1 0 0,-2 0-1 0 0,1 1 0 0 0,-1 0 1 0 0,10 14-1 0 0,-7-7-184 0 0,-1 1 0 0 0,-1-1 0 0 0,-1 1 0 0 0,0 0 0 0 0,0 1 1 0 0,-2 0-1 0 0,0-1 0 0 0,-1 1 0 0 0,0 1 0 0 0,-2-1 0 0 0,0 0 0 0 0,0 0 0 0 0,-2 1 0 0 0,0-1 0 0 0,-1 0 0 0 0,0 0 0 0 0,-1 0 0 0 0,-1 0 0 0 0,-1 0 0 0 0,0-1 0 0 0,-10 20 0 0 0,9-22-355 0 0,-1 0-1 0 0,0-1 0 0 0,-1 0 1 0 0,-1 0-1 0 0,0-1 1 0 0,0 0-1 0 0,-1 0 1 0 0,-1-1-1 0 0,-13 10 0 0 0,4-5-5165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1.0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38 204 2304 0 0,'-3'-3'677'0'0,"1"1"0"0"0,1-1-1 0 0,-1 0 1 0 0,0 1 0 0 0,1-1-1 0 0,-1 0 1 0 0,1 0-1 0 0,0 0 1 0 0,0 0 0 0 0,0 0-1 0 0,0-1 1 0 0,0 1 0 0 0,1 0-1 0 0,0 0 1 0 0,-1 0-1 0 0,2-7 1 0 0,-7-26 741 0 0,3 27-1342 0 0,0-1 0 0 0,1 0 0 0 0,0 1 0 0 0,-1-13 0 0 0,3 18-396 0 0,0 0-1 0 0,0-1 1 0 0,1 1-1 0 0,-1 0 1 0 0,1 1 0 0 0,0-1-1 0 0,0 0 1 0 0,2-5-1 0 0,2-1-718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1.4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75 3225 0 0,'35'-14'7109'0'0,"-16"11"-6489"0"0,0 1 0 0 0,0 0 0 0 0,0 2-1 0 0,36 3 1 0 0,79 20-865 0 0,-49-8 320 0 0,20 1 150 0 0,1-5 1 0 0,0-5-1 0 0,1-4 0 0 0,175-20 1 0 0,-148 2 1210 0 0,179-30 1161 0 0,-296 42-2569 0 0,0 2 0 0 0,0 0 0 0 0,19 1 0 0 0,-35-2-387 0 0,1 0 0 0 0,-1 0 1 0 0,0 0-1 0 0,0 0 1 0 0,0-1-1 0 0,-1 1 0 0 0,1-6 1 0 0,1 0-1944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1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4609 0 0,'2'9'8101'0'0,"6"12"-4869"0"0,-5-11-2996 0 0,11 58 2636 0 0,0-1-4849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2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28 414 4145 0 0,'-23'-24'5537'0'0,"22"20"-5216"0"0,0-1-1 0 0,0 0 1 0 0,0 0 0 0 0,1 0-1 0 0,-1 0 1 0 0,1 0 0 0 0,0-1-1 0 0,1 1 1 0 0,-1 0-1 0 0,3-6 1 0 0,17-56 1568 0 0,-8 28-889 0 0,11-73 9 0 0,-5 23-3594 0 0,-13 67-2703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2.9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0 301 2761 0 0,'8'-10'564'0'0,"1"-1"0"0"0,0 2 0 0 0,0-1 0 0 0,0 1 0 0 0,2 1 0 0 0,18-14 0 0 0,75-37 2148 0 0,-90 52-2398 0 0,14-7-54 0 0,0 2 1 0 0,1 1-1 0 0,0 1 0 0 0,1 1 0 0 0,0 2 0 0 0,40-5 0 0 0,186 0-410 0 0,-184 12-8 0 0,239-19-64 0 0,-10 1 682 0 0,-142 8 1771 0 0,24 1 920 0 0,-97 2-2641 0 0,-65 4-337 0 0,0 1 1 0 0,0 1-1 0 0,0 1 0 0 0,28 3 0 0 0,-47-3-114 0 0,1 1 0 0 0,-1-1 0 0 0,0 0 0 0 0,0 1-1 0 0,0-1 1 0 0,0 1 0 0 0,0 0 0 0 0,0-1 0 0 0,0 1 0 0 0,0 0 0 0 0,0 0 0 0 0,-1 1 0 0 0,1-1 0 0 0,0 0-1 0 0,-1 0 1 0 0,1 1 0 0 0,-1-1 0 0 0,1 1 0 0 0,-1 0 0 0 0,1-1 0 0 0,-1 1 0 0 0,0 0 0 0 0,0 0 0 0 0,0-1 0 0 0,0 1-1 0 0,0 0 1 0 0,-1 0 0 0 0,1 0 0 0 0,0 0 0 0 0,-1 1 0 0 0,0-1 0 0 0,1 0 0 0 0,-1 0 0 0 0,0 0 0 0 0,0 0 0 0 0,0 0-1 0 0,0 0 1 0 0,-1 0 0 0 0,1 1 0 0 0,0-1 0 0 0,-1 0 0 0 0,0 0 0 0 0,1 0 0 0 0,-1 0 0 0 0,0 0 0 0 0,-1 2-1 0 0,0-2-208 0 0,0 0 0 0 0,0 0 0 0 0,0 0 0 0 0,0 0 0 0 0,0 0 0 0 0,0 0-1 0 0,0-1 1 0 0,-1 1 0 0 0,1-1 0 0 0,-1 1 0 0 0,1-1 0 0 0,-1 0 0 0 0,0 0-1 0 0,1 0 1 0 0,-1 0 0 0 0,0 0 0 0 0,0-1 0 0 0,1 0 0 0 0,-6 1 0 0 0,-4-1-1108 0 0,0-1 1 0 0,0 0 0 0 0,-17-3 0 0 0,20 2 655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3.2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3393 0 0,'17'13'11047'0'0,"-15"-10"-10258"0"0,23 34 3159 0 0,-12-12-3278 0 0,16 37-1 0 0,-4 3-430 0 0,-4 0-1 0 0,-2 1 1 0 0,-4 1-1 0 0,12 107 1 0 0,-26-170-703 0 0,-1 1 1 0 0,0-1 0 0 0,0 1 0 0 0,-1 0 0 0 0,1-1 0 0 0,-3 9 0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4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175 103 4609 0 0,'-2'-4'329'0'0,"1"1"1"0"0,0-1-1 0 0,0 1 0 0 0,0-1 1 0 0,0 1-1 0 0,0-1 0 0 0,1 1 0 0 0,0-1 1 0 0,0 0-1 0 0,0-5 0 0 0,1 6-18 0 0,-1 0 0 0 0,0 0 0 0 0,0 1 0 0 0,0-1 0 0 0,0 0 0 0 0,0 0 0 0 0,-1 0 0 0 0,1 0 0 0 0,-1 1 0 0 0,0-1 0 0 0,1 0 0 0 0,-1 1 0 0 0,-1-1 0 0 0,1 0-1 0 0,0 1 1 0 0,-1-1 0 0 0,-3-3 0 0 0,4 5-166 0 0,0 0-1 0 0,-1 1 0 0 0,1-1 1 0 0,-1 1-1 0 0,1-1 0 0 0,-1 1 1 0 0,1 0-1 0 0,-1 0 0 0 0,1-1 1 0 0,-1 1-1 0 0,1 0 0 0 0,-1 0 1 0 0,1 0-1 0 0,-1 1 0 0 0,1-1 1 0 0,-1 0-1 0 0,1 1 0 0 0,-1-1 1 0 0,1 1-1 0 0,0-1 0 0 0,-1 1 0 0 0,1 0 1 0 0,-1-1-1 0 0,-1 3 0 0 0,-30 22 735 0 0,24-17-750 0 0,2 1 1 0 0,-1 1-1 0 0,1 0 1 0 0,1 0-1 0 0,0 0 0 0 0,0 0 1 0 0,1 1-1 0 0,-7 18 1 0 0,9-19-216 0 0,0 0 1 0 0,0 0 0 0 0,1 0-1 0 0,0 0 1 0 0,1 0-1 0 0,0 0 1 0 0,1 1-1 0 0,0-1 1 0 0,0 0-1 0 0,3 13 1 0 0,-1-17-125 0 0,0 0-1 0 0,1-1 1 0 0,0 1 0 0 0,0-1-1 0 0,0 0 1 0 0,0 0 0 0 0,1 0 0 0 0,0-1-1 0 0,0 1 1 0 0,0-1 0 0 0,1 0-1 0 0,0 0 1 0 0,-1 0 0 0 0,1-1-1 0 0,0 0 1 0 0,1 0 0 0 0,-1 0-1 0 0,1 0 1 0 0,-1-1 0 0 0,9 3-1 0 0,-5-2 213 0 0,-1 0 0 0 0,1-1 0 0 0,-1 0 0 0 0,1-1 0 0 0,0 1 0 0 0,0-2 0 0 0,0 1-1 0 0,0-1 1 0 0,-1 0 0 0 0,1-1 0 0 0,0 0 0 0 0,0-1 0 0 0,12-3 0 0 0,-18 4-28 0 0,-1 0 0 0 0,1 0 0 0 0,-1 0 0 0 0,1-1 0 0 0,-1 1 0 0 0,0-1 0 0 0,0 0 1 0 0,0 1-1 0 0,3-4 0 0 0,-4 5-13 0 0,-1-1 1 0 0,1 0-1 0 0,-1 0 1 0 0,1 0 0 0 0,-1 0-1 0 0,1 0 1 0 0,-1 0-1 0 0,0 0 1 0 0,1 0-1 0 0,-1 0 1 0 0,0 0-1 0 0,0 0 1 0 0,1 0 0 0 0,-1 0-1 0 0,0 0 1 0 0,0 0-1 0 0,-1-1 1 0 0,0-2-139 0 0,0 0 1 0 0,-1 0-1 0 0,0 0 0 0 0,0 0 1 0 0,0 0-1 0 0,0 0 1 0 0,0 1-1 0 0,-7-7 0 0 0,7 7 175 0 0,-1-1 0 0 0,0 1 0 0 0,1-1 1 0 0,-1 0-1 0 0,1 0 0 0 0,0 0 0 0 0,0 0 0 0 0,-2-8 0 0 0,4 8 50 0 0,0 1 0 0 0,1 0 0 0 0,-1-1 0 0 0,1 1 0 0 0,0 0 0 0 0,0-1 0 0 0,0 1 0 0 0,0 0 0 0 0,1 0 0 0 0,-1 0 0 0 0,1 0 0 0 0,0 0 0 0 0,-1 0 0 0 0,1 0 0 0 0,1 1 0 0 0,-1-1 0 0 0,0 1 0 0 0,1-1 0 0 0,-1 1 0 0 0,5-2 0 0 0,4-5 336 0 0,1 0 0 0 0,0 2 0 0 0,17-10 0 0 0,-24 14-57 0 0,0 1 1 0 0,1-1-1 0 0,-1 1 0 0 0,0 0 0 0 0,1 1 0 0 0,-1-1 0 0 0,1 1 0 0 0,9-1 0 0 0,-13 2-239 0 0,0 1 0 0 0,0-1 0 0 0,0 1 0 0 0,0-1-1 0 0,0 1 1 0 0,0-1 0 0 0,0 1 0 0 0,0 0 0 0 0,0 0 0 0 0,0 0 0 0 0,0 0-1 0 0,0 1 1 0 0,-1-1 0 0 0,1 0 0 0 0,-1 1 0 0 0,1-1 0 0 0,-1 1 0 0 0,1-1-1 0 0,-1 1 1 0 0,0 0 0 0 0,0 0 0 0 0,0-1 0 0 0,0 1 0 0 0,0 0-1 0 0,0 0 1 0 0,1 2 0 0 0,3 12 253 0 0,0 1 0 0 0,-1-1-1 0 0,-1 0 1 0 0,0 1 0 0 0,-1 0-1 0 0,0 30 1 0 0,0 2-1739 0 0,4-1-3426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6.3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299 158 920 0 0,'6'-13'906'0'0,"0"0"1"0"0,-1 0-1 0 0,-1 0 0 0 0,4-21 0 0 0,-7 30-537 0 0,-1 0-1 0 0,1 0 1 0 0,-1 0 0 0 0,0 0 0 0 0,0-1-1 0 0,-1 1 1 0 0,1 0 0 0 0,-1 0-1 0 0,-1-4 1 0 0,1 6-165 0 0,1 0 1 0 0,-1 1-1 0 0,0-1 1 0 0,0 1-1 0 0,0-1 0 0 0,0 1 1 0 0,0 0-1 0 0,0-1 1 0 0,0 1-1 0 0,0 0 0 0 0,-1-1 1 0 0,1 1-1 0 0,0 0 1 0 0,-1 0-1 0 0,1 0 0 0 0,-1 0 1 0 0,1 1-1 0 0,-1-1 1 0 0,1 0-1 0 0,-1 1 1 0 0,-3-2-1 0 0,2 2-57 0 0,-1 0 1 0 0,1 0 0 0 0,0 0-1 0 0,-1 1 1 0 0,1-1-1 0 0,-1 1 1 0 0,1 0 0 0 0,0 0-1 0 0,0 0 1 0 0,-1 0-1 0 0,1 0 1 0 0,0 1 0 0 0,0-1-1 0 0,0 1 1 0 0,1 0-1 0 0,-1 0 1 0 0,0 0-1 0 0,-3 4 1 0 0,-6 5 69 0 0,0 1-1 0 0,-13 16 1 0 0,2-1-175 0 0,2 1 1 0 0,1 2-1 0 0,2 0 1 0 0,1 0-1 0 0,1 2 1 0 0,1 0-1 0 0,2 1 0 0 0,2 0 1 0 0,1 1-1 0 0,-9 48 1 0 0,19-72-65 0 0,-1 0 0 0 0,2 1 0 0 0,-1-1 0 0 0,1 1 0 0 0,1-1 0 0 0,0 0 0 0 0,0 0 0 0 0,1 0 0 0 0,0 0 0 0 0,1 0 0 0 0,0-1 0 0 0,0 1 0 0 0,1-1 1 0 0,0 0-1 0 0,1 0 0 0 0,0-1 0 0 0,1 0 0 0 0,-1 0 0 0 0,1 0 0 0 0,1-1 0 0 0,0 0 0 0 0,0-1 0 0 0,0 1 0 0 0,1-1 0 0 0,-1-1 0 0 0,2 0 0 0 0,-1 0 0 0 0,0-1 0 0 0,1 0 0 0 0,0-1 0 0 0,0 0 1 0 0,0 0-1 0 0,0-1 0 0 0,0 0 0 0 0,1-1 0 0 0,-1 0 0 0 0,0-1 0 0 0,1 0 0 0 0,-1-1 0 0 0,0 0 0 0 0,1 0 0 0 0,-1-1 0 0 0,16-5 0 0 0,-22 6 20 0 0,-1-1-1 0 0,0 1 1 0 0,1 0 0 0 0,-1-1-1 0 0,0 0 1 0 0,0 0-1 0 0,-1 0 1 0 0,1 0 0 0 0,0 0-1 0 0,0-1 1 0 0,-1 1 0 0 0,0-1-1 0 0,1 1 1 0 0,-1-1-1 0 0,0 0 1 0 0,0 0 0 0 0,-1 0-1 0 0,1 0 1 0 0,-1-1-1 0 0,1 1 1 0 0,-1 0 0 0 0,1-6-1 0 0,0-4 161 0 0,0 0-1 0 0,-1 0 1 0 0,-1-1-1 0 0,-2-23 1 0 0,1 25-94 0 0,0 0 1 0 0,1 0-1 0 0,0 1 1 0 0,1-1-1 0 0,0 0 1 0 0,4-15-1 0 0,0 15-44 0 0,0 0-1 0 0,0 1 0 0 0,2 0 0 0 0,-1 0 0 0 0,1 0 0 0 0,1 1 0 0 0,0 0 0 0 0,17-16 0 0 0,-20 22 9 0 0,0 0 0 0 0,0-1 0 0 0,1 2 0 0 0,0-1-1 0 0,-1 1 1 0 0,1 0 0 0 0,0 0 0 0 0,9-3 0 0 0,-11 5 15 0 0,-1 1 1 0 0,1-1 0 0 0,-1 0 0 0 0,1 1 0 0 0,0 0-1 0 0,-1 0 1 0 0,1 0 0 0 0,0 0 0 0 0,-1 1 0 0 0,1-1 0 0 0,0 1-1 0 0,-1 0 1 0 0,1 0 0 0 0,-1 0 0 0 0,0 1 0 0 0,4 1-1 0 0,-2 0 32 0 0,-1 0 0 0 0,1 0 0 0 0,-1 1 0 0 0,0 0 0 0 0,0 0-1 0 0,-1 0 1 0 0,1 0 0 0 0,-1 0 0 0 0,0 1 0 0 0,0 0-1 0 0,0-1 1 0 0,-1 1 0 0 0,1 0 0 0 0,-1 1 0 0 0,0-1 0 0 0,-1 0-1 0 0,1 0 1 0 0,-1 1 0 0 0,0-1 0 0 0,-1 1 0 0 0,1 9 0 0 0,-1 7 125 0 0,0 0 0 0 0,-2 0 0 0 0,0 0 0 0 0,-6 22 1 0 0,-14 39 226 0 0,14-59-858 0 0,1 0-1 0 0,2 1 0 0 0,-4 30 1 0 0,9-53 146 0 0,0 0-1 0 0,0 0 1 0 0,0 0 0 0 0,0 0 0 0 0,0-1 0 0 0,0 1 0 0 0,1 0-1 0 0,-1 0 1 0 0,0 0 0 0 0,1-1 0 0 0,0 1 0 0 0,-1 0 0 0 0,1 0 0 0 0,0-1-1 0 0,0 1 1 0 0,0-1 0 0 0,0 1 0 0 0,0-1 0 0 0,0 1 0 0 0,1-1-1 0 0,0 2 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6.7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247 39 6913 0 0,'2'-1'105'0'0,"-1"0"0"0"0,0 0 0 0 0,0 0 0 0 0,0 0 0 0 0,-1-1 0 0 0,1 1 0 0 0,0 0 0 0 0,0-1 0 0 0,-1 1 0 0 0,1 0 0 0 0,0-1 0 0 0,-1 1 0 0 0,1-3 0 0 0,-1 4 44 0 0,0-1 0 0 0,0 1 1 0 0,0-1-1 0 0,0 0 1 0 0,0 1-1 0 0,0-1 1 0 0,0 1-1 0 0,-1-1 1 0 0,1 1-1 0 0,0-1 1 0 0,0 0-1 0 0,0 1 1 0 0,-1-1-1 0 0,1 1 1 0 0,0-1-1 0 0,-1 1 1 0 0,1-1-1 0 0,-1 1 1 0 0,1 0-1 0 0,0-1 1 0 0,-1 1-1 0 0,1-1 1 0 0,-1 1-1 0 0,-1-1 132 0 0,0 0 0 0 0,0 0-1 0 0,0 0 1 0 0,0 1 0 0 0,0-1-1 0 0,0 1 1 0 0,0-1 0 0 0,0 1 0 0 0,0 0-1 0 0,0 0 1 0 0,0 0 0 0 0,0 0-1 0 0,0 0 1 0 0,-1 0 0 0 0,1 0 0 0 0,-2 2-1 0 0,-5 1-141 0 0,1 0 0 0 0,0 1-1 0 0,0 0 1 0 0,1 0 0 0 0,-1 1 0 0 0,1 0-1 0 0,0 0 1 0 0,0 1 0 0 0,0 0 0 0 0,1 0-1 0 0,0 1 1 0 0,-7 9 0 0 0,-8 14 676 0 0,-29 50-1 0 0,45-72-801 0 0,1 1-33 0 0,-25 47-493 0 0,28-54 485 0 0,0 0 1 0 0,0 1-1 0 0,1 0 0 0 0,-1-1 0 0 0,0 1 1 0 0,1-1-1 0 0,-1 1 0 0 0,1 0 0 0 0,0-1 1 0 0,0 1-1 0 0,0 0 0 0 0,0-1 0 0 0,1 1 1 0 0,-1-1-1 0 0,1 1 0 0 0,-1 0 0 0 0,1-1 1 0 0,0 1-1 0 0,2 3 0 0 0,-2-5 0 0 0,-1 0 0 0 0,1 0 0 0 0,0 0 0 0 0,0 0 0 0 0,0 0 0 0 0,0 0 0 0 0,0-1 0 0 0,0 1 0 0 0,0 0-1 0 0,0 0 1 0 0,1-1 0 0 0,-1 1 0 0 0,0-1 0 0 0,0 1 0 0 0,1-1 0 0 0,-1 0 0 0 0,0 1 0 0 0,0-1 0 0 0,1 0 0 0 0,-1 0 0 0 0,0 0 0 0 0,3 0 0 0 0,0 0-108 0 0,-1-1 1 0 0,1 0 0 0 0,-1 0 0 0 0,1 0 0 0 0,-1 0-1 0 0,1 0 1 0 0,-1-1 0 0 0,4-2 0 0 0,4-3-292 0 0,-1 0 1 0 0,1-1-1 0 0,15-15 0 0 0,-5-1 173 0 0,28-39 0 0 0,-30 37 149 0 0,33-34 1 0 0,-52 59 200 0 0,1 0 1 0 0,0 0 0 0 0,0 0-1 0 0,0 0 1 0 0,0 0-1 0 0,0 0 1 0 0,0 1 0 0 0,0-1-1 0 0,0 0 1 0 0,0 1-1 0 0,0-1 1 0 0,0 1 0 0 0,1-1-1 0 0,-1 1 1 0 0,0 0-1 0 0,0-1 1 0 0,1 1 0 0 0,-1 0-1 0 0,0 0 1 0 0,0 0-1 0 0,1 0 1 0 0,-1 0 0 0 0,0 0-1 0 0,0 0 1 0 0,1 0-1 0 0,-1 1 1 0 0,0-1 0 0 0,0 0-1 0 0,1 1 1 0 0,-1-1-1 0 0,0 1 1 0 0,0-1 0 0 0,0 1-1 0 0,0 0 1 0 0,0-1-1 0 0,0 1 1 0 0,0 0 0 0 0,0 0-1 0 0,0 0 1 0 0,0 0-1 0 0,0 0 1 0 0,-1 0 0 0 0,1 0-1 0 0,0 0 1 0 0,-1 0-1 0 0,1 0 1 0 0,0 0 0 0 0,0 2-1 0 0,4 8 233 0 0,0 0 0 0 0,0 0-1 0 0,6 22 1 0 0,-10-28-325 0 0,11 44 352 0 0,-7-23-212 0 0,13 35 0 0 0,-16-55-205 0 0,0 0 0 0 0,0-1 1 0 0,1 0-1 0 0,0 1 0 0 0,0-1 0 0 0,0 0 0 0 0,1 0 0 0 0,0-1 0 0 0,0 1 0 0 0,0-1 0 0 0,9 7 0 0 0,-11-9-153 0 0,1-1-1 0 0,0 1 1 0 0,0-1 0 0 0,1 1-1 0 0,-1-1 1 0 0,0 0 0 0 0,0-1-1 0 0,1 1 1 0 0,-1 0 0 0 0,0-1-1 0 0,1 0 1 0 0,-1 0-1 0 0,0 0 1 0 0,1 0 0 0 0,-1 0-1 0 0,0-1 1 0 0,1 0 0 0 0,3-1-1 0 0,13-5-1144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6.9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25 2761 0 0,'-1'-25'9555'0'0,"-2"42"-6827"0"0,-2 17-1051 0 0,11 130 3073 0 0,30 83-3364 0 0,-16-123-1158 0 0,-13-83-219 0 0,1 1-1 0 0,2-2 1 0 0,17 44 0 0 0,-16-58-1518 0 0,17 31 0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7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62 172 9618 0 0,'-8'-5'420'0'0,"-1"1"0"0"0,0-2 0 0 0,-12-9 0 0 0,6-2 2646 0 0,15 16-2972 0 0,0 0-1 0 0,0 0 0 0 0,0 0 0 0 0,0 0 0 0 0,0 0 1 0 0,0 0-1 0 0,1 0 0 0 0,-1 1 0 0 0,0-1 0 0 0,0 0 0 0 0,1 0 1 0 0,-1 0-1 0 0,0 0 0 0 0,1 1 0 0 0,-1-1 0 0 0,1 0 1 0 0,-1 0-1 0 0,1 1 0 0 0,-1-1 0 0 0,1 0 0 0 0,-1 1 0 0 0,1-1 1 0 0,0 0-1 0 0,-1 1 0 0 0,1-1 0 0 0,0 1 0 0 0,0-1 1 0 0,-1 1-1 0 0,1 0 0 0 0,0-1 0 0 0,1 1 0 0 0,31-17 513 0 0,-27 15-450 0 0,152-69-2341 0 0,-128 60-3624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7.4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38 246 5817 0 0,'-5'8'260'0'0,"0"0"0"0"0,1 0 0 0 0,0 1 0 0 0,0 0 1 0 0,1-1-1 0 0,0 1 0 0 0,0 0 0 0 0,1 1 0 0 0,0-1 0 0 0,1 0 0 0 0,0 1 0 0 0,1-1 0 0 0,0 1 0 0 0,2 17 0 0 0,-2-26-175 0 0,0 0 0 0 0,0 0 0 0 0,0-1 0 0 0,0 1 0 0 0,0 0 0 0 0,1 0 0 0 0,-1 0 0 0 0,0 0 0 0 0,1-1 0 0 0,-1 1 0 0 0,0 0 0 0 0,1 0 0 0 0,-1-1 0 0 0,1 1 1 0 0,-1 0-1 0 0,1-1 0 0 0,-1 1 0 0 0,1 0 0 0 0,0-1 0 0 0,-1 1 0 0 0,1-1 0 0 0,0 1 0 0 0,-1-1 0 0 0,1 1 0 0 0,0-1 0 0 0,0 0 0 0 0,0 1 0 0 0,-1-1 0 0 0,1 0 0 0 0,0 0 0 0 0,1 1 0 0 0,0-2 72 0 0,1 1 1 0 0,-1 0-1 0 0,1-1 1 0 0,-1 1-1 0 0,0-1 0 0 0,1 0 1 0 0,-1 1-1 0 0,0-1 1 0 0,0 0-1 0 0,1-1 0 0 0,1 0 1 0 0,7-6 344 0 0,0 0 0 0 0,-1 0 1 0 0,10-11-1 0 0,-9 7-458 0 0,-1 0 0 0 0,0-1 0 0 0,-1 0 0 0 0,-1-1 0 0 0,0 0-1 0 0,0 0 1 0 0,-2-1 0 0 0,0 0 0 0 0,7-23 0 0 0,-7 13-161 0 0,-1 0-1 0 0,-1 0 0 0 0,-1 0 0 0 0,-1 0 1 0 0,-1-33-1 0 0,-1 57 143 0 0,0 0 0 0 0,0 0 0 0 0,0-1 0 0 0,0 1-1 0 0,0 0 1 0 0,0 0 0 0 0,-1 0 0 0 0,1 0 0 0 0,0 0 0 0 0,0 0-1 0 0,-1 0 1 0 0,1 0 0 0 0,-1 0 0 0 0,1 0 0 0 0,-1 0 0 0 0,1 0 0 0 0,-1 0-1 0 0,1 1 1 0 0,-2-3 0 0 0,1 3 11 0 0,0 0-1 0 0,1 0 1 0 0,-1 0 0 0 0,1 0 0 0 0,-1 0-1 0 0,0 0 1 0 0,1 0 0 0 0,-1 0-1 0 0,1 0 1 0 0,-1 0 0 0 0,0 1-1 0 0,1-1 1 0 0,-1 0 0 0 0,1 0-1 0 0,-1 0 1 0 0,1 1 0 0 0,-1-1 0 0 0,1 0-1 0 0,-1 1 1 0 0,1-1 0 0 0,-1 0-1 0 0,1 1 1 0 0,-1-1 0 0 0,1 1-1 0 0,-5 4 195 0 0,1-1 1 0 0,1 1-1 0 0,-1 0 0 0 0,1 0 0 0 0,-4 7 0 0 0,1 0-71 0 0,1 0 1 0 0,0 1-1 0 0,1-1 0 0 0,1 1 1 0 0,0 0-1 0 0,0 0 0 0 0,1 0 1 0 0,1 0-1 0 0,0 0 1 0 0,1 0-1 0 0,1 0 0 0 0,0 0 1 0 0,3 16-1 0 0,-2-18-62 0 0,2 0 0 0 0,-1-1 0 0 0,1 1-1 0 0,1-1 1 0 0,0 1 0 0 0,0-1 0 0 0,1-1 0 0 0,1 1 0 0 0,-1-1 0 0 0,1 0 0 0 0,1-1-1 0 0,0 1 1 0 0,0-1 0 0 0,1-1 0 0 0,14 10 0 0 0,-6-6-36 0 0,0-1 0 0 0,1-1 1 0 0,1 0-1 0 0,-1-2 0 0 0,2 0 0 0 0,-1-1 0 0 0,0-1 1 0 0,35 5-1 0 0,-19-7-161 0 0,1 0 1 0 0,-1-3-1 0 0,1-1 1 0 0,38-5-1 0 0,-26-2-409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8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315 3 8754 0 0,'-7'-1'324'0'0,"1"0"-1"0"0,0 1 1 0 0,0 0 0 0 0,-1 0-1 0 0,1 0 1 0 0,0 0 0 0 0,0 1-1 0 0,-1 0 1 0 0,1 1 0 0 0,0-1-1 0 0,0 1 1 0 0,0 1 0 0 0,-8 3 0 0 0,10-4-192 0 0,0 0 0 0 0,0 0 0 0 0,0 1 0 0 0,0-1 1 0 0,1 1-1 0 0,-1 0 0 0 0,1 0 0 0 0,0 0 1 0 0,-1 0-1 0 0,2 1 0 0 0,-1-1 0 0 0,0 1 0 0 0,1 0 1 0 0,-1-1-1 0 0,1 1 0 0 0,0 1 0 0 0,0-1 1 0 0,1 0-1 0 0,-2 5 0 0 0,2 1-27 0 0,1 0-1 0 0,0 0 0 0 0,0 0 1 0 0,1 0-1 0 0,0-1 1 0 0,1 1-1 0 0,0 0 1 0 0,4 10-1 0 0,31 75-158 0 0,-30-78 77 0 0,4 5-160 0 0,-2 1 0 0 0,0 0 0 0 0,9 43-1 0 0,-17-60 163 0 0,0 1 0 0 0,0-1 0 0 0,-1 1 0 0 0,1-1 0 0 0,-1 1 0 0 0,-1-1 0 0 0,0 0 0 0 0,0 1 0 0 0,0-1 0 0 0,0 0 0 0 0,-1 1 0 0 0,0-1 0 0 0,-1 0 0 0 0,1 0 0 0 0,-1 0 0 0 0,0-1 0 0 0,-1 1 0 0 0,1-1 0 0 0,-7 8 0 0 0,0-3 253 0 0,0-1 0 0 0,0 1-1 0 0,-1-2 1 0 0,-1 0-1 0 0,1 0 1 0 0,-1-1 0 0 0,-1 0-1 0 0,-19 8 1 0 0,21-11-604 0 0,0-1 0 0 0,0 0 0 0 0,-1 0 0 0 0,1-1-1 0 0,0 0 1 0 0,-17 0 0 0 0,15-4-5236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8.8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111 22 6481 0 0,'0'-1'147'0'0,"0"1"-1"0"0,0-1 1 0 0,0 0-1 0 0,-1 0 0 0 0,1 0 1 0 0,0 0-1 0 0,0 0 0 0 0,-1 0 1 0 0,1 0-1 0 0,0 0 1 0 0,-1 1-1 0 0,1-1 0 0 0,-1 0 1 0 0,1 0-1 0 0,-1 1 1 0 0,1-1-1 0 0,-1 0 0 0 0,0 0 1 0 0,1 1-1 0 0,-1-1 0 0 0,0 1 1 0 0,0-1-1 0 0,1 1 1 0 0,-1-1-1 0 0,0 1 0 0 0,0-1 1 0 0,0 1-1 0 0,0 0 0 0 0,1-1 1 0 0,-1 1-1 0 0,0 0 1 0 0,0 0-1 0 0,0 0 0 0 0,0-1 1 0 0,0 1-1 0 0,0 0 1 0 0,0 0-1 0 0,0 1 0 0 0,0-1 1 0 0,0 0-1 0 0,0 0 0 0 0,1 0 1 0 0,-2 1-1 0 0,-1-1 211 0 0,0 1-1 0 0,1-1 0 0 0,-1 1 0 0 0,1 0 1 0 0,0 0-1 0 0,-1 0 0 0 0,1 0 0 0 0,-1 1 1 0 0,1-1-1 0 0,0 0 0 0 0,0 1 1 0 0,0 0-1 0 0,0-1 0 0 0,0 1 0 0 0,-2 3 1 0 0,-3 7-39 0 0,1 0 0 0 0,1 1 0 0 0,0-1 0 0 0,1 1 1 0 0,0 0-1 0 0,1 0 0 0 0,0 1 0 0 0,1-1 0 0 0,-1 25 1 0 0,3-36-311 0 0,0 0 0 0 0,0 0 0 0 0,0 0 0 0 0,0 1 0 0 0,0-1 0 0 0,1 0 0 0 0,-1 0 0 0 0,1 0 0 0 0,-1 0 0 0 0,1 0 0 0 0,0 0 0 0 0,0-1 0 0 0,0 1 0 0 0,0 0 0 0 0,0 0 0 0 0,0 0 0 0 0,0-1 0 0 0,0 1 0 0 0,1-1 0 0 0,-1 1 0 0 0,1-1 0 0 0,-1 1 0 0 0,1-1 0 0 0,0 0 0 0 0,-1 0 0 0 0,1 0 0 0 0,0 0 0 0 0,0 0 0 0 0,0 0 0 0 0,0 0 0 0 0,0-1 0 0 0,0 1 0 0 0,0 0 0 0 0,0-1 0 0 0,0 0 0 0 0,0 0 0 0 0,0 1 0 0 0,4-2 0 0 0,1 1-37 0 0,-1-2 0 0 0,1 1 0 0 0,-1-1 0 0 0,1 0-1 0 0,-1 0 1 0 0,1-1 0 0 0,-1 1 0 0 0,0-2 0 0 0,0 1 0 0 0,9-7 0 0 0,-3 0-38 0 0,0 0 1 0 0,-1 0-1 0 0,0-1 1 0 0,10-14-1 0 0,-18 22 81 0 0,-1 0 0 0 0,1 0 0 0 0,-1 0-1 0 0,0 0 1 0 0,0 0 0 0 0,0-1 0 0 0,-1 1-1 0 0,1 0 1 0 0,-1-1 0 0 0,0 0 0 0 0,0 1-1 0 0,0-1 1 0 0,0 0 0 0 0,-1 1 0 0 0,1-1-1 0 0,-1 0 1 0 0,0 0 0 0 0,0 0 0 0 0,-1 1-1 0 0,1-1 1 0 0,-1 0 0 0 0,-1-4 0 0 0,2 7 12 0 0,0 0 1 0 0,0 0-1 0 0,-1 1 0 0 0,1-1 1 0 0,-1 0-1 0 0,1 0 1 0 0,-1 0-1 0 0,1 0 1 0 0,-1 0-1 0 0,1 1 1 0 0,-1-1-1 0 0,0 0 1 0 0,1 0-1 0 0,-1 1 0 0 0,0-1 1 0 0,0 1-1 0 0,1-1 1 0 0,-1 0-1 0 0,0 1 1 0 0,0 0-1 0 0,0-1 1 0 0,0 1-1 0 0,0-1 0 0 0,0 1 1 0 0,0 0-1 0 0,-1 0 1 0 0,0 0-7 0 0,1 0 1 0 0,0 1 0 0 0,-1-1-1 0 0,1 1 1 0 0,0-1 0 0 0,-1 1-1 0 0,1 0 1 0 0,0 0 0 0 0,0-1-1 0 0,-1 1 1 0 0,1 0 0 0 0,0 0-1 0 0,0 0 1 0 0,0 0-1 0 0,-1 2 1 0 0,-4 5-12 0 0,1-1 0 0 0,0 1-1 0 0,0 0 1 0 0,-3 11 0 0 0,6-14-78 0 0,0 0 0 0 0,0 0-1 0 0,1 0 1 0 0,0 0 0 0 0,0 0 0 0 0,0 1 0 0 0,0 9 0 0 0,1-12-317 0 0,1 0 0 0 0,-1 1 0 0 0,1-1 0 0 0,0 0 1 0 0,-1 0-1 0 0,1 0 0 0 0,0 0 0 0 0,1 0 0 0 0,1 3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09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30 4145 0 0,'-1'-1'270'0'0,"-1"-1"0"0"0,1 1 0 0 0,0-1 1 0 0,-1 1-1 0 0,1 0 0 0 0,-1-1 0 0 0,1 1 0 0 0,-1 0 1 0 0,0 0-1 0 0,1 0 0 0 0,-1 1 0 0 0,0-1 0 0 0,0 0 1 0 0,0 1-1 0 0,0-1 0 0 0,1 1 0 0 0,-1-1 0 0 0,0 1 0 0 0,0 0 1 0 0,0 0-1 0 0,-4 0 0 0 0,5 1-107 0 0,-1 0-1 0 0,1-1 1 0 0,0 1 0 0 0,0 0-1 0 0,0 0 1 0 0,-1 1 0 0 0,1-1 0 0 0,0 0-1 0 0,0 0 1 0 0,1 0 0 0 0,-1 1-1 0 0,0-1 1 0 0,0 0 0 0 0,1 1-1 0 0,-1-1 1 0 0,1 1 0 0 0,-1-1 0 0 0,1 1-1 0 0,-1-1 1 0 0,1 1 0 0 0,0-1-1 0 0,0 1 1 0 0,0-1 0 0 0,0 1-1 0 0,0 0 1 0 0,0 2 0 0 0,0-3-163 0 0,0 0-1 0 0,0 0 1 0 0,0-1 0 0 0,1 1 0 0 0,-1 0 0 0 0,0 0-1 0 0,0 0 1 0 0,0-1 0 0 0,0 1 0 0 0,1 0 0 0 0,-1 0-1 0 0,0-1 1 0 0,1 1 0 0 0,-1 0 0 0 0,1-1-1 0 0,-1 1 1 0 0,1 1 0 0 0,0-2 66 0 0,-1 0 0 0 0,0 0 0 0 0,1 0 1 0 0,-1 0-1 0 0,1 1 0 0 0,-1-1 0 0 0,0 0 0 0 0,1 0 0 0 0,-1 0 0 0 0,0 0 0 0 0,1 0 1 0 0,-1 0-1 0 0,1 0 0 0 0,-1 0 0 0 0,0 0 0 0 0,1 0 0 0 0,-1 0 0 0 0,1-1 0 0 0,-1 1 1 0 0,0 0-1 0 0,1 0 0 0 0,-1 0 0 0 0,0 0 0 0 0,1-1 0 0 0,-1 1 0 0 0,0 0 0 0 0,1 0 1 0 0,-1 0-1 0 0,0-1 0 0 0,0 1 0 0 0,1 0 0 0 0,-1-1 0 0 0,1 1 0 0 0,-14-40 1349 0 0,12 39-1435 0 0,-8-14 506 0 0,9 15-540 0 0,-1-1-1 0 0,1 1 0 0 0,0 0 0 0 0,0-1 1 0 0,0 1-1 0 0,-1 0 0 0 0,1-1 0 0 0,0 1 1 0 0,0 0-1 0 0,-1 0 0 0 0,1-1 0 0 0,0 1 1 0 0,0 0-1 0 0,-1 0 0 0 0,1 0 0 0 0,0 0 1 0 0,-1-1-1 0 0,1 1 0 0 0,0 0 0 0 0,-1 0 1 0 0,1 0-1 0 0,0 0 0 0 0,-1 0 0 0 0,1 0 1 0 0,-1 0-1 0 0,1 0 0 0 0,0 0 0 0 0,-1 0 1 0 0,1 0-1 0 0,0 0 0 0 0,-1 0 0 0 0,1 0 1 0 0,0 0-1 0 0,-1 0 0 0 0,1 0 0 0 0,0 1 1 0 0,-1-1-1 0 0,1 0 0 0 0,0 0 0 0 0,-1 0 1 0 0,1 0-1 0 0,0 1 0 0 0,0-1 0 0 0,-1 0 1 0 0,1 0-1 0 0,0 1 0 0 0,-1-1 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0.1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22 920 0 0,'0'-1'104'0'0,"0"0"0"0"0,0 0 0 0 0,-1 0-1 0 0,1 0 1 0 0,0 0 0 0 0,-1 0 0 0 0,1 0-1 0 0,0 0 1 0 0,-1 0 0 0 0,1 0 0 0 0,-1 0 0 0 0,1 0-1 0 0,-1 0 1 0 0,0 0 0 0 0,0 0 0 0 0,1 0-1 0 0,-2-1 1 0 0,1 3 87 0 0,1-1 1 0 0,-1 0-1 0 0,0 2 383 0 0,1-2-383 0 0,-1 0 0 0 0,1 1 0 0 0,0-1 0 0 0,-1 1 1 0 0,1-1-1 0 0,0 1 0 0 0,-1 0 0 0 0,1-1 1 0 0,0 1-1 0 0,0-1 0 0 0,0 1 0 0 0,-1-1 0 0 0,1 1 1 0 0,0 0-1 0 0,0 0 0 0 0,-7 47 6854 0 0,7-45-6931 0 0,0 5 12 0 0,0 0 1 0 0,0 0-1 0 0,1 0 1 0 0,0 0 0 0 0,1 0-1 0 0,0 0 1 0 0,0 0-1 0 0,1 0 1 0 0,-1-1 0 0 0,2 1-1 0 0,-1-1 1 0 0,1 0-1 0 0,0 0 1 0 0,1 0 0 0 0,0 0-1 0 0,0-1 1 0 0,0 0-1 0 0,0 0 1 0 0,1 0 0 0 0,0-1-1 0 0,1 0 1 0 0,-1 0-1 0 0,1 0 1 0 0,0-1 0 0 0,0 0-1 0 0,8 3 1 0 0,-13-6-76 0 0,0-1 1 0 0,-1 1-1 0 0,1-1 1 0 0,0 1-1 0 0,0-1 1 0 0,0 0-1 0 0,0 0 1 0 0,0 0 0 0 0,0 0-1 0 0,0 0 1 0 0,0 0-1 0 0,0-1 1 0 0,0 1-1 0 0,0-1 1 0 0,0 1-1 0 0,0-1 1 0 0,0 0-1 0 0,-1 0 1 0 0,1 1-1 0 0,2-3 1 0 0,0 0-9 0 0,-1 0 0 0 0,1 0 0 0 0,-1 0-1 0 0,0 0 1 0 0,1-1 0 0 0,-2 0 0 0 0,1 1 0 0 0,3-7 0 0 0,3-7 124 0 0,-1-1 1 0 0,-1 0-1 0 0,6-22 1 0 0,-11 36-79 0 0,-1-1-79 0 0,0 0-1 0 0,0 0 1 0 0,0 0-1 0 0,0 0 1 0 0,-1-1 0 0 0,1 1-1 0 0,-2 0 1 0 0,1 0-1 0 0,0-1 1 0 0,-1 1 0 0 0,0 0-1 0 0,0 0 1 0 0,-1 0 0 0 0,1 0-1 0 0,-1 0 1 0 0,0 0-1 0 0,0 1 1 0 0,-6-9 0 0 0,2 8 403 0 0,6 14 736 0 0,3 9-587 0 0,0-2-494 0 0,1-1-1 0 0,1 0 1 0 0,0 0 0 0 0,1 0-1 0 0,1-1 1 0 0,11 20 0 0 0,-15-29-188 0 0,0-1-1 0 0,1 1 1 0 0,-1 0 0 0 0,1-1 0 0 0,0 0 0 0 0,0 0 0 0 0,0 0 0 0 0,1 0 0 0 0,-1-1 0 0 0,1 1 0 0 0,0-1-1 0 0,0-1 1 0 0,0 1 0 0 0,0-1 0 0 0,1 1 0 0 0,-1-2 0 0 0,1 1 0 0 0,-1 0 0 0 0,12 0 0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0.5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 6913 0 0,'1'-1'257'0'0,"-1"0"0"0"0,1 1 0 0 0,-1-1-1 0 0,1 0 1 0 0,-1 0 0 0 0,1 0 0 0 0,0 0-1 0 0,-1 1 1 0 0,1-1 0 0 0,0 0 0 0 0,0 0-1 0 0,-1 1 1 0 0,1-1 0 0 0,0 1 0 0 0,0-1-1 0 0,0 1 1 0 0,0-1 0 0 0,0 1 0 0 0,0 0-1 0 0,0-1 1 0 0,0 1 0 0 0,0 0 0 0 0,0 0-1 0 0,0 0 1 0 0,1-1 0 0 0,29 0 4334 0 0,-26 2-4351 0 0,1 2 1 0 0,-1-1-1 0 0,0 1 1 0 0,0 0-1 0 0,0 0 1 0 0,0 0-1 0 0,-1 1 1 0 0,1 0-1 0 0,-1-1 1 0 0,6 8-1 0 0,1 1 135 0 0,-1 0-1 0 0,14 22 1 0 0,-20-23 92 0 0,-8-10-178 0 0,2-2-283 0 0,1 0 0 0 0,0 0 0 0 0,0 0 0 0 0,0 0 0 0 0,0 0 0 0 0,1 0 0 0 0,-1 0 0 0 0,0 0 0 0 0,0 0 0 0 0,0 0 0 0 0,1 0 0 0 0,-1-1 0 0 0,1 1 0 0 0,-1 0 0 0 0,1 0 0 0 0,0-1 0 0 0,-1-1 0 0 0,-2-29-1135 0 0,5 10-4126 0 0,2-1-1804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0.7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 52 456 0 0,'1'0'84'0'0,"-1"0"1"0"0,1 0-1 0 0,-1 0 0 0 0,1 0 1 0 0,-1 0-1 0 0,1 0 0 0 0,0 0 1 0 0,-1 0-1 0 0,1 0 1 0 0,-1 0-1 0 0,1 0 0 0 0,-1 0 1 0 0,1 0-1 0 0,-1-1 0 0 0,0 1 1 0 0,1 0-1 0 0,-1 0 0 0 0,1 0 1 0 0,-1-1-1 0 0,1 1 0 0 0,-1 0 1 0 0,1-1-1 0 0,-1 1 0 0 0,0 0 1 0 0,1-1-1 0 0,-1 1 0 0 0,0-1 1 0 0,1 1-1 0 0,-1 0 0 0 0,0-1 1 0 0,1 0-1 0 0,-8-14 3249 0 0,5 12-2634 0 0,-1 0-1 0 0,1 0 1 0 0,-1 0-1 0 0,0 1 1 0 0,0-1-1 0 0,0 1 0 0 0,-7-4 1 0 0,7 5-338 0 0,-1 0 0 0 0,1 0 0 0 0,-1 0 0 0 0,1 1 0 0 0,-1-1 1 0 0,1 1-1 0 0,-1 0 0 0 0,1 0 0 0 0,-1 0 0 0 0,1 1 0 0 0,-1-1 0 0 0,1 1 0 0 0,-1 0 0 0 0,1 0 1 0 0,-1 0-1 0 0,1 0 0 0 0,0 1 0 0 0,-6 2 0 0 0,4 0-172 0 0,0-1 0 0 0,1 1-1 0 0,-1 0 1 0 0,1 0 0 0 0,0 0 0 0 0,0 1-1 0 0,0-1 1 0 0,1 1 0 0 0,-1 0 0 0 0,1 0 0 0 0,-2 5-1 0 0,2-4-181 0 0,1 0-1 0 0,-1 0 0 0 0,1 0 0 0 0,1 0 0 0 0,-1 1 1 0 0,1-1-1 0 0,0 0 0 0 0,0 1 0 0 0,1-1 1 0 0,0 8-1 0 0,1-10 9 0 0,-1 0 0 0 0,1 0 0 0 0,-1 0 0 0 0,1-1 0 0 0,0 1 0 0 0,1 0 0 0 0,-1-1 0 0 0,1 1 0 0 0,0-1 0 0 0,-1 1 0 0 0,1-1 0 0 0,1 0 0 0 0,-1 0 0 0 0,0 0 0 0 0,1 0 0 0 0,0 0 0 0 0,3 3 0 0 0,-3-4-64 0 0,-1-1 0 0 0,1 1 1 0 0,-1 0-1 0 0,1-1 1 0 0,0 0-1 0 0,-1 0 1 0 0,1 1-1 0 0,6 0 1 0 0,13-1-5646 0 0,-6-2-930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1.1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15 308 5065 0 0,'-4'29'10785'0'0,"5"-30"-10683"0"0,11-13 899 0 0,-2-1-625 0 0,-1 0 0 0 0,-1-1 0 0 0,0 0 0 0 0,-1-1 0 0 0,-1 1 1 0 0,8-34-1 0 0,-12 39-372 0 0,0-1 1 0 0,0 0-1 0 0,-1 0 1 0 0,-1 0-1 0 0,0 0 1 0 0,0 0-1 0 0,-2 0 1 0 0,1 0 0 0 0,-1 0-1 0 0,-1 0 1 0 0,-5-13-1 0 0,8 24 16 0 0,0 0 1 0 0,-1-1-1 0 0,1 1 0 0 0,-1 0 0 0 0,1 0 0 0 0,-1 0 1 0 0,0 0-1 0 0,1 0 0 0 0,-1 0 0 0 0,0 0 0 0 0,0 0 1 0 0,0 0-1 0 0,1 0 0 0 0,-1 0 0 0 0,0 0 0 0 0,-1 0 1 0 0,1 1-1 0 0,-1-2 0 0 0,1 2 5 0 0,0 0 0 0 0,0 0 0 0 0,0 0 0 0 0,1 0 0 0 0,-1 0 0 0 0,0 0 0 0 0,0 0 0 0 0,1 0 0 0 0,-1 1 0 0 0,0-1 1 0 0,0 0-1 0 0,1 0 0 0 0,-1 1 0 0 0,0-1 0 0 0,1 0 0 0 0,-1 1 0 0 0,0-1 0 0 0,1 1 0 0 0,-1-1 0 0 0,0 1 0 0 0,1-1 0 0 0,-1 2 0 0 0,-3 2 51 0 0,1 0-1 0 0,0 0 0 0 0,0 0 1 0 0,1 1-1 0 0,-1 0 0 0 0,1-1 1 0 0,-2 8-1 0 0,-1 5-17 0 0,0-1 1 0 0,2 1-1 0 0,0 0 0 0 0,1 0 0 0 0,0 1 0 0 0,1-1 0 0 0,2 0 1 0 0,-1 0-1 0 0,2 0 0 0 0,4 20 0 0 0,-4-28-151 0 0,0 1 0 0 0,1-1 0 0 0,0 0 0 0 0,1-1 1 0 0,-1 1-1 0 0,2-1 0 0 0,-1 1 0 0 0,1-1 0 0 0,1 0 0 0 0,-1-1 0 0 0,1 1 0 0 0,0-1 0 0 0,1-1 1 0 0,0 1-1 0 0,0-1 0 0 0,0 0 0 0 0,1-1 0 0 0,0 1 0 0 0,0-1 0 0 0,11 4 0 0 0,23 6-7052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2.3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35 9674 0 0,'-7'-15'2838'0'0,"-4"-5"4377"0"0,11 42-4587 0 0,34 156-2146 0 0,67 208-1 0 0,-84-342-1592 0 0,-11-29 5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2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0 163 2304 0 0,'2'-9'555'0'0,"-1"0"-1"0"0,2 0 0 0 0,-1 0 0 0 0,1 1 0 0 0,1-1 0 0 0,-1 1 0 0 0,1 0 0 0 0,1 0 1 0 0,0 0-1 0 0,0 0 0 0 0,0 1 0 0 0,1 0 0 0 0,0 0 0 0 0,0 0 0 0 0,1 1 0 0 0,0 0 1 0 0,12-9-1 0 0,-13 13-228 0 0,-1 0 0 0 0,1-1 0 0 0,0 2 1 0 0,-1-1-1 0 0,1 1 0 0 0,0 0 0 0 0,0 0 1 0 0,0 0-1 0 0,0 1 0 0 0,0 0 0 0 0,0 0 1 0 0,0 1-1 0 0,0-1 0 0 0,0 1 0 0 0,0 1 1 0 0,0-1-1 0 0,0 1 0 0 0,-1 0 0 0 0,10 5 1 0 0,-9-5-164 0 0,0 1 0 0 0,0 0 1 0 0,-1 1-1 0 0,1 0 1 0 0,-1 0-1 0 0,0 0 1 0 0,0 0-1 0 0,0 1 1 0 0,0-1-1 0 0,-1 1 1 0 0,0 1-1 0 0,0-1 1 0 0,0 0-1 0 0,-1 1 1 0 0,0 0-1 0 0,0 0 1 0 0,4 11-1 0 0,-5-7-157 0 0,-1 1 0 0 0,0 0 0 0 0,0-1 0 0 0,-1 1 0 0 0,-1 0 0 0 0,0 0 1 0 0,0-1-1 0 0,-1 1 0 0 0,0 0 0 0 0,-1-1 0 0 0,-5 12 0 0 0,-7 17-24 0 0,-31 55-1 0 0,37-76 18 0 0,-27 47-252 0 0,-78 107 0 0 0,111-168-1352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2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1 188 6913 0 0,'8'-4'3670'0'0,"-8"3"-3263"0"0,1 1 1 0 0,0 0 0 0 0,0 0 0 0 0,0 0-1 0 0,0 0 1 0 0,0-1 0 0 0,0 1-1 0 0,0 0 1 0 0,0 1 0 0 0,0-1-1 0 0,1 0 1 0 0,29 0 2234 0 0,-25 1-2418 0 0,1 1-1 0 0,-2-1 0 0 0,1 1 1 0 0,0 1-1 0 0,0-1 1 0 0,-1 1-1 0 0,1 0 0 0 0,-1 0 1 0 0,0 1-1 0 0,0-1 0 0 0,0 1 1 0 0,5 6-1 0 0,1 1-148 0 0,-1 0 1 0 0,-1 1-1 0 0,15 25 0 0 0,-30-47 428 0 0,1 1-1 0 0,0-1 1 0 0,-4-15 0 0 0,5 10-426 0 0,2-1 0 0 0,0 0 0 0 0,0 0 0 0 0,2 0 0 0 0,0 0 0 0 0,3-25-1 0 0,-1 30-500 0 0,0 0-1 0 0,1 0 0 0 0,0 0 0 0 0,0 0 0 0 0,11-20 0 0 0,-3 12-7262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3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206 168 4609 0 0,'-42'20'2490'0'0,"22"-12"-1279"0"0,1 1 0 0 0,0 1-1 0 0,0 0 1 0 0,-19 16 0 0 0,34-23-1020 0 0,0 0 0 0 0,0 0 1 0 0,1 1-1 0 0,-1 0 0 0 0,1 0 0 0 0,0 0 0 0 0,0 0 0 0 0,0 0 0 0 0,1 0 0 0 0,-1 1 0 0 0,1-1 0 0 0,0 1 0 0 0,0 0 0 0 0,1 0 0 0 0,-1-1 0 0 0,1 1 0 0 0,0 0 0 0 0,1 0 1 0 0,-1 0-1 0 0,1 0 0 0 0,0 1 0 0 0,1 7 0 0 0,-1-11-169 0 0,0 0 1 0 0,0 0-1 0 0,0 0 1 0 0,1 0-1 0 0,-1 0 1 0 0,1 0-1 0 0,-1 0 1 0 0,1 0-1 0 0,0 0 1 0 0,0 0-1 0 0,0-1 1 0 0,0 1-1 0 0,0 0 1 0 0,0-1-1 0 0,0 1 1 0 0,1-1-1 0 0,-1 1 1 0 0,1-1-1 0 0,1 2 1 0 0,-1-2-58 0 0,-1-1 0 0 0,1 1 0 0 0,0-1 0 0 0,-1 1 0 0 0,1-1 0 0 0,-1 0 0 0 0,1 0 0 0 0,0 0 0 0 0,-1 0 1 0 0,1 0-1 0 0,0 0 0 0 0,-1 0 0 0 0,1 0 0 0 0,-1-1 0 0 0,1 1 0 0 0,0-1 0 0 0,-1 1 0 0 0,3-2 0 0 0,4-2-203 0 0,1-1 1 0 0,-1 0-1 0 0,0-1 0 0 0,0 1 0 0 0,-1-2 0 0 0,9-8 0 0 0,6-9-175 0 0,-1-1 0 0 0,19-31 0 0 0,13-17 2140 0 0,-51 71-1599 0 0,0 0 1 0 0,0 0-1 0 0,-1 0 0 0 0,1 0 1 0 0,1 0-1 0 0,-1 0 1 0 0,0 0-1 0 0,0 0 1 0 0,1 1-1 0 0,-1 0 0 0 0,1-1 1 0 0,-1 1-1 0 0,1 0 1 0 0,-1 0-1 0 0,1 0 0 0 0,0 0 1 0 0,0 1-1 0 0,-1-1 1 0 0,1 1-1 0 0,0-1 1 0 0,4 1-1 0 0,-4 1-13 0 0,-1 0 0 0 0,1 0 0 0 0,-1 0 0 0 0,1 0 0 0 0,-1 0 0 0 0,1 1 0 0 0,-1-1 1 0 0,0 1-1 0 0,0-1 0 0 0,1 1 0 0 0,-1 0 0 0 0,0 0 0 0 0,-1 0 0 0 0,1 0 0 0 0,0 0 0 0 0,-1 0 0 0 0,1 0 0 0 0,-1 1 0 0 0,1-1 0 0 0,-1 1 0 0 0,0-1 1 0 0,1 4-1 0 0,10 31 571 0 0,10 22-261 0 0,-20-55-443 0 0,0 0 0 0 0,0 0 0 0 0,1 0 0 0 0,0-1 0 0 0,-1 1 0 0 0,1-1 0 0 0,0 1 0 0 0,1-1 0 0 0,-1 0 0 0 0,7 5 0 0 0,-7-7-177 0 0,-1 0 0 0 0,1 0-1 0 0,0-1 1 0 0,-1 1 0 0 0,1-1-1 0 0,-1 1 1 0 0,1-1 0 0 0,0 0-1 0 0,-1 0 1 0 0,1 0 0 0 0,0-1-1 0 0,-1 1 1 0 0,1-1 0 0 0,0 1-1 0 0,-1-1 1 0 0,1 0 0 0 0,-1 0-1 0 0,1 0 1 0 0,-1 0 0 0 0,0 0-1 0 0,1-1 1 0 0,-1 1 0 0 0,0-1 0 0 0,0 1-1 0 0,2-3 1 0 0,7-5-1276 0 0,0-1-1 0 0,0 0 1 0 0,10-13-1 0 0,-10 9 436 0 0,-1 0 0 0 0,-1 0-1 0 0,0-1 1 0 0,-1 0 0 0 0,12-33-1 0 0,9-39 949 0 0,-8 34 12773 0 0,-15 68-9820 0 0,2 19-2108 0 0,-2 2-809 0 0,1 0 0 0 0,1-1 0 0 0,26 66 0 0 0,-27-87-875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3.6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49 8754 0 0,'-8'-14'165'0'0,"1"-10"6514"0"0,7 24-6526 0 0,0 0 0 0 0,-1-1 1 0 0,1 1-1 0 0,0-1 0 0 0,0 1 0 0 0,5-8 3371 0 0,-5 8-3371 0 0,1-1 0 0 0,0 1-320 0 0,1 0 0 0 0,-1 0 0 0 0,1 0 0 0 0,-1 0 1 0 0,1 0-1 0 0,-1 1 0 0 0,0-1 0 0 0,1 0 0 0 0,-1 1 0 0 0,0-1 0 0 0,1 1 0 0 0,-1-1 1 0 0,0 1-1 0 0,2 1 0 0 0,11 5-1284 0 0,0 4-19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4.2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5065 0 0,'3'0'519'0'0,"0"1"1"0"0,-1 0-1 0 0,1 0 0 0 0,0 0 0 0 0,-1 1 1 0 0,1-1-1 0 0,-1 0 0 0 0,0 1 1 0 0,1 0-1 0 0,-1-1 0 0 0,0 1 0 0 0,0 0 1 0 0,3 4-1 0 0,25 32 3032 0 0,-22-24-3065 0 0,-1 0 0 0 0,-1 0 1 0 0,6 20-1 0 0,-9-22-395 0 0,1 0 0 0 0,1 0-1 0 0,0-1 1 0 0,1 1 0 0 0,12 18 0 0 0,4-91-3365 0 0,-19 52 3328 0 0,27-56 448 0 0,-28 60-287 0 0,1 0 0 0 0,0 0 0 0 0,1 1-1 0 0,-1-1 1 0 0,1 1 0 0 0,-1 0 0 0 0,1 0 0 0 0,1 0 0 0 0,-1 0-1 0 0,6-3 1 0 0,-8 6-80 0 0,0 0-1 0 0,0 1 0 0 0,-1-1 1 0 0,1 0-1 0 0,0 1 0 0 0,0 0 1 0 0,0-1-1 0 0,-1 1 0 0 0,1 0 1 0 0,0 0-1 0 0,0 0 0 0 0,0 0 1 0 0,0 0-1 0 0,0 1 1 0 0,0-1-1 0 0,-1 1 0 0 0,1-1 1 0 0,0 1-1 0 0,0-1 0 0 0,-1 1 1 0 0,1 0-1 0 0,0 0 0 0 0,2 2 1 0 0,3 2-380 0 0,0 0 1 0 0,0 1-1 0 0,10 11 1 0 0,-9-9-1408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4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5 8754 0 0,'-3'0'776'0'0,"1"-2"-616"0"0,1 2-160 0 0,1 2 0 0 0,-3-4 80 0 0,-5 0-80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0:14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1 282 12443 0 0,'626'-158'2863'0'0,"14"67"-5120"0"0,-228 63 757 0 0,-318 24 1553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2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214 495 920 0 0,'-6'7'190'0'0,"-1"-1"-1"0"0,0 1 0 0 0,0-1 1 0 0,-1-1-1 0 0,1 0 1 0 0,-1 0-1 0 0,-13 6 0 0 0,16-8-119 0 0,0-1 229 0 0,1 1 1 0 0,-1-1-1 0 0,0 0 1 0 0,0 0-1 0 0,0 0 1 0 0,0 0-1 0 0,0-1 1 0 0,0 0-1 0 0,0 0 1 0 0,0-1-1 0 0,-8 1 1 0 0,10-2-136 0 0,0 1 1 0 0,0-1-1 0 0,1 0 0 0 0,-1 0 1 0 0,0 0-1 0 0,1 0 1 0 0,-1-1-1 0 0,1 1 1 0 0,-1-1-1 0 0,1 1 0 0 0,0-1 1 0 0,-1 0-1 0 0,1 0 1 0 0,0 0-1 0 0,0 0 1 0 0,1 0-1 0 0,-1 0 1 0 0,0-1-1 0 0,1 1 0 0 0,-1-1 1 0 0,1 1-1 0 0,-2-4 1 0 0,0-3-117 0 0,-1 0 1 0 0,1 0-1 0 0,1 0 1 0 0,0 0-1 0 0,0-1 0 0 0,1 1 1 0 0,0-17-1 0 0,5-73 127 0 0,-1 60-20 0 0,-2 15-24 0 0,1 0 0 0 0,1 0 0 0 0,1 0 0 0 0,1 0 0 0 0,1 0 0 0 0,1 1 0 0 0,1 0 0 0 0,1 0 0 0 0,1 1 0 0 0,13-21 0 0 0,-22 42-96 0 0,-1 0 1 0 0,1 0-1 0 0,-1 0 1 0 0,1 0-1 0 0,0 0 1 0 0,-1 0 0 0 0,1 1-1 0 0,0-1 1 0 0,0 0-1 0 0,-1 0 1 0 0,1 1-1 0 0,0-1 1 0 0,0 1-1 0 0,0-1 1 0 0,0 1 0 0 0,0-1-1 0 0,0 1 1 0 0,0-1-1 0 0,0 1 1 0 0,0 0-1 0 0,0-1 1 0 0,0 1 0 0 0,0 0-1 0 0,0 0 1 0 0,0 0-1 0 0,1 0 1 0 0,0 1 17 0 0,-1-1-1 0 0,1 1 1 0 0,-1 0 0 0 0,1 0 0 0 0,-1-1-1 0 0,1 1 1 0 0,-1 1 0 0 0,0-1 0 0 0,0 0 0 0 0,1 0-1 0 0,-1 0 1 0 0,0 0 0 0 0,0 1 0 0 0,1 2 0 0 0,5 7 200 0 0,-1 1 0 0 0,-1-1 0 0 0,6 18 0 0 0,-9-22-167 0 0,4 12 76 0 0,-1 0 1 0 0,-1 1 0 0 0,3 34 0 0 0,-6-36-179 0 0,1 0 1 0 0,1 1-1 0 0,1-1 1 0 0,10 27-1 0 0,-11-38 0 0 0,0 0 1 0 0,0 0-1 0 0,1 0 1 0 0,0-1-1 0 0,0 0 1 0 0,1 0-1 0 0,0 0 1 0 0,0 0-1 0 0,0-1 1 0 0,1 0-1 0 0,9 7 1 0 0,-12-10-4 0 0,0 0-1 0 0,0-1 1 0 0,0 1-1 0 0,0-1 1 0 0,0 0 0 0 0,0 0-1 0 0,0 0 1 0 0,0 0-1 0 0,1-1 1 0 0,-1 1 0 0 0,0-1-1 0 0,1 0 1 0 0,-1 0 0 0 0,0 0-1 0 0,1 0 1 0 0,-1-1-1 0 0,0 1 1 0 0,0-1 0 0 0,1 0-1 0 0,-1 0 1 0 0,0 0-1 0 0,0 0 1 0 0,0 0 0 0 0,0-1-1 0 0,0 1 1 0 0,0-1 0 0 0,0 0-1 0 0,2-3 1 0 0,9-8-97 0 0,-1 0 1 0 0,-1-1-1 0 0,0-1 0 0 0,-1 0 1 0 0,0-1-1 0 0,15-33 1 0 0,0 5 58 0 0,-11 19 39 0 0,15-23 123 0 0,32-72-1 0 0,-61 119-93 0 0,-1 0 1 0 0,1-1-1 0 0,-1 1 0 0 0,0 0 1 0 0,1-1-1 0 0,0 1 0 0 0,-1 0 0 0 0,1 0 1 0 0,0 0-1 0 0,0-1 0 0 0,0 1 1 0 0,0 0-1 0 0,0 0 0 0 0,0 0 1 0 0,0 0-1 0 0,0 1 0 0 0,0-1 1 0 0,0 0-1 0 0,0 0 0 0 0,0 1 1 0 0,1-1-1 0 0,-1 0 0 0 0,0 1 0 0 0,1-1 1 0 0,-1 1-1 0 0,0 0 0 0 0,1 0 1 0 0,-1-1-1 0 0,1 1 0 0 0,-1 0 1 0 0,0 0-1 0 0,1 0 0 0 0,-1 0 1 0 0,1 0-1 0 0,-1 1 0 0 0,0-1 1 0 0,1 0-1 0 0,-1 1 0 0 0,0-1 0 0 0,1 1 1 0 0,1 0-1 0 0,0 1 22 0 0,0 0-1 0 0,1 1 1 0 0,-1-1 0 0 0,0 1-1 0 0,-1-1 1 0 0,1 1 0 0 0,0 0-1 0 0,-1 0 1 0 0,0 0 0 0 0,0 1-1 0 0,0-1 1 0 0,0 1 0 0 0,3 6-1 0 0,24 102-29 0 0,-25-89-3 0 0,1 0 1 0 0,1 0 0 0 0,1 0 0 0 0,1-1 0 0 0,1-1-1 0 0,18 34 1 0 0,-21-47 77 0 0,0-1 1 0 0,1 1-1 0 0,-1-1 0 0 0,2 0 0 0 0,-1-1 0 0 0,1 0 1 0 0,0 0-1 0 0,0-1 0 0 0,0 0 0 0 0,14 6 0 0 0,-20-11-103 0 0,0 1-1 0 0,0-1 0 0 0,0 0 0 0 0,0 0 0 0 0,0-1 1 0 0,0 1-1 0 0,0 0 0 0 0,0-1 0 0 0,0 1 1 0 0,0-1-1 0 0,0 0 0 0 0,0 1 0 0 0,0-1 0 0 0,0 0 1 0 0,-1 0-1 0 0,1 0 0 0 0,0 0 0 0 0,-1-1 1 0 0,1 1-1 0 0,2-3 0 0 0,31-34-180 0 0,-31 33 275 0 0,11-16 89 0 0,-1-1 0 0 0,22-45 0 0 0,-28 50-230 0 0,-1 1 0 0 0,2 1 0 0 0,0 0 0 0 0,1 0 0 0 0,0 0 0 0 0,1 1 0 0 0,1 1 0 0 0,19-18 0 0 0,-29 30 83 0 0,0-1 1 0 0,0 1-1 0 0,1 0 0 0 0,-1 1 0 0 0,0-1 1 0 0,1 0-1 0 0,-1 1 0 0 0,0-1 0 0 0,1 1 1 0 0,-1-1-1 0 0,1 1 0 0 0,-1 0 0 0 0,1 0 1 0 0,-1 1-1 0 0,0-1 0 0 0,1 0 0 0 0,-1 1 1 0 0,1-1-1 0 0,-1 1 0 0 0,0 0 0 0 0,1 0 0 0 0,-1 0 1 0 0,0 0-1 0 0,0 0 0 0 0,0 0 0 0 0,0 1 1 0 0,0-1-1 0 0,0 1 0 0 0,2 1 0 0 0,8 8 149 0 0,0-1 0 0 0,0 2 0 0 0,12 16 0 0 0,-14-16-209 0 0,38 51 119 0 0,-35-45-52 0 0,0-1 0 0 0,1 0 0 0 0,1 0 0 0 0,23 19 0 0 0,-37-36-11 0 0,0 1 0 0 0,-1 0 0 0 0,1 0 0 0 0,0-1-1 0 0,0 1 1 0 0,1-1 0 0 0,-1 1 0 0 0,0-1 0 0 0,0 0-1 0 0,0 1 1 0 0,0-1 0 0 0,0 0 0 0 0,0 0-1 0 0,1 0 1 0 0,-1 1 0 0 0,0-1 0 0 0,0-1 0 0 0,0 1-1 0 0,0 0 1 0 0,1 0 0 0 0,-1 0 0 0 0,0 0-1 0 0,1-1 1 0 0,0 0-19 0 0,1-1-1 0 0,-1 1 1 0 0,0-1-1 0 0,0 1 0 0 0,1-1 1 0 0,-1 1-1 0 0,-1-1 1 0 0,1 0-1 0 0,0 0 1 0 0,1-3-1 0 0,5-6-133 0 0,0-1 1 0 0,-2-1-1 0 0,7-15 1 0 0,-8 17 46 0 0,8-15-205 0 0,-2 0 0 0 0,-1-1 0 0 0,-2-1 0 0 0,0 0 0 0 0,6-50 0 0 0,-14 78 319 0 0,0-1 1 0 0,0 0-1 0 0,0 1 0 0 0,0-1 1 0 0,0 1-1 0 0,0-1 0 0 0,1 0 1 0 0,-1 1-1 0 0,0-1 0 0 0,0 1 1 0 0,0-1-1 0 0,1 0 1 0 0,-1 1-1 0 0,0-1 0 0 0,1 1 1 0 0,-1-1-1 0 0,1 1 0 0 0,-1-1 1 0 0,0 1-1 0 0,1-1 0 0 0,-1 1 1 0 0,1 0-1 0 0,-1-1 0 0 0,1 1 1 0 0,-1 0-1 0 0,1-1 1 0 0,0 1-1 0 0,0-1 0 0 0,0 1 47 0 0,1 0 1 0 0,-1 0-1 0 0,0 1 0 0 0,0-1 0 0 0,0 0 0 0 0,1 0 1 0 0,-1 1-1 0 0,0-1 0 0 0,0 0 0 0 0,0 1 0 0 0,0-1 1 0 0,0 1-1 0 0,0 0 0 0 0,1 0 0 0 0,3 2 162 0 0,-1 1 0 0 0,0-1-1 0 0,0 1 1 0 0,0 0 0 0 0,6 8-1 0 0,22 41-279 0 0,-24-37 22 0 0,1-1 0 0 0,0 0 0 0 0,1 0 0 0 0,1-1 0 0 0,0-1 0 0 0,1 0 0 0 0,23 21 0 0 0,-29-30 32 0 0,5 5 0 0 0,1-1 1 0 0,0 0 0 0 0,0-1-1 0 0,21 9 1 0 0,-31-15 10 0 0,1 0 1 0 0,0 0-1 0 0,-1 0 0 0 0,1 0 1 0 0,0-1-1 0 0,0 1 0 0 0,0-1 1 0 0,0 0-1 0 0,-1 0 0 0 0,1 0 1 0 0,0 0-1 0 0,0 0 0 0 0,0-1 1 0 0,0 1-1 0 0,-1-1 0 0 0,1 0 1 0 0,0 1-1 0 0,-1-1 0 0 0,1-1 1 0 0,0 1-1 0 0,-1 0 0 0 0,1-1 1 0 0,-1 1-1 0 0,0-1 0 0 0,1 0 1 0 0,-1 1-1 0 0,0-1 0 0 0,0 0 1 0 0,2-3-1 0 0,12-18 187 0 0,23-43-1 0 0,-30 49-103 0 0,0 1 0 0 0,0 0-1 0 0,2 0 1 0 0,0 1 0 0 0,0 1 0 0 0,19-18 0 0 0,-24 27 18 0 0,-1 0-1 0 0,1 1 1 0 0,-1 0 0 0 0,1 0 0 0 0,0 1 0 0 0,0-1 0 0 0,1 1-1 0 0,-1 1 1 0 0,1-1 0 0 0,12-2 0 0 0,-16 5-52 0 0,1-1 0 0 0,0 1-1 0 0,-1 0 1 0 0,1 1 0 0 0,0-1 0 0 0,-1 1 0 0 0,1-1 0 0 0,0 1-1 0 0,-1 0 1 0 0,1 0 0 0 0,-1 1 0 0 0,0-1 0 0 0,1 1 0 0 0,-1 0-1 0 0,0 0 1 0 0,0 0 0 0 0,0 0 0 0 0,0 0 0 0 0,0 1 0 0 0,-1-1-1 0 0,5 6 1 0 0,0 0-45 0 0,-5-5-154 0 0,-1-1-1 0 0,1 0 1 0 0,-1-1-1 0 0,1 1 1 0 0,0 0-1 0 0,0 0 1 0 0,0-1-1 0 0,0 1 1 0 0,3 1 0 0 0,7 1-426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4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3542 4609 0 0,'0'0'54'0'0,"0"-1"0"0"0,0 1-1 0 0,0 0 1 0 0,0 0 0 0 0,0 0 0 0 0,1-1 0 0 0,-1 1 0 0 0,0 0-1 0 0,0 0 1 0 0,0 0 0 0 0,0-1 0 0 0,0 1 0 0 0,1 0 0 0 0,-1 0-1 0 0,0 0 1 0 0,0 0 0 0 0,0 0 0 0 0,1-1 0 0 0,-1 1 0 0 0,0 0-1 0 0,0 0 1 0 0,0 0 0 0 0,1 0 0 0 0,-1 0 0 0 0,0 0 0 0 0,0 0-1 0 0,1 0 1 0 0,-1 0 0 0 0,0 0 0 0 0,0 0 0 0 0,1 0-1 0 0,-1 0 1 0 0,0 0 0 0 0,0 0 0 0 0,1 0 0 0 0,-1 0 0 0 0,0 0-1 0 0,0 0 1 0 0,0 0 0 0 0,1 0 0 0 0,-1 1 0 0 0,0-1 0 0 0,0 0-1 0 0,0 0 1 0 0,1 0 0 0 0,-1 0 0 0 0,0 0 0 0 0,0 1 0 0 0,0-1-1 0 0,0 0 1 0 0,1 0 0 0 0,-1 0 0 0 0,0 1 0 0 0,0-1 0 0 0,0 0-1 0 0,3-29-629 0 0,-2 22 689 0 0,80-535 372 0 0,-18 150-352 0 0,32-165-590 0 0,-61 411 366 0 0,94-249 0 0 0,24 39 1221 0 0,-106 251-804 0 0,99-193-153 0 0,-117 251-503 0 0,1 1 1 0 0,2 2 0 0 0,2 1 0 0 0,41-42 0 0 0,-66 78 224 0 0,0-1 1 0 0,0 1-1 0 0,0 0 1 0 0,1 0 0 0 0,1 1-1 0 0,13-7 1 0 0,-21 12 82 0 0,1 0 1 0 0,-1 0-1 0 0,1 0 1 0 0,0 0 0 0 0,-1 1-1 0 0,1-1 1 0 0,0 1-1 0 0,0-1 1 0 0,0 1-1 0 0,-1 0 1 0 0,1 0 0 0 0,0 0-1 0 0,0 1 1 0 0,0-1-1 0 0,-1 1 1 0 0,1-1-1 0 0,0 1 1 0 0,-1 0 0 0 0,1 0-1 0 0,0 0 1 0 0,-1 1-1 0 0,1-1 1 0 0,-1 0-1 0 0,0 1 1 0 0,1 0 0 0 0,-1-1-1 0 0,0 1 1 0 0,0 0-1 0 0,3 5 1 0 0,3 3-7 0 0,-1 0 0 0 0,0 1 0 0 0,0 0 0 0 0,-1 0 1 0 0,-1 1-1 0 0,7 21 0 0 0,17 80-228 0 0,-20-73 224 0 0,59 292 431 0 0,34 127 340 0 0,47 99 167 0 0,-32 12-696 0 0,118 620-197 0 0,-71-659 84 0 0,-101-337 590 0 0,72 190 904 0 0,-99-295-1322 0 0,4-3-1 0 0,64 103 0 0 0,-90-167-331 0 0,1-1 1 0 0,1 0 0 0 0,1-1 0 0 0,0-1 0 0 0,2-1 0 0 0,0 0 0 0 0,1-1-1 0 0,0-1 1 0 0,34 18 0 0 0,-52-32 30 0 0,0-1-1 0 0,1 0 1 0 0,-1 0 0 0 0,1 0-1 0 0,-1 0 1 0 0,1 0 0 0 0,-1-1-1 0 0,1 1 1 0 0,0-1-1 0 0,-1 0 1 0 0,1 1 0 0 0,0-1-1 0 0,-1-1 1 0 0,1 1 0 0 0,0 0-1 0 0,-1-1 1 0 0,1 1-1 0 0,0-1 1 0 0,2-1 0 0 0,-2 1-7 0 0,1-1 1 0 0,-1 0-1 0 0,0-1 1 0 0,0 1-1 0 0,0-1 1 0 0,0 1 0 0 0,0-1-1 0 0,0 0 1 0 0,-1 0-1 0 0,0 0 1 0 0,4-6-1 0 0,3-8-70 0 0,-1-1-1 0 0,0 1 0 0 0,-2-1 0 0 0,6-25 1 0 0,-10 35 78 0 0,58-235-1008 0 0,41-366 0 0 0,-44-259 1893 0 0,8-155 133 0 0,56 6 697 0 0,-26 424-618 0 0,-58 423-706 0 0,84-237-1 0 0,-100 350-171 0 0,41-80 0 0 0,-53 120-97 0 0,0 1-1 0 0,1 1 1 0 0,1 0-1 0 0,0 1 1 0 0,2-1-1 0 0,-1 2 0 0 0,1 0 1 0 0,1 1-1 0 0,21-15 1 0 0,-32 25-77 0 0,0 0 1 0 0,1 0 0 0 0,-1 0-1 0 0,1 0 1 0 0,0 0 0 0 0,0 1-1 0 0,0 0 1 0 0,0 0 0 0 0,0 0-1 0 0,0 0 1 0 0,0 1-1 0 0,0-1 1 0 0,0 1 0 0 0,0 0-1 0 0,0 0 1 0 0,0 0 0 0 0,0 1-1 0 0,4 0 1 0 0,-3 1-35 0 0,0 0 1 0 0,0 1 0 0 0,0-1-1 0 0,0 1 1 0 0,0 0 0 0 0,-1 0-1 0 0,1 0 1 0 0,-1 1-1 0 0,0-1 1 0 0,0 1 0 0 0,6 8-1 0 0,4 7-138 0 0,-2 1 0 0 0,0 0-1 0 0,-1 1 1 0 0,-1 0 0 0 0,7 24 0 0 0,16 49-267 0 0,30 145 1 0 0,0 107 529 0 0,-34-181 78 0 0,306 1761 986 0 0,-255-1508-860 0 0,159 483 0 0 0,-190-746-28 0 0,140 408 472 0 0,-159-483-652 0 0,67 124 1 0 0,-79-172 57 0 0,1-2 0 0 0,2 0 0 0 0,1-2 0 0 0,1 0 0 0 0,1-1 0 0 0,43 35 0 0 0,-61-56-177 0 0,0-1 1 0 0,1-1-1 0 0,0 1 0 0 0,0-1 0 0 0,0 0 0 0 0,0-1 0 0 0,1 1 0 0 0,-1-2 1 0 0,1 1-1 0 0,12 2 0 0 0,-17-5-80 0 0,1 0 1 0 0,0 0-1 0 0,-1 0 1 0 0,1 0 0 0 0,0 0-1 0 0,-1-1 1 0 0,1 0-1 0 0,0 0 1 0 0,-1 0-1 0 0,1 0 1 0 0,-1 0 0 0 0,0-1-1 0 0,1 1 1 0 0,-1-1-1 0 0,0 0 1 0 0,0 0-1 0 0,0 0 1 0 0,0-1-1 0 0,0 1 1 0 0,-1-1 0 0 0,1 0-1 0 0,-1 1 1 0 0,1-1-1 0 0,2-6 1 0 0,7-9-365 0 0,-2-1-1 0 0,0 0 1 0 0,-2 0 0 0 0,12-35 0 0 0,16-88-555 0 0,-30 112 939 0 0,38-193 655 0 0,16-256 1 0 0,-20-234 1174 0 0,-21 308-1245 0 0,31-336 170 0 0,44 4-858 0 0,61-17 6 0 0,-111 590 500 0 0,7 3 0 0 0,109-237 0 0 0,-155 385-572 0 0,2 1-1 0 0,-1 0 1 0 0,2 0 0 0 0,0 1-1 0 0,0 0 1 0 0,18-19 0 0 0,-24 28 135 0 0,0 0 1 0 0,1 0-1 0 0,-1 1 1 0 0,1-1-1 0 0,0 1 0 0 0,0-1 1 0 0,-1 1-1 0 0,1 0 1 0 0,0 0-1 0 0,0 0 1 0 0,0 0-1 0 0,0 0 1 0 0,0 1-1 0 0,6-1 1 0 0,-5 1 42 0 0,-1 1 0 0 0,0 0-1 0 0,1 0 1 0 0,-1 0 0 0 0,0 0 0 0 0,1 0 0 0 0,-1 0 0 0 0,0 1 0 0 0,0 0-1 0 0,0 0 1 0 0,0-1 0 0 0,-1 2 0 0 0,1-1 0 0 0,0 0 0 0 0,-1 0 0 0 0,3 4-1 0 0,7 8 160 0 0,-2 0-1 0 0,1 0 0 0 0,-2 1 1 0 0,0 0-1 0 0,-1 0 0 0 0,10 27 1 0 0,29 105 990 0 0,-41-126-967 0 0,208 940 2681 0 0,-83-328-2595 0 0,236 1064-26 0 0,-227-1131-225 0 0,-90-411 20 0 0,108 233-1 0 0,-147-366 98 0 0,1-1 0 0 0,1 0 0 0 0,20 25 0 0 0,-27-38 15 0 0,1 0 0 0 0,0-1-1 0 0,0 0 1 0 0,1 0 0 0 0,0 0-1 0 0,0-1 1 0 0,0 0-1 0 0,1-1 1 0 0,0 0 0 0 0,13 5-1 0 0,-17-8-87 0 0,0-1 0 0 0,1 0 0 0 0,-1-1 0 0 0,0 1 0 0 0,0-1 0 0 0,1 0 0 0 0,-1-1 0 0 0,0 1 0 0 0,0-1 0 0 0,1 0 0 0 0,-1 0 0 0 0,0-1 0 0 0,0 1 0 0 0,0-1 0 0 0,0 0 0 0 0,-1-1 0 0 0,1 1 0 0 0,0-1 0 0 0,-1 0 0 0 0,0 0 0 0 0,0 0 0 0 0,0 0 0 0 0,0-1 0 0 0,4-4-1 0 0,5-7-11 0 0,0 0 0 0 0,0-1 0 0 0,-2 0-1 0 0,0 0 1 0 0,9-20 0 0 0,4-14 266 0 0,-3-1 1 0 0,-2-1-1 0 0,-2-1 1 0 0,17-90 0 0 0,14-224 787 0 0,-8-574-215 0 0,-33 586-662 0 0,-1 87-141 0 0,29-598 163 0 0,-15 647-123 0 0,93-416 1 0 0,-63 470-349 0 0,77-170-1 0 0,-80 218 290 0 0,-43 107-15 0 0,30-66 74 0 0,-31 70-78 0 0,0 0 0 0 0,1 1 0 0 0,-1 0 1 0 0,1 0-1 0 0,0 0 0 0 0,0 0 0 0 0,1 1 0 0 0,-1-1 0 0 0,1 1 0 0 0,8-5 0 0 0,-12 8 18 0 0,0 0-1 0 0,1 1 1 0 0,-1-1-1 0 0,0 1 1 0 0,1-1-1 0 0,-1 1 1 0 0,1 0-1 0 0,-1-1 1 0 0,1 1-1 0 0,-1 0 1 0 0,1 0-1 0 0,-1 0 1 0 0,0 0-1 0 0,1 0 1 0 0,-1 1-1 0 0,1-1 1 0 0,-1 0-1 0 0,1 1 1 0 0,-1-1-1 0 0,0 1 1 0 0,2 0-1 0 0,0 1 9 0 0,0-1 0 0 0,0 1 0 0 0,0 1 0 0 0,-1-1 0 0 0,1 0 0 0 0,-1 1-1 0 0,1-1 1 0 0,2 5 0 0 0,3 5-16 0 0,-1-1 1 0 0,-1 1-1 0 0,7 18 1 0 0,17 54-90 0 0,-5 0 0 0 0,22 125 0 0 0,-20-78-99 0 0,266 1108-1001 0 0,-93-441 1201 0 0,-91-382 0 0 0,-49-190 833 0 0,169 413-1 0 0,-174-509-154 0 0,-28-61-597 0 0,2-2 0 0 0,4 0 0 0 0,53 80 1 0 0,-81-140-133 0 0,1-1 0 0 0,-1 1 0 0 0,1-1 0 0 0,1 0 0 0 0,-1 0 0 0 0,1-1 0 0 0,0 0 0 0 0,0 0 0 0 0,1-1 0 0 0,-1 0 0 0 0,1 0 0 0 0,0-1 0 0 0,11 4 0 0 0,-15-6 29 0 0,0 0 1 0 0,-1 0-1 0 0,1-1 0 0 0,0 1 0 0 0,0-1 0 0 0,0 0 1 0 0,0 0-1 0 0,0-1 0 0 0,-1 1 0 0 0,1-1 0 0 0,0 1 1 0 0,0-1-1 0 0,-1-1 0 0 0,1 1 0 0 0,0 0 1 0 0,-1-1-1 0 0,1 0 0 0 0,-1 0 0 0 0,0 0 0 0 0,1 0 1 0 0,-1 0-1 0 0,0-1 0 0 0,-1 1 0 0 0,1-1 0 0 0,0 0 1 0 0,-1 0-1 0 0,1 0 0 0 0,-1 0 0 0 0,0 0 0 0 0,0 0 1 0 0,2-5-1 0 0,15-35-673 0 0,-2-1 0 0 0,-1 0 0 0 0,9-48 0 0 0,5-13-518 0 0,125-471-2636 0 0,-144 517 3833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43 5065 0 0,'1'-1'143'0'0,"-1"-1"0"0"0,1 1 0 0 0,-1 0 0 0 0,0-1 0 0 0,1 1 0 0 0,-1 0 0 0 0,0-1 0 0 0,0 1 0 0 0,0 0 0 0 0,0-1 0 0 0,0 1 0 0 0,0-1 0 0 0,0 1 0 0 0,0 0 0 0 0,-1-1 0 0 0,1 1 0 0 0,-1 0 0 0 0,1-1 0 0 0,-1 1 0 0 0,1 0 0 0 0,-1 0 0 0 0,0-1 0 0 0,1 1 0 0 0,-3-2 0 0 0,3 2-63 0 0,-1 1 0 0 0,0-1 0 0 0,1 1 0 0 0,-1-1 0 0 0,0 0 0 0 0,0 1 0 0 0,1-1 0 0 0,-1 1 0 0 0,0 0 0 0 0,0-1 0 0 0,0 1 0 0 0,0 0 0 0 0,0 0 0 0 0,1-1 0 0 0,-1 1 0 0 0,0 0 0 0 0,0 0 0 0 0,0 0 0 0 0,0 0 1 0 0,0 0-1 0 0,0 0 0 0 0,0 0 0 0 0,0 0 0 0 0,1 1 0 0 0,-1-1 0 0 0,0 0 0 0 0,0 0 0 0 0,0 1 0 0 0,0-1 0 0 0,1 0 0 0 0,-1 1 0 0 0,0-1 0 0 0,0 1 0 0 0,1 0 0 0 0,-1-1 0 0 0,0 1 0 0 0,1-1 0 0 0,-2 2 0 0 0,-6 7 98 0 0,1 1-1 0 0,0-1 1 0 0,0 1-1 0 0,1 0 1 0 0,0 1-1 0 0,1-1 1 0 0,-7 23-1 0 0,-20 85-148 0 0,26-93 149 0 0,3-13-109 0 0,0-1 0 0 0,1 1 0 0 0,1 0 0 0 0,-1-1 1 0 0,2 1-1 0 0,1 15 0 0 0,-1-25-66 0 0,0 0 1 0 0,1 0 0 0 0,-1 1 0 0 0,1-1-1 0 0,0 0 1 0 0,-1 0 0 0 0,1 0-1 0 0,0 1 1 0 0,0-1 0 0 0,1 0-1 0 0,-1 0 1 0 0,0-1 0 0 0,1 1 0 0 0,-1 0-1 0 0,1 0 1 0 0,-1-1 0 0 0,1 1-1 0 0,0-1 1 0 0,0 1 0 0 0,0-1 0 0 0,0 0-1 0 0,0 1 1 0 0,0-1 0 0 0,0 0-1 0 0,0-1 1 0 0,0 1 0 0 0,1 0 0 0 0,-1-1-1 0 0,0 1 1 0 0,0-1 0 0 0,1 1-1 0 0,-1-1 1 0 0,0 0 0 0 0,1 0-1 0 0,-1 0 1 0 0,0-1 0 0 0,1 1 0 0 0,2-1-1 0 0,13-2-37 0 0,0-1 0 0 0,0 0-1 0 0,0-2 1 0 0,-1 0-1 0 0,18-9 1 0 0,-19 8 34 0 0,0 0 0 0 0,0 1 0 0 0,1 1 1 0 0,0 0-1 0 0,-1 2 0 0 0,19-3 0 0 0,-33 6-1 0 0,0 0 1 0 0,0 0-1 0 0,0 0 1 0 0,0 0-1 0 0,0 0 1 0 0,0 0-1 0 0,0 0 0 0 0,0 1 1 0 0,0-1-1 0 0,0 1 1 0 0,0-1-1 0 0,0 1 1 0 0,0 0-1 0 0,0 0 0 0 0,-1 0 1 0 0,1 0-1 0 0,0 0 1 0 0,-1 0-1 0 0,1 1 1 0 0,-1-1-1 0 0,1 0 0 0 0,1 3 1 0 0,-1-1-14 0 0,-1 0 1 0 0,0 0-1 0 0,0-1 1 0 0,0 1-1 0 0,0 0 1 0 0,0 0-1 0 0,-1 0 0 0 0,1 0 1 0 0,-1 0-1 0 0,0 0 1 0 0,0 0-1 0 0,0 1 1 0 0,-1 3-1 0 0,-2 11-290 0 0,-1-1 0 0 0,0 0 0 0 0,-2 1 0 0 0,-7 15-1 0 0,10-24-22 0 0,-7 14-1504 0 0,5-13-1841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8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1 257 6913 0 0,'3'-4'104'0'0,"0"1"0"0"0,0 0 0 0 0,1 0-1 0 0,-1 1 1 0 0,1-1 0 0 0,0 1-1 0 0,0 0 1 0 0,0 0 0 0 0,0 0 0 0 0,0 0-1 0 0,0 1 1 0 0,0-1 0 0 0,1 1-1 0 0,-1 0 1 0 0,0 1 0 0 0,1-1-1 0 0,-1 1 1 0 0,1 0 0 0 0,-1 0 0 0 0,5 0-1 0 0,-4 1 64 0 0,0 1 0 0 0,0-1 1 0 0,0 1-1 0 0,-1 0 0 0 0,1 0 0 0 0,0 0 0 0 0,-1 1 0 0 0,0 0 0 0 0,0 0 0 0 0,1 0 0 0 0,-2 0 0 0 0,1 0 0 0 0,0 1 0 0 0,-1 0 0 0 0,0 0 0 0 0,1 0 1 0 0,2 6-1 0 0,2 2 18 0 0,-2-1 1 0 0,1 2 0 0 0,7 22 0 0 0,-12-30-221 0 0,0 1 0 0 0,0 0 0 0 0,-1 0 0 0 0,0 0 1 0 0,0 0-1 0 0,-1 0 0 0 0,0 1 0 0 0,0-1 0 0 0,0 0 0 0 0,-3 11 1 0 0,1-92-1007 0 0,2 73 1011 0 0,0-39-126 0 0,2 0 0 0 0,2 0-1 0 0,1 1 1 0 0,19-69-1 0 0,-24 108 225 0 0,0-1 0 0 0,1 1 0 0 0,-1-1 0 0 0,0 1 0 0 0,1-1 0 0 0,0 1 0 0 0,-1 0 0 0 0,1-1 0 0 0,0 1 0 0 0,0 0 0 0 0,0-1 0 0 0,0 1 0 0 0,0 0 0 0 0,0 0 0 0 0,0 0 0 0 0,0 0 0 0 0,0 0 0 0 0,0 0 0 0 0,1 0 0 0 0,-1 0 0 0 0,3 0 0 0 0,-3 1 12 0 0,0 0-1 0 0,0 0 1 0 0,0 0-1 0 0,0 1 1 0 0,0-1-1 0 0,1 0 1 0 0,-1 1 0 0 0,0-1-1 0 0,0 1 1 0 0,0-1-1 0 0,0 1 1 0 0,0 0-1 0 0,0-1 1 0 0,-1 1-1 0 0,1 0 1 0 0,0 0 0 0 0,0-1-1 0 0,0 1 1 0 0,-1 0-1 0 0,1 0 1 0 0,0 1-1 0 0,6 9 150 0 0,-1-1-1 0 0,-1 0 1 0 0,0 1 0 0 0,4 12-1 0 0,2 8-197 0 0,23 67-629 0 0,-31-85 335 0 0,0 0 0 0 0,0 0 0 0 0,-1 0 1 0 0,-1 0-1 0 0,0 21 0 0 0,-4-23-100 0 0,-1-30 231 0 0,-2-33-373 0 0,6 20 603 0 0,2 1 0 0 0,0-1 0 0 0,2 1 1 0 0,2 0-1 0 0,1 0 0 0 0,16-46 1 0 0,-22 75-58 0 0,-1 1 0 0 0,0-1 1 0 0,1 0-1 0 0,0 1 0 0 0,-1-1 1 0 0,1 1-1 0 0,0-1 0 0 0,-1 1 1 0 0,1 0-1 0 0,0-1 0 0 0,0 1 1 0 0,0 0-1 0 0,1-1 0 0 0,-1 1 1 0 0,0 0-1 0 0,0 0 0 0 0,1 0 1 0 0,-1 0-1 0 0,0 0 0 0 0,1 0 1 0 0,-1 1-1 0 0,1-1 0 0 0,-1 0 1 0 0,1 1-1 0 0,-1-1 0 0 0,3 0 1 0 0,-2 2 31 0 0,1 0 1 0 0,-1-1-1 0 0,0 1 1 0 0,0 0-1 0 0,0 0 1 0 0,0 0-1 0 0,0 0 1 0 0,0 1-1 0 0,-1-1 1 0 0,1 0-1 0 0,0 1 1 0 0,-1-1-1 0 0,1 1 1 0 0,-1 0-1 0 0,1 0 1 0 0,-1-1-1 0 0,0 1 1 0 0,2 4-1 0 0,24 38 106 0 0,-20-31-831 0 0,0 0 0 0 0,1-1 0 0 0,1 0 1 0 0,-1 0-1 0 0,2-1 0 0 0,0 0 0 0 0,0-1 0 0 0,20 16 0 0 0,-17-17-2846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4 6449 0 0,'0'0'35'0'0,"0"0"-1"0"0,0 0 0 0 0,0 0 0 0 0,0 0 0 0 0,0 0 0 0 0,0-1 1 0 0,0 1-1 0 0,0 0 0 0 0,0 0 0 0 0,0 0 0 0 0,0 0 0 0 0,0 0 1 0 0,0-1-1 0 0,0 1 0 0 0,0 0 0 0 0,0 0 0 0 0,0 0 1 0 0,0 0-1 0 0,-1 0 0 0 0,1 0 0 0 0,0 0 0 0 0,0-1 0 0 0,0 1 1 0 0,0 0-1 0 0,0 0 0 0 0,0 0 0 0 0,0 0 0 0 0,-1 0 0 0 0,1 0 1 0 0,0 0-1 0 0,0 0 0 0 0,0 0 0 0 0,0 0 0 0 0,0 0 1 0 0,-1 0-1 0 0,1 0 0 0 0,0 0 0 0 0,0 0 0 0 0,0 0 0 0 0,0 0 1 0 0,0 0-1 0 0,-1 0 0 0 0,1 0 0 0 0,0 0 0 0 0,0 0 0 0 0,0 0 1 0 0,0 0-1 0 0,0 0 0 0 0,-1 0 0 0 0,1 0 0 0 0,-11 6 1109 0 0,-7 10 540 0 0,8-4-1491 0 0,1 0 0 0 0,1 1 0 0 0,0 1 0 0 0,1-1-1 0 0,0 1 1 0 0,1 0 0 0 0,1 1 0 0 0,-6 21 0 0 0,6-13 64 0 0,1 0 1 0 0,1 0-1 0 0,0 0 1 0 0,3 45-1 0 0,1-59-348 0 0,0 0 0 0 0,1 0-1 0 0,0-1 1 0 0,1 1 0 0 0,0-1 0 0 0,0 1 0 0 0,6 8 0 0 0,-8-15 56 0 0,0 0 0 0 0,0 0 0 0 0,0 0 0 0 0,0-1 1 0 0,1 1-1 0 0,-1 0 0 0 0,1-1 0 0 0,-1 1 1 0 0,1-1-1 0 0,-1 0 0 0 0,1 1 0 0 0,0-1 1 0 0,0 0-1 0 0,0 0 0 0 0,2 1 0 0 0,-2-2 20 0 0,-1 0 0 0 0,1 0 1 0 0,-1 0-1 0 0,1 0 0 0 0,-1 0 0 0 0,1 0 0 0 0,-1-1 0 0 0,0 1 0 0 0,1 0 0 0 0,-1-1 0 0 0,1 1 1 0 0,-1-1-1 0 0,0 1 0 0 0,1-1 0 0 0,-1 0 0 0 0,0 0 0 0 0,1 0 0 0 0,-1 0 0 0 0,0 0 0 0 0,0 0 1 0 0,0 0-1 0 0,0 0 0 0 0,0 0 0 0 0,1-2 0 0 0,5-6-225 0 0,-1-1-1 0 0,0 1 1 0 0,0-1 0 0 0,-1 0 0 0 0,0-1-1 0 0,-1 1 1 0 0,0-1 0 0 0,-1 0-1 0 0,0 0 1 0 0,2-22 0 0 0,-1-10 835 0 0,-2-66 1 0 0,-2 73-25 0 0,3 24 2500 0 0,5 19-1449 0 0,15 37-874 0 0,-5-10-373 0 0,-14-30-468 0 0,0 1 0 0 0,0-1 0 0 0,1 1 1 0 0,-1-1-1 0 0,1-1 0 0 0,0 1 0 0 0,0-1 0 0 0,1 0 0 0 0,-1 0 1 0 0,9 4-1 0 0,-11-6-131 0 0,0 0 0 0 0,0 0 0 0 0,0 0-1 0 0,0-1 1 0 0,0 1 0 0 0,0-1 0 0 0,0 1 0 0 0,0-1 0 0 0,0 0 0 0 0,0 0 0 0 0,0-1 0 0 0,0 1 0 0 0,0 0 0 0 0,0-1 0 0 0,0 0 0 0 0,0 0 0 0 0,0 0 0 0 0,0 0 0 0 0,-1 0 0 0 0,1 0 0 0 0,0-1 0 0 0,-1 0 0 0 0,4-2 0 0 0,4-11-2425 0 0,-7 6-487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138 375 3225 0 0,'-72'-217'2399'0'0,"17"75"4749"0"0,47 127-5236 0 0,6 20 602 0 0,8 28-508 0 0,2-9-1820 0 0,2-1-1 0 0,1 1 1 0 0,0-2 0 0 0,2 0-1 0 0,0 0 1 0 0,2-1-1 0 0,26 29 1 0 0,-23-31-1611 0 0,1 0 0 0 0,0-2 0 0 0,2 0 0 0 0,24 15 0 0 0,-19-16-4417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39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0 2761 0 0,'-2'2'229'0'0,"1"0"0"0"0,0 1 0 0 0,0-1 0 0 0,0 0 0 0 0,0 0 0 0 0,0 0 0 0 0,0 1 0 0 0,1-1 0 0 0,-1 0 0 0 0,1 1 0 0 0,-1-1 0 0 0,1 1 0 0 0,0-1 1 0 0,0 0-1 0 0,0 1 0 0 0,0-1 0 0 0,1 1 0 0 0,0 2 0 0 0,11 42 3036 0 0,0-17-2133 0 0,2-1 0 0 0,2-1 0 0 0,0 0 0 0 0,33 41 0 0 0,-27-38-566 0 0,28 41 452 0 0,59 81-1210 0 0,-88-127-522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2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 78 5529 0 0,'-17'-34'1368'0'0,"14"31"-768"0"0,1 0 1 0 0,0-1-1 0 0,0 1 0 0 0,0-1 1 0 0,0 1-1 0 0,0-1 0 0 0,1 0 0 0 0,0 1 1 0 0,0-1-1 0 0,-1-4 476 0 0,7 30 542 0 0,7 63-499 0 0,39 198 44 0 0,-43-252-1166 0 0,1-1 0 0 0,2 1 0 0 0,1-2 0 0 0,1 1 0 0 0,2-2 0 0 0,33 49-1 0 0,-42-68 17 0 0,1-1-1 0 0,0 0 0 0 0,0 0 0 0 0,1-1 0 0 0,0 0 1 0 0,1 0-1 0 0,-1-1 0 0 0,1 0 0 0 0,0-1 0 0 0,1 1 0 0 0,11 3 1 0 0,-16-7 63 0 0,1 0 1 0 0,0-1 0 0 0,0 1 0 0 0,-1-1 0 0 0,1-1 0 0 0,0 1-1 0 0,0-1 1 0 0,0 0 0 0 0,0 0 0 0 0,0-1 0 0 0,0 0 0 0 0,-1 0-1 0 0,1 0 1 0 0,0-1 0 0 0,-1 1 0 0 0,1-2 0 0 0,-1 1 0 0 0,1 0-1 0 0,-1-1 1 0 0,0 0 0 0 0,8-6 0 0 0,3-5-22 0 0,-1-1-1 0 0,0 0 1 0 0,-1 0-1 0 0,-1-2 1 0 0,22-35 0 0 0,-16 24-2143 0 0,22-27 0 0 0,-37 51 1038 0 0,1 0-1 0 0,-1 0 0 0 0,1 0 0 0 0,0 1 0 0 0,0 0 1 0 0,0 0-1 0 0,0 0 0 0 0,11-4 0 0 0,-10 4-291 0 0,-1 1 499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3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51 6449 0 0,'-13'-10'156'0'0,"6"5"506"0"0,0 1 0 0 0,0-1-1 0 0,0 1 1 0 0,0 0 0 0 0,-1 0 0 0 0,-9-2 0 0 0,16 6-572 0 0,-1-1 0 0 0,0 1 0 0 0,0 0 0 0 0,0 0 0 0 0,1 0 0 0 0,-1 0 0 0 0,0 0 0 0 0,0 0 0 0 0,0 0 0 0 0,1 1 0 0 0,-1-1 0 0 0,0 1 0 0 0,0-1 0 0 0,1 1 0 0 0,-1 0 0 0 0,0-1 0 0 0,1 1 0 0 0,-1 0 0 0 0,1 0 0 0 0,-1 0 0 0 0,1 0 1 0 0,-1 1-1 0 0,1-1 0 0 0,0 0 0 0 0,0 1 0 0 0,-1-1 0 0 0,1 1 0 0 0,0-1 0 0 0,0 1 0 0 0,1-1 0 0 0,-1 1 0 0 0,0-1 0 0 0,-1 5 0 0 0,-1 2-59 0 0,0 1 1 0 0,1-1-1 0 0,0 1 0 0 0,0 0 0 0 0,1 0 1 0 0,0 0-1 0 0,0 0 0 0 0,1-1 1 0 0,0 1-1 0 0,1 0 0 0 0,0 0 0 0 0,0 0 1 0 0,1 0-1 0 0,5 14 0 0 0,-6-19-170 0 0,0 0-1 0 0,1 0 0 0 0,0 0 0 0 0,0 0 1 0 0,0 0-1 0 0,0 0 0 0 0,1-1 0 0 0,-1 1 1 0 0,1-1-1 0 0,0 1 0 0 0,0-1 1 0 0,0 0-1 0 0,1 0 0 0 0,-1 0 0 0 0,1-1 1 0 0,-1 1-1 0 0,1-1 0 0 0,0 0 0 0 0,0 0 1 0 0,0 0-1 0 0,0-1 0 0 0,0 0 0 0 0,1 1 1 0 0,-1-1-1 0 0,0 0 0 0 0,1-1 1 0 0,-1 1-1 0 0,0-1 0 0 0,1 0 0 0 0,-1 0 1 0 0,7-1-1 0 0,-4-1-64 0 0,1 0 1 0 0,-1 0 0 0 0,0 0-1 0 0,0-1 1 0 0,0 0 0 0 0,0-1-1 0 0,0 1 1 0 0,-1-1-1 0 0,0 0 1 0 0,0-1 0 0 0,0 0-1 0 0,0 0 1 0 0,-1 0-1 0 0,1 0 1 0 0,-1-1 0 0 0,-1 0-1 0 0,8-11 1 0 0,-5 6 393 0 0,-1-1 0 0 0,0 1 0 0 0,-1-1 0 0 0,0 0 0 0 0,-1 0-1 0 0,0 0 1 0 0,-1-1 0 0 0,0 1 0 0 0,1-21 0 0 0,-3 27-292 0 0,4-23 5020 0 0,-5 29-4863 0 0,0 0 0 0 0,0 0 0 0 0,0 0 0 0 0,4 1 1426 0 0,-4 0-1426 0 0,10 13 920 0 0,2 10-684 0 0,1-1 0 0 0,1-1 0 0 0,24 29 0 0 0,-32-45-611 0 0,0 1 1 0 0,1-1-1 0 0,0 0 1 0 0,0-1-1 0 0,0 0 0 0 0,1 0 1 0 0,-1 0-1 0 0,1-1 1 0 0,0 0-1 0 0,1 0 1 0 0,-1-1-1 0 0,1-1 1 0 0,15 4-1 0 0,-1-3-4442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3.6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 4609 0 0,'13'6'4756'0'0,"28"18"-2575"0"0,-4 3-371 0 0,-12-9 661 0 0,40 36-1 0 0,-67-60-2235 0 0,-1 0 0 0 0,1-1 0 0 0,1 1 0 0 0,-1 0-1 0 0,1-1 1 0 0,0 1 0 0 0,0-1 0 0 0,1 1 0 0 0,0-8 0 0 0,1 2-868 0 0,-1 0 1 0 0,2 0-1 0 0,0 0 1 0 0,0 0-1 0 0,1 0 1 0 0,6-16-1 0 0,1 6-5391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44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200 48 1376 0 0,'-2'-3'567'0'0,"1"0"0"0"0,-1 0 0 0 0,0 0 0 0 0,1 0 0 0 0,-1 0 0 0 0,-1 1-1 0 0,1-1 1 0 0,0 1 0 0 0,-1-1 0 0 0,1 1 0 0 0,-1 0 0 0 0,0 0 0 0 0,0 0 0 0 0,0 0-1 0 0,0 0 1 0 0,0 1 0 0 0,0-1 0 0 0,0 1 0 0 0,-7-2 0 0 0,7 3-377 0 0,0 0 1 0 0,-1 0-1 0 0,1 0 1 0 0,0 1 0 0 0,0-1-1 0 0,0 1 1 0 0,-1-1-1 0 0,1 1 1 0 0,0 0-1 0 0,0 0 1 0 0,0 1 0 0 0,0-1-1 0 0,1 1 1 0 0,-1-1-1 0 0,0 1 1 0 0,1 0-1 0 0,-1 0 1 0 0,1 0 0 0 0,-1 0-1 0 0,1 0 1 0 0,-4 5-1 0 0,-5 7 111 0 0,0 0-1 0 0,1 1 0 0 0,-13 24 1 0 0,20-32-297 0 0,0-1 1 0 0,0 0 0 0 0,0 1 0 0 0,1 0 0 0 0,0-1 0 0 0,0 1 0 0 0,1 0 0 0 0,0 0 0 0 0,0 0 0 0 0,1 0 0 0 0,0 14 0 0 0,0-19-86 0 0,0 0 0 0 0,1 0 1 0 0,-1 0-1 0 0,1 0 0 0 0,-1 0 1 0 0,1 0-1 0 0,0-1 0 0 0,0 1 1 0 0,-1 0-1 0 0,1 0 0 0 0,1-1 1 0 0,-1 1-1 0 0,0 0 0 0 0,0-1 0 0 0,1 1 1 0 0,-1-1-1 0 0,0 1 0 0 0,1-1 1 0 0,0 0-1 0 0,-1 0 0 0 0,1 0 1 0 0,2 1-1 0 0,-2-1-106 0 0,1 0 0 0 0,0 0 0 0 0,0-1 0 0 0,-1 0 0 0 0,1 0 0 0 0,0 1 0 0 0,0-2 0 0 0,0 1 0 0 0,0 0 0 0 0,0 0 1 0 0,-1-1-1 0 0,1 0 0 0 0,4-1 0 0 0,6-3-487 0 0,0-1 0 0 0,0-1 0 0 0,-1 0 0 0 0,21-16 0 0 0,-30 21 686 0 0,-1 0 1 0 0,1 0-1 0 0,0 0 1 0 0,-1 1-1 0 0,1-1 1 0 0,0 1 0 0 0,0-1-1 0 0,0 1 1 0 0,0 0-1 0 0,0 0 1 0 0,0 0-1 0 0,0 1 1 0 0,1-1 0 0 0,-1 1-1 0 0,0 0 1 0 0,0-1-1 0 0,0 2 1 0 0,5-1-1 0 0,-5 1 114 0 0,0 1-1 0 0,0-1 0 0 0,0 1 0 0 0,-1-1 0 0 0,1 1 0 0 0,0 0 0 0 0,-1 0 1 0 0,1 0-1 0 0,-1 0 0 0 0,0 0 0 0 0,0 1 0 0 0,0-1 0 0 0,0 1 0 0 0,0 0 1 0 0,0-1-1 0 0,-1 1 0 0 0,1 0 0 0 0,1 5 0 0 0,13 27 620 0 0,-2 0-1 0 0,10 43 1 0 0,-19-61-678 0 0,-2 0 0 0 0,0 1 0 0 0,0-1 0 0 0,-2 1 0 0 0,0 0 0 0 0,-4 32 0 0 0,2-42-4 0 0,-1 0 1 0 0,0-1-1 0 0,0 1 0 0 0,-1-1 0 0 0,0 0 0 0 0,-6 10 0 0 0,8-15-113 0 0,1-1-1 0 0,-1 1 0 0 0,0-1 1 0 0,1 0-1 0 0,-1 1 1 0 0,0-1-1 0 0,0 0 0 0 0,0 1 1 0 0,0-1-1 0 0,-1 0 0 0 0,1 0 1 0 0,0 0-1 0 0,0 0 1 0 0,-1 0-1 0 0,1 0 0 0 0,0 0 1 0 0,-1-1-1 0 0,1 1 0 0 0,-1 0 1 0 0,1-1-1 0 0,-1 1 1 0 0,1-1-1 0 0,-1 0 0 0 0,0 1 1 0 0,1-1-1 0 0,-1 0 1 0 0,1 0-1 0 0,-1 0 0 0 0,0 0 1 0 0,1 0-1 0 0,-1-1 0 0 0,0 1 1 0 0,1 0-1 0 0,-1-1 1 0 0,1 1-1 0 0,-1-1 0 0 0,-2-1 1 0 0,-3-3-1125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0 382 10594 0 0,'1'1'229'0'0,"0"0"-1"0"0,0 0 1 0 0,0 0 0 0 0,0 0-1 0 0,0 0 1 0 0,1-1-1 0 0,-1 1 1 0 0,0 0 0 0 0,0 0-1 0 0,1-1 1 0 0,-1 1-1 0 0,0-1 1 0 0,1 1-1 0 0,-1-1 1 0 0,0 0 0 0 0,1 1-1 0 0,-1-1 1 0 0,1 0-1 0 0,-1 0 1 0 0,0 0 0 0 0,1 0-1 0 0,2 0 1 0 0,-2-1-72 0 0,0 0 1 0 0,0 0 0 0 0,0 0-1 0 0,0 0 1 0 0,-1 0 0 0 0,1-1 0 0 0,0 1-1 0 0,0 0 1 0 0,-1-1 0 0 0,1 1-1 0 0,-1-1 1 0 0,1 0 0 0 0,1-2-1 0 0,4-7 18 0 0,0-1-1 0 0,-1 0 0 0 0,9-24 1 0 0,-10 25 176 0 0,7-19-212 0 0,34-87-203 0 0,-41 101-175 0 0,0-1 0 0 0,-1 0 0 0 0,-1 0-1 0 0,-1 0 1 0 0,1-19 0 0 0,-3 35 226 0 0,0 0 0 0 0,0 0 1 0 0,0 0-1 0 0,0 0 0 0 0,0 0 0 0 0,0 0 1 0 0,0 0-1 0 0,0 0 0 0 0,0 0 0 0 0,0 0 1 0 0,-1 0-1 0 0,1 0 0 0 0,0 0 1 0 0,-1 1-1 0 0,1-1 0 0 0,0 0 0 0 0,-1 0 1 0 0,1 0-1 0 0,-1 0 0 0 0,0 0 0 0 0,1 1 1 0 0,-1-1-1 0 0,0 0 0 0 0,0 0 0 0 0,0 1-5 0 0,0 0-1 0 0,0 0 0 0 0,0 0 0 0 0,0 0 1 0 0,0 0-1 0 0,0 0 0 0 0,0 0 0 0 0,0 0 1 0 0,1 1-1 0 0,-1-1 0 0 0,0 0 0 0 0,0 1 1 0 0,0-1-1 0 0,0 1 0 0 0,0-1 0 0 0,1 1 1 0 0,-1-1-1 0 0,0 1 0 0 0,-1 1 1 0 0,-3 3-43 0 0,-1 0 1 0 0,1 0-1 0 0,0 1 1 0 0,1 0-1 0 0,-5 7 1 0 0,3-2 25 0 0,-40 75-182 0 0,42-77 214 0 0,0 1-1 0 0,0 0 0 0 0,1-1 1 0 0,1 1-1 0 0,0 0 1 0 0,0 0-1 0 0,0 14 0 0 0,2-20 69 0 0,0 0 0 0 0,1 0 0 0 0,-1 0 0 0 0,1 0 0 0 0,0 0 0 0 0,0-1 0 0 0,0 1 0 0 0,1 0 0 0 0,-1 0 0 0 0,1-1 0 0 0,0 1-1 0 0,0-1 1 0 0,0 0 0 0 0,0 1 0 0 0,1-1 0 0 0,0 0 0 0 0,-1 0 0 0 0,1-1 0 0 0,0 1 0 0 0,0 0 0 0 0,0-1 0 0 0,1 0-1 0 0,-1 0 1 0 0,1 0 0 0 0,-1 0 0 0 0,1 0 0 0 0,-1-1 0 0 0,1 1 0 0 0,0-1 0 0 0,0 0 0 0 0,4 0 0 0 0,5 2 17 0 0,0-2 1 0 0,-1 1 0 0 0,1-1 0 0 0,0-1-1 0 0,0-1 1 0 0,-1 0 0 0 0,1 0 0 0 0,18-5-1 0 0,39-17-1119 0 0,-32 8-171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7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1 6449 0 0,'-7'3'209'0'0,"1"1"-1"0"0,-1 0 1 0 0,1 0-1 0 0,-1 1 1 0 0,2-1-1 0 0,-1 1 1 0 0,0 1-1 0 0,-5 6 1 0 0,-38 51 1431 0 0,38-48-1236 0 0,-11 15 401 0 0,-18 35 0 0 0,34-54-643 0 0,0 1 1 0 0,1 0-1 0 0,1 0 0 0 0,0 0 1 0 0,0 1-1 0 0,-3 22 0 0 0,7-31-120 0 0,0 1 0 0 0,0-1 0 0 0,0 1 1 0 0,0-1-1 0 0,1 0 0 0 0,0 1 0 0 0,0-1 0 0 0,0 0 0 0 0,0 1 0 0 0,1-1 0 0 0,0 0 0 0 0,-1 0 0 0 0,2 0 1 0 0,-1 0-1 0 0,0-1 0 0 0,1 1 0 0 0,0-1 0 0 0,-1 1 0 0 0,1-1 0 0 0,1 0 0 0 0,-1 0 0 0 0,0 0 0 0 0,1-1 1 0 0,0 1-1 0 0,-1-1 0 0 0,6 3 0 0 0,11 5 322 0 0,1-1 0 0 0,0 0 1 0 0,44 10-1 0 0,-21-6 159 0 0,-34-10-478 0 0,70 27 375 0 0,-74-27-394 0 0,0 0-1 0 0,0 0 1 0 0,0 1 0 0 0,0 0 0 0 0,-1 0 0 0 0,0 0-1 0 0,1 0 1 0 0,-1 1 0 0 0,7 10 0 0 0,-10-13-62 0 0,-1 0 1 0 0,0 0 0 0 0,-1 1 0 0 0,1-1-1 0 0,0 1 1 0 0,-1-1 0 0 0,1 1 0 0 0,-1-1-1 0 0,0 1 1 0 0,0-1 0 0 0,0 1 0 0 0,0-1-1 0 0,0 0 1 0 0,0 1 0 0 0,-1-1 0 0 0,1 1-1 0 0,-1-1 1 0 0,0 1 0 0 0,0-1-1 0 0,0 0 1 0 0,0 1 0 0 0,0-1 0 0 0,0 0-1 0 0,-1 0 1 0 0,1 0 0 0 0,-1 0 0 0 0,-2 3-1 0 0,1-2-56 0 0,0 1 0 0 0,0-1-1 0 0,0 0 1 0 0,0 0 0 0 0,-1 0-1 0 0,1-1 1 0 0,-1 1 0 0 0,0-1-1 0 0,0 0 1 0 0,0 0 0 0 0,0 0-1 0 0,0 0 1 0 0,0-1-1 0 0,-9 3 1 0 0,13-4 1 0 0,-1 0-1 0 0,0 0 1 0 0,1 0-1 0 0,-1 0 1 0 0,1 0 0 0 0,-1 0-1 0 0,0 0 1 0 0,1 0-1 0 0,-1 0 1 0 0,1-1-1 0 0,-1 1 1 0 0,0 0 0 0 0,1 0-1 0 0,-1 0 1 0 0,1-1-1 0 0,-1 1 1 0 0,1 0-1 0 0,-1 0 1 0 0,1-1 0 0 0,-1 1-1 0 0,1-1 1 0 0,-1 1-1 0 0,1 0 1 0 0,0-1-1 0 0,-1 1 1 0 0,1-1 0 0 0,-1 1-1 0 0,1-1 1 0 0,0 1-1 0 0,0-1 1 0 0,-1 1 0 0 0,1-2-1 0 0,1-23-2564 0 0,18-23-1318 0 0,-10 34 3349 0 0,1-1 0 0 0,1 2 1 0 0,0-1-1 0 0,0 1 0 0 0,1 1 0 0 0,15-12 1 0 0,-12 12 1868 0 0,0 1-1 0 0,1 0 1 0 0,1 1 0 0 0,0 0 0 0 0,22-9 0 0 0,-36 18-895 0 0,-1 1 0 0 0,0-1 0 0 0,1 0 0 0 0,-1 1 1 0 0,1-1-1 0 0,-1 1 0 0 0,0-1 0 0 0,1 1 0 0 0,-1 0 0 0 0,1 0 0 0 0,-1 0 1 0 0,1 1-1 0 0,-1-1 0 0 0,1 1 0 0 0,-1-1 0 0 0,1 1 0 0 0,-1 0 1 0 0,0 0-1 0 0,5 2 0 0 0,-4-1-28 0 0,1 1 0 0 0,-1 0 0 0 0,0-1 0 0 0,0 1 0 0 0,0 1 0 0 0,-1-1 0 0 0,1 0 0 0 0,-1 1 0 0 0,0-1 0 0 0,0 1 0 0 0,2 3 0 0 0,2 7 49 0 0,-1 0 1 0 0,-1 1-1 0 0,0-1 0 0 0,-1 1 1 0 0,2 23-1 0 0,4 74-2774 0 0,-5-93-4360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0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18 17972 0 0,'-25'-18'1666'0'0,"25"24"-2024"0"0,1-1 0 0 0,-1 1 1 0 0,1-1-1 0 0,0 1 1 0 0,2 5-1 0 0,-2-10 516 0 0,2 8-389 0 0,1 0 1 0 0,1 0-1 0 0,8 12 0 0 0,0 2 76 0 0,-2-2 155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3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40 920 0 0,'0'-1'153'0'0,"0"-1"0"0"0,0 0 0 0 0,-1 1 0 0 0,1-1 0 0 0,0 1 0 0 0,-1-1-1 0 0,1 0 1 0 0,-1 1 0 0 0,1-1 0 0 0,-1 1 0 0 0,0-1 0 0 0,1 1 0 0 0,-1-1 0 0 0,0 1 0 0 0,0-1 0 0 0,0 1-1 0 0,0 0 1 0 0,0 0 0 0 0,-1 0 0 0 0,1-1 0 0 0,0 1 0 0 0,-1 0 0 0 0,1 0 0 0 0,0 1 0 0 0,-1-1-1 0 0,1 0 1 0 0,-1 0 0 0 0,1 1 0 0 0,-1-1 0 0 0,0 1 0 0 0,1-1 0 0 0,-1 1 0 0 0,0 0 0 0 0,1 0-1 0 0,-1-1 1 0 0,0 1 0 0 0,1 0 0 0 0,-1 0 0 0 0,0 1 0 0 0,1-1 0 0 0,-4 1 0 0 0,-1 0 343 0 0,0 0 0 0 0,0 0 1 0 0,0 1-1 0 0,1 0 0 0 0,-1 0 1 0 0,0 0-1 0 0,1 0 0 0 0,-1 1 1 0 0,1 0-1 0 0,-9 7 0 0 0,2 1-31 0 0,2 1 0 0 0,-1 0 0 0 0,2 0-1 0 0,-10 15 1 0 0,15-21-457 0 0,0 1-1 0 0,0 0 1 0 0,0 0 0 0 0,1 0 0 0 0,0 1-1 0 0,1-1 1 0 0,0 1 0 0 0,0-1-1 0 0,0 1 1 0 0,0 8 0 0 0,2-16-46 0 0,0 1 1 0 0,0-1-1 0 0,0 1 1 0 0,0-1 0 0 0,0 1-1 0 0,0-1 1 0 0,0 1-1 0 0,0-1 1 0 0,0 1-1 0 0,0-1 1 0 0,0 1-1 0 0,0-1 1 0 0,0 1-1 0 0,1-1 1 0 0,-1 1-1 0 0,0-1 1 0 0,0 1-1 0 0,0-1 1 0 0,1 1-1 0 0,-1-1 1 0 0,0 0-1 0 0,1 1 1 0 0,-1-1-1 0 0,0 1 1 0 0,1-1-1 0 0,-1 0 1 0 0,0 1-1 0 0,1-1 1 0 0,-1 0 0 0 0,1 0-1 0 0,-1 1 1 0 0,0-1-1 0 0,2 0 1 0 0,14-7-1424 0 0,14-22-17 0 0,-30 29 1490 0 0,21-28 203 0 0,14-18 1260 0 0,-33 44-1318 0 0,0 0 1 0 0,0 0-1 0 0,0 0 0 0 0,0 0 1 0 0,1 0-1 0 0,-1 1 1 0 0,1-1-1 0 0,-1 1 1 0 0,1 0-1 0 0,-1 0 1 0 0,1 0-1 0 0,-1 0 0 0 0,1 0 1 0 0,0 0-1 0 0,0 1 1 0 0,3-1-1 0 0,-3 1-61 0 0,-1 1-1 0 0,1 0 1 0 0,0 0-1 0 0,0 0 0 0 0,0 0 1 0 0,-1 0-1 0 0,1 0 1 0 0,-1 1-1 0 0,1-1 1 0 0,-1 1-1 0 0,1 0 0 0 0,-1 0 1 0 0,0 0-1 0 0,0 0 1 0 0,0 0-1 0 0,0 0 1 0 0,3 5-1 0 0,27 44 560 0 0,-30-48-607 0 0,6 12 6 0 0,-1 0 0 0 0,-1 0 0 0 0,0 1 0 0 0,0 0 0 0 0,-2 0 0 0 0,0 0 0 0 0,-1 1 0 0 0,1 20 0 0 0,-3-27-177 0 0,-1-1-1 0 0,-1 0 1 0 0,1 0 0 0 0,-1 0-1 0 0,-1 0 1 0 0,0 0-1 0 0,0 0 1 0 0,-1 0-1 0 0,0 0 1 0 0,0-1-1 0 0,-1 1 1 0 0,0-1-1 0 0,0 0 1 0 0,-1 0-1 0 0,0-1 1 0 0,-11 13-1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1.6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2304 0 0,'0'-1'8653'0'0,"6"0"-6754"0"0,11 2-6381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2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96 920 0 0,'-6'-8'7403'0'0,"7"-21"-914"0"0,-1 29-6396 0 0,11 5 1724 0 0,7 8-1306 0 0,-18-13-484 0 0,9 11 160 0 0,0 0-1 0 0,-1 1 1 0 0,-1 0 0 0 0,0 0 0 0 0,0 1 0 0 0,-1 0 0 0 0,-1 0-1 0 0,5 16 1 0 0,11 23-251 0 0,-13-38-159 0 0,-3-16-27 0 0,0-25-137 0 0,-4 14 342 0 0,2-6 6 0 0,1 1 1 0 0,1 1 0 0 0,0-1-1 0 0,1 1 1 0 0,10-20 0 0 0,-12 29 138 0 0,1 0 0 0 0,-1 0 0 0 0,1 1 0 0 0,0-1 0 0 0,1 1 0 0 0,0 0 0 0 0,0 0 0 0 0,0 1 0 0 0,1 0 1 0 0,0 0-1 0 0,0 0 0 0 0,11-5 0 0 0,-17 10-76 0 0,1 0 0 0 0,-1 1 0 0 0,0-1-1 0 0,1 1 1 0 0,-1-1 0 0 0,0 1 0 0 0,1-1 0 0 0,-1 1 0 0 0,1 0 0 0 0,-1 0 0 0 0,1 0 0 0 0,-1 0 0 0 0,0 0 0 0 0,1 0 0 0 0,-1 0 0 0 0,1 0 0 0 0,-1 0-1 0 0,1 1 1 0 0,-1-1 0 0 0,0 1 0 0 0,1-1 0 0 0,-1 1 0 0 0,0-1 0 0 0,1 1 0 0 0,-1 0 0 0 0,0 0 0 0 0,0-1 0 0 0,0 1 0 0 0,0 0 0 0 0,0 0 0 0 0,0 0 0 0 0,2 3-1 0 0,2 3-88 0 0,-1 0 0 0 0,0 0 0 0 0,0 0-1 0 0,5 17 1 0 0,7 12-1100 0 0,3-12-899 0 0,-3-10-2462 0 0,-3-3-560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98 617 2304 0 0,'5'-9'236'0'0,"-2"1"-1"0"0,1-1 1 0 0,4-17-1 0 0,-5 12 859 0 0,-1 1-1 0 0,0-1 1 0 0,-1 0-1 0 0,-1 1 1 0 0,0-1-1 0 0,-1 0 1 0 0,-4-23 0 0 0,5 35-949 0 0,0 1 1 0 0,0-1 0 0 0,-1 1 0 0 0,1-1-1 0 0,0 1 1 0 0,-1-1 0 0 0,1 1 0 0 0,-1-1 0 0 0,0 1-1 0 0,1 0 1 0 0,-1-1 0 0 0,0 1 0 0 0,0 0-1 0 0,0 0 1 0 0,0-1 0 0 0,0 1 0 0 0,0 0 0 0 0,0 0-1 0 0,-2-1 1 0 0,2 2-70 0 0,0 0 0 0 0,0 0 0 0 0,0 0 0 0 0,1 0-1 0 0,-1 0 1 0 0,0 0 0 0 0,0 0 0 0 0,0 0 0 0 0,0 0 0 0 0,0 1-1 0 0,0-1 1 0 0,1 0 0 0 0,-1 0 0 0 0,0 1 0 0 0,0-1 0 0 0,0 1-1 0 0,1-1 1 0 0,-1 1 0 0 0,0-1 0 0 0,1 1 0 0 0,-1-1 0 0 0,0 1 0 0 0,0 1-1 0 0,-4 4 115 0 0,0 0 0 0 0,0 1 0 0 0,0-1 0 0 0,1 1-1 0 0,-6 13 1 0 0,-2 8-137 0 0,-17 59 0 0 0,26-76-73 0 0,1-1 0 0 0,0 2 0 0 0,0-1 1 0 0,1 0-1 0 0,1 0 0 0 0,0 0 0 0 0,1 0 0 0 0,3 22 0 0 0,-3-30-20 0 0,0 0 0 0 0,0 0 0 0 0,0 1 0 0 0,0-1 0 0 0,0 0 0 0 0,0 0 0 0 0,1-1 0 0 0,-1 1 0 0 0,1 0 0 0 0,0 0 0 0 0,0-1 0 0 0,0 1 0 0 0,0-1 0 0 0,1 0 0 0 0,-1 1 0 0 0,1-1 0 0 0,-1 0 0 0 0,1 0 0 0 0,0-1 0 0 0,0 1 0 0 0,-1-1-1 0 0,1 1 1 0 0,0-1 0 0 0,1 0 0 0 0,-1 0 0 0 0,0 0 0 0 0,3 0 0 0 0,-2-1-70 0 0,0 0 0 0 0,1 0 0 0 0,-1 0 0 0 0,0 0-1 0 0,0-1 1 0 0,0 0 0 0 0,0 0 0 0 0,-1 0 0 0 0,1 0-1 0 0,0-1 1 0 0,0 1 0 0 0,-1-1 0 0 0,1 0 0 0 0,-1 0-1 0 0,1-1 1 0 0,-1 1 0 0 0,0-1 0 0 0,0 1 0 0 0,0-1-1 0 0,0 0 1 0 0,3-4 0 0 0,5-9 119 0 0,0-1 0 0 0,-2 0 0 0 0,1-1 0 0 0,-2 0 0 0 0,6-20 0 0 0,-6 17 601 0 0,1 0 1 0 0,0 1 0 0 0,17-26 0 0 0,-26 46-570 0 0,1-1 0 0 0,-1 0 0 0 0,0 1 1 0 0,1-1-1 0 0,-1 0 0 0 0,0 1 0 0 0,1-1 1 0 0,-1 0-1 0 0,1 1 0 0 0,-1-1 0 0 0,1 1 1 0 0,-1-1-1 0 0,1 1 0 0 0,0-1 0 0 0,-1 1 0 0 0,1 0 1 0 0,0-1-1 0 0,-1 1 0 0 0,1 0 0 0 0,0-1 1 0 0,-1 1-1 0 0,1 0 0 0 0,0 0 0 0 0,-1-1 1 0 0,1 1-1 0 0,0 0 0 0 0,0 0 0 0 0,-1 0 1 0 0,1 0-1 0 0,0 0 0 0 0,0 0 0 0 0,-1 0 1 0 0,1 1-1 0 0,0-1 0 0 0,0 0 0 0 0,-1 0 1 0 0,1 0-1 0 0,0 1 0 0 0,-1-1 0 0 0,1 0 1 0 0,0 1-1 0 0,-1-1 0 0 0,1 1 0 0 0,0-1 1 0 0,-1 1-1 0 0,1-1 0 0 0,0 2 0 0 0,4 3 148 0 0,-1 1 0 0 0,0 0 0 0 0,-1 0-1 0 0,6 11 1 0 0,5 10 104 0 0,-12-26-313 0 0,-1 1-1 0 0,1 0 1 0 0,0 0 0 0 0,0-1-1 0 0,0 1 1 0 0,0-1-1 0 0,0 1 1 0 0,0-1-1 0 0,0 0 1 0 0,0 0 0 0 0,0 0-1 0 0,0 0 1 0 0,1 0-1 0 0,-1 0 1 0 0,0-1-1 0 0,1 1 1 0 0,-1-1 0 0 0,1 0-1 0 0,-1 1 1 0 0,1-1-1 0 0,2-1 1 0 0,0 1-140 0 0,-1-1-1 0 0,0-1 1 0 0,1 1-1 0 0,-1-1 1 0 0,0 0 0 0 0,0 1-1 0 0,0-2 1 0 0,0 1 0 0 0,0 0-1 0 0,6-6 1 0 0,1-2-414 0 0,-1 0 0 0 0,0-1 0 0 0,-1 0 0 0 0,0 0 0 0 0,0-1-1 0 0,8-17 1 0 0,-8 10 358 0 0,-1 0 0 0 0,-1-1 0 0 0,-1 0 0 0 0,-1 0 0 0 0,-1 0 0 0 0,0-1-1 0 0,-2 1 1 0 0,1-33 0 0 0,-4 9 2227 0 0,-1-1-1 0 0,-16-83 0 0 0,13 109-920 0 0,3 9 976 0 0,7 24-897 0 0,0 4-926 0 0,-1 1-1 0 0,3 36 1 0 0,2 13-13 0 0,53 169-263 0 0,-47-195-206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6:5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16588 0 0,'5'3'1472'0'0,"-4"0"-1176"0"0,2 0-232 0 0,5 5 3073 0 0,-5-4-2945 0 0,-1 0-120 0 0,3 0-72 0 0,-3-2 80 0 0,3-4-80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5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 18 6449 0 0,'-1'-1'76'0'0,"1"0"-1"0"0,0 0 1 0 0,-1 0 0 0 0,1 0-1 0 0,-1 1 1 0 0,1-1-1 0 0,-1 0 1 0 0,1 0-1 0 0,-1 0 1 0 0,0 0-1 0 0,1 1 1 0 0,-1-1-1 0 0,0 0 1 0 0,0 0-1 0 0,0 1 1 0 0,0-1-1 0 0,1 1 1 0 0,-1-1 0 0 0,0 1-1 0 0,0-1 1 0 0,0 1-1 0 0,0 0 1 0 0,0-1-1 0 0,0 1 1 0 0,0 0-1 0 0,0 0 1 0 0,0 0-1 0 0,-1-1 1 0 0,1 1-1 0 0,0 0 1 0 0,0 1 0 0 0,0-1-1 0 0,0 0 1 0 0,0 0-1 0 0,0 0 1 0 0,-1 1-1 0 0,0 0 15 0 0,0 0-1 0 0,1 0 1 0 0,-1 1-1 0 0,1-1 1 0 0,-1 0-1 0 0,1 1 1 0 0,-1-1-1 0 0,1 1 1 0 0,0-1-1 0 0,0 1 1 0 0,0-1-1 0 0,0 1 1 0 0,0 0-1 0 0,0 0 1 0 0,1-1-1 0 0,-1 1 1 0 0,0 0-1 0 0,1 0 1 0 0,-1 0-1 0 0,1 2 1 0 0,-5 55 959 0 0,3 1 1 0 0,7 90-1 0 0,0-54-543 0 0,10 199 522 0 0,85 470 0 0 0,-44-464 745 0 0,23 407 0 0 0,-73-601-2394 0 0,0-14-2547 0 0,-7 118 1 0 0,-1-195-2623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3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2127 0 10594 0 0,'-19'2'305'0'0,"0"1"0"0"0,0 1-1 0 0,0 0 1 0 0,1 2 0 0 0,-35 14-1 0 0,0 0 5 0 0,-237 67 1486 0 0,197-64-634 0 0,-112 13 0 0 0,-376 21 19 0 0,117 18-3501 0 0,428-68 2171 0 0,24-4 104 0 0,-112 27-2 0 0,110-26 23 0 0,1 1 0 0 0,0 0 0 0 0,0 1 1 0 0,0 0-1 0 0,0 1 0 0 0,-19 15 0 0 0,21-8-4388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 7370 0 0,'-2'0'211'0'0,"1"1"0"0"0,0-1 0 0 0,0 1 0 0 0,0-1 0 0 0,0 1 0 0 0,0-1 0 0 0,0 1 0 0 0,1 0 0 0 0,-1-1 0 0 0,0 1 0 0 0,0 0 0 0 0,0 0 0 0 0,1 0 0 0 0,-1 0 0 0 0,0 0 0 0 0,1 0 0 0 0,-1 0 0 0 0,1 0 1 0 0,-1 0-1 0 0,1 0 0 0 0,-1 0 0 0 0,1 0 0 0 0,0 0 0 0 0,-1 0 0 0 0,1 0 0 0 0,0 1 0 0 0,0-1 0 0 0,0 2 0 0 0,-3 38 1134 0 0,3-36-899 0 0,0 124 252 0 0,19 154 0 0 0,39 127 1318 0 0,-5-38-1113 0 0,-51-351-906 0 0,38 378-1366 0 0,-36-299-679 0 0,-15 199 0 0 0,7-264-4022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0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95 2761 0 0,'45'-2'3900'0'0,"68"-13"0"0"0,14-1-1634 0 0,51 3 94 0 0,283-10 468 0 0,-120 17-2826 0 0,-131 1 46 0 0,-41-2-273 0 0,-96 0-6549 0 0,-62 6 1989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7.4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6913 0 0,'15'46'5778'0'0,"-10"-14"-3398"0"0,1 37 0 0 0,-5 86-351 0 0,-2-55-1442 0 0,60 825 543 0 0,12-416-1153 0 0,29-4-17 0 0,16 94 25 0 0,-95-477 21 0 0,42 280 98 0 0,-50-280-109 0 0,-2 160 0 0 0,-12-268-466 0 0,0 0 0 0 0,0 0 0 0 0,-6 21 0 0 0,0-18-6469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2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0,'2'-7'551'0'0,"0"0"0"0"0,1 0 0 0 0,0 0 0 0 0,0 0 0 0 0,1 0 0 0 0,-1 0 0 0 0,2 1 0 0 0,-1 0 0 0 0,9-10 0 0 0,-13 16-424 0 0,1 0 1 0 0,0 0 0 0 0,-1 1 0 0 0,1-1 0 0 0,-1 0-1 0 0,1 0 1 0 0,-1 0 0 0 0,1 0 0 0 0,-1 0-1 0 0,1 0 1 0 0,-1 1 0 0 0,1-1 0 0 0,-1 0 0 0 0,0 0-1 0 0,1 1 1 0 0,-1-1 0 0 0,1 0 0 0 0,-1 1-1 0 0,1-1 1 0 0,-1 0 0 0 0,0 1 0 0 0,1-1 0 0 0,-1 1-1 0 0,0-1 1 0 0,0 1 0 0 0,1-1 0 0 0,-1 1-1 0 0,0-1 1 0 0,0 1 0 0 0,0-1 0 0 0,1 1-1 0 0,-1-1 1 0 0,0 1 0 0 0,11 24 1312 0 0,-10-20-931 0 0,25 66 971 0 0,18 84 0 0 0,-25-81-1222 0 0,86 402 944 0 0,-73-313-853 0 0,65 631 2109 0 0,-88-690-1891 0 0,-8-69-525 0 0,-1-25-19 0 0,0 0 0 0 0,0 0-1 0 0,1 0 1 0 0,1 0 0 0 0,-1 0-1 0 0,2 0 1 0 0,-1 0 0 0 0,1-1-1 0 0,8 17 1 0 0,1-14-221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8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1580 79 4609 0 0,'-2'-2'210'0'0,"0"1"0"0"0,1-1-1 0 0,-1 1 1 0 0,1-1 0 0 0,-1 0 0 0 0,1 0-1 0 0,0 0 1 0 0,0 0 0 0 0,0 0 0 0 0,0 0-1 0 0,-1-4 1 0 0,1 4 174 0 0,0-1 0 0 0,-1 0 0 0 0,1 1 0 0 0,0-1-1 0 0,-1 1 1 0 0,1 0 0 0 0,-1-1 0 0 0,-2-1 0 0 0,-1 0 0 0 0,0 1 1 0 0,0 0-1 0 0,0 0 0 0 0,0 0 0 0 0,0 1 1 0 0,-1 0-1 0 0,1 0 0 0 0,-1 0 1 0 0,0 1-1 0 0,1 0 0 0 0,-1 0 0 0 0,0 0 1 0 0,0 1-1 0 0,-6 0 0 0 0,-13 1 231 0 0,-47 7-1 0 0,67-8-490 0 0,-399 46 2289 0 0,-92-37-1119 0 0,308 0-1040 0 0,123-4-168 0 0,-119-5 0 0 0,176 0 145 0 0,-5-1-1834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09.5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279 53 920 0 0,'-32'-11'1932'0'0,"29"9"-1610"0"0,1 1 0 0 0,-1-1 0 0 0,1 1 0 0 0,-1 0 0 0 0,0 0 1 0 0,0 0-1 0 0,1 0 0 0 0,-1 0 0 0 0,0 1 0 0 0,0 0 0 0 0,0-1 0 0 0,0 1 0 0 0,0 0 0 0 0,1 0 0 0 0,-1 0 0 0 0,0 1 1 0 0,0-1-1 0 0,0 1 0 0 0,0 0 0 0 0,1-1 0 0 0,-1 1 0 0 0,0 0 0 0 0,1 1 0 0 0,-1-1 0 0 0,0 0 0 0 0,1 1 0 0 0,0 0 1 0 0,-1-1-1 0 0,-1 3 0 0 0,-4 4-139 0 0,0 0 1 0 0,1 0 0 0 0,0 1 0 0 0,1 0 0 0 0,0 0 0 0 0,0 0-1 0 0,1 1 1 0 0,-5 13 0 0 0,8-19-135 0 0,0 0 0 0 0,1 0-1 0 0,-1 0 1 0 0,1 0 0 0 0,0 0 0 0 0,0 0-1 0 0,0 1 1 0 0,1-1 0 0 0,0 0 0 0 0,0 1-1 0 0,0-1 1 0 0,0 0 0 0 0,0 1 0 0 0,1-1-1 0 0,0 0 1 0 0,0 1 0 0 0,0-1 0 0 0,1 0-1 0 0,-1 0 1 0 0,1 0 0 0 0,0 0 0 0 0,0 0 0 0 0,4 5-1 0 0,-4-7-44 0 0,1 0 0 0 0,-1-1 0 0 0,0 1 0 0 0,1 0 0 0 0,0-1 0 0 0,-1 0 0 0 0,1 0 0 0 0,0 1 0 0 0,0-2 0 0 0,-1 1 0 0 0,1 0 0 0 0,0 0 0 0 0,0-1 0 0 0,0 0 0 0 0,0 0 0 0 0,0 1 0 0 0,0-2 0 0 0,0 1 0 0 0,0 0 0 0 0,0-1 0 0 0,0 1 0 0 0,0-1 0 0 0,0 0 0 0 0,-1 0 0 0 0,1 0 0 0 0,0 0 0 0 0,4-3 0 0 0,1 0 10 0 0,0 0 0 0 0,0 0 0 0 0,0-1 0 0 0,-1-1 0 0 0,0 1 0 0 0,0-1 0 0 0,11-12 0 0 0,-15 13-3 0 0,0 1-1 0 0,-1-1 1 0 0,1 0-1 0 0,-1 0 1 0 0,0 0-1 0 0,-1 0 1 0 0,1 0 0 0 0,-1 0-1 0 0,0 0 1 0 0,-1-1-1 0 0,1 1 1 0 0,-1 0-1 0 0,0 0 1 0 0,0-1-1 0 0,-1 1 1 0 0,1 0-1 0 0,-1-1 1 0 0,0 1-1 0 0,-1 0 1 0 0,1 0-1 0 0,-1 0 1 0 0,-3-7-1 0 0,3 8 1 0 0,1 0 0 0 0,-1 0-1 0 0,0 0 1 0 0,0 1 0 0 0,-1-1 0 0 0,1 1-1 0 0,-1-1 1 0 0,0 1 0 0 0,0 0-1 0 0,0 0 1 0 0,0 0 0 0 0,0 0-1 0 0,0 1 1 0 0,-1-1 0 0 0,0 1-1 0 0,1 0 1 0 0,-1 0 0 0 0,0 0 0 0 0,0 0-1 0 0,0 1 1 0 0,0 0 0 0 0,0-1-1 0 0,0 2 1 0 0,-1-1 0 0 0,1 0-1 0 0,0 1 1 0 0,0 0 0 0 0,-6 0-1 0 0,7 1 32 0 0,0 0-1 0 0,-1 0 0 0 0,1 0 1 0 0,0 1-1 0 0,0-1 0 0 0,0 1 1 0 0,0 0-1 0 0,0 0 0 0 0,0 0 1 0 0,0 0-1 0 0,1 0 0 0 0,-1 1 1 0 0,1-1-1 0 0,-1 1 0 0 0,1-1 0 0 0,0 1 1 0 0,0 0-1 0 0,0 0 0 0 0,1 0 1 0 0,-1 0-1 0 0,1 1 0 0 0,0-1 1 0 0,-1 0-1 0 0,1 0 0 0 0,1 1 1 0 0,-2 4-1 0 0,2-5-49 0 0,-1 0 0 0 0,1 0 0 0 0,-1 0 1 0 0,1 0-1 0 0,0 0 0 0 0,0 0 0 0 0,0 0 0 0 0,1 0 0 0 0,-1-1 0 0 0,1 1 1 0 0,-1 0-1 0 0,1 0 0 0 0,0 0 0 0 0,0-1 0 0 0,1 1 0 0 0,-1 0 0 0 0,0-1 1 0 0,1 1-1 0 0,-1-1 0 0 0,1 1 0 0 0,0-1 0 0 0,0 0 0 0 0,0 0 0 0 0,0 0 1 0 0,0 0-1 0 0,1 0 0 0 0,-1 0 0 0 0,1-1 0 0 0,-1 1 0 0 0,1-1 0 0 0,4 2 1 0 0,-2-1 6 0 0,-1-1 1 0 0,1 0 0 0 0,0-1 0 0 0,-1 1-1 0 0,1-1 1 0 0,0 0 0 0 0,0 0 0 0 0,0 0 0 0 0,-1-1-1 0 0,1 1 1 0 0,0-1 0 0 0,-1 0 0 0 0,1-1-1 0 0,0 1 1 0 0,-1-1 0 0 0,5-2 0 0 0,-7 3 0 0 0,0-1 1 0 0,0 1 0 0 0,0 0 0 0 0,-1 0-1 0 0,1-1 1 0 0,-1 1 0 0 0,1-1-1 0 0,-1 1 1 0 0,1-1 0 0 0,-1 0 0 0 0,0 0-1 0 0,0 1 1 0 0,0-1 0 0 0,0 0-1 0 0,0 0 1 0 0,0 0 0 0 0,-1 0 0 0 0,1 0-1 0 0,-1 0 1 0 0,1 0 0 0 0,-1 0-1 0 0,0 0 1 0 0,0-1 0 0 0,0 1 0 0 0,0 0-1 0 0,0 0 1 0 0,0 0 0 0 0,0 0-1 0 0,-1 0 1 0 0,1 0 0 0 0,-1 0 0 0 0,0 0-1 0 0,1 0 1 0 0,-1 0 0 0 0,0 0 0 0 0,0 0-1 0 0,0 0 1 0 0,-2-2 0 0 0,-1-2 3 0 0,0 1 1 0 0,0-1-1 0 0,0 1 0 0 0,-1-1 1 0 0,1 1-1 0 0,-2 0 1 0 0,1 1-1 0 0,0 0 1 0 0,-1-1-1 0 0,0 2 1 0 0,0-1-1 0 0,0 1 0 0 0,0 0 1 0 0,0 0-1 0 0,-1 0 1 0 0,1 1-1 0 0,-10-2 1 0 0,11 3-3 0 0,1 0 1 0 0,-1 1 0 0 0,1 0 0 0 0,-1-1-1 0 0,1 2 1 0 0,-1-1 0 0 0,1 0 0 0 0,0 1-1 0 0,-1 0 1 0 0,1 0 0 0 0,-1 0 0 0 0,1 1 0 0 0,0-1-1 0 0,0 1 1 0 0,0 0 0 0 0,0 0 0 0 0,0 1-1 0 0,0-1 1 0 0,1 1 0 0 0,-1 0 0 0 0,1-1-1 0 0,0 2 1 0 0,-1-1 0 0 0,1 0 0 0 0,1 1-1 0 0,-1-1 1 0 0,1 1 0 0 0,-3 4 0 0 0,3-6-8 0 0,1 0 0 0 0,0 0 0 0 0,-1 0 0 0 0,1 1 1 0 0,0-1-1 0 0,0 0 0 0 0,0 1 0 0 0,1-1 0 0 0,-1 0 0 0 0,0 1 1 0 0,1-1-1 0 0,0 1 0 0 0,-1-1 0 0 0,1 1 0 0 0,0-1 1 0 0,0 1-1 0 0,1-1 0 0 0,-1 1 0 0 0,0-1 0 0 0,1 1 0 0 0,0-1 1 0 0,-1 1-1 0 0,1-1 0 0 0,0 0 0 0 0,0 1 0 0 0,0-1 0 0 0,1 0 1 0 0,-1 0-1 0 0,0 0 0 0 0,1 0 0 0 0,0 0 0 0 0,-1 0 1 0 0,1 0-1 0 0,0 0 0 0 0,0-1 0 0 0,0 1 0 0 0,0-1 0 0 0,4 3 1 0 0,1-1-11 0 0,0 0 1 0 0,-1 0-1 0 0,1-1 1 0 0,0 0-1 0 0,0 0 1 0 0,0-1-1 0 0,0 1 1 0 0,1-2-1 0 0,-1 1 1 0 0,0-1 0 0 0,0 0-1 0 0,11-2 1 0 0,-11 1 8 0 0,-1 0 0 0 0,1-1 0 0 0,0 0 0 0 0,0-1 0 0 0,8-4 0 0 0,-12 6 2 0 0,0-1 1 0 0,-1 1-1 0 0,1-1 1 0 0,0 0-1 0 0,-1 0 1 0 0,0 0-1 0 0,1 0 1 0 0,-1-1-1 0 0,0 1 1 0 0,0 0-1 0 0,0-1 1 0 0,0 0 0 0 0,-1 1-1 0 0,3-4 1 0 0,-4 4 14 0 0,0 1 1 0 0,0 0 0 0 0,0-1 0 0 0,0 1-1 0 0,0-1 1 0 0,0 1 0 0 0,0 0 0 0 0,0-1-1 0 0,0 1 1 0 0,-1 0 0 0 0,1-1 0 0 0,-1 1-1 0 0,1 0 1 0 0,-1 0 0 0 0,1-1 0 0 0,-1 1-1 0 0,0 0 1 0 0,1 0 0 0 0,-1 0 0 0 0,0 0-1 0 0,0 0 1 0 0,0 0 0 0 0,0 0 0 0 0,0 0-1 0 0,0 0 1 0 0,0 0 0 0 0,0 0 0 0 0,0 1-1 0 0,-1-1 1 0 0,1 1 0 0 0,0-1 0 0 0,-3 0-1 0 0,-2-2 102 0 0,1 1-1 0 0,-1 0 0 0 0,0 0 0 0 0,0 0 1 0 0,0 1-1 0 0,-6-1 0 0 0,4 1 123 0 0,0 1 1 0 0,0 0-1 0 0,0 1 0 0 0,0 0 1 0 0,0 0-1 0 0,0 1 0 0 0,0 0 0 0 0,1 0 1 0 0,-1 1-1 0 0,1 0 0 0 0,-9 5 1 0 0,11-6-283 0 0,1 1 1 0 0,-1 0 0 0 0,1 0 0 0 0,0 1 0 0 0,0-1 0 0 0,0 1-1 0 0,0 0 1 0 0,1 0 0 0 0,-1 0 0 0 0,1 0 0 0 0,0 1 0 0 0,1-1-1 0 0,-1 1 1 0 0,1 0 0 0 0,-1 0 0 0 0,1 0 0 0 0,-2 9 0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0.9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131 195 6913 0 0,'-1'-12'409'0'0,"0"1"0"0"0,1-1 0 0 0,2-15 0 0 0,-1-25 1161 0 0,-2 39-952 0 0,1 8-162 0 0,0-1 1 0 0,0 1-1 0 0,-1 0 0 0 0,1 0 0 0 0,-1 0 0 0 0,-1 0 1 0 0,1 0-1 0 0,-1 0 0 0 0,0 0 0 0 0,-4-8 0 0 0,6 13-393 0 0,-1-1-1 0 0,0 1 1 0 0,1-1-1 0 0,-1 1 1 0 0,1 0-1 0 0,-1 0 1 0 0,0-1-1 0 0,1 1 1 0 0,-1 0-1 0 0,0 0 1 0 0,1 0-1 0 0,-1 0 1 0 0,0-1-1 0 0,1 1 1 0 0,-1 0-1 0 0,0 0 1 0 0,1 0-1 0 0,-1 1 1 0 0,0-1-1 0 0,1 0 1 0 0,-1 0-1 0 0,0 0 1 0 0,1 0-1 0 0,-1 1 1 0 0,0-1-1 0 0,1 0 1 0 0,-1 1-1 0 0,1-1 1 0 0,-1 0-1 0 0,1 1 1 0 0,-1-1-1 0 0,0 1 1 0 0,1-1-1 0 0,0 1 1 0 0,-1-1-1 0 0,1 1 1 0 0,-1-1-1 0 0,0 2 1 0 0,-16 21 436 0 0,4 2-492 0 0,2 0 1 0 0,1 0-1 0 0,0 1 1 0 0,2 1-1 0 0,2 0 1 0 0,0 0-1 0 0,1 0 1 0 0,2 0-1 0 0,1 1 1 0 0,1-1-1 0 0,5 50 1 0 0,-2-60-94 0 0,1 0 0 0 0,1 0 0 0 0,1 0 0 0 0,0-1 0 0 0,1 0-1 0 0,0 0 1 0 0,2 0 0 0 0,15 24 0 0 0,-15-29-87 0 0,0 0 0 0 0,1-1-1 0 0,0 0 1 0 0,1 0 0 0 0,0-1-1 0 0,0-1 1 0 0,1 0 0 0 0,0 0-1 0 0,1-1 1 0 0,-1 0 0 0 0,1-1-1 0 0,14 5 1 0 0,-18-8-14 0 0,0-1 1 0 0,0 0-1 0 0,0 0 1 0 0,0-1-1 0 0,1 0 0 0 0,-1 0 1 0 0,0-1-1 0 0,1 0 1 0 0,-1 0-1 0 0,0-1 0 0 0,0 0 1 0 0,1-1-1 0 0,12-4 1 0 0,-18 5 216 0 0,1 0 0 0 0,-1-1 0 0 0,0 1 0 0 0,0-1 0 0 0,0 0 0 0 0,0 0 0 0 0,0 0 0 0 0,0 0 0 0 0,0 0 0 0 0,-1-1 0 0 0,1 1 0 0 0,-1-1 0 0 0,0 1 0 0 0,0-1 0 0 0,0 0 0 0 0,0 0 0 0 0,0 0 0 0 0,0-1 0 0 0,-1 1 0 0 0,0 0 0 0 0,1 0 0 0 0,-1-1 0 0 0,0 1 0 0 0,-1-1 0 0 0,1 1 0 0 0,-1-1 0 0 0,1 1 0 0 0,-1-1 0 0 0,0 1 0 0 0,-1-1 0 0 0,1 1 0 0 0,0-1 0 0 0,-1 1 0 0 0,-1-5 0 0 0,0 0 40 0 0,-1 0 1 0 0,1 0-1 0 0,-1 1 0 0 0,-1-1 0 0 0,0 1 0 0 0,0 0 0 0 0,0 0 0 0 0,-1 0 0 0 0,0 1 1 0 0,-11-12-1 0 0,-5-2-83 0 0,-43-30 0 0 0,-4-3-30 0 0,67 52 42 0 0,0 0 0 0 0,0 0 1 0 0,0 0-1 0 0,0 0 0 0 0,0 0 0 0 0,1 0 0 0 0,-1 0 0 0 0,0 0 1 0 0,0-1-1 0 0,1 1 0 0 0,-1 0 0 0 0,1 0 0 0 0,-1-1 0 0 0,1 1 0 0 0,-1-1 1 0 0,1 1-1 0 0,0 0 0 0 0,0-1 0 0 0,-1 1 0 0 0,1-1 0 0 0,0 1 1 0 0,1 0-1 0 0,-1-1 0 0 0,0 1 0 0 0,1-2 0 0 0,0 0-1 0 0,0 0 0 0 0,0 0-1 0 0,1 0 1 0 0,0 1 0 0 0,-1-1 0 0 0,1 0-1 0 0,0 1 1 0 0,0 0 0 0 0,1-1-1 0 0,4-3 1 0 0,6-3-5 0 0,0 0 0 0 0,0 1-1 0 0,22-10 1 0 0,-13 8 22 0 0,1 1 1 0 0,0 2-1 0 0,0 0 0 0 0,0 2 0 0 0,1 0 0 0 0,0 2 1 0 0,0 0-1 0 0,0 2 0 0 0,27 1 0 0 0,-44 1-11 0 0,-1 0 1 0 0,1 0-1 0 0,-1 1 0 0 0,0 0 1 0 0,1 0-1 0 0,-1 0 0 0 0,0 1 0 0 0,0 0 1 0 0,0 0-1 0 0,-1 0 0 0 0,1 1 0 0 0,-1 0 1 0 0,0 0-1 0 0,0 1 0 0 0,0-1 0 0 0,0 1 1 0 0,-1 0-1 0 0,0 0 0 0 0,0 0 0 0 0,0 1 1 0 0,-1 0-1 0 0,6 11 0 0 0,2 9 491 0 0,-1 2 0 0 0,-1-1 0 0 0,10 56-1 0 0,-12-52 302 0 0,-3-10-451 0 0,-1 1 1 0 0,0-1 0 0 0,-2 1-1 0 0,0-1 1 0 0,-4 35 0 0 0,1-45-620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1.7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233 128 3225 0 0,'7'-24'1161'0'0,"7"-28"1492"0"0,-13 49-2391 0 0,-1 1-1 0 0,1-1 1 0 0,-1 1-1 0 0,0 0 1 0 0,0-1-1 0 0,0 1 1 0 0,-1-1-1 0 0,1 1 1 0 0,0-1-1 0 0,-1 1 1 0 0,0-1-1 0 0,1 1 1 0 0,-1 0-1 0 0,0-1 1 0 0,0 1-1 0 0,-1 0 1 0 0,0-2 0 0 0,1 3-143 0 0,1 0 1 0 0,-1 1-1 0 0,0-1 1 0 0,1 1 0 0 0,-1 0-1 0 0,1-1 1 0 0,-1 1 0 0 0,0-1-1 0 0,1 1 1 0 0,-1 0 0 0 0,0 0-1 0 0,1-1 1 0 0,-1 1 0 0 0,0 0-1 0 0,0 0 1 0 0,1 0-1 0 0,-1 0 1 0 0,0 0 0 0 0,0 0-1 0 0,1 0 1 0 0,-1 0 0 0 0,0 0-1 0 0,0 0 1 0 0,-1 0 0 0 0,-21 12 1525 0 0,-15 23 33 0 0,37-34-1607 0 0,-24 26 270 0 0,1 1 1 0 0,-27 40-1 0 0,41-52-243 0 0,1 0 1 0 0,0 0-1 0 0,1 1 0 0 0,1 0 1 0 0,0 0-1 0 0,-6 29 0 0 0,13-43-123 0 0,-1-1 0 0 0,1 1 1 0 0,0 0-1 0 0,0 0 0 0 0,0 0 0 0 0,0 0 0 0 0,0 0 0 0 0,1 0 0 0 0,-1 0 0 0 0,1 0 1 0 0,0 0-1 0 0,0 0 0 0 0,0-1 0 0 0,0 1 0 0 0,0 0 0 0 0,1-1 0 0 0,-1 1 0 0 0,1-1 1 0 0,0 1-1 0 0,-1-1 0 0 0,1 0 0 0 0,0 0 0 0 0,1 0 0 0 0,-1 0 0 0 0,0 0 0 0 0,1 0 1 0 0,-1 0-1 0 0,1-1 0 0 0,-1 1 0 0 0,1-1 0 0 0,-1 0 0 0 0,1 0 0 0 0,0 0 0 0 0,4 1 0 0 0,10 3-207 0 0,1-1 0 0 0,0-1 0 0 0,0 0 0 0 0,24 0 0 0 0,-32-2 179 0 0,30 0-138 0 0,-16 0-52 0 0,0 0 0 0 0,35 7 0 0 0,-53-7 218 0 0,-1 1 0 0 0,0-1 0 0 0,1 1-1 0 0,-1 0 1 0 0,0 0 0 0 0,0 0 0 0 0,0 1 0 0 0,0 0-1 0 0,-1 0 1 0 0,1 0 0 0 0,-1 0 0 0 0,0 1-1 0 0,0-1 1 0 0,0 1 0 0 0,0 1 0 0 0,4 4 0 0 0,-7-6 60 0 0,0 0 0 0 0,0 0 0 0 0,0 1 0 0 0,0-1 0 0 0,0 0 0 0 0,-1 0 0 0 0,1 1 0 0 0,-1-1 0 0 0,0 0 0 0 0,0 1 0 0 0,0-1 0 0 0,0 0 0 0 0,-1 1 0 0 0,1-1 0 0 0,-1 0 0 0 0,0 0 0 0 0,0 0 0 0 0,0 1 0 0 0,0-1 0 0 0,-1 0 0 0 0,1 0 0 0 0,-1-1 1 0 0,0 1-1 0 0,0 0 0 0 0,0 0 0 0 0,-3 2 0 0 0,-7 10 288 0 0,0-1 1 0 0,-1-1-1 0 0,-18 14 1 0 0,6-5 545 0 0,-45 28 1 0 0,61-44-1049 0 0,-1-1 0 0 0,1 0-1 0 0,-1 0 1 0 0,-1-1 0 0 0,1 0 0 0 0,-1-1 0 0 0,1 0 0 0 0,-19 3 0 0 0,12-7-6573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2.4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1 275 10594 0 0,'2'0'91'0'0,"0"1"0"0"0,0-1-1 0 0,0 0 1 0 0,-1 0 0 0 0,1 0-1 0 0,0 0 1 0 0,0 0 0 0 0,0-1-1 0 0,0 1 1 0 0,0-1 0 0 0,0 1-1 0 0,-1-1 1 0 0,1 1 0 0 0,0-1-1 0 0,0 0 1 0 0,1-1 0 0 0,3-1 464 0 0,56-22 2186 0 0,-2-3 0 0 0,103-63 0 0 0,-32 15-2266 0 0,-69 46-2507 0 0,-19 15-2901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3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 1 5529 0 0,'-9'2'229'0'0,"-27"8"3498"0"0,34-10-3454 0 0,1 1-1 0 0,0-1 1 0 0,-1 1 0 0 0,1-1-1 0 0,0 1 1 0 0,-1 0 0 0 0,1 0-1 0 0,0-1 1 0 0,0 1 0 0 0,0 0-1 0 0,0 0 1 0 0,0 0 0 0 0,0 0-1 0 0,0 0 1 0 0,0 1 0 0 0,0-1 0 0 0,0 0-1 0 0,1 0 1 0 0,-1 1 0 0 0,0 0-1 0 0,2 1-3 0 0,0 0 0 0 0,0 0 0 0 0,0 0 0 0 0,0 0 0 0 0,0 0 0 0 0,1-1 0 0 0,0 1 0 0 0,-1-1 0 0 0,1 1 0 0 0,0-1 0 0 0,0 0 0 0 0,0 1 0 0 0,5 2 0 0 0,4 7 374 0 0,19 29-31 0 0,-3 2 1 0 0,-1 1-1 0 0,-2 1 0 0 0,32 86 0 0 0,43 201-1387 0 0,-97-326 203 0 0,4 18-107 0 0,0-8-5961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3.7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131 73 1808 0 0,'-64'10'236'0'0,"30"-12"1552"0"0,7-7 3454 0 0,26 9-5115 0 0,1 0-1 0 0,0 0 1 0 0,-1-1 0 0 0,1 1 0 0 0,0 0-1 0 0,-1 0 1 0 0,1-1 0 0 0,0 1-1 0 0,-1 0 1 0 0,1-1 0 0 0,0 1 0 0 0,0 0-1 0 0,-1-1 1 0 0,1 1 0 0 0,0 0 0 0 0,0-1-1 0 0,0 1 1 0 0,0 0 0 0 0,-1-1-1 0 0,1 1 1 0 0,0-1 0 0 0,0 1 0 0 0,0 0-1 0 0,0-1 1 0 0,0 1 0 0 0,0-1-1 0 0,0 1 1 0 0,0 0 0 0 0,0-1 0 0 0,0 1-1 0 0,0-1 1 0 0,0 1 0 0 0,0 0 0 0 0,1-1-1 0 0,-1 0 1 0 0,13-14 1987 0 0,20-5-378 0 0,-15 14-1549 0 0,-1 1-1 0 0,1 1 1 0 0,0 1-1 0 0,1 0 1 0 0,-1 2-1 0 0,0 0 1 0 0,1 1-1 0 0,-1 0 1 0 0,0 2-1 0 0,1 0 1 0 0,22 6-1 0 0,-30-5-198 0 0,1 1 1 0 0,0 0-1 0 0,-1 1 0 0 0,0 1 1 0 0,0-1-1 0 0,0 1 0 0 0,-1 1 0 0 0,0 0 1 0 0,0 1-1 0 0,0 0 0 0 0,-1 0 0 0 0,-1 1 1 0 0,1 0-1 0 0,13 20 0 0 0,-17-21 3 0 0,0 1 0 0 0,0 0-1 0 0,-1 0 1 0 0,0 0 0 0 0,-1 0 0 0 0,0 1-1 0 0,0-1 1 0 0,-1 1 0 0 0,0 0 0 0 0,-1 0-1 0 0,0 0 1 0 0,0 0 0 0 0,-1-1-1 0 0,-1 1 1 0 0,1 0 0 0 0,-2 0 0 0 0,1 0-1 0 0,-6 17 1 0 0,0-8 110 0 0,0-1 1 0 0,-2 0-1 0 0,0 0 1 0 0,0-1-1 0 0,-20 25 0 0 0,21-30-31 0 0,-2-1 0 0 0,1 0 0 0 0,-2-1 0 0 0,1 0 0 0 0,-1-1 0 0 0,-1 0 0 0 0,1-1 0 0 0,-19 10 0 0 0,17-16-2725 0 0,14-4 1656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14.0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0 3177 0 0,'-6'6'136'0'0,"2"-4"40"0"0,1 0-176 0 0,2-1 0 0 0,1 0 0 0 0,-1 1 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306 1292 5465 0 0,'7'13'28'0'0,"-6"-12"-26"0"0,0 0 1 0 0,0 0-1 0 0,0-1 0 0 0,0 1 0 0 0,-1 0 0 0 0,1 0 0 0 0,0 0 0 0 0,-1 0 0 0 0,1 0 0 0 0,-1 0 1 0 0,1 1-1 0 0,-1-1 0 0 0,1 0 0 0 0,-1 0 0 0 0,0 0 0 0 0,0 2 0 0 0,-2 9 1617 0 0,-5-27 1970 0 0,-4-32 1897 0 0,-4-56-3017 0 0,-14-72-277 0 0,-59-229-1057 0 0,52 240-783 0 0,-33-127-537 0 0,63 271 155 0 0,-1 1 1 0 0,-1 0-1 0 0,-12-21 0 0 0,-5 1-7443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5.7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552 601 1840 0 0,'-536'101'5586'0'0,"520"-100"-2909"0"0,45-9-85 0 0,-5 1-2558 0 0,451-119 1635 0 0,-242 72-1421 0 0,-71 14-177 0 0,217-59 93 0 0,-216 54-81 0 0,202-64 228 0 0,231-68 1090 0 0,-560 166-1211 0 0,0 3 0 0 0,1 1 0 0 0,74-5 0 0 0,-110 12-190 0 0,-1 0 0 0 0,0 0-1 0 0,0 0 1 0 0,0 0 0 0 0,1 0 0 0 0,-1 0 0 0 0,0 0 0 0 0,0 0 0 0 0,0 1 0 0 0,0-1 0 0 0,1 0 0 0 0,-1 0-1 0 0,0 0 1 0 0,0 0 0 0 0,0 0 0 0 0,1 0 0 0 0,-1 0 0 0 0,0 1 0 0 0,0-1 0 0 0,0 0 0 0 0,0 0 0 0 0,0 0-1 0 0,0 0 1 0 0,1 1 0 0 0,-1-1 0 0 0,0 0 0 0 0,0 0 0 0 0,0 0 0 0 0,0 0 0 0 0,0 1 0 0 0,0-1 0 0 0,0 0 0 0 0,0 0-1 0 0,0 0 1 0 0,0 1 0 0 0,0-1 0 0 0,0 0 0 0 0,0 0 0 0 0,0 0 0 0 0,0 1 0 0 0,0-1 0 0 0,0 0 0 0 0,0 0-1 0 0,0 0 1 0 0,0 1 0 0 0,0-1 0 0 0,0 0 0 0 0,-1 0 0 0 0,-7 17-134 0 0,-14 15-1543 0 0,21-31 1474 0 0,-14 18-5380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37.2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3681 0 0,'4'12'455'0'0,"0"-1"0"0"0,-1 0 0 0 0,0 1 0 0 0,2 13 0 0 0,2 11 536 0 0,21 67 1343 0 0,31 136 560 0 0,-54-210-2954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0.4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0 281 456 0 0,'0'-2'20'0'0,"2"1"58"0"0,-1-1-1 0 0,1 0 0 0 0,0 0 1 0 0,0 1-1 0 0,0-1 1 0 0,1 1-1 0 0,-1 0 0 0 0,0 0 1 0 0,0-1-1 0 0,1 1 1 0 0,-1 1-1 0 0,0-1 0 0 0,1 0 1 0 0,2 0-1 0 0,4-2 118 0 0,11-5 101 0 0,0 1 0 0 0,0 1 0 0 0,0 0 0 0 0,26-2-1 0 0,88-5 1169 0 0,-40 5-598 0 0,177-6 81 0 0,-184 12-469 0 0,-41-1-304 0 0,-1-1 1 0 0,1-3 0 0 0,44-12-1 0 0,129-48 1643 0 0,-185 56-1368 0 0,169-46 1793 0 0,-176 51-1850 0 0,1 2 0 0 0,-1 0 0 0 0,1 2 0 0 0,0 1-1 0 0,45 5 1 0 0,-72-4-420 0 0,1 0 0 0 0,-1 0-1 0 0,1 0 1 0 0,-1 1 0 0 0,0-1 0 0 0,1 1 0 0 0,-1-1-1 0 0,1 0 1 0 0,-1 1 0 0 0,0 0 0 0 0,1-1-1 0 0,-1 1 1 0 0,0 0 0 0 0,0 0 0 0 0,0 0-1 0 0,0 0 1 0 0,0 0 0 0 0,0 0 0 0 0,0 0 0 0 0,0 0-1 0 0,0 0 1 0 0,0 0 0 0 0,0 1 0 0 0,-1-1-1 0 0,1 0 1 0 0,0 0 0 0 0,-1 1 0 0 0,1-1-1 0 0,-1 1 1 0 0,0-1 0 0 0,1 0 0 0 0,-1 1 0 0 0,0-1-1 0 0,0 1 1 0 0,0-1 0 0 0,0 1 0 0 0,0-1-1 0 0,0 0 1 0 0,0 1 0 0 0,0-1 0 0 0,-2 3 0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168 1 4145 0 0,'-10'5'712'0'0,"1"1"1"0"0,0 0-1 0 0,0 0 1 0 0,1 1-1 0 0,0 0 1 0 0,0 0-1 0 0,-12 15 1 0 0,12-12-138 0 0,5-7-325 0 0,-1 0 1 0 0,1 0 0 0 0,0 1 0 0 0,1-1 0 0 0,-1 1-1 0 0,0 0 1 0 0,-3 8 0 0 0,6-11-182 0 0,0 0 0 0 0,0 0-1 0 0,0 0 1 0 0,0 1 0 0 0,0-1 0 0 0,1 0-1 0 0,-1 0 1 0 0,0 0 0 0 0,1 0-1 0 0,-1 1 1 0 0,0-1 0 0 0,1 0 0 0 0,-1 0-1 0 0,1 0 1 0 0,0 0 0 0 0,-1 0 0 0 0,1 0-1 0 0,0 0 1 0 0,0 0 0 0 0,-1-1 0 0 0,1 1-1 0 0,0 0 1 0 0,0 0 0 0 0,0-1 0 0 0,0 1-1 0 0,0 0 1 0 0,0-1 0 0 0,0 1-1 0 0,0-1 1 0 0,0 1 0 0 0,1-1 0 0 0,-1 0-1 0 0,2 1 1 0 0,12 5 208 0 0,0 0 0 0 0,1-1 0 0 0,0-1 0 0 0,0 0-1 0 0,0-2 1 0 0,0 1 0 0 0,0-2 0 0 0,1 0 0 0 0,-1-1 0 0 0,0-1-1 0 0,27-4 1 0 0,-36 4-270 0 0,-2 0-17 0 0,1 1-1 0 0,-1-1 0 0 0,0 1 0 0 0,1 0 0 0 0,6 1 0 0 0,-11-1 9 0 0,0 1 0 0 0,-1-1 0 0 0,1 0 0 0 0,-1 0-1 0 0,1 0 1 0 0,-1 1 0 0 0,1-1 0 0 0,-1 0 0 0 0,1 0 0 0 0,-1 1 0 0 0,1-1 0 0 0,-1 0 0 0 0,1 1-1 0 0,-1-1 1 0 0,1 1 0 0 0,-1-1 0 0 0,0 1 0 0 0,1-1 0 0 0,-1 1 0 0 0,0-1 0 0 0,1 1-1 0 0,-1 0 1 0 0,0 0 1 0 0,0 0 0 0 0,0 0-1 0 0,0 0 1 0 0,0 1 0 0 0,0-1-1 0 0,0 0 1 0 0,0 0 0 0 0,0 0-1 0 0,-1 0 1 0 0,1 0 0 0 0,0 0-1 0 0,-1 0 1 0 0,1 0 0 0 0,-1 0-1 0 0,0 0 1 0 0,0 2 0 0 0,-25 35 70 0 0,-1-2 1 0 0,-2 0-1 0 0,-46 43 0 0 0,-16 20 126 0 0,79-87-18 0 0,9-10-137 0 0,0 1 0 0 0,0 0 1 0 0,1 0-1 0 0,-1 0 0 0 0,1 0 0 0 0,-1 0 0 0 0,1 0 0 0 0,0 1 0 0 0,0-1 0 0 0,1 1 0 0 0,-1-1 1 0 0,1 1-1 0 0,-2 6 0 0 0,3-9-41 0 0,1 0 1 0 0,-1 0-1 0 0,0-1 1 0 0,1 1-1 0 0,-1 0 1 0 0,1 0-1 0 0,-1 0 1 0 0,1-1-1 0 0,0 1 1 0 0,-1 0-1 0 0,1-1 1 0 0,0 1-1 0 0,-1-1 1 0 0,1 1-1 0 0,0-1 1 0 0,0 1-1 0 0,0-1 0 0 0,-1 1 1 0 0,1-1-1 0 0,0 0 1 0 0,0 1-1 0 0,0-1 1 0 0,0 0-1 0 0,0 0 1 0 0,0 0-1 0 0,0 1 1 0 0,1-1-1 0 0,32 3-41 0 0,-30-3 40 0 0,45 0-26 0 0,-35-1 14 0 0,-1 0-1 0 0,1 2 1 0 0,0-1-1 0 0,-1 2 1 0 0,1 0-1 0 0,-1 0 1 0 0,19 7-1 0 0,-30-8 15 0 0,-1-1 0 0 0,0 1 0 0 0,0 0 0 0 0,1 0 0 0 0,-1-1 0 0 0,0 1 0 0 0,0 0 0 0 0,0 0-1 0 0,0 0 1 0 0,0 1 0 0 0,0-1 0 0 0,0 0 0 0 0,0 0 0 0 0,0 1 0 0 0,0-1 0 0 0,-1 0 0 0 0,1 1 0 0 0,-1-1 0 0 0,1 0 0 0 0,-1 1 0 0 0,1-1 0 0 0,-1 1 0 0 0,0-1 0 0 0,0 1-1 0 0,1-1 1 0 0,-1 1 0 0 0,0-1 0 0 0,-1 1 0 0 0,1-1 0 0 0,0 1 0 0 0,0-1 0 0 0,-1 1 0 0 0,1-1 0 0 0,-1 1 0 0 0,1-1 0 0 0,-1 0 0 0 0,1 1 0 0 0,-1-1 0 0 0,0 0 0 0 0,-1 3-1 0 0,-5 7 3 0 0,0 0 0 0 0,-1 0 0 0 0,-15 16 0 0 0,15-17 4 0 0,-91 99 132 0 0,54-62-53 0 0,-58 78 1 0 0,103-125-87 0 0,0 1 1 0 0,-1-1-1 0 0,1 0 1 0 0,0 1-1 0 0,0-1 0 0 0,-1 0 1 0 0,1 1-1 0 0,0-1 0 0 0,0 1 1 0 0,0-1-1 0 0,-1 1 1 0 0,1-1-1 0 0,0 0 0 0 0,0 1 1 0 0,0-1-1 0 0,0 1 0 0 0,0-1 1 0 0,0 1-1 0 0,0-1 0 0 0,0 1 1 0 0,0-1-1 0 0,0 0 1 0 0,0 1-1 0 0,1-1 0 0 0,-1 1 1 0 0,0-1-1 0 0,0 1 0 0 0,0-1 1 0 0,0 0-1 0 0,1 1 0 0 0,14 7-45 0 0,32-4-59 0 0,-30-4 84 0 0,27 6 21 0 0,0 0 3 0 0,65 16-1 0 0,-97-19-2 0 0,0 1 0 0 0,0 0 1 0 0,-1 1-1 0 0,0 0 0 0 0,0 1 1 0 0,-1 0-1 0 0,1 0 0 0 0,-1 1 1 0 0,0 1-1 0 0,11 11 0 0 0,-18-16 3 0 0,-1 0 0 0 0,1 1 0 0 0,-1-1 0 0 0,0 0 0 0 0,0 1 0 0 0,0-1 0 0 0,-1 1 0 0 0,1-1 0 0 0,-1 1-1 0 0,0 0 1 0 0,0 0 0 0 0,0-1 0 0 0,0 1 0 0 0,-1 0 0 0 0,1 0 0 0 0,-1 0 0 0 0,0 0 0 0 0,0 0 0 0 0,-1 0 0 0 0,1 0 0 0 0,-1 0 0 0 0,0-1 0 0 0,0 1 0 0 0,0 0 0 0 0,-1 0 0 0 0,-1 4-1 0 0,-6 9 15 0 0,0 0-1 0 0,-2-1 1 0 0,1 0-1 0 0,-17 18 1 0 0,-1 2-40 0 0,11-2-823 0 0,16-33 710 0 0,1-1 0 0 0,0 1-1 0 0,-1-1 1 0 0,1 1 0 0 0,0 0-1 0 0,0-1 1 0 0,0 1 0 0 0,-1-1-1 0 0,1 1 1 0 0,0 0 0 0 0,0-1-1 0 0,0 1 1 0 0,0 0-1 0 0,0-1 1 0 0,0 1 0 0 0,0 0-1 0 0,0-1 1 0 0,1 1 0 0 0,-1 0-1 0 0,0-1 1 0 0,0 1 0 0 0,0 0-1 0 0,1-1 1 0 0,-1 1 0 0 0,0-1-1 0 0,1 1 1 0 0,-1 0 0 0 0,0-1-1 0 0,1 1 1 0 0,-1-1 0 0 0,1 1-1 0 0,-1-1 1 0 0,1 0 0 0 0,-1 1-1 0 0,1-1 1 0 0,-1 1 0 0 0,1-1-1 0 0,0 0 1 0 0,-1 1 0 0 0,1-1-1 0 0,-1 0 1 0 0,1 0 0 0 0,0 0-1 0 0,-1 1 1 0 0,1-1-1 0 0,0 0 1 0 0,-1 0 0 0 0,1 0-1 0 0,0 0 1 0 0,0 0 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8.9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 2745 0 0,'11'-10'10869'0'0,"-10"10"-10699"0"0,1 0-1 0 0,0 0 1 0 0,0 0 0 0 0,-1 0 0 0 0,1 1 0 0 0,0-1 0 0 0,-1 1 0 0 0,1-1 0 0 0,0 1 0 0 0,-1-1 0 0 0,1 1 0 0 0,-1 0 0 0 0,1 0 0 0 0,-1 0 0 0 0,0 0 0 0 0,1 0-1 0 0,1 1 1 0 0,0 2 254 0 0,1 0-1 0 0,-1 0 0 0 0,0 0 0 0 0,-1 0 0 0 0,1 0 1 0 0,1 5-1 0 0,4 12-17 0 0,-1-1 0 0 0,-1 1 0 0 0,-1 1 1 0 0,-1-1-1 0 0,-1 1 0 0 0,1 27 0 0 0,5 30 33 0 0,24 101-419 0 0,67 206 0 0 0,-86-344-32 0 0,-7-23-32 0 0,0 0 1 0 0,-1 1 0 0 0,-1 0-1 0 0,-1 0 1 0 0,-1 1-1 0 0,0-1 1 0 0,-2 1 0 0 0,-1 28-1 0 0,0-40-754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3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0 3225 0 0,'-93'43'8538'0'0,"111"-43"-3919"0"0,14-1-3552 0 0,52-2 104 0 0,-1 4 0 0 0,144 20 0 0 0,42 2 600 0 0,-96-24-5735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6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8290 0 0,'34'12'5438'0'0,"-6"-3"-3474"0"0,-1 1-1 0 0,49 26 0 0 0,-49-20-1426 0 0,0 1-1 0 0,-2 2 1 0 0,0 0-1 0 0,39 40 1 0 0,-2 8-564 0 0,37 37 352 0 0,-82-89-957 0 0,1 0 0 0 0,0-1 0 0 0,0-1 0 0 0,25 13 0 0 0,-40-24 60 0 0,1 0 1 0 0,-1-1-1 0 0,1 0 1 0 0,-1 1-1 0 0,1-1 1 0 0,0-1-1 0 0,-1 1 1 0 0,9 0-1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48:49.8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342 9 2761 0 0,'-1'-1'300'0'0,"-1"0"1"0"0,1 1-1 0 0,0-1 1 0 0,-1 0-1 0 0,1 0 1 0 0,-1 1-1 0 0,0-1 1 0 0,1 0-1 0 0,-1 1 1 0 0,0 0-1 0 0,1-1 1 0 0,-1 1-1 0 0,0 0 1 0 0,1 0-1 0 0,-1 0 1 0 0,0 0-1 0 0,1 0 1 0 0,-1 0-1 0 0,0 1 1 0 0,1-1-1 0 0,-1 0 1 0 0,0 1-1 0 0,1 0 1 0 0,-1-1-1 0 0,1 1 1 0 0,-1 0-1 0 0,1 0 1 0 0,-1-1-1 0 0,1 1 1 0 0,-2 2-1 0 0,-2 0 410 0 0,-1 1 1 0 0,1 0-1 0 0,0 1 0 0 0,0-1 0 0 0,1 1 0 0 0,-7 8 1 0 0,-5 14 38 0 0,1 1 1 0 0,1 0 0 0 0,2 1 0 0 0,-11 36 0 0 0,0-2-313 0 0,-40 82 266 0 0,-15 38-938 0 0,72-166-230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1.71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597 197 6481 0 0,'-11'-6'0'0'0,"-1"1"0"0"0,0 0 0 0 0,0 0 0 0 0,-1 1 0 0 0,1 1 0 0 0,-1 0 0 0 0,0 0 0 0 0,0 1 0 0 0,0 1 0 0 0,0 1 0 0 0,0-1 0 0 0,0 2 0 0 0,-15 2 0 0 0,27-2 52 0 0,-1-1 0 0 0,0 1 0 0 0,0-1 0 0 0,1 1-1 0 0,-1-1 1 0 0,0 0 0 0 0,0 1 0 0 0,1-1 0 0 0,-1 0 0 0 0,0 0-1 0 0,0 0 1 0 0,0-1 0 0 0,1 1 0 0 0,-1 0 0 0 0,0-1 0 0 0,0 1-1 0 0,1-1 1 0 0,-1 1 0 0 0,0-1 0 0 0,1 0 0 0 0,-1 0-1 0 0,1 0 1 0 0,-1 0 0 0 0,1 0 0 0 0,-1 0 0 0 0,1 0 0 0 0,0 0-1 0 0,-1-1 1 0 0,1 1 0 0 0,0 0 0 0 0,0-1 0 0 0,0 1 0 0 0,-1-4-1 0 0,-5-3 299 0 0,6 7-285 0 0,0 0 0 0 0,0 0 0 0 0,-1 1 0 0 0,1-1 0 0 0,0 0 0 0 0,0 1 0 0 0,-1-1 0 0 0,1 1 0 0 0,0-1 0 0 0,-1 1 0 0 0,1 0 0 0 0,-1 0 0 0 0,1-1 0 0 0,0 1 0 0 0,-1 0 0 0 0,1 0 0 0 0,-1 0 0 0 0,1 1 0 0 0,0-1 0 0 0,-1 0 0 0 0,1 0 0 0 0,-1 1 0 0 0,1-1 0 0 0,0 1 0 0 0,-1-1 0 0 0,1 1 0 0 0,0 0 0 0 0,0-1 0 0 0,0 1 0 0 0,-1 0 0 0 0,0 1 0 0 0,-40 30 614 0 0,39-30-654 0 0,-21 19 237 0 0,1 1 0 0 0,2 0 0 0 0,0 2 0 0 0,1 0 0 0 0,2 1 0 0 0,-25 44 0 0 0,41-66-239 0 0,0 1 0 0 0,1 0 1 0 0,-1 0-1 0 0,1-1 0 0 0,0 1 0 0 0,0 0 1 0 0,-1 7-1 0 0,2-10-34 0 0,0-1 1 0 0,0 0-1 0 0,0 1 1 0 0,0-1-1 0 0,0 1 1 0 0,1-1-1 0 0,-1 0 0 0 0,0 1 1 0 0,0-1-1 0 0,0 0 1 0 0,0 1-1 0 0,0-1 0 0 0,0 0 1 0 0,1 1-1 0 0,-1-1 1 0 0,0 0-1 0 0,0 1 1 0 0,1-1-1 0 0,-1 0 0 0 0,0 1 1 0 0,0-1-1 0 0,1 0 1 0 0,-1 0-1 0 0,0 1 0 0 0,1-1 1 0 0,-1 0-1 0 0,0 0 1 0 0,1 0-1 0 0,-1 0 1 0 0,1 1-1 0 0,1-1-11 0 0,-1 0-1 0 0,1 0 1 0 0,-1-1 0 0 0,1 1-1 0 0,-1 0 1 0 0,1 0 0 0 0,-1-1-1 0 0,1 1 1 0 0,-1-1 0 0 0,1 0-1 0 0,-1 1 1 0 0,2-2 0 0 0,26-15 16 0 0,-1-1 1 0 0,-1-1 0 0 0,-1-1-1 0 0,-1-2 1 0 0,43-45-1 0 0,-20 10 327 0 0,62-93-1 0 0,-78 103-256 0 0,-38 59 35 0 0,0-1-1 0 0,2 2 1 0 0,-1-1 0 0 0,2 0 0 0 0,-3 16-1 0 0,-2 4 78 0 0,-8 22-55 0 0,-2 3 185 0 0,3 2 0 0 0,2 0-1 0 0,-5 67 1 0 0,18-125-311 0 0,0 0 0 0 0,-1 1 0 0 0,1-1 0 0 0,0 1 0 0 0,0-1 0 0 0,0 0 0 0 0,1 1 0 0 0,-1-1 0 0 0,0 0 0 0 0,0 1 0 0 0,1-1 0 0 0,-1 0 0 0 0,1 0 0 0 0,-1 1 0 0 0,1-1 0 0 0,0 0 0 0 0,-1 0 0 0 0,1 0 0 0 0,1 2 0 0 0,-2-3-5 0 0,1 0 0 0 0,0 1 0 0 0,0-1-1 0 0,0 0 1 0 0,-1 0 0 0 0,1 1 0 0 0,0-1 0 0 0,0 0-1 0 0,0 0 1 0 0,-1 0 0 0 0,1 0 0 0 0,0 0-1 0 0,0 0 1 0 0,0 0 0 0 0,-1 0 0 0 0,1 0 0 0 0,0 0-1 0 0,0-1 1 0 0,0 1 0 0 0,-1 0 0 0 0,1 0-1 0 0,1-1 1 0 0,3-2-44 0 0,-1 1 0 0 0,0-1 1 0 0,1 0-1 0 0,-1 0 0 0 0,0-1 0 0 0,-1 1 0 0 0,1-1 0 0 0,4-5 0 0 0,14-25-978 0 0,0-1 0 0 0,-3-1 0 0 0,22-54 0 0 0,3-6-1477 0 0,-41 90 2240 0 0,11-21-224 0 0,-14 26 482 0 0,1 0 1 0 0,0 0-1 0 0,-1 0 1 0 0,1 0-1 0 0,0 0 1 0 0,-1 0 0 0 0,1 0-1 0 0,0 0 1 0 0,0 0-1 0 0,0 0 1 0 0,0 1-1 0 0,0-1 1 0 0,0 0 0 0 0,0 1-1 0 0,0-1 1 0 0,0 1-1 0 0,0-1 1 0 0,2 0 0 0 0,-2 2 42 0 0,0-1 0 0 0,-1 0 1 0 0,1 0-1 0 0,-1 1 0 0 0,1-1 1 0 0,0 0-1 0 0,-1 1 0 0 0,1-1 1 0 0,-1 1-1 0 0,0-1 0 0 0,1 1 1 0 0,-1-1-1 0 0,1 1 0 0 0,-1-1 1 0 0,0 1-1 0 0,1-1 0 0 0,-1 1 1 0 0,0-1-1 0 0,1 1 0 0 0,-1-1 1 0 0,0 1-1 0 0,0 0 1 0 0,0-1-1 0 0,1 1 0 0 0,-1 0 1 0 0,0-1-1 0 0,0 1 0 0 0,0 0 1 0 0,0-1-1 0 0,0 1 0 0 0,0 0 1 0 0,-1 25 559 0 0,1-24-506 0 0,-4 29 502 0 0,-1 0 0 0 0,-1-1 0 0 0,-1 1 0 0 0,-15 36 0 0 0,-57 116 1101 0 0,46-111-1214 0 0,25-53-352 0 0,-1 3 234 0 0,7-25-355 0 0,4-15-276 0 0,6-37-1499 0 0,2-66 1 0 0,-10 100 1540 0 0,-1 0 1 0 0,-1 1 0 0 0,0-1-1 0 0,-2 1 1 0 0,0-1-1 0 0,-11-30 1 0 0,10 38 191 0 0,-12-34 535 0 0,-2 1 0 0 0,-32-56 1 0 0,49 98-401 0 0,0 1 0 0 0,0-1 0 0 0,0 1 0 0 0,-1 0 1 0 0,0 0-1 0 0,1 0 0 0 0,-1 0 0 0 0,0 0 0 0 0,-1 0 1 0 0,1 1-1 0 0,0-1 0 0 0,-1 1 0 0 0,1 0 0 0 0,-1 0 1 0 0,0 1-1 0 0,0-1 0 0 0,-5-1 0 0 0,4 2-20 0 0,1 1 0 0 0,0 0 0 0 0,-1 0-1 0 0,1 1 1 0 0,0-1 0 0 0,-1 1 0 0 0,1 0-1 0 0,0 0 1 0 0,0 0 0 0 0,0 0 0 0 0,0 1-1 0 0,0 0 1 0 0,0 0 0 0 0,0 0 0 0 0,0 0-1 0 0,-4 4 1 0 0,-14 12 16 0 0,1 1-1 0 0,1 0 0 0 0,0 2 0 0 0,2 0 1 0 0,0 1-1 0 0,2 1 0 0 0,0 0 1 0 0,2 1-1 0 0,1 1 0 0 0,-19 48 1 0 0,29-65-55 0 0,-9 24 104 0 0,11-30-135 0 0,1-1 1 0 0,-1 1-1 0 0,1-1 1 0 0,0 1-1 0 0,-1-1 1 0 0,1 1-1 0 0,0-1 1 0 0,0 1-1 0 0,0-1 1 0 0,0 1-1 0 0,0-1 1 0 0,1 1-1 0 0,-1-1 1 0 0,0 1-1 0 0,1-1 1 0 0,0 3-1 0 0,0-4-15 0 0,0 1 0 0 0,-1-1 1 0 0,1 0-1 0 0,0 1 0 0 0,0-1 0 0 0,0 0 0 0 0,-1 0 0 0 0,1 1 1 0 0,0-1-1 0 0,0 0 0 0 0,0 0 0 0 0,0 0 0 0 0,-1 0 0 0 0,1 0 0 0 0,0 0 1 0 0,0 0-1 0 0,0-1 0 0 0,0 1 0 0 0,-1 0 0 0 0,1 0 0 0 0,0-1 0 0 0,0 1 1 0 0,-1 0-1 0 0,1-1 0 0 0,1 0 0 0 0,23-14-187 0 0,-22 13 170 0 0,48-34-508 0 0,87-83 0 0 0,-3 2-55 0 0,-133 116 589 0 0,-1 0 1 0 0,0 0-1 0 0,0 0 1 0 0,0 0-1 0 0,1 0 1 0 0,-1 0-1 0 0,0 0 1 0 0,1 1-1 0 0,-1-1 1 0 0,1 0 0 0 0,-1 1-1 0 0,1-1 1 0 0,-1 1-1 0 0,1-1 1 0 0,-1 1-1 0 0,1 0 1 0 0,0 0-1 0 0,-1-1 1 0 0,1 1-1 0 0,-1 0 1 0 0,1 1-1 0 0,2-1 1 0 0,-3 1 5 0 0,0 0 0 0 0,0 0-1 0 0,0 0 1 0 0,0 0 0 0 0,0 0 0 0 0,0 0-1 0 0,-1 1 1 0 0,1-1 0 0 0,-1 0 0 0 0,1 0 0 0 0,-1 0-1 0 0,1 1 1 0 0,-1-1 0 0 0,1 0 0 0 0,-1 1 0 0 0,0-1-1 0 0,0 0 1 0 0,0 1 0 0 0,0-1 0 0 0,0 2 0 0 0,-1 12 127 0 0,0 0 0 0 0,-1-1 0 0 0,-5 22 0 0 0,-33 103 1120 0 0,-95 219 0 0 0,77-215-489 0 0,53-132-644 0 0,-11 33 253 0 0,15-42-338 0 0,1 1 1 0 0,-1-1-1 0 0,0 0 1 0 0,1 1-1 0 0,0-1 1 0 0,0 1-1 0 0,0-1 0 0 0,0 0 1 0 0,0 1-1 0 0,0-1 1 0 0,0 1-1 0 0,1-1 1 0 0,-1 1-1 0 0,2 2 1 0 0,-1-4-63 0 0,0 0 1 0 0,0 0-1 0 0,0 0 1 0 0,0 0-1 0 0,0-1 1 0 0,0 1-1 0 0,0 0 1 0 0,0-1-1 0 0,0 1 0 0 0,0-1 1 0 0,0 1-1 0 0,0-1 1 0 0,1 1-1 0 0,-1-1 1 0 0,0 0-1 0 0,0 0 1 0 0,1 0-1 0 0,-1 0 1 0 0,0 0-1 0 0,0 0 1 0 0,0 0-1 0 0,1 0 1 0 0,-1 0-1 0 0,0 0 1 0 0,0-1-1 0 0,1 1 1 0 0,-1 0-1 0 0,0-1 1 0 0,1 0-1 0 0,35-15-1460 0 0,-19 4 307 0 0,-1 1 0 0 0,25-24 0 0 0,-27 22 915 0 0,0 0 0 0 0,32-19 0 0 0,-44 30 409 0 0,0 1-1 0 0,-1 0 1 0 0,1 0 0 0 0,0 0-1 0 0,0 0 1 0 0,1 0 0 0 0,-1 0-1 0 0,0 1 1 0 0,0 0 0 0 0,0-1 0 0 0,0 1-1 0 0,1 0 1 0 0,-1 1 0 0 0,0-1-1 0 0,0 0 1 0 0,0 1 0 0 0,0 0-1 0 0,0 0 1 0 0,0 0 0 0 0,0 0-1 0 0,0 0 1 0 0,0 1 0 0 0,0-1-1 0 0,0 1 1 0 0,-1-1 0 0 0,1 1 0 0 0,-1 0-1 0 0,1 0 1 0 0,-1 1 0 0 0,0-1-1 0 0,0 0 1 0 0,3 4 0 0 0,0 1 169 0 0,-1-1 1 0 0,0 1 0 0 0,0-1 0 0 0,0 1 0 0 0,-1 0 0 0 0,0 1-1 0 0,0-1 1 0 0,-1 0 0 0 0,0 1 0 0 0,0 0 0 0 0,0-1-1 0 0,-1 11 1 0 0,-1 6 175 0 0,-2 0 0 0 0,-1-1 0 0 0,-8 36 1 0 0,-4 24-101 0 0,15-82-525 0 0,0 0 0 0 0,-1 0 0 0 0,1 0 1 0 0,0 0-1 0 0,0 0 0 0 0,0 0 0 0 0,0 0 1 0 0,0 0-1 0 0,0 0 0 0 0,0 0 0 0 0,0 0 0 0 0,0 0 1 0 0,0 0-1 0 0,1 0 0 0 0,-1 0 0 0 0,0 0 1 0 0,1 0-1 0 0,102-25-14937 0 0,-92 17 15074 0 0,-2-4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7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151 431 5529 0 0,'-51'-28'1229'0'0,"-32"-20"3109"0"0,82 48-4226 0 0,-1-1 0 0 0,1 0 0 0 0,0 0 0 0 0,0 0 0 0 0,-1 0 0 0 0,1-1 1 0 0,0 1-1 0 0,0 0 0 0 0,0 0 0 0 0,1-1 0 0 0,-1 1 0 0 0,0 0 0 0 0,-1-3 0 0 0,2 3-51 0 0,0 1 0 0 0,0-1-1 0 0,0 0 1 0 0,0 1-1 0 0,0-1 1 0 0,0 0 0 0 0,0 1-1 0 0,0-1 1 0 0,0 0-1 0 0,0 1 1 0 0,0-1 0 0 0,0 0-1 0 0,0 1 1 0 0,1-1-1 0 0,-1 1 1 0 0,0-1 0 0 0,0 0-1 0 0,1 1 1 0 0,-1-1-1 0 0,1 1 1 0 0,-1-1 0 0 0,1 0-1 0 0,0 0-9 0 0,1 0 1 0 0,-1 0-1 0 0,1 0 0 0 0,-1 0 1 0 0,1 0-1 0 0,-1 0 0 0 0,1 1 1 0 0,0-1-1 0 0,-1 1 0 0 0,1-1 1 0 0,0 1-1 0 0,0 0 0 0 0,-1-1 0 0 0,1 1 1 0 0,0 0-1 0 0,0 0 0 0 0,-1 0 1 0 0,1 1-1 0 0,0-1 0 0 0,0 0 1 0 0,-1 1-1 0 0,3 0 0 0 0,163 62 2225 0 0,-124-44-1723 0 0,1-2 1 0 0,1-2-1 0 0,85 18 0 0 0,-125-32-483 0 0,-1-1-1 0 0,1 1 0 0 0,-1-1 1 0 0,1 0-1 0 0,-1-1 0 0 0,1 1 1 0 0,-1-1-1 0 0,0 1 0 0 0,1-2 1 0 0,6-1-1 0 0,-9 2-33 0 0,-1 0-1 0 0,0 1 0 0 0,0-1 0 0 0,1 0 1 0 0,-1 0-1 0 0,0 0 0 0 0,0 0 1 0 0,0 0-1 0 0,0 0 0 0 0,0 0 1 0 0,-1-1-1 0 0,1 1 0 0 0,0 0 1 0 0,0 0-1 0 0,-1-1 0 0 0,1 1 1 0 0,-1 0-1 0 0,1-1 0 0 0,-1 1 1 0 0,0 0-1 0 0,1-1 0 0 0,-1 1 1 0 0,0-1-1 0 0,0 1 0 0 0,0-1 0 0 0,0 1 1 0 0,0-1-1 0 0,0 1 0 0 0,-1 0 1 0 0,1-1-1 0 0,0 1 0 0 0,-1-1 1 0 0,1 1-1 0 0,-1 0 0 0 0,1-1 1 0 0,-2-1-1 0 0,-19-43 486 0 0,-2 1 0 0 0,-43-63 0 0 0,36 62-2123 0 0,-46-96-1 0 0,67 121-5702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7.4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189 751 3225 0 0,'1'0'40'0'0,"1"0"0"0"0,-1 1 1 0 0,0-1-1 0 0,1 0 0 0 0,-1 0 1 0 0,0 0-1 0 0,1 0 1 0 0,-1 0-1 0 0,0 0 0 0 0,0-1 1 0 0,1 1-1 0 0,-1 0 0 0 0,0-1 1 0 0,1 1-1 0 0,-1-1 0 0 0,0 1 1 0 0,0-1-1 0 0,0 0 1 0 0,0 1-1 0 0,0-1 0 0 0,1 0 1 0 0,-1 0-1 0 0,-1 0 0 0 0,1 0 1 0 0,0 0-1 0 0,0 0 0 0 0,0 0 1 0 0,0 0-1 0 0,-1 0 0 0 0,1 0 1 0 0,0 0-1 0 0,0-2 1 0 0,19-46 1839 0 0,-17 42-1754 0 0,1-10 439 0 0,0 0 0 0 0,-1 0 0 0 0,0-1 0 0 0,-1 1 0 0 0,-1-1 0 0 0,-1 0 0 0 0,-1 1 0 0 0,0-1 0 0 0,-1 1 0 0 0,-1-1 0 0 0,-1 1 0 0 0,-9-28 0 0 0,-10-17 505 0 0,-3 1 0 0 0,-33-59 0 0 0,44 91-594 0 0,-5-14-257 0 0,11 24-128 0 0,0-1-1 0 0,-18-27 0 0 0,26 45-104 0 0,-1 1 1 0 0,1-1-1 0 0,0 0 0 0 0,-1 1 0 0 0,1-1 1 0 0,-1 1-1 0 0,1 0 0 0 0,-1-1 1 0 0,0 1-1 0 0,0 0 0 0 0,0 0 1 0 0,1 0-1 0 0,-3 0 0 0 0,3 0-4 0 0,0 1-1 0 0,0 0 1 0 0,1 0-1 0 0,-1 0 1 0 0,0 0-1 0 0,0 0 1 0 0,0 0-1 0 0,1 0 1 0 0,-1 0-1 0 0,0 0 1 0 0,0 0-1 0 0,1 1 0 0 0,-1-1 1 0 0,0 0-1 0 0,0 0 1 0 0,1 1-1 0 0,-1-1 1 0 0,0 0-1 0 0,1 1 1 0 0,-1-1-1 0 0,0 1 1 0 0,1-1-1 0 0,-2 2 1 0 0,1 0-24 0 0,0 0 1 0 0,-1 0 0 0 0,1 0-1 0 0,0 0 1 0 0,0 0 0 0 0,1 0-1 0 0,-1 1 1 0 0,0-1 0 0 0,1 0-1 0 0,-1 0 1 0 0,1 1 0 0 0,0-1-1 0 0,0 0 1 0 0,0 1 0 0 0,0-1-1 0 0,0 1 1 0 0,0-1 0 0 0,1 0-1 0 0,-1 1 1 0 0,2 3 0 0 0,10 24-114 0 0,1 0 0 0 0,1-1 0 0 0,1 0 1 0 0,2-2-1 0 0,1 1 0 0 0,1-2 1 0 0,1-1-1 0 0,42 42 0 0 0,-54-61 324 0 0,-1 0-1 0 0,0 0 1 0 0,1-1-1 0 0,0 0 0 0 0,1 0 1 0 0,-1-1-1 0 0,1 0 1 0 0,-1-1-1 0 0,1 1 1 0 0,0-2-1 0 0,1 1 1 0 0,14 1-1 0 0,-18-3-184 0 0,1-1 1 0 0,-1 0-1 0 0,1 0 1 0 0,-1-1-1 0 0,1 1 0 0 0,-1-2 1 0 0,1 1-1 0 0,7-3 1 0 0,-9 2-390 0 0,0 0 1 0 0,-1 0 0 0 0,1 0-1 0 0,-1-1 1 0 0,1 0-1 0 0,-1 0 1 0 0,0 0 0 0 0,0 0-1 0 0,0-1 1 0 0,-1 1-1 0 0,5-7 1 0 0,3-6-4922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7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28 381 3225 0 0,'-6'-6'4'0'0,"-16"-19"4604"0"0,36 28 1179 0 0,180 72 1425 0 0,-203-82-6757 0 0,1-2 0 0 0,-1 0 1 0 0,2 0-1 0 0,-14-20 0 0 0,0 0-301 0 0,-18-38 1 0 0,28 46-155 0 0,1-1 0 0 0,1-1 0 0 0,-10-36 0 0 0,17 51-360 0 0,1 0 0 0 0,0 0 0 0 0,0 0-1 0 0,0 0 1 0 0,1 0 0 0 0,0 0 0 0 0,1 0 0 0 0,-1 0 0 0 0,2 0-1 0 0,-1 0 1 0 0,1 0 0 0 0,0 1 0 0 0,1-1 0 0 0,5-12 0 0 0,0 7-1079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8.1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1 267 4145 0 0,'4'5'376'0'0,"0"-1"0"0"0,0 1 0 0 0,1-1 0 0 0,0 1 0 0 0,0-1 0 0 0,0-1 0 0 0,8 6 0 0 0,1 0 386 0 0,9 8 1542 0 0,34 18 1 0 0,-47-29-1777 0 0,1-1 1 0 0,-1-1-1 0 0,1 0 1 0 0,-1 0-1 0 0,1-1 1 0 0,17 3-1 0 0,-28-6-524 0 0,1 0 0 0 0,-1 0 0 0 0,1 0 0 0 0,-1 0 0 0 0,0 0 0 0 0,1 0 0 0 0,-1 0 0 0 0,1 0 0 0 0,-1-1 0 0 0,0 1 0 0 0,1 0 0 0 0,-1 0 0 0 0,1 0 0 0 0,-1 0-1 0 0,0-1 1 0 0,1 1 0 0 0,-1 0 0 0 0,0 0 0 0 0,1-1 0 0 0,-1 1 0 0 0,0 0 0 0 0,0-1 0 0 0,1 1 0 0 0,-1 0 0 0 0,0-1 0 0 0,0 1 0 0 0,1 0 0 0 0,-1-1-1 0 0,0 1 1 0 0,0 0 0 0 0,0-1 0 0 0,0 1 0 0 0,0-1 0 0 0,0 1 0 0 0,0 0 0 0 0,0-1 0 0 0,1 1 0 0 0,-1-1 0 0 0,-1 1 0 0 0,1-1 0 0 0,0 1 0 0 0,0 0 0 0 0,0-1-1 0 0,0 1 1 0 0,0-1 0 0 0,0 1 0 0 0,0 0 0 0 0,0-1 0 0 0,-1 1 0 0 0,1 0 0 0 0,0-1 0 0 0,0 1 0 0 0,-1-1 0 0 0,-12-28 161 0 0,10 22-165 0 0,-20-41 218 0 0,-35-85 16 0 0,51 113-26 0 0,1-1 0 0 0,0 0 1 0 0,1 0-1 0 0,-2-34 1 0 0,7 53-111 0 0,-1 1 0 0 0,1-1 0 0 0,0 1 0 0 0,0-1 0 0 0,1 0 0 0 0,-1 1 1 0 0,0-1-1 0 0,0 1 0 0 0,1-1 0 0 0,-1 1 0 0 0,1-1 0 0 0,1-2 1 0 0,-2 4-34 0 0,0 0 0 0 0,1-1 1 0 0,-1 1-1 0 0,0-1 1 0 0,1 1-1 0 0,-1 0 1 0 0,1-1-1 0 0,-1 1 1 0 0,1 0-1 0 0,-1 0 0 0 0,1-1 1 0 0,-1 1-1 0 0,1 0 1 0 0,-1 0-1 0 0,1 0 1 0 0,-1 0-1 0 0,1 0 1 0 0,-1-1-1 0 0,1 1 1 0 0,-1 0-1 0 0,1 0 0 0 0,-1 0 1 0 0,1 0-1 0 0,0 1 1 0 0,3 0 106 0 0,0 0-1 0 0,0 1 1 0 0,0 0 0 0 0,0 0 0 0 0,-1 0-1 0 0,1 0 1 0 0,6 6 0 0 0,20 18 10 0 0,-2 2 1 0 0,0 2-1 0 0,-2 0 1 0 0,24 36 0 0 0,-12-16-169 0 0,-15-23-200 0 0,-2 2 0 0 0,-1 0 0 0 0,-2 1 1 0 0,-1 1-1 0 0,-1 1 0 0 0,-1 1 0 0 0,-2 0 0 0 0,-2 0 1 0 0,14 69-1 0 0,-20-71-7509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8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11 10594 0 0,'-4'-2'213'0'0,"-1"0"0"0"0,0 0 0 0 0,0 1 0 0 0,0 0 0 0 0,0 0 0 0 0,0 0-1 0 0,-9 0 1 0 0,12 1-137 0 0,0 1 0 0 0,0-1 0 0 0,0 1-1 0 0,1-1 1 0 0,-1 1 0 0 0,0 0 0 0 0,0-1-1 0 0,1 1 1 0 0,-1 0 0 0 0,1 0 0 0 0,-1 0-1 0 0,1 1 1 0 0,-1-1 0 0 0,1 0 0 0 0,0 1-1 0 0,-1-1 1 0 0,1 0 0 0 0,0 1 0 0 0,0-1-1 0 0,0 1 1 0 0,0 0 0 0 0,0-1 0 0 0,0 1 0 0 0,1 0-1 0 0,-1 2 1 0 0,-3 6 36 0 0,1 0 1 0 0,1 1-1 0 0,0 0 0 0 0,1 0 1 0 0,0-1-1 0 0,0 1 0 0 0,1 0 1 0 0,1 0-1 0 0,2 18 0 0 0,0-14-127 0 0,-1-2-1 0 0,2 1 1 0 0,0 0-1 0 0,0-1 1 0 0,2 1-1 0 0,-1-1 0 0 0,9 12 1 0 0,-11-20 6 0 0,0 0 0 0 0,0-1-1 0 0,0 0 1 0 0,1 0 0 0 0,0 0 0 0 0,0 0 0 0 0,0 0 0 0 0,0-1-1 0 0,1 0 1 0 0,-1 0 0 0 0,1 0 0 0 0,0 0 0 0 0,0-1-1 0 0,0 0 1 0 0,0 0 0 0 0,0 0 0 0 0,0 0 0 0 0,1-1 0 0 0,-1 0-1 0 0,0 0 1 0 0,8 0 0 0 0,5-2-144 0 0,1 0 0 0 0,-1-1 0 0 0,0-1 0 0 0,36-10 0 0 0,-43 10 131 0 0,0 1 0 0 0,-1 0 0 0 0,1 0 0 0 0,0 1 0 0 0,0 1 0 0 0,0 0 0 0 0,0 0 1 0 0,17 3-1 0 0,-24-2 104 0 0,0 0 1 0 0,0 0 0 0 0,0 1-1 0 0,0-1 1 0 0,-1 1 0 0 0,1 0-1 0 0,0 0 1 0 0,-1 0 0 0 0,1 0-1 0 0,-1 1 1 0 0,0 0 0 0 0,0-1 0 0 0,0 1-1 0 0,0 0 1 0 0,-1 0 0 0 0,1 1-1 0 0,-1-1 1 0 0,1 0 0 0 0,-1 1-1 0 0,0 0 1 0 0,-1-1 0 0 0,1 1-1 0 0,-1 0 1 0 0,1 0 0 0 0,0 7-1 0 0,0 1 177 0 0,0 1-1 0 0,-1-1 1 0 0,0 0-1 0 0,-1 0 0 0 0,-1 1 1 0 0,0-1-1 0 0,-3 14 1 0 0,3-19-203 0 0,-1-1 0 0 0,1 1 0 0 0,-1-1 0 0 0,0 0 0 0 0,-1 0 0 0 0,0 0 0 0 0,0 0 0 0 0,0 0 0 0 0,0 0 1 0 0,-1-1-1 0 0,0 0 0 0 0,0 0 0 0 0,-1 0 0 0 0,-8 8 0 0 0,12-12-59 0 0,0-1-1 0 0,1 1 1 0 0,-1-1-1 0 0,1 1 1 0 0,-1-1-1 0 0,0 0 0 0 0,0 1 1 0 0,1-1-1 0 0,-1 0 1 0 0,0 1-1 0 0,1-1 1 0 0,-1 0-1 0 0,0 0 1 0 0,0 0-1 0 0,0 0 1 0 0,1 0-1 0 0,-1 0 1 0 0,0 0-1 0 0,0 0 1 0 0,1 0-1 0 0,-1 0 1 0 0,0 0-1 0 0,0 0 1 0 0,1-1-1 0 0,-1 1 1 0 0,0 0-1 0 0,0-1 1 0 0,-1 0-40 0 0,1 0 0 0 0,0 0 0 0 0,0 0 0 0 0,0-1 0 0 0,0 1 0 0 0,0 0 0 0 0,0 0 0 0 0,1-1 0 0 0,-1 1 0 0 0,0-1 0 0 0,1 1 1 0 0,-2-3-1 0 0,1-3-260 0 0,-1 0 0 0 0,1 0 1 0 0,0 0-1 0 0,0-14 0 0 0,3-7-597 0 0,2 1 0 0 0,0-1 0 0 0,2 1 0 0 0,10-28-1 0 0,-7 28-3682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29.5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125 551 5065 0 0,'0'1'88'0'0,"1"-1"0"0"0,-1 1 0 0 0,0 0-1 0 0,1-1 1 0 0,-1 1 0 0 0,1-1 0 0 0,-1 1 0 0 0,1 0 0 0 0,0-1-1 0 0,-1 1 1 0 0,1-1 0 0 0,-1 0 0 0 0,1 1 0 0 0,0-1-1 0 0,-1 1 1 0 0,1-1 0 0 0,0 0 0 0 0,-1 0 0 0 0,1 1 0 0 0,0-1-1 0 0,0 0 1 0 0,-1 0 0 0 0,1 0 0 0 0,0 0 0 0 0,0 0 0 0 0,-1 0-1 0 0,3 0 1 0 0,-2 0 171 0 0,0-1 0 0 0,1 0 0 0 0,-1 1 0 0 0,0-1-1 0 0,1 0 1 0 0,-1 0 0 0 0,0 0 0 0 0,0 0 0 0 0,0 0 0 0 0,0 0-1 0 0,0 0 1 0 0,0 0 0 0 0,1-2 0 0 0,1-1 308 0 0,-1 0-1 0 0,1 0 1 0 0,-1 0-1 0 0,0-1 1 0 0,0 1 0 0 0,-1 0-1 0 0,1-1 1 0 0,0-7-1 0 0,-2-4-284 0 0,0 0 0 0 0,-2 1-1 0 0,0-1 1 0 0,-1 0 0 0 0,0 1-1 0 0,-2-1 1 0 0,1 1-1 0 0,-12-24 1 0 0,-6-6-587 0 0,-38-58 0 0 0,55 96 245 0 0,0 0 1 0 0,-1 1-1 0 0,1-1 0 0 0,-9-7 1 0 0,13 14 56 0 0,1-1-1 0 0,-1 1 1 0 0,0-1 0 0 0,1 0-1 0 0,-1 1 1 0 0,0-1 0 0 0,0 1 0 0 0,1 0-1 0 0,-1-1 1 0 0,0 1 0 0 0,0 0-1 0 0,0-1 1 0 0,0 1 0 0 0,1 0 0 0 0,-1 0-1 0 0,0 0 1 0 0,0 0 0 0 0,0 0-1 0 0,0 0 1 0 0,0 0 0 0 0,-1 0 0 0 0,2 1-9 0 0,-1-1 0 0 0,0 1 1 0 0,0 0-1 0 0,1 0 1 0 0,-1 0-1 0 0,1 0 1 0 0,-1 0-1 0 0,0 0 1 0 0,1 0-1 0 0,0 0 0 0 0,-1 0 1 0 0,1 0-1 0 0,0 0 1 0 0,-1 0-1 0 0,1 0 1 0 0,0 0-1 0 0,0 0 1 0 0,0 0-1 0 0,0 1 0 0 0,0-1 1 0 0,0 0-1 0 0,1 2 1 0 0,-1 8 85 0 0,2 1 1 0 0,-1-1-1 0 0,2 1 0 0 0,-1-1 1 0 0,2 0-1 0 0,0 0 0 0 0,0 0 1 0 0,0-1-1 0 0,2 1 1 0 0,-1-1-1 0 0,10 12 0 0 0,-2-3-38 0 0,2 0 0 0 0,0-2 0 0 0,1 0 0 0 0,30 25 0 0 0,-32-31 5 0 0,0 0 0 0 0,1-2 0 0 0,28 15 0 0 0,-36-21-16 0 0,-1 0 0 0 0,1-1 0 0 0,0 1 0 0 0,0-1 0 0 0,0-1 0 0 0,0 1 0 0 0,0-1-1 0 0,0-1 1 0 0,0 1 0 0 0,1-1 0 0 0,-1 0 0 0 0,9-2 0 0 0,-14 2-44 0 0,0-1 0 0 0,0 0 1 0 0,0 0-1 0 0,0 0 0 0 0,0 0 0 0 0,0 0 0 0 0,0 0 0 0 0,0-1 0 0 0,-1 1 1 0 0,1-1-1 0 0,-1 1 0 0 0,1-1 0 0 0,-1 1 0 0 0,1-1 0 0 0,-1 0 0 0 0,0 0 1 0 0,0 0-1 0 0,0 0 0 0 0,0 0 0 0 0,0 0 0 0 0,0 0 0 0 0,0 0 0 0 0,-1 0 1 0 0,1 0-1 0 0,-1 0 0 0 0,0-1 0 0 0,1 1 0 0 0,-1 0 0 0 0,0 0 0 0 0,0 0 1 0 0,-1-5-1 0 0,0-8-121 0 0,-1 0-1 0 0,0 1 1 0 0,-7-23 0 0 0,6 28 191 0 0,-27-87 402 0 0,21 73-118 0 0,1-1 0 0 0,1 0 0 0 0,1 0 0 0 0,1-1 0 0 0,1 0-1 0 0,-1-41 1 0 0,5 64-259 0 0,0-1-1 0 0,0 1 1 0 0,0-1-1 0 0,0 1 1 0 0,1 0-1 0 0,-1-1 1 0 0,1 1-1 0 0,0 0 1 0 0,0-1-1 0 0,0 1 1 0 0,0 0-1 0 0,0 0 1 0 0,3-4-1 0 0,-4 6-49 0 0,0-1-1 0 0,1 1 1 0 0,-1 0-1 0 0,1 0 1 0 0,-1-1 0 0 0,1 1-1 0 0,-1 0 1 0 0,0 0 0 0 0,1 0-1 0 0,-1-1 1 0 0,1 1-1 0 0,-1 0 1 0 0,1 0 0 0 0,-1 0-1 0 0,1 0 1 0 0,-1 0-1 0 0,1 0 1 0 0,-1 0 0 0 0,1 0-1 0 0,-1 0 1 0 0,1 0-1 0 0,-1 0 1 0 0,1 0 0 0 0,0 1-1 0 0,16 13 167 0 0,0 10 60 0 0,18 34 0 0 0,-20-31-242 0 0,23 31 0 0 0,-32-51-21 0 0,0 0 0 0 0,0 0 0 0 0,1 0 0 0 0,0-1 0 0 0,0 0-1 0 0,0 0 1 0 0,1-1 0 0 0,11 7 0 0 0,-18-12 5 0 0,-1 0 0 0 0,1 0 0 0 0,-1 1-1 0 0,1-1 1 0 0,-1 0 0 0 0,1 0 0 0 0,-1 0 0 0 0,1 0 0 0 0,0 0 0 0 0,-1 0 0 0 0,1 0 0 0 0,-1 0 0 0 0,1 0-1 0 0,-1 0 1 0 0,1 0 0 0 0,-1 0 0 0 0,1 0 0 0 0,-1-1 0 0 0,1 1 0 0 0,-1 0 0 0 0,1 0 0 0 0,-1-1-1 0 0,1 1 1 0 0,-1 0 0 0 0,1 0 0 0 0,-1-1 0 0 0,1 1 0 0 0,-1-1 0 0 0,0 1 0 0 0,1 0 0 0 0,-1-1-1 0 0,0 1 1 0 0,1-1 0 0 0,-1 1 0 0 0,0-1 0 0 0,1 1 0 0 0,-1-1 0 0 0,0 1 0 0 0,0-1 0 0 0,0 1 0 0 0,0-1-1 0 0,1 1 1 0 0,-1-1 0 0 0,0 1 0 0 0,0-1 0 0 0,0 1 0 0 0,0-1 0 0 0,0 0 0 0 0,0 1 0 0 0,0-1-1 0 0,-1 1 1 0 0,1-1 0 0 0,-1-39-459 0 0,0 33 439 0 0,-1-18-434 0 0,2-47 1 0 0,7 31-5918 0 0,-2 26-75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0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44 104 3225 0 0,'-9'-28'1920'0'0,"-15"-38"1828"0"0,13 56-3072 0 0,25 23-4196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0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90 1376 0 0,'1'-4'358'0'0,"1"0"0"0"0,-1 1 0 0 0,0-1 0 0 0,0 0 0 0 0,-1 0 0 0 0,1 0 0 0 0,-1 1 0 0 0,1-1 0 0 0,-1 0 0 0 0,-1 0 0 0 0,1 0 0 0 0,0 0 0 0 0,-3-6 0 0 0,3 8-92 0 0,0 1-1 0 0,-1-1 0 0 0,1 1 0 0 0,-1-1 0 0 0,0 1 0 0 0,1-1 0 0 0,-1 1 0 0 0,0 0 0 0 0,0-1 0 0 0,0 1 0 0 0,0 0 0 0 0,0 0 0 0 0,0 0 0 0 0,0-1 0 0 0,0 1 0 0 0,0 0 0 0 0,-1 1 0 0 0,1-1 0 0 0,0 0 1 0 0,-1 0-1 0 0,1 0 0 0 0,0 1 0 0 0,-1-1 0 0 0,1 1 0 0 0,-1-1 0 0 0,1 1 0 0 0,-1 0 0 0 0,0-1 0 0 0,1 1 0 0 0,-1 0 0 0 0,1 0 0 0 0,-1 0 0 0 0,1 0 0 0 0,-1 1 0 0 0,1-1 0 0 0,-3 1 0 0 0,1 0-80 0 0,1 0-1 0 0,-1 0 0 0 0,0 1 0 0 0,1-1 0 0 0,0 1 0 0 0,-1 0 0 0 0,1 0 1 0 0,0-1-1 0 0,0 2 0 0 0,0-1 0 0 0,0 0 0 0 0,0 0 0 0 0,1 0 0 0 0,-1 1 1 0 0,1-1-1 0 0,-1 1 0 0 0,1 0 0 0 0,-1 3 0 0 0,-2 3 17 0 0,1 0 0 0 0,0 0 0 0 0,0 0 0 0 0,-1 12 0 0 0,3-16-161 0 0,1 1 0 0 0,-1-1 0 0 0,1 1 0 0 0,0-1 0 0 0,0 1 0 0 0,1-1 0 0 0,0 1 0 0 0,0-1 0 0 0,0 0 0 0 0,0 1 0 0 0,1-1 0 0 0,0 0 0 0 0,0 0 0 0 0,1 0 0 0 0,4 8 0 0 0,-4-10-42 0 0,0 0 0 0 0,0 0 0 0 0,0 0 0 0 0,0 0 0 0 0,1 0 0 0 0,-1-1 0 0 0,1 0 0 0 0,-1 0 0 0 0,1 0 0 0 0,0 0 0 0 0,0 0 0 0 0,0-1 0 0 0,0 1 0 0 0,0-1 0 0 0,0 0 0 0 0,0-1 0 0 0,1 1 0 0 0,-1-1 0 0 0,0 0 0 0 0,8 0 0 0 0,4-2-162 0 0,-1 0 1 0 0,0-2 0 0 0,0 1 0 0 0,-1-2 0 0 0,19-8 0 0 0,4 0-135 0 0,-35 12 282 0 0,-1 1 0 0 0,1-1 0 0 0,-1 1 0 0 0,1 0 0 0 0,-1-1-1 0 0,1 1 1 0 0,0 0 0 0 0,-1 0 0 0 0,1 0 0 0 0,-1 0 0 0 0,1 0 0 0 0,0 0-1 0 0,-1 1 1 0 0,1-1 0 0 0,-1 0 0 0 0,1 1 0 0 0,-1 0 0 0 0,1-1 0 0 0,-1 1-1 0 0,1 0 1 0 0,-1-1 0 0 0,3 3 0 0 0,-2-1 6 0 0,0 1 0 0 0,0-1 0 0 0,0 1 0 0 0,0-1 0 0 0,-1 1 0 0 0,1 0 0 0 0,-1-1 0 0 0,1 1 1 0 0,-1 0-1 0 0,0 0 0 0 0,1 3 0 0 0,0 6-11 0 0,1 1-1 0 0,-2 0 1 0 0,1-1 0 0 0,-2 21 0 0 0,-1-18-80 0 0,0 1-1 0 0,-2-1 1 0 0,1 0-1 0 0,-10 26 1 0 0,-4 1-5513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0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6913 0 0,'0'-2'169'0'0,"1"0"-1"0"0,-1 0 0 0 0,1 0 0 0 0,0 0 0 0 0,-1 0 0 0 0,1 0 0 0 0,0 0 0 0 0,0 0 1 0 0,0 1-1 0 0,0-1 0 0 0,0 0 0 0 0,1 1 0 0 0,-1-1 0 0 0,0 1 0 0 0,1-1 0 0 0,0 1 0 0 0,-1 0 1 0 0,4-2-1 0 0,-3 2 82 0 0,0 1 1 0 0,-1 0-1 0 0,1 0 1 0 0,0 1 0 0 0,0-1-1 0 0,0 0 1 0 0,0 0-1 0 0,-1 1 1 0 0,1-1 0 0 0,0 1-1 0 0,0 0 1 0 0,-1 0-1 0 0,1-1 1 0 0,0 1 0 0 0,-1 0-1 0 0,1 0 1 0 0,-1 1-1 0 0,1-1 1 0 0,-1 0-1 0 0,0 0 1 0 0,3 3 0 0 0,6 6 609 0 0,-1 0 0 0 0,0 1 0 0 0,0 1 0 0 0,-1-1 0 0 0,12 21 0 0 0,28 72 362 0 0,-21-44-1684 0 0,-14-31-2352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0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32 3209 0 0,'-38'-31'12658'0'0,"43"42"-12386"0"0,3 2-464 0 0,3 4-88 0 0,3 3-16 0 0,5 3 216 0 0,1 1 80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1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39 8754 0 0,'-5'-3'-261'0'0,"-25"-23"8152"0"0,29 24-7194 0 0,0 1 0 0 0,0-1 0 0 0,-1-3 0 0 0,41 30 2949 0 0,6 16-3394 0 0,-3 3 0 0 0,46 59 0 0 0,-7-9-328 0 0,-58-67-462 0 0,21 29-1 0 0,-26-30-429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1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0 314 6913 0 0,'114'-174'5763'0'0,"-96"149"-4886"0"0,-11 12-792 0 0,2 1 0 0 0,0 0 0 0 0,0 1 0 0 0,1 0 0 0 0,0 0 1 0 0,1 1-1 0 0,0 1 0 0 0,15-10 0 0 0,-24 18-72 0 0,1 0-1 0 0,-1 0 1 0 0,1 0-1 0 0,-1 0 0 0 0,1 1 1 0 0,0-1-1 0 0,-1 1 1 0 0,1 0-1 0 0,0 0 1 0 0,-1 0-1 0 0,1 0 1 0 0,0 0-1 0 0,-1 1 1 0 0,1-1-1 0 0,0 1 1 0 0,-1-1-1 0 0,1 1 1 0 0,-1 0-1 0 0,1 0 1 0 0,-1 0-1 0 0,1 1 1 0 0,-1-1-1 0 0,0 1 1 0 0,0-1-1 0 0,1 1 1 0 0,1 2-1 0 0,8 7 729 0 0,-1-1 1 0 0,-1 2-1 0 0,14 19 0 0 0,-8-12-177 0 0,-6-6-239 0 0,-4-5-403 0 0,-1 0-1 0 0,2-1 1 0 0,-1 1 0 0 0,1-2-1 0 0,0 1 1 0 0,0-1 0 0 0,1 0-1 0 0,0 0 1 0 0,12 6-1 0 0,-13-11-1788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1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100 167 7834 0 0,'-14'-10'957'0'0,"1"-1"0"0"0,0 0 0 0 0,-13-15 0 0 0,23 22-605 0 0,0 1 1 0 0,-1-1 0 0 0,2 0 0 0 0,-1 0 0 0 0,0-1 0 0 0,1 1 0 0 0,0-1 0 0 0,0 1-1 0 0,0-1 1 0 0,0 1 0 0 0,1-1 0 0 0,0 0 0 0 0,0 0 0 0 0,0 0 0 0 0,0-7 0 0 0,1 11-365 0 0,0-1 1 0 0,0 1-1 0 0,0 0 1 0 0,0 0 0 0 0,1-1-1 0 0,-1 1 1 0 0,0 0-1 0 0,1 0 1 0 0,-1 0 0 0 0,1 0-1 0 0,-1-1 1 0 0,1 1-1 0 0,-1 0 1 0 0,1 0 0 0 0,0 0-1 0 0,0 0 1 0 0,0 0-1 0 0,-1 0 1 0 0,1 0 0 0 0,0 1-1 0 0,0-1 1 0 0,0 0-1 0 0,0 0 1 0 0,0 1 0 0 0,0-1-1 0 0,1 1 1 0 0,-1-1-1 0 0,0 1 1 0 0,0-1 0 0 0,0 1-1 0 0,1 0 1 0 0,1-1-1 0 0,1 1-354 0 0,1 0 0 0 0,-1 0 0 0 0,1 0 0 0 0,-1 0-1 0 0,1 1 1 0 0,-1 0 0 0 0,9 3 0 0 0,9 2-881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1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1 370 5529 0 0,'3'-4'663'0'0,"0"1"0"0"0,0 0 0 0 0,0 0 0 0 0,0 1 0 0 0,1-1-1 0 0,-1 1 1 0 0,1-1 0 0 0,0 1 0 0 0,0 0 0 0 0,0 1 0 0 0,0-1 0 0 0,0 0 0 0 0,0 1-1 0 0,0 0 1 0 0,1 0 0 0 0,-1 1 0 0 0,0-1 0 0 0,0 1 0 0 0,9 0 0 0 0,4 1 1101 0 0,-11-1-1459 0 0,-1 1 1 0 0,1-1-1 0 0,-1 0 1 0 0,1-1-1 0 0,-1 1 0 0 0,1-1 1 0 0,-1 0-1 0 0,7-2 1 0 0,-12 0-263 0 0,0 0 1 0 0,0 1-1 0 0,-1-1 1 0 0,1 0-1 0 0,-1 1 1 0 0,0-1-1 0 0,0 0 1 0 0,0 1-1 0 0,0-1 1 0 0,0 1-1 0 0,-1-1 1 0 0,-2-3-1 0 0,2 2 41 0 0,-19-36 382 0 0,-16-44 0 0 0,18 20-1731 0 0,10-5-5230 0 0,8 39-872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2.2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95 342 10594 0 0,'2'1'133'0'0,"-1"1"0"0"0,1-1 0 0 0,-1 0 0 0 0,1 0 0 0 0,-1 0 0 0 0,1 0-1 0 0,0 0 1 0 0,-1-1 0 0 0,1 1 0 0 0,0 0 0 0 0,0-1 0 0 0,0 1 0 0 0,-1-1 0 0 0,1 0 0 0 0,0 1-1 0 0,0-1 1 0 0,0 0 0 0 0,0 0 0 0 0,0 0 0 0 0,-1 0 0 0 0,1-1 0 0 0,0 1 0 0 0,0-1 0 0 0,0 1-1 0 0,0-1 1 0 0,-1 1 0 0 0,1-1 0 0 0,0 0 0 0 0,-1 0 0 0 0,1 0 0 0 0,0 0 0 0 0,-1 0-1 0 0,1 0 1 0 0,-1 0 0 0 0,0-1 0 0 0,1 1 0 0 0,-1 0 0 0 0,0-1 0 0 0,0 1 0 0 0,0-1 0 0 0,0 1-1 0 0,0-1 1 0 0,0 0 0 0 0,0 1 0 0 0,0-1 0 0 0,-1 0 0 0 0,1 0 0 0 0,-1 0 0 0 0,1 1 0 0 0,-1-1-1 0 0,0 0 1 0 0,0 0 0 0 0,0 0 0 0 0,0 0 0 0 0,0-2 0 0 0,-1-10 250 0 0,-1 1 0 0 0,-1 0 0 0 0,0 0 1 0 0,-1 0-1 0 0,-9-22 0 0 0,-34-63-379 0 0,34 72 3 0 0,8 17-188 0 0,-20-36-626 0 0,24 43 687 0 0,0 0 0 0 0,0 0 0 0 0,0 1 1 0 0,-1-1-1 0 0,1 0 0 0 0,-1 1 0 0 0,1-1 1 0 0,-1 1-1 0 0,1-1 0 0 0,-1 1 0 0 0,0 0 1 0 0,0-1-1 0 0,0 1 0 0 0,0 0 0 0 0,0 1 1 0 0,0-1-1 0 0,0 0 0 0 0,-3 0 0 0 0,4 1 53 0 0,0 0-1 0 0,0 0 1 0 0,0 1-1 0 0,0-1 1 0 0,0 0-1 0 0,1 1 1 0 0,-1-1-1 0 0,0 1 1 0 0,0-1-1 0 0,0 1 1 0 0,1-1-1 0 0,-1 1 1 0 0,0 0-1 0 0,0-1 1 0 0,1 1-1 0 0,-1 0 1 0 0,1 0-1 0 0,-1-1 1 0 0,1 1-1 0 0,-1 0 0 0 0,1 0 1 0 0,-1 0-1 0 0,1 0 1 0 0,0 0-1 0 0,-1 0 1 0 0,1 0-1 0 0,0 0 1 0 0,0-1-1 0 0,0 1 1 0 0,0 0-1 0 0,-1 0 1 0 0,2 0-1 0 0,-1 0 1 0 0,0 2-1 0 0,3 33-819 0 0,-2-28 828 0 0,1 0-1 0 0,1 1 0 0 0,-1-1 1 0 0,2 0-1 0 0,-1-1 0 0 0,1 1 1 0 0,0-1-1 0 0,0 0 0 0 0,1 0 1 0 0,0 0-1 0 0,0 0 0 0 0,1-1 1 0 0,0 0-1 0 0,0 0 1 0 0,0 0-1 0 0,1-1 0 0 0,0 0 1 0 0,0 0-1 0 0,0-1 0 0 0,1 0 1 0 0,-1 0-1 0 0,9 2 0 0 0,-2-1 467 0 0,-1-1 1 0 0,1 0-1 0 0,0-2 0 0 0,0 1 0 0 0,0-2 0 0 0,0 0 0 0 0,0 0 0 0 0,0-2 1 0 0,0 1-1 0 0,0-2 0 0 0,0 0 0 0 0,21-6 0 0 0,-16 3 275 0 0,-1-1-1 0 0,23-11 1 0 0,-34 13-780 0 0,0 1 1 0 0,-1-1 0 0 0,1 0-1 0 0,-1-1 1 0 0,0 0-1 0 0,0 0 1 0 0,-1 0 0 0 0,10-12-1 0 0,-3-1-6676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3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94 10594 0 0,'-21'-39'1324'0'0,"11"19"-1051"0"0,3 8 247 0 0,-11-8 6274 0 0,25 38-5420 0 0,17 24-1136 0 0,-11-26-238 0 0,31 25 0 0 0,-26-26 0 0 0,1-2 0 0 0,0 0 0 0 0,34 17 0 0 0,-38-23 0 0 0,1 0 0 0 0,0-1 0 0 0,0-1 0 0 0,0-1 0 0 0,28 4 0 0 0,-33-6 0 0 0,-1-2 0 0 0,1 0 0 0 0,0 0 0 0 0,0-1 0 0 0,15-3 0 0 0,-20 3-1 0 0,0-1 1 0 0,0 1 0 0 0,0-1-1 0 0,0-1 1 0 0,-1 1-1 0 0,1-1 1 0 0,-1 0 0 0 0,0 0-1 0 0,0-1 1 0 0,0 1 0 0 0,0-1-1 0 0,-1 0 1 0 0,1 0 0 0 0,-1-1-1 0 0,0 0 1 0 0,-1 1 0 0 0,1-1-1 0 0,-1 0 1 0 0,0-1 0 0 0,0 1-1 0 0,3-8 1 0 0,-3 6-320 0 0,-1 0 0 0 0,-1-1-1 0 0,1 1 1 0 0,-1 0 0 0 0,0-1 0 0 0,-1 1-1 0 0,0-1 1 0 0,0 1 0 0 0,0-1-1 0 0,-1 1 1 0 0,0-1 0 0 0,-1 1 0 0 0,0 0-1 0 0,0-1 1 0 0,0 1 0 0 0,-7-13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3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9674 0 0,'13'8'13259'0'0,"4"18"-14442"0"0,-13-17 2313 0 0,23 43-3080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3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3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4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25 160 10594 0 0,'-13'-18'793'0'0,"2"4"4007"0"0,18 34-1231 0 0,-3-11-3352 0 0,1 0 1 0 0,0 0-1 0 0,0 0 0 0 0,1 0 0 0 0,0-1 0 0 0,0 0 0 0 0,1 0 0 0 0,0-1 1 0 0,1 0-1 0 0,8 7 0 0 0,-12-12-198 0 0,-1 1-1 0 0,1-1 1 0 0,0 0 0 0 0,0 0-1 0 0,0-1 1 0 0,0 1 0 0 0,0-1 0 0 0,0 0-1 0 0,0 0 1 0 0,0 0 0 0 0,0-1-1 0 0,0 0 1 0 0,1 1 0 0 0,-1-1 0 0 0,0-1-1 0 0,0 1 1 0 0,1-1 0 0 0,-1 1-1 0 0,0-1 1 0 0,0 0 0 0 0,0-1 0 0 0,0 1-1 0 0,0-1 1 0 0,0 0 0 0 0,0 0-1 0 0,-1 0 1 0 0,6-3 0 0 0,-7 3-12 0 0,0 1 0 0 0,1-1 0 0 0,-1 0 0 0 0,0 0 0 0 0,0 1 1 0 0,0-1-1 0 0,0-1 0 0 0,0 1 0 0 0,0 0 0 0 0,-1 0 0 0 0,1-1 0 0 0,-1 1 0 0 0,1-1 1 0 0,-1 1-1 0 0,0-1 0 0 0,0 0 0 0 0,0 1 0 0 0,-1-1 0 0 0,1 0 0 0 0,0-3 1 0 0,-1 2 0 0 0,0 0 1 0 0,-1 0 0 0 0,0 0 0 0 0,1 0 0 0 0,-1 0 0 0 0,-1 0-1 0 0,1 0 1 0 0,-1 0 0 0 0,1 1 0 0 0,-1-1 0 0 0,0 1 0 0 0,-4-7-1 0 0,-3-1 16 0 0,-1 0 0 0 0,0 1-1 0 0,0 0 1 0 0,-1 0-1 0 0,0 1 1 0 0,-23-14-1 0 0,8 8-1026 0 0,-50-22-1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4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1 334 10594 0 0,'24'-18'1942'0'0,"-11"7"-1092"0"0,-6 8-372 0 0,0-1 0 0 0,0 1 0 0 0,0 1 0 0 0,0 0 1 0 0,1 0-1 0 0,-1 0 0 0 0,1 1 0 0 0,-1 0 0 0 0,1 0 1 0 0,0 1-1 0 0,-1 0 0 0 0,15 2 0 0 0,-13-1-231 0 0,1 1 0 0 0,-1 0 0 0 0,0 0 0 0 0,0 1 0 0 0,-1 0 0 0 0,1 1 0 0 0,-1 0-1 0 0,1 0 1 0 0,-1 1 0 0 0,10 7 0 0 0,-16-7 143 0 0,-10-3-24 0 0,-11-4 150 0 0,12-1-447 0 0,-1-1 0 0 0,1 0 0 0 0,0-1 0 0 0,1 0 0 0 0,-1 0 0 0 0,1 0 0 0 0,0-1 0 0 0,0 0 0 0 0,0 0 0 0 0,1 0 0 0 0,0-1 0 0 0,0 0-1 0 0,1 0 1 0 0,0 0 0 0 0,0 0 0 0 0,1-1 0 0 0,0 1 0 0 0,-4-13 0 0 0,3 5-264 0 0,0 0 1 0 0,1 0-1 0 0,1-1 0 0 0,0 1 0 0 0,1 0 1 0 0,1-1-1 0 0,0 1 0 0 0,1-1 1 0 0,3-16-1 0 0,2 12-1091 0 0,2 2-297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5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158 543 2761 0 0,'2'2'660'0'0,"0"0"-1"0"0,-1-1 1 0 0,1 1 0 0 0,0-1 0 0 0,0 0 0 0 0,0 1 0 0 0,-1-1 0 0 0,1 0 0 0 0,1 0 0 0 0,-1 0 0 0 0,0-1 0 0 0,0 1 0 0 0,0 0 0 0 0,3 0 0 0 0,-4-2-457 0 0,0 1 0 0 0,0 0 0 0 0,0 0 0 0 0,0-1 1 0 0,0 1-1 0 0,0 0 0 0 0,0-1 0 0 0,0 1 1 0 0,0-1-1 0 0,-1 1 0 0 0,1-1 0 0 0,0 0 1 0 0,0 1-1 0 0,-1-1 0 0 0,1 0 0 0 0,0 1 0 0 0,-1-1 1 0 0,1 0-1 0 0,0 0 0 0 0,-1 0 0 0 0,1 1 1 0 0,-1-1-1 0 0,0 0 0 0 0,1 0 0 0 0,-1 0 0 0 0,0 0 1 0 0,1 0-1 0 0,-1 0 0 0 0,0 0 0 0 0,0 0 1 0 0,0 0-1 0 0,0 0 0 0 0,0 0 0 0 0,0 0 1 0 0,0 0-1 0 0,0-1 0 0 0,0-16 126 0 0,-1 1 0 0 0,0-1 1 0 0,-1 1-1 0 0,-1-1 0 0 0,-1 1 0 0 0,0 0 1 0 0,-1 0-1 0 0,-9-19 0 0 0,10 25-327 0 0,-1 0 0 0 0,-1 0 1 0 0,0 1-1 0 0,0-1 0 0 0,-1 1 0 0 0,0 1 0 0 0,-1-1 0 0 0,0 1 1 0 0,0 1-1 0 0,-1-1 0 0 0,0 1 0 0 0,-18-11 0 0 0,24 17-12 0 0,0 1 1 0 0,0-1-1 0 0,0 1 0 0 0,-1 0 0 0 0,1 0 1 0 0,0 0-1 0 0,-1 0 0 0 0,1 0 0 0 0,0 1 0 0 0,-1 0 1 0 0,1-1-1 0 0,-6 2 0 0 0,8-1-9 0 0,0 0 0 0 0,0 0-1 0 0,0 1 1 0 0,1-1 0 0 0,-1 0 0 0 0,0 0-1 0 0,0 1 1 0 0,1-1 0 0 0,-1 1 0 0 0,0-1-1 0 0,0 1 1 0 0,1-1 0 0 0,-1 1 0 0 0,1-1-1 0 0,-1 1 1 0 0,0 0 0 0 0,1-1 0 0 0,-1 1-1 0 0,1 0 1 0 0,-1 1 0 0 0,0 0-24 0 0,1 0 0 0 0,-1-1 0 0 0,1 1 0 0 0,0 0 0 0 0,0 0 0 0 0,0 0 0 0 0,0-1 0 0 0,0 1 0 0 0,0 0 0 0 0,0 0 0 0 0,1 0 0 0 0,-1-1 0 0 0,2 4 0 0 0,2 7-55 0 0,0-1 0 0 0,1 0 0 0 0,0-1 0 0 0,1 1 0 0 0,1-1 0 0 0,-1 0 1 0 0,1 0-1 0 0,1-1 0 0 0,0 0 0 0 0,0-1 0 0 0,1 1 0 0 0,0-2 0 0 0,11 9 0 0 0,-8-9-15 0 0,0 1 0 0 0,0-1 0 0 0,0-1-1 0 0,1 0 1 0 0,0-1 0 0 0,0 0-1 0 0,1-1 1 0 0,-1-1 0 0 0,1 0-1 0 0,27 2 1 0 0,-38-5 47 0 0,0 0 0 0 0,1 0 1 0 0,-1 0-1 0 0,0-1 0 0 0,0 1 0 0 0,0-1 0 0 0,0 1 0 0 0,0-1 1 0 0,0 0-1 0 0,0-1 0 0 0,0 1 0 0 0,0 0 0 0 0,0-1 0 0 0,-1 1 1 0 0,1-1-1 0 0,0 0 0 0 0,-1 0 0 0 0,0 0 0 0 0,1 0 0 0 0,-1-1 1 0 0,0 1-1 0 0,0-1 0 0 0,0 1 0 0 0,0-1 0 0 0,-1 0 0 0 0,1 1 1 0 0,-1-1-1 0 0,0 0 0 0 0,0 0 0 0 0,0 0 0 0 0,0 0 0 0 0,0 0 1 0 0,0-5-1 0 0,2-9-428 0 0,-1 0 1 0 0,-1-1 0 0 0,-1 1-1 0 0,-2-31 1 0 0,-1 15 324 0 0,-2 2 0 0 0,-10-43 0 0 0,12 62 714 0 0,-1-1 0 0 0,-1 0 1 0 0,0 1-1 0 0,0 0 1 0 0,-1 0-1 0 0,-1 1 0 0 0,0 0 1 0 0,-12-15-1 0 0,18 25-424 0 0,1 0 0 0 0,-1 0 0 0 0,1 1 0 0 0,-1-1 0 0 0,0 0 0 0 0,1 1 0 0 0,-1-1 0 0 0,0 1 0 0 0,0-1 0 0 0,1 1-1 0 0,-1-1 1 0 0,0 1 0 0 0,0 0 0 0 0,0-1 0 0 0,0 1 0 0 0,1 0 0 0 0,-3-1 0 0 0,3 1-54 0 0,-1 0-1 0 0,1 1 1 0 0,0-1-1 0 0,-1 0 1 0 0,1 0-1 0 0,-1 0 1 0 0,1 0-1 0 0,0 1 1 0 0,-1-1-1 0 0,1 0 1 0 0,0 1-1 0 0,-1-1 1 0 0,1 0-1 0 0,0 0 1 0 0,0 1-1 0 0,-1-1 1 0 0,1 0 0 0 0,0 1-1 0 0,0-1 1 0 0,0 1-1 0 0,-1-1 1 0 0,1 0-1 0 0,0 1 1 0 0,0-1-1 0 0,0 1 1 0 0,0-1-1 0 0,-1 3 43 0 0,1 0 0 0 0,0-1 0 0 0,0 1 0 0 0,0-1-1 0 0,0 1 1 0 0,0 0 0 0 0,0-1 0 0 0,0 1 0 0 0,1-1 0 0 0,1 4 0 0 0,18 25 480 0 0,4 6 26 0 0,-23-36-588 0 0,-1 1-1 0 0,1-1 1 0 0,0 1-1 0 0,-1 0 1 0 0,1-1-1 0 0,-1 1 1 0 0,1 0-1 0 0,-1-1 1 0 0,0 1-1 0 0,0 0 1 0 0,0-1-1 0 0,0 1 1 0 0,0 0-1 0 0,0 0 1 0 0,0-1-1 0 0,0 1 1 0 0,-1 0 0 0 0,1-1-1 0 0,-1 3 1 0 0,1-6-115 0 0,0-1 0 0 0,1 1 0 0 0,-1 0 1 0 0,0-1-1 0 0,0 1 0 0 0,0 0 0 0 0,0-1 1 0 0,-1 1-1 0 0,1 0 0 0 0,-1-1 0 0 0,0-1 1 0 0,0 1-62 0 0,1 1 1 0 0,-1 0-1 0 0,1-1 1 0 0,-1 1 0 0 0,1-1-1 0 0,0 1 1 0 0,0-1-1 0 0,0 1 1 0 0,0 0-1 0 0,1-1 1 0 0,0-2 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6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154 304 5065 0 0,'-15'-6'1385'0'0,"6"3"21"0"0,1 0 0 0 0,-1 0 0 0 0,0 1 1 0 0,0 0-1 0 0,-16-1 0 0 0,22 3-1200 0 0,1 0 1 0 0,-1 1-1 0 0,1-1 0 0 0,0 0 1 0 0,-1 1-1 0 0,1 0 0 0 0,0-1 0 0 0,0 1 1 0 0,-1 0-1 0 0,1 0 0 0 0,0 0 1 0 0,0 0-1 0 0,0 1 0 0 0,0-1 0 0 0,0 1 1 0 0,0-1-1 0 0,1 1 0 0 0,-1 0 1 0 0,0-1-1 0 0,1 1 0 0 0,-1 0 0 0 0,1 0 1 0 0,0 0-1 0 0,0 0 0 0 0,0 0 1 0 0,0 1-1 0 0,-1 2 0 0 0,-2 8-92 0 0,0 0 0 0 0,1 0 0 0 0,1 0 0 0 0,0 0-1 0 0,1 0 1 0 0,0 0 0 0 0,1 0 0 0 0,2 17 0 0 0,2 4 300 0 0,16 65 1 0 0,-17-89-417 0 0,-1 0 1 0 0,1-1-1 0 0,1 1 0 0 0,0-1 1 0 0,0 0-1 0 0,1 0 1 0 0,0-1-1 0 0,1 0 0 0 0,8 11 1 0 0,-11-16 0 0 0,1 0 0 0 0,-1 0 1 0 0,1 0-1 0 0,0 0 0 0 0,0-1 0 0 0,0 1 1 0 0,0-1-1 0 0,0 0 0 0 0,0 0 1 0 0,1-1-1 0 0,-1 1 0 0 0,1-1 0 0 0,-1 0 1 0 0,1 0-1 0 0,-1 0 0 0 0,1-1 0 0 0,0 0 1 0 0,-1 0-1 0 0,1 0 0 0 0,0 0 1 0 0,8-2-1 0 0,-3 0 8 0 0,-1 0-1 0 0,0-1 1 0 0,0 0 0 0 0,0 0 0 0 0,0-1 0 0 0,0 0-1 0 0,-1-1 1 0 0,0 0 0 0 0,0 0 0 0 0,0-1 0 0 0,0 1-1 0 0,-1-2 1 0 0,9-8 0 0 0,-7 4-17 0 0,-1 0-1 0 0,0-1 1 0 0,0 0 0 0 0,-1 0-1 0 0,-1 0 1 0 0,0-1 0 0 0,-1 0-1 0 0,6-19 1 0 0,-4 5-490 0 0,-2-1 1 0 0,-1 0-1 0 0,-1 0 0 0 0,-1-1 1 0 0,-1 1-1 0 0,-2 0 1 0 0,-1-1-1 0 0,-8-40 1 0 0,10 64 422 0 0,-11-37-498 0 0,10 40 593 0 0,0 0 1 0 0,0-1-1 0 0,0 1 0 0 0,0 0 0 0 0,0 0 1 0 0,0 0-1 0 0,-1 0 0 0 0,1 0 1 0 0,-1 0-1 0 0,0 0 0 0 0,1 0 0 0 0,-1 1 1 0 0,0-1-1 0 0,-3-2 0 0 0,3 4 128 0 0,0-1 0 0 0,0 1-1 0 0,0 0 1 0 0,1-1 0 0 0,-1 1 0 0 0,0 0 0 0 0,0 0-1 0 0,0 0 1 0 0,0 1 0 0 0,0-1 0 0 0,1 0 0 0 0,-1 1-1 0 0,0-1 1 0 0,0 1 0 0 0,1-1 0 0 0,-1 1 0 0 0,0 0-1 0 0,1 0 1 0 0,-1 0 0 0 0,1 0 0 0 0,-1 0 0 0 0,1 0-1 0 0,-1 0 1 0 0,1 1 0 0 0,0-1 0 0 0,-1 0-1 0 0,0 3 1 0 0,1 2-108 0 0,1 1 0 0 0,0 0 0 0 0,1-1-1 0 0,0 1 1 0 0,0 0 0 0 0,0-1 0 0 0,0 1-1 0 0,1-1 1 0 0,1 0 0 0 0,-1 1 0 0 0,1-1 0 0 0,0 0-1 0 0,7 10 1 0 0,-6-8 8 0 0,1-1 1 0 0,0 0-1 0 0,1 0 0 0 0,0 0 0 0 0,0 0 1 0 0,0-1-1 0 0,1 0 0 0 0,0-1 0 0 0,0 0 1 0 0,13 8-1 0 0,-18-12-46 0 0,1 0-1 0 0,-1 0 1 0 0,0 0 0 0 0,1 0-1 0 0,-1 0 1 0 0,1-1 0 0 0,-1 1-1 0 0,1-1 1 0 0,-1 1 0 0 0,1-1-1 0 0,-1 0 1 0 0,1 0 0 0 0,0 0-1 0 0,-1 0 1 0 0,1-1 0 0 0,-1 1-1 0 0,1-1 1 0 0,-1 1 0 0 0,1-1-1 0 0,-1 0 1 0 0,3-2 0 0 0,-2 1-2 0 0,0 0 1 0 0,0 0 0 0 0,0-1-1 0 0,-1 0 1 0 0,1 1-1 0 0,-1-1 1 0 0,0 0 0 0 0,0 0-1 0 0,0 0 1 0 0,0-1 0 0 0,0 1-1 0 0,-1 0 1 0 0,2-5 0 0 0,2-6-10 0 0,-1-2 1 0 0,-1 1 0 0 0,-1 0 0 0 0,0-1 0 0 0,0-25 0 0 0,-1 28-5 0 0,-1 0 0 0 0,-1 0-1 0 0,0 1 1 0 0,-1-1 0 0 0,0 1 0 0 0,-1-1 0 0 0,0 1-1 0 0,-1 0 1 0 0,-1 0 0 0 0,0 0 0 0 0,-8-14-1 0 0,2 10-3 0 0,6 10 153 0 0,7 11 332 0 0,29 24-189 0 0,94 81 135 0 0,43 44-52 0 0,-62-52-133 0 0,8 9-922 0 0,-108-102-372 0 0,-13-14-1553 0 0,1-2 1086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6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2304 0 0,'3'-2'498'0'0,"0"0"-1"0"0,0 0 1 0 0,0 1-1 0 0,0-1 0 0 0,0 1 1 0 0,0 0-1 0 0,0 0 1 0 0,0 0-1 0 0,1 0 0 0 0,-1 0 1 0 0,0 1-1 0 0,1-1 1 0 0,3 1-1 0 0,47 3 4381 0 0,-51-3-4661 0 0,1 1 1 0 0,0 0 0 0 0,0-1 0 0 0,0 1 0 0 0,0 1-1 0 0,0-1 1 0 0,-1 1 0 0 0,1-1 0 0 0,-1 1 0 0 0,1 0-1 0 0,-1 1 1 0 0,0-1 0 0 0,0 0 0 0 0,0 1-1 0 0,0 0 1 0 0,0-1 0 0 0,0 1 0 0 0,-1 0 0 0 0,1 1-1 0 0,-1-1 1 0 0,0 0 0 0 0,3 7 0 0 0,-4-5-128 0 0,1 0-1 0 0,-1 0 1 0 0,0 1 0 0 0,-1-1-1 0 0,1 0 1 0 0,-1 1 0 0 0,0-1 0 0 0,0 0-1 0 0,-1 1 1 0 0,0-1 0 0 0,0 0 0 0 0,0 0-1 0 0,0 1 1 0 0,-1-1 0 0 0,0 0 0 0 0,-3 6-1 0 0,-24 39-2206 0 0,19-34 1294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6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 10138 0 0,'-5'-13'8933'0'0,"145"153"-5262"0"0,-8-6-3057 0 0,-4-28-550 0 0,-70-64-6715 0 0,-35-26-556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7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1 154 3225 0 0,'3'-5'579'0'0,"0"-1"0"0"0,0 1 0 0 0,1 1 0 0 0,0-1 1 0 0,0 0-1 0 0,5-4 0 0 0,4-1 367 0 0,0 1 0 0 0,1 0 0 0 0,0 1 1 0 0,1 0-1 0 0,0 1 0 0 0,0 0 0 0 0,0 2 0 0 0,1 0 0 0 0,17-4 0 0 0,17-6 1089 0 0,-49 19-1834 0 0,1 1 0 0 0,-1-1 0 0 0,-1 1 0 0 0,1-1 0 0 0,0 8 1 0 0,-1-5-104 0 0,1 0 0 0 0,0 0 0 0 0,0-1 0 0 0,1 1 0 0 0,-1-1 0 0 0,1 1 0 0 0,1-1 0 0 0,-1 0 0 0 0,1 0 0 0 0,1 0 1 0 0,-1 0-1 0 0,1 0 0 0 0,4 5 0 0 0,-5-9-93 0 0,-1 1 1 0 0,0-2-1 0 0,1 1 0 0 0,-1 0 1 0 0,1 0-1 0 0,-1-1 1 0 0,1 1-1 0 0,0-1 1 0 0,-1 0-1 0 0,1 0 1 0 0,0 0-1 0 0,0 0 0 0 0,0-1 1 0 0,0 1-1 0 0,0-1 1 0 0,0 0-1 0 0,0 1 1 0 0,0-1-1 0 0,0-1 0 0 0,0 1 1 0 0,0 0-1 0 0,0-1 1 0 0,0 1-1 0 0,0-1 1 0 0,-1 0-1 0 0,1 0 0 0 0,0 0 1 0 0,0 0-1 0 0,-1-1 1 0 0,1 1-1 0 0,4-4 1 0 0,-5 4 17 0 0,0 0 1 0 0,0 0 0 0 0,0-1 0 0 0,-1 1 0 0 0,1-1 0 0 0,0 1-1 0 0,-1-1 1 0 0,1 0 0 0 0,-1 1 0 0 0,1-1 0 0 0,-1 0 0 0 0,0 0-1 0 0,1 0 1 0 0,-1 0 0 0 0,0 0 0 0 0,-1 0 0 0 0,1-1 0 0 0,0 1 0 0 0,-1 0-1 0 0,1 0 1 0 0,-1-1 0 0 0,1 1 0 0 0,-1 0 0 0 0,0 0 0 0 0,0-1-1 0 0,0 1 1 0 0,0 0 0 0 0,-1-1 0 0 0,1 1 0 0 0,-1 0 0 0 0,1 0-1 0 0,-1-1 1 0 0,0 1 0 0 0,0 0 0 0 0,0 0 0 0 0,0 0 0 0 0,0 0-1 0 0,0 0 1 0 0,-1 0 0 0 0,-1-1 0 0 0,-1-4-42 0 0,-1 0-1 0 0,0 1 1 0 0,-1 0-1 0 0,0 0 1 0 0,0 0-1 0 0,0 1 1 0 0,-1 0 0 0 0,1 0-1 0 0,-1 0 1 0 0,-8-3-1 0 0,11 6-144 0 0,0 1-1 0 0,0-1 0 0 0,0 1 1 0 0,-1 0-1 0 0,1 0 0 0 0,0 0 0 0 0,-6 0 1 0 0,-18 5-4233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37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0 372 6913 0 0,'2'-2'663'0'0,"4"-4"789"0"0,0 0 0 0 0,0 0 1 0 0,1 0-1 0 0,0 1 0 0 0,-1 0 0 0 0,10-4 0 0 0,-13 8-1286 0 0,0 0 0 0 0,0 0-1 0 0,0 0 1 0 0,1 0-1 0 0,-1 1 1 0 0,0 0-1 0 0,0-1 1 0 0,1 1-1 0 0,-1 0 1 0 0,0 1 0 0 0,0-1-1 0 0,1 0 1 0 0,-1 1-1 0 0,0 0 1 0 0,0 0-1 0 0,0 0 1 0 0,0 0-1 0 0,0 0 1 0 0,5 3 0 0 0,-5-1 1013 0 0,-5-3-160 0 0,-12-9 291 0 0,9 2-1153 0 0,0-1-1 0 0,0 0 0 0 0,1 0 1 0 0,0 0-1 0 0,0-1 0 0 0,1 1 1 0 0,0-1-1 0 0,1 0 1 0 0,0 0-1 0 0,0 0 0 0 0,1 0 1 0 0,0 0-1 0 0,0-12 0 0 0,1-3-689 0 0,2-1-1 0 0,0 1 1 0 0,1 0-1 0 0,7-25 0 0 0,4 0-8145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1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2112 3681 0 0,'-3'4'1920'0'0,"3"-4"-1792"0"0,0 0 0 0 0,-1 1 0 0 0,1-1 0 0 0,0 0 0 0 0,-1 0 0 0 0,1 0 0 0 0,0 0 0 0 0,-1 0 0 0 0,1 0 1 0 0,0 0-1 0 0,-1 0 0 0 0,1 0 0 0 0,-1 0 0 0 0,1 0 0 0 0,0 0 0 0 0,-1 0 0 0 0,1 0 0 0 0,0 0 0 0 0,-1 0 0 0 0,1 0 0 0 0,0 0 0 0 0,-1 0 0 0 0,1 0 0 0 0,-1-1 0 0 0,-15-13 4719 0 0,-12-30 986 0 0,25 39-5700 0 0,-8-16 240 0 0,1 0 0 0 0,1-1-1 0 0,1 0 1 0 0,0 0 0 0 0,2-1 0 0 0,1 1 0 0 0,-4-47 0 0 0,4-7-326 0 0,6-84 1 0 0,4 51-14 0 0,25-149 1 0 0,-20 203-36 0 0,3 0 0 0 0,3 1 0 0 0,1 1 0 0 0,41-83 0 0 0,151-235 1 0 0,-165 304 45 0 0,4 2-1 0 0,2 1 1 0 0,76-73 0 0 0,-102 116-32 0 0,1 0 0 0 0,1 2 1 0 0,32-19-1 0 0,-57 37-13 0 0,0 0 0 0 0,1 1 0 0 0,-1-1 0 0 0,1 0 0 0 0,-1 1 0 0 0,1-1 0 0 0,-1 1 0 0 0,1 0 0 0 0,0-1 0 0 0,-1 1 0 0 0,1 0 0 0 0,-1 0 0 0 0,1 0 0 0 0,2 0 0 0 0,14 0 0 0 0,-16-2-128 0 0,1 1 0 0 0,0-1 0 0 0,0 0 0 0 0,-1 1-1 0 0,1-1 1 0 0,-1 0 0 0 0,1-1 0 0 0,-1 1 0 0 0,0 0 0 0 0,0-1 0 0 0,0 1 0 0 0,0-1 0 0 0,-1 0 0 0 0,1 1 0 0 0,0-1 0 0 0,-1 0-1 0 0,0 0 1 0 0,0 0 0 0 0,0 0 0 0 0,0 0 0 0 0,0-5 0 0 0,-1 0-1103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2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43 2737 0 0,'-10'-6'350'0'0,"1"1"1"0"0,-1 0 0 0 0,0 0 0 0 0,0 1-1 0 0,-1 1 1 0 0,-19-5 0 0 0,18 5 510 0 0,0 2 0 0 0,0-1 0 0 0,0 1 0 0 0,-1 1 0 0 0,1 0 0 0 0,0 1 0 0 0,0 1-1 0 0,-1-1 1 0 0,1 2 0 0 0,0 0 0 0 0,1 0 0 0 0,-1 1 0 0 0,1 1 0 0 0,-1-1 0 0 0,1 2 0 0 0,-17 11 0 0 0,28-16-805 0 0,1-1-1 0 0,-1 1 1 0 0,0 0-1 0 0,1 0 1 0 0,-1 0-1 0 0,0-1 1 0 0,1 1-1 0 0,-1 0 1 0 0,1 0-1 0 0,-1-1 1 0 0,1 1-1 0 0,0 0 1 0 0,-1-1-1 0 0,1 1 1 0 0,0 0-1 0 0,-1-1 1 0 0,1 1-1 0 0,0-1 1 0 0,0 0-1 0 0,0 1 1 0 0,-1-1-1 0 0,3 1 1 0 0,22 14 1044 0 0,-12-11-1068 0 0,0-1 0 0 0,1 0 0 0 0,-1 0 0 0 0,1-1 0 0 0,0-1 0 0 0,18-1 0 0 0,8 2 16 0 0,-13 0 1 0 0,0-1 1 0 0,0-1 0 0 0,0-2-1 0 0,0 0 1 0 0,-1-2-1 0 0,1-1 1 0 0,-1-1 0 0 0,0-1-1 0 0,27-12 1 0 0,-44 15 19 0 0,-6 2-17 0 0,0 0 0 0 0,1 0 0 0 0,-1 1 0 0 0,1 0 1 0 0,0-1-1 0 0,-1 1 0 0 0,1 1 0 0 0,0-1 0 0 0,0 0 1 0 0,6 1-1 0 0,-10 3 24 0 0,0 0 1 0 0,0 0 0 0 0,0 0 0 0 0,0 0-1 0 0,0 0 1 0 0,-1 0 0 0 0,1 0-1 0 0,-1-1 1 0 0,0 1 0 0 0,-3 6 0 0 0,3-3 28 0 0,-11 46 242 0 0,3 0 0 0 0,-5 90 0 0 0,17 23-2556 0 0,1-118-6185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8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68 244 4145 0 0,'-35'8'982'0'0,"3"-7"9390"0"0,59-16-8015 0 0,168-68 1598 0 0,106-26-3267 0 0,-151 76-2312 0 0,-85 23-4828 0 0,-36 7 231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8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 4145 0 0,'-19'0'560'0'0,"18"0"-256"0"0,0 0-1 0 0,0 0 1 0 0,0 0-1 0 0,0 1 1 0 0,0-1-1 0 0,1 0 1 0 0,-1 1-1 0 0,0-1 1 0 0,0 0-1 0 0,0 1 1 0 0,0-1-1 0 0,1 1 1 0 0,-1 0-1 0 0,-1 0 607 0 0,1 0-606 0 0,0 1-1 0 0,-4 18 5249 0 0,6 0-5373 0 0,35 255 5731 0 0,-14-126-5273 0 0,-15-86-860 0 0,8 55 451 0 0,-11-101-1177 0 0,0-1 1 0 0,0 0-1 0 0,1 0 0 0 0,15 28 1 0 0,-10-26-5709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9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11 12899 0 0,'-9'-11'892'0'0,"5"14"27"0"0,5 20 806 0 0,0-13-1107 0 0,4 33-249 0 0,1-1-1 0 0,2-1 1 0 0,2 1-1 0 0,2-1 1 0 0,2-1-1 0 0,1 0 1 0 0,38 68 0 0 0,-49-100-357 0 0,0-1 0 0 0,1 0 1 0 0,0 0-1 0 0,0-1 1 0 0,1 0-1 0 0,0 0 0 0 0,8 7 1 0 0,-12-12-46 0 0,0 0 1 0 0,0 1-1 0 0,-1-1 0 0 0,1 0 1 0 0,1 0-1 0 0,-1 0 0 0 0,0-1 1 0 0,0 1-1 0 0,0 0 1 0 0,0-1-1 0 0,0 1 0 0 0,1-1 1 0 0,-1 0-1 0 0,0 0 1 0 0,0 0-1 0 0,1 0 0 0 0,-1 0 1 0 0,0 0-1 0 0,0-1 1 0 0,0 1-1 0 0,1-1 0 0 0,-1 0 1 0 0,0 1-1 0 0,0-1 1 0 0,0 0-1 0 0,0 0 0 0 0,0 0 1 0 0,0-1-1 0 0,0 1 1 0 0,-1 0-1 0 0,4-3 0 0 0,6-8-217 0 0,0-1-1 0 0,-1 0 1 0 0,-1-1-1 0 0,0 0 1 0 0,0 0-1 0 0,-2-1 1 0 0,10-24-1 0 0,8-13 611 0 0,-14 30-82 0 0,-1 2 237 0 0,0 1 1 0 0,14-19 0 0 0,-22 34-393 0 0,1 1 0 0 0,-1-1 0 0 0,1 1 0 0 0,0 0 0 0 0,0 0 0 0 0,0 0 0 0 0,0 1 0 0 0,1-1 0 0 0,-1 1 0 0 0,1-1 0 0 0,-1 1 0 0 0,1 0 0 0 0,0 0 0 0 0,0 1 0 0 0,0-1 0 0 0,0 1 1 0 0,5-1-1 0 0,-7 2-81 0 0,0 1 1 0 0,1-1-1 0 0,-1 1 1 0 0,0-1 0 0 0,0 1-1 0 0,0 0 1 0 0,1 0 0 0 0,-1 0-1 0 0,0 0 1 0 0,0 0-1 0 0,0 1 1 0 0,-1-1 0 0 0,1 0-1 0 0,0 1 1 0 0,0 0 0 0 0,-1-1-1 0 0,1 1 1 0 0,-1 0-1 0 0,1 0 1 0 0,-1 0 0 0 0,0 0-1 0 0,0 0 1 0 0,0 0 0 0 0,0 0-1 0 0,0 0 1 0 0,0 0-1 0 0,0 4 1 0 0,4 9 18 0 0,-1 0-1 0 0,5 26 1 0 0,-9-38-52 0 0,12 75-62 0 0,5 26-826 0 0,-1-36-5920 0 0,-9-46 287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49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0 377 8290 0 0,'19'-14'739'0'0,"-1"-1"1"0"0,-1-1-1 0 0,-1 0 1 0 0,0-1-1 0 0,-1-1 0 0 0,-1-1 1 0 0,0 0-1 0 0,-2 0 1 0 0,0-1-1 0 0,-2-1 1 0 0,0 0-1 0 0,-1-1 1 0 0,-1 1-1 0 0,10-43 0 0 0,-18 62-681 0 0,1 0 0 0 0,-1-1 0 0 0,0 1-1 0 0,1 0 1 0 0,-1-1 0 0 0,0 1 0 0 0,-1 0-1 0 0,1-1 1 0 0,0 1 0 0 0,-1 0-1 0 0,1-1 1 0 0,-1 1 0 0 0,1 0 0 0 0,-1-1-1 0 0,0 1 1 0 0,0 0 0 0 0,0 0 0 0 0,-1 0-1 0 0,-2-3 1 0 0,3 4-29 0 0,0 0 0 0 0,0 0 0 0 0,0 1 0 0 0,-1-1 0 0 0,1 0 1 0 0,0 1-1 0 0,0-1 0 0 0,-1 1 0 0 0,1 0 0 0 0,-1 0 0 0 0,1-1 0 0 0,0 1 0 0 0,-1 0 0 0 0,1 0 0 0 0,-1 0 0 0 0,1 0 0 0 0,0 0 0 0 0,-1 1 0 0 0,1-1 1 0 0,-1 0-1 0 0,1 1 0 0 0,0-1 0 0 0,-1 1 0 0 0,1-1 0 0 0,0 1 0 0 0,0-1 0 0 0,-1 1 0 0 0,1 0 0 0 0,0 0 0 0 0,0 0 0 0 0,0 0 0 0 0,0 0 1 0 0,-1 2-1 0 0,-4 2-5 0 0,0 1 1 0 0,1 0 0 0 0,0 0 0 0 0,1 0 0 0 0,-1 1 0 0 0,1-1 0 0 0,0 1 0 0 0,1 0 0 0 0,0 0-1 0 0,0 1 1 0 0,0-1 0 0 0,1 1 0 0 0,0-1 0 0 0,1 1 0 0 0,-1 0 0 0 0,1 0 0 0 0,1-1-1 0 0,0 17 1 0 0,1-10 25 0 0,0-1-1 0 0,1 1 0 0 0,1 0 0 0 0,0-1 1 0 0,1 1-1 0 0,0-1 0 0 0,1 0 1 0 0,0-1-1 0 0,14 25 0 0 0,-10-24 54 0 0,1 1 0 0 0,0-2 0 0 0,0 1 0 0 0,1-2 0 0 0,1 1 0 0 0,0-1 0 0 0,21 14 0 0 0,-24-19-923 0 0,1-1 0 0 0,0 0 1 0 0,20 7-1 0 0,-9-5-6500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0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6913 0 0,'1'-2'216'0'0,"0"1"0"0"0,0-1-1 0 0,0 0 1 0 0,0 0 0 0 0,1 0-1 0 0,-1 1 1 0 0,1-1 0 0 0,-1 1-1 0 0,1-1 1 0 0,0 1 0 0 0,-1 0-1 0 0,1 0 1 0 0,0-1 0 0 0,0 1-1 0 0,0 1 1 0 0,0-1 0 0 0,0 0-1 0 0,0 0 1 0 0,0 1 0 0 0,0-1-1 0 0,0 1 1 0 0,0-1 0 0 0,0 1-1 0 0,0 0 1 0 0,1 0 0 0 0,-1 0-1 0 0,0 0 1 0 0,4 1 0 0 0,-2 0 78 0 0,-1 0 0 0 0,1 0 0 0 0,0 0 0 0 0,-1 0 1 0 0,1 1-1 0 0,-1 0 0 0 0,1-1 0 0 0,-1 1 0 0 0,0 1 0 0 0,0-1 1 0 0,0 0-1 0 0,0 1 0 0 0,0-1 0 0 0,0 1 0 0 0,3 5 0 0 0,2 5 31 0 0,-1 1-1 0 0,-1 0 1 0 0,0 0-1 0 0,-1 1 1 0 0,-1 0-1 0 0,0 0 0 0 0,0 0 1 0 0,0 17-1 0 0,-1-13-230 0 0,0-1-1 0 0,2 1 0 0 0,0-1 0 0 0,12 29 1 0 0,-16-46-86 0 0,-1-1 1 0 0,0 1-1 0 0,0 0 1 0 0,0-1 0 0 0,1 1-1 0 0,-1-1 1 0 0,0 1 0 0 0,1-1-1 0 0,-1 1 1 0 0,0-1 0 0 0,1 1-1 0 0,-1-1 1 0 0,1 0-1 0 0,-1 1 1 0 0,1-1 0 0 0,-1 1-1 0 0,1-1 1 0 0,-1 0 0 0 0,1 1-1 0 0,-1-1 1 0 0,1 0 0 0 0,-1 0-1 0 0,1 0 1 0 0,-1 1-1 0 0,1-1 1 0 0,0 0 0 0 0,-1 0-1 0 0,1 0 1 0 0,0 0 0 0 0,-1 0-1 0 0,1 0 1 0 0,-1 0 0 0 0,2 0-1 0 0,0-1 1 0 0,-1 0-1 0 0,1 0 1 0 0,-1 0 0 0 0,1 0-1 0 0,-1 0 1 0 0,0 0-1 0 0,1 0 1 0 0,-1-1 0 0 0,0 1-1 0 0,0 0 1 0 0,2-3 0 0 0,23-44-111 0 0,-26 46 89 0 0,15-31-208 0 0,46-96 66 0 0,-51 110 242 0 0,1 1-1 0 0,1 0 0 0 0,1 1 0 0 0,22-25 0 0 0,-31 38-21 0 0,0 0 0 0 0,1 0 0 0 0,-1 1-1 0 0,1-1 1 0 0,0 1 0 0 0,0 0 0 0 0,0 0 0 0 0,1 0 0 0 0,-1 1 0 0 0,7-2 0 0 0,-10 3-28 0 0,0 1 0 0 0,1 0 0 0 0,-1-1 0 0 0,0 1 0 0 0,1 0 0 0 0,-1 0 0 0 0,0 0 0 0 0,1 1 0 0 0,-1-1 0 0 0,0 1 0 0 0,1-1 0 0 0,-1 1 0 0 0,0 0 0 0 0,0-1 0 0 0,0 1 0 0 0,1 0 0 0 0,-1 1 1 0 0,0-1-1 0 0,-1 0 0 0 0,1 1 0 0 0,0-1 0 0 0,0 1 0 0 0,0-1 0 0 0,-1 1 0 0 0,1 0 0 0 0,-1 0 0 0 0,3 3 0 0 0,7 14 13 0 0,-1 0 1 0 0,0 1-1 0 0,-2 0 0 0 0,0 1 1 0 0,7 31-1 0 0,-7-22 3 0 0,23 53 0 0 0,-24-68-123 0 0,1 0 0 0 0,1 0 1 0 0,0-1-1 0 0,0 0 0 0 0,22 22 0 0 0,-21-27-359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0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1 140 456 0 0,'5'-4'878'0'0,"-1"-1"1"0"0,1 0-1 0 0,-1 0 0 0 0,0-1 1 0 0,0 1-1 0 0,-1-1 0 0 0,1 0 1 0 0,3-9-1 0 0,0 1-349 0 0,1-1 639 0 0,-6 10-552 0 0,0 0-1 0 0,1 0 1 0 0,-1 0 0 0 0,1 0 0 0 0,0 1-1 0 0,1-1 1 0 0,-1 1 0 0 0,1 0 0 0 0,7-7-1 0 0,-4 14-400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0.8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38 414 648 0 0,'-1'0'88'0'0,"0"0"0"0"0,-1 0 0 0 0,1 0-1 0 0,-1 0 1 0 0,1 0 0 0 0,0-1 0 0 0,-1 1 0 0 0,1 0-1 0 0,0-1 1 0 0,-1 1 0 0 0,1-1 0 0 0,0 0 0 0 0,0 1-1 0 0,-1-1 1 0 0,1 0 0 0 0,0 0 0 0 0,0 0 0 0 0,0 0-1 0 0,0 0 1 0 0,0 0 0 0 0,0 0 0 0 0,0 0 0 0 0,0 0-1 0 0,-1-2 1 0 0,1-1 400 0 0,0 1-1 0 0,0 0 0 0 0,0-1 0 0 0,0 1 1 0 0,1-1-1 0 0,-1 1 0 0 0,1-1 1 0 0,0 1-1 0 0,0-8 0 0 0,2-4 1390 0 0,0 1 0 0 0,2-1 1 0 0,7-24-1 0 0,-2 15-775 0 0,1 1 1 0 0,1 1-1 0 0,1 0 1 0 0,28-40 0 0 0,-30 48-775 0 0,2 0 1 0 0,0 1 0 0 0,0 0 0 0 0,1 1-1 0 0,1 1 1 0 0,-1 0 0 0 0,28-16 0 0 0,-40 26-314 0 0,1 1 0 0 0,-1-1 0 0 0,1 1 1 0 0,-1-1-1 0 0,1 1 0 0 0,-1 0 0 0 0,0 0 0 0 0,1 0 1 0 0,-1-1-1 0 0,1 1 0 0 0,-1 0 0 0 0,1 1 1 0 0,-1-1-1 0 0,1 0 0 0 0,-1 0 0 0 0,1 1 0 0 0,-1-1 1 0 0,0 1-1 0 0,1-1 0 0 0,-1 1 0 0 0,1-1 1 0 0,-1 1-1 0 0,0 0 0 0 0,0 0 0 0 0,0 0 0 0 0,1 0 1 0 0,-1 0-1 0 0,0 0 0 0 0,0 0 0 0 0,0 0 1 0 0,0 0-1 0 0,0 0 0 0 0,-1 1 0 0 0,1-1 0 0 0,0 0 1 0 0,-1 0-1 0 0,2 3 0 0 0,3 7 32 0 0,0 0-1 0 0,-1 0 1 0 0,5 19 0 0 0,-7-23-60 0 0,23 96 87 0 0,-18-69-137 0 0,1 0-1 0 0,1-1 1 0 0,2 0 0 0 0,30 62-1 0 0,-24-74-2118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1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1 432 5985 0 0,'18'-13'1078'0'0,"-1"-1"0"0"0,-1 0 0 0 0,0-1 0 0 0,0-1 0 0 0,-2-1 0 0 0,22-30 0 0 0,-28 36-1105 0 0,5-6 476 0 0,-1 0 0 0 0,-1-1 0 0 0,0 0 0 0 0,-2-1 1 0 0,0 0-1 0 0,-1-1 0 0 0,0 0 0 0 0,-2 0 0 0 0,-1 0 0 0 0,5-32 0 0 0,-10 50-381 0 0,1 1 0 0 0,-1-1 0 0 0,0 1 0 0 0,0-1 0 0 0,0 1 0 0 0,0-1 0 0 0,0 1 0 0 0,0-1 0 0 0,0 1 0 0 0,0-1 0 0 0,0 1 0 0 0,-1-1 0 0 0,1 1-1 0 0,-1-1 1 0 0,1 1 0 0 0,-1-1 0 0 0,0 1 0 0 0,1 0 0 0 0,-1-1 0 0 0,0 1 0 0 0,0 0 0 0 0,0 0 0 0 0,0 0 0 0 0,0-1 0 0 0,0 1 0 0 0,0 0 0 0 0,0 0 0 0 0,-1 1 0 0 0,1-1 0 0 0,0 0 0 0 0,-1 0 0 0 0,1 1 0 0 0,0-1 0 0 0,-1 0 0 0 0,1 1 0 0 0,-3-1 0 0 0,1 1-10 0 0,1 0 0 0 0,-1 0 0 0 0,1 1 0 0 0,0-1 0 0 0,-1 0 0 0 0,1 1 0 0 0,-1 0 0 0 0,1 0 0 0 0,0 0 0 0 0,0 0 0 0 0,-1 0 0 0 0,1 0 0 0 0,0 0 0 0 0,0 1 0 0 0,0-1 0 0 0,0 1 0 0 0,1-1 0 0 0,-1 1 0 0 0,0 0 0 0 0,1 0 0 0 0,-1-1 0 0 0,-2 5 0 0 0,-1 4-24 0 0,0 0 0 0 0,0 1 0 0 0,1-1 0 0 0,1 1 0 0 0,0 0 0 0 0,0 0 0 0 0,1 0 0 0 0,0 0 0 0 0,1 0 0 0 0,0 1 0 0 0,1-1 0 0 0,1 0 0 0 0,-1 1 0 0 0,2-1 0 0 0,-1 0 0 0 0,2 0 0 0 0,-1 0 0 0 0,7 16 0 0 0,-6-20-114 0 0,0 0 0 0 0,0 0 0 0 0,1-1 0 0 0,0 1 0 0 0,0-1 0 0 0,0 0 0 0 0,1 0 0 0 0,0 0 0 0 0,0-1 0 0 0,1 0 0 0 0,-1 0 0 0 0,11 7 0 0 0,-11-9-178 0 0,1 0 0 0 0,-1-1 0 0 0,1 1 0 0 0,0-1 0 0 0,0 0 0 0 0,0-1 0 0 0,0 0 1 0 0,0 0-1 0 0,0 0 0 0 0,0 0 0 0 0,1-1 0 0 0,-1 0 0 0 0,0 0 0 0 0,0-1 0 0 0,0 0 0 0 0,12-3 0 0 0,8-4-1085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1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66 1376 0 0,'0'-2'396'0'0,"0"-1"-1"0"0,-1 0 1 0 0,1 1-1 0 0,0-1 0 0 0,-1 0 1 0 0,1 0-1 0 0,-1 1 1 0 0,0-1-1 0 0,0 1 1 0 0,0-1-1 0 0,0 1 0 0 0,0-1 1 0 0,-1 1-1 0 0,1 0 1 0 0,-1-1-1 0 0,0 1 1 0 0,1 0-1 0 0,-1 0 0 0 0,0 0 1 0 0,0 0-1 0 0,0 1 1 0 0,0-1-1 0 0,-1 1 1 0 0,1-1-1 0 0,0 1 0 0 0,-1 0 1 0 0,1-1-1 0 0,-1 1 1 0 0,1 0-1 0 0,-1 1 0 0 0,0-1 1 0 0,1 0-1 0 0,-1 1 1 0 0,0 0-1 0 0,0-1 1 0 0,-2 1-1 0 0,2 1-177 0 0,-1-1 0 0 0,1 1 0 0 0,0-1 0 0 0,0 1 0 0 0,0 0 0 0 0,0 0 0 0 0,0 0 0 0 0,1 0 0 0 0,-1 1 0 0 0,0-1 0 0 0,0 1 0 0 0,1 0 0 0 0,-4 3 0 0 0,-2 3 0 0 0,0 0 1 0 0,0 1 0 0 0,1 1 0 0 0,0-1-1 0 0,0 1 1 0 0,1 0 0 0 0,1 1-1 0 0,0-1 1 0 0,0 1 0 0 0,1 0 0 0 0,-5 18-1 0 0,7-19-182 0 0,0 0 1 0 0,0-1-1 0 0,0 1 0 0 0,2 0 0 0 0,-1 0 0 0 0,1 0 0 0 0,0 0 0 0 0,1 0 0 0 0,1 0 0 0 0,-1 0 0 0 0,1 0 1 0 0,1 0-1 0 0,7 17 0 0 0,-9-25-43 0 0,-1 0 0 0 0,1 0 1 0 0,0 0-1 0 0,1 0 0 0 0,-1 0 1 0 0,0-1-1 0 0,1 1 0 0 0,-1 0 0 0 0,0-1 1 0 0,1 1-1 0 0,0-1 0 0 0,-1 0 1 0 0,1 1-1 0 0,0-1 0 0 0,0 0 0 0 0,0 0 1 0 0,0 0-1 0 0,0 0 0 0 0,0 0 1 0 0,0-1-1 0 0,4 2 0 0 0,-3-2-52 0 0,0 0-1 0 0,0-1 1 0 0,0 1 0 0 0,0 0-1 0 0,1-1 1 0 0,-1 0-1 0 0,0 0 1 0 0,0 0 0 0 0,-1 0-1 0 0,1 0 1 0 0,0-1-1 0 0,0 1 1 0 0,3-4 0 0 0,3-1-226 0 0,0-1 0 0 0,0-1 1 0 0,-1 0-1 0 0,-1 0 0 0 0,1 0 0 0 0,-1-1 1 0 0,8-13-1 0 0,37-86 182 0 0,-51 108 144 0 0,-1-1 0 0 0,0 1-1 0 0,0 0 1 0 0,0 0 0 0 0,0 0-1 0 0,0 0 1 0 0,0 0 0 0 0,0 0-1 0 0,0-1 1 0 0,0 1 0 0 0,0 0-1 0 0,0 0 1 0 0,0 0 0 0 0,1 0-1 0 0,-1 0 1 0 0,0 0 0 0 0,0 0-1 0 0,0 0 1 0 0,0 0 0 0 0,0-1 0 0 0,0 1-1 0 0,0 0 1 0 0,1 0 0 0 0,-1 0-1 0 0,0 0 1 0 0,0 0 0 0 0,0 0-1 0 0,0 0 1 0 0,0 0 0 0 0,1 0-1 0 0,-1 0 1 0 0,0 0 0 0 0,0 0-1 0 0,0 0 1 0 0,0 0 0 0 0,0 0-1 0 0,1 0 1 0 0,-1 0 0 0 0,0 0-1 0 0,0 1 1 0 0,0-1 0 0 0,0 0-1 0 0,0 0 1 0 0,0 0 0 0 0,0 0-1 0 0,1 0 1 0 0,-1 0 0 0 0,0 0-1 0 0,0 0 1 0 0,0 0 0 0 0,0 0-1 0 0,0 1 1 0 0,0-1 0 0 0,0 0-1 0 0,0 0 1 0 0,0 0 0 0 0,0 0-1 0 0,1 0 1 0 0,4 14 893 0 0,2 16-428 0 0,-3-6-212 0 0,1 0 0 0 0,1 0 0 0 0,2-1 0 0 0,9 23 0 0 0,-11-33-549 0 0,0-1 0 0 0,1-1 1 0 0,12 16-1 0 0,-12-19-1043 0 0,0 1 0 0 0,1-1 0 0 0,0-1 0 0 0,16 12 0 0 0,-6-7-5850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1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5 6913 0 0,'-6'-5'4934'0'0,"6"5"-4856"0"0,-13 14 2708 0 0,-11 20 192 0 0,20-26-2713 0 0,-1 0 0 0 0,2 0 0 0 0,-1 1 0 0 0,1-1 0 0 0,1 0 0 0 0,0 1 0 0 0,0 0 0 0 0,0 0-1 0 0,1 0 1 0 0,0 17 0 0 0,2-18-205 0 0,0-1 0 0 0,1 0-1 0 0,-1 0 1 0 0,1 0 0 0 0,1 0 0 0 0,-1 0-1 0 0,1 0 1 0 0,1 0 0 0 0,-1-1-1 0 0,1 0 1 0 0,0 1 0 0 0,1-1 0 0 0,8 9-1 0 0,38 30 95 0 0,-42-38-121 0 0,0-1 0 0 0,0 1 0 0 0,-1 1 0 0 0,0 0 0 0 0,-1 0 0 0 0,0 0 0 0 0,0 1 0 0 0,7 13 0 0 0,-13-21-28 0 0,-1 1-1 0 0,1-1 1 0 0,0 1 0 0 0,-1-1-1 0 0,0 1 1 0 0,1-1 0 0 0,-1 1-1 0 0,0 0 1 0 0,0-1 0 0 0,0 1-1 0 0,0-1 1 0 0,0 1 0 0 0,0 0-1 0 0,0-1 1 0 0,-1 1 0 0 0,1-1-1 0 0,0 1 1 0 0,-1-1 0 0 0,0 1-1 0 0,1-1 1 0 0,-1 1 0 0 0,-1 1-1 0 0,0 0 22 0 0,0 0 0 0 0,-1 0 0 0 0,0-1 0 0 0,1 1 0 0 0,-1-1 0 0 0,0 1-1 0 0,0-1 1 0 0,-1 0 0 0 0,-3 2 0 0 0,-6 3 71 0 0,-1-1 0 0 0,-1 0 1 0 0,-23 5-1 0 0,31-9-270 0 0,1-1 0 0 0,-1 1 1 0 0,0-1-1 0 0,0-1 0 0 0,0 1 1 0 0,0-1-1 0 0,-11-2 0 0 0,6-1-982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2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 2304 0 0,'4'-26'14998'0'0,"1"42"-13379"0"0,-2 6-935 0 0,1 0 1 0 0,0-1-1 0 0,2 1 0 0 0,1-1 0 0 0,11 26 0 0 0,-14-38-654 0 0,1-1 1 0 0,-1 0-1 0 0,2 0 0 0 0,-1 0 1 0 0,1-1-1 0 0,0 1 0 0 0,1-1 1 0 0,-1-1-1 0 0,1 1 0 0 0,1-1 1 0 0,-1 0-1 0 0,1-1 1 0 0,0 0-1 0 0,0 0 0 0 0,10 3 1 0 0,-15-6-29 0 0,0-1 0 0 0,0 0 0 0 0,0 0 0 0 0,1 0 0 0 0,-1 0 0 0 0,0-1 0 0 0,0 1 0 0 0,0-1 0 0 0,1 0 0 0 0,-1 0 0 0 0,0 0 0 0 0,0 0 0 0 0,1-1 0 0 0,-1 1 0 0 0,0-1 0 0 0,0 0 0 0 0,0 0 0 0 0,4-2 0 0 0,-3 1-11 0 0,0 0 1 0 0,-1-1 0 0 0,1 0-1 0 0,-1 0 1 0 0,0 0-1 0 0,0 0 1 0 0,0 0 0 0 0,0-1-1 0 0,0 1 1 0 0,-1-1-1 0 0,5-7 1 0 0,1-8-47 0 0,0-1 0 0 0,-1 0 1 0 0,-1 0-1 0 0,5-32 0 0 0,-9 39 40 0 0,17-64 13 0 0,9 114 1225 0 0,60 121-823 0 0,-83-150-378 0 0,-4-5-86 0 0,1 0 1 0 0,-1 0-1 0 0,1 0 0 0 0,-1-1 1 0 0,1 1-1 0 0,0 0 0 0 0,0-1 1 0 0,0 0-1 0 0,0 1 0 0 0,0-1 1 0 0,0 0-1 0 0,1 0 0 0 0,-1 0 1 0 0,1 0-1 0 0,0-1 0 0 0,-1 1 1 0 0,5 1-1 0 0,0-3-284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2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75 11522 0 0,'2'-2'272'0'0,"1"1"1"0"0,-1 0-1 0 0,0 0 0 0 0,0 0 0 0 0,0 0 0 0 0,1 0 0 0 0,-1 1 0 0 0,0-1 0 0 0,1 1 0 0 0,-1-1 0 0 0,0 1 0 0 0,1 0 0 0 0,-1 0 0 0 0,1 0 0 0 0,-1 0 0 0 0,0 0 0 0 0,1 1 0 0 0,-1-1 0 0 0,4 2 0 0 0,2 0 376 0 0,0 0-1 0 0,-1 1 1 0 0,1 0 0 0 0,11 6 0 0 0,-12-5-470 0 0,0 1 0 0 0,0-1 1 0 0,-1 2-1 0 0,0-1 0 0 0,0 1 1 0 0,0 0-1 0 0,-1 0 0 0 0,1 1 1 0 0,-2-1-1 0 0,1 1 1 0 0,-1 1-1 0 0,5 8 0 0 0,-1 3-10 0 0,-1 0-1 0 0,-1 1 1 0 0,7 34-1 0 0,-12-73 69 0 0,1 0 0 0 0,1 1 0 0 0,9-30-1 0 0,-9 35-149 0 0,5-19-923 0 0,1 1 0 0 0,19-42 1 0 0,-12 42-6990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3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0 191 4345 0 0,'3'9'232'0'0,"-1"0"1"0"0,1 0-1 0 0,0-1 1 0 0,9 16-1 0 0,-12-23-103 0 0,1 0 0 0 0,-1 0 0 0 0,1 0 0 0 0,0 0 0 0 0,-1 0 0 0 0,1 0 0 0 0,0 0 0 0 0,0 0 0 0 0,0 0 0 0 0,-1 0 0 0 0,1 0 0 0 0,0 0-1 0 0,1-1 1 0 0,-1 1 0 0 0,0 0 0 0 0,0-1 0 0 0,0 1 0 0 0,0 0 0 0 0,0-1 0 0 0,1 0 0 0 0,-1 1 0 0 0,0-1 0 0 0,0 0 0 0 0,1 0 0 0 0,-1 1 0 0 0,0-1 0 0 0,0 0 0 0 0,1 0-1 0 0,-1-1 1 0 0,0 1 0 0 0,0 0 0 0 0,1 0 0 0 0,-1 0 0 0 0,0-1 0 0 0,0 1 0 0 0,1-1 0 0 0,-1 1 0 0 0,0-1 0 0 0,0 1 0 0 0,0-1 0 0 0,0 0 0 0 0,0 0 0 0 0,0 1 0 0 0,0-1 0 0 0,1-1-1 0 0,8-8 191 0 0,-1 0-1 0 0,0 0 0 0 0,-1-1 0 0 0,0 0 0 0 0,0 0 0 0 0,5-14 0 0 0,1-2-287 0 0,16-47 0 0 0,-28 69-21 0 0,9-31-120 0 0,-11 35 115 0 0,1 0-1 0 0,-1 0 1 0 0,0 0 0 0 0,1 0-1 0 0,-1 0 1 0 0,0 0 0 0 0,0 0-1 0 0,0-1 1 0 0,0 1 0 0 0,0 0-1 0 0,0 0 1 0 0,0 0 0 0 0,0 0-1 0 0,-1 0 1 0 0,1 0 0 0 0,0 0-1 0 0,-1-1 1 0 0,1 1 0 0 0,-1 0-1 0 0,1 0 1 0 0,-1 0 0 0 0,1 0-1 0 0,-1 1 1 0 0,0-1 0 0 0,-1-1-1 0 0,1 1 36 0 0,0 1 0 0 0,-1 0 0 0 0,1 0 0 0 0,0 1 0 0 0,-1-1 0 0 0,1 0 0 0 0,0 0 0 0 0,-1 1 0 0 0,1-1 0 0 0,0 0 0 0 0,0 1 0 0 0,-1 0 0 0 0,1-1 0 0 0,0 1-1 0 0,0 0 1 0 0,0-1 0 0 0,0 1 0 0 0,0 0 0 0 0,0 0 0 0 0,0 0 0 0 0,0 0 0 0 0,0 0 0 0 0,0 0 0 0 0,0 0 0 0 0,0 1 0 0 0,-21 29 898 0 0,17-24-934 0 0,1 1 1 0 0,0-1-1 0 0,1 1 1 0 0,0 0 0 0 0,0 0-1 0 0,1 0 1 0 0,0 0-1 0 0,0 0 1 0 0,0 1 0 0 0,2-1-1 0 0,-1 1 1 0 0,1 10-1 0 0,0-15-71 0 0,1 1 0 0 0,0-1 0 0 0,0 0 0 0 0,0 0 0 0 0,0 0-1 0 0,1 0 1 0 0,0 0 0 0 0,-1 0 0 0 0,1-1 0 0 0,1 1 0 0 0,-1 0-1 0 0,0-1 1 0 0,1 0 0 0 0,0 1 0 0 0,0-1 0 0 0,0 0 0 0 0,0 0-1 0 0,0-1 1 0 0,1 1 0 0 0,-1-1 0 0 0,1 0 0 0 0,0 0 0 0 0,-1 0-1 0 0,1 0 1 0 0,0 0 0 0 0,5 0 0 0 0,-4 0-206 0 0,1-1-1 0 0,-1 0 1 0 0,0 0-1 0 0,1 0 1 0 0,-1-1 0 0 0,6 0-1 0 0,14-2-4149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3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172 411 6449 0 0,'0'-1'32'0'0,"0"1"0"0"0,0-1 0 0 0,0 1 0 0 0,0-1 0 0 0,0 0 0 0 0,0 1 0 0 0,-1-1 0 0 0,1 1 0 0 0,0-1 0 0 0,0 1 0 0 0,-1-1 0 0 0,1 1 0 0 0,0-1 0 0 0,-1 1 0 0 0,1-1 0 0 0,-1 1 0 0 0,1 0 0 0 0,0-1 0 0 0,-1 1-1 0 0,1-1 1 0 0,-1 1 0 0 0,1 0 0 0 0,-1 0 0 0 0,1-1 0 0 0,-1 1 0 0 0,1 0 0 0 0,-1 0 0 0 0,0 0 0 0 0,0-1 0 0 0,-20 7 1733 0 0,-18 22 648 0 0,38-26-2454 0 0,-10 8 425 0 0,1 0 0 0 0,0 0 0 0 0,0 1 0 0 0,1 1 0 0 0,1 0 0 0 0,0 0 0 0 0,-9 20-1 0 0,14-27-314 0 0,1-1-1 0 0,0 1 0 0 0,0 0 1 0 0,0 0-1 0 0,1 0 0 0 0,0-1 1 0 0,0 1-1 0 0,0 1 0 0 0,0-1 1 0 0,1 0-1 0 0,0 0 0 0 0,0 0 1 0 0,0 0-1 0 0,1 0 0 0 0,0 0 1 0 0,0 0-1 0 0,0 0 0 0 0,0 0 1 0 0,1 0-1 0 0,0-1 0 0 0,0 1 1 0 0,0 0-1 0 0,1-1 0 0 0,-1 0 1 0 0,4 5-1 0 0,-4-7-73 0 0,-1 0 0 0 0,1-1 0 0 0,0 1 0 0 0,-1 0 1 0 0,1-1-1 0 0,0 1 0 0 0,0-1 0 0 0,0 0 0 0 0,0 0 0 0 0,1 0 1 0 0,-1 0-1 0 0,0 0 0 0 0,0 0 0 0 0,1 0 0 0 0,-1-1 0 0 0,0 1 0 0 0,1-1 1 0 0,-1 0-1 0 0,1 1 0 0 0,2-1 0 0 0,0-1-59 0 0,-1 0 0 0 0,0 0 0 0 0,0 0 0 0 0,0 0 0 0 0,0-1 0 0 0,0 0 0 0 0,0 0 0 0 0,0 0 0 0 0,-1 0 0 0 0,7-5 0 0 0,2-3-364 0 0,-1 0 0 0 0,0-1-1 0 0,0-1 1 0 0,-1 0 0 0 0,11-17-1 0 0,-10 11-328 0 0,-1 0 0 0 0,-1 0-1 0 0,-1 0 1 0 0,0-2 0 0 0,-2 1-1 0 0,0 0 1 0 0,-1-1-1 0 0,-1 0 1 0 0,0-1 0 0 0,0-35-1 0 0,-5 8 1614 0 0,-1 0-1 0 0,-3 0 0 0 0,-14-67 0 0 0,19 114-793 0 0,-1-5 405 0 0,0 1 0 0 0,0-1-1 0 0,0 1 1 0 0,0-1-1 0 0,-1 1 1 0 0,0-1 0 0 0,-1 1-1 0 0,1 0 1 0 0,-1 0-1 0 0,0 0 1 0 0,0 0 0 0 0,0 0-1 0 0,-4-4 1 0 0,6 9-331 0 0,1 0-1 0 0,-1-1 1 0 0,0 1 0 0 0,1-1 0 0 0,-1 1 0 0 0,1 0-1 0 0,-1-1 1 0 0,0 1 0 0 0,1 0 0 0 0,-1 0-1 0 0,0 0 1 0 0,1 0 0 0 0,-1-1 0 0 0,0 1 0 0 0,1 0-1 0 0,-1 0 1 0 0,0 0 0 0 0,0 0 0 0 0,1 0 0 0 0,-1 0-1 0 0,0 1 1 0 0,1-1 0 0 0,-1 0 0 0 0,0 0-1 0 0,1 0 1 0 0,-1 1 0 0 0,-1 0 0 0 0,-11 17 1869 0 0,10-12-1648 0 0,1 0 1 0 0,0 1 0 0 0,0-1-1 0 0,-1 13 1 0 0,3 1-194 0 0,0 0 1 0 0,2-1-1 0 0,0 1 1 0 0,1 0-1 0 0,1-1 0 0 0,0 0 1 0 0,10 24-1 0 0,62 129 666 0 0,-23-60-557 0 0,34 119-2481 0 0,-74-201-5888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4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286 13 6913 0 0,'-1'0'180'0'0,"1"-1"0"0"0,0 0-1 0 0,0 1 1 0 0,0-1-1 0 0,-1 1 1 0 0,1-1-1 0 0,0 0 1 0 0,-1 1 0 0 0,1-1-1 0 0,-1 1 1 0 0,1-1-1 0 0,0 1 1 0 0,-1-1-1 0 0,1 1 1 0 0,-1-1 0 0 0,1 1-1 0 0,-1 0 1 0 0,0-1-1 0 0,1 1 1 0 0,-1 0-1 0 0,1-1 1 0 0,-1 1-1 0 0,0 0 1 0 0,1 0 0 0 0,-1-1-1 0 0,1 1 1 0 0,-1 0-1 0 0,0 0 1 0 0,1 0-1 0 0,-1 0 1 0 0,0 0 0 0 0,1 0-1 0 0,-1 0 1 0 0,0 0-1 0 0,0 0 1 0 0,-25 4 2871 0 0,11 2-2430 0 0,0 1 0 0 0,1 0 0 0 0,0 1-1 0 0,1 0 1 0 0,-18 15 0 0 0,14-10-452 0 0,1 2-1 0 0,1 0 0 0 0,0 1 1 0 0,1 0-1 0 0,0 1 0 0 0,-14 25 1 0 0,25-37-149 0 0,1-1 1 0 0,-1 1 0 0 0,1-1-1 0 0,0 1 1 0 0,0 0-1 0 0,1 0 1 0 0,0 0 0 0 0,0 0-1 0 0,0 0 1 0 0,0 0 0 0 0,1 0-1 0 0,0 0 1 0 0,0 1 0 0 0,1 8-1 0 0,0-11-31 0 0,0 0-1 0 0,0 0 1 0 0,1 1-1 0 0,-1-1 0 0 0,1-1 1 0 0,-1 1-1 0 0,1 0 1 0 0,0 0-1 0 0,0-1 1 0 0,1 1-1 0 0,-1-1 0 0 0,0 1 1 0 0,1-1-1 0 0,-1 0 1 0 0,1 0-1 0 0,0 0 1 0 0,0 0-1 0 0,0-1 0 0 0,0 1 1 0 0,0-1-1 0 0,0 0 1 0 0,0 0-1 0 0,5 1 1 0 0,10 2-175 0 0,-1-1 1 0 0,1-1 0 0 0,0-1-1 0 0,0-1 1 0 0,0 0 0 0 0,0-1 0 0 0,0-1-1 0 0,25-6 1 0 0,-24 4 149 0 0,0 1 1 0 0,0 1-1 0 0,0 1 0 0 0,0 0 0 0 0,0 2 1 0 0,36 4-1 0 0,-53-5 61 0 0,0 1 0 0 0,1-1 1 0 0,-1 1-1 0 0,0 0 0 0 0,1 0 0 0 0,-1 0 1 0 0,0 0-1 0 0,0 0 0 0 0,0 0 0 0 0,0 1 1 0 0,0-1-1 0 0,0 1 0 0 0,0-1 1 0 0,0 1-1 0 0,-1 0 0 0 0,1-1 0 0 0,-1 1 1 0 0,1 0-1 0 0,-1 0 0 0 0,1 0 0 0 0,0 4 1 0 0,-1-3 49 0 0,0 1 0 0 0,0-1 0 0 0,-1 1 0 0 0,1 0 0 0 0,-1-1 0 0 0,0 1 0 0 0,0 0 0 0 0,0-1 0 0 0,-1 1 0 0 0,1 0 0 0 0,-1-1 0 0 0,-2 7 0 0 0,-2 4 160 0 0,-1 1 1 0 0,-1-1-1 0 0,0 0 0 0 0,-1 0 1 0 0,-13 17-1 0 0,10-17-96 0 0,0 0 0 0 0,-2-1 1 0 0,-23 21-1 0 0,29-29-474 0 0,0 1 0 0 0,-1-1 0 0 0,1 0 0 0 0,-1-1 0 0 0,0 1 0 0 0,-1-2 0 0 0,1 1 0 0 0,-1-1 0 0 0,-11 2 1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4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1376 0 0,'6'-1'5454'0'0,"-5"2"-5349"0"0,4 13 4023 0 0,3 35 890 0 0,-3-16-2940 0 0,5 1-476 0 0,1 0 1 0 0,27 53 0 0 0,-5-13-2277 0 0,-7 2-5129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4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56 11058 0 0,'-3'-10'24'0'0,"-5"-15"2988"0"0,-3 4 5277 0 0,19 49-12312 0 0,-4-18 3687 0 0,-2 2 300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5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237 15 8754 0 0,'0'-1'125'0'0,"-1"0"1"0"0,1 0-1 0 0,0 0 0 0 0,-1 0 1 0 0,1 1-1 0 0,-1-1 0 0 0,1 0 1 0 0,-1 1-1 0 0,1-1 0 0 0,-1 0 1 0 0,0 1-1 0 0,1-1 0 0 0,-1 0 1 0 0,0 1-1 0 0,1-1 1 0 0,-1 1-1 0 0,0 0 0 0 0,0-1 1 0 0,0 1-1 0 0,1-1 0 0 0,-1 1 1 0 0,0 0-1 0 0,0 0 0 0 0,0 0 1 0 0,0-1-1 0 0,-1 1 0 0 0,-1 1 236 0 0,1-1-1 0 0,-1 1 0 0 0,1 0 0 0 0,-1 0 1 0 0,1 0-1 0 0,0 0 0 0 0,-1 0 0 0 0,-3 3 1 0 0,-7 5 922 0 0,-1 0 0 0 0,-22 22 0 0 0,18-13-1130 0 0,0 1 0 0 0,2 1 0 0 0,0 0 0 0 0,1 2 0 0 0,-17 32 0 0 0,30-49-152 0 0,0-1 0 0 0,0 1 0 0 0,0 0 0 0 0,1-1 0 0 0,-1 1 0 0 0,1 0 0 0 0,1 0 0 0 0,-1 0 0 0 0,1 0 0 0 0,0 0 0 0 0,0 8 0 0 0,0-12-1 0 0,1 0 0 0 0,-1 0-1 0 0,0 0 1 0 0,0 0 0 0 0,1 0-1 0 0,-1 1 1 0 0,1-1 0 0 0,-1 0-1 0 0,1 0 1 0 0,-1 0 0 0 0,1-1-1 0 0,0 1 1 0 0,0 0 0 0 0,-1 0-1 0 0,1 0 1 0 0,0 0 0 0 0,0-1-1 0 0,0 1 1 0 0,0 0-1 0 0,0-1 1 0 0,1 2 0 0 0,0-2 0 0 0,0 0-1 0 0,0 1 1 0 0,0-1 0 0 0,0 0-1 0 0,0 0 1 0 0,0 0 0 0 0,0 0 0 0 0,0 0-1 0 0,0 0 1 0 0,0-1 0 0 0,0 1 0 0 0,0-1-1 0 0,0 0 1 0 0,0 1 0 0 0,0-1 0 0 0,2-1-1 0 0,10-6 92 0 0,-1 0 0 0 0,-1 0 0 0 0,0-1 0 0 0,0-1 0 0 0,0 0 0 0 0,-2 0 0 0 0,11-13 0 0 0,-11 12 12 0 0,0 0 1 0 0,0 0-1 0 0,1 2 1 0 0,1-1 0 0 0,0 1-1 0 0,0 1 1 0 0,23-12 0 0 0,-34 19-79 0 0,1 1 0 0 0,0-1 0 0 0,0 0 0 0 0,0 1 0 0 0,0 0 0 0 0,0-1 0 0 0,0 1 1 0 0,0 0-1 0 0,0 0 0 0 0,0 0 0 0 0,0 0 0 0 0,0 0 0 0 0,1 1 0 0 0,-1-1 0 0 0,0 1 1 0 0,-1-1-1 0 0,1 1 0 0 0,0 0 0 0 0,3 1 0 0 0,-2 0 8 0 0,1 0 0 0 0,-1 1 0 0 0,0-1 0 0 0,0 1 0 0 0,0 0 0 0 0,-1 0 0 0 0,1 0 0 0 0,-1 0 1 0 0,3 6-1 0 0,3 4 25 0 0,-2 1 0 0 0,0 0 0 0 0,0 0 1 0 0,3 18-1 0 0,-1-2-36 0 0,-2 1 1 0 0,-1 0-1 0 0,-1 0 1 0 0,-2 1-1 0 0,-3 48 0 0 0,0-59-17 0 0,-2 0 0 0 0,0 0-1 0 0,-1-1 1 0 0,-1 1 0 0 0,-1-1 0 0 0,0 0-1 0 0,-2-1 1 0 0,0 0 0 0 0,-15 24-1 0 0,17-34 38 0 0,-1 0-1 0 0,0 0 0 0 0,-1-1 1 0 0,0 0-1 0 0,-17 13 0 0 0,22-18-145 0 0,0 0-1 0 0,-1-1 1 0 0,1 0 0 0 0,-1 0-1 0 0,1 0 1 0 0,-1 0-1 0 0,0 0 1 0 0,1-1 0 0 0,-1 0-1 0 0,0 1 1 0 0,0-2-1 0 0,0 1 1 0 0,0 0-1 0 0,0-1 1 0 0,0 1 0 0 0,0-1-1 0 0,0-1 1 0 0,-1 1-1 0 0,-4-1 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5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0,'23'31'8766'0'0,"-6"7"-4343"0"0,7 42-796 0 0,-21-72-3121 0 0,3 22 474 0 0,5 58 0 0 0,-4-21-402 0 0,27-150-970 0 0,-24 59 344 0 0,1 1 1 0 0,27-43 0 0 0,-31 55 83 0 0,1 0 0 0 0,0 1 0 0 0,1 1 0 0 0,0-1 0 0 0,0 1 0 0 0,1 1 0 0 0,19-14 1 0 0,-26 20-3 0 0,-1 1 0 0 0,1 0 0 0 0,0-1 1 0 0,0 1-1 0 0,-1 0 0 0 0,1 0 1 0 0,0 1-1 0 0,0-1 0 0 0,0 0 1 0 0,0 1-1 0 0,0 0 0 0 0,0 0 0 0 0,0 0 1 0 0,0 0-1 0 0,0 0 0 0 0,0 1 1 0 0,0-1-1 0 0,4 2 0 0 0,-2 0 16 0 0,0 0 0 0 0,-1 1 1 0 0,0-1-1 0 0,1 1 0 0 0,-1 0 0 0 0,0 0 0 0 0,0 0 0 0 0,-1 1 0 0 0,1-1 0 0 0,3 6 1 0 0,3 3 0 0 0,-1 1 0 0 0,-1 0 0 0 0,-1 1 0 0 0,1-1 0 0 0,-2 1 0 0 0,7 20 0 0 0,-10-19-8 0 0,0 0-1 0 0,0 1 1 0 0,-1-1 0 0 0,-1 30 0 0 0,1 10-2740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6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130 348 9674 0 0,'0'-1'-130'0'0,"5"-39"4111"0"0,-4 40-3831 0 0,-1-1-1 0 0,0 1 0 0 0,0-1 0 0 0,0 1 0 0 0,0-1 0 0 0,0 1 0 0 0,-1-1 1 0 0,1 1-1 0 0,0-1 0 0 0,0 1 0 0 0,0-1 0 0 0,0 1 0 0 0,0-1 0 0 0,-1 1 1 0 0,1-1-1 0 0,0 1 0 0 0,-1 0 0 0 0,1-1 0 0 0,0 1 0 0 0,0-1 0 0 0,-1 1 1 0 0,1 0-1 0 0,-1-1 0 0 0,0 1 0 0 0,0 0-30 0 0,0 0 0 0 0,1 0 0 0 0,-1 0-1 0 0,0 0 1 0 0,0 0 0 0 0,0 1 0 0 0,0-1 0 0 0,0 0 0 0 0,0 1-1 0 0,0-1 1 0 0,1 1 0 0 0,-1-1 0 0 0,0 1 0 0 0,0-1 0 0 0,1 1-1 0 0,-1-1 1 0 0,0 1 0 0 0,1 0 0 0 0,-2 1 0 0 0,-10 11 51 0 0,1 0 1 0 0,0 1-1 0 0,1 1 0 0 0,0 0 0 0 0,1 0 1 0 0,1 1-1 0 0,0 0 0 0 0,1 0 1 0 0,1 1-1 0 0,1 0 0 0 0,0 0 1 0 0,1 0-1 0 0,-3 34 0 0 0,7-44-162 0 0,0-1-1 0 0,1 1 1 0 0,-1-1-1 0 0,1 1 0 0 0,1-1 1 0 0,-1 1-1 0 0,1-1 0 0 0,0 0 1 0 0,4 9-1 0 0,-5-13-28 0 0,0-1 0 0 0,0 1 0 0 0,0-1 0 0 0,0 1 1 0 0,0-1-1 0 0,0 1 0 0 0,1-1 0 0 0,-1 1 0 0 0,0-1 0 0 0,1 0 0 0 0,-1 0 0 0 0,1 0 0 0 0,-1 0 0 0 0,1 0 0 0 0,-1 0 0 0 0,1 0 1 0 0,0 0-1 0 0,0-1 0 0 0,-1 1 0 0 0,1-1 0 0 0,0 1 0 0 0,0-1 0 0 0,0 0 0 0 0,-1 0 0 0 0,1 1 0 0 0,0-1 0 0 0,0-1 0 0 0,0 1 1 0 0,0 0-1 0 0,0 0 0 0 0,-1-1 0 0 0,1 1 0 0 0,0-1 0 0 0,0 1 0 0 0,-1-1 0 0 0,3-1 0 0 0,5-2-199 0 0,-1-1-1 0 0,1 0 1 0 0,-1 0 0 0 0,-1-1-1 0 0,1 0 1 0 0,-1 0 0 0 0,0-1-1 0 0,-1 0 1 0 0,11-13 0 0 0,2-7-599 0 0,23-45 1 0 0,-29 47 614 0 0,1 1 1 0 0,22-28 0 0 0,-36 51 236 0 0,1 0 0 0 0,-1 0 1 0 0,1 0-1 0 0,0 0 0 0 0,-1 0 0 0 0,1 0 1 0 0,0 0-1 0 0,0 0 0 0 0,-1 1 0 0 0,1-1 1 0 0,0 0-1 0 0,0 1 0 0 0,0-1 0 0 0,0 0 0 0 0,0 1 1 0 0,0-1-1 0 0,0 1 0 0 0,0-1 0 0 0,0 1 1 0 0,0 0-1 0 0,0 0 0 0 0,0-1 0 0 0,1 1 1 0 0,-1 0-1 0 0,0 0 0 0 0,0 0 0 0 0,0 0 1 0 0,0 0-1 0 0,0 0 0 0 0,1 0 0 0 0,-1 1 0 0 0,0-1 1 0 0,0 0-1 0 0,0 1 0 0 0,0-1 0 0 0,0 0 1 0 0,0 1-1 0 0,0 0 0 0 0,0-1 0 0 0,0 1 1 0 0,1 1-1 0 0,3 4 229 0 0,0-1 0 0 0,-1 1 0 0 0,0 1 0 0 0,0-1 0 0 0,5 13 0 0 0,-6-13-85 0 0,0 0 0 0 0,0 0 0 0 0,1-1 0 0 0,7 11 0 0 0,-9-14-232 0 0,1 0-1 0 0,0 0 1 0 0,-1 1 0 0 0,1-2 0 0 0,0 1-1 0 0,0 0 1 0 0,0-1 0 0 0,0 1 0 0 0,0-1-1 0 0,1 0 1 0 0,-1 0 0 0 0,0 0 0 0 0,1 0-1 0 0,-1-1 1 0 0,0 1 0 0 0,1-1 0 0 0,-1 0-1 0 0,7-1 1 0 0,-5 0-408 0 0,1 0 0 0 0,0-1 0 0 0,0 0 1 0 0,-1 0-1 0 0,1 0 0 0 0,-1-1 0 0 0,1 1 0 0 0,-1-2 0 0 0,0 1 0 0 0,4-4 0 0 0,4-4-1030 0 0,0 0-1 0 0,-1-1 1 0 0,-1-1 0 0 0,0 0-1 0 0,-1 0 1 0 0,15-27-1 0 0,-15 22 132 0 0,13-38-1 0 0,-16 34 1674 0 0,6-35 0 0 0,-5-24 3947 0 0,-12-1 3924 0 0,-7 61-275 0 0,10 35-7356 0 0,3 7-376 0 0,1-1-1 0 0,1-1 1 0 0,1 1 0 0 0,13 35 0 0 0,41 75 228 0 0,-36-83-208 0 0,19 42 15 0 0,48 103-2436 0 0,-81-170-5824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1:59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 4 10594 0 0,'-1'-1'218'0'0,"-1"1"0"0"0,1-1 0 0 0,0 1-1 0 0,0 0 1 0 0,0-1 0 0 0,-1 1 0 0 0,1 0 0 0 0,0 0-1 0 0,0 0 1 0 0,-1 0 0 0 0,1 0 0 0 0,0 0 0 0 0,0 0-1 0 0,-1 1 1 0 0,1-1 0 0 0,0 0 0 0 0,0 1-1 0 0,0-1 1 0 0,-1 1 0 0 0,1-1 0 0 0,0 1 0 0 0,-1 0-1 0 0,-26 16 1358 0 0,15-6-1375 0 0,2 0 0 0 0,-1 1-1 0 0,2 1 1 0 0,0 0-1 0 0,0 0 1 0 0,1 1 0 0 0,1 0-1 0 0,0 0 1 0 0,1 1-1 0 0,0 0 1 0 0,2 0 0 0 0,0 1-1 0 0,0 0 1 0 0,-3 25-1 0 0,7-34-243 0 0,1 1 0 0 0,0 0-1 0 0,1 0 1 0 0,0 0-1 0 0,0-1 1 0 0,0 1 0 0 0,1 0-1 0 0,0-1 1 0 0,4 10 0 0 0,-5-16 32 0 0,0 1 0 0 0,-1 0 1 0 0,1-1-1 0 0,0 1 0 0 0,0 0 0 0 0,0-1 1 0 0,0 1-1 0 0,0-1 0 0 0,0 1 1 0 0,0-1-1 0 0,0 0 0 0 0,1 1 1 0 0,-1-1-1 0 0,1 0 0 0 0,-1 0 1 0 0,1 0-1 0 0,-1 0 0 0 0,1 0 1 0 0,0 0-1 0 0,-1 0 0 0 0,1-1 1 0 0,0 1-1 0 0,-1-1 0 0 0,1 1 0 0 0,0-1 1 0 0,0 0-1 0 0,0 1 0 0 0,0-1 1 0 0,-1 0-1 0 0,1 0 0 0 0,0 0 1 0 0,0-1-1 0 0,0 1 0 0 0,0 0 1 0 0,-1-1-1 0 0,1 1 0 0 0,0-1 1 0 0,0 0-1 0 0,-1 1 0 0 0,1-1 1 0 0,0 0-1 0 0,-1 0 0 0 0,1 0 0 0 0,1-2 1 0 0,6-4-70 0 0,0 0 0 0 0,-1 0 0 0 0,0-1 0 0 0,-1 0 0 0 0,0 0 0 0 0,0-1 0 0 0,0 0 1 0 0,-1 0-1 0 0,-1-1 0 0 0,0 0 0 0 0,5-11 0 0 0,-2 1-45 0 0,-1-1 1 0 0,0 0-1 0 0,-2-1 0 0 0,5-34 1 0 0,-9 51 177 0 0,0 1 11 0 0,-1 0 0 0 0,1 0 0 0 0,-1 0 0 0 0,0 0 0 0 0,0 0 0 0 0,0 0-1 0 0,0 0 1 0 0,-1 0 0 0 0,0 0 0 0 0,-1-5 0 0 0,-3 37 2686 0 0,7 0-2469 0 0,2 0 0 0 0,1-1 0 0 0,2 1 0 0 0,0-1 1 0 0,18 41-1 0 0,-9-32-292 0 0,1 0 0 0 0,2-1 0 0 0,32 44 0 0 0,-44-70-391 0 0,24 30-189 0 0,-30-37 82 0 0,1 0-1 0 0,0-1 1 0 0,-1 1-1 0 0,1-1 1 0 0,0 1-1 0 0,0-1 1 0 0,1 0-1 0 0,-1 0 1 0 0,4 2-1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0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1 152 2761 0 0,'1'-15'-1072'0'0,"0"-2"2548"0"0,1-1-1 0 0,5-20 1 0 0,-6 33-592 0 0,0 1 0 0 0,1-1 0 0 0,-1 1 1 0 0,1 0-1 0 0,0 0 0 0 0,0 0 0 0 0,1 0 0 0 0,-1 0 1 0 0,1 0-1 0 0,0 0 0 0 0,0 1 0 0 0,0 0 0 0 0,6-6 1 0 0,-8 9-792 0 0,0-1 0 0 0,0 1 0 0 0,0 0 0 0 0,-1-1 0 0 0,1 1 0 0 0,0 0 1 0 0,0 0-1 0 0,0 0 0 0 0,0-1 0 0 0,0 1 0 0 0,0 0 0 0 0,0 0 0 0 0,0 0 0 0 0,-1 0 1 0 0,1 1-1 0 0,0-1 0 0 0,0 0 0 0 0,0 0 0 0 0,0 0 0 0 0,0 1 0 0 0,0-1 0 0 0,-1 1 1 0 0,1-1-1 0 0,0 0 0 0 0,0 1 0 0 0,-1 0 0 0 0,1-1 0 0 0,0 1 0 0 0,0-1 1 0 0,-1 1-1 0 0,1 0 0 0 0,-1-1 0 0 0,1 1 0 0 0,-1 0 0 0 0,2 1 0 0 0,19 33 695 0 0,-18-29-686 0 0,18 36 187 0 0,-2 0-1 0 0,-1 1 1 0 0,11 49 0 0 0,26 140-144 0 0,-25-96-1044 0 0,-17-77-1580 0 0,-7-36-5009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0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0 186 14283 0 0,'4'-4'147'0'0,"0"0"-1"0"0,-1 1 1 0 0,2 0-1 0 0,-1 0 1 0 0,0 0-1 0 0,1 1 1 0 0,-1-1-1 0 0,8-2 1 0 0,4-3 422 0 0,35-22 1228 0 0,132-72-2617 0 0,-153 86 820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0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309 333 2761 0 0,'-14'-8'1804'0'0,"0"0"0"0"0,0 1 0 0 0,0 1 0 0 0,-1 0 0 0 0,1 1 0 0 0,-19-3 0 0 0,27 7-1501 0 0,0 0-1 0 0,0 1 1 0 0,0 0 0 0 0,0 0 0 0 0,0 0 0 0 0,-1 1-1 0 0,1 0 1 0 0,0 0 0 0 0,1 1 0 0 0,-1-1 0 0 0,0 1-1 0 0,0 1 1 0 0,1-1 0 0 0,-1 1 0 0 0,1 0-1 0 0,0 0 1 0 0,0 1 0 0 0,-8 6 0 0 0,6-4-212 0 0,0 1 1 0 0,1 0 0 0 0,0 0-1 0 0,0 1 1 0 0,0-1-1 0 0,1 1 1 0 0,1 1-1 0 0,-1-1 1 0 0,1 1-1 0 0,1-1 1 0 0,-1 1 0 0 0,2 0-1 0 0,-3 12 1 0 0,4-17-93 0 0,0 0 1 0 0,1 0 0 0 0,-1 0 0 0 0,1 0 0 0 0,0 0-1 0 0,0 0 1 0 0,1 0 0 0 0,-1 0 0 0 0,1 0 0 0 0,0 0-1 0 0,0 0 1 0 0,0 0 0 0 0,0-1 0 0 0,1 1 0 0 0,0 0-1 0 0,-1-1 1 0 0,1 1 0 0 0,1-1 0 0 0,-1 1 0 0 0,0-1-1 0 0,1 0 1 0 0,0 0 0 0 0,-1 0 0 0 0,1-1 0 0 0,1 1-1 0 0,-1-1 1 0 0,0 1 0 0 0,0-1 0 0 0,1 0 0 0 0,-1 0-1 0 0,1-1 1 0 0,0 1 0 0 0,5 1 0 0 0,-5-2-148 0 0,0 0 1 0 0,1 0-1 0 0,-1 0 1 0 0,0 0-1 0 0,0-1 1 0 0,0 1 0 0 0,0-1-1 0 0,1 0 1 0 0,-1-1-1 0 0,0 1 1 0 0,0-1-1 0 0,0 0 1 0 0,1 0-1 0 0,-1 0 1 0 0,0 0-1 0 0,5-3 1 0 0,-3 1-131 0 0,-1-1 0 0 0,0 1 1 0 0,1-1-1 0 0,-2 0 0 0 0,1-1 0 0 0,0 1 1 0 0,-1-1-1 0 0,0 0 0 0 0,8-10 0 0 0,-6 4 3 0 0,0 0 0 0 0,0 0 0 0 0,-1-1 0 0 0,0 0 0 0 0,-1 0 0 0 0,0 0 0 0 0,-1 0 0 0 0,-1-1 0 0 0,0 1 0 0 0,1-18 0 0 0,-5 2-31 0 0,0 0 0 0 0,-2 0 0 0 0,-12-47 0 0 0,-14-28 2330 0 0,19 68-310 0 0,-4 0 516 0 0,3 20-520 0 0,12 15-1641 0 0,-1 0-1 0 0,1 0 0 0 0,-1-1 0 0 0,1 1 1 0 0,0 0-1 0 0,-1 0 0 0 0,1 0 1 0 0,0 0-1 0 0,-1 0 0 0 0,1 0 0 0 0,-1 0 1 0 0,1 0-1 0 0,0 0 0 0 0,-1 0 1 0 0,1 0-1 0 0,-1 0 0 0 0,1 0 0 0 0,0 0 1 0 0,-1 0-1 0 0,1 0 0 0 0,-1 0 1 0 0,1 1-1 0 0,0-1 0 0 0,-1 0 0 0 0,1 0 1 0 0,0 0-1 0 0,-1 1 0 0 0,1-1 1 0 0,0 0-1 0 0,-1 0 0 0 0,1 1 0 0 0,0-1 1 0 0,0 0-1 0 0,-1 1 0 0 0,1-1 1 0 0,-1 2 19 0 0,0 1 1 0 0,0-1 0 0 0,0 0 0 0 0,1 0-1 0 0,-1 0 1 0 0,1 0 0 0 0,-1 1 0 0 0,1-1-1 0 0,0 0 1 0 0,0 1 0 0 0,0-1 0 0 0,0 0-1 0 0,0 0 1 0 0,1 5 0 0 0,9 36 234 0 0,-8-34-241 0 0,21 68 343 0 0,54 123 0 0 0,-34-97-434 0 0,-34-78-421 0 0,2-1-1 0 0,0 0 0 0 0,2 0 0 0 0,0-1 1 0 0,20 25-1 0 0,-20-33-569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1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1 153 14283 0 0,'4'2'322'0'0,"1"0"0"0"0,-1 0 1 0 0,0 0-1 0 0,0 0 0 0 0,0 1 0 0 0,7 5 0 0 0,14 12 1874 0 0,25 26 0 0 0,-17-11-1162 0 0,32 45 0 0 0,-72-91-799 0 0,0-1 0 0 0,1 0 1 0 0,0 0-1 0 0,0-1 0 0 0,2 0 0 0 0,0 1 0 0 0,0-2 0 0 0,1 1 0 0 0,1 0 0 0 0,-2-18 0 0 0,3 20-421 0 0,1 0 0 0 0,0 0 0 0 0,0 1 0 0 0,1-1 0 0 0,0 0 0 0 0,1 1 0 0 0,0-1 0 0 0,1 1 0 0 0,0 0 0 0 0,0 0 0 0 0,1 0 0 0 0,1 0 0 0 0,0 0 0 0 0,8-12 0 0 0,3 6-653 0 0,2 2-7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1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54 3225 0 0,'1'-1'404'0'0,"-1"-1"0"0"0,0 0 0 0 0,1 0 0 0 0,-1 1 0 0 0,0-1 0 0 0,0 0 0 0 0,0 0 0 0 0,0 1 0 0 0,0-1 0 0 0,0 0 0 0 0,-1 0 0 0 0,1 0 0 0 0,0 1 0 0 0,-1-1 0 0 0,1 0 0 0 0,-1 1 0 0 0,0-1 0 0 0,0 0 0 0 0,0 1 0 0 0,0-1 1 0 0,0 1-1 0 0,0-1 0 0 0,0 1 0 0 0,0 0 0 0 0,0 0 0 0 0,-1-1 0 0 0,1 1 0 0 0,0 0 0 0 0,-1 0 0 0 0,1 0 0 0 0,-1 0 0 0 0,1 0 0 0 0,-1 1 0 0 0,0-1 0 0 0,1 0 0 0 0,-1 1 0 0 0,0-1 0 0 0,0 1 0 0 0,1-1 0 0 0,-4 1 0 0 0,3 0-241 0 0,0 0-1 0 0,0 1 1 0 0,0-1 0 0 0,0 0-1 0 0,0 1 1 0 0,1-1-1 0 0,-1 1 1 0 0,0 0-1 0 0,0 0 1 0 0,0 0 0 0 0,0 0-1 0 0,1 0 1 0 0,-1 0-1 0 0,0 0 1 0 0,-2 3-1 0 0,-5 6-52 0 0,0 0 0 0 0,0 1-1 0 0,1 1 1 0 0,0-1-1 0 0,1 1 1 0 0,0 0-1 0 0,1 1 1 0 0,1 0-1 0 0,-8 25 1 0 0,8-18-114 0 0,0 0 0 0 0,1 0 1 0 0,1 0-1 0 0,2 0 0 0 0,-1 1 1 0 0,3 22-1 0 0,0-32-17 0 0,1-1-1 0 0,0 0 1 0 0,1 1 0 0 0,0-1-1 0 0,1 0 1 0 0,5 11 0 0 0,-7-18-41 0 0,-1 0 1 0 0,1 0-1 0 0,0 0 1 0 0,0 0-1 0 0,0-1 1 0 0,0 1-1 0 0,0-1 0 0 0,1 1 1 0 0,-1-1-1 0 0,6 4 1 0 0,-7-6-17 0 0,1 1 1 0 0,-1 0-1 0 0,1-1 1 0 0,-1 1-1 0 0,1-1 0 0 0,0 1 1 0 0,-1-1-1 0 0,1 0 1 0 0,0 0-1 0 0,-1 0 1 0 0,1 0-1 0 0,0 0 1 0 0,-1 0-1 0 0,1 0 1 0 0,0 0-1 0 0,-1-1 0 0 0,1 1 1 0 0,-1-1-1 0 0,1 1 1 0 0,-1-1-1 0 0,1 0 1 0 0,2-1-1 0 0,1-1-126 0 0,0-1 0 0 0,0 1 0 0 0,-1-1-1 0 0,1-1 1 0 0,-1 1 0 0 0,0-1 0 0 0,0 1 0 0 0,6-11 0 0 0,24-47-417 0 0,-24 43 505 0 0,1-4 92 0 0,22-39 182 0 0,-31 59-12 0 0,1-1 0 0 0,-1 1 0 0 0,1 0-1 0 0,0-1 1 0 0,0 1 0 0 0,0 0 0 0 0,0 1 0 0 0,0-1-1 0 0,1 1 1 0 0,-1-1 0 0 0,1 1 0 0 0,0 0 0 0 0,4-2-1 0 0,-6 4-54 0 0,0 0-1 0 0,-1-1 0 0 0,1 1 0 0 0,0 0 1 0 0,0 0-1 0 0,0 0 0 0 0,-1 0 0 0 0,1 1 0 0 0,0-1 1 0 0,0 0-1 0 0,-1 1 0 0 0,1-1 0 0 0,0 1 1 0 0,-1 0-1 0 0,1 0 0 0 0,-1-1 0 0 0,1 1 1 0 0,-1 0-1 0 0,1 0 0 0 0,2 3 0 0 0,30 31 725 0 0,-3-3-596 0 0,-25-29-274 0 0,0 1 0 0 0,0-1 0 0 0,0 0 0 0 0,1-1 0 0 0,0 1 0 0 0,-1-1-1 0 0,1-1 1 0 0,0 1 0 0 0,9 0 0 0 0,-9-2-561 0 0,1 0 0 0 0,-1 0 0 0 0,1 0 1 0 0,-1-1-1 0 0,8-2 0 0 0,4-2-6412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4609 0 0,'5'55'10264'0'0,"12"28"-4770"0"0,-13-67-4831 0 0,2 12-49 0 0,1 0 0 0 0,19 47 1 0 0,-21-65-2345 0 0,0 0 0 0 0,1-1 0 0 0,8 12 0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1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10594 0 0,'6'-1'5890'0'0,"-3"3"-5266"0"0,2 3-128 0 0,3 2-24 0 0,0 1-8 0 0,2 4-392 0 0,0-2-72 0 0,3 1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2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0,'35'7'2351'0'0,"-30"-6"-1418"0"0,1 1 1 0 0,-1 0 0 0 0,0 0-1 0 0,0 0 1 0 0,0 1 0 0 0,0-1-1 0 0,0 1 1 0 0,-1 1 0 0 0,1-1-1 0 0,-1 1 1 0 0,0-1 0 0 0,5 7-1 0 0,8 16-759 0 0,-10-7 217 0 0,0 0 0 0 0,-1 0 0 0 0,-2 1 0 0 0,6 38 0 0 0,-6-31-46 0 0,14 50 0 0 0,-18-77-338 0 0,0 0 0 0 0,0 1 1 0 0,0-1-1 0 0,0 1 0 0 0,0-1 1 0 0,0 0-1 0 0,0 1 0 0 0,0-1 1 0 0,0 0-1 0 0,1 1 0 0 0,-1-1 1 0 0,0 0-1 0 0,0 1 0 0 0,0-1 1 0 0,0 0-1 0 0,1 1 0 0 0,-1-1 1 0 0,0 0-1 0 0,0 1 0 0 0,1-1 1 0 0,-1 0-1 0 0,0 0 0 0 0,1 0 1 0 0,-1 1-1 0 0,0-1 0 0 0,1 0 1 0 0,-1 0-1 0 0,0 0 0 0 0,1 0 1 0 0,-1 1-1 0 0,0-1 0 0 0,1 0 1 0 0,0 0-1 0 0,7-12 85 0 0,6-37-102 0 0,-8 30 56 0 0,5-15-42 0 0,-5 14 77 0 0,1 0-1 0 0,0 0 1 0 0,1 1-1 0 0,2 1 1 0 0,0-1 0 0 0,23-31-1 0 0,-31 47-44 0 0,-1 1 0 0 0,1 1-1 0 0,0-1 1 0 0,0 0 0 0 0,0 0-1 0 0,0 1 1 0 0,0-1 0 0 0,0 1 0 0 0,0-1-1 0 0,1 1 1 0 0,-1 0 0 0 0,0 0-1 0 0,1 0 1 0 0,-1 0 0 0 0,1 1-1 0 0,-1-1 1 0 0,1 1 0 0 0,-1-1 0 0 0,1 1-1 0 0,4 0 1 0 0,-3 1 7 0 0,-1 0-1 0 0,0 0 1 0 0,1 0 0 0 0,-1 0-1 0 0,0 0 1 0 0,0 1 0 0 0,0 0-1 0 0,0 0 1 0 0,0 0-1 0 0,0 0 1 0 0,0 0 0 0 0,-1 0-1 0 0,5 5 1 0 0,2 3 16 0 0,0 2-1 0 0,-1-1 1 0 0,0 1 0 0 0,-1 1 0 0 0,-1-1-1 0 0,7 18 1 0 0,18 42-2566 0 0,-18-47-5954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3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0 134 2304 0 0,'6'-40'1346'0'0,"7"-53"12430"0"0,-6 106-9144 0 0,0 14-4343 0 0,37 274 1215 0 0,-13-68-1357 0 0,-20-174-1472 0 0,35 110 1 0 0,-34-131-2656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3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1 229 9674 0 0,'0'-3'387'0'0,"0"1"1"0"0,0-1-1 0 0,0 1 0 0 0,1 0 0 0 0,-1-1 0 0 0,1 1 1 0 0,-1-1-1 0 0,1 1 0 0 0,0 0 0 0 0,0 0 1 0 0,0-1-1 0 0,0 1 0 0 0,0 0 0 0 0,0 0 0 0 0,1 0 1 0 0,-1 0-1 0 0,3-2 0 0 0,29-33 1928 0 0,-15 22-1843 0 0,0 1 0 0 0,1 1 0 0 0,0 0 0 0 0,37-18 0 0 0,-23 17-1348 0 0,-1 1 0 0 0,51-13 0 0 0,-41 17-99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3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9 281 8754 0 0,'-1'0'55'0'0,"1"1"0"0"0,-1-1 1 0 0,1 0-1 0 0,-1 0 0 0 0,1 1 0 0 0,-1-1 0 0 0,1 0 1 0 0,0 0-1 0 0,-1 1 0 0 0,1-1 0 0 0,-1 0 0 0 0,1 1 1 0 0,0-1-1 0 0,-1 1 0 0 0,1-1 0 0 0,0 0 1 0 0,0 1-1 0 0,-1-1 0 0 0,1 1 0 0 0,0-1 0 0 0,0 1 1 0 0,0-1-1 0 0,-1 1 0 0 0,1-1 0 0 0,0 1 0 0 0,0-1 1 0 0,0 2-1 0 0,13-1 2945 0 0,22-10 1889 0 0,-24 3-4641 0 0,0-1-1 0 0,-1 0 0 0 0,0-1 1 0 0,0 0-1 0 0,-1-1 0 0 0,0 0 1 0 0,0 0-1 0 0,-1-1 0 0 0,0 0 1 0 0,7-13-1 0 0,-9 14-81 0 0,-1 0-1 0 0,0 0 0 0 0,-1-1 1 0 0,0 1-1 0 0,0-1 1 0 0,-1 0-1 0 0,0 0 1 0 0,-1 0-1 0 0,0 0 1 0 0,-1-1-1 0 0,0 1 0 0 0,-1-19 1 0 0,0 27-184 0 0,0 1 0 0 0,0 0 1 0 0,0-1-1 0 0,0 1 0 0 0,-1 0 0 0 0,1-1 0 0 0,-1 1 1 0 0,1 0-1 0 0,0 0 0 0 0,-1-1 0 0 0,0 1 0 0 0,1 0 1 0 0,-1 0-1 0 0,0 0 0 0 0,0 0 0 0 0,1 0 0 0 0,-1 0 1 0 0,0 0-1 0 0,0 0 0 0 0,0 0 0 0 0,0 0 0 0 0,0 0 1 0 0,-1 0-1 0 0,1 1 0 0 0,0-1 0 0 0,0 0 0 0 0,0 1 1 0 0,-1-1-1 0 0,1 1 0 0 0,0 0 0 0 0,-1-1 0 0 0,1 1 1 0 0,0 0-1 0 0,-1 0 0 0 0,1 0 0 0 0,0 0 0 0 0,-1 0 1 0 0,1 0-1 0 0,-2 0 0 0 0,0 1-33 0 0,0 0-1 0 0,0-1 1 0 0,0 1-1 0 0,0 1 1 0 0,0-1 0 0 0,0 0-1 0 0,0 1 1 0 0,1-1-1 0 0,-1 1 1 0 0,1 0 0 0 0,-1 0-1 0 0,1 0 1 0 0,0 0-1 0 0,-1 0 1 0 0,1 0 0 0 0,-2 4-1 0 0,-1 4-7 0 0,0 0 0 0 0,0 0 0 0 0,1 1 0 0 0,0 0 0 0 0,1-1 0 0 0,1 1 0 0 0,-1 1 0 0 0,2-1 0 0 0,0 0 0 0 0,0 0 0 0 0,1 0 0 0 0,0 1 0 0 0,1-1 0 0 0,0 0 0 0 0,1 0 0 0 0,0 0 0 0 0,1 0 0 0 0,0 0 0 0 0,6 14 0 0 0,-6-17 5 0 0,1 0-1 0 0,0-1 1 0 0,0 1-1 0 0,1-1 1 0 0,0 0 0 0 0,0 0-1 0 0,1 0 1 0 0,0-1-1 0 0,0 0 1 0 0,0 0 0 0 0,1 0-1 0 0,0-1 1 0 0,0 0-1 0 0,9 4 1 0 0,-10-6-338 0 0,1 0-1 0 0,0 0 1 0 0,0-1-1 0 0,0 0 1 0 0,1 0-1 0 0,-1-1 1 0 0,0 0 0 0 0,1 0-1 0 0,-1-1 1 0 0,1 0-1 0 0,9-1 1 0 0,3-3-5960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4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0 215 5065 0 0,'14'-5'9228'0'0,"-13"5"-8960"0"0,19 6 2688 0 0,-7 1-1921 0 0,1 1-1 0 0,-1 1 1 0 0,13 11-1 0 0,-15-11-843 0 0,-1 0 0 0 0,0 1 0 0 0,-1 0 0 0 0,0 1 0 0 0,0 0 0 0 0,13 22 0 0 0,-27-46-1 0 0,1-1 0 0 0,0 0 0 0 0,1 0 0 0 0,1-1 0 0 0,0 1 1 0 0,1 0-1 0 0,1-1 0 0 0,0 1 0 0 0,3-18 0 0 0,-1 7-564 0 0,1 1 1 0 0,2 0-1 0 0,0 0 0 0 0,2 0 0 0 0,12-30 0 0 0,-11 35-591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5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11058 0 0,'29'31'5519'0'0,"-23"-23"-5291"0"0,0 0 0 0 0,-1 0 1 0 0,1 1-1 0 0,-2 0 0 0 0,1 0 1 0 0,-1 0-1 0 0,-1 0 0 0 0,5 20 0 0 0,-3-1 1287 0 0,3 51 0 0 0,-7-51-947 0 0,2-1 0 0 0,7 35 0 0 0,-10-60-581 0 0,1 0-1 0 0,-1 0 1 0 0,1 0 0 0 0,-1 0 0 0 0,1 0-1 0 0,0 0 1 0 0,0 0 0 0 0,0 0-1 0 0,0 0 1 0 0,0 0 0 0 0,1 0 0 0 0,-1-1-1 0 0,3 4 1 0 0,-3-5 7 0 0,-1 0 0 0 0,1 0 0 0 0,-1 1 0 0 0,0-1 1 0 0,1 0-1 0 0,-1 0 0 0 0,1 0 0 0 0,-1 0 0 0 0,1 0 0 0 0,-1 0 0 0 0,0 0 0 0 0,1 0 0 0 0,-1 0 1 0 0,1 0-1 0 0,-1 0 0 0 0,1 0 0 0 0,-1 0 0 0 0,0 0 0 0 0,1-1 0 0 0,-1 1 0 0 0,1 0 1 0 0,-1 0-1 0 0,0 0 0 0 0,1-1 0 0 0,13-14-101 0 0,-3-9-280 0 0,0 1 0 0 0,12-40-1 0 0,-16 42 244 0 0,0 0-1 0 0,1 1 0 0 0,1 0 1 0 0,16-24-1 0 0,-21 38 177 0 0,1 0 1 0 0,-1 0-1 0 0,1 1 0 0 0,1 0 1 0 0,-1 0-1 0 0,1 0 0 0 0,-1 1 1 0 0,2-1-1 0 0,-1 2 0 0 0,0-1 1 0 0,1 0-1 0 0,-1 1 0 0 0,1 1 1 0 0,0-1-1 0 0,0 1 0 0 0,0 0 1 0 0,8-1-1 0 0,-10 3 25 0 0,0-1 0 0 0,0 1 1 0 0,0 0-1 0 0,-1 0 0 0 0,1 1 1 0 0,0-1-1 0 0,0 1 0 0 0,0 0 0 0 0,-1 0 1 0 0,1 1-1 0 0,-1-1 0 0 0,1 1 0 0 0,-1 0 1 0 0,1 1-1 0 0,-1-1 0 0 0,0 1 0 0 0,0-1 1 0 0,0 1-1 0 0,-1 1 0 0 0,1-1 1 0 0,-1 0-1 0 0,1 1 0 0 0,-1 0 0 0 0,0-1 1 0 0,4 9-1 0 0,6 10 131 0 0,-1 0 0 0 0,-1 1 0 0 0,14 45 0 0 0,-10-27-118 0 0,-8-28-305 0 0,-8-24-19 0 0,-1-14 207 0 0,3 9-9 0 0,1 0 0 0 0,1 0 0 0 0,1 0-1 0 0,10-30 1 0 0,-11 37 22 0 0,1-1 0 0 0,1 1 0 0 0,-1 0 0 0 0,1 0 0 0 0,1 1 0 0 0,0-1 0 0 0,0 1 0 0 0,14-14 0 0 0,-18 21 34 0 0,-1-1 0 0 0,1 1 1 0 0,0-1-1 0 0,-1 1 0 0 0,1 0 0 0 0,0 0 0 0 0,0 0 0 0 0,0 0 0 0 0,0 0 0 0 0,0 0 0 0 0,0 0 1 0 0,0 1-1 0 0,0-1 0 0 0,0 1 0 0 0,0 0 0 0 0,1-1 0 0 0,-1 1 0 0 0,0 0 0 0 0,0 0 0 0 0,0 0 0 0 0,0 0 1 0 0,1 1-1 0 0,-1-1 0 0 0,0 1 0 0 0,0-1 0 0 0,0 1 0 0 0,0 0 0 0 0,0 0 0 0 0,0 0 0 0 0,0 0 1 0 0,0 0-1 0 0,-1 0 0 0 0,1 0 0 0 0,2 3 0 0 0,5 4 33 0 0,0 1-1 0 0,-1 1 1 0 0,-1 0 0 0 0,1 0-1 0 0,6 12 1 0 0,12 16 85 0 0,-22-33-111 0 0,0 0 1 0 0,1-1 0 0 0,-1 0 0 0 0,1 0 0 0 0,0 0-1 0 0,0-1 1 0 0,0 1 0 0 0,1-1 0 0 0,-1 0-1 0 0,13 4 1 0 0,-15-6-87 0 0,1-1 0 0 0,0 1-1 0 0,-1-1 1 0 0,1 1 0 0 0,0-1-1 0 0,0 0 1 0 0,-1-1 0 0 0,1 1 0 0 0,0-1-1 0 0,0 1 1 0 0,-1-1 0 0 0,1 0-1 0 0,-1-1 1 0 0,1 1 0 0 0,-1-1-1 0 0,1 1 1 0 0,-1-1 0 0 0,0 0 0 0 0,4-3-1 0 0,18-15-2383 0 0,0-1 0 0 0,21-25 0 0 0,-1 2-2685 0 0,-35 34 4371 0 0,28-23-202 0 0,-11 16 6564 0 0,-26 17-5149 0 0,0 0 1 0 0,0 0-1 0 0,0-1 0 0 0,0 1 1 0 0,0 0-1 0 0,1 0 0 0 0,-1 0 1 0 0,0 0-1 0 0,0 0 0 0 0,7 3 3055 0 0,-6-2-3054 0 0,18 19 1682 0 0,7 27-2233 0 0,-26-47 232 0 0,34 88 408 0 0,-23-55-2283 0 0,22 42-1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5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11058 0 0,'9'-6'8106'0'0,"5"29"-9810"0"0,-13-8 1640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5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54 1840 0 0,'-3'-13'579'0'0,"3"-12"5576"0"0,0 24-5989 0 0,0 1 1 0 0,0-1-1 0 0,1 0 0 0 0,-1 1 1 0 0,0-1-1 0 0,0 0 1 0 0,0 1-1 0 0,0-1 1 0 0,1 0-1 0 0,-1 1 1 0 0,0-1-1 0 0,1 0 1 0 0,-1 1-1 0 0,0-1 1 0 0,1 1-1 0 0,-1-1 1 0 0,1 1-1 0 0,-1-1 1 0 0,1 1-1 0 0,-1-1 1 0 0,1 1-1 0 0,-1 0 1 0 0,1-1-1 0 0,-1 1 1 0 0,1 0-1 0 0,0-1 1 0 0,-1 1-1 0 0,1 0 1 0 0,0 0-1 0 0,-1 0 1 0 0,1-1-1 0 0,0 1 1 0 0,-1 0-1 0 0,1 0 1 0 0,0 0-1 0 0,-1 0 1 0 0,1 0-1 0 0,0 0 1 0 0,-1 0-1 0 0,1 0 1 0 0,0 1-1 0 0,-1-1 1 0 0,1 0-1 0 0,0 0 1 0 0,-1 0-1 0 0,1 1 1 0 0,-1-1-1 0 0,1 0 0 0 0,0 1 1 0 0,-1-1-1 0 0,1 1 1 0 0,-1-1-1 0 0,1 0 1 0 0,0 2-1 0 0,3 1 163 0 0,-1 0-1 0 0,1 1 0 0 0,-1-1 0 0 0,0 1 0 0 0,0 0 0 0 0,0 0 1 0 0,-1 0-1 0 0,1 0 0 0 0,-1 0 0 0 0,3 8 0 0 0,16 52 887 0 0,-16-48-1160 0 0,7 27 15 0 0,0-1 68 0 0,25 62 1 0 0,-37-103-140 0 0,1 0 1 0 0,-1-1-1 0 0,0 1 1 0 0,1 0-1 0 0,-1 0 0 0 0,1 0 1 0 0,-1 0-1 0 0,1 0 0 0 0,-1-1 1 0 0,1 1-1 0 0,-1 0 1 0 0,1 0-1 0 0,0-1 0 0 0,-1 1 1 0 0,1-1-1 0 0,0 1 1 0 0,0 0-1 0 0,0-1 0 0 0,-1 1 1 0 0,1-1-1 0 0,0 0 1 0 0,2 1-1 0 0,-3-1-1 0 0,1 0 1 0 0,0-1-1 0 0,0 1 1 0 0,-1 0-1 0 0,1-1 1 0 0,0 1-1 0 0,-1 0 0 0 0,1-1 1 0 0,0 1-1 0 0,-1-1 1 0 0,1 1-1 0 0,0-1 1 0 0,-1 0-1 0 0,1 1 0 0 0,-1-1 1 0 0,1 1-1 0 0,-1-1 1 0 0,0 0-1 0 0,1 1 1 0 0,0-3-1 0 0,17-48-72 0 0,-16 44 64 0 0,2-8-11 0 0,4-14-5 0 0,14-33-1 0 0,-19 55 21 0 0,-1 1 0 0 0,2 0 0 0 0,-1 0-1 0 0,1 0 1 0 0,0 0 0 0 0,0 0-1 0 0,0 1 1 0 0,1 0 0 0 0,0-1-1 0 0,0 2 1 0 0,6-6 0 0 0,-10 10 7 0 0,0-1 1 0 0,1 0-1 0 0,-1 1 1 0 0,0-1 0 0 0,1 1-1 0 0,-1 0 1 0 0,0-1-1 0 0,1 1 1 0 0,-1 0-1 0 0,1 0 1 0 0,-1 0-1 0 0,0 0 1 0 0,1 0-1 0 0,-1 0 1 0 0,1 0-1 0 0,-1 0 1 0 0,0 1-1 0 0,1-1 1 0 0,-1 0-1 0 0,0 1 1 0 0,1-1 0 0 0,-1 1-1 0 0,0 0 1 0 0,0-1-1 0 0,1 1 1 0 0,-1 0-1 0 0,0 0 1 0 0,0 0-1 0 0,0 0 1 0 0,0 0-1 0 0,0 0 1 0 0,0 0-1 0 0,0 0 1 0 0,0 0-1 0 0,-1 0 1 0 0,1 0 0 0 0,0 1-1 0 0,-1-1 1 0 0,2 2-1 0 0,3 8 52 0 0,1 1 1 0 0,-2-1-1 0 0,6 19 0 0 0,-6-18-7 0 0,7 18-175 0 0,22 41 0 0 0,-10-30-2832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6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147 365 12443 0 0,'-1'0'99'0'0,"1"-1"0"0"0,0 1 0 0 0,0-1 0 0 0,0 1 1 0 0,0-1-1 0 0,0 1 0 0 0,-1 0 0 0 0,1-1 0 0 0,0 1 0 0 0,-1-1 1 0 0,1 1-1 0 0,0-1 0 0 0,0 1 0 0 0,-1 0 0 0 0,1-1 1 0 0,-1 1-1 0 0,1 0 0 0 0,0-1 0 0 0,-1 1 0 0 0,1 0 0 0 0,-1 0 1 0 0,1-1-1 0 0,-1 1 0 0 0,1 0 0 0 0,0 0 0 0 0,-1 0 0 0 0,1 0 1 0 0,-1 0-1 0 0,1 0 0 0 0,-1-1 0 0 0,1 1 0 0 0,-1 0 1 0 0,1 0-1 0 0,-1 1 0 0 0,0-1 0 0 0,-19 12 1847 0 0,-13 25-454 0 0,20-19-1232 0 0,2 0 1 0 0,0 0-1 0 0,-14 33 1 0 0,21-42-246 0 0,1 0-1 0 0,0 1 1 0 0,0-1-1 0 0,1 1 0 0 0,0 0 1 0 0,1 0-1 0 0,0 0 1 0 0,0 0-1 0 0,1-1 1 0 0,1 12-1 0 0,-1-20-15 0 0,0 1-1 0 0,1 0 0 0 0,-1 0 0 0 0,0-1 0 0 0,1 1 0 0 0,-1 0 1 0 0,0-1-1 0 0,1 1 0 0 0,0 0 0 0 0,-1-1 0 0 0,1 1 0 0 0,0-1 1 0 0,0 1-1 0 0,0-1 0 0 0,0 0 0 0 0,0 1 0 0 0,0-1 0 0 0,1 0 1 0 0,-1 0-1 0 0,0 1 0 0 0,1-1 0 0 0,-1 0 0 0 0,3 1 0 0 0,-3-2-8 0 0,1 0-1 0 0,-1 0 0 0 0,1-1 0 0 0,-1 1 0 0 0,1 0 0 0 0,-1-1 1 0 0,0 1-1 0 0,1-1 0 0 0,-1 1 0 0 0,1-1 0 0 0,-1 0 1 0 0,0 1-1 0 0,0-1 0 0 0,1 0 0 0 0,-1 0 0 0 0,0 0 1 0 0,0 0-1 0 0,0 0 0 0 0,0 0 0 0 0,0 0 0 0 0,0-1 0 0 0,0 1 1 0 0,0 0-1 0 0,-1 0 0 0 0,1-1 0 0 0,0-1 0 0 0,19-46-540 0 0,-18 43 708 0 0,0-1 0 0 0,0 0 0 0 0,1 1 0 0 0,0 0-1 0 0,0 0 1 0 0,0-1 0 0 0,1 2 0 0 0,-1-1 0 0 0,10-10 0 0 0,-12 16-109 0 0,0-1-1 0 0,0 1 1 0 0,0-1 0 0 0,0 1-1 0 0,0 0 1 0 0,0-1 0 0 0,0 1-1 0 0,0 0 1 0 0,1 0 0 0 0,-1 0-1 0 0,0 0 1 0 0,0 0 0 0 0,0 0-1 0 0,0 0 1 0 0,0 0 0 0 0,1 0-1 0 0,-1 0 1 0 0,0 1 0 0 0,0-1-1 0 0,0 0 1 0 0,0 1 0 0 0,0-1-1 0 0,0 1 1 0 0,0-1 0 0 0,0 1 0 0 0,0 0-1 0 0,1 0 1 0 0,30 26 4 0 0,-20-17 88 0 0,-7-6-233 0 0,0 0 1 0 0,0 0-1 0 0,0 0 0 0 0,1-1 1 0 0,0 0-1 0 0,-1 0 0 0 0,1 0 1 0 0,0-1-1 0 0,0 0 0 0 0,1 0 1 0 0,-1 0-1 0 0,0-1 0 0 0,1 0 1 0 0,-1 0-1 0 0,1-1 1 0 0,-1 0-1 0 0,1 0 0 0 0,-1 0 1 0 0,0-1-1 0 0,1 0 0 0 0,-1 0 1 0 0,1-1-1 0 0,-1 0 0 0 0,0 0 1 0 0,0 0-1 0 0,0-1 0 0 0,0 1 1 0 0,-1-2-1 0 0,1 1 1 0 0,-1-1-1 0 0,8-5 0 0 0,-6 3-395 0 0,0 0 0 0 0,0 0 0 0 0,-1-1-1 0 0,0 1 1 0 0,0-1 0 0 0,-1-1 0 0 0,0 1-1 0 0,0-1 1 0 0,0 0 0 0 0,-1 0 0 0 0,0 0 0 0 0,-1-1-1 0 0,0 1 1 0 0,0-1 0 0 0,-1 0 0 0 0,0 0-1 0 0,1-15 1 0 0,-1-10-723 0 0,-2-1 0 0 0,-1 0-1 0 0,-9-48 1 0 0,0-27 897 0 0,12-1 13557 0 0,4 130-10461 0 0,12 49-2010 0 0,5 32-263 0 0,5-2-1 0 0,4 0 1 0 0,80 167-1 0 0,-95-232-939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7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6937 0 0,'-4'9'617'0'0,"1"-6"-489"0"0,2 2-128 0 0,-1-3 64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8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1 110 5065 0 0,'6'-43'2673'0'0,"-5"37"-2350"0"0,1 0 0 0 0,-1-1 0 0 0,0 1 0 0 0,-1 0 0 0 0,0-1 0 0 0,0 1 0 0 0,-7-16 7804 0 0,7 34-3471 0 0,4 80-5992 0 0,-2-48 1512 0 0,12 78 1 0 0,-12-109-167 0 0,1-1 0 0 0,1 1 0 0 0,0-1 0 0 0,1 0 0 0 0,0 0 0 0 0,1 0 0 0 0,0-1 0 0 0,1 1 0 0 0,0-2 0 0 0,12 16 0 0 0,-16-23-31 0 0,-1 0 1 0 0,1-1 0 0 0,0 1-1 0 0,0 0 1 0 0,0-1 0 0 0,0 0-1 0 0,0 0 1 0 0,0 0 0 0 0,1 0-1 0 0,-1 0 1 0 0,1 0 0 0 0,-1-1-1 0 0,1 0 1 0 0,0 0 0 0 0,-1 0-1 0 0,1 0 1 0 0,0 0 0 0 0,0-1 0 0 0,0 0-1 0 0,-1 0 1 0 0,1 0 0 0 0,0 0-1 0 0,0 0 1 0 0,0-1 0 0 0,0 0-1 0 0,6-1 1 0 0,-6 0-6 0 0,0-1-1 0 0,0 1 1 0 0,0 0 0 0 0,-1-1 0 0 0,1 0-1 0 0,-1 0 1 0 0,1 0 0 0 0,-1 0 0 0 0,0-1 0 0 0,0 1-1 0 0,0-1 1 0 0,-1 1 0 0 0,1-1 0 0 0,-1 0-1 0 0,0 0 1 0 0,0-1 0 0 0,0 1 0 0 0,-1 0-1 0 0,1 0 1 0 0,-1-1 0 0 0,0 1 0 0 0,0-7-1 0 0,0-1-1 0 0,-1-1 0 0 0,0 0 0 0 0,-2-16-1 0 0,0 19 13 0 0,1 1-1 0 0,1 0 0 0 0,0-1 0 0 0,0 1 0 0 0,1-1 0 0 0,0 1 0 0 0,3-12 0 0 0,-4 21 17 0 0,0-1 0 0 0,0 1 0 0 0,0 0 0 0 0,0 0 0 0 0,0-1 0 0 0,0 1 0 0 0,0 0 0 0 0,0 0 0 0 0,1-1 0 0 0,-1 1 0 0 0,0 0 0 0 0,0 0 0 0 0,0 0 0 0 0,0-1 0 0 0,1 1-1 0 0,-1 0 1 0 0,0 0 0 0 0,0 0 0 0 0,0 0 0 0 0,1 0 0 0 0,-1-1 0 0 0,0 1 0 0 0,0 0 0 0 0,1 0 0 0 0,-1 0 0 0 0,0 0 0 0 0,0 0 0 0 0,0 0 0 0 0,1 0 0 0 0,-1 0 0 0 0,0 0 0 0 0,0 0-1 0 0,1 0 1 0 0,-1 0 0 0 0,0 0 0 0 0,1 0 0 0 0,10 7-2 0 0,8 15 17 0 0,-17-20-6 0 0,7 9 120 0 0,1-1-1 0 0,0 0 0 0 0,0-1 0 0 0,1 0 1 0 0,0-1-1 0 0,1 0 0 0 0,15 8 0 0 0,-19-12-22 0 0,0 0 0 0 0,0-1 0 0 0,0 0 0 0 0,0 0 0 0 0,1-1 0 0 0,-1 0 0 0 0,1-1 0 0 0,-1 1 0 0 0,1-2 0 0 0,0 1 0 0 0,-1-1 0 0 0,17-2 0 0 0,-19 0-59 0 0,0 0 0 0 0,0 0 0 0 0,0-1 0 0 0,-1 0 0 0 0,1 0 0 0 0,-1 0 0 0 0,0-1 0 0 0,0 0 0 0 0,0 0 0 0 0,0 0 0 0 0,-1 0 0 0 0,0-1 0 0 0,0 0 0 0 0,0 0 0 0 0,0 0 0 0 0,-1 0 0 0 0,0 0 0 0 0,0-1 0 0 0,0 1 0 0 0,2-9 0 0 0,4-8-621 0 0,-2 0 0 0 0,0-1 0 0 0,-2 1 1 0 0,3-26-1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8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6913 0 0,'3'1'521'0'0,"-1"0"-1"0"0,1-1 0 0 0,0 1 0 0 0,-1 1 0 0 0,1-1 0 0 0,-1 0 0 0 0,0 1 1 0 0,1-1-1 0 0,-1 1 0 0 0,0-1 0 0 0,0 1 0 0 0,0 0 0 0 0,0 0 0 0 0,0 0 1 0 0,-1 0-1 0 0,1 1 0 0 0,-1-1 0 0 0,3 4 0 0 0,27 53 3687 0 0,-27-51-3940 0 0,7 17 480 0 0,-1 0 1 0 0,12 48-1 0 0,-3 12-3661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8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 17972 0 0,'-6'-4'660'0'0,"-4"0"920"0"0,9 22-451 0 0,4 2-1518 0 0,1 0 0 0 0,8 26 0 0 0,-6-29-1905 0 0,1 0 0 0 0,0-1 0 0 0,11 18 0 0 0,-5-10-774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8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11979 0 0,'0'-3'276'0'0,"0"0"1"0"0,0 1 0 0 0,0-1-1 0 0,1 1 1 0 0,-1-1 0 0 0,1 0-1 0 0,-1 1 1 0 0,1-1 0 0 0,0 1 0 0 0,0-1-1 0 0,0 1 1 0 0,0 0 0 0 0,0-1-1 0 0,1 1 1 0 0,2-3 0 0 0,-4 4-166 0 0,1 1 0 0 0,-1-1 1 0 0,1 0-1 0 0,-1 1 0 0 0,1-1 0 0 0,0 1 1 0 0,0-1-1 0 0,-1 1 0 0 0,1-1 0 0 0,0 1 1 0 0,0 0-1 0 0,-1-1 0 0 0,1 1 0 0 0,0 0 1 0 0,0 0-1 0 0,0-1 0 0 0,0 1 0 0 0,-1 0 1 0 0,1 0-1 0 0,0 0 0 0 0,0 0 0 0 0,0 0 1 0 0,0 0-1 0 0,0 0 0 0 0,0 0 1 0 0,-1 1-1 0 0,1-1 0 0 0,0 0 0 0 0,0 0 1 0 0,0 1-1 0 0,-1-1 0 0 0,1 0 0 0 0,0 1 1 0 0,0-1-1 0 0,-1 1 0 0 0,1-1 0 0 0,0 1 1 0 0,-1 0-1 0 0,1-1 0 0 0,0 1 0 0 0,-1-1 1 0 0,1 1-1 0 0,-1 0 0 0 0,1 0 0 0 0,-1-1 1 0 0,1 1-1 0 0,-1 0 0 0 0,0 0 0 0 0,1 1 1 0 0,4 8 87 0 0,1 0 1 0 0,-2 0 0 0 0,1 0-1 0 0,-2 1 1 0 0,1 0 0 0 0,2 16 0 0 0,7 73 245 0 0,-8-52-241 0 0,29 192-2207 0 0,-31-214-5911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9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11058 0 0,'-1'0'214'0'0,"0"1"0"0"0,0-1-1 0 0,1 0 1 0 0,-1 1 0 0 0,0-1-1 0 0,0 1 1 0 0,1-1-1 0 0,-1 1 1 0 0,0 0 0 0 0,0-1-1 0 0,1 1 1 0 0,-1 0 0 0 0,1-1-1 0 0,-1 1 1 0 0,1 0-1 0 0,-1 0 1 0 0,1-1 0 0 0,-1 1-1 0 0,1 0 1 0 0,0 0 0 0 0,-1 0-1 0 0,1 0 1 0 0,0 0-1 0 0,0-1 1 0 0,0 1 0 0 0,-1 0-1 0 0,1 0 1 0 0,0 0 0 0 0,1 1-1 0 0,-3 35 2330 0 0,2-31-1981 0 0,20 301 3621 0 0,26-1-6397 0 0,-42-276-5900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9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11522 0 0,'0'0'887'0'0,"-7"21"3954"0"0,1 9-4261 0 0,2 0 0 0 0,0 0 0 0 0,3 0 1 0 0,0 0-1 0 0,2 0 0 0 0,4 31 0 0 0,-1-39-457 0 0,0 0 0 0 0,1 0 0 0 0,1 0 0 0 0,1-1 0 0 0,1 0 0 0 0,1 0 0 0 0,0-1 0 0 0,22 33 0 0 0,-21-39 9 0 0,0-1-1 0 0,16 15 1 0 0,-23-24-107 0 0,0-1-1 0 0,0 0 1 0 0,1 0-1 0 0,0 0 1 0 0,-1 0-1 0 0,1-1 1 0 0,0 0 0 0 0,0 1-1 0 0,1-1 1 0 0,-1-1-1 0 0,0 1 1 0 0,1-1-1 0 0,6 2 1 0 0,-10-3-16 0 0,1 0 1 0 0,-1-1-1 0 0,1 1 1 0 0,-1 0-1 0 0,1-1 1 0 0,-1 1-1 0 0,1 0 1 0 0,-1-1-1 0 0,0 0 1 0 0,1 1-1 0 0,-1-1 1 0 0,0 0-1 0 0,1 0 1 0 0,-1 0-1 0 0,0 0 1 0 0,0 0-1 0 0,0 0 1 0 0,0 0-1 0 0,0 0 1 0 0,0 0-1 0 0,0 0 1 0 0,0-1-1 0 0,0 1 1 0 0,0 0-1 0 0,-1-1 1 0 0,1 1-1 0 0,0-3 1 0 0,12-46-4025 0 0,-11 42 1177 0 0,2-15-4290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09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0 333 1824 0 0,'3'1'127'0'0,"0"0"0"0"0,0 0 0 0 0,0 0 0 0 0,0 0 0 0 0,0-1 0 0 0,1 1 0 0 0,-1-1-1 0 0,0 0 1 0 0,0 0 0 0 0,0 0 0 0 0,0 0 0 0 0,0 0 0 0 0,1-1 0 0 0,-1 1 0 0 0,0-1 0 0 0,0 0-1 0 0,0 0 1 0 0,4-2 0 0 0,-2 0 608 0 0,0-1 0 0 0,-1 1 0 0 0,1-1 0 0 0,-1 0 0 0 0,1 0 0 0 0,-1 0 0 0 0,0-1 0 0 0,-1 1 0 0 0,5-7 0 0 0,0-4-376 0 0,0 0 0 0 0,-1 0 0 0 0,-1 0 0 0 0,0-1 0 0 0,-1 0 0 0 0,-1 0 0 0 0,0-1 0 0 0,-1 1 0 0 0,-1-1 0 0 0,0 0 0 0 0,-2 1 0 0 0,0-1 1 0 0,-2-19-1 0 0,1 33-369 0 0,1 1 1 0 0,0 0 0 0 0,-1 0 0 0 0,1-1 0 0 0,-1 1 0 0 0,0 0 0 0 0,0 0 0 0 0,0 0 0 0 0,0 0-1 0 0,0 0 1 0 0,0 0 0 0 0,0 0 0 0 0,-1 0 0 0 0,1 1 0 0 0,-1-1 0 0 0,1 0 0 0 0,-4-2 0 0 0,4 4-8 0 0,0-1 0 0 0,1 1 0 0 0,-1 0 0 0 0,0-1 1 0 0,1 1-1 0 0,-1 0 0 0 0,0 0 0 0 0,1 0 1 0 0,-1 0-1 0 0,0 0 0 0 0,1 0 0 0 0,-1 0 1 0 0,0 0-1 0 0,1 0 0 0 0,-1 0 0 0 0,0 0 1 0 0,1 0-1 0 0,-1 0 0 0 0,0 0 0 0 0,1 1 1 0 0,-1-1-1 0 0,-1 1 0 0 0,1-1 9 0 0,0 2 0 0 0,-1-1 0 0 0,1 0-1 0 0,0 0 1 0 0,0 0 0 0 0,0 0 0 0 0,0 1 0 0 0,0-1-1 0 0,0 1 1 0 0,0-1 0 0 0,0 1 0 0 0,1-1 0 0 0,-2 3-1 0 0,0 4 201 0 0,0 0 0 0 0,0 0 0 0 0,0 1 0 0 0,1-1 0 0 0,1 1 0 0 0,-1-1 0 0 0,1 1-1 0 0,1 0 1 0 0,0-1 0 0 0,0 1 0 0 0,0-1 0 0 0,1 0 0 0 0,0 1 0 0 0,1-1 0 0 0,5 11-1 0 0,-6-13-35 0 0,1 0-1 0 0,-1 0 1 0 0,1-1-1 0 0,0 0 1 0 0,1 1-1 0 0,-1-1 0 0 0,1 0 1 0 0,0-1-1 0 0,1 1 1 0 0,-1-1-1 0 0,1 0 1 0 0,0 0-1 0 0,0 0 0 0 0,0 0 1 0 0,0-1-1 0 0,1 0 1 0 0,-1 0-1 0 0,1-1 0 0 0,0 1 1 0 0,0-1-1 0 0,11 2 1 0 0,-12-4-345 0 0,1 0 1 0 0,0 0-1 0 0,-1 0 1 0 0,1-1 0 0 0,0 0-1 0 0,-1 0 1 0 0,1-1-1 0 0,6-2 1 0 0,41-20-6703 0 0,-51 23 6513 0 0,13-7-2212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0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 8754 0 0,'-6'-2'10525'0'0,"16"14"-8316"0"0,22 30-1812 0 0,-15-5 149 0 0,16 57 1 0 0,-24-63-524 0 0,1-2-1 0 0,2 0 1 0 0,28 52 0 0 0,-26-65-242 0 0,-14-16 212 0 0,0 0 0 0 0,1 0 0 0 0,-1 0 0 0 0,0 0 0 0 0,0 0 0 0 0,1 0 0 0 0,-1 0 0 0 0,0 0 0 0 0,0 0 0 0 0,0 0 1 0 0,1 0-1 0 0,-1 0 0 0 0,0 0 0 0 0,0 0 0 0 0,1 0 0 0 0,-1 0 0 0 0,0 0 0 0 0,0 0 0 0 0,0 0 0 0 0,1 0 0 0 0,-1 0 0 0 0,0-1 0 0 0,0 1 0 0 0,0 0 0 0 0,1 0 0 0 0,-1 0 0 0 0,0 0 1 0 0,0 0-1 0 0,0-1 0 0 0,0 1 0 0 0,0 0 0 0 0,1 0 0 0 0,-1 0 0 0 0,0-1 0 0 0,0 1 0 0 0,0 0 0 0 0,0 0 0 0 0,0 0 0 0 0,0-1 0 0 0,0 1 0 0 0,0 0 0 0 0,4-39-527 0 0,-3 15 427 0 0,3 3 26 0 0,0 1 1 0 0,2 0-1 0 0,0 0 1 0 0,1 1 0 0 0,1 0-1 0 0,1 0 1 0 0,12-19-1 0 0,-17 32 112 0 0,0 0-1 0 0,1 0 1 0 0,0 1-1 0 0,0-1 0 0 0,0 1 1 0 0,0 0-1 0 0,1 1 1 0 0,0-1-1 0 0,0 1 0 0 0,9-5 1 0 0,-11 7 30 0 0,1 1 0 0 0,-1-1 0 0 0,1 1 1 0 0,-1 0-1 0 0,1 0 0 0 0,0 0 0 0 0,-1 1 0 0 0,1 0 0 0 0,0 0 1 0 0,-1 0-1 0 0,1 0 0 0 0,-1 1 0 0 0,1-1 0 0 0,0 1 0 0 0,-1 1 1 0 0,1-1-1 0 0,7 4 0 0 0,-5-2 0 0 0,-1 1 0 0 0,0 0 0 0 0,1 1 0 0 0,-1-1 0 0 0,-1 1 0 0 0,1 0 0 0 0,-1 1 0 0 0,0-1 0 0 0,0 1 0 0 0,7 11 0 0 0,5 11 61 0 0,17 34 0 0 0,-19-31 12 0 0,-11-25-115 0 0,92 161 1241 0 0,-95-165-1249 0 0,7-35 186 0 0,-3-11-129 0 0,-2 13-87 0 0,2 1 0 0 0,13-51 0 0 0,-16 74 11 0 0,1 0-1 0 0,-1 0 0 0 0,1 0 1 0 0,1 0-1 0 0,-1 1 0 0 0,1-1 1 0 0,0 1-1 0 0,1 0 0 0 0,-1 0 1 0 0,1 0-1 0 0,1 1 1 0 0,-1 0-1 0 0,1 0 0 0 0,-1 0 1 0 0,1 1-1 0 0,10-6 0 0 0,-15 9 10 0 0,1 0 0 0 0,0 1 0 0 0,0-1 0 0 0,0 0-1 0 0,0 1 1 0 0,0-1 0 0 0,0 1 0 0 0,0 0 0 0 0,0 0 0 0 0,0 0-1 0 0,0 0 1 0 0,1 0 0 0 0,-1 0 0 0 0,0 0 0 0 0,0 1 0 0 0,0-1-1 0 0,0 1 1 0 0,0-1 0 0 0,0 1 0 0 0,-1 0 0 0 0,1 0-1 0 0,0 0 1 0 0,0 0 0 0 0,0 0 0 0 0,-1 0 0 0 0,1 0 0 0 0,0 0-1 0 0,-1 1 1 0 0,1-1 0 0 0,-1 1 0 0 0,0-1 0 0 0,1 1-1 0 0,-1 0 1 0 0,0 0 0 0 0,0-1 0 0 0,0 1 0 0 0,1 3 0 0 0,4 9 43 0 0,0 0-1 0 0,0 0 1 0 0,-1 1 0 0 0,2 15 0 0 0,-2-12-31 0 0,9 24 28 0 0,34 69-1 0 0,-30-72-254 0 0,-11-19-1656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1.2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0,'12'3'15390'0'0,"-11"-2"-15054"0"0,5 13 457 0 0,0 0 0 0 0,-1 0 0 0 0,5 22 0 0 0,-5-17-470 0 0,0-1-1 0 0,17 35 1 0 0,-20-49-295 0 0,1 1-1 0 0,-1 0 1 0 0,1-1 0 0 0,0 0-1 0 0,1 0 1 0 0,-1 0-1 0 0,1 0 1 0 0,0-1 0 0 0,0 1-1 0 0,0-1 1 0 0,0 0 0 0 0,0 0-1 0 0,1 0 1 0 0,-1-1-1 0 0,9 4 1 0 0,-11-6-19 0 0,1 1 0 0 0,0-1 1 0 0,0 1-1 0 0,-1-1 0 0 0,1 0 0 0 0,0 0 0 0 0,0 0 0 0 0,0-1 1 0 0,-1 1-1 0 0,1-1 0 0 0,0 1 0 0 0,0-1 0 0 0,-1 0 0 0 0,1 0 0 0 0,-1 0 1 0 0,1 0-1 0 0,-1-1 0 0 0,1 1 0 0 0,-1 0 0 0 0,0-1 0 0 0,5-3 1 0 0,4-6 83 0 0,1 0 0 0 0,17-24 0 0 0,-5 8-30 0 0,-23 26-54 0 0,0 0 0 0 0,0 0 1 0 0,-1 0-1 0 0,1 0 0 0 0,0 0 0 0 0,0 0 0 0 0,0 0 0 0 0,0 1 0 0 0,0-1 1 0 0,0 0-1 0 0,0 1 0 0 0,1-1 0 0 0,-1 1 0 0 0,0-1 0 0 0,0 1 0 0 0,0-1 0 0 0,1 1 1 0 0,-1 0-1 0 0,0 0 0 0 0,0 0 0 0 0,1 0 0 0 0,-1 0 0 0 0,0 0 0 0 0,0 0 1 0 0,1 0-1 0 0,-1 0 0 0 0,0 0 0 0 0,2 1 0 0 0,0 1 27 0 0,-1 0 1 0 0,1 0-1 0 0,0 0 1 0 0,-1 1-1 0 0,1-1 0 0 0,-1 1 1 0 0,0 0-1 0 0,3 4 1 0 0,3 4-34 0 0,19 25-2293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1.8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27 331 9218 0 0,'5'-12'-61'0'0,"-2"4"1120"0"0,0 1 0 0 0,-1-1-1 0 0,0 0 1 0 0,0 0 0 0 0,-1 0-1 0 0,0 0 1 0 0,0-14-1 0 0,-1 22-994 0 0,0 0-1 0 0,0 1 0 0 0,0-1 0 0 0,0 0 0 0 0,-1 0 0 0 0,1 1 0 0 0,0-1 0 0 0,0 0 0 0 0,0 0 0 0 0,-1 1 0 0 0,1-1 1 0 0,0 0-1 0 0,0 0 0 0 0,-1 0 0 0 0,1 0 0 0 0,0 1 0 0 0,0-1 0 0 0,-1 0 0 0 0,1 0 0 0 0,0 0 0 0 0,0 0 1 0 0,-1 0-1 0 0,1 0 0 0 0,0 0 0 0 0,0 0 0 0 0,-1 0 0 0 0,1 0 0 0 0,0 0 0 0 0,-1 0 0 0 0,1 0 0 0 0,0 0 0 0 0,-1 0 1 0 0,1 0-1 0 0,0 0 0 0 0,0 0 0 0 0,-1 0 0 0 0,1 0 0 0 0,0 0 0 0 0,0-1 0 0 0,-1 1 0 0 0,1 0 0 0 0,0 0 1 0 0,0 0-1 0 0,-1 0 0 0 0,1-1 0 0 0,0 1 0 0 0,0 0 0 0 0,0 0 0 0 0,-1 0 0 0 0,1-1 0 0 0,0 1 0 0 0,0 0 1 0 0,0 0-1 0 0,0-1 0 0 0,0 1 0 0 0,0 0 0 0 0,-1-1 0 0 0,1 1 0 0 0,0 0 0 0 0,0 0 0 0 0,0-1 0 0 0,0 1 0 0 0,0-1 1 0 0,-12 23 814 0 0,6-4-769 0 0,1 1-1 0 0,2 0 1 0 0,-1 0-1 0 0,2 0 1 0 0,1 1-1 0 0,1 21 0 0 0,0-30-101 0 0,1-1 0 0 0,0 0 0 0 0,1 0-1 0 0,0 0 1 0 0,1 0 0 0 0,0 0 0 0 0,1 0-1 0 0,0-1 1 0 0,0 0 0 0 0,1 1 0 0 0,0-1-1 0 0,0-1 1 0 0,10 11 0 0 0,-14-16-13 0 0,1-1 0 0 0,0 0-1 0 0,0 0 1 0 0,1 0 0 0 0,-1 0 0 0 0,0 0-1 0 0,0 0 1 0 0,1-1 0 0 0,-1 1 0 0 0,1-1-1 0 0,0 1 1 0 0,-1-1 0 0 0,1 0 0 0 0,0 0 0 0 0,0-1-1 0 0,0 1 1 0 0,0 0 0 0 0,-1-1 0 0 0,1 0-1 0 0,0 1 1 0 0,0-1 0 0 0,0 0 0 0 0,0-1-1 0 0,0 1 1 0 0,0-1 0 0 0,0 1 0 0 0,0-1-1 0 0,0 0 1 0 0,-1 0 0 0 0,1 0 0 0 0,0 0 0 0 0,-1 0-1 0 0,1-1 1 0 0,-1 1 0 0 0,1-1 0 0 0,-1 0-1 0 0,0 0 1 0 0,1 0 0 0 0,1-2 0 0 0,6-6-72 0 0,0-1-1 0 0,-1 1 1 0 0,0-2 0 0 0,-1 1 0 0 0,0-1 0 0 0,10-23 0 0 0,-2 1-58 0 0,-2-2-1 0 0,-1 0 1 0 0,-2-1 0 0 0,-1 0-1 0 0,-2 0 1 0 0,-2-1 0 0 0,-2 0 0 0 0,-1 0-1 0 0,-1 0 1 0 0,-6-50 0 0 0,2 80 1041 0 0,0 9-317 0 0,-2 18-85 0 0,-2 30-228 0 0,6-19-205 0 0,1 0 0 0 0,2 0-1 0 0,0 0 1 0 0,2-1 0 0 0,15 48 0 0 0,58 140 309 0 0,-73-204-377 0 0,-3-9-5 0 0,19 42-309 0 0,-19-43 282 0 0,0 0 0 0 0,0 0 0 0 0,0 0 0 0 0,0 0-1 0 0,0-1 1 0 0,1 1 0 0 0,-1-1 0 0 0,1 1-1 0 0,0-1 1 0 0,0 0 0 0 0,5 3 0 0 0,-6-4-1 0 0,-1-1 0 0 0,0 0 0 0 0,1 0 0 0 0,-1 0 0 0 0,1 0 1 0 0,-1 0-1 0 0,1 0 0 0 0,-1-1 0 0 0,1 1 0 0 0,-1 0 0 0 0,1-1 1 0 0,-1 1-1 0 0,0-1 0 0 0,1 1 0 0 0,-1-1 0 0 0,0 0 0 0 0,0 1 0 0 0,1-1 1 0 0,-1 0-1 0 0,0 0 0 0 0,0 0 0 0 0,0 0 0 0 0,0 0 0 0 0,0 0 1 0 0,0 0-1 0 0,1-2 0 0 0,26-37-437 0 0,-24 34 382 0 0,24-48-279 0 0,-17 31 209 0 0,22-33 0 0 0,-30 51 229 0 0,0 0 0 0 0,0 1 0 0 0,1 0 0 0 0,0 0 0 0 0,0 0 0 0 0,0 0 0 0 0,0 0 0 0 0,1 1 0 0 0,-1 0 0 0 0,1 0 0 0 0,0 0 0 0 0,8-3 0 0 0,-11 5-13 0 0,0 1 1 0 0,0 0-1 0 0,0-1 1 0 0,0 1-1 0 0,0 0 1 0 0,1 0-1 0 0,-1 0 1 0 0,0 0-1 0 0,0 0 1 0 0,0 1 0 0 0,0-1-1 0 0,0 1 1 0 0,0-1-1 0 0,0 1 1 0 0,0 0-1 0 0,0 0 1 0 0,0 0-1 0 0,0 0 1 0 0,-1 0-1 0 0,1 0 1 0 0,0 0-1 0 0,1 3 1 0 0,6 4 158 0 0,-1 0-1 0 0,0 1 1 0 0,8 11 0 0 0,-11-13-187 0 0,0 0-1 0 0,1 0 1 0 0,0-1 0 0 0,10 10 0 0 0,-10-12-266 0 0,1-1 0 0 0,-1 1 0 0 0,1-1 0 0 0,-1 0 1 0 0,14 4-1 0 0,-5-4-613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2.4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24 8754 0 0,'0'-1'224'0'0,"-1"0"1"0"0,1 1-1 0 0,0-1 0 0 0,0 0 1 0 0,0 0-1 0 0,0 1 1 0 0,-1-1-1 0 0,1 0 1 0 0,0 0-1 0 0,0 1 0 0 0,1-1 1 0 0,-1 0-1 0 0,0 1 1 0 0,0-1-1 0 0,0 0 0 0 0,0 0 1 0 0,1 1-1 0 0,-1-1 1 0 0,0 0-1 0 0,1 1 0 0 0,-1-1 1 0 0,0 0-1 0 0,1 1 1 0 0,-1-1-1 0 0,1 1 0 0 0,-1-1 1 0 0,1 1-1 0 0,-1-1 1 0 0,1 1-1 0 0,-1-1 0 0 0,1 1 1 0 0,0 0-1 0 0,-1-1 1 0 0,1 1-1 0 0,0 0 1 0 0,-1-1-1 0 0,1 1 0 0 0,0 0 1 0 0,-1 0-1 0 0,1-1 1 0 0,0 1-1 0 0,0 0 0 0 0,-1 0 1 0 0,1 0-1 0 0,0 0 1 0 0,0 0-1 0 0,-1 0 0 0 0,1 0 1 0 0,0 1-1 0 0,-1-1 1 0 0,2 0-1 0 0,4 4-20 0 0,-1-1 0 0 0,-1 1 0 0 0,1 0 0 0 0,0 0 0 0 0,-1 0 0 0 0,0 0 0 0 0,0 1 1 0 0,0 0-1 0 0,-1 0 0 0 0,1 0 0 0 0,-1 0 0 0 0,0 0 0 0 0,3 10 0 0 0,2 0-10 0 0,22 49 146 0 0,-3 1-1 0 0,-3 1 0 0 0,22 97 0 0 0,11 31-603 0 0,-42-152-233 0 0,2-1 0 0 0,33 60 1 0 0,-44-89-100 0 0,2 0 1 0 0,0 0-1 0 0,0 0 0 0 0,1-1 1 0 0,0 0-1 0 0,1-1 0 0 0,0 0 0 0 0,14 10 1 0 0,0-6 59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2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156 133 3225 0 0,'2'-7'481'0'0,"0"-1"0"0"0,-1 1 0 0 0,0-1 0 0 0,0 1 0 0 0,-1-1 0 0 0,1 0 0 0 0,-2-8 0 0 0,0 13-54 0 0,1 0 0 0 0,0-1-1 0 0,-1 1 1 0 0,0-1 0 0 0,0 1 0 0 0,0 0 0 0 0,0 0-1 0 0,-1 0 1 0 0,1 0 0 0 0,-1 0 0 0 0,0 0-1 0 0,0 0 1 0 0,0 0 0 0 0,0 0 0 0 0,0 1 0 0 0,-1-1-1 0 0,1 1 1 0 0,-3-2 0 0 0,3 3-312 0 0,1 0 0 0 0,0 1 0 0 0,-1-1 0 0 0,1 1 0 0 0,-1-1 0 0 0,1 1 0 0 0,-1-1 0 0 0,1 1 0 0 0,-1 0 0 0 0,1 0 0 0 0,-1 0 0 0 0,1 0 1 0 0,-1 0-1 0 0,1 0 0 0 0,-1 0 0 0 0,1 1 0 0 0,0-1 0 0 0,-1 0 0 0 0,1 1 0 0 0,-1-1 0 0 0,1 1 0 0 0,0 0 0 0 0,-1-1 0 0 0,1 1 0 0 0,0 0 0 0 0,-1 0 0 0 0,1 0 0 0 0,0 0 0 0 0,0 0 0 0 0,0 0 0 0 0,0 0 0 0 0,0 0 0 0 0,0 0 0 0 0,0 1 0 0 0,1-1 1 0 0,-2 2-1 0 0,-4 7 200 0 0,0 0 0 0 0,0 0 1 0 0,-6 16-1 0 0,10-21-188 0 0,-9 22 238 0 0,1 0 0 0 0,-11 48-1 0 0,18-60-303 0 0,1 0 0 0 0,0 0 0 0 0,1 0 1 0 0,1 1-1 0 0,0-1 0 0 0,4 27 0 0 0,-4-39-58 0 0,1-1 1 0 0,-1 0-1 0 0,1 0 1 0 0,0 1-1 0 0,0-1 1 0 0,-1 0-1 0 0,2 0 1 0 0,-1 0-1 0 0,2 4 1 0 0,-2-6-24 0 0,-1 1 0 0 0,1-1 0 0 0,0 1 0 0 0,-1-1 0 0 0,1 1 0 0 0,-1-1 1 0 0,1 1-1 0 0,0-1 0 0 0,0 0 0 0 0,-1 1 0 0 0,1-1 0 0 0,0 0 0 0 0,-1 1 0 0 0,1-1 0 0 0,0 0 1 0 0,0 0-1 0 0,0 0 0 0 0,-1 0 0 0 0,1 0 0 0 0,1 0 0 0 0,0 0-55 0 0,0-1 1 0 0,0 0-1 0 0,0 0 0 0 0,0 0 0 0 0,0 0 1 0 0,-1 0-1 0 0,1 0 0 0 0,0 0 0 0 0,-1 0 1 0 0,1-1-1 0 0,-1 1 0 0 0,1-1 0 0 0,-1 1 1 0 0,1-1-1 0 0,-1 0 0 0 0,0 1 0 0 0,0-1 1 0 0,0 0-1 0 0,1-3 0 0 0,4-8-91 0 0,-2 0-1 0 0,0 1 1 0 0,5-26-1 0 0,-7 26 343 0 0,0 1 0 0 0,1-1 0 0 0,1 1 0 0 0,0 0 0 0 0,7-14-1 0 0,-10 24-124 0 0,0 0-1 0 0,0 0 0 0 0,0-1 1 0 0,0 1-1 0 0,0 1 0 0 0,0-1 1 0 0,1 0-1 0 0,-1 0 0 0 0,0 0 1 0 0,1 1-1 0 0,-1-1 0 0 0,0 0 1 0 0,1 1-1 0 0,-1-1 0 0 0,1 1 1 0 0,-1 0-1 0 0,1-1 0 0 0,-1 1 1 0 0,0 0-1 0 0,1 0 0 0 0,-1 0 1 0 0,1 0-1 0 0,-1 0 0 0 0,1 1 1 0 0,-1-1-1 0 0,1 0 0 0 0,-1 1 1 0 0,1-1-1 0 0,-1 1 0 0 0,0-1 1 0 0,1 1-1 0 0,-1-1 0 0 0,0 1 1 0 0,1 0-1 0 0,1 1 0 0 0,8 5 72 0 0,1 0-1 0 0,19 18 0 0 0,-23-18-25 0 0,138 104-36 0 0,-81-67-7187 0 0,-48-33 208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3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33 7834 0 0,'-1'0'96'0'0,"1"0"1"0"0,-1-1-1 0 0,1 1 1 0 0,-1-1 0 0 0,1 1-1 0 0,-1-1 1 0 0,1 1-1 0 0,-1-1 1 0 0,1 1 0 0 0,-1-1-1 0 0,1 1 1 0 0,0-1-1 0 0,-1 0 1 0 0,1 1 0 0 0,0-1-1 0 0,0 0 1 0 0,0 1-1 0 0,-1-1 1 0 0,1 1 0 0 0,0-1-1 0 0,0 0 1 0 0,0 1-1 0 0,0-1 1 0 0,0 0 0 0 0,0 0-1 0 0,0 1 1 0 0,0-1-1 0 0,0 0 1 0 0,1 1 0 0 0,-1-1-1 0 0,0 1 1 0 0,0-1-1 0 0,0 0 1 0 0,1 1 0 0 0,-1-1-1 0 0,0 1 1 0 0,1-1-1 0 0,-1 0 1 0 0,1 1 0 0 0,-1-1-1 0 0,1 1 1 0 0,-1-1-1 0 0,1 1 1 0 0,-1 0 0 0 0,1-1-1 0 0,-1 1 1 0 0,1-1-1 0 0,-1 1 1 0 0,1 0 0 0 0,0 0-1 0 0,-1-1 1 0 0,1 1-1 0 0,-1 0 1 0 0,1 0-1 0 0,0 0 1 0 0,0-1 0 0 0,2 0 271 0 0,0 1 0 0 0,0-1 1 0 0,0 0-1 0 0,0 1 0 0 0,0-1 1 0 0,0 1-1 0 0,0 0 0 0 0,0 0 1 0 0,0 0-1 0 0,0 1 0 0 0,0-1 1 0 0,4 2-1 0 0,1 1 20 0 0,-1 1-1 0 0,1 1 1 0 0,-1 0 0 0 0,0 0 0 0 0,0 0 0 0 0,0 1-1 0 0,-1-1 1 0 0,1 2 0 0 0,7 10 0 0 0,7 11-43 0 0,19 33 0 0 0,-15-21-4 0 0,-16-26 37 0 0,-15-21 196 0 0,-14-26-168 0 0,17 24-492 0 0,0 0 1 0 0,0-1 0 0 0,1 0 0 0 0,0 0 0 0 0,1 1 0 0 0,0-1-1 0 0,1 0 1 0 0,0 0 0 0 0,0 0 0 0 0,1 0 0 0 0,0 0 0 0 0,1 0-1 0 0,4-13 1 0 0,-1 5-488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3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19 3681 0 0,'9'-19'9362'0'0,"-12"33"-4977"0"0,-2 2-4179 0 0,-26 110 2425 0 0,29-113-2407 0 0,0 1-1 0 0,1 0 1 0 0,0-1-1 0 0,1 1 0 0 0,1 0 1 0 0,0-1-1 0 0,4 18 1 0 0,9-81-1406 0 0,-12 42 1180 0 0,1-5 152 0 0,1 1 1 0 0,-1-1-1 0 0,2 0 0 0 0,0 1 1 0 0,10-18-1 0 0,-14 28-116 0 0,1-1-1 0 0,0 1 1 0 0,0 0-1 0 0,0 0 1 0 0,0 0 0 0 0,0 0-1 0 0,0 0 1 0 0,0 0-1 0 0,1 1 1 0 0,-1-1 0 0 0,1 1-1 0 0,-1-1 1 0 0,1 1 0 0 0,0 0-1 0 0,-1 0 1 0 0,1 0-1 0 0,0 1 1 0 0,0-1 0 0 0,-1 1-1 0 0,1-1 1 0 0,0 1-1 0 0,0 0 1 0 0,0 0 0 0 0,0 0-1 0 0,0 0 1 0 0,0 1-1 0 0,-1-1 1 0 0,1 1 0 0 0,0 0-1 0 0,3 1 1 0 0,3 1 5 0 0,0 1 0 0 0,0 1-1 0 0,-1-1 1 0 0,1 2 0 0 0,-1-1 0 0 0,-1 1 0 0 0,1 0 0 0 0,-1 0 0 0 0,0 1 0 0 0,0 0-1 0 0,-1 0 1 0 0,0 1 0 0 0,0 0 0 0 0,-1 0 0 0 0,0 0 0 0 0,-1 1 0 0 0,1-1 0 0 0,3 12-1 0 0,0 3-13 0 0,0 0 0 0 0,-1 1 0 0 0,-2 0 0 0 0,0-1-1 0 0,-2 2 1 0 0,1 26 0 0 0,-3-35-71 0 0,-1 1 1 0 0,-1-1-1 0 0,-1 0 0 0 0,0 0 1 0 0,-1 0-1 0 0,0 0 0 0 0,-2-1 1 0 0,0 1-1 0 0,0-1 0 0 0,-9 16 1 0 0,7-19 11 0 0,-1 0 0 0 0,0-1 0 0 0,0 0 1 0 0,-1 0-1 0 0,0-1 0 0 0,-1 0 0 0 0,0-1 0 0 0,-1 0 1 0 0,0 0-1 0 0,0-1 0 0 0,-1-1 0 0 0,-14 7 1 0 0,10-6 20 0 0,-1 0 0 0 0,-31 9-1 0 0,44-16-92 0 0,-1 1 0 0 0,0-1 0 0 0,0 0 0 0 0,1-1 0 0 0,-1 1 0 0 0,0-1 0 0 0,0 0 0 0 0,0 0 0 0 0,0 0 0 0 0,1-1 0 0 0,-1 0 0 0 0,0 0-1 0 0,0 0 1 0 0,1 0 0 0 0,-8-4 0 0 0,10 4-388 0 0,1 0-1 0 0,0 1 1 0 0,0-1-1 0 0,-6-7-2966 0 0,6 6 2967 0 0,-1-2-1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3.9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1 354 3681 0 0,'1'9'9553'0'0,"0"-9"-9385"0"0,20-3 4776 0 0,24-12-1989 0 0,-32 7-2755 0 0,-1 1 0 0 0,0-1 1 0 0,-1-1-1 0 0,0 0 0 0 0,0-1 1 0 0,-1 0-1 0 0,0-1 0 0 0,0 0 1 0 0,14-22-1 0 0,-18 23-172 0 0,1-1 1 0 0,-1 0-1 0 0,-1 0 1 0 0,0-1-1 0 0,-1 1 0 0 0,0-1 1 0 0,0 0-1 0 0,-2 0 1 0 0,1 0-1 0 0,-2 0 1 0 0,2-22-1 0 0,-4 30-26 0 0,1 1-1 0 0,-1-1 1 0 0,1 1-1 0 0,-1-1 1 0 0,0 1-1 0 0,0-1 1 0 0,0 1-1 0 0,-1 0 1 0 0,1 0 0 0 0,-1 0-1 0 0,0-1 1 0 0,0 1-1 0 0,0 1 1 0 0,0-1-1 0 0,0 0 1 0 0,-1 0-1 0 0,-5-3 1 0 0,7 5-10 0 0,0 0 1 0 0,-1 0-1 0 0,0 0 0 0 0,1 0 1 0 0,-1 1-1 0 0,1-1 0 0 0,-1 1 0 0 0,0 0 1 0 0,1-1-1 0 0,-1 1 0 0 0,0 0 1 0 0,0 0-1 0 0,1 0 0 0 0,-1 0 1 0 0,0 0-1 0 0,1 0 0 0 0,-1 0 1 0 0,0 1-1 0 0,0-1 0 0 0,1 1 0 0 0,-1-1 1 0 0,1 1-1 0 0,-1 0 0 0 0,0-1 1 0 0,1 1-1 0 0,0 0 0 0 0,-1 0 1 0 0,1 0-1 0 0,-1 0 0 0 0,1 1 1 0 0,0-1-1 0 0,0 0 0 0 0,0 0 0 0 0,0 1 1 0 0,0-1-1 0 0,0 1 0 0 0,0-1 1 0 0,-1 3-1 0 0,-5 8 1 0 0,0 1 0 0 0,1-1 0 0 0,0 1 0 0 0,2 1 0 0 0,-1-1 0 0 0,1 0 0 0 0,1 1 0 0 0,1 0 0 0 0,0 0 0 0 0,0 0 0 0 0,2 0 0 0 0,0 0 0 0 0,3 27 0 0 0,-2-31 3 0 0,1 0 0 0 0,0 0 0 0 0,1-1 1 0 0,0 1-1 0 0,0-1 0 0 0,1 0 0 0 0,1 0 0 0 0,-1 0 0 0 0,8 9 0 0 0,-8-12 3 0 0,0-1 0 0 0,1 0 0 0 0,0 0 0 0 0,0 0 0 0 0,0-1 0 0 0,1 1 0 0 0,-1-1 0 0 0,1-1 0 0 0,0 1 0 0 0,0-1 0 0 0,0 0 0 0 0,1 0 0 0 0,-1-1 0 0 0,8 2 0 0 0,-10-3-324 0 0,-1 0 0 0 0,1-1 0 0 0,0 1 0 0 0,0-1-1 0 0,-1 0 1 0 0,1 0 0 0 0,0-1 0 0 0,0 1 0 0 0,0-1 0 0 0,-1 0 0 0 0,1 0 0 0 0,0 0 0 0 0,-1 0-1 0 0,1-1 1 0 0,-1 0 0 0 0,0 1 0 0 0,1-1 0 0 0,-1 0 0 0 0,0 0 0 0 0,0-1 0 0 0,0 1-1 0 0,3-4 1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4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 7834 0 0,'16'7'9944'0'0,"-14"-6"-9421"0"0,22 22 1759 0 0,-14-14-1328 0 0,9 7-617 0 0,0 1 1 0 0,0 1-1 0 0,-2 1 1 0 0,0 1-1 0 0,-2 0 1 0 0,0 1 0 0 0,15 28-1 0 0,-29-48-322 0 0,-1 0-1 0 0,0-1 1 0 0,1 1-1 0 0,-1-1 1 0 0,0 1-1 0 0,1 0 1 0 0,-1-1-1 0 0,0 1 1 0 0,0 0-1 0 0,0-1 1 0 0,0 1-1 0 0,1 0 1 0 0,-1-1-1 0 0,0 1 1 0 0,0 0-1 0 0,0-1 1 0 0,0 1-1 0 0,0 0 1 0 0,-1 0-1 0 0,1-1 1 0 0,0 2-1 0 0,-11-1 768 0 0,8-2-647 0 0,-1-1 0 0 0,1 1 0 0 0,0-1 0 0 0,0 1 0 0 0,0-1 1 0 0,0 0-1 0 0,-3-3 0 0 0,2 1-86 0 0,0 0 1 0 0,1-1-1 0 0,0 1 1 0 0,-1-1-1 0 0,1 0 1 0 0,1 0-1 0 0,-1 0 0 0 0,1 0 1 0 0,0-1-1 0 0,0 1 1 0 0,1 0-1 0 0,-1-1 1 0 0,1 0-1 0 0,0 1 0 0 0,1-1 1 0 0,-1 1-1 0 0,2-8 1 0 0,-1 4-415 0 0,1 1 0 0 0,0-1 0 0 0,1 1 0 0 0,4-12 0 0 0,-3 10-1423 0 0,1 1-1 0 0,0 0 0 0 0,8-13 0 0 0,5-3-6098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2:14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12443 0 0,'-4'13'1104'0'0,"1"-3"-880"0"0,2-3-224 0 0,-2-1 1624 0 0,0 0 281 0 0,-2 4 55 0 0,-3 5 17 0 0,-2 5-1065 0 0,0-1-208 0 0,2-5-48 0 0,2-4-8 0 0,2-3-504 0 0,1-4-144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1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360 145 9218 0 0,'13'-36'842'0'0,"-10"31"-598"0"0,0-1 1 0 0,-1 1 0 0 0,0-1 0 0 0,0 0-1 0 0,0 0 1 0 0,0 0 0 0 0,-1 0 0 0 0,0 0-1 0 0,-1 0 1 0 0,1 0 0 0 0,-1-1 0 0 0,-1-9-1 0 0,0 15-120 0 0,0-1 0 0 0,0 1 0 0 0,0 0-1 0 0,0-1 1 0 0,0 1 0 0 0,0 0-1 0 0,0-1 1 0 0,0 1 0 0 0,-1 0-1 0 0,1 0 1 0 0,0 0 0 0 0,-1 0-1 0 0,1 0 1 0 0,-1 0 0 0 0,1 1-1 0 0,-1-1 1 0 0,1 0 0 0 0,-1 1-1 0 0,1-1 1 0 0,-1 1 0 0 0,0 0-1 0 0,1-1 1 0 0,-1 1 0 0 0,0 0-1 0 0,0 0 1 0 0,1 0 0 0 0,-1 0-1 0 0,0 0 1 0 0,1 1 0 0 0,-1-1-1 0 0,0 0 1 0 0,-1 2 0 0 0,-6-1 79 0 0,1 1 0 0 0,-1 1 1 0 0,1-1-1 0 0,-16 8 1 0 0,9 0-132 0 0,0 0 0 0 0,0 0 0 0 0,1 1 0 0 0,1 1 0 0 0,0 0-1 0 0,1 1 1 0 0,0 1 0 0 0,0 0 0 0 0,2 0 0 0 0,-17 30 0 0 0,7-6-58 0 0,2 0 1 0 0,1 1-1 0 0,-17 61 0 0 0,24-66 17 0 0,2-1-1 0 0,1 2 1 0 0,2-1 0 0 0,1 1 0 0 0,2 44-1 0 0,2-65 12 0 0,1 0-1 0 0,0 0 1 0 0,1 0 0 0 0,1 0-1 0 0,1-1 1 0 0,-1 1-1 0 0,2-1 1 0 0,0 0 0 0 0,1 0-1 0 0,0 0 1 0 0,1-1-1 0 0,0 0 1 0 0,1 0-1 0 0,0-1 1 0 0,19 20 0 0 0,-13-17 89 0 0,0-1 1 0 0,1-1 0 0 0,1 0 0 0 0,0-1 0 0 0,19 10 0 0 0,-32-19-106 0 0,1 0 0 0 0,0 0 0 0 0,0 0 0 0 0,-1-1 0 0 0,1 0-1 0 0,0 0 1 0 0,0 0 0 0 0,0 0 0 0 0,0 0 0 0 0,0-1 0 0 0,1 1 0 0 0,-1-1 0 0 0,0 0 0 0 0,0-1 0 0 0,0 1 0 0 0,0-1 0 0 0,0 0 0 0 0,0 0 0 0 0,0 0-1 0 0,0 0 1 0 0,0-1 0 0 0,0 1 0 0 0,-1-1 0 0 0,1 0 0 0 0,-1 0 0 0 0,1-1 0 0 0,-1 1 0 0 0,0-1 0 0 0,0 1 0 0 0,6-7 0 0 0,-7 6-18 0 0,0 0 0 0 0,0 0 0 0 0,0 0 1 0 0,-1 0-1 0 0,1 0 0 0 0,-1 0 1 0 0,1 0-1 0 0,-1-1 0 0 0,0 1 0 0 0,-1 0 1 0 0,1-1-1 0 0,0 1 0 0 0,-1-1 1 0 0,0 1-1 0 0,0-1 0 0 0,0 1 0 0 0,0 0 1 0 0,-1-1-1 0 0,1 1 0 0 0,-1-1 0 0 0,-1-3 1 0 0,-3-8-12 0 0,-1 0-1 0 0,0 0 1 0 0,-14-21 0 0 0,13 24 3 0 0,1 0 1 0 0,0-1 0 0 0,-7-21 0 0 0,12 29-16 0 0,0 0 1 0 0,0 0 0 0 0,0 0 0 0 0,1-1 0 0 0,0 1 0 0 0,0 0-1 0 0,0 0 1 0 0,1 0 0 0 0,0 0 0 0 0,0-1 0 0 0,0 1 0 0 0,0 0-1 0 0,1 1 1 0 0,0-1 0 0 0,0 0 0 0 0,0 0 0 0 0,6-8 0 0 0,-2 6-6 0 0,-1 1 1 0 0,1 0 0 0 0,0 0-1 0 0,0 0 1 0 0,1 1 0 0 0,0 0 0 0 0,0 0-1 0 0,0 1 1 0 0,0 0 0 0 0,12-5-1 0 0,-7 4 41 0 0,0 0-1 0 0,0 1 1 0 0,1 1-1 0 0,-1 0 1 0 0,1 1-1 0 0,-1 0 1 0 0,1 1-1 0 0,0 0 1 0 0,0 1-1 0 0,-1 0 1 0 0,1 1-1 0 0,0 1 1 0 0,-1 0-1 0 0,24 7 1 0 0,-32-7 23 0 0,0 0 0 0 0,0 0 0 0 0,0 1 0 0 0,-1-1 0 0 0,1 1 0 0 0,-1 0 0 0 0,0-1 0 0 0,1 1 0 0 0,-1 1 0 0 0,-1-1 0 0 0,1 0 0 0 0,0 1 0 0 0,2 5 0 0 0,-1-2 12 0 0,-1 1 0 0 0,0 0 0 0 0,0 0 0 0 0,0 1-1 0 0,-1-1 1 0 0,2 11 0 0 0,-2 9 71 0 0,0-1 0 0 0,-2 1 0 0 0,-3 29 0 0 0,-1-26-162 0 0,-3 27 306 0 0,7-56-381 0 0,0 1-1 0 0,0 0 0 0 0,0 0 0 0 0,1 0 0 0 0,-1 0 0 0 0,1 0 1 0 0,0-1-1 0 0,-1 1 0 0 0,1 0 0 0 0,0-1 0 0 0,1 1 1 0 0,-1 0-1 0 0,0-1 0 0 0,1 0 0 0 0,2 5 0 0 0,2-3-1284 0 0,1-1-357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2.2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289 44 3681 0 0,'0'-1'185'0'0,"1"0"1"0"0,-1 0 0 0 0,1 0-1 0 0,-1 0 1 0 0,0 0-1 0 0,0-1 1 0 0,1 1 0 0 0,-1 0-1 0 0,0 0 1 0 0,0-1-1 0 0,0 1 1 0 0,0 0 0 0 0,0 0-1 0 0,0-1 1 0 0,-1 1-1 0 0,1 0 1 0 0,0 0 0 0 0,-1 0-1 0 0,1 0 1 0 0,-1-1-1 0 0,1 1 1 0 0,-1 0 0 0 0,1 0-1 0 0,-1 0 1 0 0,0 0-1 0 0,1 0 1 0 0,-1 0 0 0 0,0 0-1 0 0,0 0 1 0 0,0 1-1 0 0,0-1 1 0 0,0 0 0 0 0,0 0-1 0 0,0 1 1 0 0,0-1-1 0 0,0 1 1 0 0,0-1 0 0 0,0 1-1 0 0,0-1 1 0 0,-1 1-1 0 0,1 0 1 0 0,0-1 0 0 0,0 1-1 0 0,-2 0 1 0 0,-2-1 295 0 0,1 0 0 0 0,0 1 0 0 0,-1 0-1 0 0,1 0 1 0 0,0 0 0 0 0,-1 0 0 0 0,1 1 0 0 0,0-1 0 0 0,0 1 0 0 0,-1 0 0 0 0,-6 3 0 0 0,0 3-287 0 0,0 0 1 0 0,0 1 0 0 0,1 0-1 0 0,0 1 1 0 0,0 0 0 0 0,1 0-1 0 0,0 1 1 0 0,1 0 0 0 0,-12 19-1 0 0,2-1 278 0 0,2 1-1 0 0,-20 52 1 0 0,31-72-494 0 0,1 1 0 0 0,0 0 0 0 0,1 0 1 0 0,0 0-1 0 0,1 0 0 0 0,0 1 0 0 0,0-1 1 0 0,1 1-1 0 0,0-1 0 0 0,1 1 0 0 0,1-1 1 0 0,1 12-1 0 0,-2-21-2 0 0,0 0 0 0 0,1 1-1 0 0,-1-1 1 0 0,0 0 0 0 0,1 0 0 0 0,-1 1 0 0 0,1-1 0 0 0,0 0 0 0 0,-1 0 0 0 0,1 0-1 0 0,0 0 1 0 0,0 0 0 0 0,0 0 0 0 0,-1 0 0 0 0,1 0 0 0 0,0 0 0 0 0,0 0 0 0 0,1-1-1 0 0,-1 1 1 0 0,0 0 0 0 0,0-1 0 0 0,0 1 0 0 0,2 0 0 0 0,0 0-52 0 0,-1-1-1 0 0,1 0 1 0 0,-1 0 0 0 0,1 0 0 0 0,-1 0-1 0 0,0 0 1 0 0,1 0 0 0 0,-1-1 0 0 0,1 1-1 0 0,-1-1 1 0 0,5-2 0 0 0,2-1-155 0 0,0 0 1 0 0,-1-1-1 0 0,1 0 0 0 0,-1-1 1 0 0,9-7-1 0 0,5-9-93 0 0,-1 0 1 0 0,35-48-1 0 0,-1-1 1439 0 0,-53 69-1019 0 0,0 0 1 0 0,-1 0-1 0 0,1 0 0 0 0,0 0 1 0 0,0 1-1 0 0,0-1 0 0 0,0 0 1 0 0,0 1-1 0 0,0 0 0 0 0,0-1 1 0 0,1 1-1 0 0,-1 0 0 0 0,0 0 1 0 0,1 0-1 0 0,-1 0 1 0 0,1 1-1 0 0,-1-1 0 0 0,1 1 1 0 0,0-1-1 0 0,-1 1 0 0 0,1 0 1 0 0,-1 0-1 0 0,1 0 0 0 0,3 1 1 0 0,-3 0-21 0 0,0 0 1 0 0,0 1 0 0 0,1 0 0 0 0,-1 0-1 0 0,0 0 1 0 0,0 0 0 0 0,-1 0-1 0 0,1 0 1 0 0,0 1 0 0 0,-1-1-1 0 0,1 1 1 0 0,-1 0 0 0 0,0 0 0 0 0,0 0-1 0 0,0 0 1 0 0,3 6 0 0 0,-1 0-101 0 0,15 26 448 0 0,24 36 0 0 0,-35-59-909 0 0,1-1 0 0 0,0 0 0 0 0,1-1 0 0 0,1 0 1 0 0,-1 0-1 0 0,20 13 0 0 0,-13-13-6531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2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7 333 5065 0 0,'-2'-48'132'0'0,"-1"-1"2578"0"0,1 1-1 0 0,3-1 1 0 0,11-68-1 0 0,-12 116-2552 0 0,0-1-1 0 0,0 1 0 0 0,0 0 0 0 0,0 0 0 0 0,0 0 0 0 0,1-1 1 0 0,-1 1-1 0 0,0 0 0 0 0,1 0 0 0 0,-1 0 0 0 0,1 0 0 0 0,0 0 1 0 0,-1 0-1 0 0,1 0 0 0 0,0 0 0 0 0,-1 0 0 0 0,1 0 0 0 0,1-1 1 0 0,-1 2-82 0 0,-1 0 1 0 0,1 1 0 0 0,-1-1 0 0 0,1 0-1 0 0,-1 0 1 0 0,1 1 0 0 0,-1-1 0 0 0,1 0-1 0 0,-1 1 1 0 0,1-1 0 0 0,-1 0 0 0 0,1 1-1 0 0,-1-1 1 0 0,0 1 0 0 0,1-1 0 0 0,-1 1-1 0 0,0-1 1 0 0,1 1 0 0 0,-1-1 0 0 0,0 1-1 0 0,0-1 1 0 0,1 1 0 0 0,-1-1 0 0 0,0 1-1 0 0,0 0 1 0 0,14 47 1149 0 0,-12-33-1089 0 0,42 221 1149 0 0,-32-190-1189 0 0,1-1 0 0 0,3 0 0 0 0,21 45 0 0 0,-26-67-611 0 0,35 70 989 0 0,-14-32-7919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2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22 182 9674 0 0,'-22'-10'4820'0'0,"22"9"-4720"0"0,22-18 6453 0 0,-10 11-7002 0 0,24-17 1450 0 0,41-21 1 0 0,42-13-3239 0 0,-89 45-5120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3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0 407 4609 0 0,'5'1'252'0'0,"0"-1"-1"0"0,0 0 1 0 0,0 0 0 0 0,0 0 0 0 0,0 0-1 0 0,0-1 1 0 0,-1 0 0 0 0,1 0-1 0 0,0 0 1 0 0,-1-1 0 0 0,8-2 0 0 0,49-27 3317 0 0,-55 28-3202 0 0,8-5 349 0 0,0-1 0 0 0,-1-1 0 0 0,0 0 0 0 0,0-1 0 0 0,-1 0 0 0 0,0-1 0 0 0,-1-1 0 0 0,-1 1 0 0 0,18-28 0 0 0,-22 29-618 0 0,0 0 0 0 0,0 0 0 0 0,-1-1 1 0 0,-1 0-1 0 0,0 0 0 0 0,-1 0 0 0 0,0-1 0 0 0,0 1 0 0 0,-1-1 1 0 0,-1 1-1 0 0,0-1 0 0 0,-1 0 0 0 0,-2-20 0 0 0,2 32-91 0 0,0-1-1 0 0,-1 0 0 0 0,1 0 0 0 0,0 0 1 0 0,-1 0-1 0 0,1 1 0 0 0,-1-1 0 0 0,1 0 0 0 0,-1 0 1 0 0,0 1-1 0 0,0-1 0 0 0,0 1 0 0 0,1-1 1 0 0,-2 1-1 0 0,1-1 0 0 0,0 1 0 0 0,0-1 1 0 0,0 1-1 0 0,-1 0 0 0 0,1 0 0 0 0,-1-1 1 0 0,-1 0-1 0 0,1 2 2 0 0,0 0 1 0 0,0 0-1 0 0,0 0 1 0 0,0 0-1 0 0,0 0 1 0 0,1 0-1 0 0,-1 0 1 0 0,0 1-1 0 0,0-1 1 0 0,0 1-1 0 0,1-1 1 0 0,-1 1-1 0 0,0 0 1 0 0,1 0-1 0 0,-1 0 1 0 0,0 0-1 0 0,1 0 1 0 0,-1 0-1 0 0,1 0 1 0 0,0 0-1 0 0,-1 1 1 0 0,-1 2-1 0 0,-8 7 0 0 0,1 1 0 0 0,0 0 0 0 0,1 0 0 0 0,0 1 0 0 0,1 1 1 0 0,1 0-1 0 0,0 0 0 0 0,1 0 0 0 0,0 0 0 0 0,1 1 0 0 0,1 0 0 0 0,0 0 0 0 0,1 1 0 0 0,1-1 0 0 0,0 1 0 0 0,1 18 0 0 0,1-28 46 0 0,1 0-1 0 0,0-1 0 0 0,0 1 0 0 0,0 0 0 0 0,1-1 1 0 0,0 0-1 0 0,0 1 0 0 0,0-1 0 0 0,1 0 1 0 0,0 0-1 0 0,0 0 0 0 0,0-1 0 0 0,0 1 0 0 0,1-1 1 0 0,5 6-1 0 0,-3-5 19 0 0,0 0 0 0 0,0-1 0 0 0,0 0 0 0 0,1 0 0 0 0,-1-1 0 0 0,1 0 0 0 0,0 0 0 0 0,0 0 0 0 0,0-1 0 0 0,11 2 0 0 0,2-1 4 0 0,1-1-1 0 0,0-1 1 0 0,0-1 0 0 0,0 0 0 0 0,0-2 0 0 0,-1 0-1 0 0,29-8 1 0 0,107-32-543 0 0,-90 20-5550 0 0,-22 7-1003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7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62 6449 0 0,'0'-3'404'0'0,"0"0"1"0"0,0-1-1 0 0,0 1 0 0 0,-1 0 0 0 0,1-1 0 0 0,-1 1 0 0 0,0 0 0 0 0,0 0 0 0 0,0 0 0 0 0,0-1 0 0 0,-1 1 0 0 0,1 0 0 0 0,-1 1 1 0 0,-4-7-1 0 0,5 8-262 0 0,0 0 0 0 0,-1 0 0 0 0,1 1 0 0 0,-1-1-1 0 0,1 0 1 0 0,-1 0 0 0 0,1 1 0 0 0,-1-1 0 0 0,1 1 0 0 0,-1-1 0 0 0,0 1 0 0 0,1 0 0 0 0,-1 0 0 0 0,0-1 0 0 0,1 1 0 0 0,-1 0 0 0 0,0 1 0 0 0,1-1 0 0 0,-1 0 0 0 0,0 0 0 0 0,1 1 0 0 0,-1-1 0 0 0,1 1 0 0 0,-1-1 0 0 0,0 1 0 0 0,1 0 0 0 0,0 0 0 0 0,-1-1 0 0 0,1 1 0 0 0,-1 0 0 0 0,1 0 0 0 0,-2 2 0 0 0,-9 6 108 0 0,0 1 0 0 0,1 0 0 0 0,0 1 1 0 0,0 0-1 0 0,1 1 0 0 0,-12 18 1 0 0,-1 6 77 0 0,-19 40 0 0 0,37-67-284 0 0,0 1-1 0 0,1-1 1 0 0,0 1-1 0 0,1 0 1 0 0,0 0-1 0 0,1 0 1 0 0,0 0-1 0 0,1 0 1 0 0,0 0-1 0 0,0 18 1 0 0,2-23-45 0 0,-1 0 0 0 0,1 0 0 0 0,1 0 1 0 0,-1 0-1 0 0,1 0 0 0 0,0 0 0 0 0,0 0 0 0 0,0 0 1 0 0,1-1-1 0 0,-1 1 0 0 0,1-1 0 0 0,0 0 0 0 0,1 0 1 0 0,-1 0-1 0 0,1 0 0 0 0,-1 0 0 0 0,1-1 0 0 0,0 1 0 0 0,1-1 1 0 0,-1 0-1 0 0,1-1 0 0 0,7 5 0 0 0,12 3-49 0 0,0-1 1 0 0,41 10-1 0 0,-43-14-16 0 0,0 2 0 0 0,0 0 1 0 0,36 18-1 0 0,-54-23 66 0 0,-1 0-1 0 0,1 1 1 0 0,-1-1 0 0 0,1 0-1 0 0,-1 1 1 0 0,0 0 0 0 0,0 0-1 0 0,0 0 1 0 0,0 0-1 0 0,-1 0 1 0 0,1 0 0 0 0,-1 1-1 0 0,0-1 1 0 0,0 1 0 0 0,0 0-1 0 0,0 0 1 0 0,-1 0-1 0 0,1-1 1 0 0,-1 1 0 0 0,0 1-1 0 0,0-1 1 0 0,-1 0 0 0 0,1 0-1 0 0,-1 0 1 0 0,0 0-1 0 0,0 0 1 0 0,-1 7 0 0 0,-1-2 55 0 0,0-1 1 0 0,-1 1 0 0 0,0-1-1 0 0,0 1 1 0 0,-1-1 0 0 0,0 0-1 0 0,0-1 1 0 0,-1 1 0 0 0,0-1-1 0 0,-1 1 1 0 0,-11 11 0 0 0,0-3-174 0 0,0-1 1 0 0,-1 0 0 0 0,-1-2 0 0 0,0 0 0 0 0,0-1-1 0 0,-2 0 1 0 0,1-2 0 0 0,-2-1 0 0 0,-39 13-1 0 0,55-20-1789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75 74 9674 0 0,'0'-1'50'0'0,"0"1"1"0"0,1 0-1 0 0,-1 0 0 0 0,0 0 0 0 0,0 0 0 0 0,0 0 1 0 0,0-1-1 0 0,0 1 0 0 0,0 0 0 0 0,0 0 1 0 0,0 0-1 0 0,0 0 0 0 0,0-1 0 0 0,0 1 0 0 0,0 0 1 0 0,0 0-1 0 0,0 0 0 0 0,0 0 0 0 0,0-1 1 0 0,0 1-1 0 0,0 0 0 0 0,0 0 0 0 0,0 0 0 0 0,0 0 1 0 0,0-1-1 0 0,0 1 0 0 0,0 0 0 0 0,0 0 1 0 0,0 0-1 0 0,0 0 0 0 0,0 0 0 0 0,-1-1 0 0 0,1 1 1 0 0,0 0-1 0 0,0 0 0 0 0,0 0 0 0 0,0 0 1 0 0,0 0-1 0 0,0 0 0 0 0,-1 0 0 0 0,1-1 0 0 0,0 1 1 0 0,0 0-1 0 0,0 0 0 0 0,0 0 0 0 0,0 0 1 0 0,-1 0-1 0 0,1 0 0 0 0,-13 1 1455 0 0,-13 9 506 0 0,23-6-1908 0 0,-1 0-1 0 0,1-1 1 0 0,0 1 0 0 0,1 1-1 0 0,-1-1 1 0 0,1 0-1 0 0,-1 0 1 0 0,1 1-1 0 0,1 0 1 0 0,-1-1 0 0 0,1 1-1 0 0,0 0 1 0 0,0 0-1 0 0,0 0 1 0 0,0-1-1 0 0,1 1 1 0 0,0 0-1 0 0,0 0 1 0 0,0 0 0 0 0,1 0-1 0 0,0 0 1 0 0,1 5-1 0 0,1 3-100 0 0,0-1 1 0 0,0 1-1 0 0,1-1 0 0 0,1 0 0 0 0,0 0 0 0 0,1-1 1 0 0,10 16-1 0 0,-12-21 49 0 0,0-1-1 0 0,0 0 1 0 0,0 0 0 0 0,1 0-1 0 0,0-1 1 0 0,0 1 0 0 0,0-1-1 0 0,1 0 1 0 0,-1 0 0 0 0,1-1-1 0 0,0 0 1 0 0,0 0 0 0 0,0 0-1 0 0,0-1 1 0 0,1 0 0 0 0,6 2-1 0 0,-7-3 51 0 0,0-1 0 0 0,0 0 0 0 0,-1 0 0 0 0,1 0 0 0 0,0 0 0 0 0,0-1 0 0 0,-1 0 0 0 0,1 0 0 0 0,0-1 0 0 0,-1 1 0 0 0,0-1 0 0 0,1 0 0 0 0,-1-1-1 0 0,0 1 1 0 0,0-1 0 0 0,0 0 0 0 0,0-1 0 0 0,8-6 0 0 0,-7 4 13 0 0,0 1 0 0 0,0-1 0 0 0,0 0 0 0 0,-1 0 0 0 0,0-1 0 0 0,0 1 0 0 0,-1-1 0 0 0,0 0 0 0 0,0 0 0 0 0,0-1 0 0 0,4-15 0 0 0,-7 17-75 0 0,0-1-1 0 0,0 1 1 0 0,-1-1 0 0 0,1 1 0 0 0,-2-1 0 0 0,1 1 0 0 0,-1-1 0 0 0,0 0 0 0 0,0 1 0 0 0,-1 0-1 0 0,1-1 1 0 0,-2 1 0 0 0,1 0 0 0 0,-1 0 0 0 0,-4-8 0 0 0,1 3-52 0 0,0 0 0 0 0,-1 1 0 0 0,-1 0 1 0 0,0 0-1 0 0,0 1 0 0 0,-1 0 0 0 0,-15-12 0 0 0,18 16-378 0 0,-1 0-1 0 0,0 1 0 0 0,0-1 0 0 0,-1 2 1 0 0,0-1-1 0 0,1 1 0 0 0,-13-3 0 0 0,10 4-1116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8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61 2304 0 0,'-4'6'16421'0'0,"4"21"-13253"0"0,7 19-5357 0 0,-4-32 3814 0 0,0-3-1577 0 0,1-1 0 0 0,0 0 0 0 0,1 0 1 0 0,0-1-1 0 0,0 1 0 0 0,1-1 1 0 0,0-1-1 0 0,1 1 0 0 0,0-1 1 0 0,0 0-1 0 0,14 11 0 0 0,-18-16-55 0 0,0-1-1 0 0,0 1 0 0 0,0-1 0 0 0,0 0 1 0 0,1 0-1 0 0,-1 0 0 0 0,1-1 0 0 0,-1 1 0 0 0,1-1 1 0 0,0 0-1 0 0,0 0 0 0 0,-1 0 0 0 0,1-1 1 0 0,0 1-1 0 0,0-1 0 0 0,0 0 0 0 0,0 0 1 0 0,0 0-1 0 0,0 0 0 0 0,-1-1 0 0 0,1 0 1 0 0,0 0-1 0 0,0 0 0 0 0,-1 0 0 0 0,1 0 0 0 0,0-1 1 0 0,-1 1-1 0 0,1-1 0 0 0,-1 0 0 0 0,0 0 1 0 0,0-1-1 0 0,0 1 0 0 0,0-1 0 0 0,5-5 1 0 0,-1 2-34 0 0,-1-2 0 0 0,0 1 0 0 0,-1-1 0 0 0,0 0 0 0 0,0 0 0 0 0,0 0 0 0 0,-1-1 0 0 0,5-17 0 0 0,-1-2 101 0 0,6-45 0 0 0,-5 23 237 0 0,-9 47-241 0 0,0 1 0 0 0,1 0 0 0 0,-1 0 0 0 0,1 0 1 0 0,0 0-1 0 0,0 0 0 0 0,0 0 0 0 0,0 0 0 0 0,0 0 0 0 0,0 0 1 0 0,3-3-1 0 0,5 5 368 0 0,2 13-234 0 0,-3 4-371 0 0,-1-1-1 0 0,8 30 1 0 0,-13-37 35 0 0,1 0 1 0 0,-1 0-1 0 0,1 0 0 0 0,1 0 0 0 0,0-1 1 0 0,0 1-1 0 0,0-1 0 0 0,1 0 0 0 0,1 0 1 0 0,-1-1-1 0 0,1 0 0 0 0,0 0 0 0 0,1 0 1 0 0,9 7-1 0 0,-4-6-1397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8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5529 0 0,'0'-2'296'0'0,"1"0"-1"0"0,0 0 0 0 0,-1 0 1 0 0,1 0-1 0 0,0 0 0 0 0,0 0 1 0 0,0 1-1 0 0,1-1 1 0 0,-1 0-1 0 0,0 1 0 0 0,1-1 1 0 0,-1 1-1 0 0,1-1 0 0 0,-1 1 1 0 0,1 0-1 0 0,-1 0 0 0 0,1 0 1 0 0,0 0-1 0 0,0 0 1 0 0,0 0-1 0 0,0 0 0 0 0,0 0 1 0 0,0 1-1 0 0,3-1 0 0 0,1-1 453 0 0,1 0 0 0 0,-1 0 0 0 0,1 1 0 0 0,0 0-1 0 0,-1 0 1 0 0,12 1 0 0 0,-12 1-564 0 0,-1 0 0 0 0,0 0 0 0 0,0 0 0 0 0,0 1 1 0 0,0 0-1 0 0,0 0 0 0 0,0 0 0 0 0,0 1 0 0 0,-1 0 0 0 0,1 0 0 0 0,-1 0 0 0 0,0 0 1 0 0,0 0-1 0 0,0 1 0 0 0,0 0 0 0 0,-1 0 0 0 0,4 4 0 0 0,4 9-42 0 0,0-1-1 0 0,-2 2 0 0 0,11 22 1 0 0,-6-10 185 0 0,-17-38-217 0 0,0-1 0 0 0,1 0 0 0 0,1 0 0 0 0,-1 0 0 0 0,1 0 0 0 0,1 0 0 0 0,0 0 0 0 0,0-1-1 0 0,0 1 1 0 0,1 0 0 0 0,1 0 0 0 0,3-11 0 0 0,0-2-676 0 0,1 0 1 0 0,1 0-1 0 0,1 1 1 0 0,19-34-1 0 0,-11 28-938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9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284 33 8290 0 0,'-6'-4'475'0'0,"1"0"1"0"0,-1 1-1 0 0,1 0 1 0 0,-1 0-1 0 0,0 0 1 0 0,0 0 0 0 0,0 1-1 0 0,0 0 1 0 0,-1 1-1 0 0,1-1 1 0 0,0 1-1 0 0,-1 0 1 0 0,1 1-1 0 0,-1 0 1 0 0,1 0-1 0 0,-1 0 1 0 0,1 1 0 0 0,-1-1-1 0 0,1 2 1 0 0,-1-1-1 0 0,1 1 1 0 0,0 0-1 0 0,0 0 1 0 0,0 1-1 0 0,-8 4 1 0 0,5-3-336 0 0,1 1 0 0 0,0 1 0 0 0,0-1 0 0 0,1 2 0 0 0,0-1 0 0 0,0 1 0 0 0,0-1-1 0 0,1 2 1 0 0,0-1 0 0 0,0 1 0 0 0,1 0 0 0 0,0 0 0 0 0,0 1 0 0 0,1-1 0 0 0,0 1 0 0 0,1 0 0 0 0,-3 10 0 0 0,5-15-127 0 0,0 1-1 0 0,0 0 1 0 0,0-1-1 0 0,1 1 1 0 0,0 0-1 0 0,0-1 1 0 0,0 1 0 0 0,1 0-1 0 0,-1 0 1 0 0,1-1-1 0 0,0 1 1 0 0,1 0-1 0 0,-1-1 1 0 0,1 1 0 0 0,0-1-1 0 0,0 0 1 0 0,0 0-1 0 0,0 1 1 0 0,1-1 0 0 0,0-1-1 0 0,0 1 1 0 0,0 0-1 0 0,0-1 1 0 0,0 1-1 0 0,1-1 1 0 0,6 4 0 0 0,-1-1-110 0 0,0 0 0 0 0,1-1 0 0 0,-1 0 0 0 0,1-1 0 0 0,1 0 1 0 0,-1-1-1 0 0,0 0 0 0 0,1 0 0 0 0,0-1 0 0 0,17 1 0 0 0,3-2-729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39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1 431 6449 0 0,'0'0'54'0'0,"0"1"0"0"0,0-1 0 0 0,0 0 0 0 0,0 0 0 0 0,0 0 0 0 0,0 1 0 0 0,0-1 0 0 0,0 0 0 0 0,1 0-1 0 0,-1 0 1 0 0,0 0 0 0 0,0 1 0 0 0,0-1 0 0 0,0 0 0 0 0,0 0 0 0 0,0 0 0 0 0,1 0 0 0 0,-1 0 0 0 0,0 0 0 0 0,0 1-1 0 0,0-1 1 0 0,0 0 0 0 0,1 0 0 0 0,-1 0 0 0 0,0 0 0 0 0,0 0 0 0 0,0 0 0 0 0,0 0 0 0 0,1 0 0 0 0,-1 0-1 0 0,0 0 1 0 0,0 0 0 0 0,0 0 0 0 0,1 0 0 0 0,-1 0 0 0 0,0 0 0 0 0,0 0 0 0 0,0 0 0 0 0,1 0 0 0 0,-1 0 0 0 0,0 0-1 0 0,0 0 1 0 0,0 0 0 0 0,0 0 0 0 0,1 0 0 0 0,-1 0 0 0 0,0-1 0 0 0,0 1 0 0 0,0 0 0 0 0,0 0 0 0 0,1 0 0 0 0,16-11 1939 0 0,15-15 1047 0 0,-19 13-2406 0 0,-2-1 1 0 0,1 0-1 0 0,-2-1 1 0 0,0 0-1 0 0,-1 0 1 0 0,0-1-1 0 0,-1 0 0 0 0,9-30 1 0 0,-12 31-608 0 0,-1 1 0 0 0,-1-1 1 0 0,0 0-1 0 0,-2 0 0 0 0,1 0 0 0 0,-2 0 0 0 0,0 0 0 0 0,0 0 1 0 0,-2 0-1 0 0,-5-27 0 0 0,7 40-18 0 0,-1-1 0 0 0,1 1 1 0 0,-1 0-1 0 0,1 0 0 0 0,-1 0 0 0 0,0 0 0 0 0,0 0 1 0 0,0 0-1 0 0,0 0 0 0 0,0 1 0 0 0,0-1 0 0 0,0 0 1 0 0,-1 1-1 0 0,1-1 0 0 0,-1 0 0 0 0,1 1 0 0 0,-1 0 1 0 0,0-1-1 0 0,0 1 0 0 0,1 0 0 0 0,-1 0 0 0 0,0 0 1 0 0,-3-1-1 0 0,3 2 10 0 0,-1 0-1 0 0,1 0 1 0 0,0 0 0 0 0,0 0 0 0 0,0 1 0 0 0,0-1-1 0 0,-1 1 1 0 0,1 0 0 0 0,0-1 0 0 0,0 1 0 0 0,0 0-1 0 0,1 0 1 0 0,-1 0 0 0 0,0 1 0 0 0,0-1 0 0 0,0 0-1 0 0,1 1 1 0 0,-1-1 0 0 0,1 1 0 0 0,-1-1 0 0 0,1 1 0 0 0,0 0-1 0 0,-2 2 1 0 0,-5 7-7 0 0,1-1-1 0 0,1 1 1 0 0,0 0 0 0 0,0 0-1 0 0,1 1 1 0 0,1 0-1 0 0,0-1 1 0 0,1 2 0 0 0,0-1-1 0 0,0 0 1 0 0,1 0-1 0 0,0 23 1 0 0,2-26 12 0 0,1-1 0 0 0,-1 1 0 0 0,2 0 0 0 0,-1 0 1 0 0,1-1-1 0 0,0 1 0 0 0,1-1 0 0 0,0 0 0 0 0,0 0 0 0 0,1 0 0 0 0,0 0 1 0 0,0 0-1 0 0,1-1 0 0 0,0 0 0 0 0,1 0 0 0 0,-1 0 0 0 0,1-1 0 0 0,14 12 1 0 0,-8-9 49 0 0,0-1 1 0 0,1 0-1 0 0,1-1 1 0 0,-1 0 0 0 0,1-1-1 0 0,1-1 1 0 0,22 6-1 0 0,-10-5-479 0 0,0-1 0 0 0,0-1 0 0 0,37-1-1 0 0,-17-4-6959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0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9218 0 0,'0'0'1466'0'0,"6"18"5747"0"0,27 76-5080 0 0,27 122-1 0 0,-11-30-2089 0 0,-19-101-189 0 0,-26-77-196 0 0,0 1 0 0 0,0-1 1 0 0,1 0-1 0 0,0 0 0 0 0,0-1 1 0 0,1 1-1 0 0,9 9 0 0 0,-2-9-3018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0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58 4145 0 0,'-14'-2'343'0'0,"17"-2"1087"0"0,20-8 1318 0 0,-16 9-2803 0 0,9-4 652 0 0,0 1 0 0 0,1 0 0 0 0,0 2 0 0 0,0-1-1 0 0,0 2 1 0 0,0 0 0 0 0,1 2 0 0 0,0-1 0 0 0,-1 2 0 0 0,1 1 0 0 0,-1 0-1 0 0,1 1 1 0 0,23 5 0 0 0,-32-4-454 0 0,0-1-1 0 0,0 1 1 0 0,-1 0-1 0 0,1 1 1 0 0,-1 0 0 0 0,0 1-1 0 0,0-1 1 0 0,0 1-1 0 0,-1 1 1 0 0,1 0-1 0 0,-2 0 1 0 0,1 0 0 0 0,0 1-1 0 0,-1 0 1 0 0,0 0-1 0 0,-1 0 1 0 0,0 1-1 0 0,0 0 1 0 0,0 0-1 0 0,-1 0 1 0 0,-1 1 0 0 0,1-1-1 0 0,-1 1 1 0 0,-1 0-1 0 0,1 0 1 0 0,1 16-1 0 0,-3-5-14 0 0,0-1 0 0 0,-1 1 0 0 0,-1 0 0 0 0,-1-1 0 0 0,-1 1 0 0 0,-1-1-1 0 0,0 0 1 0 0,-2 0 0 0 0,0 0 0 0 0,-1 0 0 0 0,-18 33 0 0 0,-9 6-403 0 0,-2-2 0 0 0,-50 60 1 0 0,71-97-51 0 0,-10 15-1608 0 0,3-1-5085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1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8290 0 0,'0'0'1380'0'0,"18"4"1489"0"0,22 10-1239 0 0,74 29 965 0 0,-103-37-2404 0 0,1 0-1 0 0,-1 0 1 0 0,0 1 0 0 0,-1 1-1 0 0,0-1 1 0 0,0 2 0 0 0,11 11-1 0 0,-20-19-154 0 0,-1 0 0 0 0,1-1 0 0 0,0 1 0 0 0,-1 0 0 0 0,1 0 0 0 0,-1-1 0 0 0,1 1 0 0 0,-1 0 0 0 0,1 0 1 0 0,-1 0-1 0 0,0 0 0 0 0,1 0 0 0 0,-1 0 0 0 0,0-1 0 0 0,0 1 0 0 0,0 0 0 0 0,0 2 0 0 0,0-3 26 0 0,0 1-1 0 0,0-1 1 0 0,0 1 0 0 0,0-1 0 0 0,-1 1 0 0 0,1-1 0 0 0,0 1 0 0 0,0-1 0 0 0,-1 0 0 0 0,1 1-1 0 0,0-1 1 0 0,-1 1 0 0 0,1-1 0 0 0,0 0 0 0 0,-1 0 0 0 0,1 1 0 0 0,-1-1 0 0 0,1 0 0 0 0,0 1-1 0 0,-1-1 1 0 0,1 0 0 0 0,-1 0 0 0 0,1 0 0 0 0,-1 1 0 0 0,-1-1 19 0 0,1 0 0 0 0,-1 0 0 0 0,1 0 0 0 0,-1 1 0 0 0,1-1 0 0 0,-1-1 1 0 0,1 1-1 0 0,-1 0 0 0 0,1 0 0 0 0,-1 0 0 0 0,1-1 0 0 0,0 1 0 0 0,-1-1 0 0 0,1 1 0 0 0,-1-1 0 0 0,1 0 1 0 0,0 1-1 0 0,0-1 0 0 0,-1 0 0 0 0,1 0 0 0 0,0 0 0 0 0,-1-1 0 0 0,-3-5-32 0 0,1 1 0 0 0,-1-1 0 0 0,1 0 1 0 0,1 0-1 0 0,-1 0 0 0 0,1 0 0 0 0,1-1 0 0 0,-1 1 0 0 0,1-1 0 0 0,-1-12 0 0 0,-1-2-52 0 0,2 0-1 0 0,1-34 1 0 0,1 36-88 0 0,2 0 0 0 0,0 1 0 0 0,7-26 0 0 0,8-4-1915 0 0,-13 41 413 0 0,1 0-1 0 0,-1 1 1 0 0,11-14-1 0 0,2 3-4516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2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 5 5985 0 0,'6'-3'6835'0'0,"-22"1"-2370"0"0,6 3-5198 0 0,2 1 852 0 0,0 1 0 0 0,0 1 0 0 0,0-1 0 0 0,0 1 1 0 0,0 0-1 0 0,1 1 0 0 0,0 0 0 0 0,0 0 1 0 0,0 0-1 0 0,1 1 0 0 0,0 0 0 0 0,0 0 1 0 0,0 1-1 0 0,1 0 0 0 0,0 0 0 0 0,0 0 1 0 0,1 0-1 0 0,-6 12 0 0 0,5-8 21 0 0,0 0 0 0 0,1 1 0 0 0,0-1 0 0 0,1 1 0 0 0,0-1 0 0 0,1 1 0 0 0,0 0 0 0 0,1 0 0 0 0,0 0 0 0 0,1 0 0 0 0,0 1-1 0 0,4 21 1 0 0,-4-31-186 0 0,1 0-1 0 0,0 0 1 0 0,-1-1-1 0 0,1 1 0 0 0,0 0 1 0 0,0-1-1 0 0,0 1 0 0 0,1 0 1 0 0,-1-1-1 0 0,1 0 1 0 0,-1 1-1 0 0,1-1 0 0 0,0 0 1 0 0,0 0-1 0 0,0 0 0 0 0,0 0 1 0 0,0 0-1 0 0,1 0 1 0 0,-1-1-1 0 0,0 1 0 0 0,1-1 1 0 0,4 3-1 0 0,-4-4-13 0 0,0 1-1 0 0,0-1 1 0 0,0 0 0 0 0,1 0-1 0 0,-1 0 1 0 0,0 0 0 0 0,0 0-1 0 0,0-1 1 0 0,0 1-1 0 0,0-1 1 0 0,0 0 0 0 0,0 0-1 0 0,-1 0 1 0 0,1 0 0 0 0,0-1-1 0 0,0 1 1 0 0,-1-1-1 0 0,1 0 1 0 0,-1 1 0 0 0,1-1-1 0 0,1-3 1 0 0,7-4-239 0 0,-2-1 0 0 0,1 0 0 0 0,-1-1 0 0 0,-1 0 0 0 0,14-23 0 0 0,24-64-589 0 0,-32 66 793 0 0,-14 30 133 0 0,1 0 1 0 0,-1 1-1 0 0,1-1 0 0 0,-1 1 0 0 0,1-1 0 0 0,0 1 0 0 0,0 0 0 0 0,-1-1 0 0 0,1 1 0 0 0,0-1 1 0 0,0 1-1 0 0,0 0 0 0 0,0 0 0 0 0,1 0 0 0 0,-1 0 0 0 0,0 0 0 0 0,0 0 0 0 0,1 0 1 0 0,-1 0-1 0 0,1 0 0 0 0,-1 0 0 0 0,1 1 0 0 0,-1-1 0 0 0,1 1 0 0 0,-1-1 0 0 0,1 1 0 0 0,-1 0 1 0 0,1-1-1 0 0,2 1 0 0 0,-1 1 95 0 0,0 0 0 0 0,0 0-1 0 0,-1 1 1 0 0,1-1 0 0 0,0 1 0 0 0,-1 0 0 0 0,1-1 0 0 0,-1 1 0 0 0,0 0 0 0 0,1 1-1 0 0,-1-1 1 0 0,0 0 0 0 0,0 1 0 0 0,3 4 0 0 0,28 50 1101 0 0,-27-45-1070 0 0,0-1-1 0 0,1 1 0 0 0,1-2 0 0 0,16 21 0 0 0,-20-28-241 0 0,-1 1 0 0 0,1-1 0 0 0,0 0 0 0 0,0-1 0 0 0,1 1 0 0 0,-1-1 0 0 0,0 0 0 0 0,1 0 0 0 0,0 0 0 0 0,-1-1 0 0 0,1 1 0 0 0,0-1 1 0 0,0 0-1 0 0,0-1 0 0 0,-1 1 0 0 0,1-1 0 0 0,8 0 0 0 0,28-6-2946 0 0,-20-1-2977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2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3681 0 0,'1'-3'-298'0'0,"1"-17"395"0"0,5-11 4333 0 0,-7 30-4254 0 0,0 0 0 0 0,1 1 0 0 0,-1-1 0 0 0,0 1-1 0 0,0-1 1 0 0,1 1 0 0 0,-1-1 0 0 0,0 1 0 0 0,1-1-1 0 0,-1 1 1 0 0,1-1 0 0 0,-1 1 0 0 0,0 0 0 0 0,1-1-1 0 0,-1 1 1 0 0,1-1 0 0 0,-1 1 0 0 0,1 0 0 0 0,0 0-1 0 0,-1-1 1 0 0,1 1 0 0 0,-1 0 0 0 0,1 0 0 0 0,-1 0-1 0 0,1-1 1 0 0,0 1 0 0 0,0 0 0 0 0,0 1 38 0 0,1-1 0 0 0,-1 1 0 0 0,1 0 0 0 0,-1 0 1 0 0,1-1-1 0 0,-1 1 0 0 0,0 0 0 0 0,1 0 0 0 0,-1 0 0 0 0,0 1 1 0 0,0-1-1 0 0,0 0 0 0 0,0 0 0 0 0,0 1 0 0 0,1 2 0 0 0,14 21 668 0 0,-1 1-1 0 0,-1 1 0 0 0,12 34 0 0 0,9 19-3733 0 0,-27-63 1827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2.5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28 9218 0 0,'-3'-5'203'0'0,"1"4"-133"0"0,1 0 0 0 0,0-1 0 0 0,0 1 0 0 0,0-1 1 0 0,0 1-1 0 0,0-1 0 0 0,0 0 0 0 0,0 0 0 0 0,0 1 0 0 0,1-1 0 0 0,-2-3 267 0 0,10 36 1361 0 0,-4-16-2412 0 0,1-1-1 0 0,1 1 1 0 0,0-1 0 0 0,1-1 0 0 0,0 1 0 0 0,14 17 0 0 0,-6-13 584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3:42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5529 0 0,'16'-3'7254'0'0,"-13"7"-6114"0"0,6 11 120 0 0,0 2 0 0 0,9 19 0 0 0,-14-24-957 0 0,1 0 0 0 0,1 0-1 0 0,0-1 1 0 0,0 0-1 0 0,1 0 1 0 0,1-1 0 0 0,0 0-1 0 0,18 18 1 0 0,-26-28-296 0 0,1 1 0 0 0,-1-1 0 0 0,1 1 0 0 0,-1-1-1 0 0,1 0 1 0 0,-1 1 0 0 0,1-1 0 0 0,0 0 0 0 0,-1 1 0 0 0,1-1 0 0 0,-1 0-1 0 0,1 0 1 0 0,0 1 0 0 0,-1-1 0 0 0,1 0 0 0 0,-1 0 0 0 0,1 0 0 0 0,0 0 0 0 0,-1 0-1 0 0,1 0 1 0 0,0 0 0 0 0,-1 0 0 0 0,1 0 0 0 0,-1-1 0 0 0,1 1 0 0 0,0 0 0 0 0,-1 0-1 0 0,2-1 1 0 0,-1 0 8 0 0,0 1-1 0 0,-1-1 0 0 0,1 0 1 0 0,0 0-1 0 0,0 0 0 0 0,0-1 1 0 0,-1 1-1 0 0,1 0 0 0 0,-1 0 1 0 0,1 0-1 0 0,-1 0 1 0 0,1-1-1 0 0,0-1 0 0 0,5-46 294 0 0,-6 42-272 0 0,2-9 44 0 0,-1-12 6 0 0,10-44 1 0 0,-10 66-81 0 0,0 0 1 0 0,1 1-1 0 0,0-1 1 0 0,0 0-1 0 0,0 1 1 0 0,1 0-1 0 0,-1-1 0 0 0,1 1 1 0 0,1 0-1 0 0,-1 0 1 0 0,1 1-1 0 0,-1-1 1 0 0,10-7-1 0 0,-11 11-6 0 0,0-1 1 0 0,0 1-1 0 0,0 0 1 0 0,0 0-1 0 0,0 0 1 0 0,1 0-1 0 0,-1 1 1 0 0,0-1-1 0 0,1 1 1 0 0,-1-1-1 0 0,1 1 1 0 0,-1 0-1 0 0,0 0 1 0 0,1 0-1 0 0,-1 0 0 0 0,1 0 1 0 0,-1 0-1 0 0,1 1 1 0 0,-1-1-1 0 0,0 1 1 0 0,1 0-1 0 0,-1-1 1 0 0,0 1-1 0 0,0 0 1 0 0,0 1-1 0 0,4 1 1 0 0,5 4-3 0 0,-1 1 0 0 0,-1 0 0 0 0,1 1 1 0 0,8 9-1 0 0,-1 0-11 0 0,35 27-1003 0 0,-16-17-4040 0 0,1-2-1575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0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3457 186 9218 0 0,'-6'-11'160'0'0,"-1"1"0"0"0,0 1 0 0 0,0-1 0 0 0,-1 1 0 0 0,0 0 0 0 0,-1 1 0 0 0,0 0 0 0 0,0 0 0 0 0,0 1 0 0 0,-1 0 0 0 0,-20-10 0 0 0,8 8-571 0 0,0 0-1 0 0,-1 1 1 0 0,0 2-1 0 0,-45-8 1 0 0,-37 1 54 0 0,-1 4 0 0 0,0 4-1 0 0,0 6 1 0 0,-110 14 0 0 0,-417 86 1028 0 0,-210 59 981 0 0,743-139-1297 0 0,1 4 0 0 0,-131 52 1 0 0,153-46 75 0 0,15-7 47 0 0,-71 38 1 0 0,113-51-423 0 0,0 2 0 0 0,1-1 0 0 0,1 2 0 0 0,0 1 1 0 0,1 0-1 0 0,1 1 0 0 0,-21 26 0 0 0,16-12-28 0 0,2 0-1 0 0,0 2 1 0 0,2 0-1 0 0,-18 48 1 0 0,-34 144-212 0 0,63-200 153 0 0,2 0 0 0 0,0 1 0 0 0,1 0 0 0 0,2-1 0 0 0,1 1 0 0 0,0 0 0 0 0,2 0 0 0 0,1 0 0 0 0,1-1 0 0 0,1 1 1 0 0,1-1-1 0 0,1 0 0 0 0,2-1 0 0 0,0 0 0 0 0,24 44 0 0 0,8 8-33 0 0,3-1 0 0 0,3-3 1 0 0,3-2-1 0 0,104 112 0 0 0,-110-141-17 0 0,1-1 0 0 0,58 36-1 0 0,107 56-174 0 0,-194-121 257 0 0,137 76-31 0 0,4-6-1 0 0,2-7 1 0 0,4-7-1 0 0,3-8 1 0 0,2-6-1 0 0,2-8 1 0 0,2-8-1 0 0,1-7 1 0 0,210 8-1 0 0,-182-32 343 0 0,1-9-1 0 0,-1-9 1 0 0,-1-9-1 0 0,294-69 1 0 0,-391 65-155 0 0,-2-4 0 0 0,-1-5 1 0 0,-2-4-1 0 0,-2-4 0 0 0,-1-4 1 0 0,88-61-1 0 0,-92 48 352 0 0,-3-4 0 0 0,-2-4-1 0 0,-4-3 1 0 0,114-127-1 0 0,-179 178-410 0 0,-1 0 0 0 0,-1-1 0 0 0,0-1-1 0 0,-2 0 1 0 0,-1-1 0 0 0,0-1-1 0 0,-2 0 1 0 0,0 0 0 0 0,-2-1-1 0 0,-1 0 1 0 0,-1 0 0 0 0,-1-1 0 0 0,-1 1-1 0 0,-1-1 1 0 0,-2 0 0 0 0,0 0-1 0 0,-2 0 1 0 0,-5-34 0 0 0,0 25-43 0 0,-2 1 0 0 0,-1 1 0 0 0,-2-1 0 0 0,-1 2 0 0 0,-2-1 0 0 0,0 2 0 0 0,-3 0 0 0 0,0 1-1 0 0,-2 0 1 0 0,-1 2 0 0 0,-2 0 0 0 0,0 1 0 0 0,-2 2 0 0 0,-1 0 0 0 0,-1 2 0 0 0,-1 0 0 0 0,-1 2 0 0 0,-40-23 0 0 0,-47-22-18 0 0,-129-54 1 0 0,-133-30-342 0 0,-531-153-2225 0 0,845 287 1459 0 0,0 2 0 0 0,-1 2 0 0 0,-87-3 1 0 0,85 14-3380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5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39 13363 0 0,'-40'-39'207'0'0,"61"64"-1221"0"0,0 0 1 0 0,18 31 0 0 0,7 9 845 0 0,236 259-1485 0 0,-204-239 1586 0 0,23 15 64 0 0,171 131 0 0 0,-114-102 217 0 0,175 141 1294 0 0,226 201 1417 0 0,216 261-1166 0 0,-447-422 356 0 0,-262-246-2164 0 0,119 88 1 0 0,-168-141-641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1:30.9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3631 112 17508 0 0,'-23'-28'1827'0'0,"-36"-40"-4464"0"0,56 66 2511 0 0,1 1-1 0 0,-1-1 0 0 0,0 0 1 0 0,1 1-1 0 0,-1 0 0 0 0,0-1 1 0 0,0 1-1 0 0,0 0 0 0 0,0 1 1 0 0,0-1-1 0 0,0 0 0 0 0,0 1 1 0 0,0 0-1 0 0,0-1 0 0 0,0 1 1 0 0,0 1-1 0 0,0-1 0 0 0,0 0 1 0 0,0 1-1 0 0,0-1 0 0 0,0 1 1 0 0,0 0-1 0 0,0 0 0 0 0,-3 2 1 0 0,-8 3-282 0 0,0 0 1 0 0,0 2 0 0 0,-18 12-1 0 0,26-16 237 0 0,-263 201-1460 0 0,17 22 1336 0 0,237-213 264 0 0,-566 554-359 0 0,425-411 591 0 0,-303 297-288 0 0,-110 96-66 0 0,385-384 20 0 0,-90 87-69 0 0,198-177 456 0 0,-217 235 3705 0 0,250-258-3349 0 0,1 1 0 0 0,4 2 0 0 0,1 2 0 0 0,-34 76 0 0 0,46-74-486 0 0,17-31-454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03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424 67 6913 0 0,'-335'-50'1465'0'0,"332"49"-1424"0"0,-42-5 742 0 0,43 5-683 0 0,-1 1 0 0 0,1 0 0 0 0,0 0 1 0 0,-1 0-1 0 0,1 0 0 0 0,-1 0 0 0 0,1 1 0 0 0,0-1 1 0 0,-1 1-1 0 0,1-1 0 0 0,0 1 0 0 0,0 0 0 0 0,-1 0 1 0 0,1 0-1 0 0,-3 2 0 0 0,5-2-46 0 0,0-1 0 0 0,0 1 0 0 0,0-1 0 0 0,0 1 0 0 0,0-1 0 0 0,0 1 1 0 0,1-1-1 0 0,-1 1 0 0 0,0-1 0 0 0,0 1 0 0 0,0-1 0 0 0,1 1 0 0 0,-1-1 0 0 0,0 0 0 0 0,1 1 0 0 0,-1-1 0 0 0,0 1 1 0 0,1-1-1 0 0,-1 0 0 0 0,0 1 0 0 0,1-1 0 0 0,-1 0 0 0 0,1 0 0 0 0,-1 1 0 0 0,0-1 0 0 0,1 0 0 0 0,-1 0 0 0 0,1 0 0 0 0,-1 1 1 0 0,1-1-1 0 0,-1 0 0 0 0,1 0 0 0 0,0 0 0 0 0,18 7 343 0 0,15 0-160 0 0,0-2 0 0 0,0-2 0 0 0,62-1 0 0 0,-25-2-71 0 0,1634 0 102 0 0,-283-12 536 0 0,-1167 16-795 0 0,910-12 110 0 0,-1007-1 158 0 0,419-13 1003 0 0,-539 24-1281 0 0,-25-1-241 0 0,0-1 0 0 0,0 0-1 0 0,-1-1 1 0 0,1 0 0 0 0,21-5 0 0 0,-22 5-2589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50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217 13 1376 0 0,'7'6'4871'0'0,"12"-16"-3681"0"0,-5 2 2366 0 0,-26 19-1206 0 0,-164 135 949 0 0,172-143-3287 0 0,-4 4 43 0 0,0 0-1 0 0,1 0 1 0 0,0 0-1 0 0,0 1 0 0 0,-5 9 1 0 0,11-16-49 0 0,0 0 0 0 0,0 1 0 0 0,1-1 1 0 0,-1 1-1 0 0,0-1 0 0 0,1 1 0 0 0,-1-1 0 0 0,1 1 0 0 0,-1-1 1 0 0,1 1-1 0 0,0-1 0 0 0,0 1 0 0 0,0-1 0 0 0,0 1 0 0 0,0 0 1 0 0,0-1-1 0 0,0 1 0 0 0,0-1 0 0 0,1 1 0 0 0,-1-1 0 0 0,0 1 1 0 0,1 0-1 0 0,0-1 0 0 0,-1 0 0 0 0,1 1 0 0 0,0-1 0 0 0,0 1 1 0 0,0-1-1 0 0,-1 0 0 0 0,2 0 0 0 0,-1 1 0 0 0,0-1 0 0 0,0 0 1 0 0,0 0-1 0 0,0 0 0 0 0,1 0 0 0 0,-1 0 0 0 0,0-1 1 0 0,3 2-1 0 0,8 4-17 0 0,0-1 0 0 0,0-1 0 0 0,1 0 0 0 0,-1 0 0 0 0,1-2 0 0 0,0 1 1 0 0,21 0-1 0 0,-16-1-23 0 0,1 1 0 0 0,34 9-1 0 0,-47-10 32 0 0,-1 0-1 0 0,1 0 1 0 0,-1 1-1 0 0,0 0 0 0 0,0 0 1 0 0,0 0-1 0 0,0 1 0 0 0,0 0 1 0 0,-1 0-1 0 0,0 0 1 0 0,0 0-1 0 0,0 0 0 0 0,5 8 1 0 0,-8-9 19 0 0,1 0 1 0 0,-1-1 0 0 0,0 1-1 0 0,0 0 1 0 0,0 0 0 0 0,-1 1-1 0 0,1-1 1 0 0,-1 0 0 0 0,0 0-1 0 0,0 0 1 0 0,0 0 0 0 0,0 0-1 0 0,0 0 1 0 0,-1 0 0 0 0,1 1-1 0 0,-1-1 1 0 0,0 0-1 0 0,0 0 1 0 0,0 0 0 0 0,0-1-1 0 0,0 1 1 0 0,-1 0 0 0 0,1 0-1 0 0,-1-1 1 0 0,0 1 0 0 0,0-1-1 0 0,-3 4 1 0 0,-8 9 130 0 0,0-1-1 0 0,0-1 0 0 0,-20 15 1 0 0,27-24-128 0 0,-19 17 81 0 0,-1-2 1 0 0,-45 23 0 0 0,44-28-2553 0 0,-35 12-1 0 0,55-24 2437 0 0,3 0 83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7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10138 0 0,'8'20'1065'0'0,"-2"1"0"0"0,0 0 1 0 0,-1 0-1 0 0,-1 0 0 0 0,-1 1 0 0 0,-1-1 0 0 0,-1 1 0 0 0,-3 34 0 0 0,1-6-4321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0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 0 10138 0 0,'-5'4'448'0'0,"2"-2"96"0"0,1 0-440 0 0,1 0-104 0 0,1-1 0 0 0,1 1 256 0 0,1 0 25 0 0,-1 1 7 0 0,3 1 0 0 0,0 0-368 0 0,3-1-72 0 0,2 0-8 0 0,0-2-8 0 0,4 2 168 0 0,-2-2 0 0 0,-2 2 0 0 0,1 0 88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1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1 7834 0 0,'-1'1'113'0'0,"1"0"0"0"0,-1 0 0 0 0,1 0 0 0 0,0 1 1 0 0,-1-1-1 0 0,1 0 0 0 0,0 0 0 0 0,0 1 0 0 0,0-1 1 0 0,0 0-1 0 0,0 0 0 0 0,0 1 0 0 0,0-1 0 0 0,0 0 0 0 0,0 0 1 0 0,0 1-1 0 0,1-1 0 0 0,0 1 0 0 0,9 31 1122 0 0,-5-19-287 0 0,47 196 5955 0 0,-9 3-5840 0 0,-27-127-2875 0 0,-10-60-2739 0 0,-1-1-1385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3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8754 0 0,'2'15'6986'0'0,"-1"-14"-6706"0"0,17 24 2041 0 0,-7-8-963 0 0,-2 0-672 0 0,-1 1 1 0 0,-1 0-1 0 0,7 27 0 0 0,2 24-4001 0 0,-10-44-456 0 0,-2-9-2833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 0 9674 0 0,'-2'0'864'0'0,"1"0"-696"0"0,2 3 424 0 0,-1 0-280 0 0,2 0 1 0 0,-1 1-754 0 0,0 3-143 0 0,4 2-32 0 0,0 4-8 0 0,1 0 560 0 0,0 4 64 0 0,3 2 96 0 0,0 2-16 0 0,2 1-80 0 0,2 3 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1.8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110 17 5985 0 0,'0'0'83'0'0,"0"-1"1"0"0,0 1-1 0 0,0 0 0 0 0,1-1 0 0 0,-1 1 0 0 0,0-1 1 0 0,0 1-1 0 0,0-1 0 0 0,0 1 0 0 0,1 0 0 0 0,-1-1 1 0 0,0 1-1 0 0,0-1 0 0 0,0 1 0 0 0,0-1 0 0 0,0 1 1 0 0,0-1-1 0 0,0 1 0 0 0,-1 0 0 0 0,1-1 0 0 0,0 1 1 0 0,0-1-1 0 0,0 1 0 0 0,0-1 0 0 0,0 1 0 0 0,-1 0 1 0 0,1-1-1 0 0,0 1 0 0 0,0 0 0 0 0,-1-1 0 0 0,1 1 1 0 0,0-1-1 0 0,-1 1 0 0 0,1 0 0 0 0,0 0 0 0 0,-1-1 1 0 0,1 1-1 0 0,0 0 0 0 0,-1 0 0 0 0,1-1 0 0 0,-1 1 1 0 0,1 0-1 0 0,0 0 0 0 0,-1 0 0 0 0,1 0 0 0 0,-1 0 1 0 0,1 0-1 0 0,-1-1 0 0 0,1 1 0 0 0,0 0 0 0 0,-1 0 1 0 0,1 0-1 0 0,-1 0 0 0 0,1 1 0 0 0,-1-1 0 0 0,1 0 1 0 0,-1 0-1 0 0,1 0 0 0 0,0 0 0 0 0,-1 0 0 0 0,1 1 1 0 0,-1-1-1 0 0,-27 13 3884 0 0,22-8-3664 0 0,0 0-1 0 0,1 1 1 0 0,-1 0 0 0 0,1 0-1 0 0,0 0 1 0 0,1 1 0 0 0,0-1-1 0 0,0 1 1 0 0,0 0 0 0 0,1 1-1 0 0,0-1 1 0 0,0 0-1 0 0,1 1 1 0 0,0 0 0 0 0,0-1-1 0 0,1 1 1 0 0,-1 0 0 0 0,2 0-1 0 0,0 0 1 0 0,0 0 0 0 0,1 14-1 0 0,1-12-345 0 0,0-1-1 0 0,0 1 0 0 0,0 0 1 0 0,1-1-1 0 0,1 0 0 0 0,0 0 1 0 0,7 14-1 0 0,-6-16-548 0 0,0 1 1 0 0,0-1-1 0 0,1 0 1 0 0,0 0-1 0 0,0-1 1 0 0,1 0-1 0 0,-1 0 1 0 0,13 8-1 0 0,-1-4-5473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2.7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138 23 8754 0 0,'-4'-1'360'0'0,"1"0"1"0"0,-1 0-1 0 0,0 0 1 0 0,0 0-1 0 0,1 1 0 0 0,-1-1 1 0 0,0 1-1 0 0,0 0 1 0 0,0 0-1 0 0,0 0 1 0 0,1 1-1 0 0,-1 0 0 0 0,0-1 1 0 0,0 1-1 0 0,1 0 1 0 0,-1 1-1 0 0,-6 2 1 0 0,6-1-140 0 0,0 0 1 0 0,0 0 0 0 0,0 0 0 0 0,1 0-1 0 0,0 1 1 0 0,-1-1 0 0 0,1 1 0 0 0,0 0-1 0 0,1 0 1 0 0,-1 0 0 0 0,1 0 0 0 0,-3 8 0 0 0,1-2-92 0 0,0 1 1 0 0,1-1-1 0 0,0 1 1 0 0,1 0 0 0 0,1 0-1 0 0,0 0 1 0 0,0 0 0 0 0,1 0-1 0 0,0 0 1 0 0,1 1 0 0 0,3 15-1 0 0,-3-21-116 0 0,1-1-1 0 0,0 1 0 0 0,-1-1 1 0 0,2 1-1 0 0,-1-1 1 0 0,1 0-1 0 0,0 0 0 0 0,0 0 1 0 0,0 0-1 0 0,1-1 0 0 0,-1 1 1 0 0,1-1-1 0 0,0 0 1 0 0,1 0-1 0 0,-1 0 0 0 0,1 0 1 0 0,-1-1-1 0 0,9 4 1 0 0,-7-4 19 0 0,0-1 0 0 0,1 1 0 0 0,0-1 1 0 0,-1-1-1 0 0,1 1 0 0 0,0-1 0 0 0,0 0 1 0 0,0-1-1 0 0,0 0 0 0 0,0 0 1 0 0,0 0-1 0 0,-1-1 0 0 0,14-3 0 0 0,-13 3-11 0 0,0-1 0 0 0,0 0-1 0 0,0 0 1 0 0,0-1-1 0 0,0 0 1 0 0,-1 0 0 0 0,1-1-1 0 0,-1 0 1 0 0,0 0-1 0 0,0 0 1 0 0,0-1 0 0 0,-1 0-1 0 0,0 0 1 0 0,0 0-1 0 0,0-1 1 0 0,0 1 0 0 0,-1-1-1 0 0,0 0 1 0 0,0-1-1 0 0,-1 1 1 0 0,1-1 0 0 0,-1 1-1 0 0,-1-1 1 0 0,1 0-1 0 0,-1 0 1 0 0,-1-1 0 0 0,1 1-1 0 0,-1 0 1 0 0,0-11-1 0 0,-1 9-394 0 0,-1 1-1 0 0,0-1 1 0 0,0 1-1 0 0,-1-1 1 0 0,-1 1-1 0 0,1 0 1 0 0,-1 0-1 0 0,0 0 1 0 0,-1 0-1 0 0,0 0 0 0 0,0 1 1 0 0,-1 0-1 0 0,0 0 1 0 0,0 0-1 0 0,0 0 1 0 0,-1 1-1 0 0,0 0 1 0 0,0 0-1 0 0,-14-9 1 0 0,1 6-5495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3.1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91 7834 0 0,'1'0'41'0'0,"6"2"838"0"0,0 0 0 0 0,0 1 0 0 0,0 0 0 0 0,0 0 0 0 0,10 8-1 0 0,-14-9-765 0 0,-1 0-1 0 0,0 0 1 0 0,0 0-1 0 0,0 1 1 0 0,0-1-1 0 0,0 1 1 0 0,-1-1-1 0 0,1 1 1 0 0,-1 0-1 0 0,0 0 0 0 0,0-1 1 0 0,0 1-1 0 0,0 0 1 0 0,0 0-1 0 0,0 0 1 0 0,-1 0-1 0 0,1 4 1 0 0,-1 3 94 0 0,0 0 0 0 0,0-1 0 0 0,-1 1 0 0 0,-2 9 0 0 0,-1 24 141 0 0,33-79-412 0 0,3-14-11 0 0,-15 23 394 0 0,1 0 0 0 0,1 1 0 0 0,2 1 0 0 0,35-34 0 0 0,-55 57-217 0 0,1 1 0 0 0,0-1 0 0 0,-1 1 0 0 0,1 0 0 0 0,0-1 0 0 0,0 1 0 0 0,0 0 0 0 0,0 0 0 0 0,0 0 0 0 0,0 1 0 0 0,0-1 0 0 0,0 0 0 0 0,1 1 0 0 0,-1-1 0 0 0,0 1 0 0 0,0 0 0 0 0,0 0 0 0 0,1 0 0 0 0,2 0 0 0 0,-3 1-18 0 0,-1-1 0 0 0,1 1 1 0 0,0 0-1 0 0,0 0 0 0 0,-1 0 1 0 0,1 0-1 0 0,-1 1 0 0 0,1-1 1 0 0,-1 0-1 0 0,1 1 1 0 0,-1-1-1 0 0,0 1 0 0 0,0-1 1 0 0,0 1-1 0 0,0 0 0 0 0,0 0 1 0 0,0-1-1 0 0,0 1 0 0 0,0 0 1 0 0,-1 0-1 0 0,2 3 0 0 0,1 5 52 0 0,23 57 836 0 0,-23-62-1145 0 0,0 0 1 0 0,0 0-1 0 0,0-1 0 0 0,0 1 1 0 0,1-1-1 0 0,-1 0 1 0 0,1 0-1 0 0,0 0 1 0 0,1-1-1 0 0,8 7 1 0 0,6 0-7398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4.90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944 0 2304 0 0,'14'14'10187'0'0,"4"10"-8894"0"0,0 0-1 0 0,13 26 1 0 0,-8 5-937 0 0,-3 1-1 0 0,-2 0 1 0 0,17 100 0 0 0,-30-121-355 0 0,-1 1 0 0 0,-2 0 0 0 0,-2 0 0 0 0,-1 0 0 0 0,-2 0 0 0 0,-11 52 0 0 0,-3-10-7 0 0,-51 138 1 0 0,52-179 41 0 0,-1 0-1 0 0,-2 0 1 0 0,-37 53 0 0 0,12-30 62 0 0,-56 59 1 0 0,67-86 206 0 0,-2-1 0 0 0,-1-1 1 0 0,-1-3-1 0 0,-2 0 0 0 0,0-3 0 0 0,-2-1 1 0 0,-1-2-1 0 0,-1-2 0 0 0,-53 17 1 0 0,-92 41 579 0 0,63-25-554 0 0,102-42-2988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0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327 0 2761 0 0,'-13'5'2716'0'0,"-16"13"-2368"0"0,12-5 12 0 0,0 2 0 0 0,1 0 0 0 0,1 2 0 0 0,-23 29-1 0 0,-45 78 626 0 0,77-115-946 0 0,1 0 0 0 0,0 0 1 0 0,0 0-1 0 0,1 0 1 0 0,0 1-1 0 0,-4 17 0 0 0,8-25-29 0 0,-1 1 0 0 0,1 0 0 0 0,0 0 0 0 0,0 0 0 0 0,0 0 0 0 0,0 0 0 0 0,1 0 0 0 0,-1 0 0 0 0,1-1 0 0 0,-1 1 0 0 0,1 0 0 0 0,0 0 0 0 0,0-1 0 0 0,0 1 0 0 0,1 0-1 0 0,-1-1 1 0 0,1 1 0 0 0,-1-1 0 0 0,1 0 0 0 0,0 1 0 0 0,0-1 0 0 0,0 0 0 0 0,0 0 0 0 0,0 0 0 0 0,0-1 0 0 0,1 1 0 0 0,-1 0 0 0 0,3 1 0 0 0,14 6 157 0 0,0-1 0 0 0,1 0 0 0 0,-1-1 1 0 0,1-1-1 0 0,30 5 0 0 0,-32-8-41 0 0,-1 0-1 0 0,0 2 1 0 0,0 0 0 0 0,0 1-1 0 0,0 1 1 0 0,-1 0-1 0 0,0 1 1 0 0,17 12-1 0 0,-31-19-112 0 0,-1 0-1 0 0,1 0 0 0 0,0 1 0 0 0,-1-1 0 0 0,1 1 1 0 0,0 0-1 0 0,-1-1 0 0 0,0 1 0 0 0,1 0 1 0 0,-1 0-1 0 0,0 0 0 0 0,0 0 0 0 0,0 0 0 0 0,0 0 1 0 0,-1 0-1 0 0,1 0 0 0 0,0 1 0 0 0,-1-1 0 0 0,0 0 1 0 0,1 0-1 0 0,-1 0 0 0 0,0 5 0 0 0,-1-3 37 0 0,0 0 0 0 0,0 0-1 0 0,-1-1 1 0 0,1 1 0 0 0,-1 0 0 0 0,1-1-1 0 0,-1 1 1 0 0,0-1 0 0 0,-1 0-1 0 0,1 0 1 0 0,-1 1 0 0 0,-2 2 0 0 0,-6 3 104 0 0,1 1-1 0 0,-1-1 1 0 0,0-1 0 0 0,-1 0 0 0 0,0 0 0 0 0,-17 7 0 0 0,14-9 243 0 0,-1 0 0 0 0,-1-1 0 0 0,1 0 0 0 0,-1-2 0 0 0,0 0 0 0 0,-33 2 0 0 0,-25-8-273 0 0,-2-7-4465 0 0,64 8-749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6.1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 8 1840 0 0,'0'-8'12102'0'0,"-2"27"-11149"0"0,-1 14-526 0 0,1-10-248 0 0,0 0-1 0 0,2 0 1 0 0,1 0-1 0 0,6 43 1 0 0,29 92-244 0 0,-5-23 140 0 0,-2 76 129 0 0,-21-130 19 0 0,4-1-1 0 0,35 126 1 0 0,-36-178-137 0 0,2 0-1 0 0,2 0 1 0 0,0-2 0 0 0,2 0-1 0 0,0 0 1 0 0,2-2 0 0 0,1 0-1 0 0,42 39 1 0 0,-44-47-28 0 0,1-1 0 0 0,0-1-1 0 0,1 0 1 0 0,0-1 0 0 0,1-1 0 0 0,1-1 0 0 0,0-1 0 0 0,23 7-1 0 0,-16-8-49 0 0,1-2-1 0 0,0-1 1 0 0,1-1-1 0 0,-1-2 1 0 0,57 0-1 0 0,329-38 183 0 0,-3-31 1398 0 0,-392 62-1383 0 0,45-8-278 0 0,-53 10-354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8.8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25 3681 0 0,'-6'-7'320'0'0,"5"5"-1"0"0,0 1 0 0 0,0 0 0 0 0,0 0 0 0 0,0-1 0 0 0,0 1 0 0 0,0 0 0 0 0,0 0 0 0 0,0 0 0 0 0,-1 0-1 0 0,1 0 1 0 0,0 1 0 0 0,-1-1 0 0 0,1 0 0 0 0,-1 0 0 0 0,1 1 0 0 0,-1-1 0 0 0,-2 0 0 0 0,29 40 3977 0 0,-11-11-3972 0 0,-1 1 1 0 0,-1 1 0 0 0,-1 0 0 0 0,-2 0-1 0 0,6 32 1 0 0,-5-21 54 0 0,1 0 0 0 0,19 42 1 0 0,26 26-1039 0 0,4 8-619 0 0,-54-104 182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19.6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 14 1840 0 0,'-7'-3'728'0'0,"0"1"0"0"0,-1-1 0 0 0,1 1 0 0 0,-1 1 0 0 0,0 0-1 0 0,0 0 1 0 0,-9 0 0 0 0,79 5 4188 0 0,-36 0-4764 0 0,-1 0 0 0 0,0 2 0 0 0,0 1 0 0 0,29 12 0 0 0,-47-16-124 0 0,22 9 3 0 0,-1 0 1 0 0,34 22 0 0 0,-54-28-35 0 0,0 0 0 0 0,0 0-1 0 0,0 1 1 0 0,0 0 0 0 0,-1 0 0 0 0,-1 1 0 0 0,1-1-1 0 0,-1 2 1 0 0,0-1 0 0 0,8 18 0 0 0,-6-10-1 0 0,-2-1 1 0 0,0 1 0 0 0,6 22-1 0 0,-11-30 62 0 0,0 0 0 0 0,0 0 0 0 0,0 0-1 0 0,-1 0 1 0 0,0 0 0 0 0,-1 0 0 0 0,0 0-1 0 0,0 0 1 0 0,-3 9 0 0 0,2-11 108 0 0,0 0 0 0 0,-1 1 0 0 0,1-1 1 0 0,-1 0-1 0 0,-1 0 0 0 0,1 0 0 0 0,-1-1 0 0 0,0 1 0 0 0,0-1 1 0 0,-1 0-1 0 0,0 0 0 0 0,0-1 0 0 0,0 1 0 0 0,-11 7 0 0 0,-3-1 161 0 0,-1-1-1 0 0,-1 0 1 0 0,-25 8-1 0 0,23-9-620 0 0,0 0 0 0 0,-26 16 1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2.58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30 507 1376 0 0,'-29'9'10223'0'0,"29"-19"-10164"0"0,1 3 461 0 0,0 0-1 0 0,-1 0 0 0 0,0-1 0 0 0,-1-11 1 0 0,0-19 984 0 0,23-211 2660 0 0,-21 224-4074 0 0,4-54 11 0 0,7 28-3365 0 0,-7 36-2920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3.7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27 109 1840 0 0,'-23'-3'1408'0'0,"19"0"10"0"0,15-3-899 0 0,34 2 2332 0 0,-19-2-2588 0 0,0 2 0 0 0,1 1 1 0 0,37 1-1 0 0,32-4 1513 0 0,-65 3-1251 0 0,0 2 0 0 0,40 3 0 0 0,-34 0-185 0 0,39-4-1 0 0,41-5 794 0 0,85-10 402 0 0,-127 10-1499 0 0,99 5 0 0 0,-105 2 147 0 0,185-12 1107 0 0,-198 10-1212 0 0,104 11 0 0 0,28-1-2 0 0,234-12 123 0 0,-310 4-164 0 0,-65-1 723 0 0,89-15-1 0 0,-112 11-573 0 0,-23 4-204 0 0,0 1 0 0 0,0 0 0 0 0,0 0 0 0 0,-1 0 0 0 0,1-1-1 0 0,0 1 1 0 0,0-1 0 0 0,0 1 0 0 0,0 0 0 0 0,-1-1 0 0 0,1 1 0 0 0,0-1 0 0 0,-1 0 0 0 0,1 1 0 0 0,0-1 0 0 0,-1 0 0 0 0,1 1 0 0 0,0-1 0 0 0,-1 0 0 0 0,1 0 0 0 0,-1 1 0 0 0,1-3 0 0 0,-26 3-7718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25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3225 0 0,'8'6'12401'0'0,"-1"8"-12632"0"0,24 48 2966 0 0,-18-33-2702 0 0,-1-1 1 0 0,14 60 0 0 0,-22-76 47 0 0,0 0 0 0 0,0-1 0 0 0,11 18 0 0 0,8 24 160 0 0,-23-49-215 0 0,1-1 0 0 0,0 0 0 0 0,-1 1 0 0 0,0-1 1 0 0,0 1-1 0 0,0-1 0 0 0,0 1 0 0 0,-1-1 0 0 0,1 0 0 0 0,-1 1 0 0 0,0-1 0 0 0,0 0 0 0 0,0 1 0 0 0,0-1 1 0 0,0 0-1 0 0,-1 0 0 0 0,0 0 0 0 0,-2 4 0 0 0,-10 22 115 0 0,14-28-203 0 0,0 0 1 0 0,0-1-1 0 0,0 1 0 0 0,0-1 0 0 0,0 1 0 0 0,0-1 0 0 0,0 1 0 0 0,0-1 0 0 0,0 1 0 0 0,0-1 0 0 0,1 1 0 0 0,-1 0 0 0 0,0-1 0 0 0,0 1 0 0 0,1-1 0 0 0,-1 0 0 0 0,0 1 0 0 0,1-1 0 0 0,-1 1 0 0 0,0-1 0 0 0,1 1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4.9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1 364 3225 0 0,'21'-6'2520'0'0,"127"-53"6192"0"0,-46 17-6353 0 0,328-161 1301 0 0,-360 165-5055 0 0,-70 38 1319 0 0,0 0-1 0 0,1 0 1 0 0,-1 0-1 0 0,0 0 1 0 0,0 0-1 0 0,1 0 1 0 0,-1 0-1 0 0,0 0 1 0 0,0 0-1 0 0,0 0 1 0 0,0-1-1 0 0,1 1 1 0 0,-1 0-1 0 0,2-4-1607 0 0,-2 4 1608 0 0,0 0-1 0 0,0 0 1 0 0,0 0-1 0 0,0-1 1 0 0,0 1-1 0 0,0 0 1 0 0,0 0-1 0 0,0-1 1 0 0,0 1-1 0 0,0 0 0 0 0,-1 0 1 0 0,1-1-1 0 0,-11-1-3450 0 0,4 1 3830 0 0,-2-3-303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5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118 152 1376 0 0,'2'-7'715'0'0,"-1"-1"0"0"0,1 1 0 0 0,-1-1-1 0 0,-1 1 1 0 0,0-1 0 0 0,0 1-1 0 0,0-1 1 0 0,-1 1 0 0 0,0-1 0 0 0,0 1-1 0 0,-1-1 1 0 0,0 1 0 0 0,0 0 0 0 0,-1 0-1 0 0,0 0 1 0 0,-5-8 0 0 0,7 14-665 0 0,0-1 0 0 0,0 1 0 0 0,0 0 0 0 0,0-1 0 0 0,0 1 0 0 0,-1 0 0 0 0,1 0 0 0 0,-1 0 0 0 0,1 0 0 0 0,-1 0 0 0 0,1 0 0 0 0,-1 1 0 0 0,1-1 0 0 0,-1 0 0 0 0,0 1 0 0 0,1-1 0 0 0,-1 1 0 0 0,0 0 1 0 0,0 0-1 0 0,1-1 0 0 0,-1 1 0 0 0,0 0 0 0 0,0 0 0 0 0,1 1 0 0 0,-1-1 0 0 0,0 0 0 0 0,1 0 0 0 0,-1 1 0 0 0,0-1 0 0 0,1 1 0 0 0,-1 0 0 0 0,0-1 0 0 0,1 1 0 0 0,-1 0 0 0 0,1 0 0 0 0,-1 0 0 0 0,1 0 0 0 0,0 0 0 0 0,-1 0 0 0 0,1 1 0 0 0,0-1 0 0 0,0 0 0 0 0,0 1 0 0 0,-1 1 0 0 0,-2 1 106 0 0,0 1-1 0 0,1-1 0 0 0,0 1 0 0 0,0 0 0 0 0,0 0 0 0 0,1 0 1 0 0,-1 0-1 0 0,1 1 0 0 0,0-1 0 0 0,1 1 0 0 0,-1-1 1 0 0,0 10-1 0 0,3-3-267 0 0,0 1 0 0 0,0 0 0 0 0,2-1 0 0 0,-1 1 0 0 0,1-1 0 0 0,1 0 0 0 0,1 0 0 0 0,-1 0 0 0 0,2 0 0 0 0,10 17 0 0 0,-10-20 2 0 0,0 0 0 0 0,0-1 1 0 0,1 0-1 0 0,0 0 1 0 0,1 0-1 0 0,0-1 1 0 0,0 0-1 0 0,0 0 0 0 0,1-1 1 0 0,0 0-1 0 0,0-1 1 0 0,19 9-1 0 0,-21-12 36 0 0,0 0 0 0 0,0 0 0 0 0,0 0-1 0 0,0-1 1 0 0,1 0 0 0 0,-1-1 0 0 0,0 0-1 0 0,1 0 1 0 0,-1 0 0 0 0,0-1 0 0 0,0 0-1 0 0,14-4 1 0 0,-18 4 188 0 0,0 0 0 0 0,0 0 0 0 0,0 0 0 0 0,0-1 1 0 0,0 0-1 0 0,0 1 0 0 0,0-1 0 0 0,-1 0 0 0 0,1 0 0 0 0,-1 0 0 0 0,1-1 0 0 0,-1 1 0 0 0,0-1 0 0 0,0 1 0 0 0,0-1 0 0 0,0 0 0 0 0,-1 1 1 0 0,1-1-1 0 0,-1 0 0 0 0,1 0 0 0 0,-1 0 0 0 0,0 0 0 0 0,0-1 0 0 0,0 1 0 0 0,-1 0 0 0 0,1 0 0 0 0,-1 0 0 0 0,0-1 0 0 0,0 1 0 0 0,0-4 0 0 0,-1-3 199 0 0,-1 0-1 0 0,0 1 0 0 0,-1-1 0 0 0,0 1 0 0 0,0-1 0 0 0,-1 1 1 0 0,0 0-1 0 0,-1 0 0 0 0,-10-14 0 0 0,-8-9 75 0 0,-28-31 0 0 0,39 49-364 0 0,-4-4-88 0 0,-3-4-546 0 0,8 7-5510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0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 4609 0 0,'32'-2'1348'0'0,"-1"3"0"0"0,1 0 0 0 0,-1 2 0 0 0,1 2 0 0 0,-1 0-1 0 0,56 19 1 0 0,-38-3-1769 0 0,-32-8-6954 0 0,-18-14 7232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2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2 4609 0 0,'0'0'154'0'0,"1"-1"1"0"0,0 1-1 0 0,0 0 0 0 0,0 0 0 0 0,0 0 1 0 0,0-1-1 0 0,0 1 0 0 0,0 0 0 0 0,-1 0 1 0 0,1 0-1 0 0,0 0 0 0 0,0 1 1 0 0,0-1-1 0 0,0 0 0 0 0,0 0 0 0 0,0 0 1 0 0,0 1-1 0 0,-1-1 0 0 0,1 0 0 0 0,0 1 1 0 0,0-1-1 0 0,0 1 0 0 0,-1-1 1 0 0,1 1-1 0 0,0-1 0 0 0,0 1 0 0 0,-1 0 1 0 0,1-1-1 0 0,-1 1 0 0 0,1 0 0 0 0,-1 0 1 0 0,1-1-1 0 0,-1 1 0 0 0,1 0 0 0 0,-1 0 1 0 0,1 0-1 0 0,-1 0 0 0 0,0-1 1 0 0,0 1-1 0 0,1 0 0 0 0,-1 0 0 0 0,0 0 1 0 0,0 0-1 0 0,0 1 0 0 0,2 4 443 0 0,-1 1 0 0 0,0-1 0 0 0,0 1 0 0 0,-1 11 0 0 0,-2 1-426 0 0,-1 0 0 0 0,-1 0-1 0 0,-7 19 1 0 0,-4 21-2523 0 0,11-42-2353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51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14 5041 0 0,'1'-1'136'0'0,"-1"0"0"0"0,1 0 1 0 0,-1 1-1 0 0,1-1 0 0 0,0 0 0 0 0,-1 0 0 0 0,1 0 1 0 0,0 1-1 0 0,-1-1 0 0 0,1 0 0 0 0,0 1 0 0 0,0-1 0 0 0,0 1 1 0 0,0-1-1 0 0,0 1 0 0 0,0-1 0 0 0,0 1 0 0 0,0 0 1 0 0,0-1-1 0 0,0 1 0 0 0,0 0 0 0 0,0 0 0 0 0,0 0 1 0 0,0 0-1 0 0,0-1 0 0 0,2 2 0 0 0,-1-1 183 0 0,0 1 0 0 0,0 0-1 0 0,0 0 1 0 0,-1 0 0 0 0,1 0 0 0 0,0 0-1 0 0,0 0 1 0 0,-1 1 0 0 0,1-1 0 0 0,-1 1-1 0 0,1-1 1 0 0,1 3 0 0 0,5 7 616 0 0,-1-1 0 0 0,0 1 0 0 0,7 16 0 0 0,-12-24-1239 0 0,18 34-1730 0 0,-13-24-3148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6.6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26 4145 0 0,'-6'-6'368'0'0,"-2"-4"2153"0"0,8 9-1937 0 0,2 0-8 0 0,2-2-8 0 0,0 2 0 0 0,3-1-1528 0 0,0 1-312 0 0,1 1-57 0 0,0 0-15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18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107 175 3889 0 0,'-13'7'577'0'0,"2"0"0"0"0,-1 0 0 0 0,1 1 0 0 0,-11 10 0 0 0,19-16-432 0 0,0 1-1 0 0,0 0 1 0 0,0 0 0 0 0,0 0-1 0 0,1 0 1 0 0,-1 0 0 0 0,1 0-1 0 0,0 1 1 0 0,0-1 0 0 0,0 1-1 0 0,0 0 1 0 0,1-1 0 0 0,-1 1-1 0 0,1 0 1 0 0,0 0 0 0 0,0 0-1 0 0,0 8 1 0 0,2-9-57 0 0,-1 1-1 0 0,2-1 1 0 0,-1 1-1 0 0,0-1 1 0 0,1 0-1 0 0,-1 0 1 0 0,1 0-1 0 0,0 1 1 0 0,0-2-1 0 0,0 1 1 0 0,0 0-1 0 0,1 0 1 0 0,-1-1-1 0 0,1 1 1 0 0,0-1 0 0 0,-1 0-1 0 0,1 0 1 0 0,0 0-1 0 0,0 0 1 0 0,1 0-1 0 0,-1-1 1 0 0,0 1-1 0 0,7 1 1 0 0,-1 0-199 0 0,1 0 1 0 0,0 0-1 0 0,-1-1 1 0 0,1 0-1 0 0,0-1 0 0 0,1 0 1 0 0,12-1-1 0 0,-21 0 104 0 0,0 0 0 0 0,0 0 0 0 0,0 0 0 0 0,0-1 0 0 0,-1 1 0 0 0,1-1 0 0 0,0 0 0 0 0,0 0 0 0 0,0 1 0 0 0,0-1 0 0 0,-1 0 0 0 0,1 0 0 0 0,-1-1 0 0 0,1 1 0 0 0,0 0 0 0 0,-1 0 0 0 0,0-1 0 0 0,1 1 0 0 0,-1-1 0 0 0,0 1 0 0 0,0-1 0 0 0,0 0 0 0 0,0 1 0 0 0,0-1 0 0 0,0 0 0 0 0,0 0 0 0 0,-1 0 0 0 0,1 1 0 0 0,-1-1 0 0 0,1 0 0 0 0,-1 0 0 0 0,0 0 0 0 0,0 0 0 0 0,1 0 0 0 0,-1 0 0 0 0,-1 0 0 0 0,1-3 0 0 0,-1-10 52 0 0,-1 1 1 0 0,-1-1-1 0 0,0 1 1 0 0,-5-15 0 0 0,3 10 80 0 0,-6-27 346 0 0,6 22 689 0 0,0 0 1 0 0,-2 1 0 0 0,0 0-1 0 0,-2 1 1 0 0,-13-26 0 0 0,19 56-766 0 0,1 0 0 0 0,0 0 0 0 0,0 1 0 0 0,-1 14 0 0 0,3-14-369 0 0,0-1 0 0 0,1 1-1 0 0,0-1 1 0 0,0 1 0 0 0,1-1 0 0 0,0 0-1 0 0,0 0 1 0 0,1 0 0 0 0,0 0 0 0 0,8 14-1 0 0,-1-6-247 0 0,0 0-1 0 0,1-1 1 0 0,25 26-1 0 0,-22-26-558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27.5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76 217 920 0 0,'0'-2'535'0'0,"1"-1"1"0"0,0 0-1 0 0,0 1 0 0 0,0-1 0 0 0,0 0 0 0 0,0 1 1 0 0,1-1-1 0 0,-1 1 0 0 0,1 0 0 0 0,0 0 0 0 0,2-3 1 0 0,6-9 2058 0 0,-7 5-2138 0 0,0 1 0 0 0,0-1 0 0 0,-1 1 0 0 0,0-1 0 0 0,-1 0 0 0 0,0 0 0 0 0,0 0 0 0 0,-1 0 0 0 0,0 0 0 0 0,-1 0 0 0 0,-2-13 0 0 0,3 19-350 0 0,-1 0 0 0 0,0 0 0 0 0,0 0-1 0 0,0 0 1 0 0,0 1 0 0 0,0-1 0 0 0,0 0 0 0 0,-1 0-1 0 0,1 1 1 0 0,-1-1 0 0 0,0 1 0 0 0,0-1 0 0 0,0 1 0 0 0,0 0-1 0 0,-4-3 1 0 0,4 4-37 0 0,0 0 0 0 0,-1 0 0 0 0,1 0 0 0 0,-1 0 0 0 0,1 1 0 0 0,0-1 0 0 0,-1 1 0 0 0,1-1 0 0 0,-1 1 0 0 0,0 0 0 0 0,1 0 0 0 0,-1 0 0 0 0,1 0 0 0 0,-1 1 0 0 0,1-1 0 0 0,-1 1 0 0 0,1-1 0 0 0,0 1 0 0 0,-1 0 0 0 0,1 0 0 0 0,-4 2 0 0 0,3-1-63 0 0,1-1 0 0 0,0 1 0 0 0,0 0 0 0 0,-1 0 0 0 0,1 0 0 0 0,0 0-1 0 0,1 0 1 0 0,-1 0 0 0 0,0 1 0 0 0,1-1 0 0 0,-1 1 0 0 0,1-1 0 0 0,0 1 0 0 0,0-1 0 0 0,0 1 0 0 0,0 0 0 0 0,0-1 0 0 0,0 1 0 0 0,1 0 0 0 0,-1 0-1 0 0,1 0 1 0 0,0 0 0 0 0,0-1 0 0 0,0 1 0 0 0,0 0 0 0 0,2 5 0 0 0,-2 0 5 0 0,2 0-1 0 0,-1-1 1 0 0,1 1 0 0 0,0 0-1 0 0,1 0 1 0 0,-1-1 0 0 0,2 1-1 0 0,4 9 1 0 0,-4-12-208 0 0,1 1 0 0 0,-1-1 0 0 0,1 0 0 0 0,0 0 1 0 0,1 0-1 0 0,-1-1 0 0 0,1 0 0 0 0,0 0 0 0 0,0 0 0 0 0,0-1 0 0 0,0 1 0 0 0,1-2 0 0 0,7 4 0 0 0,7 0-5680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0.4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216 1619 1376 0 0,'-20'31'3849'0'0,"20"-30"-3861"0"0,0-1-1 0 0,0 0 1 0 0,0 1 0 0 0,0-1 0 0 0,0 0-1 0 0,0 1 1 0 0,0-1 0 0 0,0 0-1 0 0,0 1 1 0 0,0-1 0 0 0,0 0-1 0 0,0 1 1 0 0,1-1 0 0 0,-1 0-1 0 0,0 1 1 0 0,0-1 0 0 0,0 0 0 0 0,0 1-1 0 0,1-1 1 0 0,-1 0 0 0 0,0 0-1 0 0,19-1 8150 0 0,-19 1-8140 0 0,-1 0 80 0 0,-1 0 1 0 0,1 0 0 0 0,0 0 0 0 0,0-1 0 0 0,0 1-1 0 0,0 0 1 0 0,0-1 0 0 0,0 1 0 0 0,0-1 0 0 0,0 1-1 0 0,0-1 1 0 0,0 1 0 0 0,0-1 0 0 0,0 0 0 0 0,0 1-1 0 0,0-1 1 0 0,0 0 0 0 0,1 0 0 0 0,-1 0 0 0 0,0 0-1 0 0,1 0 1 0 0,-1 0 0 0 0,1 0 0 0 0,-1 0 0 0 0,1 0-1 0 0,-1 0 1 0 0,1 0 0 0 0,-1 0 0 0 0,1 0 0 0 0,0 0-1 0 0,0 0 1 0 0,0 0 0 0 0,-1-2 0 0 0,-7-32 1175 0 0,-1 1 0 0 0,-3 0 0 0 0,-15-33 1 0 0,11 28-679 0 0,11 26-456 0 0,-11-24 170 0 0,2 0 0 0 0,2-1 1 0 0,-11-60-1 0 0,-9-293 39 0 0,24 291-306 0 0,3 58-1 0 0,2-69 0 0 0,6 82 15 0 0,8-38 1 0 0,2-8 29 0 0,-12 66-63 0 0,1 0 1 0 0,0 0-1 0 0,0 0 0 0 0,1 0 1 0 0,0 1-1 0 0,0-1 1 0 0,1 1-1 0 0,0 0 1 0 0,1 0-1 0 0,-1 0 1 0 0,2 0-1 0 0,-1 1 1 0 0,1 0-1 0 0,0 0 1 0 0,0 0-1 0 0,11-7 0 0 0,0 2-5 0 0,1 0 0 0 0,0 1-1 0 0,1 1 1 0 0,0 0-1 0 0,40-12 1 0 0,63-15-123 0 0,1 5 1 0 0,2 5 0 0 0,253-19-1 0 0,-166 43-190 0 0,-133 3 195 0 0,153 15-118 0 0,-166-7 127 0 0,1-4 0 0 0,-1-2 0 0 0,99-10 0 0 0,-99-2 111 0 0,119-14 0 0 0,-152 22 0 0 0,0 1 0 0 0,0 1 0 0 0,51 8 0 0 0,9 15 0 0 0,-24-4 0 0 0,-66-18-8 0 0,-1-1 0 0 0,0 1 0 0 0,0 0 0 0 0,0 0-1 0 0,1 1 1 0 0,-1-1 0 0 0,0 0 0 0 0,0 1 0 0 0,-1 0 0 0 0,1-1 0 0 0,0 1 0 0 0,0 0 0 0 0,-1 0 0 0 0,1 0 0 0 0,-1 0 0 0 0,0 0 0 0 0,1 0 0 0 0,-1 0 0 0 0,0 0 0 0 0,0 0 0 0 0,-1 1 0 0 0,2 2 0 0 0,1 8-88 0 0,1 0-1 0 0,1 26 1 0 0,-1-12 37 0 0,1 14 9 0 0,1 43-1 0 0,-1 0 66 0 0,-1 37-41 0 0,-4-78 20 0 0,6 50 0 0 0,-3-22 6 0 0,0 1 0 0 0,3-35 0 0 0,-3-24 0 0 0,0 0 0 0 0,-2 1 0 0 0,1 0 0 0 0,-2 23 0 0 0,-11 128 0 0 0,10-155 0 0 0,1 1 0 0 0,0-1 0 0 0,0 0 0 0 0,1 0 0 0 0,0 0 0 0 0,1 1 0 0 0,6 16 0 0 0,-4-10 0 0 0,-3-12 0 0 0,0 1 0 0 0,-1-1 0 0 0,0 1 0 0 0,0-1 0 0 0,-1 11 0 0 0,0-11 0 0 0,1 0 0 0 0,0 0 0 0 0,0 0 0 0 0,0 0 0 0 0,0 0 0 0 0,1 0 0 0 0,2 9 0 0 0,0-2 7 0 0,0 1-1 0 0,-1-1 1 0 0,-1 0-1 0 0,1 15 0 0 0,-2-12 9 0 0,1-1-1 0 0,7 27 0 0 0,-5-25 10 0 0,0 1-1 0 0,-1-1 1 0 0,-1 1-1 0 0,-1 20 1 0 0,10-9-5926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4.7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10 1840 0 0,'-36'-9'6226'0'0,"34"9"-5967"0"0,-1 0 0 0 0,0 0 1 0 0,1 1-1 0 0,-1-1 0 0 0,0 1 0 0 0,1 0 1 0 0,-1-1-1 0 0,0 1 0 0 0,1 0 1 0 0,-1 1-1 0 0,1-1 0 0 0,0 0 0 0 0,-1 1 1 0 0,1-1-1 0 0,0 1 0 0 0,0 0 0 0 0,0 0 1 0 0,0 0-1 0 0,0 0 0 0 0,0 0 1 0 0,1 0-1 0 0,-1 0 0 0 0,1 1 0 0 0,0-1 1 0 0,-1 0-1 0 0,1 1 0 0 0,0-1 1 0 0,0 1-1 0 0,-1 5 0 0 0,-1 6-66 0 0,0 1-1 0 0,1-1 0 0 0,1 1 1 0 0,0 20-1 0 0,1-14 190 0 0,0 21 34 0 0,3 0 0 0 0,11 65 0 0 0,-6-60-158 0 0,2 77 0 0 0,-8-96-72 0 0,1 0-1 0 0,1 0 1 0 0,2-1-1 0 0,11 36 1 0 0,-8-34 21 0 0,-2 1 0 0 0,-1 0 0 0 0,4 46 0 0 0,-10-60-31 0 0,1 1 0 0 0,1 0-1 0 0,7 27 1 0 0,-7-36-94 0 0,1 0 0 0 0,1 0 0 0 0,-1 0 0 0 0,1-1 0 0 0,1 1 0 0 0,-1-1 0 0 0,1 0 0 0 0,12 13 0 0 0,-12-14-50 0 0,0-1 1 0 0,-1 1-1 0 0,0 0 1 0 0,0 0 0 0 0,0 1-1 0 0,0-1 1 0 0,-1 1-1 0 0,0 0 1 0 0,2 8 0 0 0,-2-2-33 0 0,-1 0 0 0 0,0 0 1 0 0,-1 0-1 0 0,-1 17 1 0 0,0 8-2168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23 255 3761 0 0,'-3'-2'287'0'0,"1"-1"0"0"0,-1 1 0 0 0,1-1 0 0 0,0 0 0 0 0,0 1 0 0 0,1-1 0 0 0,-1 0 0 0 0,0 0 0 0 0,1-1 0 0 0,-1-2-1 0 0,1 5-209 0 0,1 0 0 0 0,0 0-1 0 0,0 0 1 0 0,0 0 0 0 0,0 0-1 0 0,0 0 1 0 0,0 0 0 0 0,0 0-1 0 0,1 0 1 0 0,-1 0-1 0 0,0 0 1 0 0,1 0 0 0 0,-1 0-1 0 0,0 0 1 0 0,1 0 0 0 0,-1 0-1 0 0,1 1 1 0 0,-1-1-1 0 0,1 0 1 0 0,0 0 0 0 0,-1 0-1 0 0,1 1 1 0 0,0-1 0 0 0,0 0-1 0 0,-1 1 1 0 0,1-1 0 0 0,0 1-1 0 0,0-1 1 0 0,0 1-1 0 0,0-1 1 0 0,0 1 0 0 0,0 0-1 0 0,-1-1 1 0 0,1 1 0 0 0,0 0-1 0 0,0 0 1 0 0,0-1-1 0 0,2 1 1 0 0,191-63 1035 0 0,-136 41-499 0 0,1 2-1 0 0,87-16 1 0 0,252-15 1426 0 0,-144 52-11 0 0,-50 2-1643 0 0,-122-4-109 0 0,85 10 1 0 0,111-1 324 0 0,-231-8-512 0 0,33-1 78 0 0,-24-1 96 0 0,75 8 0 0 0,-7 12 25 0 0,-101-20-264 0 0,3 0 28 0 0,-25 2-50 0 0,-1 0-1 0 0,1 0 1 0 0,0 0-1 0 0,0 0 1 0 0,-1 1-1 0 0,1-1 1 0 0,0 0-1 0 0,0 1 1 0 0,-1-1-1 0 0,1 1 1 0 0,0-1-1 0 0,-1 1 1 0 0,1-1-1 0 0,-1 1 0 0 0,1-1 1 0 0,0 1-1 0 0,-1 0 1 0 0,1-1-1 0 0,-1 1 1 0 0,0 0-1 0 0,1-1 1 0 0,-1 1-1 0 0,1 0 1 0 0,-1-1-1 0 0,0 1 1 0 0,0 0-1 0 0,1 1 1 0 0,1 4 106 0 0,1 0-1 0 0,0-1 1 0 0,1 1 0 0 0,-1-1 0 0 0,1 1 0 0 0,9 8 0 0 0,5 9 43 0 0,-9-8-113 0 0,-2 1 0 0 0,0-1-1 0 0,-1 1 1 0 0,0 0-1 0 0,4 25 1 0 0,0-2 248 0 0,0 2-264 0 0,-3 0 0 0 0,-1 1-1 0 0,1 50 1 0 0,-4-42-1 0 0,15 85 0 0 0,0-34-4 0 0,-13-68-8 0 0,0-1 1 0 0,2 0-1 0 0,2-1 0 0 0,12 32 1 0 0,-12-41-10 0 0,-1 1 0 0 0,0 1 0 0 0,-2 0 0 0 0,-1 0 0 0 0,-1 0 0 0 0,-1 0 0 0 0,-1 1 0 0 0,-1-1 0 0 0,-2 1 0 0 0,0-1 0 0 0,-6 31 0 0 0,7-50 9 0 0,-1 0 1 0 0,0 1 0 0 0,0-1 0 0 0,0 0 0 0 0,-1 0 0 0 0,0 0-1 0 0,0 0 1 0 0,0 0 0 0 0,-1 0 0 0 0,0 0 0 0 0,0-1 0 0 0,-5 7 0 0 0,3-5 36 0 0,0 0 0 0 0,0 1 0 0 0,0 0 1 0 0,1-1-1 0 0,0 1 0 0 0,0 1 0 0 0,1-1 0 0 0,0 1 1 0 0,0-1-1 0 0,1 1 0 0 0,-3 14 0 0 0,6-16-22 0 0,0-1 0 0 0,0 1 1 0 0,1-1-1 0 0,-1 1 0 0 0,1-1 0 0 0,0 0 0 0 0,1 0 0 0 0,-1 1 0 0 0,7 8 0 0 0,3 7-11 0 0,-17-23 5 0 0,1 1-1 0 0,-1 0 1 0 0,0-1 0 0 0,0 2 0 0 0,0-1 0 0 0,-9 0 0 0 0,6 1-15 0 0,-62-6 80 0 0,16 2 80 0 0,-63-13-1 0 0,73 10-162 0 0,-1 2 0 0 0,0 2 0 0 0,-52 4 0 0 0,35 0 0 0 0,-40-3 0 0 0,41 0 0 0 0,-113 10 0 0 0,96 3-142 0 0,0-3 1 0 0,-104-3 0 0 0,148-5-165 0 0,-1 2 0 0 0,1 1 1 0 0,-48 11-1 0 0,52-8 26 0 0,-1-1-1 0 0,0-1 1 0 0,0-1 0 0 0,-48-3-1 0 0,40-4 281 0 0,0 2 0 0 0,-1 2 0 0 0,1 2 0 0 0,-45 7 0 0 0,1-2-269 0 0,65-7 172 0 0,0 1 0 0 0,0 1 0 0 0,0 1 0 0 0,0 0 0 0 0,-25 9 0 0 0,27-7-3 0 0,0 0 0 0 0,0 0 0 0 0,-1-2 0 0 0,0 0-1 0 0,0 0 1 0 0,-27-1 0 0 0,29-1-427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336 5 456 0 0,'3'-1'1128'0'0,"0"0"1"0"0,0 0-1 0 0,0 1 0 0 0,1-1 0 0 0,-1 1 1 0 0,0-1-1 0 0,0 1 0 0 0,0 0 0 0 0,5 1 1 0 0,4-1-859 0 0,-12 1-207 0 0,0-1 1 0 0,1 1-1 0 0,-1-1 0 0 0,0 1 0 0 0,0-1 0 0 0,0 1 0 0 0,0-1 0 0 0,0 1 1 0 0,0 0-1 0 0,0-1 0 0 0,0 1 0 0 0,0-1 0 0 0,0 1 0 0 0,0-1 1 0 0,0 1-1 0 0,-1-1 0 0 0,1 1 0 0 0,0-1 0 0 0,0 1 0 0 0,0-1 1 0 0,-1 0-1 0 0,1 1 0 0 0,0-1 0 0 0,-1 1 0 0 0,1-1 0 0 0,0 1 0 0 0,-1-1 1 0 0,0 1-1 0 0,-12 20 215 0 0,12-19-137 0 0,-39 59 650 0 0,-225 324-787 0 0,249-366-311 0 0,-9 14-630 0 0,11-10-3216 0 0,8-11-16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7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12 1784 0 0,'15'-11'822'0'0,"-21"14"1051"0"0,-25 20 1482 0 0,-18 22-1725 0 0,3 3 0 0 0,-55 72 0 0 0,-69 118-2307 0 0,77-103 481 0 0,86-125-96 0 0,-18 26 391 0 0,13-11-3501 0 0,9-15-149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2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619 53 3225 0 0,'17'-12'23'0'0,"-9"6"671"0"0,-1 0 1 0 0,1 1-1 0 0,0 0 0 0 0,0 0 1 0 0,1 0-1 0 0,12-4 0 0 0,-21 9-609 0 0,1 1 0 0 0,-1-1-1 0 0,0 0 1 0 0,0 0 0 0 0,0 1-1 0 0,0-1 1 0 0,0 0 0 0 0,0 0-1 0 0,1 1 1 0 0,-1-1 0 0 0,0 0-1 0 0,0 0 1 0 0,0 1-1 0 0,0-1 1 0 0,0 0 0 0 0,0 0-1 0 0,0 1 1 0 0,0-1 0 0 0,0 0-1 0 0,0 0 1 0 0,0 1 0 0 0,0-1-1 0 0,0 0 1 0 0,0 0 0 0 0,-1 1-1 0 0,1-1 1 0 0,0 0-1 0 0,0 0 1 0 0,0 1 0 0 0,0-1-1 0 0,0 0 1 0 0,-1 1 254 0 0,1-1-255 0 0,0 0 1 0 0,-1 0 0 0 0,1 0-1 0 0,0 1 1 0 0,0-1 0 0 0,-1 0-1 0 0,1 0 1 0 0,-10 14 921 0 0,-253 306 3758 0 0,-71 96-5915 0 0,318-394 682 0 0,0 0 0 0 0,2 2 1 0 0,1 0-1 0 0,-18 42 0 0 0,25-49-4637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725 34 1840 0 0,'15'-8'221'0'0,"28"-14"-139"0"0,-41 21 181 0 0,1 1-1 0 0,-1-1 1 0 0,0 1 0 0 0,0-1 0 0 0,0 1 0 0 0,0 0 0 0 0,0 0 0 0 0,0 0 0 0 0,0 0 0 0 0,4 0-1 0 0,-5 0-192 0 0,-1 1 0 0 0,0-1 0 0 0,0 0 0 0 0,1 0-1 0 0,-1 1 1 0 0,0-1 0 0 0,0 0 0 0 0,0 0 0 0 0,1 1-1 0 0,-1-1 1 0 0,0 0 0 0 0,0 1 0 0 0,0-1 0 0 0,0 0 0 0 0,1 1-1 0 0,-1-1 1 0 0,0 0 0 0 0,0 1 0 0 0,0-1 0 0 0,0 0-1 0 0,0 1 1 0 0,0-1 0 0 0,0 0 0 0 0,0 1 0 0 0,0-1-1 0 0,0 0 1 0 0,0 1 0 0 0,0-1 0 0 0,0 0 0 0 0,-1 1-1 0 0,1-1 1 0 0,0 0 0 0 0,0 1 0 0 0,0-1 0 0 0,0 0-1 0 0,0 0 1 0 0,-1 1 0 0 0,1-1 0 0 0,0 0 0 0 0,0 1-1 0 0,-1-1 1 0 0,-9 15 1375 0 0,-109 114 3306 0 0,15-18-4050 0 0,-46 75-648 0 0,-69 78-518 0 0,191-234 350 0 0,-16 17-1184 0 0,-67 90-1 0 0,85-98-3011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8.7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779 27 3681 0 0,'14'-9'132'0'0,"19"-9"188"0"0,-33 18-246 0 0,0 1-1 0 0,0-1 1 0 0,0 0 0 0 0,1 1 0 0 0,-1-1-1 0 0,0 0 1 0 0,0 1 0 0 0,0-1-1 0 0,0 1 1 0 0,0-1 0 0 0,0 0 0 0 0,0 1-1 0 0,0-1 1 0 0,0 0 0 0 0,0 1 0 0 0,0-1-1 0 0,0 1 1 0 0,0-1 0 0 0,0 0 0 0 0,0 1-1 0 0,0-1 1 0 0,-1 0 0 0 0,1 1-1 0 0,0-1 1 0 0,0 0 0 0 0,0 1 0 0 0,0-1-1 0 0,-1 0 1 0 0,1 1 0 0 0,0-1 0 0 0,0 0-1 0 0,-1 1 1 0 0,1-1 0 0 0,-9 16 1052 0 0,-62 78 3117 0 0,-50 41-2781 0 0,26-30-1079 0 0,-210 270-700 0 0,117-113-2858 0 0,153-213-674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844 11 4145 0 0,'10'-4'44'0'0,"12"-2"742"0"0,-18 10 255 0 0,-10 9 634 0 0,-11 9-71 0 0,-1 0 1 0 0,-36 33-1 0 0,4-4-138 0 0,-346 433 710 0 0,299-359-2109 0 0,-120 196-3385 0 0,193-281-1447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606 43 6913 0 0,'12'-10'498'0'0,"-8"6"-174"0"0,1 0 0 0 0,0 1-1 0 0,0-1 1 0 0,0 1-1 0 0,0 0 1 0 0,1 0-1 0 0,-1 1 1 0 0,9-3 0 0 0,-14 4-272 0 0,0 1 1 0 0,0 0 0 0 0,1 0 0 0 0,-1 0 0 0 0,0 0-1 0 0,0 0 1 0 0,1 0 0 0 0,-1 0 0 0 0,0 0 0 0 0,0 0 0 0 0,0 0-1 0 0,1 0 1 0 0,-1 0 0 0 0,0 0 0 0 0,0 0 0 0 0,1 0-1 0 0,-1 0 1 0 0,0 0 0 0 0,0 0 0 0 0,1 0 0 0 0,-1 1 0 0 0,0-1-1 0 0,0 0 1 0 0,0 0 0 0 0,1 0 0 0 0,-1 0 0 0 0,0 0-1 0 0,0 1 1 0 0,0-1 0 0 0,0 0 0 0 0,1 0 0 0 0,-1 0-1 0 0,0 1 1 0 0,0-1 0 0 0,0 0 0 0 0,0 0 0 0 0,0 0 0 0 0,0 1-1 0 0,1-1 1 0 0,-1 0 0 0 0,-3 14 1232 0 0,-11 13 312 0 0,-33 48 138 0 0,-81 95-1 0 0,-72 57-1506 0 0,-43 53-4588 0 0,198-222-1106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682 0 6449 0 0,'0'0'18'0'0,"1"0"-1"0"0,-1 0 0 0 0,1 0 1 0 0,-1 0-1 0 0,0 1 1 0 0,1-1-1 0 0,-1 0 0 0 0,0 0 1 0 0,1 0-1 0 0,-1 0 0 0 0,0 1 1 0 0,1-1-1 0 0,-1 0 0 0 0,0 0 1 0 0,0 1-1 0 0,1-1 0 0 0,-1 0 1 0 0,0 0-1 0 0,0 1 1 0 0,1-1-1 0 0,-1 0 0 0 0,0 1 1 0 0,0-1-1 0 0,0 0 0 0 0,0 1 1 0 0,1-1-1 0 0,-1 0 0 0 0,0 1 1 0 0,0-1-1 0 0,0 1 0 0 0,0-1 1 0 0,0 0-1 0 0,0 1 1 0 0,-5 16 1031 0 0,-21 21 1106 0 0,20-30-1795 0 0,-71 88 870 0 0,-4-3 0 0 0,-101 88 1 0 0,3-2-3454 0 0,158-156 1347 0 0,0 0 0 0 0,2 2 0 0 0,0 0 0 0 0,-21 38 0 0 0,27-34 834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489 1 1376 0 0,'-1'2'268'0'0,"0"1"0"0"0,-1 0 0 0 0,1-1-1 0 0,0 1 1 0 0,-1-1 0 0 0,0 0 0 0 0,1 1-1 0 0,-1-1 1 0 0,-4 4 0 0 0,2-2 72 0 0,-195 214 4566 0 0,-18-18-6966 0 0,213-196 1934 0 0,-37 35-525 0 0,36-30 597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326 1 2905 0 0,'6'-1'19'0'0,"12"2"132"0"0,-17-1-140 0 0,-1 0-1 0 0,0 0 1 0 0,1 1-1 0 0,-1-1 1 0 0,0 1-1 0 0,0-1 1 0 0,1 0-1 0 0,-1 1 1 0 0,0-1-1 0 0,0 1 1 0 0,1-1 0 0 0,-1 0-1 0 0,0 1 1 0 0,0-1-1 0 0,0 1 1 0 0,0-1-1 0 0,0 1 1 0 0,0-1-1 0 0,0 1 1 0 0,0-1-1 0 0,0 1 1 0 0,0-1-1 0 0,0 0 1 0 0,0 1 0 0 0,0-1-1 0 0,0 1 1 0 0,0-1-1 0 0,0 1 1 0 0,0-1-1 0 0,0 1 1 0 0,-1-1-1 0 0,1 0 1 0 0,0 1-1 0 0,0-1 1 0 0,-1 1-1 0 0,1-1 1 0 0,0 0 0 0 0,-1 1-1 0 0,-11 23 1828 0 0,-2-1 0 0 0,0 0 0 0 0,-2-1-1 0 0,-33 38 1 0 0,-87 72-1129 0 0,46-48-1390 0 0,70-64 109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39.9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0 1840 0 0,'7'2'160'0'0,"-1"-1"-160"0"0,-5 2 0 0 0,-2 1 0 0 0,-1-1 985 0 0,0 2 159 0 0,-1 3 32 0 0,-1 8 8 0 0,-6 4-111 0 0,-5 4-17 0 0,-3 0-8 0 0,-14 7-3488 0 0,-1-8-697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0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1 6449 0 0,'0'0'499'0'0,"-21"31"3947"0"0,0 2-4214 0 0,2 1 1 0 0,1 0-1 0 0,2 2 0 0 0,2 0 0 0 0,1 1 0 0 0,1 0 0 0 0,3 1 0 0 0,1 0 0 0 0,1 1 0 0 0,-1 60 0 0 0,8-91-196 0 0,0 0-1 0 0,1 0 1 0 0,0 0-1 0 0,0-1 1 0 0,1 1 0 0 0,0 0-1 0 0,0-1 1 0 0,1 1-1 0 0,0-1 1 0 0,0 0 0 0 0,1 0-1 0 0,0 0 1 0 0,0-1 0 0 0,1 1-1 0 0,8 8 1 0 0,-8-10 20 0 0,0 0 0 0 0,0-1 0 0 0,0 0-1 0 0,1 0 1 0 0,0 0 0 0 0,0-1 0 0 0,0 0 0 0 0,0 0 0 0 0,0 0 0 0 0,1-1 0 0 0,-1 0 0 0 0,1 0 0 0 0,0-1 0 0 0,-1 0 0 0 0,1 0 0 0 0,0 0-1 0 0,0-1 1 0 0,9-1 0 0 0,-9 0-39 0 0,1 0-1 0 0,-1 0 1 0 0,1-1-1 0 0,-1 0 1 0 0,0 0-1 0 0,0-1 1 0 0,0 0 0 0 0,0 0-1 0 0,0-1 1 0 0,0 0-1 0 0,-1 0 1 0 0,11-9-1 0 0,-14 11-20 0 0,-1 0-1 0 0,0 0 1 0 0,-1 0-1 0 0,1 0 1 0 0,0-1-1 0 0,-1 1 1 0 0,1 0-1 0 0,-1-1 1 0 0,1 1 0 0 0,-1-1-1 0 0,0 0 1 0 0,0 1-1 0 0,-1-1 1 0 0,1 0-1 0 0,0 1 1 0 0,-1-1-1 0 0,0 0 1 0 0,1 0-1 0 0,-1 0 1 0 0,0 1-1 0 0,-1-1 1 0 0,1 0 0 0 0,0 0-1 0 0,-1 0 1 0 0,1 1-1 0 0,-1-1 1 0 0,0 0-1 0 0,0 1 1 0 0,0-1-1 0 0,0 1 1 0 0,-1-1-1 0 0,1 1 1 0 0,-1-1 0 0 0,1 1-1 0 0,-1 0 1 0 0,0 0-1 0 0,-3-3 1 0 0,-1-1-88 0 0,0 1 0 0 0,-1-1 0 0 0,0 1 0 0 0,0 1 0 0 0,-14-8 0 0 0,15 9-12 0 0,0 0 0 0 0,0 0 0 0 0,1-1 0 0 0,-1 0 0 0 0,1 0-1 0 0,0 0 1 0 0,0-1 0 0 0,-9-9 0 0 0,14 13 108 0 0,-1 0 0 0 0,1-1-1 0 0,-1 1 1 0 0,1 0-1 0 0,-1 0 1 0 0,1 0-1 0 0,-1 0 1 0 0,1-1 0 0 0,0 1-1 0 0,0 0 1 0 0,0 0-1 0 0,0 0 1 0 0,0-1 0 0 0,0 1-1 0 0,0 0 1 0 0,0 0-1 0 0,0-1 1 0 0,0 1-1 0 0,1 0 1 0 0,-1 0 0 0 0,1-2-1 0 0,1 0 7 0 0,0 0-1 0 0,0 0 0 0 0,-1 0 1 0 0,2 1-1 0 0,-1-1 0 0 0,0 1 1 0 0,0-1-1 0 0,4-1 1 0 0,5-5 32 0 0,1 1 0 0 0,24-12 1 0 0,-33 18-38 0 0,18-8 161 0 0,1-1-1 0 0,-1 2 0 0 0,2 1 0 0 0,-1 1 0 0 0,1 1 0 0 0,0 1 0 0 0,0 1 0 0 0,1 0 0 0 0,30 1 0 0 0,-52 3-102 0 0,0 1-1 0 0,0-1 0 0 0,0 1 0 0 0,0-1 0 0 0,0 1 0 0 0,-1 0 1 0 0,1-1-1 0 0,0 1 0 0 0,0 0 0 0 0,0 0 0 0 0,-1 1 1 0 0,1-1-1 0 0,0 0 0 0 0,-1 0 0 0 0,1 1 0 0 0,-1-1 0 0 0,0 1 1 0 0,1 0-1 0 0,-1-1 0 0 0,0 1 0 0 0,0 0 0 0 0,0 0 0 0 0,0-1 1 0 0,0 1-1 0 0,-1 0 0 0 0,1 0 0 0 0,0 0 0 0 0,0 3 0 0 0,1 7 276 0 0,0 1 0 0 0,-1-1 1 0 0,0 21-1 0 0,0-12-1 0 0,0 41 239 0 0,2 25 6 0 0,9-30-6427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8 920 0 0,'0'-1'55'0'0,"0"1"0"0"0,-1-1 0 0 0,1 1 0 0 0,0 0-1 0 0,0-1 1 0 0,0 1 0 0 0,-1 0 0 0 0,1-1 0 0 0,0 1-1 0 0,0 0 1 0 0,-1-1 0 0 0,1 1 0 0 0,0 0 0 0 0,-1-1 0 0 0,1 1-1 0 0,0 0 1 0 0,-1 0 0 0 0,1-1 0 0 0,0 1 0 0 0,-1 0 0 0 0,1 0-1 0 0,-1 0 1 0 0,1 0 0 0 0,0 0 0 0 0,-1-1 0 0 0,1 1 0 0 0,-1 0-1 0 0,1 0 1 0 0,0 0 0 0 0,-1 0 0 0 0,1 0 0 0 0,-1 0-1 0 0,1 0 1 0 0,-1 1 0 0 0,0-1 0 0 0,-19 10 1915 0 0,-14 20 946 0 0,23-18-2442 0 0,2 1 0 0 0,0 0 0 0 0,0 0 0 0 0,1 0 1 0 0,1 1-1 0 0,0 1 0 0 0,1-1 0 0 0,0 1 0 0 0,2 0 0 0 0,-7 30 0 0 0,11-43-445 0 0,-1 0 1 0 0,1 0-1 0 0,0 0 0 0 0,0 0 1 0 0,0 0-1 0 0,0-1 1 0 0,0 1-1 0 0,0 0 0 0 0,0 0 1 0 0,0 0-1 0 0,1 0 1 0 0,-1 0-1 0 0,1-1 0 0 0,-1 1 1 0 0,1 0-1 0 0,0 0 0 0 0,0-1 1 0 0,0 1-1 0 0,0 0 1 0 0,0-1-1 0 0,0 1 0 0 0,0-1 1 0 0,2 2-1 0 0,-1-2-24 0 0,0 0-1 0 0,0-1 1 0 0,0 1-1 0 0,0 0 1 0 0,0-1-1 0 0,0 0 1 0 0,0 1-1 0 0,0-1 1 0 0,0 0-1 0 0,0 0 1 0 0,0 0-1 0 0,0-1 1 0 0,0 1-1 0 0,0 0 1 0 0,0-1-1 0 0,0 1 1 0 0,3-2-1 0 0,7-2-99 0 0,-1-1 0 0 0,0-1 0 0 0,0 0 0 0 0,-1 0 0 0 0,17-13 0 0 0,-19 11 76 0 0,-1-1 1 0 0,1 0-1 0 0,-1-1 0 0 0,-1 1 1 0 0,0-1-1 0 0,0 0 0 0 0,-1-1 1 0 0,0 1-1 0 0,0-1 0 0 0,-2 0 1 0 0,4-15-1 0 0,7-15 1420 0 0,-14 42-1372 0 0,0-1 0 0 0,0 0 0 0 0,0 0 0 0 0,0 0 0 0 0,1 0 0 0 0,-1 0 0 0 0,0 0 0 0 0,0 0 0 0 0,0 0 0 0 0,0 0 0 0 0,0 0 0 0 0,0 0 0 0 0,0 0 0 0 0,0 0-1 0 0,0 0 1 0 0,0 0 0 0 0,1 0 0 0 0,-1 0 0 0 0,0 0 0 0 0,0 0 0 0 0,0 0 0 0 0,0 0 0 0 0,0 0 0 0 0,0 0 0 0 0,0 0 0 0 0,0 0 0 0 0,1 0 0 0 0,-1 0 0 0 0,0 0-1 0 0,0 0 1 0 0,0 0 0 0 0,0 0 0 0 0,0 0 0 0 0,0 0 0 0 0,0 0 0 0 0,0 0 0 0 0,0 0 0 0 0,0 0 0 0 0,1 0 0 0 0,-1 0 0 0 0,0 0 0 0 0,0 0 0 0 0,0 0 0 0 0,0 0 0 0 0,0-1-1 0 0,0 1 1 0 0,0 0 0 0 0,0 0 0 0 0,0 0 0 0 0,0 0 0 0 0,0 0 0 0 0,0 0 0 0 0,0 0 0 0 0,0 0 0 0 0,0-1 0 0 0,0 1 0 0 0,0 0 0 0 0,0 0 0 0 0,0 0 0 0 0,0 0-1 0 0,0 0 1 0 0,0 0 0 0 0,0 0 0 0 0,0 0 0 0 0,0 0 0 0 0,0-1 0 0 0,0 1 0 0 0,0 0 0 0 0,0 0 0 0 0,2 12 965 0 0,0 19-239 0 0,-2-28-593 0 0,1 8-10 0 0,0 0 0 0 0,1 0-1 0 0,0 0 1 0 0,0 0 0 0 0,1 0-1 0 0,1 0 1 0 0,-1-1 0 0 0,2 0 0 0 0,0 1-1 0 0,11 16 1 0 0,-13-22-389 0 0,1-1 1 0 0,-1 1-1 0 0,1-1 0 0 0,1 0 0 0 0,-1-1 1 0 0,0 1-1 0 0,1-1 0 0 0,-1 1 1 0 0,1-2-1 0 0,6 4 0 0 0,-6-4-375 0 0,-1 0 1 0 0,1-1-1 0 0,0 0 0 0 0,1 0 0 0 0,-1 0 0 0 0,0 0 1 0 0,0-1-1 0 0,0 1 0 0 0,1-2 0 0 0,-1 1 0 0 0,0 0 0 0 0,7-2 1 0 0,5-3-3489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60 103 456 0 0,'1'-7'-513'0'0,"0"-4"1042"0"0,0 1 1 0 0,0-1 1 0 0,-2-14-1 0 0,1 23-210 0 0,0 1 1 0 0,0-1-1 0 0,0 1 0 0 0,0-1 1 0 0,-1 1-1 0 0,1-1 0 0 0,0 0 0 0 0,-1 1 1 0 0,1-1-1 0 0,-1 1 0 0 0,0 0 0 0 0,1-1 1 0 0,-1 1-1 0 0,0-1 0 0 0,0 1 1 0 0,0 0-1 0 0,0 0 0 0 0,0 0 0 0 0,0-1 1 0 0,0 1-1 0 0,0 0 0 0 0,-1 0 0 0 0,1 0 1 0 0,0 1-1 0 0,0-1 0 0 0,-1 0 1 0 0,1 0-1 0 0,-1 1 0 0 0,1-1 0 0 0,-1 1 1 0 0,-1-1-1 0 0,1 1-169 0 0,1 0 1 0 0,0 0-1 0 0,-1 1 0 0 0,1-1 1 0 0,-1 0-1 0 0,1 1 0 0 0,0-1 0 0 0,-1 1 1 0 0,1-1-1 0 0,0 1 0 0 0,0 0 1 0 0,-1 0-1 0 0,1-1 0 0 0,0 1 1 0 0,0 0-1 0 0,0 0 0 0 0,0 0 1 0 0,0 0-1 0 0,0 0 0 0 0,0 0 0 0 0,1 1 1 0 0,-1-1-1 0 0,0 0 0 0 0,1 0 1 0 0,-1 1-1 0 0,0-1 0 0 0,1 0 1 0 0,0 1-1 0 0,-1-1 0 0 0,1 0 1 0 0,0 1-1 0 0,0-1 0 0 0,-1 1 0 0 0,1 1 1 0 0,-1 6 281 0 0,0 0-1 0 0,1 0 1 0 0,1 17 0 0 0,7 24 131 0 0,2-1 1 0 0,2-1-1 0 0,2 0 0 0 0,29 64 1 0 0,-26-74-1305 0 0,26 40 0 0 0,-9-17-5483 0 0,-28-48 679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43 123 5065 0 0,'-19'2'-826'0'0,"-5"-3"9269"0"0,40-9-5600 0 0,29-12-1290 0 0,-3 0-1090 0 0,56-21-1 0 0,-79 37-2047 0 0,1 0 0 0 0,0 2 1 0 0,23-4-1 0 0,-12 5-3446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2:42.1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35 263 4145 0 0,'-1'1'144'0'0,"-1"0"1"0"0,1 1 0 0 0,-1-1-1 0 0,1 1 1 0 0,-1 0-1 0 0,1-1 1 0 0,0 1 0 0 0,0 0-1 0 0,0 0 1 0 0,0 0-1 0 0,0-1 1 0 0,0 1-1 0 0,0 0 1 0 0,1 0 0 0 0,-1 1-1 0 0,0 3 1 0 0,1-5-59 0 0,1 0 1 0 0,-1 0 0 0 0,0 0-1 0 0,0-1 1 0 0,1 1-1 0 0,-1 0 1 0 0,1 0 0 0 0,-1 0-1 0 0,1 0 1 0 0,-1 0 0 0 0,1 0-1 0 0,-1 0 1 0 0,1-1-1 0 0,0 1 1 0 0,-1 0 0 0 0,1-1-1 0 0,0 1 1 0 0,0 0-1 0 0,-1-1 1 0 0,1 1 0 0 0,0-1-1 0 0,0 1 1 0 0,0-1 0 0 0,0 1-1 0 0,0-1 1 0 0,0 0-1 0 0,0 1 1 0 0,0-1 0 0 0,0 0-1 0 0,0 0 1 0 0,0 0-1 0 0,0 0 1 0 0,0 0 0 0 0,0 0-1 0 0,0 0 1 0 0,0 0 0 0 0,1-1-1 0 0,5 1 58 0 0,-1-1 1 0 0,1 0-1 0 0,-1 0 0 0 0,0 0 1 0 0,0-1-1 0 0,0 0 1 0 0,0 0-1 0 0,0-1 0 0 0,0 0 1 0 0,0 0-1 0 0,-1 0 0 0 0,1-1 1 0 0,-1 1-1 0 0,0-1 0 0 0,0-1 1 0 0,-1 1-1 0 0,1-1 0 0 0,-1 0 1 0 0,0 1-1 0 0,0-2 0 0 0,0 1 1 0 0,-1 0-1 0 0,0-1 0 0 0,3-6 1 0 0,2-6-52 0 0,-1 0 1 0 0,0 0 0 0 0,-1 0 0 0 0,-1-1 0 0 0,-1 0-1 0 0,3-35 1 0 0,-7 52-68 0 0,1 0 0 0 0,-1-1 0 0 0,0 1-1 0 0,0 0 1 0 0,0-1 0 0 0,0 1 0 0 0,0 0 0 0 0,-1-1 0 0 0,1 1-1 0 0,-1 0 1 0 0,1 0 0 0 0,-1-1 0 0 0,0 1 0 0 0,0 0-1 0 0,0 0 1 0 0,0 0 0 0 0,0 0 0 0 0,-1 0 0 0 0,1 0 0 0 0,-1 0-1 0 0,1 1 1 0 0,-1-1 0 0 0,1 0 0 0 0,-1 1 0 0 0,0-1 0 0 0,-2-1-1 0 0,1 2 49 0 0,0 0-1 0 0,0 0 0 0 0,0 1 1 0 0,0-1-1 0 0,0 1 1 0 0,0 0-1 0 0,0 0 0 0 0,0 0 1 0 0,0 0-1 0 0,0 0 0 0 0,0 1 1 0 0,0-1-1 0 0,0 1 0 0 0,0 0 1 0 0,0-1-1 0 0,0 2 0 0 0,0-1 1 0 0,0 0-1 0 0,1 0 0 0 0,-4 3 1 0 0,-4 2 64 0 0,0 1 1 0 0,0 0-1 0 0,1 0 1 0 0,0 1-1 0 0,0 1 1 0 0,0 0-1 0 0,1 0 1 0 0,1 0-1 0 0,0 1 1 0 0,0 0-1 0 0,0 0 1 0 0,2 1-1 0 0,-6 12 1 0 0,9-18-116 0 0,0 0 1 0 0,0 1-1 0 0,0 0 0 0 0,1-1 1 0 0,0 1-1 0 0,0 0 0 0 0,0-1 0 0 0,1 1 1 0 0,0 0-1 0 0,0 0 0 0 0,0 0 1 0 0,1-1-1 0 0,0 1 0 0 0,0 0 1 0 0,0 0-1 0 0,1-1 0 0 0,0 1 1 0 0,0-1-1 0 0,0 0 0 0 0,1 1 1 0 0,0-1-1 0 0,0 0 0 0 0,0-1 0 0 0,0 1 1 0 0,1 0-1 0 0,0-1 0 0 0,0 0 1 0 0,8 7-1 0 0,1-1-222 0 0,1-1 0 0 0,0-1 0 0 0,0 0 0 0 0,1-1 0 0 0,0-1-1 0 0,0 0 1 0 0,0-1 0 0 0,1 0 0 0 0,21 3 0 0 0,3-2-5964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19.1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91 920 0 0,'-15'3'5609'0'0,"26"-16"-4108"0"0,-21 17-753 0 0,4 0-744 0 0,-1-1 0 0 0,-1 0 0 0 0,1 0 0 0 0,0-1 0 0 0,-1 0 0 0 0,1-1 0 0 0,-1 1 0 0 0,1-2 0 0 0,-1 1 0 0 0,-9-1 0 0 0,48-3 548 0 0,0-1 0 0 0,1-1 0 0 0,51-16 0 0 0,16-4-40 0 0,-45 15-380 0 0,0 2 1 0 0,1 2-1 0 0,-1 3 0 0 0,87 6 0 0 0,-66 0-100 0 0,78-6 0 0 0,-83 0 4 0 0,104 8 0 0 0,-144-3-17 0 0,1-2 1 0 0,0-1 0 0 0,42-7 0 0 0,47-3 29 0 0,80 6-49 0 0,95 2 0 0 0,-169 12 0 0 0,-57-3 0 0 0,-1-3 0 0 0,80-7 0 0 0,82-4 632 0 0,-350 10 944 0 0,60 1-2221 0 0,-60 10 0 0 0,-45 3-505 0 0,-31-14 748 0 0,-192 10 133 0 0,331-7 186 0 0,-19 2-253 0 0,-122-3 1 0 0,121-9 128 0 0,-1 3 0 0 0,-131 13 0 0 0,158-6 113 0 0,-59-2 0 0 0,67-3 172 0 0,1 2-1 0 0,-62 9 1 0 0,54 7-1354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0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 3681 0 0,'-9'4'4298'0'0,"-3"11"-2978"0"0,6-7-1049 0 0,3-4 47 0 0,0 1 1 0 0,0-1-1 0 0,1 1 0 0 0,0-1 0 0 0,0 1 1 0 0,0 0-1 0 0,0 0 0 0 0,1 0 0 0 0,-1 0 1 0 0,1 0-1 0 0,1 0 0 0 0,-1 10 0 0 0,1 7 1153 0 0,4 38 0 0 0,-1-27-894 0 0,28 654 1924 0 0,-26-553-2403 0 0,24 142 0 0 0,-4-4 558 0 0,-18-155-255 0 0,46 227 0 0 0,-37-269-311 0 0,-4 0 0 0 0,-3 0 0 0 0,0 94 0 0 0,22 244 344 0 0,-3-82-103 0 0,-21-247-146 0 0,1 31 186 0 0,-8-114-452 0 0,0-1 20 0 0,0 1 1 0 0,0-1-1 0 0,0 0 0 0 0,0 1 0 0 0,0-1 0 0 0,0 0 1 0 0,0 0-1 0 0,0 1 0 0 0,0-1 0 0 0,0 0 0 0 0,0 1 1 0 0,0-1-1 0 0,0 0 0 0 0,0 1 0 0 0,0-1 0 0 0,1 0 1 0 0,-1 1-1 0 0,0-1 0 0 0,0 0 0 0 0,0 0 0 0 0,1 1 1 0 0,-1-1-1 0 0,0 0 0 0 0,0 0 0 0 0,0 1 0 0 0,1-1 1 0 0,-1 0-1 0 0,0 0 0 0 0,1 0 0 0 0,-1 1 1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6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102 530 4609 0 0,'-17'5'1006'0'0,"0"1"0"0"0,1 1 0 0 0,-21 11-1 0 0,22-10 1061 0 0,28-11 1806 0 0,17 3-2799 0 0,0-1-897 0 0,18-8-90 0 0,-1-2-1 0 0,66-25 1 0 0,30-7 45 0 0,459-56 507 0 0,-223 46-311 0 0,-38 12 325 0 0,-109 17-288 0 0,211-23 99 0 0,263-40 666 0 0,107-18-905 0 0,-249 91-224 0 0,-94 64 36 0 0,-407-41-8 0 0,32 4-59 0 0,246 27 897 0 0,-193-29-227 0 0,419 35 164 0 0,-348-34-1505 0 0,-155-10-5764 0 0,-45-1-69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7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5 920 0 0,'-5'-1'7910'0'0,"25"-1"-6699"0"0,32 0-1706 0 0,111 7 1903 0 0,98 7-1846 0 0,-260-12 285 0 0,0 0 1 0 0,0 1-1 0 0,0-1 1 0 0,-1 0 0 0 0,1 0-1 0 0,0 1 1 0 0,0-1 0 0 0,-1 0-1 0 0,1 1 1 0 0,0-1-1 0 0,0 0 1 0 0,-1 1 0 0 0,1-1-1 0 0,0 1 1 0 0,-1 0-1 0 0,1-1 1 0 0,-1 1 0 0 0,1 0-1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08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1376 0 0,'-10'0'111'0'0,"-31"1"1081"0"0,39-1-1001 0 0,1 0 1 0 0,0 0-1 0 0,0 0 1 0 0,-1 0-1 0 0,1 1 1 0 0,0-1-1 0 0,-1 0 1 0 0,1 1-1 0 0,0-1 1 0 0,0 1-1 0 0,-1-1 1 0 0,1 1 0 0 0,0 0-1 0 0,0 0 1 0 0,0-1-1 0 0,0 1 1 0 0,0 0-1 0 0,0 0 1 0 0,0 0-1 0 0,0 0 1 0 0,0 0-1 0 0,1 0 1 0 0,-1 0-1 0 0,-1 2 1 0 0,2 0 218 0 0,1-1 0 0 0,-1 1-1 0 0,0-1 1 0 0,1 0 0 0 0,-1 1 0 0 0,1-1-1 0 0,0 1 1 0 0,0-1 0 0 0,0 0 0 0 0,0 0 0 0 0,0 1-1 0 0,1-1 1 0 0,1 2 0 0 0,10 26 1717 0 0,-12 2-1141 0 0,-1 1 0 0 0,-6 48 1 0 0,2-44-658 0 0,2 59 1 0 0,-2 331 1806 0 0,3-342-1969 0 0,15 139 1 0 0,-6-140-127 0 0,0 147 497 0 0,-5-104-304 0 0,-3-48-171 0 0,0-36 7 0 0,8 71 1 0 0,4-14 18 0 0,-4 0 0 0 0,-6 120 0 0 0,-3-205-81 0 0,-1 56 46 0 0,9 111 1 0 0,-4-139 24 0 0,-3 55 1 0 0,-1-64-41 0 0,1 0 1 0 0,1 0 0 0 0,7 36-1 0 0,15 17 213 0 0,-13-54-92 0 0,7 40-1 0 0,28 129-159 0 0,-38-150 17 0 0,-5-29-1 0 0,1-1-1 0 0,11 37 1 0 0,-13-54-160 0 0,0-1 0 0 0,0 1 1 0 0,-1-1-1 0 0,0 1 0 0 0,0-1 0 0 0,0 6 0 0 0,1 21-988 0 0,-1-28 430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3054 0 1376 0 0,'0'0'107'0'0,"-1"1"-66"0"0,-23 27 1649 0 0,1 0-1 0 0,1 2 0 0 0,2 0 1 0 0,-19 39-1 0 0,-32 47 215 0 0,-34 48 13 0 0,-96 204 1 0 0,182-331-1823 0 0,-78 146 176 0 0,-52 104-240 0 0,94-175-31 0 0,-184 373 0 0 0,96-250 0 0 0,42-74 0 0 0,-322 494 337 0 0,371-585-204 0 0,-15 19 176 0 0,-67 119 1 0 0,-9 76 719 0 0,54-104-217 0 0,-233 487 694 0 0,112-247 101 0 0,136-281-1283 0 0,28-43-241 0 0,28-56-39 0 0,-1-1 0 0 0,-2-1 0 0 0,-32 44 0 0 0,42-66-789 0 0,1 0 1 0 0,0 1 0 0 0,-9 25-1 0 0,1-5-338 0 0,13-27 71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4.9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181 107 3225 0 0,'0'-6'429'0'0,"-1"0"1"0"0,0 0 0 0 0,0 0-1 0 0,0 0 1 0 0,-1 0 0 0 0,0 1-1 0 0,0-1 1 0 0,0 0 0 0 0,-1 1-1 0 0,0-1 1 0 0,0 1-1 0 0,0 0 1 0 0,-8-8 0 0 0,10 11-225 0 0,0 1-1 0 0,-1-1 1 0 0,1 1 0 0 0,-1-1 0 0 0,0 1-1 0 0,1-1 1 0 0,-1 1 0 0 0,0 0 0 0 0,0 0 0 0 0,0 0-1 0 0,0 0 1 0 0,0 0 0 0 0,0 1 0 0 0,0-1-1 0 0,0 0 1 0 0,0 1 0 0 0,0 0 0 0 0,0-1 0 0 0,-1 1-1 0 0,1 0 1 0 0,0 0 0 0 0,0 0 0 0 0,0 0 0 0 0,0 1-1 0 0,-1-1 1 0 0,1 1 0 0 0,0-1 0 0 0,0 1-1 0 0,0 0 1 0 0,0-1 0 0 0,0 1 0 0 0,0 0 0 0 0,0 0-1 0 0,0 1 1 0 0,1-1 0 0 0,-1 0 0 0 0,0 1-1 0 0,1-1 1 0 0,-1 1 0 0 0,-1 1 0 0 0,-4 6-55 0 0,-1 0 0 0 0,2 1 0 0 0,-1 0 0 0 0,2 0 1 0 0,-1 0-1 0 0,1 0 0 0 0,1 1 0 0 0,0 0 0 0 0,0 0 0 0 0,1 0 0 0 0,0 1 1 0 0,1-1-1 0 0,1 1 0 0 0,0-1 0 0 0,0 16 0 0 0,1-6-93 0 0,1-1 0 0 0,1 0 0 0 0,1 1-1 0 0,0-1 1 0 0,2 0 0 0 0,0-1 0 0 0,16 38-1 0 0,-17-49-47 0 0,0 0 0 0 0,0 0 0 0 0,1-1 0 0 0,0 1 0 0 0,1-1 0 0 0,-1 0 0 0 0,1 0 0 0 0,1-1 0 0 0,-1 0 0 0 0,1 0 0 0 0,0 0 0 0 0,1-1 0 0 0,-1 0 0 0 0,17 8 0 0 0,-18-11-105 0 0,1 0 0 0 0,-1 0 0 0 0,0-1 0 0 0,0 1 1 0 0,1-1-1 0 0,-1-1 0 0 0,1 1 0 0 0,-1-1 0 0 0,1 0 0 0 0,-1-1 0 0 0,0 0 0 0 0,1 0 0 0 0,-1 0 0 0 0,0 0 1 0 0,1-1-1 0 0,-1 0 0 0 0,0-1 0 0 0,0 1 0 0 0,-1-1 0 0 0,1 0 0 0 0,10-8 0 0 0,-4 1-851 0 0,1 0-1 0 0,-2-1 0 0 0,1 0 1 0 0,-2-1-1 0 0,1-1 0 0 0,11-18 1 0 0,45-86-2878 0 0,-61 104 3936 0 0,11-18-111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9218 0 0,'-1'1'112'0'0,"0"0"0"0"0,0 0 0 0 0,-1 0 1 0 0,1 1-1 0 0,0-1 0 0 0,0 0 0 0 0,1 0 0 0 0,-1 1 0 0 0,0-1 0 0 0,0 1 1 0 0,1-1-1 0 0,-1 1 0 0 0,1-1 0 0 0,-1 1 0 0 0,1-1 0 0 0,0 1 0 0 0,-1 3 0 0 0,2-2 137 0 0,-1 1 0 0 0,1-1 0 0 0,0 1 0 0 0,1-1-1 0 0,-1 0 1 0 0,0 1 0 0 0,3 3 0 0 0,49 87 2498 0 0,7 16-1283 0 0,-39-59-1121 0 0,-15-35-336 0 0,0-1 1 0 0,0 0-1 0 0,1-1 1 0 0,1 1-1 0 0,1-1 1 0 0,17 22-1 0 0,-22-39-334 0 0,-3-11-203 0 0,-1-12-409 0 0,-2 7 457 0 0,1 0 0 0 0,0 0 0 0 0,2 0 1 0 0,0 0-1 0 0,2 0 0 0 0,5-25 0 0 0,-7 39 631 0 0,1-1 0 0 0,-1 1 0 0 0,1 0 0 0 0,0 0 0 0 0,0 0 0 0 0,1 0-1 0 0,0 0 1 0 0,-1 1 0 0 0,2-1 0 0 0,-1 1 0 0 0,0 0 0 0 0,1 0 0 0 0,0 0-1 0 0,0 0 1 0 0,0 1 0 0 0,0-1 0 0 0,1 1 0 0 0,-1 0 0 0 0,1 0 0 0 0,0 1-1 0 0,0 0 1 0 0,0-1 0 0 0,0 2 0 0 0,0-1 0 0 0,1 0 0 0 0,7 0 0 0 0,-9 2-15 0 0,-1 0 1 0 0,0 0-1 0 0,0 0 0 0 0,0 0 1 0 0,1 1-1 0 0,-1 0 1 0 0,0 0-1 0 0,0-1 1 0 0,0 2-1 0 0,0-1 1 0 0,0 0-1 0 0,0 1 1 0 0,0-1-1 0 0,-1 1 1 0 0,1 0-1 0 0,0 0 1 0 0,-1 0-1 0 0,1 0 1 0 0,-1 0-1 0 0,0 1 1 0 0,3 3-1 0 0,5 7-170 0 0,0 1 0 0 0,-1 0-1 0 0,7 17 1 0 0,5 7-1006 0 0,-4-14-1787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5.8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65 4145 0 0,'-10'-41'2294'0'0,"0"22"601"0"0,9 19-2772 0 0,1-1 1 0 0,0 1-1 0 0,-1-1 1 0 0,1 1-1 0 0,-1 0 1 0 0,1 0-1 0 0,0-1 1 0 0,-1 1-1 0 0,1 0 1 0 0,-1 0-1 0 0,1-1 1 0 0,-1 1-1 0 0,1 0 1 0 0,-1 0-1 0 0,1 0 1 0 0,0 0-1 0 0,-1 0 1 0 0,1 0-1 0 0,-1 0 1 0 0,1 0-1 0 0,-1 0 1 0 0,1 0-1 0 0,-1 0 1 0 0,1 0-1 0 0,-1 0 1 0 0,1 0-1 0 0,-1 0 1 0 0,1 0-1 0 0,-1 0 1 0 0,1 1-1 0 0,-1-1 1 0 0,-1 2 131 0 0,0-1 1 0 0,0 1-1 0 0,0 0 1 0 0,1 0 0 0 0,-1 0-1 0 0,1 0 1 0 0,0 0 0 0 0,-1 0-1 0 0,1 0 1 0 0,0 0 0 0 0,0 0-1 0 0,0 1 1 0 0,0-1 0 0 0,1 0-1 0 0,-1 1 1 0 0,1-1-1 0 0,-1 3 1 0 0,-3 48 856 0 0,4-42-876 0 0,-1 5-192 0 0,0-3-2 0 0,0 0-1 0 0,1 0 1 0 0,0-1 0 0 0,1 1-1 0 0,1 0 1 0 0,0 0 0 0 0,7 23-1 0 0,-9-35-72 0 0,1 1-1 0 0,0-1 1 0 0,-1 1-1 0 0,1-1 1 0 0,0 1-1 0 0,0-1 1 0 0,0 0 0 0 0,0 1-1 0 0,0-1 1 0 0,0 0-1 0 0,1 0 1 0 0,-1 0-1 0 0,0 0 1 0 0,2 1-1 0 0,-2-1-16 0 0,0-1 0 0 0,0 0 0 0 0,-1 0 0 0 0,1 0 0 0 0,0 1 0 0 0,0-1 0 0 0,-1 0-1 0 0,1 0 1 0 0,0 0 0 0 0,0 0 0 0 0,-1 0 0 0 0,1-1 0 0 0,0 1 0 0 0,0 0 0 0 0,-1 0 0 0 0,1 0-1 0 0,0-1 1 0 0,0 1 0 0 0,-1 0 0 0 0,1-1 0 0 0,1 0 0 0 0,0-1-86 0 0,1 0 1 0 0,-1 0 0 0 0,0-1-1 0 0,0 1 1 0 0,0-1-1 0 0,0 0 1 0 0,-1 1 0 0 0,1-1-1 0 0,-1 0 1 0 0,1 0-1 0 0,-1 0 1 0 0,2-5-1 0 0,5-38-219 0 0,-7 37 934 0 0,1-1-1 0 0,-1 1 1 0 0,2 0-1 0 0,-1 0 1 0 0,1 0-1 0 0,7-14 1 0 0,-9 22-538 0 0,-1 1 1 0 0,1-1 0 0 0,-1 1-1 0 0,1 0 1 0 0,-1-1-1 0 0,1 1 1 0 0,0 0 0 0 0,-1 0-1 0 0,1 0 1 0 0,0-1 0 0 0,-1 1-1 0 0,1 0 1 0 0,0 0 0 0 0,-1 0-1 0 0,1 0 1 0 0,0 0-1 0 0,-1 0 1 0 0,1 0 0 0 0,0 0-1 0 0,-1 1 1 0 0,1-1 0 0 0,-1 0-1 0 0,1 0 1 0 0,0 0 0 0 0,-1 1-1 0 0,1-1 1 0 0,-1 0 0 0 0,1 1-1 0 0,0-1 1 0 0,-1 1-1 0 0,1-1 1 0 0,-1 0 0 0 0,1 1-1 0 0,-1-1 1 0 0,0 1 0 0 0,1-1-1 0 0,0 2 1 0 0,24 24 10 0 0,-20-21 77 0 0,11 11-14 0 0,0-2 1 0 0,1 0 0 0 0,23 15 0 0 0,-31-23-338 0 0,0-1 1 0 0,0-1-1 0 0,15 6 1 0 0,-16-8-534 0 0,-1 0 0 0 0,1 0 0 0 0,0-1 1 0 0,0 0-1 0 0,10 0 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6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15 115 2817 0 0,'-1'0'79'0'0,"1"0"1"0"0,-1 0 0 0 0,1 0 0 0 0,-1 0 0 0 0,1 0 0 0 0,-1 0 0 0 0,1 0 0 0 0,-1 0 0 0 0,1 0-1 0 0,-1 0 1 0 0,1-1 0 0 0,-1 1 0 0 0,1 0 0 0 0,-1 0 0 0 0,1-1 0 0 0,-1 1 0 0 0,1 0 0 0 0,-1-1-1 0 0,1 1 1 0 0,0 0 0 0 0,-1-1 0 0 0,1 1 0 0 0,-1 0 0 0 0,1-1 0 0 0,0 1 0 0 0,0-1 0 0 0,-1 1-1 0 0,1-1 1 0 0,0 1 0 0 0,0-1 0 0 0,-1 1 0 0 0,1-1 0 0 0,0 1 0 0 0,0-1 0 0 0,0 1 0 0 0,0-1-1 0 0,0 1 1 0 0,0-1 0 0 0,0 1 0 0 0,0-1 0 0 0,0 1 0 0 0,0-1 0 0 0,0 1 0 0 0,0-1 0 0 0,0 0-1 0 0,1 1 1 0 0,-1-1 0 0 0,0 1 0 0 0,0 0 0 0 0,0-1 0 0 0,1 0 0 0 0,0-1 394 0 0,-1 1 1 0 0,1-1 0 0 0,0 1-1 0 0,0-1 1 0 0,-1 1-1 0 0,1-1 1 0 0,1 1 0 0 0,-1-1-1 0 0,0 1 1 0 0,0 0-1 0 0,0-1 1 0 0,1 1-1 0 0,-1 0 1 0 0,3-1 0 0 0,-2 1-209 0 0,0 0 0 0 0,0 1 0 0 0,0-1 0 0 0,0 1 0 0 0,0-1 0 0 0,1 1 1 0 0,-1 0-1 0 0,0 0 0 0 0,0 0 0 0 0,0 0 0 0 0,0 0 0 0 0,1 1 0 0 0,-1-1 1 0 0,0 0-1 0 0,0 1 0 0 0,0 0 0 0 0,0 0 0 0 0,4 1 0 0 0,-3 1-76 0 0,1-1-1 0 0,-1 1 1 0 0,0-1-1 0 0,0 1 1 0 0,0 0-1 0 0,0 1 0 0 0,0-1 1 0 0,-1 0-1 0 0,3 5 1 0 0,4 8-81 0 0,-1-1 1 0 0,-1 2-1 0 0,8 27 0 0 0,-14-40-17 0 0,8 22-377 0 0,18 40-1 0 0,-29-72-89 0 0,0-1 1 0 0,0 1-1 0 0,1 0 0 0 0,-1-13 0 0 0,-2-6-74 0 0,1 9 403 0 0,1 1 0 0 0,0-1 1 0 0,1 0-1 0 0,1 0 0 0 0,0 0 0 0 0,3-19 0 0 0,-2 30 111 0 0,0 0-1 0 0,0 0 1 0 0,0 0-1 0 0,0 1 1 0 0,1-1-1 0 0,-1 0 1 0 0,1 1-1 0 0,0-1 1 0 0,1 1-1 0 0,-1 0 1 0 0,1 0-1 0 0,0 0 0 0 0,0 0 1 0 0,0 0-1 0 0,0 1 1 0 0,1-1-1 0 0,-1 1 1 0 0,1 0-1 0 0,0 0 1 0 0,0 0-1 0 0,0 1 1 0 0,1-1-1 0 0,-1 1 0 0 0,8-3 1 0 0,-10 5 3 0 0,0 0 0 0 0,0-1 0 0 0,0 1 0 0 0,0 0 0 0 0,0 1 0 0 0,0-1 0 0 0,0 0 0 0 0,1 1 0 0 0,-1-1 0 0 0,0 1 0 0 0,0-1 0 0 0,-1 1 0 0 0,1 0 0 0 0,0 0 0 0 0,0 0 0 0 0,0 0 0 0 0,0 0 0 0 0,-1 0 1 0 0,1 1-1 0 0,0-1 0 0 0,-1 0 0 0 0,1 1 0 0 0,-1-1 0 0 0,2 3 0 0 0,5 7 83 0 0,0-1-1 0 0,11 21 1 0 0,-11-18-42 0 0,5 8-292 0 0,-1 1-1 0 0,-1 0 1 0 0,-1 0 0 0 0,-1 1 0 0 0,-1 1 0 0 0,-1-1-1 0 0,5 29 1 0 0,-13-44-2173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0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97 1376 0 0,'-2'-1'229'0'0,"0"0"0"0"0,0 0 0 0 0,1 0-1 0 0,-1-1 1 0 0,0 1 0 0 0,0-1 0 0 0,1 1 0 0 0,-1-1-1 0 0,1 0 1 0 0,-1 0 0 0 0,1 1 0 0 0,0-1 0 0 0,-1 0-1 0 0,1 0 1 0 0,0 0 0 0 0,0-1 0 0 0,1 1 0 0 0,-1 0-1 0 0,0 0 1 0 0,1 0 0 0 0,-1-4 0 0 0,2 4 118 0 0,-1-1 1 0 0,1 1 0 0 0,0-1-1 0 0,0 0 1 0 0,0 1-1 0 0,0 0 1 0 0,0-1 0 0 0,0 1-1 0 0,1 0 1 0 0,-1-1 0 0 0,1 1-1 0 0,0 0 1 0 0,0 0 0 0 0,-1 0-1 0 0,1 1 1 0 0,1-1 0 0 0,-1 0-1 0 0,4-2 1 0 0,-4 3-188 0 0,-1 0 0 0 0,1 0 0 0 0,0-1 0 0 0,0 1 0 0 0,0 1 0 0 0,0-1 0 0 0,0 0 1 0 0,0 0-1 0 0,0 1 0 0 0,0-1 0 0 0,0 1 0 0 0,0-1 0 0 0,0 1 0 0 0,0 0 0 0 0,0 0 0 0 0,0 0 1 0 0,1 0-1 0 0,-1 1 0 0 0,0-1 0 0 0,0 0 0 0 0,0 1 0 0 0,0-1 0 0 0,0 1 0 0 0,0 0 0 0 0,0 0 0 0 0,0 0 1 0 0,0 0-1 0 0,-1 0 0 0 0,1 0 0 0 0,0 0 0 0 0,0 1 0 0 0,-1-1 0 0 0,1 1 0 0 0,-1-1 0 0 0,0 1 0 0 0,1-1 1 0 0,-1 1-1 0 0,2 2 0 0 0,5 9 32 0 0,1 1 1 0 0,-2 0-1 0 0,0 0 0 0 0,7 18 1 0 0,-6-12 30 0 0,6 8-176 0 0,14 36 36 0 0,-26-60-80 0 0,-1 0 0 0 0,0 0-1 0 0,0-1 1 0 0,0 1 0 0 0,-1 0-1 0 0,1 0 1 0 0,-1 0 0 0 0,0 0 0 0 0,0 0-1 0 0,-1 0 1 0 0,1 0 0 0 0,-1 0 0 0 0,-1 7-1 0 0,2-11-5 0 0,0 0 0 0 0,0 0 0 0 0,0 0 0 0 0,0 0-1 0 0,0 1 1 0 0,0-1 0 0 0,0 0 0 0 0,-1 0 0 0 0,1 0 0 0 0,0 0-1 0 0,0 1 1 0 0,0-1 0 0 0,0 0 0 0 0,0 0 0 0 0,0 0-1 0 0,0 0 1 0 0,0 0 0 0 0,0 0 0 0 0,-1 0 0 0 0,1 1 0 0 0,0-1-1 0 0,0 0 1 0 0,0 0 0 0 0,0 0 0 0 0,0 0 0 0 0,-1 0-1 0 0,1 0 1 0 0,0 0 0 0 0,0 0 0 0 0,0 0 0 0 0,0 0 0 0 0,0 0-1 0 0,-1 0 1 0 0,1 0 0 0 0,0 0 0 0 0,0 0 0 0 0,0 0 0 0 0,0 0-1 0 0,-1 0 1 0 0,1 0 0 0 0,0 0 0 0 0,0 0 0 0 0,0 0-1 0 0,0 0 1 0 0,-1 0 0 0 0,-5-8-331 0 0,-1-11-271 0 0,5 0 531 0 0,2 0 1 0 0,0 0-1 0 0,2 0 0 0 0,0 0 1 0 0,1 0-1 0 0,0 1 1 0 0,2-1-1 0 0,0 1 0 0 0,12-26 1 0 0,-16 41 91 0 0,0 1 0 0 0,0 0 1 0 0,0 0-1 0 0,0 0 0 0 0,1 0 1 0 0,-1 1-1 0 0,0-1 0 0 0,1 0 1 0 0,0 0-1 0 0,-1 1 0 0 0,1-1 1 0 0,0 1-1 0 0,0 0 0 0 0,0-1 1 0 0,0 1-1 0 0,0 0 0 0 0,0 0 1 0 0,0 0-1 0 0,0 0 0 0 0,0 1 1 0 0,1-1-1 0 0,2 0 0 0 0,0 0 108 0 0,0 1 0 0 0,0 0 0 0 0,0 0 0 0 0,0 0 0 0 0,0 1 0 0 0,0 0-1 0 0,0 0 1 0 0,0 0 0 0 0,7 3 0 0 0,-8-3-104 0 0,-1 1-1 0 0,0-1 1 0 0,0 1 0 0 0,0 0-1 0 0,0 0 1 0 0,0 0 0 0 0,-1 0-1 0 0,1 0 1 0 0,0 1 0 0 0,-1-1-1 0 0,0 1 1 0 0,0 0 0 0 0,1 0-1 0 0,-2-1 1 0 0,1 2 0 0 0,2 3-1 0 0,1 5-162 0 0,-1 0-1 0 0,0 1 0 0 0,3 15 0 0 0,10 29-2054 0 0,-12-46 1188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14 513 7834 0 0,'0'2'238'0'0,"-1"-1"1"0"0,1 1 0 0 0,-1 0-1 0 0,1-1 1 0 0,0 1 0 0 0,-1 0-1 0 0,1-1 1 0 0,0 1 0 0 0,0 0-1 0 0,0-1 1 0 0,0 1 0 0 0,1 0-1 0 0,-1-1 1 0 0,1 3 0 0 0,7-3 2984 0 0,8-11-1378 0 0,-8 2-1698 0 0,0 0 0 0 0,-1 0 0 0 0,0-1 0 0 0,0 0 0 0 0,0 0 0 0 0,-1 0 0 0 0,-1-1 0 0 0,0 0 0 0 0,0 0 0 0 0,-1-1 0 0 0,0 1 0 0 0,2-13 0 0 0,-4 17-210 0 0,-1 0 0 0 0,0 0 0 0 0,-1 0 0 0 0,0 0 0 0 0,1 0 0 0 0,-2 0-1 0 0,1-1 1 0 0,-1 1 0 0 0,0 0 0 0 0,-3-9 0 0 0,3 11-89 0 0,-1 0 0 0 0,0 0 0 0 0,0 1 0 0 0,0-1 0 0 0,0 0 0 0 0,-1 1 0 0 0,0-1 0 0 0,1 1 0 0 0,-1 0 0 0 0,0 0 0 0 0,-1 0 0 0 0,1 0 0 0 0,0 1 0 0 0,-1-1 0 0 0,0 1 0 0 0,-4-3 0 0 0,7 5 119 0 0,0-1 0 0 0,0 1 0 0 0,0 0-1 0 0,0-1 1 0 0,0 1 0 0 0,0 0 0 0 0,0-1 0 0 0,0 1-1 0 0,0 0 1 0 0,0 0 0 0 0,0 0 0 0 0,0 0 0 0 0,0 0-1 0 0,0 0 1 0 0,0 0 0 0 0,-1 0 0 0 0,1 1-1 0 0,0-1 1 0 0,0 0 0 0 0,0 0 0 0 0,0 1 0 0 0,1-1-1 0 0,-1 1 1 0 0,0-1 0 0 0,-2 2 0 0 0,1 0 22 0 0,1 0 0 0 0,-1 0 1 0 0,0 0-1 0 0,1 0 0 0 0,-1 0 1 0 0,1 0-1 0 0,-1 1 0 0 0,1-1 1 0 0,0 0-1 0 0,-1 4 0 0 0,-2 6 81 0 0,1 1-1 0 0,0 0 1 0 0,-1 15-1 0 0,4-26-86 0 0,-2 12 46 0 0,1-1 0 0 0,0 1 0 0 0,1-1 0 0 0,1 0 0 0 0,0 1 0 0 0,1-1 0 0 0,1 0 0 0 0,0 0 0 0 0,5 15-1 0 0,-6-23-25 0 0,-1-2-1 0 0,1 1 1 0 0,0 0-1 0 0,0 0 0 0 0,1 0 1 0 0,-1-1-1 0 0,1 1 1 0 0,-1-1-1 0 0,1 0 0 0 0,0 0 1 0 0,1 0-1 0 0,-1 0 0 0 0,0-1 1 0 0,1 1-1 0 0,0-1 1 0 0,-1 0-1 0 0,1 0 0 0 0,0 0 1 0 0,0 0-1 0 0,0-1 1 0 0,0 0-1 0 0,0 1 0 0 0,1-2 1 0 0,-1 1-1 0 0,0 0 0 0 0,0-1 1 0 0,1 0-1 0 0,-1 0 1 0 0,0 0-1 0 0,1 0 0 0 0,-1-1 1 0 0,6-1-1 0 0,-1 0-175 0 0,0-1-1 0 0,0-1 1 0 0,-1 1 0 0 0,1-1-1 0 0,-1-1 1 0 0,0 1-1 0 0,0-1 1 0 0,0-1 0 0 0,0 0-1 0 0,-1 0 1 0 0,0 0-1 0 0,-1-1 1 0 0,1 0 0 0 0,-1 0-1 0 0,8-14 1 0 0,6-9-113 0 0,-2-1 0 0 0,25-58-1 0 0,-25 46 552 0 0,20-64-1 0 0,-34 93 37 0 0,-1-1 0 0 0,0 1 0 0 0,-1 0-1 0 0,0-1 1 0 0,-1 1 0 0 0,-1-1 0 0 0,0 1 0 0 0,-1-1-1 0 0,-3-14 1 0 0,4 28-186 0 0,0 1 1 0 0,0-1-1 0 0,0 0 1 0 0,-1 0-1 0 0,1 1 0 0 0,0-1 1 0 0,0 0-1 0 0,0 1 0 0 0,-1-1 1 0 0,1 0-1 0 0,0 1 0 0 0,-1-1 1 0 0,1 0-1 0 0,0 1 0 0 0,-1-1 1 0 0,1 0-1 0 0,-1 1 0 0 0,1-1 1 0 0,-1 1-1 0 0,1-1 0 0 0,-1 1 1 0 0,0-1-1 0 0,1 1 0 0 0,-1 0 1 0 0,1-1-1 0 0,-1 1 0 0 0,0 0 1 0 0,1-1-1 0 0,-1 1 0 0 0,0 0 1 0 0,0 0-1 0 0,1 0 0 0 0,-1-1 1 0 0,0 1-1 0 0,0 0 0 0 0,1 0 1 0 0,-1 0-1 0 0,0 0 0 0 0,1 0 1 0 0,-1 1-1 0 0,-1-1 1 0 0,1 1-23 0 0,0-1 1 0 0,0 1 0 0 0,1 0 0 0 0,-1-1 0 0 0,0 1-1 0 0,1 0 1 0 0,-1 0 0 0 0,0-1 0 0 0,1 1 0 0 0,-1 0-1 0 0,1 0 1 0 0,0 0 0 0 0,-1 0 0 0 0,1 0 0 0 0,0 0-1 0 0,-1 0 1 0 0,1 0 0 0 0,0 0 0 0 0,0 0 0 0 0,0 0-1 0 0,0 0 1 0 0,0 0 0 0 0,0 0 0 0 0,0 0 0 0 0,0 0-1 0 0,0 0 1 0 0,0 0 0 0 0,1 0 0 0 0,-1 0 0 0 0,0-1-1 0 0,1 1 1 0 0,-1 0 0 0 0,1 1 0 0 0,40 110 462 0 0,37 170 1 0 0,-50-172-2081 0 0,-24-95-3922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3:27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 12899 0 0,'0'3'1152'0'0,"-2"2"1185"0"0,1-2-1177 0 0,0 0 8 0 0,-1-1-752 0 0,2 0-144 0 0,2-4 200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55.58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2309 252 4145 0 0,'-25'7'599'0'0,"1"2"0"0"0,-30 15 0 0 0,3 0-174 0 0,-127 42 1039 0 0,177-66-1478 0 0,0 0 0 0 0,-1 1 1 0 0,1-1-1 0 0,0 1 0 0 0,-1 0 0 0 0,1-1 1 0 0,0 1-1 0 0,0 0 0 0 0,0 0 0 0 0,-1 0 1 0 0,1 0-1 0 0,0 0 0 0 0,0 0 0 0 0,-1 2 1 0 0,20-3-1188 0 0,160-72 1456 0 0,-83 32-101 0 0,-69 29-315 0 0,-17 6 10 0 0,1 0 0 0 0,-1 1 0 0 0,1 1-1 0 0,0-1 1 0 0,-1 1 0 0 0,2 1 0 0 0,-1 0 0 0 0,0 1-1 0 0,0-1 1 0 0,14 2 0 0 0,-24 0 124 0 0,1 0-1 0 0,0 0 1 0 0,-1 0-1 0 0,1 0 0 0 0,0 0 1 0 0,-1 0-1 0 0,1 0 1 0 0,0 1-1 0 0,-1-1 1 0 0,1 0-1 0 0,0 0 1 0 0,-1 1-1 0 0,1-1 1 0 0,-1 1-1 0 0,1-1 1 0 0,-1 0-1 0 0,1 1 1 0 0,-1-1-1 0 0,1 1 1 0 0,-1-1-1 0 0,1 1 1 0 0,-1-1-1 0 0,0 1 1 0 0,1-1-1 0 0,-1 1 1 0 0,0 0-1 0 0,1-1 1 0 0,-1 1-1 0 0,0 0 1 0 0,1 0-1 0 0,-2 0-30 0 0,1 1 0 0 0,0 0 0 0 0,0-1 0 0 0,0 1 0 0 0,-1-1 1 0 0,1 1-1 0 0,-1-1 0 0 0,1 0 0 0 0,-1 1 0 0 0,0-1 0 0 0,0 1 0 0 0,-1 1 0 0 0,-33 36-1039 0 0,33-37 1030 0 0,-70 62 1917 0 0,-106 73 0 0 0,64-58-2685 0 0,114-79 831 0 0,-40 30-831 0 0,38-28 820 0 0,0-1 0 0 0,0 1 0 0 0,0 0 0 0 0,0 0 0 0 0,0 0 0 0 0,1 1 0 0 0,-1-1 0 0 0,0 0 0 0 0,1 1 0 0 0,0-1 0 0 0,-1 1 0 0 0,1-1 0 0 0,0 1 0 0 0,1-1 0 0 0,-2 4 0 0 0,2-5 68 0 0,1 0 0 0 0,-1 0 0 0 0,1 0 1 0 0,-1-1-1 0 0,1 1 0 0 0,-1 0 0 0 0,1 0 0 0 0,-1-1 0 0 0,1 1 1 0 0,0 0-1 0 0,-1-1 0 0 0,1 1 0 0 0,0-1 0 0 0,0 1 1 0 0,-1-1-1 0 0,1 1 0 0 0,0-1 0 0 0,0 0 0 0 0,0 1 0 0 0,-1-1 1 0 0,1 0-1 0 0,0 1 0 0 0,0-1 0 0 0,0 0 0 0 0,0 0 1 0 0,0 0-1 0 0,0 0 0 0 0,0 0 0 0 0,0 0 0 0 0,0 0 0 0 0,1 0 1 0 0,30-2 588 0 0,3-6-345 0 0,-2-1 0 0 0,1-2-1 0 0,-1-1 1 0 0,56-29 0 0 0,-16 7 276 0 0,365-133 594 0 0,-419 161-1089 0 0,-4 0-78 0 0,0 1 0 0 0,0 1 0 0 0,1 0 0 0 0,0 1 0 0 0,0 1 0 0 0,0 0 0 0 0,0 1 0 0 0,25 2 0 0 0,-39-1-38 0 0,-1 0-1 0 0,1 0 0 0 0,0 1 0 0 0,-1-1 0 0 0,1 1 1 0 0,-1-1-1 0 0,1 1 0 0 0,-1-1 0 0 0,0 1 0 0 0,1 0 0 0 0,-1 0 1 0 0,0 0-1 0 0,1 0 0 0 0,-1 0 0 0 0,0 0 0 0 0,0 0 1 0 0,0 0-1 0 0,0 0 0 0 0,0 0 0 0 0,0 1 0 0 0,0-1 0 0 0,1 3 1 0 0,-2-2-23 0 0,1 0 0 0 0,-1 1 0 0 0,1-1 1 0 0,-1 0-1 0 0,0 1 0 0 0,0-1 0 0 0,0 0 1 0 0,0 1-1 0 0,-1-1 0 0 0,1 0 1 0 0,-1 1-1 0 0,1-1 0 0 0,-2 3 0 0 0,-3 8-101 0 0,-1-1-1 0 0,0 0 1 0 0,-1-1-1 0 0,-9 13 1 0 0,14-21 178 0 0,-27 35 84 0 0,0 0 0 0 0,-3-3 0 0 0,-1 0-1 0 0,-47 36 1 0 0,-162 102 701 0 0,163-120-651 0 0,38-25-44 0 0,-58 32 0 0 0,96-58-95 0 0,-1-1-2 0 0,1 1-1 0 0,-1 0 1 0 0,1-1-1 0 0,-1 1 1 0 0,1-1 0 0 0,-1 0-1 0 0,-6 1 1 0 0,36-27-82 0 0,79-60-299 0 0,157-98 1 0 0,23-13 1322 0 0,13-9 589 0 0,-44 34-484 0 0,3-2-1293 0 0,-457 284-2612 0 0,98-56 3236 0 0,-113 55 405 0 0,-118 69 127 0 0,-32 70-613 0 0,288-190-196 0 0,2 3 0 0 0,-101 110 0 0 0,170-166-92 0 0,4-4 6 0 0,-1 1 1 0 0,1-1-1 0 0,-1 1 0 0 0,1 0 0 0 0,0-1 1 0 0,0 1-1 0 0,0 0 0 0 0,0 0 0 0 0,1 0 1 0 0,-1 0-1 0 0,1 1 0 0 0,0-1 0 0 0,-1 4 0 0 0,2-6-30 0 0,1-1-1 0 0,-1 1 0 0 0,0-1 0 0 0,1 1 0 0 0,-1-1 0 0 0,1 0 0 0 0,0 1 1 0 0,-1-1-1 0 0,1 0 0 0 0,-1 1 0 0 0,1-1 0 0 0,0 0 0 0 0,-1 0 0 0 0,1 1 1 0 0,-1-1-1 0 0,1 0 0 0 0,0 0 0 0 0,-1 0 0 0 0,1 0 0 0 0,0 0 0 0 0,-1 0 0 0 0,1 0 1 0 0,0 0-1 0 0,-1 0 0 0 0,1 0 0 0 0,0 0 0 0 0,-1-1 0 0 0,1 1 0 0 0,0-1 1 0 0,22-4-294 0 0,20-13-137 0 0,-2-2-1 0 0,78-49 1 0 0,-21 11 593 0 0,57-23 183 0 0,89-50 311 0 0,528-299 871 0 0,-445 292-2440 0 0,-326 137 906 0 0,0 1-1 0 0,0-1 1 0 0,1 1 0 0 0,-1-1 0 0 0,0 1-1 0 0,0-1 1 0 0,1 1 0 0 0,-1 0 0 0 0,0-1 0 0 0,1 1-1 0 0,-1 0 1 0 0,1 0 0 0 0,-1 0 0 0 0,0 0 0 0 0,1 0-1 0 0,-1 1 1 0 0,0-1 0 0 0,1 0 0 0 0,2 2-1 0 0,-4-2 0 0 0,0 1 0 0 0,0 0 0 0 0,0 0-1 0 0,0 0 1 0 0,0-1 0 0 0,0 1 0 0 0,0 0-1 0 0,0 0 1 0 0,0 0 0 0 0,0-1 0 0 0,0 1-1 0 0,0 0 1 0 0,-1 0 0 0 0,1-1 0 0 0,0 1-1 0 0,-1 0 1 0 0,1 0 0 0 0,0-1 0 0 0,-1 1-1 0 0,1 0 1 0 0,-1-1 0 0 0,1 1-1 0 0,-2 0 1 0 0,-39 47-445 0 0,-29 14 574 0 0,-116 79 0 0 0,31-26 151 0 0,30-15-78 0 0,-210 161 256 0 0,-374 278 596 0 0,403-302-310 0 0,-324 262 269 0 0,332-235-2764 0 0,147-122 827 0 0,150-141 864 0 0,0-1-1 0 0,0 1 1 0 0,0 0 0 0 0,0 0 0 0 0,0-1 0 0 0,0 1 0 0 0,0 0-1 0 0,0 0 1 0 0,0 0 0 0 0,1 0 0 0 0,-1 0 0 0 0,0 0-1 0 0,1 0 1 0 0,-1 1 0 0 0,1-1 0 0 0,-2 2 0 0 0,19-7-909 0 0,31-22-131 0 0,188-140-1648 0 0,-56 36 2224 0 0,277-161 728 0 0,14-10 1571 0 0,-183 118-455 0 0,-47 31-155 0 0,655-403 1370 0 0,-690 421-2433 0 0,-12 8-40 0 0,-369 259 432 0 0,-205 123 216 0 0,-154 92 7 0 0,126-77 178 0 0,-23 27 222 0 0,217-145-607 0 0,-108 83 34 0 0,-171 154-973 0 0,423-329 49 0 0,40-34-112 0 0,-43 30 0 0 0,109-95-1024 0 0,-11 9 1080 0 0,519-482-2150 0 0,-458 433 2622 0 0,294-241 475 0 0,-202 175-373 0 0,200-146-121 0 0,-114 93-18 0 0,60-30-705 0 0,-303 214 582 0 0,-1 0-485 0 0,29-26 1 0 0,-92 53-193 0 0,-75 43 2937 0 0,-176 117-1 0 0,-290 236 300 0 0,15 22-857 0 0,487-365-1299 0 0,-370 310 590 0 0,197-155-626 0 0,-153 142-930 0 0,308-274-1574 0 0,-216 150 1 0 0,370-303 997 0 0,123-98-7 0 0,-10 10 800 0 0,282-245 836 0 0,-222 207-87 0 0,175-130-258 0 0,-319 258-68 0 0,-54 37-199 0 0,2 1 1 0 0,44-24-1 0 0,-56 41 50 0 0,-22 16-24 0 0,-24 21-34 0 0,-42 39 580 0 0,-219 212 2657 0 0,-328 308-1473 0 0,55-17 1012 0 0,484-492-1795 0 0,-112 157-1 0 0,173-207-957 0 0,16-30 232 0 0,0-1 0 0 0,0 0 0 0 0,0 0 0 0 0,0 1 0 0 0,0-1 0 0 0,0 0 0 0 0,0 0-1 0 0,0 1 1 0 0,0-1 0 0 0,0 0 0 0 0,0 0 0 0 0,0 1 0 0 0,0-1 0 0 0,0 0-1 0 0,0 0 1 0 0,0 0 0 0 0,0 1 0 0 0,0-1 0 0 0,0 0 0 0 0,0 0 0 0 0,1 1 0 0 0,-1-1-1 0 0,0 0 1 0 0,0 0 0 0 0,0 0 0 0 0,0 0 0 0 0,0 1 0 0 0,1-1 0 0 0,-1 0-1 0 0,0 0 1 0 0,0 0 0 0 0,0 0 0 0 0,1 0 0 0 0,-1 1 0 0 0,0-1 0 0 0,0 0 0 0 0,1 0-1 0 0,17-6-465 0 0,31-23-854 0 0,-1-3 0 0 0,78-68 0 0 0,-58 44 1112 0 0,193-163-103 0 0,-4 3 1079 0 0,22-10 10 0 0,284-222 422 0 0,-405 326-1095 0 0,404-302 215 0 0,-513 389-315 0 0,534-364-597 0 0,-583 399 603 0 0,24-16-298 0 0,0 2-1 0 0,1 0 0 0 0,0 2 1 0 0,50-17-1 0 0,-75 29 298 0 0,0 1-1 0 0,0-1 0 0 0,0 0 0 0 0,0 0 0 0 0,0 0 0 0 0,0 0 1 0 0,0 1-1 0 0,0-1 0 0 0,0 0 0 0 0,0 0 0 0 0,0 0 1 0 0,0 0-1 0 0,0 1 0 0 0,0-1 0 0 0,0 0 0 0 0,0 0 1 0 0,0 0-1 0 0,0 0 0 0 0,0 1 0 0 0,0-1 0 0 0,0 0 1 0 0,0 0-1 0 0,0 0 0 0 0,0 0 0 0 0,0 1 0 0 0,0-1 1 0 0,0 0-1 0 0,1 0 0 0 0,-1 0 0 0 0,0 0 0 0 0,0 0 1 0 0,0 0-1 0 0,0 1 0 0 0,0-1 0 0 0,1 0 0 0 0,-1 0 0 0 0,0 0 1 0 0,0 0-1 0 0,0 0 0 0 0,0 0 0 0 0,1 0 0 0 0,-1 0 1 0 0,0 0-1 0 0,0 0 0 0 0,0 0 0 0 0,0 0 0 0 0,1 0 1 0 0,-1 0-1 0 0,0 0 0 0 0,-17 15-24 0 0,14-12 10 0 0,-94 75 3 0 0,-118 105-7 0 0,-119 121 827 0 0,25-25-307 0 0,-332 339 39 0 0,542-519-318 0 0,-447 469 1049 0 0,28 38-42 0 0,402-463-1055 0 0,-52 68 34 0 0,136-165-173 0 0,2 1 1 0 0,-44 90-1 0 0,73-134-29 0 0,-9 27 31 0 0,13-23-22 0 0,13-10-7 0 0,12-13-60 0 0,1-2 0 0 0,-2-1 0 0 0,-1 0 0 0 0,0-3 0 0 0,26-27 0 0 0,-13 12-26 0 0,580-543-220 0 0,-6 5 1237 0 0,-229 228-471 0 0,179-163-27 0 0,5 7-277 0 0,-380 354-149 0 0,48-43-300 0 0,-181 142 53 0 0,-13 13-340 0 0,48-56-1 0 0,-80 76-20 0 0,-10 17 579 0 0,-1 0 0 0 0,1-1 1 0 0,0 1-1 0 0,0 0 0 0 0,0 0 0 0 0,0 0 0 0 0,0-1 0 0 0,0 1 0 0 0,0 0 0 0 0,-1 0 0 0 0,1 0 0 0 0,0-1 1 0 0,0 1-1 0 0,0 0 0 0 0,-1 0 0 0 0,1 0 0 0 0,0 0 0 0 0,0 0 0 0 0,0 0 0 0 0,-1-1 0 0 0,1 1 0 0 0,0 0 1 0 0,0 0-1 0 0,0 0 0 0 0,-1 0 0 0 0,1 0 0 0 0,0 0 0 0 0,0 0 0 0 0,-1 0 0 0 0,1 0 0 0 0,0 0 0 0 0,0 0 1 0 0,-1 0-1 0 0,1 0 0 0 0,0 0 0 0 0,0 0 0 0 0,-1 0 0 0 0,-33 13-498 0 0,0 5 371 0 0,2 1 0 0 0,-59 47 0 0 0,-51 60 117 0 0,56-47 106 0 0,-646 635-205 0 0,308-262-58 0 0,160-168 87 0 0,-377 452 79 0 0,471-530 87 0 0,-222 297 513 0 0,333-417-357 0 0,-88 142 766 0 0,142-220-985 0 0,1 0 0 0 0,0 0 0 0 0,0 0 0 0 0,1 1 0 0 0,0-1 0 0 0,-3 16 0 0 0,6-23-11 0 0,0-1 0 0 0,0 1 0 0 0,0 0 1 0 0,0-1-1 0 0,0 1 0 0 0,0-1 0 0 0,0 1 0 0 0,0 0 0 0 0,0-1 1 0 0,0 1-1 0 0,0-1 0 0 0,0 1 0 0 0,0 0 0 0 0,1-1 1 0 0,-1 1-1 0 0,0-1 0 0 0,0 1 0 0 0,1-1 0 0 0,-1 1 0 0 0,0-1 1 0 0,1 1-1 0 0,-1-1 0 0 0,0 1 0 0 0,1-1 0 0 0,-1 0 0 0 0,1 1 1 0 0,-1-1-1 0 0,1 1 0 0 0,-1-1 0 0 0,1 0 0 0 0,-1 1 1 0 0,1-1-1 0 0,-1 0 0 0 0,2 1 0 0 0,0-1-32 0 0,0 0 1 0 0,0 0-1 0 0,0 0 0 0 0,1 0 0 0 0,-1 0 1 0 0,0-1-1 0 0,0 1 0 0 0,0-1 0 0 0,0 1 1 0 0,3-2-1 0 0,45-23-818 0 0,-6-6 263 0 0,-1-1 0 0 0,-1-3 1 0 0,48-52-1 0 0,-49 46 298 0 0,586-569 222 0 0,-136 151 1399 0 0,-163 156-515 0 0,275-234 654 0 0,-301 274-925 0 0,308-218 155 0 0,-526 418-669 0 0,282-194-20 0 0,18 40-1626 0 0,-371 211 1472 0 0,-10 4 73 0 0,0 0 0 0 0,1 0-1 0 0,-1 0 1 0 0,1 1 0 0 0,0 0-1 0 0,-1 0 1 0 0,1 0 0 0 0,0 0-1 0 0,6-1 1 0 0,-9 3 62 0 0,-1-1 0 0 0,0 0 0 0 0,0 0-1 0 0,1 0 1 0 0,-1 0 0 0 0,0 0 0 0 0,0 0 0 0 0,0 0 0 0 0,1 0-1 0 0,-1 1 1 0 0,0-1 0 0 0,0 0 0 0 0,0 0 0 0 0,1 0-1 0 0,-1 1 1 0 0,0-1 0 0 0,0 0 0 0 0,0 0 0 0 0,0 0 0 0 0,0 1-1 0 0,1-1 1 0 0,-1 0 0 0 0,0 0 0 0 0,0 1 0 0 0,0-1-1 0 0,0 0 1 0 0,0 0 0 0 0,0 1 0 0 0,0-1 0 0 0,0 0 0 0 0,0 0-1 0 0,0 1 1 0 0,0-1 0 0 0,0 0 0 0 0,0 0 0 0 0,0 1 0 0 0,0-1-1 0 0,0 0 1 0 0,0 0 0 0 0,0 1 0 0 0,0-1 0 0 0,-1 0-1 0 0,1 0 1 0 0,0 0 0 0 0,0 1 0 0 0,0-1 0 0 0,0 0 0 0 0,-1 0-1 0 0,1 1 1 0 0,-9 13-226 0 0,-27 31-8 0 0,-3-2 1 0 0,-85 75-1 0 0,110-105 244 0 0,-432 409 2209 0 0,235-217-1756 0 0,-131 132-248 0 0,-61 57-102 0 0,-377 379 75 0 0,507-503-91 0 0,-93 98 227 0 0,292-290-102 0 0,-137 154 508 0 0,168-178-430 0 0,1 2 1 0 0,-50 90-1 0 0,91-145-302 0 0,1 0 0 0 0,-1 0-1 0 0,0 0 1 0 0,0 1 0 0 0,1-1-1 0 0,-1 0 1 0 0,1 0 0 0 0,-1 1-1 0 0,1-1 1 0 0,0 0 0 0 0,-1 0-1 0 0,1 1 1 0 0,0-1 0 0 0,0 0-1 0 0,0 2 1 0 0,1-3 2 0 0,-1 0 0 0 0,1 1 0 0 0,-1-1 0 0 0,1 0 0 0 0,-1-1 1 0 0,1 1-1 0 0,0 0 0 0 0,-1 0 0 0 0,1 0 0 0 0,-1 0 0 0 0,1 0 0 0 0,-1 0 0 0 0,1-1 0 0 0,0 1 0 0 0,-1 0 0 0 0,1-1 0 0 0,-1 1 0 0 0,1 0 0 0 0,-1-1 0 0 0,0 1 1 0 0,1 0-1 0 0,0-2 0 0 0,40-34-809 0 0,-37 32 628 0 0,153-162-2843 0 0,-15 13 2467 0 0,136-119 509 0 0,471-441 2932 0 0,565-337-255 0 0,-1166 938-2661 0 0,134-93-1423 0 0,-257 190 716 0 0,-31 22-248 0 0,-38 30-61 0 0,-673 600 980 0 0,686-608 43 0 0,-802 777 601 0 0,29 28 975 0 0,497-471-221 0 0,288-340-1205 0 0,12-14-53 0 0,-3 3 7 0 0,0 1 0 0 0,0 0 0 0 0,-12 24 0 0 0,19-21-59 0 0,13-13-11 0 0,20-12-195 0 0,-30 9 195 0 0,36-18-638 0 0,-1-1 1 0 0,0-2-1 0 0,56-44 0 0 0,87-92-683 0 0,-85 72 951 0 0,611-521 589 0 0,684-457 4568 0 0,-863 716-4149 0 0,-224 153-470 0 0,-185 120-333 0 0,132-64 0 0 0,-243 136-50 0 0,-5 4 55 0 0,-9 9-39 0 0,-18 14-31 0 0,-1722 1641-833 0 0,1579-1492 1122 0 0,-124 134 411 0 0,26 20 1133 0 0,264-323-1571 0 0,-3 5 52 0 0,0-1-1 0 0,1 1 0 0 0,0 1 1 0 0,-5 10-1 0 0,11-21-83 0 0,0 0 0 0 0,0 1-1 0 0,-1-1 1 0 0,1 0 0 0 0,0 0-1 0 0,0 1 1 0 0,-1-1 0 0 0,1 0-1 0 0,0 1 1 0 0,0-1 0 0 0,0 0-1 0 0,-1 1 1 0 0,1-1 0 0 0,0 0-1 0 0,0 1 1 0 0,0-1 0 0 0,0 1-1 0 0,0-1 1 0 0,0 0 0 0 0,0 1-1 0 0,0-1 1 0 0,0 0 0 0 0,0 1-1 0 0,0-1 1 0 0,0 1 0 0 0,0-1-1 0 0,0 0 1 0 0,0 1 0 0 0,1-1-1 0 0,-1 0 1 0 0,0 1 0 0 0,0-1 0 0 0,0 0-1 0 0,0 1 1 0 0,1-1 0 0 0,-1 0-1 0 0,0 1 1 0 0,0-1 0 0 0,1 0-1 0 0,-1 0 1 0 0,0 1 0 0 0,1-1-1 0 0,-1 0 1 0 0,0 0 0 0 0,1 0-1 0 0,-1 1 1 0 0,0-1 0 0 0,1 0-1 0 0,-1 0 1 0 0,0 0 0 0 0,1 0-1 0 0,-1 0 1 0 0,0 0 0 0 0,1 0-1 0 0,-1 0 1 0 0,1 0 0 0 0,-1 0-1 0 0,0 0 1 0 0,1 0 0 0 0,-1 0-1 0 0,0 0 1 0 0,2 0 0 0 0,23-11-616 0 0,6-8-203 0 0,-1-1 1 0 0,46-41-1 0 0,54-61-2011 0 0,-26 23 1210 0 0,84-71 867 0 0,523-454 2421 0 0,-694 610-1591 0 0,783-614 3630 0 0,-576 478-2834 0 0,305-152-1 0 0,-391 229-853 0 0,77-35-192 0 0,-208 104 136 0 0,0 1-1 0 0,0 0 0 0 0,0 0 1 0 0,1 1-1 0 0,-1 0 1 0 0,1 0-1 0 0,-1 1 0 0 0,13-1 1 0 0,-19 2 21 0 0,-1 0 0 0 0,1 0 1 0 0,0 0-1 0 0,0 0 0 0 0,-1 1 0 0 0,1-1 1 0 0,0 0-1 0 0,-1 0 0 0 0,1 0 0 0 0,0 1 0 0 0,0-1 1 0 0,-1 0-1 0 0,1 1 0 0 0,-1-1 0 0 0,1 1 1 0 0,0-1-1 0 0,-1 1 0 0 0,1-1 0 0 0,-1 1 1 0 0,1-1-1 0 0,-1 1 0 0 0,1-1 0 0 0,-1 1 1 0 0,1 0-1 0 0,-1-1 0 0 0,0 1 0 0 0,1 0 1 0 0,-1-1-1 0 0,0 1 0 0 0,0 0 0 0 0,1 0 1 0 0,-1-1-1 0 0,0 1 0 0 0,0 0 0 0 0,0 0 1 0 0,0-1-1 0 0,0 1 0 0 0,0 0 0 0 0,0 0 1 0 0,0-1-1 0 0,0 1 0 0 0,-1 0 0 0 0,1 0 0 0 0,0-1 1 0 0,0 1-1 0 0,-1 1 0 0 0,-16 32-920 0 0,-20 17 101 0 0,-2-2 0 0 0,-73 71 0 0 0,81-88 679 0 0,-373 362 190 0 0,233-231 736 0 0,-274 248 712 0 0,315-293-1111 0 0,-95 80 198 0 0,-99 92 69 0 0,144-125-318 0 0,-27 26-86 0 0,155-138-171 0 0,-78 103 0 0 0,122-146-47 0 0,3-4-4 0 0,0 1 1 0 0,1 0-1 0 0,-1 1 0 0 0,-3 8 1 0 0,8-16-11 0 0,0 0 1 0 0,0 0-1 0 0,0 0 1 0 0,0 1 0 0 0,0-1-1 0 0,0 0 1 0 0,0 0-1 0 0,-1 0 1 0 0,1 0-1 0 0,0 0 1 0 0,0 0-1 0 0,0 1 1 0 0,0-1-1 0 0,0 0 1 0 0,0 0 0 0 0,0 0-1 0 0,0 0 1 0 0,0 1-1 0 0,0-1 1 0 0,0 0-1 0 0,0 0 1 0 0,0 0-1 0 0,0 0 1 0 0,0 0-1 0 0,0 1 1 0 0,0-1-1 0 0,1 0 1 0 0,-1 0 0 0 0,0 0-1 0 0,0 0 1 0 0,0 0-1 0 0,0 0 1 0 0,0 1-1 0 0,0-1 1 0 0,0 0-1 0 0,0 0 1 0 0,0 0-1 0 0,1 0 1 0 0,-1 0 0 0 0,0 0-1 0 0,0 0 1 0 0,0 0-1 0 0,0 0 1 0 0,0 1-1 0 0,0-1 1 0 0,1 0-1 0 0,-1 0 1 0 0,0 0-1 0 0,11-3-53 0 0,12-9-68 0 0,33-30-876 0 0,87-84-1 0 0,-30 23 128 0 0,445-358 438 0 0,22 26 1079 0 0,-397 305-331 0 0,218-141 302 0 0,-113 94-376 0 0,-278 172-359 0 0,-16 14 36 0 0,-27 25 21 0 0,21-22 76 0 0,-304 288 1555 0 0,67-65-597 0 0,-25 20-436 0 0,-81 82-415 0 0,128-103 144 0 0,220-228-230 0 0,-19 24 103 0 0,25-29-130 0 0,0 0-1 0 0,1 0 0 0 0,-1 0 0 0 0,0 1 0 0 0,0-1 0 0 0,1 0 0 0 0,-1 0 0 0 0,0 1 1 0 0,1-1-1 0 0,-1 0 0 0 0,1 1 0 0 0,0-1 0 0 0,-1 0 0 0 0,1 1 0 0 0,0-1 0 0 0,0 0 0 0 0,0 1 1 0 0,0-1-1 0 0,0 1 0 0 0,1 2 0 0 0,0-4-30 0 0,0 1 1 0 0,0-1-1 0 0,0 1 0 0 0,0-1 1 0 0,0 1-1 0 0,0-1 0 0 0,0 1 1 0 0,0-1-1 0 0,0 0 0 0 0,0 0 1 0 0,0 0-1 0 0,0 1 0 0 0,0-1 1 0 0,0 0-1 0 0,1 0 0 0 0,-1-1 1 0 0,0 1-1 0 0,0 0 0 0 0,0 0 1 0 0,0 0-1 0 0,0-1 0 0 0,0 1 1 0 0,0-1-1 0 0,0 1 0 0 0,2-1 1 0 0,0 0-43 0 0,21-7-385 0 0,-1-1-1 0 0,0-1 1 0 0,-1-1 0 0 0,37-24-1 0 0,80-67-2377 0 0,-76 53 1950 0 0,-4 5 493 0 0,683-472 98 0 0,-569 410 827 0 0,155-89 841 0 0,-222 138-860 0 0,130-49 0 0 0,-228 103-499 0 0,3-2-5 0 0,0 1 0 0 0,0 0 0 0 0,0 0 0 0 0,0 1 0 0 0,0 1 0 0 0,1 0 0 0 0,-1 0 0 0 0,24 1 0 0 0,-34 1-17 0 0,0 0-1 0 0,0 0 0 0 0,1 0 1 0 0,-1 0-1 0 0,0 0 0 0 0,0 1 1 0 0,0-1-1 0 0,0 0 0 0 0,0 1 1 0 0,0-1-1 0 0,1 1 0 0 0,-1-1 1 0 0,0 1-1 0 0,0 0 0 0 0,0-1 0 0 0,-1 1 1 0 0,1 0-1 0 0,0 0 0 0 0,0 0 1 0 0,0-1-1 0 0,-1 1 0 0 0,1 0 1 0 0,0 0-1 0 0,-1 0 0 0 0,1 0 1 0 0,0 2-1 0 0,0 0 2 0 0,-1-1-1 0 0,0 1 1 0 0,0-1-1 0 0,0 0 1 0 0,0 1 0 0 0,0-1-1 0 0,-1 1 1 0 0,1-1-1 0 0,-1 0 1 0 0,1 1 0 0 0,-1-1-1 0 0,-1 3 1 0 0,-5 9 9 0 0,1-1 0 0 0,-2-1 1 0 0,-12 17-1 0 0,-60 76 719 0 0,-5-4-1 0 0,-159 149 1 0 0,-41 28 266 0 0,-23 21-503 0 0,156-154-296 0 0,124-114-107 0 0,1 1 0 0 0,-45 69 0 0 0,67-93-44 0 0,1 0 0 0 0,0 0-1 0 0,1 0 1 0 0,-5 15 0 0 0,7-22-41 0 0,1 0 0 0 0,0 0 0 0 0,0 0-1 0 0,0 0 1 0 0,-1 0 0 0 0,1 1 0 0 0,0-1 0 0 0,0 0-1 0 0,1 0 1 0 0,-1 0 0 0 0,0 0 0 0 0,0 0 0 0 0,0 0 0 0 0,1 0-1 0 0,-1 0 1 0 0,1 0 0 0 0,-1 0 0 0 0,1 0 0 0 0,0 1 0 0 0,0-1-17 0 0,0 0 1 0 0,0-1 0 0 0,0 1 0 0 0,0-1 0 0 0,0 1 0 0 0,0-1 0 0 0,0 0 0 0 0,1 1 0 0 0,-1-1 0 0 0,0 0 0 0 0,0 0 0 0 0,0 0-1 0 0,1 0 1 0 0,-1 0 0 0 0,0 0 0 0 0,0 0 0 0 0,0 0 0 0 0,1 0 0 0 0,-1 0 0 0 0,0-1 0 0 0,0 1 0 0 0,2-1 0 0 0,26-9-383 0 0,0-2 1 0 0,-1-1 0 0 0,0-1 0 0 0,-1-2 0 0 0,41-29 0 0 0,-16 11-188 0 0,188-122-1121 0 0,253-156 1715 0 0,-407 260 17 0 0,62-38 87 0 0,218-96 0 0 0,-326 169-83 0 0,-15 5-28 0 0,1 1 1 0 0,0 1-1 0 0,1 2 1 0 0,43-8-1 0 0,-68 15 4 0 0,0 1 0 0 0,0-1 0 0 0,0 1 0 0 0,0 0-1 0 0,0 0 1 0 0,0 0 0 0 0,0 0 0 0 0,0 0 0 0 0,0 1-1 0 0,0-1 1 0 0,0 1 0 0 0,0-1 0 0 0,0 1 0 0 0,0 0 0 0 0,0-1-1 0 0,-1 1 1 0 0,1 0 0 0 0,0 0 0 0 0,0 1 0 0 0,-1-1-1 0 0,4 3 1 0 0,-4-3 11 0 0,-1 1 1 0 0,1 0-1 0 0,0 0 0 0 0,-1 0 0 0 0,1 0 1 0 0,-1 0-1 0 0,1 0 0 0 0,-1 0 0 0 0,0 0 0 0 0,0 0 1 0 0,0 0-1 0 0,0 0 0 0 0,0 0 0 0 0,0 0 1 0 0,-1 0-1 0 0,1 0 0 0 0,-1 0 0 0 0,1 0 0 0 0,-1 0 1 0 0,0-1-1 0 0,-1 4 0 0 0,-21 42 864 0 0,-2 0 1 0 0,-61 84-1 0 0,40-63-384 0 0,-214 286 831 0 0,253-345-1331 0 0,-28 42 19 0 0,33-48-26 0 0,0 0 0 0 0,0 1 1 0 0,0-1-1 0 0,1 1 0 0 0,0 0 1 0 0,-1-1-1 0 0,1 1 0 0 0,1 0 1 0 0,-1 0-1 0 0,1-1 0 0 0,-1 1 0 0 0,1 7 1 0 0,1-10-25 0 0,-1 0 0 0 0,0 0 1 0 0,1 0-1 0 0,-1 0 0 0 0,0 0 1 0 0,1 0-1 0 0,0 0 0 0 0,-1 0 0 0 0,1 0 1 0 0,-1 0-1 0 0,1 0 0 0 0,0-1 1 0 0,0 1-1 0 0,-1 0 0 0 0,1 0 0 0 0,0-1 1 0 0,0 1-1 0 0,0 0 0 0 0,0-1 1 0 0,0 1-1 0 0,0-1 0 0 0,0 1 1 0 0,0-1-1 0 0,0 0 0 0 0,0 1 0 0 0,0-1 1 0 0,0 0-1 0 0,0 0 0 0 0,1 0 1 0 0,-1 0-1 0 0,0 0 0 0 0,2 0 0 0 0,38-5-706 0 0,-39 5 688 0 0,25-7-779 0 0,0-1 0 0 0,0-2 0 0 0,34-16 0 0 0,76-47-1015 0 0,-46 22 1214 0 0,62-19 538 0 0,-133 62 92 0 0,-1 2 1 0 0,1 0 0 0 0,0 2-1 0 0,1 0 1 0 0,-1 1-1 0 0,23 0 1 0 0,-41 2 31 0 0,0 1 1 0 0,0 0-1 0 0,-1 0 0 0 0,1 0 1 0 0,0 0-1 0 0,0 0 0 0 0,-1 0 1 0 0,1 0-1 0 0,0 1 0 0 0,0-1 1 0 0,-1 0-1 0 0,1 1 1 0 0,-1 0-1 0 0,1-1 0 0 0,0 1 1 0 0,-1 0-1 0 0,1 0 0 0 0,-1 0 1 0 0,1 0-1 0 0,-1 0 0 0 0,0 0 1 0 0,0 0-1 0 0,1 1 0 0 0,-1-1 1 0 0,0 0-1 0 0,0 1 1 0 0,0-1-1 0 0,0 1 0 0 0,0-1 1 0 0,-1 1-1 0 0,1-1 0 0 0,0 1 1 0 0,-1 0-1 0 0,1-1 0 0 0,-1 1 1 0 0,1 0-1 0 0,-1-1 1 0 0,0 1-1 0 0,0 0 0 0 0,0 0 1 0 0,0-1-1 0 0,0 1 0 0 0,0 0 1 0 0,0 0-1 0 0,-1-1 0 0 0,1 1 1 0 0,-1 0-1 0 0,0 2 1 0 0,-3 8 377 0 0,-1 1 1 0 0,0 0 0 0 0,0-1 0 0 0,-14 21-1 0 0,10-17-101 0 0,0-1 0 0 0,0 0 0 0 0,-2-1 0 0 0,1-1 0 0 0,-2 1-1 0 0,0-2 1 0 0,-1 1 0 0 0,0-2 0 0 0,-23 17 0 0 0,34-27-329 0 0,1-1 0 0 0,0 1-1 0 0,-1 0 1 0 0,1-1 0 0 0,-1 1 0 0 0,1-1 0 0 0,-1 1-1 0 0,1-1 1 0 0,-1 0 0 0 0,1 0 0 0 0,-1 1 0 0 0,1-1-1 0 0,-1 0 1 0 0,0 0 0 0 0,1-1 0 0 0,-1 1 0 0 0,1 0-1 0 0,-1 0 1 0 0,1-1 0 0 0,-1 1 0 0 0,1-1 0 0 0,-1 1-1 0 0,1-1 1 0 0,0 0 0 0 0,-1 0 0 0 0,1 1 0 0 0,0-1-1 0 0,-1 0 1 0 0,1 0 0 0 0,0 0 0 0 0,0 0 0 0 0,0-1-1 0 0,0 1 1 0 0,0 0 0 0 0,0 0 0 0 0,0-1 0 0 0,1 1-1 0 0,-1 0 1 0 0,0-1 0 0 0,1 1 0 0 0,-1-1 0 0 0,0-2-1 0 0,-3-8-434 0 0,0 0 0 0 0,1 0 0 0 0,0 0 0 0 0,-1-15 0 0 0,4 25 362 0 0,-5-46-1004 0 0,2-1 1 0 0,3 1-1 0 0,6-56 1 0 0,28-145 1591 0 0,-5 55 514 0 0,-2-274-318 0 0,-18 227-129 0 0,10 70 511 0 0,0-27-411 0 0,-19 190-636 0 0,0 0 0 0 0,0 0 0 0 0,-1 0 0 0 0,0 0 0 0 0,0 0-1 0 0,-1 1 1 0 0,-3-9 0 0 0,5 14-25 0 0,-1 0 0 0 0,0 0 0 0 0,0 0 0 0 0,0 0 0 0 0,0 0 0 0 0,0 1 0 0 0,-1-1 0 0 0,1 0 0 0 0,-1 1 0 0 0,1-1 0 0 0,-1 1 0 0 0,1-1 0 0 0,-1 1 0 0 0,0 0 0 0 0,1 0-1 0 0,-1 0 1 0 0,0 0 0 0 0,0 0 0 0 0,0 0 0 0 0,0 0 0 0 0,0 1 0 0 0,0-1 0 0 0,0 1 0 0 0,0-1 0 0 0,0 1 0 0 0,0 0 0 0 0,0 0 0 0 0,-1 0 0 0 0,1 0 0 0 0,0 0 0 0 0,-3 1 0 0 0,-6 1-19 0 0,1 1 0 0 0,-1 0 0 0 0,1 0 0 0 0,0 1 0 0 0,0 1 0 0 0,0 0 0 0 0,0 0 0 0 0,-10 8-1 0 0,-73 61-113 0 0,62-48 145 0 0,0 1-68 0 0,-9 7 353 0 0,-79 51 1 0 0,107-77-145 0 0,-1-1 1 0 0,1 0-1 0 0,-1-2 1 0 0,-1 1-1 0 0,1-1 1 0 0,-1-1-1 0 0,0-1 1 0 0,0 0-1 0 0,0 0 1 0 0,0-2-1 0 0,-23 1 1 0 0,33-2-133 0 0,0 0 1 0 0,0-1 0 0 0,0 1 0 0 0,0-1 0 0 0,0 0 0 0 0,0 0 0 0 0,0-1 0 0 0,0 1 0 0 0,0-1 0 0 0,0 0 0 0 0,0 0 0 0 0,1 0 0 0 0,-1 0 0 0 0,1-1 0 0 0,0 1 0 0 0,0-1 0 0 0,0 0 0 0 0,-4-5 0 0 0,3 3-96 0 0,1-1 0 0 0,-1 0-1 0 0,2 0 1 0 0,-1 0 0 0 0,1 0 0 0 0,-1 0-1 0 0,2 0 1 0 0,-1-1 0 0 0,1 1 0 0 0,-1-12 0 0 0,1-8-389 0 0,2-1 1 0 0,0 1-1 0 0,2 0 1 0 0,10-45 0 0 0,5 4 113 0 0,2 1 1 0 0,3 0-1 0 0,60-117 1 0 0,125-175 1118 0 0,-153 269-500 0 0,-40 63-163 0 0,-7 11 5 0 0,1 0 0 0 0,1 1-1 0 0,-1 0 1 0 0,2 1 0 0 0,18-19-1 0 0,-29 32-103 0 0,0 0-1 0 0,0 0 0 0 0,0-1 0 0 0,0 1 0 0 0,0 0 1 0 0,0 0-1 0 0,0 0 0 0 0,0 0 0 0 0,0 0 0 0 0,0-1 1 0 0,0 1-1 0 0,0 0 0 0 0,0 0 0 0 0,1 0 0 0 0,-1 0 0 0 0,0 0 1 0 0,0 0-1 0 0,0-1 0 0 0,0 1 0 0 0,0 0 0 0 0,0 0 1 0 0,1 0-1 0 0,-1 0 0 0 0,0 0 0 0 0,0 0 0 0 0,0 0 1 0 0,0 0-1 0 0,0 0 0 0 0,1 0 0 0 0,-1 0 0 0 0,0 0 1 0 0,0 0-1 0 0,0 0 0 0 0,0 0 0 0 0,0 0 0 0 0,1 0 1 0 0,-1 0-1 0 0,0 0 0 0 0,0 0 0 0 0,0 0 0 0 0,0 0 0 0 0,1 0 1 0 0,-1 0-1 0 0,0 0 0 0 0,0 0 0 0 0,0 0 0 0 0,0 0 1 0 0,0 0-1 0 0,1 0 0 0 0,-1 0 0 0 0,0 1 0 0 0,0-1 1 0 0,0 0-1 0 0,0 0 0 0 0,0 0 0 0 0,0 0 0 0 0,0 0 1 0 0,0 0-1 0 0,1 1 0 0 0,-1-1 0 0 0,-5 13 31 0 0,-10 18-294 0 0,-10 10-29 0 0,-1-1-1 0 0,-51 59 1 0 0,61-81 277 0 0,-1-1 0 0 0,-2 0-1 0 0,1-1 1 0 0,-2-1 0 0 0,0-1 0 0 0,-1-1 0 0 0,-22 11 0 0 0,-150 58 1171 0 0,173-75-1174 0 0,0-1 1 0 0,0-1-1 0 0,0-1 0 0 0,-1 0 1 0 0,0-2-1 0 0,0-1 1 0 0,0 0-1 0 0,-21-3 0 0 0,30 0-208 0 0,0 0-1 0 0,1-1 1 0 0,-1-1-1 0 0,1 0 0 0 0,-1 0 1 0 0,1-1-1 0 0,1-1 1 0 0,-1 0-1 0 0,-17-13 1 0 0,-3-6-308 0 0,-47-48-1 0 0,59 52 498 0 0,-2 1 0 0 0,0 1-1 0 0,-1 1 1 0 0,-1 1 0 0 0,-25-15-1 0 0,33 25 209 0 0,0 1-1 0 0,-1 1 1 0 0,0 0-1 0 0,0 1 1 0 0,0 1-1 0 0,0 0 1 0 0,0 1-1 0 0,-1 1 1 0 0,-26 1-1 0 0,-15 4 546 0 0,-79 17 0 0 0,74-10-662 0 0,-31 4 200 0 0,-145 3 0 0 0,201-18-297 0 0,1-2-1 0 0,-1-1 0 0 0,0-2 0 0 0,1-2 0 0 0,0-1 1 0 0,-65-24-1 0 0,98 30-52 0 0,-38-14-955 0 0,-38-22-1 0 0,70 32 1005 0 0,0 0 0 0 0,0 0 0 0 0,0-1 0 0 0,1 0-1 0 0,0 0 1 0 0,1-1 0 0 0,0 0 0 0 0,0-1 0 0 0,-8-12-1 0 0,15 19 42 0 0,0 0-1 0 0,0 1 0 0 0,0-1 1 0 0,0 0-1 0 0,0 0 0 0 0,1 0 1 0 0,-1 0-1 0 0,1 0 0 0 0,-1 0 1 0 0,1 0-1 0 0,0 0 0 0 0,0 0 1 0 0,0 0-1 0 0,0 0 0 0 0,0 0 1 0 0,0 0-1 0 0,1 0 0 0 0,-1 0 1 0 0,1 0-1 0 0,-1 0 0 0 0,1 0 1 0 0,0 1-1 0 0,0-1 0 0 0,0 0 1 0 0,0 0-1 0 0,0 1 0 0 0,0-1 1 0 0,0 0-1 0 0,0 1 0 0 0,1-1 1 0 0,-1 1-1 0 0,1 0 0 0 0,-1-1 1 0 0,1 1-1 0 0,2-2 1 0 0,8-5-123 0 0,-1 1 1 0 0,1 1-1 0 0,1-1 1 0 0,14-4 0 0 0,-12 5-31 0 0,50-22-533 0 0,-19 10-301 0 0,68-39 1 0 0,-112 57 923 0 0,-1-1 0 0 0,1 0-1 0 0,-1 0 1 0 0,1 0 0 0 0,-1 0 0 0 0,1 0 0 0 0,-1 0-1 0 0,0 0 1 0 0,1 0 0 0 0,-1-1 0 0 0,0 1 0 0 0,0 0 0 0 0,0-1-1 0 0,0 1 1 0 0,0-1 0 0 0,0 1 0 0 0,-1-1 0 0 0,1 0-1 0 0,0 1 1 0 0,-1-1 0 0 0,1-2 0 0 0,-1 3 73 0 0,0 0-1 0 0,-1-1 1 0 0,1 1 0 0 0,-1 0 0 0 0,1 0 0 0 0,-1 0-1 0 0,0-1 1 0 0,1 1 0 0 0,-1 0 0 0 0,0 0 0 0 0,0 0 0 0 0,0 0-1 0 0,0 0 1 0 0,0 0 0 0 0,0 0 0 0 0,0 1 0 0 0,0-1-1 0 0,0 0 1 0 0,0 0 0 0 0,-3 0 0 0 0,-9-5 581 0 0,-1 0-1 0 0,0 2 1 0 0,-26-7 0 0 0,31 9-290 0 0,-190-37 3022 0 0,-70-19-7222 0 0,262 56 3881 0 0,0 0-1 0 0,1 0 0 0 0,-1 0 1 0 0,1-1-1 0 0,0 0 0 0 0,0-1 1 0 0,0 1-1 0 0,0-1 1 0 0,0 0-1 0 0,1-1 0 0 0,0 1 1 0 0,0-1-1 0 0,0 0 0 0 0,0 0 1 0 0,1-1-1 0 0,0 1 1 0 0,0-1-1 0 0,1 0 0 0 0,-1 0 1 0 0,1-1-1 0 0,1 1 0 0 0,-1 0 1 0 0,1-1-1 0 0,0 0 1 0 0,0 1-1 0 0,1-1 0 0 0,0 0 1 0 0,0 0-1 0 0,1 0 0 0 0,0 0 1 0 0,1-9-1 0 0,3-58 1053 0 0,19-109 0 0 0,32-73-255 0 0,0-9-186 0 0,-47 226-645 0 0,1 1 0 0 0,22-60 0 0 0,-33 157-273 0 0,-16 33 382 0 0,-3 0 0 0 0,-39 101-1 0 0,-10 35 42 0 0,67-214-82 0 0,-1-4-5 0 0,2 0 0 0 0,0 0 0 0 0,0 0 0 0 0,0 0 0 0 0,1 21 0 0 0,1-31-21 0 0,0 0 0 0 0,0 1-1 0 0,1-1 1 0 0,-1 1 0 0 0,0-1 0 0 0,0 0 0 0 0,0 1-1 0 0,0-1 1 0 0,1 0 0 0 0,-1 1 0 0 0,0-1 0 0 0,0 0 0 0 0,0 1-1 0 0,1-1 1 0 0,-1 0 0 0 0,0 0 0 0 0,1 1 0 0 0,-1-1 0 0 0,0 0-1 0 0,1 0 1 0 0,-1 0 0 0 0,0 1 0 0 0,1-1 0 0 0,-1 0 0 0 0,0 0-1 0 0,1 0 1 0 0,-1 0 0 0 0,0 0 0 0 0,1 0 0 0 0,-1 0 0 0 0,1 0-1 0 0,-1 0 1 0 0,0 0 0 0 0,1 0 0 0 0,-1 0 0 0 0,1 0 0 0 0,-1 0-1 0 0,0 0 1 0 0,1 0 0 0 0,-1 0 0 0 0,0 0 0 0 0,1-1-1 0 0,-1 1 1 0 0,0 0 0 0 0,1 0 0 0 0,-1 0 0 0 0,0-1 0 0 0,1 1-1 0 0,-1 0 1 0 0,0 0 0 0 0,0-1 0 0 0,1 1 0 0 0,22-17-264 0 0,-18 14 168 0 0,63-53 24 0 0,115-121 1 0 0,-46 39 57 0 0,-131 135-17 0 0,-7 8-63 0 0,-15 23-202 0 0,-25 38-142 0 0,-39 50 1140 0 0,-20 31 424 0 0,97-141-1022 0 0,-1-1 0 0 0,1 1 1 0 0,1 0-1 0 0,-1 0 1 0 0,1 0-1 0 0,0 0 1 0 0,0 0-1 0 0,1 1 1 0 0,0-1-1 0 0,-1 8 0 0 0,2-12-116 0 0,1 0 0 0 0,-1 1-1 0 0,0-1 1 0 0,1 1-1 0 0,-1-1 1 0 0,1 0 0 0 0,-1 1-1 0 0,1-1 1 0 0,0 0-1 0 0,0 0 1 0 0,0 1 0 0 0,0-1-1 0 0,1 0 1 0 0,-1 0-1 0 0,1 0 1 0 0,-1-1 0 0 0,1 1-1 0 0,0 0 1 0 0,-1 0-1 0 0,1-1 1 0 0,0 1 0 0 0,0-1-1 0 0,0 0 1 0 0,0 0-1 0 0,0 1 1 0 0,0-1 0 0 0,1 0-1 0 0,-1-1 1 0 0,3 2-1 0 0,15 3-155 0 0,-1-2-1 0 0,1 0 1 0 0,0-1-1 0 0,0-1 1 0 0,29-1-1 0 0,44 2 441 0 0,-33 7-192 0 0,-1 3 1 0 0,59 19 0 0 0,112 48-68 0 0,-158-52 27 0 0,-1 3 0 0 0,-2 4 0 0 0,120 77 0 0 0,7 34 12 0 0,-96-70 68 0 0,-84-63-117 0 0,0-1 1 0 0,0 0 0 0 0,2-1 0 0 0,-1 0 0 0 0,1-2-1 0 0,1 0 1 0 0,-1-1 0 0 0,1-1 0 0 0,0 0 0 0 0,28 3 0 0 0,25 0 404 0 0,0-4 0 0 0,0-2 0 0 0,122-12 0 0 0,-44-6 620 0 0,237-38-220 0 0,-265 22-249 0 0,-63 14-363 0 0,0 3 0 0 0,73-8 0 0 0,-131 22-186 0 0,-1 0 0 0 0,1 0 0 0 0,-1 0 0 0 0,1 0 0 0 0,0 0 0 0 0,-1 0 0 0 0,1 0 0 0 0,0 0 0 0 0,-1 0-1 0 0,1 0 1 0 0,0 0 0 0 0,-1 0 0 0 0,1 0 0 0 0,-1 1 0 0 0,1-1 0 0 0,-1 0 0 0 0,1 0 0 0 0,0 1 0 0 0,-1-1 0 0 0,1 1 0 0 0,-1-1 0 0 0,1 0 0 0 0,-1 1-1 0 0,1-1 1 0 0,-1 1 0 0 0,0-1 0 0 0,1 1 0 0 0,-1-1 0 0 0,0 1 0 0 0,1-1 0 0 0,-1 1 0 0 0,1 0 0 0 0,-1 1 62 0 0,0 0 1 0 0,0 0-1 0 0,0 0 1 0 0,0 0-1 0 0,0 0 1 0 0,0 0-1 0 0,0 0 0 0 0,-1 0 1 0 0,1-1-1 0 0,-2 5 1 0 0,-21 41-1275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0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296 4 7370 0 0,'-1'-1'189'0'0,"0"1"0"0"0,0-1 0 0 0,0 1 0 0 0,0 0 0 0 0,0-1 0 0 0,-1 1 0 0 0,1 0 0 0 0,0 0 0 0 0,0 0 0 0 0,0 0 0 0 0,-1 0 0 0 0,1 0 0 0 0,0 0 0 0 0,0 0 0 0 0,0 0 1 0 0,0 1-1 0 0,-1-1 0 0 0,1 0 0 0 0,0 1 0 0 0,0-1 0 0 0,0 1 0 0 0,-2 0 0 0 0,-25 15 588 0 0,27-15-565 0 0,-23 14 162 0 0,2 1 1 0 0,0 0 0 0 0,0 2 0 0 0,2 1-1 0 0,0 1 1 0 0,2 0 0 0 0,0 1 0 0 0,1 1-1 0 0,-17 29 1 0 0,31-45-234 0 0,0 0 0 0 0,0 0-1 0 0,1 1 1 0 0,-1-1 0 0 0,1 0-1 0 0,1 1 1 0 0,-1-1-1 0 0,1 1 1 0 0,0 0 0 0 0,1-1-1 0 0,0 13 1 0 0,0-16-107 0 0,1 0 0 0 0,0 0 0 0 0,0 0 0 0 0,0-1 0 0 0,0 1 0 0 0,0 0 0 0 0,1 0 0 0 0,-1-1-1 0 0,1 1 1 0 0,-1-1 0 0 0,1 1 0 0 0,0-1 0 0 0,0 0 0 0 0,0 0 0 0 0,1 0 0 0 0,-1 0 0 0 0,0 0 0 0 0,1 0 0 0 0,-1 0 0 0 0,1-1 0 0 0,0 0 0 0 0,-1 1-1 0 0,1-1 1 0 0,0 0 0 0 0,0 0 0 0 0,0 0 0 0 0,6 0 0 0 0,18 4 63 0 0,1-2 1 0 0,0-1-1 0 0,30-1 0 0 0,-20-1 134 0 0,40 5 0 0 0,-67-4-202 0 0,0 1-1 0 0,0 1 1 0 0,0 0 0 0 0,-1 0-1 0 0,1 1 1 0 0,-1 0 0 0 0,20 12-1 0 0,-27-14-6 0 0,1 1 0 0 0,-1-1 0 0 0,1 1 0 0 0,-1 0 0 0 0,0-1-1 0 0,0 2 1 0 0,-1-1 0 0 0,1 0 0 0 0,-1 0 0 0 0,1 1 0 0 0,-1 0-1 0 0,0-1 1 0 0,-1 1 0 0 0,1 0 0 0 0,0 0 0 0 0,0 5 0 0 0,-1-2 60 0 0,0 0 0 0 0,0 0 1 0 0,-1 0-1 0 0,0-1 0 0 0,0 1 1 0 0,-1 0-1 0 0,0 0 1 0 0,0 0-1 0 0,-2 7 0 0 0,-6 11 170 0 0,0-1 0 0 0,-2-1 0 0 0,0 0-1 0 0,-16 25 1 0 0,7-16-478 0 0,-1-1 0 0 0,-2-1 0 0 0,-47 49 0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0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3681 0 0,'2'-2'319'0'0,"-1"1"0"0"0,0-1 0 0 0,1 1-1 0 0,-1 0 1 0 0,0-1 0 0 0,1 1 0 0 0,0 0 0 0 0,-1 0 0 0 0,1 0 0 0 0,0 0 0 0 0,0 0 0 0 0,-1 1 0 0 0,1-1 0 0 0,0 0 0 0 0,0 1 0 0 0,0-1-1 0 0,0 1 1 0 0,0 0 0 0 0,0-1 0 0 0,0 1 0 0 0,0 0 0 0 0,0 0 0 0 0,0 1 0 0 0,0-1 0 0 0,-1 0 0 0 0,1 1 0 0 0,0-1 0 0 0,0 1 0 0 0,2 0-1 0 0,-1 1 30 0 0,0 0 0 0 0,-1 0 0 0 0,1 1 0 0 0,-1-1 0 0 0,0 0 0 0 0,1 1 0 0 0,-1 0 0 0 0,-1-1 0 0 0,1 1-1 0 0,0 0 1 0 0,-1 0 0 0 0,1 0 0 0 0,-1 0 0 0 0,0 0 0 0 0,0 0 0 0 0,1 6 0 0 0,1 7 470 0 0,-1 0 0 0 0,0 26 1 0 0,-2-33-812 0 0,-1 1 1 0 0,2-1-1 0 0,-1 0 0 0 0,1 1 1 0 0,1-1-1 0 0,0 0 0 0 0,0 0 1 0 0,1 0-1 0 0,0 0 0 0 0,0 0 1 0 0,7 12-1 0 0,-9-20-163 0 0,0 0 0 0 0,0 0 0 0 0,0 0 0 0 0,0 0 0 0 0,0-1 0 0 0,0 1 0 0 0,0 0 0 0 0,0 0 1 0 0,1-1-1 0 0,-1 1 0 0 0,0 0 0 0 0,0-1 0 0 0,3 1 0 0 0,1 0-1387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0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7834 0 0,'-1'2'760'0'0,"1"-1"-672"0"0,1 2-88 0 0,1 0 0 0 0,-1 0 0 0 0,1 2 456 0 0,0 7 80 0 0,3 5 8 0 0,-1 6 8 0 0,0 5-272 0 0,-1-1-56 0 0,0-1-16 0 0,0-2 0 0 0,0 2-143 0 0,2-6-65 0 0,5-6 64 0 0,0-6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1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91 8754 0 0,'1'-4'520'0'0,"-1"1"0"0"0,0-1 1 0 0,0 0-1 0 0,0 0 0 0 0,-1 0 1 0 0,1 0-1 0 0,-1 0 0 0 0,0 0 1 0 0,-1-4-1 0 0,0 4-3 0 0,1 1 0 0 0,0-1 0 0 0,1 1 0 0 0,-1-1 0 0 0,1 0 0 0 0,-1 1 0 0 0,1-1-1 0 0,0 0 1 0 0,0 1 0 0 0,1-1 0 0 0,0-4 0 0 0,0 9-328 0 0,1 0 0 0 0,-1 1-1 0 0,0-1 1 0 0,0 0 0 0 0,0 0-1 0 0,0 0 1 0 0,0 1 0 0 0,0-1-1 0 0,0 0 1 0 0,0 1 0 0 0,0-1-1 0 0,0 3 1 0 0,8 21 4 0 0,0 1-1 0 0,-2-1 1 0 0,6 45 0 0 0,0 80-72 0 0,-10-99-169 0 0,2 0 0 0 0,17 79 0 0 0,-18-119-107 0 0,-1 0 1 0 0,1 0-1 0 0,1-1 1 0 0,0 1-1 0 0,1-1 1 0 0,11 16-1 0 0,-4-10-655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1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5985 0 0,'12'26'4552'0'0,"-7"-10"-2548"0"0,-1 0 0 0 0,5 28 0 0 0,-7-29-1608 0 0,1 1 1 0 0,0-1 0 0 0,8 19 0 0 0,5-10-1313 0 0,-19-21 916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1.5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5 12443 0 0,'-4'-4'1216'0'0,"3"4"-1088"0"0,1 1-128 0 0,0 1 208 0 0,1 2 16 0 0,0 4 0 0 0,2 7 0 0 0,0 3-1080 0 0,1 3-208 0 0,4 2-49 0 0,-4-1-7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2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6 6913 0 0,'-3'-1'233'0'0,"0"0"0"0"0,0 0 0 0 0,1 0 0 0 0,-1 1 0 0 0,0-1 0 0 0,0 1 0 0 0,0 0 0 0 0,0 0-1 0 0,0 0 1 0 0,0 0 0 0 0,0 0 0 0 0,1 0 0 0 0,-1 1 0 0 0,0-1 0 0 0,0 1 0 0 0,0 0 0 0 0,1 0-1 0 0,-1 0 1 0 0,0 0 0 0 0,1 1 0 0 0,-1-1 0 0 0,1 1 0 0 0,-1-1 0 0 0,1 1 0 0 0,0 0 0 0 0,0 0-1 0 0,0 0 1 0 0,-3 3 0 0 0,-1 1 119 0 0,1 1 1 0 0,0-1-1 0 0,0 1 0 0 0,0 1 0 0 0,1-1 0 0 0,0 1 1 0 0,0-1-1 0 0,-4 13 0 0 0,2 3-5 0 0,1-1 1 0 0,0 1 0 0 0,-2 42-1 0 0,6-54-342 0 0,1 0 0 0 0,1-1 0 0 0,-1 1 0 0 0,2-1 0 0 0,-1 1 0 0 0,2-1 0 0 0,-1 1 0 0 0,1-1 0 0 0,1 0 1 0 0,8 16-1 0 0,-10-23-53 0 0,0 0 1 0 0,0 0 0 0 0,0 0 0 0 0,1 0-1 0 0,-1-1 1 0 0,1 1 0 0 0,0-1 0 0 0,0 0-1 0 0,0 0 1 0 0,0 0 0 0 0,0 0 0 0 0,0 0-1 0 0,1-1 1 0 0,-1 1 0 0 0,1-1 0 0 0,-1 0-1 0 0,5 1 1 0 0,-1-1-864 0 0,-1 0 0 0 0,1 0 0 0 0,0-1 0 0 0,-1 0 0 0 0,8-1 1 0 0,10-2-4248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2.5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4 8290 0 0,'-2'0'79'0'0,"1"-1"0"0"0,-1 0 0 0 0,1 1 0 0 0,-1 0 1 0 0,1-1-1 0 0,-1 1 0 0 0,1 0 0 0 0,-1-1 0 0 0,0 1 0 0 0,1 0 0 0 0,-1 0 1 0 0,1 0-1 0 0,-1 0 0 0 0,1 1 0 0 0,-1-1 0 0 0,1 0 0 0 0,-3 2 0 0 0,2-1 53 0 0,0 0-1 0 0,0 1 1 0 0,0 0-1 0 0,0 0 0 0 0,1-1 1 0 0,-1 1-1 0 0,1 0 1 0 0,-1 0-1 0 0,1 0 0 0 0,-3 5 1 0 0,-5 10 232 0 0,1 0 0 0 0,1 0 1 0 0,0 1-1 0 0,1 0 0 0 0,1 0 0 0 0,1 1 1 0 0,0-1-1 0 0,1 1 0 0 0,2 0 0 0 0,-1 0 1 0 0,2 0-1 0 0,1 0 0 0 0,5 34 0 0 0,-5-49-308 0 0,-1-1 1 0 0,1 0-1 0 0,0 1 0 0 0,0-1 0 0 0,1 0 0 0 0,-1 0 0 0 0,1 0 0 0 0,0 0 0 0 0,-1 0 0 0 0,1 0 0 0 0,1 0 0 0 0,-1 0 0 0 0,0-1 0 0 0,1 1 0 0 0,-1-1 0 0 0,1 0 0 0 0,-1 0 0 0 0,1 0 0 0 0,0 0 0 0 0,0 0 0 0 0,0 0 0 0 0,0-1 0 0 0,1 0 0 0 0,-1 1 0 0 0,0-1 0 0 0,1-1 0 0 0,-1 1 0 0 0,0 0 0 0 0,1-1 0 0 0,-1 1 0 0 0,1-1 0 0 0,-1 0 0 0 0,1 0 0 0 0,-1-1 0 0 0,0 1 0 0 0,1-1 0 0 0,3-1 0 0 0,2 1 72 0 0,-1-2 0 0 0,1 1 0 0 0,-1-2 0 0 0,0 1 0 0 0,0-1 0 0 0,0 0 0 0 0,-1 0 0 0 0,1-1 0 0 0,-1 0 0 0 0,0 0 0 0 0,0-1 0 0 0,-1 0 0 0 0,11-13 0 0 0,-12 13-44 0 0,0-1 0 0 0,-1 0-1 0 0,0 0 1 0 0,0-1-1 0 0,0 1 1 0 0,-1-1 0 0 0,0 0-1 0 0,-1 0 1 0 0,0 0-1 0 0,0 0 1 0 0,-1-1 0 0 0,0 1-1 0 0,0-11 1 0 0,-1 12-15 0 0,-1 0 1 0 0,0 0-1 0 0,-1 0 1 0 0,1 0-1 0 0,-1 0 1 0 0,0 1 0 0 0,-1-1-1 0 0,0 1 1 0 0,0-1-1 0 0,0 1 1 0 0,-1 0-1 0 0,0 0 1 0 0,0 1-1 0 0,0-1 1 0 0,-1 1-1 0 0,-7-7 1 0 0,7 8-58 0 0,0-1-1 0 0,0 1 1 0 0,-1 0 0 0 0,0 1 0 0 0,0-1 0 0 0,0 1 0 0 0,0 0-1 0 0,0 0 1 0 0,-1 1 0 0 0,1 0 0 0 0,-1 0 0 0 0,-11-1 0 0 0,-25 3-6825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02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0 113 9674 0 0,'2'0'102'0'0,"0"-1"0"0"0,0 1 0 0 0,0 0-1 0 0,0 0 1 0 0,0-1 0 0 0,0 1 0 0 0,0 1 0 0 0,0-1 0 0 0,0 0 0 0 0,0 0-1 0 0,0 1 1 0 0,0-1 0 0 0,0 1 0 0 0,-1 0 0 0 0,1 0 0 0 0,0-1 0 0 0,0 1-1 0 0,-1 0 1 0 0,1 0 0 0 0,0 1 0 0 0,-1-1 0 0 0,1 0 0 0 0,-1 0 0 0 0,1 1-1 0 0,-1-1 1 0 0,0 1 0 0 0,0-1 0 0 0,0 1 0 0 0,1 0 0 0 0,-2 0 0 0 0,3 2-1 0 0,5 11 579 0 0,-1 0 0 0 0,12 30 0 0 0,-11-23-410 0 0,-5-17-177 0 0,15 34 218 0 0,-17-38-294 0 0,0 1-1 0 0,-1-1 1 0 0,1 1 0 0 0,0-1-1 0 0,0 0 1 0 0,0 1 0 0 0,1-1-1 0 0,-1 0 1 0 0,0 0 0 0 0,0 1 0 0 0,1-1-1 0 0,-1 0 1 0 0,0 0 0 0 0,1-1-1 0 0,-1 1 1 0 0,1 0 0 0 0,0 0-1 0 0,-1-1 1 0 0,3 2 0 0 0,-3-3 36 0 0,-1 1-1 0 0,1-1 1 0 0,-1 1 0 0 0,1-1 0 0 0,-1 1 0 0 0,1-1 0 0 0,-1 0-1 0 0,0 1 1 0 0,1-1 0 0 0,-1 1 0 0 0,0-1 0 0 0,0 0 0 0 0,0 1-1 0 0,1-1 1 0 0,-1 0 0 0 0,0 1 0 0 0,0-1 0 0 0,0 0-1 0 0,0 1 1 0 0,0-1 0 0 0,0 0 0 0 0,0 1 0 0 0,0-1 0 0 0,-1-1-1 0 0,0-21 892 0 0,0 21-809 0 0,0-17 304 0 0,0-1 0 0 0,1 0 0 0 0,1 0 0 0 0,5-28-1 0 0,-5 39-421 0 0,1 1 0 0 0,0 0 0 0 0,0-1 0 0 0,1 1 0 0 0,0 1 0 0 0,0-1 0 0 0,1 0 0 0 0,0 1 0 0 0,1 0 0 0 0,-1-1 0 0 0,1 2 0 0 0,1-1 0 0 0,5-6 0 0 0,-8 11 9 0 0,-1 0-1 0 0,0 0 1 0 0,1 0-1 0 0,-1 0 1 0 0,1 1-1 0 0,0-1 1 0 0,0 1-1 0 0,-1-1 1 0 0,1 1-1 0 0,0 0 1 0 0,0 0-1 0 0,0 0 1 0 0,0 1-1 0 0,1-1 1 0 0,-1 1-1 0 0,0 0 1 0 0,0 0-1 0 0,6 0 1 0 0,-5 1 36 0 0,0 0 0 0 0,0 0 0 0 0,0 1 0 0 0,-1-1 0 0 0,1 1 0 0 0,-1 0 0 0 0,1 0 0 0 0,-1 1 0 0 0,1-1 0 0 0,-1 1 0 0 0,0-1 0 0 0,5 6 0 0 0,4 8 140 0 0,0 0 0 0 0,-1 1 1 0 0,-1 0-1 0 0,14 31 0 0 0,-20-40-231 0 0,-1-2-32 0 0,0 1-67 0 0,0 1 0 0 0,0-2-1 0 0,1 1 1 0 0,0 0 0 0 0,0-1 0 0 0,1 0 0 0 0,-1 0 0 0 0,1 0-1 0 0,1 0 1 0 0,-1-1 0 0 0,9 7 0 0 0,6-3-7571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0.09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370 299 6913 0 0,'-74'24'1962'0'0,"57"-17"-1661"0"0,0-2 0 0 0,0 1-1 0 0,-30 4 1 0 0,46-10-281 0 0,1 0 0 0 0,-1 1 0 0 0,1-1-1 0 0,-1 0 1 0 0,1 0 0 0 0,-1 0 0 0 0,1 0 0 0 0,-1 0-1 0 0,1 0 1 0 0,-1 0 0 0 0,1 0 0 0 0,-1 0 0 0 0,1 0-1 0 0,-1 0 1 0 0,1 0 0 0 0,-1-1 0 0 0,1 1 0 0 0,-1 0-1 0 0,1 0 1 0 0,-1 0 0 0 0,1-1 0 0 0,0 1 0 0 0,-1 0-1 0 0,1 0 1 0 0,-1-1 0 0 0,1 1 0 0 0,0-1 0 0 0,-1 1-1 0 0,1 0 1 0 0,0-1 0 0 0,-1 1 0 0 0,1-1 0 0 0,5-16 177 0 0,26-20-316 0 0,-28 34 125 0 0,43-48-250 0 0,2 3 1 0 0,2 1 0 0 0,3 3 0 0 0,80-52-1 0 0,-127 93 321 0 0,-5 5 13 0 0,-9 10 108 0 0,-20 19 114 0 0,25-28-287 0 0,-5 6 19 0 0,-201 229 565 0 0,32-42-261 0 0,83-97 40 0 0,89-94-335 0 0,2-3-23 0 0,1 0 0 0 0,0 0 1 0 0,0 0-1 0 0,0 0 0 0 0,0 0 0 0 0,0 1 0 0 0,1-1 1 0 0,-1 1-1 0 0,1-1 0 0 0,-1 1 0 0 0,1-1 1 0 0,0 1-1 0 0,0 0 0 0 0,0 0 0 0 0,0 3 1 0 0,3-6-16 0 0,0 0 0 0 0,0 0 0 0 0,0-1 1 0 0,0 1-1 0 0,0-1 0 0 0,0 0 0 0 0,0 0 1 0 0,0 1-1 0 0,0-1 0 0 0,-1 0 0 0 0,1 0 1 0 0,1-2-1 0 0,0 2-11 0 0,268-171 186 0 0,-172 98-202 0 0,73-48-35 0 0,-151 109 42 0 0,0 2 1 0 0,0 0 0 0 0,1 2 0 0 0,1 0 0 0 0,0 2 0 0 0,37-9 0 0 0,-58 16 2 0 0,-1 0 1 0 0,1-1-1 0 0,-1 1 0 0 0,1 0 1 0 0,-1 0-1 0 0,1 0 1 0 0,-1 0-1 0 0,1 0 0 0 0,-1 0 1 0 0,1 0-1 0 0,0 0 1 0 0,-1 1-1 0 0,1-1 1 0 0,-1 0-1 0 0,1 1 0 0 0,-1 0 1 0 0,0-1-1 0 0,1 1 1 0 0,-1 0-1 0 0,0 0 0 0 0,2 0 1 0 0,-2 1-3 0 0,-1-1 0 0 0,1 0 0 0 0,0 0 0 0 0,-1 0 0 0 0,1 1 1 0 0,-1-1-1 0 0,0 0 0 0 0,1 1 0 0 0,-1-1 0 0 0,0 0 0 0 0,0 1 0 0 0,0-1 0 0 0,0 0 0 0 0,0 1 1 0 0,0-1-1 0 0,0 1 0 0 0,0-1 0 0 0,-1 3 0 0 0,-3 7-12 0 0,1 0-1 0 0,-2-1 1 0 0,1 1-1 0 0,-9 12 1 0 0,11-20 20 0 0,-49 80 556 0 0,-65 81 0 0 0,-4 4 260 0 0,119-166-812 0 0,-25 42 409 0 0,25-41-382 0 0,0-1-1 0 0,0 1 1 0 0,0-1 0 0 0,0 1 0 0 0,0 0 0 0 0,0 0 0 0 0,1-1 0 0 0,-1 1 0 0 0,1 0 0 0 0,0 0 0 0 0,0 0 0 0 0,0-1 0 0 0,0 1-1 0 0,0 0 1 0 0,2 4 0 0 0,-2-6-35 0 0,0 0 0 0 0,1-1 0 0 0,-1 1-1 0 0,0 0 1 0 0,1-1 0 0 0,-1 1 0 0 0,1 0-1 0 0,-1-1 1 0 0,1 1 0 0 0,0-1 0 0 0,-1 1 0 0 0,1-1-1 0 0,0 1 1 0 0,-1-1 0 0 0,1 0 0 0 0,0 1-1 0 0,-1-1 1 0 0,1 0 0 0 0,0 1 0 0 0,0-1 0 0 0,0 0-1 0 0,-1 0 1 0 0,1 0 0 0 0,1 1 0 0 0,24-6-337 0 0,23-20-538 0 0,-46 24 820 0 0,343-236-2864 0 0,-239 156 2440 0 0,136-99-387 0 0,14 22 1451 0 0,-256 157-573 0 0,50-22 343 0 0,-48 21-326 0 0,1 1 0 0 0,-1 0 0 0 0,0 0 0 0 0,1 1 0 0 0,-1-1 0 0 0,1 1 0 0 0,-1 0 1 0 0,1-1-1 0 0,-1 2 0 0 0,1-1 0 0 0,-1 0 0 0 0,1 1 0 0 0,4 0 0 0 0,-7 0-35 0 0,-1-1-1 0 0,1 1 0 0 0,0-1 0 0 0,-1 0 1 0 0,1 1-1 0 0,-1-1 0 0 0,1 1 0 0 0,-1 0 1 0 0,1-1-1 0 0,-1 1 0 0 0,1-1 0 0 0,-1 1 0 0 0,0 0 1 0 0,1-1-1 0 0,-1 1 0 0 0,0 0 0 0 0,1-1 1 0 0,-1 1-1 0 0,0 0 0 0 0,0-1 0 0 0,0 1 1 0 0,0 0-1 0 0,0 0 0 0 0,0-1 0 0 0,0 1 1 0 0,0 0-1 0 0,0 0 0 0 0,0-1 0 0 0,0 1 1 0 0,0 0-1 0 0,0 0 0 0 0,0-1 0 0 0,-1 1 0 0 0,1 0 1 0 0,-1 0-1 0 0,-12 27-423 0 0,-33 40-64 0 0,-2-1 0 0 0,-3-3 1 0 0,-3-3-1 0 0,-118 106 0 0 0,-44 34 967 0 0,-140 118 417 0 0,313-287-717 0 0,8-6 205 0 0,1 1 0 0 0,-51 53 0 0 0,73-61 94 0 0,13-19-470 0 0,-1 0 1 0 0,0 0-1 0 0,0 1 0 0 0,0-1 1 0 0,1 0-1 0 0,-1 0 1 0 0,0 1-1 0 0,0-1 1 0 0,1 0-1 0 0,-1 0 0 0 0,0 0 1 0 0,0 0-1 0 0,1 0 1 0 0,-1 0-1 0 0,0 1 0 0 0,1-1 1 0 0,-1 0-1 0 0,0 0 1 0 0,0 0-1 0 0,1 0 1 0 0,-1 0-1 0 0,0 0 0 0 0,1 0 1 0 0,-1 0-1 0 0,0 0 1 0 0,1 0-1 0 0,-1 0 0 0 0,0 0 1 0 0,0 0-1 0 0,1-1 1 0 0,-1 1-1 0 0,0 0 0 0 0,1 0 1 0 0,-1 0-1 0 0,0-1 1 0 0,39-16-490 0 0,163-136-3345 0 0,-124 90 3279 0 0,140-129 242 0 0,-12 9 461 0 0,-43 56 149 0 0,74-60 557 0 0,-159 120-108 0 0,3 3 0 0 0,2 3-1 0 0,110-58 1 0 0,-188 116-752 0 0,-4 5-7 0 0,-10 9-22 0 0,-17 14-15 0 0,-78 69 430 0 0,-87 80 786 0 0,-179 174 234 0 0,221-210-1089 0 0,25-19 453 0 0,-152 185 0 0 0,275-304-767 0 0,-20 32-86 0 0,21-32 72 0 0,0 0-1 0 0,-1 1 1 0 0,1-1-1 0 0,0 0 0 0 0,0 1 1 0 0,0-1-1 0 0,0 0 1 0 0,-1 1-1 0 0,1-1 1 0 0,0 1-1 0 0,0-1 1 0 0,0 0-1 0 0,0 1 1 0 0,0-1-1 0 0,0 0 1 0 0,0 1-1 0 0,0-1 0 0 0,0 1 1 0 0,0-1-1 0 0,0 0 1 0 0,0 1-1 0 0,1-1 1 0 0,-1 0-1 0 0,0 1 1 0 0,0-1-1 0 0,0 0 1 0 0,0 1-1 0 0,1 0 0 0 0,0-1-46 0 0,0 0-1 0 0,0 0 0 0 0,0 0 0 0 0,0 1 0 0 0,0-1 0 0 0,1-1 1 0 0,-1 1-1 0 0,0 0 0 0 0,0 0 0 0 0,0 0 0 0 0,0 0 0 0 0,0-1 1 0 0,0 1-1 0 0,0 0 0 0 0,0-1 0 0 0,1 0 0 0 0,26-13-614 0 0,-2-1 0 0 0,0-1 0 0 0,0-1 0 0 0,35-31-1 0 0,-13 10 70 0 0,337-216-1089 0 0,-254 173 1338 0 0,-118 72 353 0 0,4-2 8 0 0,1-1 0 0 0,0 2-1 0 0,0 1 1 0 0,1 0 0 0 0,1 1 0 0 0,20-5-1 0 0,-39 12 15 0 0,0 1-1 0 0,0 0 0 0 0,0-1 0 0 0,0 1 1 0 0,0 0-1 0 0,1 0 0 0 0,-1 0 1 0 0,0 0-1 0 0,0 0 0 0 0,0 0 1 0 0,0 0-1 0 0,0 1 0 0 0,0-1 0 0 0,0 0 1 0 0,1 0-1 0 0,-1 1 0 0 0,0-1 1 0 0,0 1-1 0 0,0-1 0 0 0,1 2 1 0 0,-1-1 16 0 0,-1-1 0 0 0,1 1 0 0 0,-1 0 0 0 0,0 0 0 0 0,1 0 0 0 0,-1 0 0 0 0,0-1 1 0 0,1 1-1 0 0,-1 0 0 0 0,0 0 0 0 0,0 0 0 0 0,0 0 0 0 0,0 0 0 0 0,0 0 0 0 0,0 0 1 0 0,0 0-1 0 0,0 0 0 0 0,0-1 0 0 0,-1 3 0 0 0,-1 5 196 0 0,-1-1 0 0 0,0 1 0 0 0,0-1 0 0 0,-6 10 0 0 0,8-16-206 0 0,-40 68 1354 0 0,-97 121 1 0 0,-71 49-394 0 0,165-190-839 0 0,-38 41 152 0 0,-190 219 1565 0 0,269-305-2301 0 0,26-22-1595 0 0,24-26-309 0 0,132-127-3642 0 0,103-71 2543 0 0,-182 156 3637 0 0,13-12 1630 0 0,-82 75 994 0 0,59-36 0 0 0,-113 72 75 0 0,-29 24 0 0 0,-64 63-1276 0 0,51-43-949 0 0,39-35-567 0 0,0 2-85 0 0,-2-1 0 0 0,-1-2 0 0 0,0-1 0 0 0,-35 18 0 0 0,64-37-29 0 0,-1-1 0 0 0,0 1 0 0 0,0-1 0 0 0,1 0 0 0 0,-1 1 0 0 0,0-1 0 0 0,0 0 0 0 0,0 1 0 0 0,1-1 0 0 0,-1 0 0 0 0,0 0 0 0 0,0 0 0 0 0,0 0 0 0 0,0 0 0 0 0,0 0 0 0 0,0 0 0 0 0,1 0 0 0 0,-3 0-1 0 0,5-12-433 0 0,21-21-506 0 0,-22 30 882 0 0,314-349-5161 0 0,-203 233 3561 0 0,-99 105 1598 0 0,23-26 5 0 0,2 2 0 0 0,1 1 0 0 0,52-36 0 0 0,-117 92 2206 0 0,1 1 1 0 0,-24 26 0 0 0,1 4-1683 0 0,-55 74 0 0 0,77-89-1622 0 0,3 1-3996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2.09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811 1 7370 0 0,'-17'3'-509'0'0,"0"1"1"0"0,0 1-1 0 0,0 1 1 0 0,1 1 0 0 0,-1 0-1 0 0,2 1 1 0 0,-27 17 0 0 0,-63 8 5663 0 0,104-33-5088 0 0,0-1 0 0 0,0 1 1 0 0,0 0-1 0 0,0 0 0 0 0,0 0 1 0 0,0-1-1 0 0,0 1 0 0 0,0 0 1 0 0,0 0-1 0 0,0 0 0 0 0,0 0 1 0 0,1 1-1 0 0,-1-1 0 0 0,0 0 1 0 0,0 0-1 0 0,0 1 0 0 0,0-1 1 0 0,0 0-1 0 0,0 1 0 0 0,0-1 1 0 0,1 1-1 0 0,-1-1 0 0 0,0 1 1 0 0,-1 0-1 0 0,-22 17 328 0 0,21-16-255 0 0,-141 108-951 0 0,-152 120 1238 0 0,282-218 105 0 0,1 0 1 0 0,-16 20-1 0 0,45-36 204 0 0,11-10-692 0 0,322-191-1455 0 0,-304 178 1336 0 0,-30 17 393 0 0,0 1 1 0 0,1 1 0 0 0,0 0 0 0 0,1 0 0 0 0,-1 2 0 0 0,29-7 0 0 0,-44 12-310 0 0,0 1 0 0 0,0 0 0 0 0,0 0 1 0 0,0-1-1 0 0,0 1 0 0 0,-1 0 0 0 0,1 0 0 0 0,0 0 1 0 0,0 0-1 0 0,0 0 0 0 0,0 0 0 0 0,0 0 0 0 0,0 1 0 0 0,0-1 1 0 0,0 0-1 0 0,0 0 0 0 0,0 1 0 0 0,-1-1 0 0 0,1 1 1 0 0,0-1-1 0 0,0 1 0 0 0,0-1 0 0 0,-1 1 0 0 0,1-1 1 0 0,0 1-1 0 0,-1 0 0 0 0,1-1 0 0 0,0 1 0 0 0,-1 0 0 0 0,1-1 1 0 0,-1 1-1 0 0,1 0 0 0 0,-1 0 0 0 0,1 0 0 0 0,-1 0 1 0 0,0-1-1 0 0,1 1 0 0 0,-1 0 0 0 0,0 0 0 0 0,0 0 1 0 0,0 0-1 0 0,0 0 0 0 0,0 0 0 0 0,0 0 0 0 0,0 0 0 0 0,0 0 1 0 0,0 0-1 0 0,0-1 0 0 0,0 1 0 0 0,0 0 0 0 0,-1 0 1 0 0,0 2-1 0 0,-1 7 72 0 0,-1-1 1 0 0,0 1-1 0 0,-9 17 1 0 0,9-21-68 0 0,-16 33 193 0 0,-2 0 1 0 0,-41 56 0 0 0,-63 63 293 0 0,76-97-724 0 0,43-54 271 0 0,2-3 35 0 0,0 0 1 0 0,1 0-1 0 0,0 0 0 0 0,0 0 0 0 0,0 1 1 0 0,0-1-1 0 0,1 1 0 0 0,0 0 0 0 0,0 0 1 0 0,0 0-1 0 0,-1 6 0 0 0,3-11-71 0 0,0 1 0 0 0,0 0 0 0 0,1-1 0 0 0,-1 1 0 0 0,0 0 0 0 0,0-1 0 0 0,1 1 0 0 0,-1-1 1 0 0,0 1-1 0 0,1 0 0 0 0,-1-1 0 0 0,1 1 0 0 0,-1-1 0 0 0,1 1 0 0 0,-1-1 0 0 0,1 1 0 0 0,-1-1 0 0 0,1 0 0 0 0,-1 1 0 0 0,1-1 0 0 0,0 0 0 0 0,-1 1 0 0 0,1-1 0 0 0,0 0 0 0 0,-1 0 0 0 0,1 0 0 0 0,0 1 0 0 0,-1-1 0 0 0,1 0 0 0 0,0 0 0 0 0,-1 0 0 0 0,1 0 1 0 0,0 0-1 0 0,-1 0 0 0 0,1 0 0 0 0,0-1 0 0 0,-1 1 0 0 0,1 0 0 0 0,0 0 0 0 0,-1 0 0 0 0,1-1 0 0 0,0 1 0 0 0,-1 0 0 0 0,2-1 0 0 0,33-13-239 0 0,-35 14 206 0 0,51-28-714 0 0,-2-2 1 0 0,0-2 0 0 0,48-43 0 0 0,44-31-570 0 0,-1 19 299 0 0,92-67 1043 0 0,-225 148 50 0 0,-5 3-25 0 0,1 1 1 0 0,-1-1-1 0 0,1 1 0 0 0,0 0 0 0 0,-1 0 0 0 0,1 0 1 0 0,0 1-1 0 0,0-1 0 0 0,0 1 0 0 0,0 0 0 0 0,6-2 1 0 0,-10 4 1 0 0,1 1 0 0 0,-1-1 1 0 0,1 1-1 0 0,-1-1 0 0 0,1 1 1 0 0,-1-1-1 0 0,0 1 0 0 0,0-1 1 0 0,0 0-1 0 0,0 0 0 0 0,-1 2 1 0 0,-38 43 361 0 0,-2-3 0 0 0,-48 39 0 0 0,-103 71 48 0 0,16-14-87 0 0,91-65-198 0 0,-147 114 1071 0 0,205-168-1122 0 0,10-8-8 0 0,1 0 0 0 0,-21 20 0 0 0,82-53-1036 0 0,274-208-2491 0 0,-230 159 3224 0 0,3 4 1 0 0,131-73 0 0 0,-164 108 755 0 0,-31 15 13 0 0,1 1 0 0 0,0 1-1 0 0,1 2 1 0 0,41-12 0 0 0,-68 23-572 0 0,-1 1 0 0 0,1-1-1 0 0,0 1 1 0 0,-1 0 0 0 0,1-1-1 0 0,0 1 1 0 0,-1 0 0 0 0,1 0-1 0 0,0 0 1 0 0,0 0 0 0 0,-1 0-1 0 0,1 1 1 0 0,0-1-1 0 0,-1 0 1 0 0,1 1 0 0 0,-1-1-1 0 0,1 1 1 0 0,0 0 0 0 0,1 0-1 0 0,-3 0-25 0 0,1 0 0 0 0,-1 0 0 0 0,1 0 0 0 0,-1 0 0 0 0,1 0 0 0 0,-1 0 0 0 0,0-1 0 0 0,1 1 0 0 0,-1 0 0 0 0,0 0 0 0 0,0 0 0 0 0,0 0 0 0 0,0 0 0 0 0,0 0 0 0 0,0 0 0 0 0,0 0 0 0 0,0 0 0 0 0,0 0 0 0 0,0 0 0 0 0,-1 0 0 0 0,1 0 0 0 0,0 0 0 0 0,-1 1 0 0 0,-4 9-68 0 0,0-1 0 0 0,0 0 1 0 0,-1 0-1 0 0,-8 10 1 0 0,13-19 70 0 0,-409 537 198 0 0,397-521-101 0 0,-38 48 287 0 0,47-59-317 0 0,1 0 0 0 0,-1 0 0 0 0,1 0 0 0 0,0 0 0 0 0,1 0 0 0 0,-1 0-1 0 0,1 1 1 0 0,1 0 0 0 0,-2 8 0 0 0,3-14-77 0 0,0 0 0 0 0,-1 0 0 0 0,1-1 0 0 0,0 1 0 0 0,0 0 0 0 0,0 0 0 0 0,1-1 0 0 0,-1 1 0 0 0,0 0 0 0 0,0 0 0 0 0,0-1 0 0 0,0 1 0 0 0,1 0 0 0 0,-1-1 0 0 0,0 1 0 0 0,1 0 0 0 0,-1-1 0 0 0,1 1 0 0 0,-1 0 0 0 0,1-1 0 0 0,-1 1 0 0 0,1-1 0 0 0,-1 1 0 0 0,1-1 0 0 0,-1 1 0 0 0,1-1 0 0 0,-1 1 0 0 0,1-1 0 0 0,0 1 0 0 0,1-1-36 0 0,0 1 0 0 0,0-1-1 0 0,0 0 1 0 0,0 0 0 0 0,0 0-1 0 0,0 0 1 0 0,0 0 0 0 0,0 0-1 0 0,0 0 1 0 0,0 0 0 0 0,2-1-1 0 0,8-3-338 0 0,-1 0 0 0 0,21-10-1 0 0,-28 12 275 0 0,89-45-827 0 0,131-88-1 0 0,74-80 739 0 0,-181 129-82 0 0,-2-4 284 0 0,-69 51 359 0 0,2 2 1 0 0,1 3 0 0 0,89-47 0 0 0,-131 77-255 0 0,-1 1 0 0 0,1 0 0 0 0,0 1 0 0 0,0-1 0 0 0,0 1 0 0 0,0 1 0 0 0,0-1 0 0 0,0 1 0 0 0,1 0 0 0 0,8 1 0 0 0,-15 0-95 0 0,-1 0 1 0 0,1 0 0 0 0,-1 0-1 0 0,1 0 1 0 0,-1 0 0 0 0,1 0-1 0 0,-1 0 1 0 0,1 1-1 0 0,-1-1 1 0 0,1 0 0 0 0,-1 0-1 0 0,1 1 1 0 0,-1-1 0 0 0,1 0-1 0 0,-1 0 1 0 0,1 1 0 0 0,-1-1-1 0 0,1 1 1 0 0,-1-1 0 0 0,0 0-1 0 0,1 1 1 0 0,-1-1-1 0 0,0 1 1 0 0,1-1 0 0 0,-1 1-1 0 0,0-1 1 0 0,0 1 0 0 0,0-1-1 0 0,1 1 1 0 0,-1-1 0 0 0,0 2-1 0 0,-6 19 170 0 0,-24 18-170 0 0,29-37-10 0 0,-300 332 795 0 0,59-77-482 0 0,-38 43 431 0 0,34-29 120 0 0,228-249-815 0 0,18-22-54 0 0,0 0 1 0 0,0 0 0 0 0,0 0-1 0 0,0 0 1 0 0,0 1-1 0 0,0-1 1 0 0,0 0 0 0 0,0 0-1 0 0,0 0 1 0 0,0 0-1 0 0,0 0 1 0 0,0 1 0 0 0,0-1-1 0 0,0 0 1 0 0,0 0-1 0 0,0 0 1 0 0,0 0 0 0 0,0 0-1 0 0,0 1 1 0 0,0-1 0 0 0,0 0-1 0 0,0 0 1 0 0,0 0-1 0 0,0 0 1 0 0,0 0 0 0 0,0 1-1 0 0,0-1 1 0 0,0 0-1 0 0,0 0 1 0 0,1 0 0 0 0,-1 0-1 0 0,0 0 1 0 0,0 0 0 0 0,0 0-1 0 0,0 0 1 0 0,0 1-1 0 0,0-1 1 0 0,0 0 0 0 0,1 0-1 0 0,-1 0 1 0 0,0 0-1 0 0,0 0 1 0 0,0 0 0 0 0,0 0-1 0 0,0 0 1 0 0,1 0-1 0 0,16-3-233 0 0,3-4-71 0 0,0-1 0 0 0,0-2 0 0 0,0 1 0 0 0,-1-2 0 0 0,27-20 0 0 0,84-78-881 0 0,-82 68 992 0 0,244-200-217 0 0,62-53 619 0 0,-300 245-188 0 0,67-57-28 0 0,-97 87 3 0 0,2 1 1 0 0,0 1-1 0 0,29-14 0 0 0,-52 30 8 0 0,0-1-1 0 0,-1 1 0 0 0,1 0 1 0 0,0 0-1 0 0,0 0 0 0 0,0 0 1 0 0,0 1-1 0 0,0-1 0 0 0,0 1 1 0 0,5 0-1 0 0,-7 0 0 0 0,0 0-1 0 0,0 1 1 0 0,-1-1-1 0 0,1 0 1 0 0,0 1 0 0 0,0-1-1 0 0,-1 1 1 0 0,1-1-1 0 0,0 1 1 0 0,-1 0-1 0 0,1-1 1 0 0,-1 1 0 0 0,1-1-1 0 0,-1 1 1 0 0,1 0-1 0 0,-1 0 1 0 0,1-1 0 0 0,-1 1-1 0 0,1 0 1 0 0,-1 0-1 0 0,0 0 1 0 0,0-1 0 0 0,1 1-1 0 0,-1 0 1 0 0,0 0-1 0 0,0 0 1 0 0,0 0 0 0 0,0-1-1 0 0,0 1 1 0 0,0 0-1 0 0,0 0 1 0 0,0 0-1 0 0,0 0 1 0 0,-1 0 0 0 0,1-1-1 0 0,0 1 1 0 0,0 0-1 0 0,-1 0 1 0 0,0 1 0 0 0,-4 18 88 0 0,-1 1-1 0 0,-1-1 1 0 0,-1 0 0 0 0,-1-1 0 0 0,-16 26 0 0 0,-1-5-54 0 0,-39 49 1 0 0,-46 42 83 0 0,-47 60 56 0 0,122-143-128 0 0,6-10 116 0 0,2 2-1 0 0,-25 48 1 0 0,53-88-148 0 0,-1 1 1 0 0,1-1-1 0 0,-1 1 1 0 0,1-1-1 0 0,-1 1 1 0 0,1 0 0 0 0,0-1-1 0 0,-1 1 1 0 0,1-1-1 0 0,0 1 1 0 0,0 0-1 0 0,-1-1 1 0 0,1 1-1 0 0,0 0 1 0 0,0-1 0 0 0,0 1-1 0 0,0 0 1 0 0,0-1-1 0 0,0 1 1 0 0,0 0-1 0 0,0-1 1 0 0,0 1-1 0 0,0 0 1 0 0,0-1 0 0 0,1 1-1 0 0,-1-1 1 0 0,0 1-1 0 0,0 0 1 0 0,1-1-1 0 0,-1 1 1 0 0,0-1-1 0 0,1 1 1 0 0,0 0 0 0 0,0 0-2 0 0,1-1 1 0 0,-1 0 0 0 0,1 0 0 0 0,-1 0-1 0 0,1 0 1 0 0,-1 0 0 0 0,1 0 0 0 0,-1 0-1 0 0,0-1 1 0 0,1 1 0 0 0,-1 0 0 0 0,1-1 0 0 0,2-1-1 0 0,50-26-82 0 0,-53 28 60 0 0,63-43-787 0 0,71-60 0 0 0,-50 36 316 0 0,102-83-399 0 0,37-28-389 0 0,-219 175 1262 0 0,50-34-47 0 0,-51 35 48 0 0,0 0 1 0 0,0 0-1 0 0,0 0 1 0 0,1 0-1 0 0,-1 1 1 0 0,0-1-1 0 0,1 1 1 0 0,0 0-1 0 0,-1 1 1 0 0,1-1-1 0 0,7 1 1 0 0,-11 0 9 0 0,0 0 0 0 0,0 1 0 0 0,-1-1 0 0 0,1 0 0 0 0,0 1 0 0 0,0-1 0 0 0,0 1 1 0 0,0-1-1 0 0,0 1 0 0 0,0-1 0 0 0,-1 1 0 0 0,1 0 0 0 0,0-1 0 0 0,0 1 0 0 0,-1 0 0 0 0,1 0 0 0 0,0-1 0 0 0,-1 1 1 0 0,1 0-1 0 0,-1 0 0 0 0,1 0 0 0 0,-1 0 0 0 0,0 0 0 0 0,1 0 0 0 0,-1 0 0 0 0,0 0 0 0 0,1 0 0 0 0,-1 0 0 0 0,0 0 1 0 0,0 0-1 0 0,0 0 0 0 0,0 0 0 0 0,0 0 0 0 0,0 0 0 0 0,-1 1 0 0 0,-7 40 390 0 0,7-40-376 0 0,-24 69 929 0 0,-53 108-1 0 0,29-73-336 0 0,-11 18-38 0 0,31-67-183 0 0,-39 107-1 0 0,67-161-426 0 0,-1 1 0 0 0,1 0 0 0 0,0 0-1 0 0,1 0 1 0 0,-1-1 0 0 0,1 1-1 0 0,-1 0 1 0 0,1 0 0 0 0,0 0 0 0 0,1 0-1 0 0,0 4 1 0 0,-1-7-1 0 0,0-1 1 0 0,1 1-1 0 0,-1 0 1 0 0,0-1-1 0 0,1 1 1 0 0,-1-1-1 0 0,0 1 1 0 0,1 0-1 0 0,-1-1 1 0 0,1 1-1 0 0,-1-1 1 0 0,1 1-1 0 0,-1-1 1 0 0,1 0-1 0 0,0 1 1 0 0,-1-1-1 0 0,1 0 1 0 0,-1 1-1 0 0,1-1 0 0 0,0 0 1 0 0,-1 1-1 0 0,1-1 1 0 0,1 0-1 0 0,0 0-54 0 0,1 0-1 0 0,-1 0 0 0 0,1 0 0 0 0,-1 0 0 0 0,1-1 0 0 0,-1 1 1 0 0,0-1-1 0 0,1 0 0 0 0,-1 1 0 0 0,3-3 0 0 0,112-57-2240 0 0,-90 43 2432 0 0,1 3-1 0 0,0 0 1 0 0,0 1-1 0 0,38-10 1 0 0,-45 18 326 0 0,-1 0 1 0 0,35-1 0 0 0,-49 5-204 0 0,0 1 1 0 0,0 0-1 0 0,0 0 0 0 0,0 1 1 0 0,0-1-1 0 0,1 2 1 0 0,-1-1-1 0 0,-1 0 1 0 0,1 1-1 0 0,0 0 1 0 0,0 1-1 0 0,-1-1 0 0 0,9 6 1 0 0,-12-6-150 0 0,0 0-1 0 0,0 0 1 0 0,0 1 0 0 0,0-1 0 0 0,-1 0 0 0 0,1 1-1 0 0,-1 0 1 0 0,1-1 0 0 0,-1 1 0 0 0,0 0-1 0 0,0-1 1 0 0,0 1 0 0 0,0 0 0 0 0,-1 0-1 0 0,1 0 1 0 0,-1 0 0 0 0,0 0 0 0 0,1 0 0 0 0,-2 0-1 0 0,1 0 1 0 0,0 0 0 0 0,0 0 0 0 0,-1 0-1 0 0,0-1 1 0 0,1 1 0 0 0,-3 4 0 0 0,-2 8-466 0 0,0 0 0 0 0,-2-1 0 0 0,-11 21 0 0 0,5-13-272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7.1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220 16 2761 0 0,'-11'-2'240'0'0,"-94"-11"5005"0"0,93 12-3860 0 0,0 1 0 0 0,-1 1-1 0 0,1 0 1 0 0,0 0-1 0 0,0 2 1 0 0,-18 4 0 0 0,40-1 377 0 0,9 0-1171 0 0,28 4-14 0 0,1-2 0 0 0,80 3 0 0 0,101-11-209 0 0,-97-2-204 0 0,375-14-67 0 0,-330 7-51 0 0,316 3-35 0 0,-270 10 67 0 0,126 7 76 0 0,-332-9-160 0 0,-13-1-32 0 0,1 0-1 0 0,0-1 1 0 0,0 1-1 0 0,-1-1 1 0 0,1 0-1 0 0,0 0 1 0 0,-1-1-1 0 0,9-1 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7.4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42 6449 0 0,'-4'-5'370'0'0,"-1"0"-1"0"0,1 1 0 0 0,-1 0 0 0 0,0 0 1 0 0,-19-15 8054 0 0,70 32-6364 0 0,58 24 0 0 0,-89-30-1867 0 0,0 1 1 0 0,0 0-1 0 0,-1 1 0 0 0,0 1 0 0 0,-1 0 0 0 0,0 0 0 0 0,16 19 0 0 0,-11-10-151 0 0,-1 0 0 0 0,-1 1-1 0 0,-2 1 1 0 0,0 1 0 0 0,18 36 0 0 0,-29-51-33 0 0,1 1-1 0 0,-1 0 1 0 0,-1 1-1 0 0,1-1 1 0 0,-1 0-1 0 0,-1 1 0 0 0,0-1 1 0 0,0 1-1 0 0,-1 0 1 0 0,0-1-1 0 0,0 1 1 0 0,-1-1-1 0 0,0 1 1 0 0,0-1-1 0 0,-1 1 1 0 0,0-1-1 0 0,-1 0 1 0 0,0 0-1 0 0,0 0 1 0 0,-5 8-1 0 0,0-2 29 0 0,-1-2 0 0 0,0 1 0 0 0,-1-1 0 0 0,0 0 0 0 0,-1-1 0 0 0,-23 19 0 0 0,-1-5-21 0 0,-44 24-1 0 0,-12 9-1916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7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51 6449 0 0,'-1'-3'660'0'0,"0"-1"-1"0"0,0 0 1 0 0,1 1-1 0 0,-1-1 1 0 0,1 0-1 0 0,0 0 1 0 0,-1 0-1 0 0,2 0 1 0 0,-1 1-1 0 0,0-1 1 0 0,2-5-1 0 0,1 12-169 0 0,-1 1 0 0 0,0 0 1 0 0,0-1-1 0 0,0 1 0 0 0,-1 0 0 0 0,3 8 0 0 0,10 46 870 0 0,-2 0 0 0 0,8 91 0 0 0,-8 123-676 0 0,-8-121-712 0 0,-3-147-356 0 0,-1-1 0 0 0,1 1-1 0 0,-1-1 1 0 0,1 1 0 0 0,0-1 0 0 0,1 1-1 0 0,2 5 1 0 0,-4-9 167 0 0,0 1-1 0 0,1 0 0 0 0,-1-1 1 0 0,0 1-1 0 0,1 0 1 0 0,-1-1-1 0 0,0 1 1 0 0,1-1-1 0 0,-1 1 0 0 0,2 0-434 0 0,-2-1 434 0 0,1 1 0 0 0,-1-1 1 0 0,1 1-1 0 0,0-1 1 0 0,-1 0-1 0 0,1 0 1 0 0,0 1-1 0 0,-1-1 0 0 0,1 0 1 0 0,0 0-1 0 0,-1 0 1 0 0,1 0-1 0 0,0 0 1 0 0,-1 1-1 0 0,1-1 0 0 0,0-1 1 0 0,-1 1-1 0 0,1 0 1 0 0,0 0-1 0 0,-1 0 0 0 0,1 0 1 0 0,0 0-1 0 0,-1-1 1 0 0,1 1-1 0 0,0 0 1 0 0,-1 0-1 0 0,1-1 0 0 0,-1 1 1 0 0,1 0-1 0 0,-1-1 1 0 0,1 1-1 0 0,-1-1 1 0 0,2 0-1 0 0,4-6-738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8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7834 0 0,'0'-1'133'0'0,"1"0"0"0"0,0 1 0 0 0,0-1 1 0 0,0 1-1 0 0,0 0 0 0 0,0-1 0 0 0,0 1 0 0 0,0 0 1 0 0,0 0-1 0 0,0-1 0 0 0,0 1 0 0 0,0 0 0 0 0,0 0 1 0 0,0 0-1 0 0,0 0 0 0 0,0 0 0 0 0,0 0 0 0 0,-1 1 1 0 0,1-1-1 0 0,0 0 0 0 0,0 0 0 0 0,0 1 0 0 0,0-1 1 0 0,2 1-1 0 0,-1 1 231 0 0,1 0-1 0 0,-1 0 1 0 0,0 0 0 0 0,0 0 0 0 0,0 0 0 0 0,0 0-1 0 0,0 0 1 0 0,3 5 0 0 0,1 5 1273 0 0,1 0 1 0 0,8 23-1 0 0,-15-35-1600 0 0,8 25 318 0 0,-1 0 0 0 0,0 0 1 0 0,3 41-1 0 0,1 82 1172 0 0,-5-50-1097 0 0,8 16-1567 0 0,1 23-2711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8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63 6913 0 0,'-4'-1'420'0'0,"1"0"0"0"0,0 0 0 0 0,0 0 0 0 0,0-1-1 0 0,0 0 1 0 0,0 1 0 0 0,0-1 0 0 0,1 0 0 0 0,-1-1-1 0 0,0 1 1 0 0,1 0 0 0 0,-4-5 0 0 0,6 7-262 0 0,0-1 0 0 0,-1 1 0 0 0,1-1 0 0 0,0 0 1 0 0,-1 1-1 0 0,1-1 0 0 0,0 1 0 0 0,0-1 0 0 0,-1 0 0 0 0,1 1 1 0 0,0-1-1 0 0,0 1 0 0 0,0-1 0 0 0,0 0 0 0 0,0 1 0 0 0,0-1 1 0 0,0 0-1 0 0,0 1 0 0 0,0-1 0 0 0,0 0 0 0 0,1 1 0 0 0,-1-1 1 0 0,0 0-1 0 0,0 1 0 0 0,1-1 0 0 0,0-1-106 0 0,0 1 1 0 0,0 0-1 0 0,0 0 0 0 0,1 0 1 0 0,-1 1-1 0 0,0-1 0 0 0,0 0 0 0 0,1 0 1 0 0,-1 1-1 0 0,1-1 0 0 0,-1 1 1 0 0,1-1-1 0 0,-1 1 0 0 0,1-1 0 0 0,2 1 1 0 0,25-4 377 0 0,1 2-1 0 0,53 1 1 0 0,-13 2-1997 0 0,-42-2-4553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8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6449 0 0,'-1'11'1000'0'0,"0"1"0"0"0,0 0-1 0 0,1 0 1 0 0,0 0 0 0 0,4 17-1 0 0,-1 8 838 0 0,-1 13-173 0 0,3 58 698 0 0,7-39-3707 0 0,-8-52-4754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8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97 13363 0 0,'-8'-23'682'0'0,"4"14"40"0"0,1 1 0 0 0,0-1 0 0 0,1 0 0 0 0,0 0 1 0 0,0 0-1 0 0,0-11 0 0 0,27 57-3293 0 0,1-2-2502 0 0,-11-15 2459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9.2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308 33 5065 0 0,'0'-2'119'0'0,"-1"1"-1"0"0,0-1 1 0 0,1 0-1 0 0,-1 1 1 0 0,0-1 0 0 0,0 1-1 0 0,0-1 1 0 0,0 1-1 0 0,0-1 1 0 0,0 1 0 0 0,-1 0-1 0 0,1-1 1 0 0,0 1-1 0 0,-1 0 1 0 0,1 0 0 0 0,-1 0-1 0 0,1 0 1 0 0,-1 0-1 0 0,-1 0 1 0 0,-1 0 377 0 0,-1-1 0 0 0,1 1-1 0 0,-1 1 1 0 0,1-1 0 0 0,-1 1 0 0 0,-7 0 0 0 0,2 0-134 0 0,0 2 0 0 0,1-1 0 0 0,-1 1 0 0 0,0 1 1 0 0,1 0-1 0 0,0 0 0 0 0,-1 1 0 0 0,1 0 0 0 0,1 0 1 0 0,-1 1-1 0 0,1 1 0 0 0,-1-1 0 0 0,2 1 0 0 0,-9 8 1 0 0,4-3-333 0 0,0 0 1 0 0,1 1 0 0 0,1 0 0 0 0,0 1 0 0 0,1 0 0 0 0,0 1 0 0 0,-13 27 0 0 0,21-39-67 0 0,0 0 0 0 0,0-1 0 0 0,0 1 1 0 0,1 0-1 0 0,-1 0 0 0 0,1-1 1 0 0,-1 1-1 0 0,1 0 0 0 0,0 0 0 0 0,0 0 1 0 0,-1 0-1 0 0,1-1 0 0 0,0 1 1 0 0,1 0-1 0 0,-1 0 0 0 0,0 0 0 0 0,1 3 1 0 0,0-4-18 0 0,0 0 1 0 0,-1-1-1 0 0,1 1 1 0 0,0 0-1 0 0,0-1 1 0 0,-1 1-1 0 0,1-1 0 0 0,0 1 1 0 0,0-1-1 0 0,0 1 1 0 0,-1-1-1 0 0,1 1 1 0 0,0-1-1 0 0,0 0 1 0 0,0 0-1 0 0,0 1 1 0 0,0-1-1 0 0,0 0 1 0 0,0 0-1 0 0,0 0 1 0 0,0 0-1 0 0,0 0 1 0 0,2 0-1 0 0,4-1-15 0 0,-1-1 0 0 0,1 0 0 0 0,0 0 0 0 0,-1 0 0 0 0,1 0 0 0 0,-1-1 0 0 0,11-6 0 0 0,49-39 579 0 0,-53 37-370 0 0,1 0-1 0 0,0 1 0 0 0,1 1 1 0 0,-1 0-1 0 0,2 1 0 0 0,-1 0 1 0 0,28-8-1 0 0,-41 15-52 0 0,0 1 0 0 0,-1-1 0 0 0,1 1-1 0 0,0 0 1 0 0,0 0 0 0 0,0 0 0 0 0,0 0 0 0 0,0 0 0 0 0,0 0 0 0 0,-1 0-1 0 0,1 1 1 0 0,0-1 0 0 0,0 1 0 0 0,0-1 0 0 0,0 1 0 0 0,-1 0 0 0 0,1 0-1 0 0,0 0 1 0 0,-1 0 0 0 0,1 0 0 0 0,2 2 0 0 0,-2 0 57 0 0,1-1 0 0 0,-1 1 0 0 0,0 0 0 0 0,0 0 0 0 0,-1 0 0 0 0,1 0 0 0 0,-1 1 1 0 0,1-1-1 0 0,-1 0 0 0 0,1 7 0 0 0,1 7 297 0 0,-1-1 1 0 0,0 1-1 0 0,-2 30 0 0 0,0-44-419 0 0,-1 23 157 0 0,-1 1 0 0 0,0-1-1 0 0,-3 0 1 0 0,-7 29 0 0 0,10-47-154 0 0,-1 0 0 0 0,0 0 0 0 0,0 0 0 0 0,-1 0 1 0 0,0-1-1 0 0,0 0 0 0 0,-1 1 0 0 0,1-1 1 0 0,-2-1-1 0 0,1 1 0 0 0,-1-1 0 0 0,0 0 1 0 0,0 0-1 0 0,-1-1 0 0 0,1 0 0 0 0,-15 8 0 0 0,20-12-112 0 0,1-1 0 0 0,-1 1 0 0 0,0-1 0 0 0,0 0 0 0 0,0 1-1 0 0,0-1 1 0 0,0 0 0 0 0,0 0 0 0 0,0 0 0 0 0,0 0-1 0 0,1 1 1 0 0,-1-1 0 0 0,0-1 0 0 0,0 1 0 0 0,0 0 0 0 0,0 0-1 0 0,0 0 1 0 0,0 0 0 0 0,0-1 0 0 0,0 1 0 0 0,0 0-1 0 0,0-1 1 0 0,-1 0 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9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8290 0 0,'3'1'11422'0'0,"6"263"-8522"0"0,-6-99-2827 0 0,-3-161-75 0 0,0 0 1 0 0,1 0-1 0 0,-1 0 1 0 0,1 0-1 0 0,0 0 0 0 0,0 0 1 0 0,0-1-1 0 0,3 7 1 0 0,-4-10-4 0 0,1 1 1 0 0,-1-1 0 0 0,0 1 0 0 0,1-1-1 0 0,-1 0 1 0 0,0 1 0 0 0,1-1 0 0 0,-1 1-1 0 0,1-1 1 0 0,-1 0 0 0 0,1 1 0 0 0,-1-1-1 0 0,0 0 1 0 0,1 0 0 0 0,-1 1 0 0 0,1-1-1 0 0,-1 0 1 0 0,1 0 0 0 0,-1 0 0 0 0,1 0-1 0 0,0 1 1 0 0,-1-1 0 0 0,1 0 0 0 0,0 0-1 0 0,1-1-11 0 0,-1 1 0 0 0,0-1 0 0 0,0 1 0 0 0,1-1 0 0 0,-1 0 1 0 0,0 1-1 0 0,0-1 0 0 0,0 0 0 0 0,1 0 0 0 0,-1 0 0 0 0,0 0 0 0 0,0 0 0 0 0,-1 0 0 0 0,3-2 0 0 0,7-12-152 0 0,0 0 0 0 0,0-1-1 0 0,11-28 1 0 0,18-30-121 0 0,-35 68 306 0 0,1 0 0 0 0,-1 0-1 0 0,1 1 1 0 0,0 0 0 0 0,0-1 0 0 0,1 2 0 0 0,-1-1 0 0 0,1 1-1 0 0,7-5 1 0 0,-12 8-3 0 0,1 0 0 0 0,-1 0 0 0 0,1 0 0 0 0,0 0 0 0 0,0 0 0 0 0,-1 1 0 0 0,1-1 0 0 0,0 0 0 0 0,0 1 0 0 0,0-1 0 0 0,0 1-1 0 0,0 0 1 0 0,-1-1 0 0 0,1 1 0 0 0,0 0 0 0 0,0 0 0 0 0,0 0 0 0 0,0 1 0 0 0,0-1 0 0 0,0 0 0 0 0,0 1 0 0 0,0-1 0 0 0,-1 1 0 0 0,1 0 0 0 0,0 0-1 0 0,0-1 1 0 0,-1 1 0 0 0,1 0 0 0 0,0 0 0 0 0,-1 1 0 0 0,1-1 0 0 0,-1 0 0 0 0,1 0 0 0 0,-1 1 0 0 0,0-1 0 0 0,0 1 0 0 0,1-1 0 0 0,-1 1 0 0 0,0 0 0 0 0,0-1-1 0 0,-1 1 1 0 0,1 0 0 0 0,1 3 0 0 0,3 9 130 0 0,-1 1 1 0 0,-1-1-1 0 0,0 1 0 0 0,1 25 0 0 0,-1-17-84 0 0,1 5-879 0 0,1 1-1 0 0,13 36 1 0 0,-10-43-6573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19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9218 0 0,'11'0'6480'0'0,"-10"0"-6358"0"0,11 11 2735 0 0,-4 0-2283 0 0,0 1-1 0 0,-1 1 1 0 0,-1-1-1 0 0,0 1 1 0 0,-1 0-1 0 0,0 1 1 0 0,5 25-1 0 0,10 106-329 0 0,-15-92-52 0 0,25 145-573 0 0,-3-67-3336 0 0,-21-104-3427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0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9674 0 0,'-1'1'86'0'0,"0"0"1"0"0,1 0-1 0 0,-1-1 1 0 0,1 1-1 0 0,-1 0 0 0 0,1 0 1 0 0,-1 0-1 0 0,1 0 0 0 0,0 0 1 0 0,-1 1-1 0 0,1-1 1 0 0,0 0-1 0 0,0 0 0 0 0,0 0 1 0 0,0 0-1 0 0,0 0 0 0 0,0 0 1 0 0,0 0-1 0 0,0 2 1 0 0,4 26 858 0 0,-3-26-769 0 0,2 26 1889 0 0,-1-11-1004 0 0,0 1 0 0 0,2-1 0 0 0,4 17 0 0 0,-7-31-981 0 0,0-1 0 0 0,0 0 1 0 0,1 0-1 0 0,-1 1 0 0 0,1-1 0 0 0,-1 0 0 0 0,1 0 1 0 0,0 0-1 0 0,0-1 0 0 0,0 1 0 0 0,1 0 0 0 0,-1-1 1 0 0,1 0-1 0 0,-1 1 0 0 0,1-1 0 0 0,0 0 0 0 0,0 0 1 0 0,0 0-1 0 0,0-1 0 0 0,0 1 0 0 0,6 1 0 0 0,-5-2-32 0 0,-1-1-1 0 0,0 0 1 0 0,1 0-1 0 0,-1 0 1 0 0,0 0-1 0 0,1-1 1 0 0,-1 1-1 0 0,0-1 1 0 0,0 0-1 0 0,0 0 1 0 0,1 0-1 0 0,-1 0 1 0 0,0-1-1 0 0,0 1 1 0 0,-1-1-1 0 0,1 0 1 0 0,0 0-1 0 0,0 0 1 0 0,-1 0-1 0 0,0 0 0 0 0,1 0 1 0 0,2-5-1 0 0,7-7 138 0 0,-1 0-1 0 0,18-32 0 0 0,-14 22-60 0 0,-11 18-78 0 0,0-1 0 0 0,1 1 0 0 0,0 0 1 0 0,0 0-1 0 0,1 1 0 0 0,-1-1 0 0 0,12-7 0 0 0,-16 12-33 0 0,0 1-1 0 0,0-1 0 0 0,1 0 1 0 0,-1 1-1 0 0,0-1 0 0 0,0 1 1 0 0,0 0-1 0 0,1-1 0 0 0,-1 1 1 0 0,0 0-1 0 0,1 0 0 0 0,-1 0 1 0 0,0 0-1 0 0,0 0 0 0 0,1 0 0 0 0,-1 0 1 0 0,0 0-1 0 0,0 1 0 0 0,1-1 1 0 0,1 1-1 0 0,-1 0 4 0 0,0 1 0 0 0,0-1-1 0 0,-1 1 1 0 0,1 0 0 0 0,0-1 0 0 0,-1 1-1 0 0,1 0 1 0 0,-1 0 0 0 0,0 0 0 0 0,0 0-1 0 0,0 0 1 0 0,0 0 0 0 0,0 0 0 0 0,0 0-1 0 0,0 0 1 0 0,0 3 0 0 0,4 18 49 0 0,0 0-1 0 0,-2 0 1 0 0,-1 0-1 0 0,0 0 1 0 0,-2 0 0 0 0,0 0-1 0 0,-2 0 1 0 0,-8 40-1 0 0,-7 16 23 0 0,-31 84 0 0 0,45-155-79 0 0,-11 36-109 0 0,-1 0 0 0 0,-3-1 0 0 0,-24 42 0 0 0,26-60-306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1.0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280 560 7370 0 0,'1'-4'336'0'0,"0"0"0"0"0,0 0 0 0 0,-1 0 0 0 0,1 0 0 0 0,-1 0 0 0 0,0 0 0 0 0,0-1 0 0 0,-1 1 1 0 0,1 0-1 0 0,-1 0 0 0 0,0 0 0 0 0,0 0 0 0 0,0 0 0 0 0,-1 0 0 0 0,1 0 0 0 0,-1 0 0 0 0,0 1 0 0 0,0-1 1 0 0,0 1-1 0 0,-1-1 0 0 0,1 1 0 0 0,-1 0 0 0 0,0 0 0 0 0,0 0 0 0 0,0 0 0 0 0,0 0 0 0 0,0 1 0 0 0,-1-1 1 0 0,1 1-1 0 0,-1 0 0 0 0,0 0 0 0 0,1 0 0 0 0,-1 1 0 0 0,0-1 0 0 0,0 1 0 0 0,0 0 0 0 0,0 0 1 0 0,0 0-1 0 0,-1 1 0 0 0,1-1 0 0 0,-6 1 0 0 0,4 1-310 0 0,0-1 1 0 0,0 1-1 0 0,0 0 1 0 0,0 1 0 0 0,0-1-1 0 0,1 1 1 0 0,-1 1-1 0 0,0-1 1 0 0,1 1-1 0 0,-1 0 1 0 0,1 0-1 0 0,0 0 1 0 0,-6 6-1 0 0,3-2 44 0 0,1 0 0 0 0,0 1 0 0 0,0 0 0 0 0,1 0 0 0 0,0 0 0 0 0,1 1 0 0 0,-7 13-1 0 0,4-6 5 0 0,2 1-1 0 0,0-1 0 0 0,1 1 0 0 0,0 0 1 0 0,2 0-1 0 0,0 0 0 0 0,1 1 0 0 0,0-1 1 0 0,2 20-1 0 0,0-31-104 0 0,1 1-1 0 0,0 0 1 0 0,0-1 0 0 0,1 1-1 0 0,-1-1 1 0 0,1 0 0 0 0,1 1-1 0 0,-1-1 1 0 0,1 0 0 0 0,0 0-1 0 0,7 9 1 0 0,-8-13 16 0 0,0 0-1 0 0,0 0 1 0 0,0 0 0 0 0,0 0-1 0 0,0-1 1 0 0,0 1 0 0 0,0-1 0 0 0,0 1-1 0 0,1-1 1 0 0,-1 0 0 0 0,1 0 0 0 0,-1 0-1 0 0,1 0 1 0 0,-1-1 0 0 0,1 1-1 0 0,-1 0 1 0 0,1-1 0 0 0,0 0 0 0 0,-1 0-1 0 0,1 0 1 0 0,-1 0 0 0 0,1 0-1 0 0,0 0 1 0 0,-1-1 0 0 0,1 1 0 0 0,0-1-1 0 0,-1 0 1 0 0,1 0 0 0 0,-1 0 0 0 0,0 0-1 0 0,1 0 1 0 0,2-2 0 0 0,8-5-408 0 0,0 0 1 0 0,-1-1 0 0 0,-1 0-1 0 0,1-1 1 0 0,-2 0-1 0 0,1-1 1 0 0,-1 0 0 0 0,11-17-1 0 0,-1-1-1416 0 0,-1-2-1 0 0,20-43 0 0 0,-31 55 697 0 0,-1 1-1 0 0,-1-2 1 0 0,0 1-1 0 0,5-33 1 0 0,-8 26 757 0 0,-1 0 0 0 0,-1 0 1 0 0,-3-28-1 0 0,-3 10 1741 0 0,-1 0 0 0 0,-3 1-1 0 0,-2 0 1 0 0,-16-43-1 0 0,26 82-1061 0 0,-1-2 231 0 0,0-1 1 0 0,0 1-1 0 0,-1 0 1 0 0,0 0-1 0 0,0 0 0 0 0,0 0 1 0 0,-1 0-1 0 0,0 1 1 0 0,0-1-1 0 0,-6-5 1 0 0,10 10-467 0 0,0 1 1 0 0,0 0 0 0 0,-1 0-1 0 0,1 0 1 0 0,0-1-1 0 0,0 1 1 0 0,-1 0 0 0 0,1 0-1 0 0,0 0 1 0 0,0 0 0 0 0,-1 0-1 0 0,1-1 1 0 0,0 1-1 0 0,0 0 1 0 0,-1 0 0 0 0,1 0-1 0 0,0 0 1 0 0,0 0 0 0 0,-1 0-1 0 0,1 0 1 0 0,0 0 0 0 0,-1 0-1 0 0,1 0 1 0 0,0 0-1 0 0,0 0 1 0 0,-1 0 0 0 0,1 0-1 0 0,0 0 1 0 0,-1 0 0 0 0,1 1-1 0 0,0-1 1 0 0,0 0 0 0 0,-1 0-1 0 0,1 0 1 0 0,0 0-1 0 0,0 0 1 0 0,-1 1 0 0 0,-1 11 920 0 0,5 18-535 0 0,-2-29-389 0 0,62 228 739 0 0,-39-153-403 0 0,19 99 0 0 0,-37-143-412 0 0,-1 5-810 0 0,2 0-1 0 0,2 0 0 0 0,18 49 1 0 0,-15-60-6592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1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33 5065 0 0,'-2'2'351'0'0,"-1"-1"-1"0"0,0 1 1 0 0,0 0 0 0 0,1 0-1 0 0,-1 0 1 0 0,1 1-1 0 0,0-1 1 0 0,-1 0 0 0 0,1 1-1 0 0,0-1 1 0 0,1 1-1 0 0,-1 0 1 0 0,0 0 0 0 0,-1 4-1 0 0,0-2 135 0 0,-4 7 300 0 0,0 2-1 0 0,0-1 1 0 0,2 1-1 0 0,0 0 1 0 0,0 0-1 0 0,1 0 1 0 0,1 0 0 0 0,-2 20-1 0 0,5-28-564 0 0,-1 1 0 0 0,1 0 0 0 0,1 0 0 0 0,-1-1 0 0 0,1 1-1 0 0,1 0 1 0 0,-1-1 0 0 0,1 1 0 0 0,3 6 0 0 0,-4-9-114 0 0,1 0 1 0 0,0 0-1 0 0,1-1 0 0 0,-1 1 1 0 0,1-1-1 0 0,0 0 1 0 0,-1 1-1 0 0,1-1 0 0 0,1 0 1 0 0,-1-1-1 0 0,0 1 1 0 0,1 0-1 0 0,-1-1 1 0 0,1 0-1 0 0,5 3 0 0 0,-5-4-48 0 0,0 1 0 0 0,0-1-1 0 0,0 0 1 0 0,0 1-1 0 0,0-2 1 0 0,0 1 0 0 0,0 0-1 0 0,0-1 1 0 0,1 0 0 0 0,-1 0-1 0 0,0 0 1 0 0,0 0 0 0 0,0-1-1 0 0,0 0 1 0 0,1 0-1 0 0,6-3 1 0 0,-5 2-27 0 0,-1-1-1 0 0,1 0 1 0 0,-1 0 0 0 0,0-1-1 0 0,0 1 1 0 0,-1-1 0 0 0,1-1-1 0 0,-1 1 1 0 0,0 0 0 0 0,7-10-1 0 0,-6 6-19 0 0,0 0-1 0 0,0 0 1 0 0,0 0-1 0 0,-1-1 0 0 0,-1 0 1 0 0,0 1-1 0 0,0-1 1 0 0,0-1-1 0 0,-1 1 1 0 0,-1 0-1 0 0,1-1 1 0 0,-1 1-1 0 0,-1 0 0 0 0,-1-19 1 0 0,-1 21-30 0 0,1-1-1 0 0,-2 0 1 0 0,1 1-1 0 0,-1 0 1 0 0,0 0-1 0 0,0 0 1 0 0,-1 0-1 0 0,0 0 1 0 0,0 0 0 0 0,-1 1-1 0 0,0 0 1 0 0,0 0-1 0 0,-10-9 1 0 0,9 10-516 0 0,0 1 1 0 0,0-1-1 0 0,-1 1 1 0 0,1 1-1 0 0,-1-1 1 0 0,0 1 0 0 0,0 0-1 0 0,-14-3 1 0 0,2 1-6195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1.6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13363 0 0,'0'0'612'0'0,"8"24"1913"0"0,38 214 4101 0 0,-30-139-7411 0 0,36 118-1 0 0,-52-215 245 0 0,1 1 0 0 0,0 0-1 0 0,0-1 1 0 0,0 0 0 0 0,0 1-1 0 0,0-1 1 0 0,1 0 0 0 0,2 5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1.8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 1840 0 0,'3'-3'432'0'0,"0"0"0"0"0,1 1-1 0 0,-1-1 1 0 0,0 1 0 0 0,1-1-1 0 0,0 1 1 0 0,-1 0 0 0 0,1 1 0 0 0,0-1-1 0 0,0 0 1 0 0,0 1 0 0 0,0 0-1 0 0,0 0 1 0 0,0 0 0 0 0,1 1-1 0 0,-1 0 1 0 0,0-1 0 0 0,0 1-1 0 0,0 1 1 0 0,1-1 0 0 0,-1 1-1 0 0,0-1 1 0 0,5 2 0 0 0,-5-1-105 0 0,1 0 1 0 0,-1 0-1 0 0,0 0 1 0 0,1 0-1 0 0,-1 0 1 0 0,0 1-1 0 0,0 0 1 0 0,0 0-1 0 0,0 0 1 0 0,0 0-1 0 0,-1 1 1 0 0,1-1-1 0 0,-1 1 1 0 0,1 0-1 0 0,-1 0 1 0 0,0 0-1 0 0,0 0 1 0 0,0 1-1 0 0,-1-1 1 0 0,1 1 0 0 0,-1 0-1 0 0,3 6 1 0 0,-4-6-229 0 0,-1 1 1 0 0,0 0-1 0 0,0 0 1 0 0,0 0-1 0 0,-1-1 1 0 0,1 1-1 0 0,-1 0 1 0 0,0 0 0 0 0,-1-1-1 0 0,1 1 1 0 0,-1-1-1 0 0,0 1 1 0 0,0-1-1 0 0,0 0 1 0 0,0 1-1 0 0,-1-1 1 0 0,0 0 0 0 0,0-1-1 0 0,-6 8 1 0 0,-8 6-63 0 0,0 0 0 0 0,-30 22 0 0 0,46-38-32 0 0,-65 46-3474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2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0 263 2761 0 0,'21'0'1740'0'0,"0"0"0"0"0,0-2 0 0 0,0-1 0 0 0,0 0 0 0 0,38-13 0 0 0,-50 13-991 0 0,0-1-1 0 0,-1 0 1 0 0,1-1 0 0 0,-1 1 0 0 0,0-2 0 0 0,0 1 0 0 0,14-14 0 0 0,-16 13-687 0 0,-1 0-1 0 0,0-1 1 0 0,0 1-1 0 0,0-1 1 0 0,-1 0-1 0 0,4-9 1 0 0,15-45-35 0 0,-22 58-28 0 0,0 0 1 0 0,0 0 0 0 0,-1 0-1 0 0,1 0 1 0 0,-1 0 0 0 0,1 0 0 0 0,-1 0-1 0 0,0 0 1 0 0,0 0 0 0 0,-1 0 0 0 0,1 0-1 0 0,-1 0 1 0 0,1 0 0 0 0,-1 0 0 0 0,0 1-1 0 0,0-1 1 0 0,0 0 0 0 0,0 0-1 0 0,-2-2 1 0 0,2 4 9 0 0,0 0 1 0 0,1 0-1 0 0,-1 0 0 0 0,0 0 0 0 0,0 1 1 0 0,0-1-1 0 0,1 0 0 0 0,-1 1 0 0 0,0-1 1 0 0,0 0-1 0 0,0 1 0 0 0,0-1 0 0 0,0 1 1 0 0,0 0-1 0 0,0-1 0 0 0,0 1 0 0 0,-1 0 1 0 0,1 0-1 0 0,0-1 0 0 0,0 1 0 0 0,0 0 1 0 0,0 0-1 0 0,0 0 0 0 0,0 0 0 0 0,0 1 0 0 0,0-1 1 0 0,-2 0-1 0 0,1 1 39 0 0,-1 1 1 0 0,1-1-1 0 0,0 0 1 0 0,0 1-1 0 0,0-1 1 0 0,0 1-1 0 0,0 0 1 0 0,0 0-1 0 0,1 0 0 0 0,-1 0 1 0 0,-2 3-1 0 0,-2 5 192 0 0,0 0 0 0 0,1 1 1 0 0,-8 21-1 0 0,11-27-181 0 0,0 0 1 0 0,0 0 0 0 0,1 1 0 0 0,0-1 0 0 0,0 1 0 0 0,0-1 0 0 0,1 1 0 0 0,0-1 0 0 0,0 1 0 0 0,1-1-1 0 0,-1 1 1 0 0,1-1 0 0 0,0 1 0 0 0,0-1 0 0 0,1 0 0 0 0,0 0 0 0 0,0 1 0 0 0,0-1 0 0 0,0 0-1 0 0,1-1 1 0 0,6 10 0 0 0,-2-6-27 0 0,0-1 0 0 0,1 0 0 0 0,-1-1-1 0 0,1 1 1 0 0,0-1 0 0 0,1-1 0 0 0,0 0-1 0 0,0 0 1 0 0,0-1 0 0 0,0 0 0 0 0,11 3 0 0 0,-9-3-203 0 0,0-1 0 0 0,1 0 0 0 0,-1-1 0 0 0,1 0 0 0 0,-1-1 0 0 0,21 0 0 0 0,-12-3-735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2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341 268 5065 0 0,'-4'-2'282'0'0,"0"0"0"0"0,0 0-1 0 0,0 1 1 0 0,0-1 0 0 0,0 1 0 0 0,0 0 0 0 0,-1 0-1 0 0,1 1 1 0 0,0-1 0 0 0,-1 1 0 0 0,1 0 0 0 0,-1 0-1 0 0,1 0 1 0 0,0 1 0 0 0,-1 0 0 0 0,1 0-1 0 0,-8 2 1 0 0,-8 3 1319 0 0,0 1 0 0 0,-24 12 1 0 0,32-13-1010 0 0,-1 1 0 0 0,1 1 1 0 0,0 0-1 0 0,1 1 0 0 0,0 0 1 0 0,0 0-1 0 0,-17 22 0 0 0,21-23-378 0 0,0 1 1 0 0,0 0-1 0 0,1 1 0 0 0,1-1 0 0 0,0 1 0 0 0,0 0 0 0 0,1 1 0 0 0,0-1 0 0 0,0 1 0 0 0,-2 17 0 0 0,5-25-198 0 0,1 0 0 0 0,-1-1-1 0 0,1 1 1 0 0,0 0 0 0 0,0 0-1 0 0,0-1 1 0 0,0 1 0 0 0,0 0 0 0 0,1-1-1 0 0,-1 1 1 0 0,1 0 0 0 0,0-1 0 0 0,0 1-1 0 0,0 0 1 0 0,0-1 0 0 0,0 1-1 0 0,0-1 1 0 0,1 0 0 0 0,-1 0 0 0 0,1 1-1 0 0,0-1 1 0 0,0 0 0 0 0,-1 0 0 0 0,1 0-1 0 0,1-1 1 0 0,-1 1 0 0 0,0 0-1 0 0,0-1 1 0 0,1 1 0 0 0,-1-1 0 0 0,0 0-1 0 0,6 2 1 0 0,-4-2-58 0 0,1 0 1 0 0,-1-1-1 0 0,0 1 1 0 0,1-1-1 0 0,-1 0 0 0 0,1 0 1 0 0,-1 0-1 0 0,1-1 0 0 0,-1 0 1 0 0,1 1-1 0 0,-1-2 1 0 0,0 1-1 0 0,0 0 0 0 0,1-1 1 0 0,-1 0-1 0 0,0 0 1 0 0,-1 0-1 0 0,1 0 0 0 0,5-5 1 0 0,-1 1-269 0 0,0-2 1 0 0,0 1-1 0 0,-1-1 0 0 0,0 0 1 0 0,-1-1-1 0 0,0 1 1 0 0,0-1-1 0 0,0-1 1 0 0,7-17-1 0 0,-7 11 123 0 0,-1-1 0 0 0,-1 1-1 0 0,0-1 1 0 0,-1 0 0 0 0,1-26 0 0 0,-3-7 790 0 0,-3-1 0 0 0,-2 1 0 0 0,-13-56 0 0 0,16 94-284 0 0,1 7-148 0 0,-1 1-1 0 0,1-1 1 0 0,-1 1-1 0 0,0-1 1 0 0,0 1-1 0 0,0 0 0 0 0,0-1 1 0 0,-1 1-1 0 0,0 0 1 0 0,0 0-1 0 0,0 0 1 0 0,0 0-1 0 0,-5-5 1 0 0,7 11-86 0 0,-1-1 0 0 0,0 1 0 0 0,1 0 0 0 0,-1 0 0 0 0,1-1 0 0 0,-1 1 0 0 0,1 0 0 0 0,0 0 0 0 0,0 0 0 0 0,0 0 0 0 0,0 0 0 0 0,0 3 0 0 0,4 35 175 0 0,1 0 1 0 0,16 63-1 0 0,34 77 78 0 0,-19-63-241 0 0,21 69-2963 0 0,-44-146-5110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3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88 8754 0 0,'14'-16'2039'0'0,"13"-17"974"0"0,-26 31-2763 0 0,1 0 0 0 0,-1 0 0 0 0,0 1 0 0 0,0-1 0 0 0,0 0 0 0 0,0 0 0 0 0,-1 0 1 0 0,1 0-1 0 0,0 0 0 0 0,-1 0 0 0 0,1-1 0 0 0,-1 1 0 0 0,0 0 0 0 0,0-3 0 0 0,0 5-175 0 0,0-1-1 0 0,0 1 0 0 0,-1 0 1 0 0,1-1-1 0 0,0 1 1 0 0,-1 0-1 0 0,1-1 1 0 0,0 1-1 0 0,-1 0 0 0 0,1-1 1 0 0,0 1-1 0 0,-1 0 1 0 0,1 0-1 0 0,0-1 1 0 0,-1 1-1 0 0,1 0 0 0 0,-1 0 1 0 0,1 0-1 0 0,-1 0 1 0 0,1 0-1 0 0,0 0 0 0 0,-1-1 1 0 0,1 1-1 0 0,-1 0 1 0 0,1 0-1 0 0,-1 0 1 0 0,1 0-1 0 0,-1 1 0 0 0,1-1 1 0 0,-1 0-1 0 0,1 0 1 0 0,0 0-1 0 0,-1 0 1 0 0,1 0-1 0 0,-1 1 0 0 0,1-1 1 0 0,0 0-1 0 0,-1 0 1 0 0,1 0-1 0 0,-1 1 1 0 0,0 0-1 0 0,-17 10 792 0 0,6-1-752 0 0,1 1 1 0 0,0 0-1 0 0,1 1 1 0 0,0 0-1 0 0,1 1 1 0 0,0 0-1 0 0,1 0 1 0 0,1 1-1 0 0,0 0 1 0 0,1 0-1 0 0,0 0 1 0 0,1 1-1 0 0,-4 25 1 0 0,8-36-116 0 0,1-1 1 0 0,0 1 0 0 0,0 0 0 0 0,1 0-1 0 0,-1 0 1 0 0,1 0 0 0 0,0-1 0 0 0,0 1 0 0 0,0 0-1 0 0,1-1 1 0 0,-1 1 0 0 0,1-1 0 0 0,0 1-1 0 0,0-1 1 0 0,0 0 0 0 0,0 0 0 0 0,0 0 0 0 0,1 0-1 0 0,0 0 1 0 0,-1 0 0 0 0,1-1 0 0 0,0 1-1 0 0,0-1 1 0 0,7 4 0 0 0,7 3-73 0 0,0 0-1 0 0,0-1 1 0 0,35 10-1 0 0,-24-9-5 0 0,-27-8 76 0 0,13 4-63 0 0,0 0-1 0 0,-1 1 0 0 0,0 0 0 0 0,22 15 0 0 0,-33-20 64 0 0,0 0-1 0 0,-1 0 1 0 0,1 1-1 0 0,0-1 1 0 0,-1 1-1 0 0,1-1 1 0 0,0 1-1 0 0,-1 0 1 0 0,0-1-1 0 0,1 1 1 0 0,-1 0-1 0 0,0 0 1 0 0,0 0-1 0 0,0 0 1 0 0,0 0-1 0 0,-1 0 1 0 0,1 0-1 0 0,0 0 1 0 0,-1 0-1 0 0,0 0 1 0 0,1 1-1 0 0,-1-1 1 0 0,0 0-1 0 0,0 0 1 0 0,0 0-1 0 0,0 1 1 0 0,-1-1-1 0 0,1 0 1 0 0,0 0-1 0 0,-1 0 1 0 0,0 0-1 0 0,1 0 1 0 0,-1 1-1 0 0,0-1 1 0 0,0-1-1 0 0,0 1 1 0 0,0 0-1 0 0,-1 0 1 0 0,1 0-1 0 0,-3 2 1 0 0,-5 5-17 0 0,0 0-1 0 0,-1-1 1 0 0,0-1 0 0 0,0 1 0 0 0,-1-2 0 0 0,0 0 0 0 0,0 0-1 0 0,-1 0 1 0 0,1-2 0 0 0,-1 1 0 0 0,0-2 0 0 0,0 0 0 0 0,-1 0 0 0 0,1-1-1 0 0,0 0 1 0 0,-24-1 0 0 0,20-2-757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3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0,'9'37'3429'0'0,"10"74"-1"0"0,-15-69-2504 0 0,-4 65 0 0 0,0-98-172 0 0,-3 5-4890 0 0,-5-30-1669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3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15 11979 0 0,'-4'-6'528'0'0,"1"2"112"0"0,2 1-512 0 0,-1 1-128 0 0,4 2 176 0 0,-1 2 8 0 0,1-1 0 0 0,-1 2 0 0 0,0 4-568 0 0,2 22-616 0 0,2-12 480 0 0,0 1 432 0 0,2 1 88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3.8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0,'4'12'19426'0'0,"3"-4"-17336"0"0,-3-2-3313 0 0,5 11 1582 0 0,-2-1 0 0 0,1 1 0 0 0,-2 0 1 0 0,-1 1-1 0 0,7 33 0 0 0,5 94-168 0 0,-13-99-86 0 0,-1-5-326 0 0,3 0 1 0 0,1-1 0 0 0,20 62-1 0 0,-16-72-404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4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0,'6'113'9574'0'0,"15"56"-4322"0"0,-7-98-7263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4.3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 11979 0 0,'-1'-1'182'0'0,"1"0"1"0"0,0 0-1 0 0,0 0 1 0 0,0 1-1 0 0,0-1 1 0 0,0 0-1 0 0,0 0 1 0 0,0 0-1 0 0,1 0 1 0 0,-1 1-1 0 0,0-1 1 0 0,0 0-1 0 0,1 0 1 0 0,-1 0-1 0 0,0 1 1 0 0,1-1-1 0 0,-1 0 1 0 0,1 1-1 0 0,-1-1 1 0 0,1 0-1 0 0,-1 1 1 0 0,1-1-1 0 0,-1 0 1 0 0,1 1-1 0 0,0-1 1 0 0,-1 1-1 0 0,1-1 1 0 0,0 1-1 0 0,1-1 1 0 0,9 5 3139 0 0,-3 7-4123 0 0,-5-6-43 0 0,0 0 0 0 0,0 0-1 0 0,1-1 1 0 0,0 1 0 0 0,0-1 0 0 0,0 0 0 0 0,1 0-1 0 0,5 4 1 0 0,4 3-1683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5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4 14283 0 0,'0'-1'45'0'0,"-1"1"0"0"0,1 0-1 0 0,-1 0 1 0 0,1-1 0 0 0,-1 1-1 0 0,1 0 1 0 0,0 0 0 0 0,-1-1 0 0 0,1 1-1 0 0,-1 0 1 0 0,1 0 0 0 0,-1 0-1 0 0,1 0 1 0 0,-1 0 0 0 0,1 0 0 0 0,-1 0-1 0 0,1 0 1 0 0,-1 0 0 0 0,1 0 0 0 0,-1 0-1 0 0,1 0 1 0 0,-1 0 0 0 0,1 0-1 0 0,-1 0 1 0 0,1 0 0 0 0,-1 1 0 0 0,1-1-1 0 0,-1 0 1 0 0,-15 5 141 0 0,8-2 104 0 0,0 0 0 0 0,1 1-1 0 0,-1 0 1 0 0,1 0 0 0 0,0 1 0 0 0,0 0-1 0 0,-6 6 1 0 0,10-8-166 0 0,0-1-1 0 0,1 0 1 0 0,-1 1 0 0 0,1-1-1 0 0,0 1 1 0 0,0 0-1 0 0,0 0 1 0 0,0 0 0 0 0,1 0-1 0 0,-1 0 1 0 0,1 0-1 0 0,-1 0 1 0 0,1 0 0 0 0,0 1-1 0 0,0-1 1 0 0,1 1 0 0 0,-1-1-1 0 0,1 0 1 0 0,-1 7-1 0 0,1-9-74 0 0,1 0-1 0 0,-1 0 0 0 0,0 0 1 0 0,0 0-1 0 0,1 0 0 0 0,-1 0 0 0 0,0-1 1 0 0,1 1-1 0 0,-1 0 0 0 0,1 0 1 0 0,0 0-1 0 0,-1 0 0 0 0,1-1 0 0 0,-1 1 1 0 0,1 0-1 0 0,0 0 0 0 0,0-1 1 0 0,-1 1-1 0 0,1-1 0 0 0,0 1 0 0 0,0 0 1 0 0,0-1-1 0 0,0 0 0 0 0,0 1 1 0 0,0-1-1 0 0,-1 1 0 0 0,1-1 0 0 0,0 0 1 0 0,0 0-1 0 0,0 0 0 0 0,0 0 1 0 0,0 0-1 0 0,0 0 0 0 0,0 0 0 0 0,0 0 1 0 0,0 0-1 0 0,2 0 0 0 0,0-1-60 0 0,0 1-1 0 0,0-1 1 0 0,0 0-1 0 0,-1 0 1 0 0,1 0-1 0 0,0 0 0 0 0,-1 0 1 0 0,1-1-1 0 0,0 1 1 0 0,-1-1-1 0 0,5-3 1 0 0,-7 5 11 0 0,0-1 0 0 0,0 1 0 0 0,0 0 0 0 0,0-1 0 0 0,0 1 0 0 0,0 0 0 0 0,0-1 0 0 0,0 1 0 0 0,0-1 0 0 0,-1 1 0 0 0,1 0 0 0 0,0 0 0 0 0,0-1 0 0 0,0 1 0 0 0,0 0 0 0 0,0-1 0 0 0,-1 1 0 0 0,1 0 0 0 0,0-1 0 0 0,0 1 0 0 0,0 0 0 0 0,-1 0 0 0 0,1 0 0 0 0,0-1 0 0 0,-1 1 0 0 0,1 0 1 0 0,0 0-1 0 0,0 0 0 0 0,-1-1 0 0 0,1 1 0 0 0,0 0 0 0 0,-1 0 0 0 0,1 0 0 0 0,0 0 0 0 0,-1 0 0 0 0,1 0 0 0 0,0 0 0 0 0,-1 0 0 0 0,1 0 0 0 0,0 0 0 0 0,-1 0 0 0 0,1 0 0 0 0,0 0 0 0 0,-1 0 0 0 0,1 0 0 0 0,0 0 0 0 0,-1 0 0 0 0,0 0-7 0 0,2 4-605 0 0,0 2 623 0 0,0 0 0 0 0,-1 0 1 0 0,0 0-1 0 0,0-1 0 0 0,-1 1 1 0 0,-2 11-1 0 0,2-12 66 0 0,0-1 0 0 0,0 1 0 0 0,0 0 0 0 0,1 0 0 0 0,0 0 0 0 0,0-1 0 0 0,0 1 0 0 0,0 0 0 0 0,1 0 0 0 0,0 0 0 0 0,0-1 0 0 0,0 1 0 0 0,1 0 0 0 0,-1-1 0 0 0,4 8 0 0 0,-2-7-75 0 0,1 0 1 0 0,-1 0-1 0 0,1-1 1 0 0,0 1-1 0 0,0-1 1 0 0,0 0-1 0 0,1 0 1 0 0,-1 0-1 0 0,1 0 1 0 0,0-1-1 0 0,0 0 1 0 0,0 0-1 0 0,0 0 1 0 0,1 0-1 0 0,-1-1 1 0 0,1 0-1 0 0,0 0 1 0 0,0-1-1 0 0,11 2 1 0 0,-10-3-5 0 0,1 0 0 0 0,0 0 1 0 0,-1-1-1 0 0,1 0 0 0 0,0-1 0 0 0,-1 0 1 0 0,1 0-1 0 0,-1 0 0 0 0,0-1 1 0 0,0 0-1 0 0,0 0 0 0 0,0-1 1 0 0,-1 0-1 0 0,1 0 0 0 0,6-6 1 0 0,8-6-1181 0 0,-1-1 0 0 0,35-37 0 0 0,-41 36-5865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5.6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0 8754 0 0,'-7'6'188'0'0,"1"0"0"0"0,0 0 1 0 0,1 0-1 0 0,-1 1 0 0 0,1 0 1 0 0,1 0-1 0 0,-1 0 0 0 0,1 1 0 0 0,-3 9 1 0 0,-3 1 95 0 0,3-5-86 0 0,1 0 1 0 0,0 0-1 0 0,1 1 1 0 0,0 0-1 0 0,1 1 0 0 0,1-1 1 0 0,0 0-1 0 0,1 1 1 0 0,-1 16-1 0 0,3-26-72 0 0,0 0-1 0 0,0 0 1 0 0,1 0-1 0 0,0 0 1 0 0,-1 0-1 0 0,2 0 1 0 0,-1 0-1 0 0,0 0 1 0 0,1-1-1 0 0,0 1 1 0 0,0 0 0 0 0,1-1-1 0 0,-1 0 1 0 0,1 1-1 0 0,0-1 1 0 0,0 0-1 0 0,0 0 1 0 0,1-1-1 0 0,-1 1 1 0 0,1-1-1 0 0,0 0 1 0 0,0 0 0 0 0,0 0-1 0 0,0 0 1 0 0,1-1-1 0 0,-1 1 1 0 0,1-1-1 0 0,0 0 1 0 0,-1-1-1 0 0,7 2 1 0 0,-8-2-2 0 0,1 0-1 0 0,-1 0 1 0 0,0 0 0 0 0,1-1 0 0 0,-1 1-1 0 0,0-1 1 0 0,1 0 0 0 0,-1 0 0 0 0,0 0-1 0 0,1 0 1 0 0,-1-1 0 0 0,0 0 0 0 0,0 1-1 0 0,1-1 1 0 0,-1 0 0 0 0,0 0 0 0 0,0-1-1 0 0,0 1 1 0 0,0-1 0 0 0,0 1 0 0 0,0-1-1 0 0,0 0 1 0 0,-1 0 0 0 0,1-1 0 0 0,-1 1-1 0 0,5-5 1 0 0,-5 3-63 0 0,1 0 1 0 0,-1-1-1 0 0,0 1 0 0 0,0 0 0 0 0,0-1 0 0 0,-1 0 0 0 0,0 1 1 0 0,1-1-1 0 0,-2 0 0 0 0,1 1 0 0 0,-1-1 0 0 0,1 0 1 0 0,-1 0-1 0 0,0 0 0 0 0,-1 0 0 0 0,1 1 0 0 0,-1-1 0 0 0,-2-6 1 0 0,-1-3-14 0 0,0 1 0 0 0,-1 0 1 0 0,0 0-1 0 0,-1 0 0 0 0,-1 1 1 0 0,-11-17-1 0 0,12 22-458 0 0,1-1-1 0 0,-2 1 1 0 0,1 0 0 0 0,-1 1-1 0 0,0 0 1 0 0,-11-7 0 0 0,0 2-6410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6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1 147 14283 0 0,'1'0'130'0'0,"1"0"1"0"0,0 0-1 0 0,0 0 0 0 0,0 1 1 0 0,0-1-1 0 0,0 1 0 0 0,-1-1 1 0 0,1 1-1 0 0,0 0 0 0 0,0-1 1 0 0,-1 1-1 0 0,1 0 0 0 0,-1 0 1 0 0,1 0-1 0 0,-1 1 0 0 0,1-1 1 0 0,-1 0-1 0 0,1 0 0 0 0,-1 1 1 0 0,1 1-1 0 0,1 1 31 0 0,-1 0 0 0 0,1 0 1 0 0,-1 1-1 0 0,0-1 0 0 0,0 1 1 0 0,-1 0-1 0 0,2 7 0 0 0,1 9 101 0 0,-2-1-1 0 0,0 38 1 0 0,-2-53-194 0 0,-1 11-14 0 0,2 32 192 0 0,-1-45-195 0 0,0-1 1 0 0,0 1-1 0 0,1 0 1 0 0,-1 0-1 0 0,1-1 1 0 0,0 1-1 0 0,0 0 1 0 0,0-1-1 0 0,0 1 1 0 0,0-1-1 0 0,0 1 1 0 0,4 3-1 0 0,-5-6-37 0 0,1 0 0 0 0,-1 0-1 0 0,0 0 1 0 0,1 0-1 0 0,-1 0 1 0 0,1 0 0 0 0,-1 0-1 0 0,0 0 1 0 0,1 0 0 0 0,-1 0-1 0 0,0 0 1 0 0,1 0 0 0 0,-1 0-1 0 0,0-1 1 0 0,1 1 0 0 0,-1 0-1 0 0,0 0 1 0 0,1 0-1 0 0,-1-1 1 0 0,0 1 0 0 0,1 0-1 0 0,-1-1 1 0 0,0 1 0 0 0,0 0-1 0 0,1 0 1 0 0,-1-1 0 0 0,0 1-1 0 0,0 0 1 0 0,0-1-1 0 0,0 1 1 0 0,1 0 0 0 0,-1-1-1 0 0,0 1 1 0 0,0-1 0 0 0,0 1-1 0 0,0 0 1 0 0,0-1 0 0 0,0 0-1 0 0,8-19 262 0 0,-8 18-238 0 0,27-84 298 0 0,-16 44-767 0 0,33-75 1 0 0,-39 106 368 0 0,0 1 0 0 0,1-1 0 0 0,1 1 0 0 0,0 0 0 0 0,0 0 0 0 0,1 1 0 0 0,0 0 0 0 0,1 0 0 0 0,0 1 0 0 0,0 0 0 0 0,14-9 0 0 0,-20 15 114 0 0,0 0 0 0 0,0 0 0 0 0,0 1 0 0 0,0-1-1 0 0,1 1 1 0 0,-1 0 0 0 0,0-1 0 0 0,1 2 0 0 0,-1-1 0 0 0,1 0-1 0 0,-1 1 1 0 0,1-1 0 0 0,-1 1 0 0 0,1 0 0 0 0,0 0 0 0 0,-1 1-1 0 0,1-1 1 0 0,4 2 0 0 0,-5-1 21 0 0,0 1 0 0 0,0 0 1 0 0,0-1-1 0 0,0 1 0 0 0,0 1 0 0 0,0-1 0 0 0,-1 0 0 0 0,1 1 0 0 0,-1-1 0 0 0,0 1 1 0 0,0 0-1 0 0,0-1 0 0 0,0 1 0 0 0,0 0 0 0 0,0 1 0 0 0,-1-1 0 0 0,0 0 1 0 0,2 6-1 0 0,4 14 164 0 0,-1 1 0 0 0,5 40 0 0 0,-9-43-269 0 0,1 0 0 0 0,2-1 1 0 0,0 1-1 0 0,9 23 0 0 0,-8-33-279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26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13595 0 0,'2'7'296'0'0,"0"-2"64"0"0,-1 0 16 0 0,-1 0 8 0 0,0-1-312 0 0,0-1-72 0 0,0-1 0 0 0,2 4 0 0 0,1 1 0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5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71 7834 0 0,'-25'-8'3573'0'0,"25"8"-3497"0"0,0 0 1 0 0,1 0-1 0 0,-1 0 1 0 0,0 0-1 0 0,1 0 0 0 0,-1 0 1 0 0,0-1-1 0 0,1 1 1 0 0,-1 0-1 0 0,0 0 0 0 0,1 0 1 0 0,-1 0-1 0 0,0 0 1 0 0,0-1-1 0 0,1 1 0 0 0,-1 0 1 0 0,0 0-1 0 0,1 0 1 0 0,-1-1-1 0 0,0 1 0 0 0,0 0 1 0 0,0 0-1 0 0,1-1 1 0 0,-1 1-1 0 0,0 0 0 0 0,0-1 1 0 0,0 1-1 0 0,0 0 1 0 0,0-1-1 0 0,0 1 0 0 0,1 0 1 0 0,-1-1-1 0 0,0 1 1 0 0,0 0-1 0 0,0-1 0 0 0,0 1 1 0 0,0 0-1 0 0,0-1 1 0 0,0 1-1 0 0,0 0 0 0 0,0-1 1 0 0,-1 1-1 0 0,1 0 1 0 0,0-1-1 0 0,0 1 0 0 0,0 0 1 0 0,0 0-1 0 0,0-1 1 0 0,0 1-1 0 0,-1 0 0 0 0,1-1 1 0 0,0 1-1 0 0,0 0 1 0 0,-1 0-1 0 0,1-1 0 0 0,0 1 1 0 0,0 0-1 0 0,-1 0 1 0 0,1 0-1 0 0,0-1 0 0 0,0 1 1 0 0,-1 0-1 0 0,1 0 1 0 0,0 0-1 0 0,-1 0 0 0 0,1 0 1 0 0,-1 0-1 0 0,35-15 1791 0 0,-25 10-1514 0 0,1 1 1 0 0,-1 0-1 0 0,1 1 1 0 0,13-3-1 0 0,1 2-258 0 0,0 1-1 0 0,0 1 0 0 0,0 1 0 0 0,0 1 0 0 0,1 1 0 0 0,-1 1 1 0 0,0 1-1 0 0,0 2 0 0 0,-1 0 0 0 0,1 2 0 0 0,-1 0 0 0 0,25 12 1 0 0,2 0-3623 0 0,-43-17 2359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5.9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4 291 6449 0 0,'-1'-2'77'0'0,"1"0"-1"0"0,-1-1 0 0 0,1 1 0 0 0,-1 0 1 0 0,1-1-1 0 0,0 1 0 0 0,0 0 1 0 0,0-1-1 0 0,0 1 0 0 0,0 0 0 0 0,0-1 1 0 0,2-2-1 0 0,-2 2 70 0 0,1-14-91 0 0,0 0 1260 0 0,0 0 0 0 0,1 0 0 0 0,1 0 0 0 0,1 1 0 0 0,0-1 0 0 0,1 1 0 0 0,13-29 1 0 0,-18 45-1282 0 0,0 0 1 0 0,0 0 0 0 0,0 0 0 0 0,0-1 0 0 0,0 1 0 0 0,0 0 0 0 0,0 0-1 0 0,0 0 1 0 0,0 0 0 0 0,0 0 0 0 0,0 0 0 0 0,1 0 0 0 0,-1-1-1 0 0,0 1 1 0 0,0 0 0 0 0,0 0 0 0 0,0 0 0 0 0,0 0 0 0 0,0 0 0 0 0,1 0-1 0 0,-1 0 1 0 0,0 0 0 0 0,0 0 0 0 0,0 0 0 0 0,0 0 0 0 0,0 0 0 0 0,1 0-1 0 0,-1 0 1 0 0,0 0 0 0 0,0 0 0 0 0,0 0 0 0 0,0 0 0 0 0,1 0 0 0 0,-1 0-1 0 0,0 0 1 0 0,0 0 0 0 0,0 0 0 0 0,0 0 0 0 0,0 0 0 0 0,0 0-1 0 0,1 0 1 0 0,-1 0 0 0 0,0 0 0 0 0,0 0 0 0 0,0 1 0 0 0,0-1 0 0 0,6 9 462 0 0,2 13-239 0 0,5 49 109 0 0,-12-59-396 0 0,1 0-1 0 0,-1 0 1 0 0,2 0 0 0 0,0-1 0 0 0,0 1 0 0 0,1 0 0 0 0,1-1-1 0 0,-1 0 1 0 0,9 12 0 0 0,-13-22 28 0 0,0-1-1 0 0,1 1 1 0 0,-1 0-1 0 0,1-1 1 0 0,-1 1-1 0 0,1-1 1 0 0,-1 1-1 0 0,1-1 1 0 0,-1 1-1 0 0,1-1 1 0 0,0 1 0 0 0,-1-1-1 0 0,1 1 1 0 0,0-1-1 0 0,-1 0 1 0 0,1 1-1 0 0,0-1 1 0 0,0 0-1 0 0,-1 0 1 0 0,1 1-1 0 0,0-1 1 0 0,0 0 0 0 0,-1 0-1 0 0,1 0 1 0 0,0 0-1 0 0,0 0 1 0 0,-1 0-1 0 0,3 0 1 0 0,-2-1 6 0 0,0 0 1 0 0,1 0 0 0 0,-1 0-1 0 0,0 0 1 0 0,1 0-1 0 0,-1 0 1 0 0,0 0 0 0 0,0 0-1 0 0,0-1 1 0 0,0 1-1 0 0,0 0 1 0 0,0-1 0 0 0,1-1-1 0 0,3-8 75 0 0,0 0 0 0 0,7-23 0 0 0,-10 27-57 0 0,14-45 14 0 0,-9 25 157 0 0,2 1 0 0 0,13-28 0 0 0,-22 53-160 0 0,1-1 1 0 0,-1 1-1 0 0,1-1 1 0 0,0 1 0 0 0,-1 0-1 0 0,1 0 1 0 0,0-1-1 0 0,0 1 1 0 0,0 0 0 0 0,0 0-1 0 0,0 0 1 0 0,0 0-1 0 0,0 0 1 0 0,0 0 0 0 0,1 0-1 0 0,-1 0 1 0 0,0 1-1 0 0,1-1 1 0 0,-1 0 0 0 0,0 1-1 0 0,1-1 1 0 0,-1 1-1 0 0,1-1 1 0 0,1 1 0 0 0,-1 0-15 0 0,0 0 1 0 0,0 1-1 0 0,-1-1 1 0 0,1 1-1 0 0,0 0 1 0 0,0 0 0 0 0,0-1-1 0 0,-1 1 1 0 0,1 0-1 0 0,0 0 1 0 0,-1 1-1 0 0,1-1 1 0 0,-1 0 0 0 0,0 0-1 0 0,1 1 1 0 0,0 1-1 0 0,6 7-18 0 0,0 0 0 0 0,-1 1-1 0 0,-1 0 1 0 0,8 16 0 0 0,8 34-135 0 0,-18-46 92 0 0,1 0 1 0 0,1 0-1 0 0,1-1 1 0 0,9 17 0 0 0,-16-30 39 0 0,0-1 0 0 0,1 1 0 0 0,-1 0 0 0 0,1 0 0 0 0,-1 0 1 0 0,1-1-1 0 0,0 1 0 0 0,-1 0 0 0 0,1-1 0 0 0,0 1 0 0 0,-1 0 0 0 0,1-1 1 0 0,0 1-1 0 0,0-1 0 0 0,0 1 0 0 0,-1-1 0 0 0,1 0 0 0 0,0 1 0 0 0,0-1 1 0 0,0 0-1 0 0,0 0 0 0 0,0 1 0 0 0,0-1 0 0 0,0 0 0 0 0,0 0 0 0 0,0 0 0 0 0,0 0 1 0 0,1-1-1 0 0,0 1-3 0 0,0-1-1 0 0,0 0 1 0 0,0 0 0 0 0,-1 0 0 0 0,1-1-1 0 0,0 1 1 0 0,-1 0 0 0 0,1-1 0 0 0,-1 1-1 0 0,1-1 1 0 0,-1 1 0 0 0,2-4 0 0 0,3-5-16 0 0,0 0 0 0 0,0 0 0 0 0,5-17 0 0 0,8-32 75 0 0,-13 40-20 0 0,0 1 0 0 0,0-1 1 0 0,2 1-1 0 0,0 0 0 0 0,13-18 0 0 0,-19 32-4 0 0,0 2 0 0 0,0-1 0 0 0,0 0 0 0 0,0 0 0 0 0,1 1 0 0 0,-1-1-1 0 0,1 1 1 0 0,-1 0 0 0 0,1-1 0 0 0,0 1 0 0 0,0 1 0 0 0,0-1-1 0 0,5-2 1 0 0,-6 4-21 0 0,0 0-1 0 0,0 0 1 0 0,0 0-1 0 0,1 0 1 0 0,-1 1-1 0 0,0-1 0 0 0,0 1 1 0 0,0-1-1 0 0,0 1 1 0 0,0 0-1 0 0,0 0 1 0 0,0-1-1 0 0,0 2 1 0 0,0-1-1 0 0,-1 0 1 0 0,1 0-1 0 0,0 0 1 0 0,-1 1-1 0 0,1-1 0 0 0,-1 1 1 0 0,1 0-1 0 0,-1-1 1 0 0,2 3-1 0 0,8 10 7 0 0,-1 0-1 0 0,0 1 1 0 0,-1 0-1 0 0,12 29 1 0 0,-14-28-57 0 0,0-1 1 0 0,2 0-1 0 0,0 0 1 0 0,0-1-1 0 0,13 15 1 0 0,-21-27-32 0 0,1-1-1 0 0,-1 1 1 0 0,1-1-1 0 0,0 1 1 0 0,-1-1 0 0 0,1 0-1 0 0,0 1 1 0 0,0-1-1 0 0,0 0 1 0 0,0 0 0 0 0,0 0-1 0 0,0-1 1 0 0,3 2-1 0 0,4-2-769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6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1 140 3225 0 0,'2'-3'9138'0'0,"85"-39"-2201"0"0,-12 5-4840 0 0,-50 28-1960 0 0,1 2 1 0 0,1 0-1 0 0,-1 2 1 0 0,1 1-1 0 0,44-2 1 0 0,29-4 109 0 0,-62 5-225 0 0,2 2 1 0 0,-1 2 0 0 0,0 1-1 0 0,0 2 1 0 0,42 8 0 0 0,-18-2 316 0 0,0-2-1 0 0,82-3 1 0 0,-61-14-103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8.0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46 920 0 0,'-42'-6'1829'0'0,"6"3"10195"0"0,55 3-9429 0 0,59-14-562 0 0,-41 6-1439 0 0,-1 2 0 0 0,1 2 0 0 0,71 0 0 0 0,-100 5-545 0 0,0 1-1 0 0,0 0 1 0 0,1 0 0 0 0,-1 1 0 0 0,-1 0 0 0 0,9 4 0 0 0,6 3-1902 0 0,1-2-3610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8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0 372 4609 0 0,'9'-26'10216'0'0,"-3"-7"-6554"0"0,-4 21-3474 0 0,1 0-1 0 0,0-1 1 0 0,0 1-1 0 0,1 0 1 0 0,7-15-1 0 0,-7 21-15 0 0,24-37 691 0 0,-26 41-795 0 0,-1 0-1 0 0,1 0 0 0 0,0 0 1 0 0,-1 0-1 0 0,1 1 1 0 0,0-1-1 0 0,0 1 0 0 0,0-1 1 0 0,0 1-1 0 0,0 0 1 0 0,1 0-1 0 0,-1 0 1 0 0,0 0-1 0 0,0 0 0 0 0,1 0 1 0 0,-1 1-1 0 0,5-1 1 0 0,-5 1-60 0 0,-1 0 0 0 0,1 1 0 0 0,0-1 1 0 0,0 1-1 0 0,-1-1 0 0 0,1 1 0 0 0,-1 0 0 0 0,1-1 1 0 0,0 1-1 0 0,-1 0 0 0 0,1 0 0 0 0,-1 0 0 0 0,0 1 1 0 0,1-1-1 0 0,-1 0 0 0 0,0 0 0 0 0,2 3 0 0 0,20 31 184 0 0,-8-12-123 0 0,-12-19-76 0 0,0-1 1 0 0,0 1-1 0 0,1-1 1 0 0,-1 0-1 0 0,1 0 0 0 0,-1 0 1 0 0,1-1-1 0 0,0 1 1 0 0,0-1-1 0 0,6 3 1 0 0,-8-5 3 0 0,-1 1 1 0 0,1-1 0 0 0,0 0-1 0 0,-1 0 1 0 0,1 1 0 0 0,0-1-1 0 0,0 0 1 0 0,-1-1 0 0 0,1 1 0 0 0,0 0-1 0 0,-1 0 1 0 0,1-1 0 0 0,0 1-1 0 0,-1-1 1 0 0,1 1 0 0 0,0-1-1 0 0,-1 0 1 0 0,1 0 0 0 0,-1 0-1 0 0,1 0 1 0 0,-1 0 0 0 0,0 0-1 0 0,1 0 1 0 0,-1 0 0 0 0,0 0-1 0 0,0-1 1 0 0,0 1 0 0 0,0 0-1 0 0,0-1 1 0 0,2-2 0 0 0,10-19-19 0 0,0 0 0 0 0,13-36 0 0 0,-17 36 2 0 0,0 1 1 0 0,2 1 0 0 0,19-29 0 0 0,-30 49 18 0 0,1 0 0 0 0,0 0 0 0 0,0 0 0 0 0,0 0 0 0 0,0 0 0 0 0,0 0 0 0 0,0 0 0 0 0,0 0 0 0 0,0 0 0 0 0,0 1 0 0 0,0-1 0 0 0,0 0 0 0 0,1 1 0 0 0,0-1 0 0 0,-1 1 0 0 0,0 0 0 0 0,-1 0 0 0 0,1 0 0 0 0,-1 0 0 0 0,1 0 0 0 0,0 0 0 0 0,-1 0 0 0 0,1 0 0 0 0,0 0 0 0 0,-1 0 0 0 0,1 0 0 0 0,-1 1 0 0 0,1-1 0 0 0,-1 0 0 0 0,1 0 0 0 0,0 1 0 0 0,-1-1 0 0 0,1 0 0 0 0,-1 1 0 0 0,1-1 0 0 0,0 1 0 0 0,2 3 0 0 0,0 1 0 0 0,0-1 0 0 0,-1 0 0 0 0,1 1 0 0 0,-1 0 0 0 0,2 5 0 0 0,0-2 0 0 0,13 37-52 0 0,-12-31 19 0 0,0 0 0 0 0,1-1 0 0 0,1 1 0 0 0,0-1 0 0 0,0-1 0 0 0,13 16 0 0 0,-20-27 24 0 0,1 0-1 0 0,0 0 1 0 0,0 0-1 0 0,-1-1 1 0 0,1 1-1 0 0,0 0 1 0 0,0 0-1 0 0,0-1 1 0 0,0 1-1 0 0,0-1 1 0 0,0 1 0 0 0,0-1-1 0 0,0 1 1 0 0,0-1-1 0 0,0 0 1 0 0,0 1-1 0 0,0-1 1 0 0,0 0-1 0 0,1 0 1 0 0,-1 0-1 0 0,0 0 1 0 0,0 0 0 0 0,0 0-1 0 0,0 0 1 0 0,2-1-1 0 0,0 0-22 0 0,-1 0 1 0 0,0 0-1 0 0,0 0 0 0 0,0 0 0 0 0,0-1 0 0 0,0 1 1 0 0,0-1-1 0 0,-1 1 0 0 0,1-1 0 0 0,0 0 1 0 0,2-3-1 0 0,3-7-105 0 0,1 0 1 0 0,-2 0 0 0 0,8-18-1 0 0,-12 25 136 0 0,39-98 41 0 0,-40 101-29 0 0,-1 1 0 0 0,0 0 0 0 0,1 0 0 0 0,-1-1 0 0 0,1 1 0 0 0,0 0 0 0 0,-1 0 0 0 0,1 0 0 0 0,0-1 1 0 0,0 1-1 0 0,0 0 0 0 0,0 0 0 0 0,0 0 0 0 0,0 1 0 0 0,0-1 0 0 0,0 0 0 0 0,0 0 0 0 0,0 0 0 0 0,0 1 0 0 0,1-1 0 0 0,-1 1 0 0 0,0-1 0 0 0,0 1 0 0 0,1-1 0 0 0,-1 1 0 0 0,0 0 0 0 0,1 0 0 0 0,1-1 0 0 0,0 2 34 0 0,-1 0 0 0 0,0 0 1 0 0,1 0-1 0 0,-1 0 0 0 0,0 0 1 0 0,1 0-1 0 0,-1 1 1 0 0,0-1-1 0 0,0 1 0 0 0,0-1 1 0 0,0 1-1 0 0,0 0 0 0 0,2 4 1 0 0,6 6 179 0 0,0 2 1 0 0,-1-1-1 0 0,11 25 1 0 0,1 11-224 0 0,-16-34-4 0 0,1-1-1 0 0,0-1 0 0 0,1 1 1 0 0,0-1-1 0 0,1 0 0 0 0,17 21 1 0 0,-2-21-471 0 0,-22-12 289 0 0,0-1 1 0 0,-1 0-1 0 0,1 0 0 0 0,0 1 1 0 0,0-1-1 0 0,0 0 0 0 0,0 0 1 0 0,-1 0-1 0 0,1 0 0 0 0,0 0 1 0 0,0 0-1 0 0,0 0 1 0 0,0 0-1 0 0,-1 0 0 0 0,1-1 1 0 0,0 1-1 0 0,0 0 0 0 0,0 0 1 0 0,-1-1-1 0 0,1 1 0 0 0,0 0 1 0 0,0-1-1 0 0,-1 1 0 0 0,1-1 1 0 0,0 1-1 0 0,-1-1 0 0 0,1 0 1 0 0,-1 1-1 0 0,2-2 0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6:59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94 2761 0 0,'9'18'11293'0'0,"-5"-17"-10492"0"0,7-1 66 0 0,-1-1 0 0 0,1 0-1 0 0,-1 0 1 0 0,1-1 0 0 0,-1-1 0 0 0,15-5-1 0 0,-8 4-463 0 0,-1-1 0 0 0,26-2 0 0 0,203-21 330 0 0,-82 7-368 0 0,-57 7-238 0 0,-62 6-23 0 0,0 3-1 0 0,0 1 1 0 0,86 4-1 0 0,-119 0-839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03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34 1840 0 0,'-17'-34'12010'0'0,"20"36"-11876"0"0,29 18 557 0 0,-21-12-137 0 0,1-1-1 0 0,0 0 0 0 0,15 6 1 0 0,-22-11-458 0 0,0-1 0 0 0,0 1 0 0 0,0-1 0 0 0,0 0 0 0 0,1-1 0 0 0,-1 1 0 0 0,0-1 0 0 0,0 0 0 0 0,0 0 0 0 0,1 0 0 0 0,-1-1 0 0 0,8-2 0 0 0,6-4 120 0 0,-15 6-181 0 0,-1-1 1 0 0,1 1 0 0 0,-1-1-1 0 0,1 1 1 0 0,0 0 0 0 0,-1 1 0 0 0,1-1-1 0 0,0 1 1 0 0,0-1 0 0 0,5 1-1 0 0,-8 1-186 0 0,0 0 0 0 0,0 0 1 0 0,-1 0-1 0 0,1 0 0 0 0,0-1 0 0 0,-1 1 0 0 0,1 0 0 0 0,0 0 0 0 0,-1 0 0 0 0,1 0 0 0 0,-1 1 0 0 0,0-1 0 0 0,1 0 0 0 0,-1 0 0 0 0,0 0 0 0 0,0 1 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04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0 319 3225 0 0,'20'-63'2435'0'0,"-14"48"-811"0"0,0 0 0 0 0,-2-1 0 0 0,0 0 0 0 0,0 0 0 0 0,1-26 1216 0 0,-4 43-2687 0 0,0-1 0 0 0,0 1 1 0 0,0-1-1 0 0,0 1 0 0 0,0 0 1 0 0,0-1-1 0 0,0 1 0 0 0,0 0 1 0 0,0 0-1 0 0,0 0 0 0 0,0 0 1 0 0,0 0-1 0 0,-1 0 0 0 0,1 0 1 0 0,0 0-1 0 0,-1 0 0 0 0,1 0 1 0 0,0 1-1 0 0,10 24-160 0 0,6 22 162 0 0,-9-23-10 0 0,1-1 0 0 0,23 44 0 0 0,-32-68-145 0 0,0 1 0 0 0,0-1 0 0 0,1 0 0 0 0,-1 0 0 0 0,0 1 0 0 0,1-1 0 0 0,-1 0 0 0 0,1 0 0 0 0,-1 1 0 0 0,0-1 0 0 0,1 0 0 0 0,-1 0 0 0 0,0 0 0 0 0,1 0 0 0 0,-1 0 0 0 0,1 1 0 0 0,-1-1 0 0 0,1 0 0 0 0,-1 0 0 0 0,0 0 0 0 0,1 0 0 0 0,-1 0 0 0 0,1 0 0 0 0,-1-1 0 0 0,0 1 0 0 0,1 0 0 0 0,-1 0 0 0 0,1 0 0 0 0,-1 0 0 0 0,0 0 0 0 0,1-1 0 0 0,-1 1 0 0 0,0 0 0 0 0,1 0 0 0 0,-1 0 0 0 0,0-1 0 0 0,1 1 0 0 0,-1 0 0 0 0,0-1 0 0 0,1 1 0 0 0,-1 0 0 0 0,0-1 0 0 0,0 1 0 0 0,1 0 0 0 0,-1-1 0 0 0,0 1 0 0 0,0 0 0 0 0,0-1 0 0 0,0 1 0 0 0,0-1 0 0 0,1 1 0 0 0,-1-1 0 0 0,13-24 0 0 0,-12 22 0 0 0,7-16 290 0 0,0-2 0 0 0,7-36 0 0 0,-11 38-31 0 0,1-1 0 0 0,1 1-1 0 0,11-24 1 0 0,-17 42-236 0 0,1 0-1 0 0,-1 0 1 0 0,0 1 0 0 0,1-1 0 0 0,-1 0 0 0 0,1 0 0 0 0,-1 0 0 0 0,1 0-1 0 0,0 0 1 0 0,-1 1 0 0 0,1-1 0 0 0,0 0 0 0 0,0 0 0 0 0,-1 1 0 0 0,1-1-1 0 0,0 1 1 0 0,0-1 0 0 0,0 0 0 0 0,0 1 0 0 0,0 0 0 0 0,0-1 0 0 0,0 1-1 0 0,0 0 1 0 0,0-1 0 0 0,0 1 0 0 0,1 0 0 0 0,0 0-24 0 0,-1 1 1 0 0,1-1 0 0 0,-1 1 0 0 0,0-1-1 0 0,1 1 1 0 0,-1 0 0 0 0,0 0-1 0 0,1 0 1 0 0,-1-1 0 0 0,0 1-1 0 0,0 0 1 0 0,0 1 0 0 0,0-1 0 0 0,0 0-1 0 0,2 2 1 0 0,2 4-26 0 0,0 1 1 0 0,0 0-1 0 0,-1 0 0 0 0,5 15 1 0 0,4 30-147 0 0,3 11-21 0 0,-15-59 171 0 0,1-1 0 0 0,0 1 0 0 0,0-1 0 0 0,1 1 0 0 0,-1-1 0 0 0,1 0 0 0 0,0 0 0 0 0,0 0 0 0 0,0 0 0 0 0,4 3 0 0 0,-6-6 13 0 0,-1-1 0 0 0,1 1-1 0 0,-1-1 1 0 0,1 1 0 0 0,-1-1 0 0 0,1 0 0 0 0,0 1-1 0 0,-1-1 1 0 0,1 0 0 0 0,-1 0 0 0 0,1 1 0 0 0,0-1-1 0 0,-1 0 1 0 0,1 0 0 0 0,0 0 0 0 0,0 0 0 0 0,-1 0-1 0 0,1 0 1 0 0,0 0 0 0 0,-1 0 0 0 0,1 0 0 0 0,0 0-1 0 0,-1 0 1 0 0,1 0 0 0 0,0 0 0 0 0,-1-1 0 0 0,2 1-1 0 0,13-17-330 0 0,2-26-104 0 0,-17 43 443 0 0,18-73-202 0 0,-14 53 395 0 0,0 0 0 0 0,1 1 0 0 0,1 0 1 0 0,1 0-1 0 0,16-31 0 0 0,-22 49-183 0 0,0 0 0 0 0,-1 0 0 0 0,1 0 0 0 0,0 0 0 0 0,-1 1 0 0 0,1-1 0 0 0,0 0 0 0 0,0 1 0 0 0,0-1 0 0 0,0 1 0 0 0,-1-1 0 0 0,1 1 0 0 0,0-1 0 0 0,0 1 0 0 0,0-1 0 0 0,0 1 0 0 0,0 0 0 0 0,0 0 0 0 0,0-1 0 0 0,0 1 0 0 0,0 0 0 0 0,0 0 0 0 0,1 0 0 0 0,-1 0 0 0 0,0 0 0 0 0,0 0 0 0 0,0 1 0 0 0,0-1 0 0 0,0 0 0 0 0,0 0 0 0 0,0 1 0 0 0,0-1 0 0 0,0 1 0 0 0,0-1 0 0 0,-1 1 0 0 0,1-1 0 0 0,0 1 0 0 0,0-1 0 0 0,0 1 0 0 0,0 0 0 0 0,-1 0 0 0 0,1-1 0 0 0,0 1 1 0 0,0 1-1 0 0,8 7 100 0 0,-1 0 1 0 0,-1 0 0 0 0,9 12 0 0 0,-7-9-59 0 0,5 7-25 0 0,19 22 124 0 0,-30-39-134 0 0,-1 0-1 0 0,0 1 1 0 0,1-1 0 0 0,0 0-1 0 0,-1 0 1 0 0,1 0-1 0 0,0-1 1 0 0,0 1-1 0 0,0-1 1 0 0,0 1-1 0 0,0-1 1 0 0,4 1 0 0 0,-6-2-51 0 0,0-1-1 0 0,0 1 1 0 0,0 0 0 0 0,1-1 0 0 0,-1 1 0 0 0,0-1 0 0 0,0 1 0 0 0,0-1 0 0 0,0 1 0 0 0,0-1 0 0 0,0 0 0 0 0,0 1 0 0 0,-1-1 0 0 0,1 0 0 0 0,0 0 0 0 0,0 0 0 0 0,0 0 0 0 0,-1 0-1 0 0,1 0 1 0 0,0 0 0 0 0,-1 0 0 0 0,1 0 0 0 0,-1 0 0 0 0,1-2 0 0 0,14-34-638 0 0,-12 28 660 0 0,10-34-220 0 0,-10 32 262 0 0,0 0 1 0 0,1 0-1 0 0,0 0 1 0 0,8-16-1 0 0,-11 26-6 0 0,0 0-1 0 0,-1 0 0 0 0,1 0 0 0 0,0-1 1 0 0,0 1-1 0 0,0 0 0 0 0,0 0 0 0 0,0 0 1 0 0,0 0-1 0 0,0 0 0 0 0,0 1 1 0 0,0-1-1 0 0,0 0 0 0 0,0 0 0 0 0,0 1 1 0 0,1-1-1 0 0,-1 1 0 0 0,0-1 1 0 0,1 1-1 0 0,-1-1 0 0 0,0 1 0 0 0,1 0 1 0 0,2-1-1 0 0,-2 2-9 0 0,0-1 1 0 0,0 1-1 0 0,-1-1 0 0 0,1 1 0 0 0,0 0 1 0 0,0 0-1 0 0,0 0 0 0 0,-1 0 0 0 0,1 0 1 0 0,0 0-1 0 0,-1 0 0 0 0,1 1 1 0 0,-1-1-1 0 0,3 3 0 0 0,1 3-7 0 0,1 0 0 0 0,-1 0 0 0 0,-1 1 0 0 0,1-1 0 0 0,-1 1 0 0 0,3 11 0 0 0,2 7-579 0 0,-4-8 736 0 0,1-1 0 0 0,9 19 0 0 0,6-6-2291 0 0,-19-27 1368 0 0,1-1 0 0 0,0 1 1 0 0,0-1-1 0 0,0 0 0 0 0,0 0 1 0 0,0 0-1 0 0,5 2 1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05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18 110 2761 0 0,'-17'-2'5007'0'0,"31"-13"-1318"0"0,35-15 93 0 0,-35 26-3268 0 0,1 1 0 0 0,-1 1-1 0 0,1 0 1 0 0,0 0 0 0 0,-1 2 0 0 0,1 0-1 0 0,0 1 1 0 0,24 4 0 0 0,-12-2-507 0 0,35-1-1 0 0,278-16 218 0 0,-175 16 480 0 0,-112 1-385 0 0,97-8 0 0 0,-72 0 93 0 0,0 3-1 0 0,93 10 1 0 0,-117-5-95 0 0,-42-3-287 0 0,0-1 0 0 0,1 0-1 0 0,-1-1 1 0 0,0-1 0 0 0,0 0 0 0 0,0-1-1 0 0,18-7 1 0 0,-17 6 3 0 0,-1 0 0 0 0,1 1 0 0 0,-1 1 0 0 0,1 0 1 0 0,0 1-1 0 0,16-1 0 0 0,15 16-2457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09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79 213 2304 0 0,'-32'-88'8302'0'0,"-13"-29"-1982"0"0,43 109-3015 0 0,10 19-2005 0 0,9 20-733 0 0,9 30-201 0 0,33 121-1 0 0,-3 68 171 0 0,-54-239-603 0 0,8 37-84 0 0,-1 1-1 0 0,2 72 1 0 0,-11-115-354 0 0,0 0 1 0 0,-1 0 0 0 0,0 0 0 0 0,0 0 0 0 0,-4 11 0 0 0,2-10-503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09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18 158 5985 0 0,'-3'-6'476'0'0,"0"0"-1"0"0,1 0 1 0 0,0 0-1 0 0,0-1 1 0 0,0 1-1 0 0,1 0 1 0 0,0-1-1 0 0,0 1 1 0 0,1-1-1 0 0,-1 1 1 0 0,1-1-1 0 0,1 1 1 0 0,-1-1-1 0 0,4-9 1 0 0,-4 13-272 0 0,1 0 0 0 0,-1 1 0 0 0,1-1 0 0 0,0 0 0 0 0,0 1 0 0 0,1-1 0 0 0,-1 1 0 0 0,0 0 0 0 0,1-1 0 0 0,-1 1 0 0 0,1 0 0 0 0,0 0 0 0 0,0 0 0 0 0,0 0 0 0 0,0 0 0 0 0,0 0 0 0 0,0 1 0 0 0,1-1 0 0 0,-1 1 0 0 0,0-1 1 0 0,1 1-1 0 0,-1 0 0 0 0,1 0 0 0 0,-1 0 0 0 0,1 0 0 0 0,0 1 0 0 0,-1-1 0 0 0,1 1 0 0 0,0-1 0 0 0,0 1 0 0 0,-1 0 0 0 0,1 0 0 0 0,0 0 0 0 0,0 1 0 0 0,-1-1 0 0 0,4 1 0 0 0,-4 0-188 0 0,1-1-1 0 0,-1 1 1 0 0,0-1 0 0 0,0 1 0 0 0,1 0-1 0 0,-1 0 1 0 0,0 0 0 0 0,0 0-1 0 0,0 1 1 0 0,0-1 0 0 0,0 0-1 0 0,0 1 1 0 0,-1-1 0 0 0,1 1-1 0 0,0 0 1 0 0,-1 0 0 0 0,1-1 0 0 0,1 5-1 0 0,-1-2-10 0 0,0 0 0 0 0,0 1 0 0 0,-1-1 1 0 0,1 1-1 0 0,-1-1 0 0 0,-1 0 0 0 0,1 1 0 0 0,0 0 0 0 0,-1 5 0 0 0,-1 9-70 0 0,-1 0-1 0 0,0 0 1 0 0,-9 30-1 0 0,9-41 35 0 0,1-3-31 0 0,-1 1 136 0 0,1 1 1 0 0,-1-1-1 0 0,1 1 1 0 0,1-1-1 0 0,-1 1 1 0 0,1 6-1 0 0,1-11-28 0 0,-1-1 0 0 0,0 0 0 0 0,0 1 0 0 0,1-1 0 0 0,-1 0 0 0 0,1 0 0 0 0,-1 1 0 0 0,1-1 0 0 0,0 0-1 0 0,0 0 1 0 0,-1 0 0 0 0,1 0 0 0 0,0 0 0 0 0,0 0 0 0 0,0 0 0 0 0,0 0 0 0 0,0 0 0 0 0,0 0 0 0 0,0 0 0 0 0,0-1 0 0 0,0 1 0 0 0,1 0-1 0 0,-1-1 1 0 0,0 1 0 0 0,0-1 0 0 0,1 1 0 0 0,-1-1 0 0 0,0 0 0 0 0,1 0 0 0 0,-1 1 0 0 0,0-1 0 0 0,1 0 0 0 0,-1 0 0 0 0,0 0 0 0 0,3-1 0 0 0,35-1 388 0 0,-29 1-364 0 0,1 0 0 0 0,-1 1 0 0 0,0 0 0 0 0,18 3 0 0 0,-24-2-134 0 0,0 0-1 0 0,-1 0 1 0 0,1 0 0 0 0,-1 1 0 0 0,0-1 0 0 0,1 1 0 0 0,-1 0-1 0 0,0 0 1 0 0,0 0 0 0 0,0 1 0 0 0,-1-1 0 0 0,1 1 0 0 0,0-1-1 0 0,-1 1 1 0 0,0 0 0 0 0,1 0 0 0 0,1 5 0 0 0,12 22-2802 0 0,-8-12-4298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0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173 170 3225 0 0,'1'-2'323'0'0,"-1"-1"0"0"0,0 1 1 0 0,0 0-1 0 0,1-1 1 0 0,-1 1-1 0 0,-1 0 0 0 0,1 0 1 0 0,0-1-1 0 0,-1 1 1 0 0,1 0-1 0 0,-1 0 0 0 0,1-1 1 0 0,-1 1-1 0 0,0 0 1 0 0,0 0-1 0 0,0 0 0 0 0,0 0 1 0 0,-1 0-1 0 0,1 0 0 0 0,0 0 1 0 0,-1 0-1 0 0,1 1 1 0 0,-1-1-1 0 0,0 1 0 0 0,1-1 1 0 0,-1 1-1 0 0,0-1 1 0 0,0 1-1 0 0,0 0 0 0 0,0 0 1 0 0,0 0-1 0 0,0 0 1 0 0,-1 0-1 0 0,1 1 0 0 0,0-1 1 0 0,0 1-1 0 0,-1-1 0 0 0,-2 1 1 0 0,1-1-114 0 0,0 0 1 0 0,0 0 0 0 0,0 1-1 0 0,0 0 1 0 0,-1 0-1 0 0,1 0 1 0 0,0 0 0 0 0,0 1-1 0 0,0-1 1 0 0,0 1-1 0 0,0 0 1 0 0,0 1-1 0 0,0-1 1 0 0,0 0 0 0 0,0 1-1 0 0,0 0 1 0 0,1 0-1 0 0,-1 0 1 0 0,1 1 0 0 0,0-1-1 0 0,-5 5 1 0 0,4-1-191 0 0,-1 0 0 0 0,2 1 0 0 0,-1 0-1 0 0,1 0 1 0 0,0 0 0 0 0,0 0 0 0 0,1 0 0 0 0,0 1 0 0 0,0-1 0 0 0,1 0 0 0 0,0 1 0 0 0,0 0 0 0 0,1-1 0 0 0,0 1 0 0 0,0-1 0 0 0,1 1 0 0 0,0 0 0 0 0,0-1 0 0 0,1 1 0 0 0,0-1 0 0 0,0 0-1 0 0,1 0 1 0 0,0 0 0 0 0,0 0 0 0 0,1 0 0 0 0,-1 0 0 0 0,7 7 0 0 0,-7-9-18 0 0,1 0-1 0 0,0 0 1 0 0,0 0-1 0 0,0 0 1 0 0,0-1-1 0 0,1 1 1 0 0,0-1-1 0 0,0 0 1 0 0,0-1-1 0 0,0 1 1 0 0,1-1-1 0 0,-1 0 1 0 0,1-1-1 0 0,0 1 1 0 0,0-1-1 0 0,0 0 1 0 0,0 0-1 0 0,0-1 1 0 0,0 0-1 0 0,0 0 1 0 0,1 0-1 0 0,-1-1 1 0 0,0 0-1 0 0,1 0 1 0 0,-1-1-1 0 0,0 1 1 0 0,1-2-1 0 0,-1 1 1 0 0,0 0-1 0 0,0-1 1 0 0,0 0-1 0 0,10-6 1 0 0,-2 0-264 0 0,-1-2-1 0 0,1 0 1 0 0,-2 0 0 0 0,0-1 0 0 0,0-1 0 0 0,-1 0 0 0 0,0 0-1 0 0,-1-1 1 0 0,0 0 0 0 0,-2-1 0 0 0,1 0 0 0 0,-1-1 0 0 0,-1 1-1 0 0,-1-2 1 0 0,0 1 0 0 0,-1 0 0 0 0,-1-1 0 0 0,0 0-1 0 0,-1 0 1 0 0,-1-1 0 0 0,1-29 0 0 0,-3 41 401 0 0,-3-29 1367 0 0,3 33-1285 0 0,0-1 0 0 0,-1 1 0 0 0,1-1 0 0 0,0 1 1 0 0,-1-1-1 0 0,1 1 0 0 0,-1-1 0 0 0,1 1 0 0 0,-1-1 0 0 0,0 1 0 0 0,1 0 0 0 0,-1 0 0 0 0,0-1 0 0 0,0 1 1 0 0,0 0-1 0 0,-2-2 0 0 0,2 3-146 0 0,1 1 1 0 0,0-1-1 0 0,-1 0 0 0 0,1 1 1 0 0,0-1-1 0 0,-1 0 1 0 0,1 1-1 0 0,0-1 0 0 0,0 1 1 0 0,0-1-1 0 0,-1 1 1 0 0,1-1-1 0 0,0 1 1 0 0,0-1-1 0 0,0 1 0 0 0,0-1 1 0 0,0 1-1 0 0,0-1 1 0 0,0 1-1 0 0,0-1 0 0 0,0 1 1 0 0,0-1-1 0 0,0 1 1 0 0,0-1-1 0 0,0 1 0 0 0,0-1 1 0 0,0 1-1 0 0,0-1 1 0 0,1 1-1 0 0,-1-1 0 0 0,0 1 1 0 0,1 0-1 0 0,3 19-156 0 0,3 4 103 0 0,1-1 0 0 0,1 1-1 0 0,1-1 1 0 0,1-1 0 0 0,1 0 0 0 0,1-1-1 0 0,1 0 1 0 0,26 30 0 0 0,-39-50-22 0 0,0 1 0 0 0,0-1 0 0 0,0 1 1 0 0,0-1-1 0 0,0 0 0 0 0,1 0 0 0 0,-1 0 0 0 0,0 0 0 0 0,1 0 0 0 0,-1 0 1 0 0,1 0-1 0 0,-1 0 0 0 0,1 0 0 0 0,-1-1 0 0 0,1 1 0 0 0,-1 0 0 0 0,1-1 0 0 0,0 0 1 0 0,-1 1-1 0 0,1-1 0 0 0,0 0 0 0 0,0 0 0 0 0,-1 0 0 0 0,1 0 0 0 0,0 0 1 0 0,-1 0-1 0 0,1 0 0 0 0,0-1 0 0 0,2 0 0 0 0,-1-1-30 0 0,0 0-1 0 0,0-1 1 0 0,0 1-1 0 0,0-1 1 0 0,-1 0-1 0 0,1 0 1 0 0,-1 0-1 0 0,0 0 1 0 0,1 0-1 0 0,-2 0 1 0 0,1-1-1 0 0,2-5 1 0 0,13-31-48 0 0,11-25 3 0 0,-25 60 127 0 0,0 0 0 0 0,0 0 0 0 0,0 0 0 0 0,1 1 1 0 0,-1-1-1 0 0,1 1 0 0 0,0 0 0 0 0,0 0 0 0 0,7-5 0 0 0,-9 9-32 0 0,-1-1 1 0 0,1 0-1 0 0,0 1 0 0 0,0-1 0 0 0,-1 1 1 0 0,1 0-1 0 0,0-1 0 0 0,0 1 0 0 0,0 0 1 0 0,-1 0-1 0 0,1 0 0 0 0,0 0 0 0 0,0 1 1 0 0,0-1-1 0 0,-1 0 0 0 0,1 1 0 0 0,0-1 1 0 0,0 1-1 0 0,-1 0 0 0 0,1-1 1 0 0,0 1-1 0 0,-1 0 0 0 0,1 0 0 0 0,-1 0 1 0 0,1 0-1 0 0,-1 0 0 0 0,0 1 0 0 0,1-1 1 0 0,-1 0-1 0 0,0 1 0 0 0,0-1 0 0 0,2 3 1 0 0,6 7 77 0 0,-1 1 0 0 0,-1 0 0 0 0,8 14 0 0 0,-9-16-39 0 0,-3-3-89 0 0,1 0 1 0 0,1 0-1 0 0,-1 0 0 0 0,1-1 0 0 0,0 0 1 0 0,1 0-1 0 0,-1 0 0 0 0,11 8 0 0 0,-12-12-125 0 0,1 0 0 0 0,-1 0 0 0 0,0 0 0 0 0,1 0-1 0 0,-1 0 1 0 0,1-1 0 0 0,0 0 0 0 0,0 0-1 0 0,-1 0 1 0 0,1-1 0 0 0,0 0 0 0 0,0 0 0 0 0,0 0-1 0 0,0 0 1 0 0,7-2 0 0 0,14-2-126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4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12443 0 0,'12'14'552'0'0,"-1"1"1"0"0,0 0-1 0 0,-1 1 0 0 0,-1 0 1 0 0,0 0-1 0 0,-1 1 1 0 0,-1 1-1 0 0,9 33 1 0 0,31 165 4943 0 0,-40-180-5306 0 0,58 253-407 0 0,-62-276-392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4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3225 0 0,'1'-21'917'0'0,"0"0"0"0"0,1 0 0 0 0,2 0 0 0 0,0 1 0 0 0,1-1 0 0 0,1 1 0 0 0,1 0 0 0 0,1 0 0 0 0,0 1 0 0 0,16-24 0 0 0,-20 37-308 0 0,1 0-1 0 0,0 1 0 0 0,1 0 1 0 0,0 0-1 0 0,-1 0 0 0 0,2 0 1 0 0,-1 1-1 0 0,10-5 0 0 0,-13 7-462 0 0,0 1 0 0 0,-1-1-1 0 0,2 1 1 0 0,-1-1 0 0 0,0 1-1 0 0,0 0 1 0 0,0 0-1 0 0,0 1 1 0 0,1-1 0 0 0,-1 1-1 0 0,0-1 1 0 0,1 1 0 0 0,-1 0-1 0 0,0 0 1 0 0,1 1 0 0 0,-1-1-1 0 0,0 1 1 0 0,0 0-1 0 0,1-1 1 0 0,-1 1 0 0 0,3 2-1 0 0,-3-1-135 0 0,-1 0 1 0 0,0 1-1 0 0,0-1 0 0 0,0 1 0 0 0,0-1 0 0 0,0 1 0 0 0,0 0 0 0 0,-1 0 0 0 0,1 0 0 0 0,-1 0 0 0 0,0 0 0 0 0,0 0 0 0 0,0 0 0 0 0,0 0 0 0 0,-1 0 1 0 0,1 0-1 0 0,-1 0 0 0 0,0 5 0 0 0,1 5-138 0 0,-1 0-1 0 0,-1 0 1 0 0,-2 14 0 0 0,-2 2 118 0 0,-1 0 0 0 0,-2 0-1 0 0,-1-1 1 0 0,-14 31 0 0 0,-59 101 1302 0 0,56-113-1033 0 0,26-46-254 0 0,-1 0 0 0 0,0-1 0 0 0,1 1-1 0 0,-1 0 1 0 0,1 0 0 0 0,0 0 0 0 0,-1-1 0 0 0,1 1-1 0 0,0 0 1 0 0,-1 0 0 0 0,1 0 0 0 0,0 0-1 0 0,0-1 1 0 0,0 1 0 0 0,-1 0 0 0 0,1 0 0 0 0,0 0-1 0 0,0 0 1 0 0,1 0 0 0 0,-1 0 0 0 0,0 0-1 0 0,0 0 1 0 0,0-1 0 0 0,1 1 0 0 0,-1 0 0 0 0,0 0-1 0 0,1 0 1 0 0,-1 0 0 0 0,0-1 0 0 0,1 1-1 0 0,-1 0 1 0 0,1 0 0 0 0,0-1 0 0 0,0 2 0 0 0,2-1 34 0 0,1 1 0 0 0,-1-1 0 0 0,0 1 0 0 0,1-1 0 0 0,0 0 0 0 0,-1 0 0 0 0,7 0 0 0 0,48 7 331 0 0,95 1-1 0 0,-38-3-1811 0 0,-79-3-1114 0 0,43 9 1 0 0,-47-6 1088 0 0,-2-1 917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5.0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92 656 0 0,'-1'-16'-692'0'0,"0"9"2111"0"0,1-1 0 0 0,-1 0 1 0 0,-1 1-1 0 0,1-1 1 0 0,-5-10-1 0 0,6 17-1200 0 0,-1 0 1 0 0,0-1-1 0 0,1 1 0 0 0,-1 0 0 0 0,0 0 0 0 0,1 0 1 0 0,-1 0-1 0 0,0 0 0 0 0,0 0 0 0 0,0 0 0 0 0,0 0 1 0 0,0 1-1 0 0,0-1 0 0 0,0 0 0 0 0,0 1 0 0 0,0-1 1 0 0,-1 0-1 0 0,1 1 0 0 0,0-1 0 0 0,0 1 0 0 0,0 0 1 0 0,-1-1-1 0 0,1 1 0 0 0,0 0 0 0 0,-1 0 0 0 0,1 0 1 0 0,0 0-1 0 0,0 0 0 0 0,-1 0 0 0 0,1 0 0 0 0,0 0 1 0 0,-1 0-1 0 0,1 1 0 0 0,0-1 0 0 0,0 1 0 0 0,-1-1 1 0 0,1 1-1 0 0,-2 0 0 0 0,-4 3-22 0 0,-1 0 0 0 0,1 0 1 0 0,1 1-1 0 0,-1-1 0 0 0,0 1 0 0 0,1 1 1 0 0,0-1-1 0 0,1 1 0 0 0,-1 0 0 0 0,1 1 0 0 0,0-1 1 0 0,1 1-1 0 0,-1 0 0 0 0,1 0 0 0 0,1 0 1 0 0,-1 1-1 0 0,1 0 0 0 0,-2 9 0 0 0,3-12-187 0 0,1 1-1 0 0,-1 0 0 0 0,1 0 1 0 0,1-1-1 0 0,-1 1 0 0 0,1 0 1 0 0,0 0-1 0 0,0 0 0 0 0,1-1 1 0 0,-1 1-1 0 0,1 0 0 0 0,1 0 1 0 0,-1-1-1 0 0,1 1 0 0 0,0-1 1 0 0,0 1-1 0 0,1-1 0 0 0,-1 0 1 0 0,1 0-1 0 0,0 0 0 0 0,1 0 1 0 0,-1 0-1 0 0,1-1 0 0 0,0 0 1 0 0,9 8-1 0 0,1-3-172 0 0,0 0-1 0 0,1-1 1 0 0,0-1 0 0 0,29 10-1 0 0,-31-13-57 0 0,0 1-1 0 0,-1 0 1 0 0,1 1-1 0 0,-1 0 0 0 0,0 1 1 0 0,-1 0-1 0 0,19 16 0 0 0,-28-21 214 0 0,0-1-1 0 0,-1 1 1 0 0,1 0-1 0 0,0 0 1 0 0,-1 0-1 0 0,1 0 1 0 0,-1 0 0 0 0,0 0-1 0 0,0 0 1 0 0,0 1-1 0 0,0-1 1 0 0,0 0-1 0 0,0 1 1 0 0,-1-1-1 0 0,1 0 1 0 0,-1 1-1 0 0,0-1 1 0 0,1 1-1 0 0,-1-1 1 0 0,0 1-1 0 0,-1 3 1 0 0,0-3 126 0 0,0 1 0 0 0,0-1 0 0 0,-1 0 1 0 0,1 0-1 0 0,-1 1 0 0 0,0-1 0 0 0,0 0 0 0 0,0 0 0 0 0,-1-1 1 0 0,1 1-1 0 0,0 0 0 0 0,-1-1 0 0 0,-3 3 0 0 0,-5 3 290 0 0,0 0 0 0 0,0-1 0 0 0,-1-1 0 0 0,0 0 0 0 0,0 0 0 0 0,-22 6 0 0 0,22-9-510 0 0,0 0 0 0 0,-1-1 0 0 0,1 0 0 0 0,-1-1 0 0 0,1-1 0 0 0,-1 0 0 0 0,0 0 0 0 0,-24-5 0 0 0,24 1-416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5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52 6913 0 0,'-17'-20'2241'0'0,"13"15"-1344"0"0,0 1 1 0 0,0-1 0 0 0,0 1 0 0 0,0 0-1 0 0,-1 0 1 0 0,0 0 0 0 0,-7 2 3740 0 0,18 30-3069 0 0,22 75-648 0 0,118 508-290 0 0,-142-592-1321 0 0,-4-13 4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6.4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 83 5529 0 0,'-52'1'1096'0'0,"46"-2"-428"0"0,0 1 1 0 0,0-1 0 0 0,0 0 0 0 0,1-1 0 0 0,-1 0 0 0 0,-9-3-1 0 0,15 5-594 0 0,0 0-1 0 0,-1 0 1 0 0,1-1-1 0 0,0 1 1 0 0,0 0-1 0 0,-1 0 0 0 0,1 0 1 0 0,0 0-1 0 0,0 0 1 0 0,-1-1-1 0 0,1 1 1 0 0,0 0-1 0 0,0 0 0 0 0,0-1 1 0 0,0 1-1 0 0,-1 0 1 0 0,1 0-1 0 0,0 0 1 0 0,0-1-1 0 0,0 1 1 0 0,0 0-1 0 0,0-1 0 0 0,0 1 1 0 0,-1 0-1 0 0,1 0 1 0 0,0-1-1 0 0,0 1 1 0 0,0 0-1 0 0,0-1 0 0 0,0 1 1 0 0,0 0-1 0 0,0 0 1 0 0,0-1-1 0 0,0 1 1 0 0,0 0-1 0 0,1-1 0 0 0,-1 1 1 0 0,0 0-1 0 0,11-12 1524 0 0,20-6-140 0 0,-29 17-1231 0 0,9-5-46 0 0,1 1 0 0 0,0 1-1 0 0,0 0 1 0 0,0 0 0 0 0,0 2-1 0 0,0-1 1 0 0,1 1 0 0 0,-1 1-1 0 0,1 0 1 0 0,19 2-1 0 0,-28-1-131 0 0,0 0 0 0 0,0 1-1 0 0,0-1 1 0 0,0 1 0 0 0,0 0-1 0 0,0 0 1 0 0,-1 1-1 0 0,1-1 1 0 0,0 1 0 0 0,0-1-1 0 0,-1 1 1 0 0,1 1-1 0 0,-1-1 1 0 0,0 0 0 0 0,1 1-1 0 0,-1-1 1 0 0,0 1 0 0 0,-1 0-1 0 0,1 0 1 0 0,0 0-1 0 0,-1 1 1 0 0,0-1 0 0 0,0 1-1 0 0,0-1 1 0 0,0 1-1 0 0,0 0 1 0 0,-1-1 0 0 0,1 1-1 0 0,-1 0 1 0 0,0 0-1 0 0,-1 0 1 0 0,1 0 0 0 0,0 0-1 0 0,-1 0 1 0 0,0 7 0 0 0,-1-1-46 0 0,1 1 1 0 0,-2-1-1 0 0,1 1 1 0 0,-1-1-1 0 0,-1 0 1 0 0,0 0-1 0 0,-5 12 1 0 0,-5 4 23 0 0,-18 31 0 0 0,17-34 14 0 0,-20 47 0 0 0,33-68-2 0 0,0 0 1 0 0,1 0 0 0 0,-1 0 0 0 0,1 1-1 0 0,-1-1 1 0 0,1 0 0 0 0,0 0 0 0 0,0 1-1 0 0,0-1 1 0 0,0 0 0 0 0,0 0 0 0 0,0 1 0 0 0,1-1-1 0 0,-1 0 1 0 0,1 0 0 0 0,0 1 0 0 0,-1-1-1 0 0,1 0 1 0 0,0 0 0 0 0,0 0 0 0 0,0 0-1 0 0,1 0 1 0 0,-1 0 0 0 0,0-1 0 0 0,1 1 0 0 0,-1 0-1 0 0,1-1 1 0 0,0 1 0 0 0,0-1 0 0 0,-1 1-1 0 0,1-1 1 0 0,0 0 0 0 0,0 0 0 0 0,0 0-1 0 0,0 0 1 0 0,0 0 0 0 0,4 1 0 0 0,10 3 9 0 0,-1 0 1 0 0,2 0-1 0 0,-1-2 0 0 0,19 3 1 0 0,-18-4-1 0 0,9 1-607 0 0,1 0 1 0 0,-1-3 0 0 0,53-3 0 0 0,-56 0-6950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6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 10594 0 0,'-1'0'242'0'0,"0"-1"-1"0"0,1 1 1 0 0,-1 0 0 0 0,0-1-1 0 0,0 1 1 0 0,0 0-1 0 0,0 0 1 0 0,0 0-1 0 0,0 0 1 0 0,0 0-1 0 0,0 0 1 0 0,1 0 0 0 0,-1 0-1 0 0,0 0 1 0 0,0 0-1 0 0,0 0 1 0 0,0 1-1 0 0,0-1 1 0 0,0 0 0 0 0,-1 2-1 0 0,2-1 87 0 0,0 0 0 0 0,0 1 0 0 0,0-1-1 0 0,0 1 1 0 0,0-1 0 0 0,1 0 0 0 0,-1 1 0 0 0,1-1-1 0 0,-1 0 1 0 0,1 1 0 0 0,-1-1 0 0 0,1 0 0 0 0,1 3-1 0 0,20 49 731 0 0,-2 0 0 0 0,23 97-1 0 0,-25-62-3560 0 0,-2 1-4289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17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30 337 3225 0 0,'-8'-29'1447'0'0,"1"-1"1"0"0,-5-50-1 0 0,11 69-865 0 0,0 1 0 0 0,1 0 0 0 0,0 0 0 0 0,1-1 0 0 0,0 1 0 0 0,1 0 0 0 0,0 0 0 0 0,1 0 0 0 0,0 0 0 0 0,0 0 0 0 0,8-15 0 0 0,-9 21-375 0 0,1 0 0 0 0,0-1 0 0 0,0 2 0 0 0,0-1 0 0 0,0 0 0 0 0,0 1 0 0 0,1-1 0 0 0,-1 1 0 0 0,1 0-1 0 0,0 0 1 0 0,0 0 0 0 0,0 1 0 0 0,0-1 0 0 0,1 1 0 0 0,-1 0 0 0 0,1 0 0 0 0,-1 1 0 0 0,1-1 0 0 0,0 1 0 0 0,0 0 0 0 0,-1 1 0 0 0,1-1 0 0 0,0 1 0 0 0,0 0-1 0 0,0 0 1 0 0,6 1 0 0 0,-3 0-60 0 0,0 1 0 0 0,0 0 0 0 0,-1 1 0 0 0,1-1 0 0 0,0 2 0 0 0,-1-1 0 0 0,0 1 0 0 0,0 0 0 0 0,0 1 0 0 0,0-1 0 0 0,-1 1 0 0 0,0 1 0 0 0,0-1 0 0 0,10 12 0 0 0,-4-2-122 0 0,0 0 0 0 0,-1 1 0 0 0,-1 1-1 0 0,-1-1 1 0 0,0 2 0 0 0,-1-1-1 0 0,-1 1 1 0 0,0 0 0 0 0,5 27 0 0 0,-10-37 28 0 0,-1 0 0 0 0,0 0 0 0 0,-1 0 0 0 0,0 0 0 0 0,0 0 0 0 0,-1 0 0 0 0,0 0 1 0 0,0 0-1 0 0,0-1 0 0 0,-1 1 0 0 0,-1 0 0 0 0,1-1 0 0 0,-1 1 0 0 0,0-1 0 0 0,-1 0 1 0 0,0 0-1 0 0,0 0 0 0 0,0-1 0 0 0,-1 1 0 0 0,0-1 0 0 0,0 0 0 0 0,-1 0 0 0 0,0-1 1 0 0,0 0-1 0 0,-8 6 0 0 0,6-6 30 0 0,-1 0 0 0 0,0 0 1 0 0,-1-1-1 0 0,1 0 0 0 0,-1-1 0 0 0,-11 3 1 0 0,9-3-460 0 0,0 1 1 0 0,1 0-1 0 0,-17 9 1 0 0,19-6-18 0 0,2 0 218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24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51 8290 0 0,'-10'-33'3929'0'0,"5"15"2266"0"0,9 50-3359 0 0,18 139-1544 0 0,-1 196-1 0 0,-15-202-3260 0 0,5-2-3323 0 0,-8-123-1838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25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19 8754 0 0,'15'-19'8886'0'0,"-15"31"-7285"0"0,-21 276 2212 0 0,28 0-5992 0 0,-3-252-17 0 0,-2-23 529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25.7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37 220 2761 0 0,'-13'-58'1427'0'0,"-10"-77"11346"0"0,31 158-9415 0 0,16 24-2857 0 0,-7-17-247 0 0,2 11-177 0 0,33 58 4 0 0,-44-87-96 0 0,-1-1 0 0 0,2 0 0 0 0,-1 0 1 0 0,2-1-1 0 0,-1 0 0 0 0,12 9 1 0 0,-20-18-21 0 0,0 0 0 0 0,0 0 1 0 0,0 0-1 0 0,0 0 1 0 0,0-1-1 0 0,0 1 1 0 0,0 0-1 0 0,0 0 0 0 0,0-1 1 0 0,1 1-1 0 0,-1-1 1 0 0,0 1-1 0 0,0-1 1 0 0,0 0-1 0 0,1 1 0 0 0,-1-1 1 0 0,0 0-1 0 0,0 0 1 0 0,1 0-1 0 0,-1 0 1 0 0,0 0-1 0 0,1 0 0 0 0,-1 0 1 0 0,0 0-1 0 0,0-1 1 0 0,1 1-1 0 0,-1 0 1 0 0,0-1-1 0 0,0 1 0 0 0,0-1 1 0 0,1 1-1 0 0,-1-1 1 0 0,0 0-1 0 0,0 1 1 0 0,0-1-1 0 0,0 0 0 0 0,0 0 1 0 0,0 0-1 0 0,0 0 1 0 0,-1 0-1 0 0,1 0 1 0 0,0 0-1 0 0,0 0 0 0 0,-1 0 1 0 0,1-2-1 0 0,4-6-161 0 0,-1-1 0 0 0,-1 1 1 0 0,1-1-1 0 0,2-19 0 0 0,0 7 260 0 0,9-32-66 0 0,-3 12 296 0 0,1-1 0 0 0,24-48 0 0 0,-37 89-194 0 0,1 0 1 0 0,1 0 0 0 0,-1 0-1 0 0,0 0 1 0 0,0 0 0 0 0,1 0-1 0 0,-1 1 1 0 0,1-1 0 0 0,-1 1-1 0 0,4-3 1 0 0,-5 3-49 0 0,1 1 0 0 0,0 0 0 0 0,-1-1 0 0 0,1 1 0 0 0,-1 0 0 0 0,1 0 1 0 0,0 0-1 0 0,-1 0 0 0 0,1 0 0 0 0,0-1 0 0 0,-1 1 0 0 0,1 0 0 0 0,-1 0 0 0 0,1 0 0 0 0,0 1 0 0 0,-1-1 0 0 0,1 0 0 0 0,0 0 0 0 0,-1 0 0 0 0,1 0 0 0 0,-1 1 0 0 0,1-1 1 0 0,0 0-1 0 0,0 1 0 0 0,1 1 30 0 0,1 0 0 0 0,-1 1 0 0 0,0-1 1 0 0,0 1-1 0 0,0-1 0 0 0,-1 1 0 0 0,1 0 1 0 0,-1 0-1 0 0,1-1 0 0 0,-1 1 0 0 0,0 0 1 0 0,1 6-1 0 0,9 32 216 0 0,5 48 0 0 0,-11-56-466 0 0,1 0 1 0 0,2 1 0 0 0,12 32 0 0 0,3-7-1495 0 0,-15-42 388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26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1 499 6625 0 0,'3'-1'252'0'0,"1"1"0"0"0,-1-1 0 0 0,0 0 1 0 0,1 0-1 0 0,-1 0 0 0 0,0-1 0 0 0,0 1 0 0 0,0-1 0 0 0,0 1 0 0 0,0-1 0 0 0,0 0 0 0 0,3-3 0 0 0,34-33 3902 0 0,-32 30-3383 0 0,-3 4-518 0 0,0-1 0 0 0,-1 0-1 0 0,1 0 1 0 0,-1 0 0 0 0,-1 0-1 0 0,1-1 1 0 0,-1 1 0 0 0,0-1 0 0 0,0 0-1 0 0,0 0 1 0 0,-1 0 0 0 0,0 0 0 0 0,0-1-1 0 0,-1 1 1 0 0,1 0 0 0 0,-1-1-1 0 0,-1 1 1 0 0,1-1 0 0 0,-1 1 0 0 0,-1-1-1 0 0,1 0 1 0 0,-1 1 0 0 0,-1-7-1 0 0,-2 0-113 0 0,-6-21 284 0 0,-8-48 0 0 0,16 73-361 0 0,1-1 1 0 0,0 1-1 0 0,1-1 0 0 0,0 1 1 0 0,1-1-1 0 0,0 1 0 0 0,0-1 0 0 0,1 1 1 0 0,0-1-1 0 0,4-10 0 0 0,-5 18-59 0 0,0 0 0 0 0,0-1 0 0 0,0 1-1 0 0,0 0 1 0 0,0 0 0 0 0,0 0 0 0 0,1 0 0 0 0,-1 0-1 0 0,1 0 1 0 0,-1 0 0 0 0,1 0 0 0 0,0 1 0 0 0,-1-1-1 0 0,1 1 1 0 0,0-1 0 0 0,0 1 0 0 0,0 0 0 0 0,0 0-1 0 0,1-1 1 0 0,-1 1 0 0 0,0 1 0 0 0,0-1 0 0 0,1 0-1 0 0,-1 1 1 0 0,0-1 0 0 0,1 1 0 0 0,-1-1 0 0 0,1 1-1 0 0,-1 0 1 0 0,1 0 0 0 0,-1 1 0 0 0,0-1 0 0 0,1 0 0 0 0,-1 1-1 0 0,1-1 1 0 0,-1 1 0 0 0,0 0 0 0 0,3 1 0 0 0,2 1 4 0 0,0 1 1 0 0,0-1 0 0 0,-1 1 0 0 0,0 1-1 0 0,0-1 1 0 0,0 1 0 0 0,0 0 0 0 0,-1 0 0 0 0,0 1-1 0 0,0 0 1 0 0,5 7 0 0 0,5 14-16 0 0,0 1 1 0 0,-2 0-1 0 0,-2 1 1 0 0,11 38-1 0 0,22 52 38 0 0,-43-116 13 0 0,-1-1 0 0 0,1 0-1 0 0,1 1 1 0 0,-1-1 0 0 0,0 0 0 0 0,1 1 0 0 0,-1-1 0 0 0,1 0 0 0 0,-1 0 0 0 0,1 0-1 0 0,0 0 1 0 0,0-1 0 0 0,0 1 0 0 0,0 0 0 0 0,0-1 0 0 0,1 0 0 0 0,-1 1-1 0 0,0-1 1 0 0,1 0 0 0 0,-1 0 0 0 0,5 1 0 0 0,-4-2 12 0 0,0 0 0 0 0,0 0-1 0 0,1-1 1 0 0,-1 0 0 0 0,0 1 0 0 0,0-1 0 0 0,0 0-1 0 0,0 0 1 0 0,-1 0 0 0 0,1-1 0 0 0,0 1 0 0 0,0-1-1 0 0,-1 0 1 0 0,1 1 0 0 0,-1-1 0 0 0,1 0 0 0 0,-1-1-1 0 0,2-1 1 0 0,25-26 194 0 0,29-40 0 0 0,8-9-832 0 0,-34 46 84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28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50 5985 0 0,'0'-2'430'0'0,"0"-1"0"0"0,0 0-1 0 0,-1 0 1 0 0,1 0 0 0 0,-1 1 0 0 0,0-1-1 0 0,0 0 1 0 0,0 1 0 0 0,0-1-1 0 0,0 1 1 0 0,-17-18 7911 0 0,20 39-5524 0 0,17 91-2257 0 0,-6 0 0 0 0,1 122 0 0 0,-1 0-868 0 0,-10-200-1477 0 0,1-1-5941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30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13 577 5529 0 0,'-13'-6'10690'0'0,"72"14"-9834"0"0,-31-3-175 0 0,1-1 0 0 0,40-1 0 0 0,-61-3-604 0 0,-1 0 0 0 0,1-1-1 0 0,0 0 1 0 0,-1 0 0 0 0,1-1 0 0 0,-1 0 0 0 0,1-1 0 0 0,-1 1-1 0 0,0-1 1 0 0,0-1 0 0 0,0 1 0 0 0,-1-1 0 0 0,13-9 0 0 0,-17 10-115 0 0,0 1 0 0 0,0-1 1 0 0,-1 1-1 0 0,1-1 1 0 0,-1 1-1 0 0,0-1 0 0 0,1 0 1 0 0,-1 0-1 0 0,0 1 0 0 0,-1-1 1 0 0,1 0-1 0 0,0 0 1 0 0,-1 0-1 0 0,0 0 0 0 0,0 0 1 0 0,0 0-1 0 0,0 0 0 0 0,-1-6 1 0 0,-1-7-599 0 0,0 1 0 0 0,-7-19 0 0 0,8 28 443 0 0,-3-9-287 0 0,-6-19-219 0 0,2 0 1 0 0,-6-50-1 0 0,14 72 910 0 0,-1-1 0 0 0,2 0 1 0 0,-1 1-1 0 0,2-1 0 0 0,0 1 0 0 0,0-1 0 0 0,1 1 0 0 0,1 0 1 0 0,0 0-1 0 0,7-16 0 0 0,-6 19 43 0 0,0-1 0 0 0,0 1 1 0 0,1 0-1 0 0,0 1 0 0 0,1-1 0 0 0,-1 1 0 0 0,2 1 0 0 0,9-10 1 0 0,-14 15-216 0 0,-1 0 1 0 0,0 1-1 0 0,1-1 1 0 0,-1 1-1 0 0,1 0 1 0 0,-1-1-1 0 0,1 1 1 0 0,0 0-1 0 0,-1 0 1 0 0,1 1-1 0 0,0-1 1 0 0,0 1 0 0 0,-1-1-1 0 0,1 1 1 0 0,0 0-1 0 0,0 0 1 0 0,0 0-1 0 0,0 0 1 0 0,0 1-1 0 0,-1-1 1 0 0,1 1-1 0 0,0 0 1 0 0,0-1 0 0 0,-1 1-1 0 0,1 0 1 0 0,0 1-1 0 0,-1-1 1 0 0,1 0-1 0 0,-1 1 1 0 0,0 0-1 0 0,1-1 1 0 0,-1 1-1 0 0,0 0 1 0 0,4 4-1 0 0,1 3-26 0 0,-1-1-1 0 0,1 1 1 0 0,-1 0-1 0 0,-1 0 1 0 0,1 1-1 0 0,-2 0 1 0 0,1 0-1 0 0,-2 0 0 0 0,5 13 1 0 0,1 17-84 0 0,6 42 1 0 0,-14-73 68 0 0,5 39-12 0 0,-3-18 22 0 0,8 33-1 0 0,-9-56 163 0 0,0 1-1 0 0,0 0 1 0 0,1-1-1 0 0,0 0 1 0 0,1 0-1 0 0,-1 0 1 0 0,1 0-1 0 0,1 0 1 0 0,5 7-1 0 0,-9-12-136 0 0,1-1 0 0 0,-1 1 0 0 0,0-1 0 0 0,1 1 0 0 0,-1-1 0 0 0,1 0 0 0 0,0 1 0 0 0,-1-1 0 0 0,1 0 0 0 0,0 0 0 0 0,2 1 0 0 0,-3-2-11 0 0,0 0 1 0 0,1 0 0 0 0,-1-1-1 0 0,1 1 1 0 0,-1 0-1 0 0,0 0 1 0 0,1-1 0 0 0,-1 1-1 0 0,0-1 1 0 0,1 1 0 0 0,-1-1-1 0 0,0 0 1 0 0,0 1-1 0 0,0-1 1 0 0,0 0 0 0 0,1 0-1 0 0,0-2 1 0 0,23-18 97 0 0,-2-1 0 0 0,27-33-1 0 0,-1 2-2040 0 0,-19 23-5871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31.2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23 247 5545 0 0,'0'0'430'0'0,"-1"0"-273"0"0,1 0-98 0 0,-2-2-10 0 0,0 0 1 0 0,1 0-1 0 0,0 0 1 0 0,0-1 0 0 0,-1 1-1 0 0,1 0 1 0 0,0-1-1 0 0,1 1 1 0 0,-1-1-1 0 0,0 1 1 0 0,1-1 0 0 0,0 1-1 0 0,-1-1 1 0 0,1-4-1 0 0,4-47 700 0 0,-1 3 581 0 0,-10 12 992 0 0,2 8 1673 0 0,2 0 4192 0 0,12 57-6763 0 0,12 47-1281 0 0,-4 0-1 0 0,13 129 0 0 0,-10 154-175 0 0,-12-158-153 0 0,1-107 106 0 0,-8-81-321 0 0,2 1 0 0 0,-1-1 0 0 0,2 1-1 0 0,-1-1 1 0 0,1 0 0 0 0,8 14 0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32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0 605 10138 0 0,'7'1'1460'0'0,"0"-1"0"0"0,0 1 0 0 0,0 1 1 0 0,0-1-1 0 0,8 3 0 0 0,34 16 1269 0 0,-35-14-2405 0 0,0 0 0 0 0,0-1 1 0 0,29 6-1 0 0,-42-11-314 0 0,1 0 0 0 0,-1 0-1 0 0,1 0 1 0 0,-1 0 0 0 0,1 0 0 0 0,-1-1 0 0 0,1 1 0 0 0,-1 0 0 0 0,1-1-1 0 0,-1 0 1 0 0,0 1 0 0 0,1-1 0 0 0,-1 0 0 0 0,0 1 0 0 0,1-1 0 0 0,-1 0-1 0 0,0 0 1 0 0,1-1 0 0 0,-1 1-1 0 0,1-1 0 0 0,-1 1 0 0 0,0 1 0 0 0,0-1 0 0 0,1 0 0 0 0,-1 0 0 0 0,1 0-1 0 0,-1 1 1 0 0,1-1 0 0 0,-1 1 0 0 0,1-1 0 0 0,-1 1 0 0 0,4-1 0 0 0,-4 1-11 0 0,0 0-1 0 0,0 1 1 0 0,0-1 0 0 0,0 0 0 0 0,-1 0 0 0 0,1 1-1 0 0,0-1 1 0 0,0 1 0 0 0,0-1 0 0 0,0 1-1 0 0,0-1 1 0 0,-1 1 0 0 0,1-1 0 0 0,0 1-1 0 0,-1 0 1 0 0,1-1 0 0 0,1 3 0 0 0,9 6-22 0 0,-11-9 28 0 0,1 1 1 0 0,-1-1-1 0 0,0 1 1 0 0,1-1-1 0 0,-1 1 1 0 0,0-1-1 0 0,1 1 0 0 0,-1-1 1 0 0,1 1-1 0 0,-1-1 1 0 0,1 0-1 0 0,-1 1 1 0 0,1-1-1 0 0,-1 0 0 0 0,1 0 1 0 0,-1 1-1 0 0,1-1 1 0 0,-1 0-1 0 0,1 0 1 0 0,-1 0-1 0 0,1 0 0 0 0,0 1 1 0 0,-1-1-1 0 0,1 0 1 0 0,-1 0-1 0 0,1 0 1 0 0,1-1-1 0 0,1-4-3 0 0,0 0 0 0 0,-1 0-1 0 0,1-1 1 0 0,-1 0 0 0 0,0 1 0 0 0,0-1 0 0 0,-1 0-1 0 0,0 0 1 0 0,0 0 0 0 0,0 0 0 0 0,0 0 0 0 0,-1 0-1 0 0,0 0 1 0 0,-2-8 0 0 0,-6-102 63 0 0,2 61-42 0 0,3 0-1 0 0,4-57 1 0 0,0 96-17 0 0,1 0 0 0 0,1 0 1 0 0,0-1-1 0 0,1 2 0 0 0,1-1 0 0 0,0 0 1 0 0,1 1-1 0 0,1 0 0 0 0,0 1 0 0 0,1-1 1 0 0,13-16-1 0 0,-20 29-2 0 0,1 0 0 0 0,0-1 0 0 0,-1 1 0 0 0,1 0 0 0 0,0 0 0 0 0,1 0 0 0 0,-1 0 0 0 0,0 0-1 0 0,1 0 1 0 0,-1 0 0 0 0,1 1 0 0 0,-1-1 0 0 0,1 1 0 0 0,0 0 0 0 0,-1 0 0 0 0,1 0 0 0 0,0 0 0 0 0,0 1 0 0 0,0-1 0 0 0,0 1 0 0 0,0-1 0 0 0,-1 1 0 0 0,1 0 0 0 0,0 0 0 0 0,0 0-1 0 0,0 1 1 0 0,3 0 0 0 0,-1 0 4 0 0,-1 1 0 0 0,0 0 1 0 0,0 1-1 0 0,0-1 0 0 0,0 1 0 0 0,0-1 0 0 0,-1 1 0 0 0,1 0 0 0 0,-1 1 0 0 0,0-1 0 0 0,0 1 0 0 0,0-1 0 0 0,0 1 0 0 0,-1 0 1 0 0,1 0-1 0 0,2 6 0 0 0,4 14-9 0 0,0 1 1 0 0,-2-1 0 0 0,-1 1-1 0 0,0 1 1 0 0,-2-1 0 0 0,-1 1-1 0 0,-1 26 1 0 0,11 70-79 0 0,-10-106 89 0 0,0 0 1 0 0,2-1-1 0 0,0 1 0 0 0,0-1 1 0 0,12 21-1 0 0,-16-33 9 0 0,0-1 1 0 0,1 0-1 0 0,-1 1 0 0 0,1-1 0 0 0,-1 0 1 0 0,1 0-1 0 0,0 0 0 0 0,0 0 0 0 0,0 0 1 0 0,0-1-1 0 0,0 1 0 0 0,0 0 0 0 0,0-1 1 0 0,0 0-1 0 0,1 1 0 0 0,-1-1 0 0 0,1 0 1 0 0,-1 0-1 0 0,1-1 0 0 0,-1 1 0 0 0,1 0 1 0 0,0-1-1 0 0,-1 1 0 0 0,1-1 0 0 0,0 0 1 0 0,-1 0-1 0 0,1 0 0 0 0,0 0 0 0 0,-1-1 1 0 0,1 1-1 0 0,-1-1 0 0 0,1 0 0 0 0,0 1 1 0 0,-1-1-1 0 0,1 0 0 0 0,-1 0 1 0 0,0-1-1 0 0,5-2 0 0 0,8-5 4 0 0,-1 0 0 0 0,0-2 1 0 0,0 0-1 0 0,19-21 0 0 0,-27 27-65 0 0,28-29-148 0 0,4-3-1115 0 0,61-48 0 0 0,-85 75 1089 0 0,0 1 1 0 0,0 0 0 0 0,1 1 0 0 0,-1 1 0 0 0,2 0 0 0 0,-1 1 0 0 0,1 1-1 0 0,32-7 1 0 0,-26 9 216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47.422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139 273 3225 0 0,'-31'6'1812'0'0,"-1"-2"0"0"0,-43 1 0 0 0,87-6-1358 0 0,-1 0 1 0 0,1-1 0 0 0,-1-1 0 0 0,13-4 0 0 0,16-4-484 0 0,653-142 3779 0 0,-479 121-2656 0 0,-14 2 160 0 0,-72 10-917 0 0,233-7 0 0 0,-311 28-346 0 0,0 2 0 0 0,50 11 1 0 0,63 3-722 0 0,-101-15 323 0 0,2-2 639 0 0,1 4 1 0 0,115 20-1 0 0,-120-13-248 0 0,1-3 0 0 0,0-2 0 0 0,72-4 0 0 0,-129-3-139 0 0,0 0 0 0 0,-1-1 1 0 0,1 1-1 0 0,0-1 1 0 0,-1 0-1 0 0,0 0 0 0 0,1-1 1 0 0,-1 1-1 0 0,0 0 1 0 0,0-1-1 0 0,0 0 1 0 0,4-5-1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37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193 341 6913 0 0,'-49'-2'763'0'0,"33"1"-253"0"0,0 0 1 0 0,0 1 0 0 0,0 0-1 0 0,0 1 1 0 0,-27 6 0 0 0,42-7-384 0 0,0 1 0 0 0,0-1 1 0 0,0 0-1 0 0,0 0 0 0 0,0 0 1 0 0,0 1-1 0 0,0-1 1 0 0,0 1-1 0 0,0-1 0 0 0,0 1 1 0 0,0-1-1 0 0,0 1 0 0 0,1-1 1 0 0,-1 1-1 0 0,0 0 0 0 0,0-1 1 0 0,1 1-1 0 0,-1 0 1 0 0,0 0-1 0 0,1 0 0 0 0,-1-1 1 0 0,0 3-1 0 0,1-2-50 0 0,0-1-1 0 0,1 1 1 0 0,-1 0 0 0 0,0 0 0 0 0,1-1-1 0 0,-1 1 1 0 0,0 0 0 0 0,1-1 0 0 0,-1 1-1 0 0,1-1 1 0 0,0 1 0 0 0,-1 0 0 0 0,1-1-1 0 0,-1 1 1 0 0,1-1 0 0 0,0 1 0 0 0,-1-1-1 0 0,1 0 1 0 0,0 1 0 0 0,0-1 0 0 0,0 1-1 0 0,8 3 142 0 0,0-1 1 0 0,1 0-1 0 0,13 3 0 0 0,106 15 462 0 0,2-5 0 0 0,0-6 0 0 0,203-10-1 0 0,75-27 234 0 0,-74 0-537 0 0,-86 4-116 0 0,-56 9 11 0 0,181-11 213 0 0,212-34-133 0 0,-522 50-342 0 0,204-28 34 0 0,171-21 50 0 0,-354 49-93 0 0,624-63 34 0 0,3 36-4 0 0,411 48 259 0 0,-184 1-53 0 0,-846-13-241 0 0,603-15 213 0 0,-676 13-364 0 0,-1 0 0 0 0,0-2-1 0 0,28-7 1 0 0,-4-6-6123 0 0,-19 5-452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38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5529 0 0,'4'0'488'0'0,"1"0"-392"0"0,-1 0-96 0 0,0 0 0 0 0,0-2-344 0 0,1 2-88 0 0,5 0-16 0 0,5 0-8 0 0,1 2 352 0 0,0-2 104 0 0,-2 1 0 0 0,-4-1 0 0 0,-3 0-80 0 0,-1 0 80 0 0,-5 0 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39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1549 1 10138 0 0,'0'0'1617'0'0,"1"23"959"0"0,23 114-1882 0 0,43 318 2821 0 0,-61-391-3459 0 0,-3 0-1 0 0,-3 1 1 0 0,-10 75 0 0 0,3-94-2 0 0,-1-1 0 0 0,-3 0 1 0 0,-1-1-1 0 0,-3-1 0 0 0,-25 54 0 0 0,21-59 292 0 0,-2-1-1 0 0,-1 0 1 0 0,-2-2 0 0 0,-39 44-1 0 0,21-33 86 0 0,-3-2 0 0 0,-66 51 0 0 0,23-27-80 0 0,-2-4 1 0 0,-3-4-1 0 0,-144 69 0 0 0,-93 34-51 0 0,94-45-589 0 0,235-118 260 0 0,-22 11-823 0 0,0 1-1 0 0,-31 22 0 0 0,29-14-6714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1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0,'21'71'2250'0'0,"-17"-45"-1721"0"0,-1 4-162 0 0,2-1 1 0 0,15 50-1 0 0,-16-69-328 0 0,0 0 0 0 0,0-1-1 0 0,1 0 1 0 0,0 0 0 0 0,1 0-1 0 0,0 0 1 0 0,0-1 0 0 0,1 0-1 0 0,0-1 1 0 0,0 1 0 0 0,14 10-1 0 0,9 2 519 0 0,1-1-1 0 0,38 18 1 0 0,-33-19 572 0 0,42 28 1 0 0,-77-45-1040 0 0,1 0-1 0 0,-1 0 1 0 0,0 0-1 0 0,0-1 1 0 0,0 1-1 0 0,0 0 1 0 0,0 0-1 0 0,0 0 1 0 0,0 1-1 0 0,0-1 1 0 0,0 0-1 0 0,0 0 1 0 0,0 0-1 0 0,-1 1 1 0 0,1-1-1 0 0,0 0 1 0 0,-1 1-1 0 0,1-1 1 0 0,-1 1-1 0 0,0-1 1 0 0,1 0-1 0 0,-1 1 1 0 0,0-1-1 0 0,0 1 1 0 0,0-1-1 0 0,0 1 1 0 0,0-1-1 0 0,0 1 1 0 0,-1 1-1 0 0,-1 2 174 0 0,0 0 0 0 0,-1 0 1 0 0,0 0-1 0 0,0-1 0 0 0,0 1 0 0 0,-6 6 0 0 0,4-5-53 0 0,0 0 0 0 0,1 0 0 0 0,0 1 0 0 0,-5 8 0 0 0,9-13-186 0 0,-1 0 0 0 0,0-1 0 0 0,1 1 0 0 0,-1 0 0 0 0,1 0 1 0 0,0 0-1 0 0,-1 0 0 0 0,1-1 0 0 0,0 1 0 0 0,0 0 0 0 0,1 0 0 0 0,-1 0 0 0 0,0 0 0 0 0,0 0 0 0 0,1-1 0 0 0,-1 1 0 0 0,1 0 1 0 0,0 0-1 0 0,-1-1 0 0 0,1 1 0 0 0,2 3 0 0 0,-2-4-91 0 0,0 1 0 0 0,1-1 1 0 0,-1 0-1 0 0,0 1 0 0 0,1-1 1 0 0,-1 0-1 0 0,1 0 0 0 0,-1 0 1 0 0,1 0-1 0 0,0 0 0 0 0,-1-1 0 0 0,1 1 1 0 0,3 1-1 0 0,-5-2 51 0 0,0 0-1 0 0,1 0 1 0 0,-1 0-1 0 0,1 0 0 0 0,-1 0 1 0 0,1 0-1 0 0,-1 0 1 0 0,1 0-1 0 0,-1 0 1 0 0,1 0-1 0 0,-1 0 1 0 0,1-1-1 0 0,-1 1 1 0 0,1 0-1 0 0,-1 0 1 0 0,1 0-1 0 0,-1-1 1 0 0,0 1-1 0 0,1 0 1 0 0,-1 0-1 0 0,1-1 1 0 0,-1 1-1 0 0,0 0 1 0 0,1-1-1 0 0,-1 1 1 0 0,0 0-1 0 0,1-1 1 0 0,-1 1-1 0 0,0-1 1 0 0,0 1-1 0 0,1 0 1 0 0,-1-1-1 0 0,0 1 1 0 0,0-1-1 0 0,0 1 1 0 0,0-1-1 0 0,1 1 1 0 0,-1-1-1 0 0,0 1 1 0 0,0-1-1 0 0,0 1 1 0 0,0-1-1 0 0,0 1 1 0 0,0-1-1 0 0,0 1 1 0 0,-1-1-1 0 0,1 1 1 0 0,0-1-1 0 0,0 1 1 0 0,0-1-1 0 0,0 1 1 0 0,-1 0-1 0 0,1-1 1 0 0,-1 0-1 0 0,1 0-38 0 0,0-1-1 0 0,-1 1 0 0 0,1-1 1 0 0,-1 1-1 0 0,1-1 1 0 0,-1 1-1 0 0,0 0 0 0 0,1-1 1 0 0,-1 1-1 0 0,0 0 0 0 0,0-1 1 0 0,0 1-1 0 0,0 0 1 0 0,0 0-1 0 0,0 0 0 0 0,0 0 1 0 0,-1 0-1 0 0,1 0 1 0 0,0 0-1 0 0,0 1 0 0 0,-3-2 1 0 0,1 1-211 0 0,0 0 0 0 0,0 0 0 0 0,-1 1 1 0 0,1-1-1 0 0,0 1 0 0 0,-1-1 0 0 0,1 1 0 0 0,-1 0 0 0 0,-3 1 1 0 0,-5 1-445 0 0,0 0 0 0 0,1 1 0 0 0,0 0 0 0 0,-17 7 0 0 0,-108 52 3273 0 0,121-56-2656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1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296 19 10594 0 0,'-33'-2'1160'0'0,"-36"-6"0"0"0,47 5-466 0 0,-1 0 1 0 0,0 1 0 0 0,1 2 0 0 0,-42 3 0 0 0,43 2-1793 0 0,2 5-4390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0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70 5985 0 0,'-13'-25'1561'0'0,"11"20"-1046"0"0,1 1-1 0 0,-1 0 1 0 0,-1 0 0 0 0,1 0 0 0 0,-1 0 0 0 0,1 0 0 0 0,-1 0 0 0 0,0 1 0 0 0,-5-6 0 0 0,6 13-68 0 0,1-1 1 0 0,-1 0 0 0 0,1 0-1 0 0,0 1 1 0 0,1-1 0 0 0,-1 1-1 0 0,0-1 1 0 0,1 5 0 0 0,-4 54-28 0 0,2 1 0 0 0,3 0 1 0 0,11 70-1 0 0,42 186-322 0 0,-48-289-29 0 0,22 111 121 0 0,6-2 0 0 0,54 142-1 0 0,-70-239-29 0 0,1 0 0 0 0,2-1 0 0 0,2-1 0 0 0,2-1 0 0 0,1-1-1 0 0,52 57 1 0 0,-55-70-37 0 0,2-1 1 0 0,1-2-1 0 0,0 0 0 0 0,2-2 0 0 0,0-1 1 0 0,1-1-1 0 0,1-1 0 0 0,1-2 0 0 0,53 19 1 0 0,-25-18 44 0 0,1-2 0 0 0,0-2 1 0 0,102 5-1 0 0,185-14 368 0 0,-173-13-258 0 0,238-45-1 0 0,-381 50-622 0 0,-5-1-90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2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5 7370 0 0,'-5'-4'7681'0'0,"27"53"-6863"0"0,-3 0 0 0 0,-2 2-1 0 0,11 60 1 0 0,20 165 1993 0 0,-45-260-2866 0 0,-2-4-196 0 0,0 0 0 0 0,1 0 1 0 0,0 0-1 0 0,1-1 1 0 0,1 1-1 0 0,0 0 1 0 0,0-1-1 0 0,1 0 1 0 0,12 20-1 0 0,-5-23-3216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2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3 134 5065 0 0,'-1'-2'134'0'0,"1"0"1"0"0,-1 0-1 0 0,1 0 0 0 0,-1 0 0 0 0,1 0 0 0 0,0 0 1 0 0,0 0-1 0 0,0 0 0 0 0,0 1 0 0 0,0-1 0 0 0,1 0 1 0 0,-1 0-1 0 0,1 0 0 0 0,-1 0 0 0 0,1 0 1 0 0,0 0-1 0 0,-1 0 0 0 0,1 0 0 0 0,0 1 0 0 0,0-1 1 0 0,0 0-1 0 0,3-2 0 0 0,0-3 327 0 0,1 1-1 0 0,0 0 0 0 0,0 0 1 0 0,10-8-1 0 0,-7 8-192 0 0,0 0 0 0 0,0 1 1 0 0,1 0-1 0 0,0 1 0 0 0,0 0 0 0 0,0 0 0 0 0,1 1 0 0 0,-1 0 0 0 0,1 1 0 0 0,0 0 0 0 0,0 0 1 0 0,-1 1-1 0 0,1 0 0 0 0,0 1 0 0 0,0 0 0 0 0,0 1 0 0 0,0 0 0 0 0,0 0 0 0 0,0 1 1 0 0,-1 0-1 0 0,1 1 0 0 0,10 4 0 0 0,-7-2-231 0 0,1 1 1 0 0,-2 0-1 0 0,1 1 1 0 0,-1 1-1 0 0,1 0 1 0 0,-2 0 0 0 0,0 1-1 0 0,0 1 1 0 0,0 0-1 0 0,-1 0 1 0 0,-1 1-1 0 0,0 0 1 0 0,0 1-1 0 0,11 20 1 0 0,-14-20 42 0 0,0 0 1 0 0,-1 0 0 0 0,0 0-1 0 0,-1 1 1 0 0,0 0-1 0 0,-1-1 1 0 0,0 1 0 0 0,-1 0-1 0 0,-1 1 1 0 0,0-1 0 0 0,-1 0-1 0 0,0 0 1 0 0,-1 0-1 0 0,-1 1 1 0 0,0-1 0 0 0,0 0-1 0 0,-2-1 1 0 0,1 1 0 0 0,-2 0-1 0 0,1-1 1 0 0,-8 13-1 0 0,2-7 274 0 0,0-1 0 0 0,-1-1 0 0 0,-1 0 0 0 0,-1 0 0 0 0,-23 22 0 0 0,23-27-727 0 0,0 0 0 0 0,-1 0 0 0 0,-28 15-1 0 0,23-17-6643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4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17 727 8754 0 0,'-12'5'1512'0'0,"12"-5"-1491"0"0,-1 0-1 0 0,1 0 1 0 0,0 0-1 0 0,0 1 0 0 0,0-1 1 0 0,-1 0-1 0 0,1 0 1 0 0,0 0-1 0 0,0 0 0 0 0,0 0 1 0 0,-1 0-1 0 0,1 0 1 0 0,0 1-1 0 0,0-1 1 0 0,0 0-1 0 0,0 0 0 0 0,-1 0 1 0 0,1 0-1 0 0,0 1 1 0 0,0-1-1 0 0,0 0 0 0 0,0 0 1 0 0,0 0-1 0 0,0 1 1 0 0,0-1-1 0 0,0 0 0 0 0,-1 0 1 0 0,1 0-1 0 0,0 1 1 0 0,0-1-1 0 0,0 0 0 0 0,0 0 1 0 0,0 1-1 0 0,0-1 1 0 0,0 0-1 0 0,0 0 0 0 0,0 0 1 0 0,1 1-1 0 0,-1-1 1 0 0,0 0-1 0 0,0 0 0 0 0,0 1 1 0 0,0-1-1 0 0,0 0 1 0 0,0 0-1 0 0,0 0 0 0 0,0 0 1 0 0,1 1-1 0 0,-1-1 1 0 0,0 0-1 0 0,0 0 0 0 0,0 0 1 0 0,0 0-1 0 0,0 1 1 0 0,1-1-1 0 0,-1 0 1 0 0,0 0-1 0 0,0 0 0 0 0,0 0 1 0 0,1 0-1 0 0,-1 0 1 0 0,0 0-1 0 0,0 0 0 0 0,1 0 1 0 0,-1 1-1 0 0,17 5 154 0 0,1 0-1 0 0,-1-1 0 0 0,1-1 1 0 0,0 0-1 0 0,0-1 1 0 0,29 0-1 0 0,122-6 991 0 0,-78-1-768 0 0,707-33 684 0 0,-511 10-1080 0 0,213-14 0 0 0,-337 29 96 0 0,167-2 240 0 0,154-2 186 0 0,-351 8-398 0 0,738-90-261 0 0,-561 55 59 0 0,204-16-233 0 0,38 8 936 0 0,-410 36-381 0 0,216-31 216 0 0,211-45 68 0 0,-212 46 114 0 0,-55 9 331 0 0,375-40 733 0 0,-665 75-1736 0 0,74-7-1053 0 0,-80 7 976 0 0,1 0-1 0 0,-1 0 1 0 0,-1-1 0 0 0,1 0-1 0 0,0 0 1 0 0,0 0 0 0 0,-1-1-1 0 0,1 0 1 0 0,-1 0 0 0 0,0-1-1 0 0,6-4 1 0 0,-2-2-725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2761 0 0,'1'1'144'0'0,"0"-1"1"0"0,0 0-1 0 0,-1 1 1 0 0,1-1 0 0 0,0 1-1 0 0,-1-1 1 0 0,1 1-1 0 0,0 0 1 0 0,-1-1 0 0 0,1 1-1 0 0,0 0 1 0 0,-1-1-1 0 0,1 1 1 0 0,-1 0 0 0 0,0 0-1 0 0,1-1 1 0 0,-1 1-1 0 0,1 0 1 0 0,-1 0 0 0 0,0 0-1 0 0,0 0 1 0 0,1 0-1 0 0,-1 1 1 0 0,4 21 3234 0 0,2 86 1008 0 0,-7 56-2183 0 0,0-10-1127 0 0,58 463-851 0 0,-2-60-233 0 0,-57 179 820 0 0,-1-26-79 0 0,43 257-674 0 0,-23-689-146 0 0,0 225 1182 0 0,-18-470-1237 0 0,-10 47 1 0 0,-10-6-4082 0 0,15-57-1587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 6449 0 0,'-1'4'247'0'0,"-1"0"-1"0"0,1 0 1 0 0,-1 1-1 0 0,1-1 1 0 0,0 1-1 0 0,0 8 1 0 0,-1 0 82 0 0,-10 54 1724 0 0,-5 120 0 0 0,16 70-49 0 0,59 413-683 0 0,-45-557-1265 0 0,56 378-103 0 0,11 97-38 0 0,-23-104 245 0 0,-13 29 230 0 0,-26-244 221 0 0,-15-235-419 0 0,43 631 1984 0 0,-26-439-1288 0 0,0-2-79 0 0,-18-121-455 0 0,7 90-295 0 0,-3-154-2052 0 0,-1-14-2840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6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351 0 3225 0 0,'-36'9'3022'0'0,"9"-3"-1279"0"0,-21 9-511 0 0,23-5 342 0 0,-1-2 0 0 0,0-1 0 0 0,0-1 0 0 0,-1-1-1 0 0,0-1 1 0 0,-37 0 0 0 0,45-4-1809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5:47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6913 0 0,'-13'40'5084'0'0,"13"-39"-5025"0"0,0 0 0 0 0,0 0 0 0 0,0 0 0 0 0,1 0-1 0 0,-1 0 1 0 0,1 0 0 0 0,-1 0 0 0 0,0 0 0 0 0,1 0 0 0 0,0 0 0 0 0,-1 0-1 0 0,1 0 1 0 0,-1 0 0 0 0,1-1 0 0 0,0 1 0 0 0,0 0 0 0 0,-1 0-1 0 0,1-1 1 0 0,0 1 0 0 0,1 0 0 0 0,13 6-4485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4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46 4145 0 0,'2'-11'-784'0'0,"2"-23"14767"0"0,-12 53-13155 0 0,-3 18-278 0 0,1 1 1 0 0,-8 67-1 0 0,1-8-298 0 0,-31 93 101 0 0,23-98-1319 0 0,-15 108 0 0 0,38-173-4683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4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148 184 3225 0 0,'-18'9'464'0'0,"0"1"0"0"0,0 0 1 0 0,0 1-1 0 0,2 1 0 0 0,-1 0 0 0 0,-25 27 1 0 0,47-46 117 0 0,1 0 0 0 0,-1-1 0 0 0,-1 1 1 0 0,7-13-1 0 0,9-15 588 0 0,-2 10-286 0 0,2 1 0 0 0,0 0 0 0 0,2 2 0 0 0,1 0 0 0 0,0 2 0 0 0,1 0 0 0 0,29-17 0 0 0,-51 36-781 0 0,-1 0 0 0 0,1 0 0 0 0,0 0 0 0 0,0 1 1 0 0,0-1-1 0 0,0 0 0 0 0,0 1 0 0 0,0-1 0 0 0,0 1 0 0 0,0-1 1 0 0,0 1-1 0 0,0 0 0 0 0,0 0 0 0 0,0 0 0 0 0,0 0 0 0 0,0 0 1 0 0,0 1-1 0 0,0-1 0 0 0,0 0 0 0 0,0 1 0 0 0,0 0 0 0 0,0-1 1 0 0,0 1-1 0 0,0 0 0 0 0,-1 0 0 0 0,1 0 0 0 0,0 0 0 0 0,0 0 0 0 0,-1 1 1 0 0,1-1-1 0 0,-1 1 0 0 0,1-1 0 0 0,-1 1 0 0 0,2 2 0 0 0,5 6-13 0 0,-2 1 0 0 0,1 0-1 0 0,-1 0 1 0 0,7 21 0 0 0,1-2-220 0 0,19 23-1160 0 0,-20-33 227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5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95 4609 0 0,'-1'-4'527'0'0,"0"1"1"0"0,-1 0-1 0 0,0-1 1 0 0,0 1-1 0 0,0 0 0 0 0,0 0 1 0 0,0 0-1 0 0,-1 0 1 0 0,1 0-1 0 0,-1 1 1 0 0,0-1-1 0 0,-19-14 8435 0 0,15-3-8548 0 0,7 19-378 0 0,-1 0 0 0 0,1 0 0 0 0,-1 0 0 0 0,1-1 1 0 0,-1 1-1 0 0,0 0 0 0 0,0 0 0 0 0,1 0 0 0 0,-1 0 1 0 0,0 0-1 0 0,0 0 0 0 0,0 0 0 0 0,0 1 0 0 0,0-1 1 0 0,0 0-1 0 0,0 0 0 0 0,0 1 0 0 0,0-1 0 0 0,-1 1 1 0 0,1-1-1 0 0,0 1 0 0 0,0-1 0 0 0,-1 1 0 0 0,1 0 1 0 0,0-1-1 0 0,0 1 0 0 0,-1 0 0 0 0,1 0 0 0 0,0 0 1 0 0,-1 0-1 0 0,1 0 0 0 0,0 0 0 0 0,-1 1 0 0 0,1-1 1 0 0,0 0-1 0 0,0 1 0 0 0,-1-1 0 0 0,1 1 0 0 0,0-1 1 0 0,0 1-1 0 0,0 0 0 0 0,0-1 0 0 0,-2 2 0 0 0,-2 1-12 0 0,0 1-1 0 0,0-1 0 0 0,1 1 1 0 0,-1 0-1 0 0,1 0 0 0 0,0 1 0 0 0,-5 6 1 0 0,5-4-34 0 0,0 1 0 0 0,1-1 0 0 0,0 1 0 0 0,0 0 0 0 0,1 0 0 0 0,0 0 0 0 0,0 0 0 0 0,1 1 0 0 0,0-1 0 0 0,0 0 0 0 0,1 0 0 0 0,0 1 0 0 0,2 9 0 0 0,1 2-18 0 0,0 0 0 0 0,1 0 0 0 0,1 0 0 0 0,10 23 0 0 0,-12-33-51 0 0,1-1 1 0 0,1 0 0 0 0,0 0 0 0 0,0 0 0 0 0,1 0 0 0 0,0-1-1 0 0,0 0 1 0 0,1 0 0 0 0,0 0 0 0 0,0-1 0 0 0,12 8-1 0 0,-15-12 38 0 0,-1-1 0 0 0,1 1-1 0 0,1-1 1 0 0,-1 0 0 0 0,0-1-1 0 0,0 1 1 0 0,1-1 0 0 0,-1 1-1 0 0,1-2 1 0 0,-1 1-1 0 0,1 0 1 0 0,-1-1 0 0 0,1 0-1 0 0,0 0 1 0 0,-1 0 0 0 0,1 0-1 0 0,-1-1 1 0 0,1 0 0 0 0,0 0-1 0 0,-1 0 1 0 0,0 0-1 0 0,1-1 1 0 0,-1 0 0 0 0,0 0-1 0 0,0 0 1 0 0,0 0 0 0 0,6-5-1 0 0,-3 0-435 0 0,0 1-1 0 0,0-1 1 0 0,-1 0-1 0 0,0 0 0 0 0,-1-1 1 0 0,0 1-1 0 0,0-1 1 0 0,0 0-1 0 0,-1-1 1 0 0,3-9-1 0 0,2-3-886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6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36 920 0 0,'3'-36'20186'0'0,"0"40"-19879"0"0,5 7-225 0 0,-2-1 0 0 0,1 1 0 0 0,-1 0 1 0 0,-1 0-1 0 0,0 1 0 0 0,5 20 0 0 0,-7-20-21 0 0,1 0-1 0 0,1 0 1 0 0,0-1-1 0 0,0 0 1 0 0,1 0-1 0 0,0 0 1 0 0,1 0-1 0 0,10 11 1 0 0,-16-21-74 0 0,0 1 1 0 0,0-1-1 0 0,0 0 1 0 0,0 0-1 0 0,0 0 1 0 0,0 0-1 0 0,0-1 1 0 0,1 1 0 0 0,-1 0-1 0 0,0 0 1 0 0,0-1-1 0 0,1 1 1 0 0,-1-1-1 0 0,1 1 1 0 0,-1-1-1 0 0,0 1 1 0 0,1-1-1 0 0,-1 0 1 0 0,1 0-1 0 0,-1 0 1 0 0,1 0-1 0 0,1 0 1 0 0,-1-1-24 0 0,-1 1 0 0 0,1-1 1 0 0,-1 0-1 0 0,0 0 0 0 0,1 0 0 0 0,-1 0 0 0 0,0 0 1 0 0,0 0-1 0 0,0 0 0 0 0,0 0 0 0 0,0-1 1 0 0,0 1-1 0 0,0 0 0 0 0,0 0 0 0 0,0-1 1 0 0,-1 1-1 0 0,2-2 0 0 0,2-9-175 0 0,0 0-1 0 0,-1 0 1 0 0,0 1-1 0 0,1-15 1 0 0,-4 21 198 0 0,1 1 47 0 0,-1 0-1 0 0,1 1 0 0 0,0-1 1 0 0,1 0-1 0 0,-1 1 0 0 0,0-1 1 0 0,1 0-1 0 0,0 1 0 0 0,0 0 1 0 0,0 0-1 0 0,0-1 0 0 0,6-4 1 0 0,-8 7-14 0 0,1 0 1 0 0,0 1-1 0 0,0-1 0 0 0,-1 1 1 0 0,1-1-1 0 0,0 1 1 0 0,0 0-1 0 0,0-1 0 0 0,-1 1 1 0 0,1 0-1 0 0,0-1 1 0 0,0 1-1 0 0,0 0 0 0 0,0 0 1 0 0,0 0-1 0 0,0 0 1 0 0,0 0-1 0 0,0 0 0 0 0,0 0 1 0 0,-1 0-1 0 0,1 0 1 0 0,1 1-1 0 0,0 0 8 0 0,0 0 0 0 0,0 0 0 0 0,-1 0-1 0 0,1 0 1 0 0,0 0 0 0 0,-1 0 0 0 0,1 1 0 0 0,-1-1 0 0 0,0 1-1 0 0,1-1 1 0 0,-1 1 0 0 0,0 0 0 0 0,0-1 0 0 0,1 3 0 0 0,28 60 445 0 0,-27-53-618 0 0,1-1 1 0 0,0-1 0 0 0,1 1 0 0 0,0-1 0 0 0,0 1-1 0 0,1-2 1 0 0,0 1 0 0 0,1 0 0 0 0,0-1 0 0 0,0-1-1 0 0,11 10 1 0 0,-2-7-1199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6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100 103 3209 0 0,'5'-23'181'0'0,"-2"-21"5157"0"0,-3 42-4916 0 0,0 0-1 0 0,0 1 1 0 0,0-1 0 0 0,0 0-1 0 0,-1 0 1 0 0,1 0 0 0 0,-1 0 0 0 0,0 0-1 0 0,1 0 1 0 0,-1 0 0 0 0,0 1-1 0 0,0-1 1 0 0,-2-2 0 0 0,2 3-257 0 0,0 0 1 0 0,0 0-1 0 0,0 1 1 0 0,0-1-1 0 0,0 1 1 0 0,0-1-1 0 0,0 1 0 0 0,-1-1 1 0 0,1 1-1 0 0,0-1 1 0 0,0 1-1 0 0,0 0 1 0 0,0 0-1 0 0,-1 0 1 0 0,1 0-1 0 0,0 0 0 0 0,0 0 1 0 0,-1 0-1 0 0,1 0 1 0 0,0 0-1 0 0,0 0 1 0 0,0 1-1 0 0,0-1 1 0 0,-2 1-1 0 0,-1 1-42 0 0,0 0 0 0 0,0 1-1 0 0,0-1 1 0 0,1 1 0 0 0,-1-1 0 0 0,1 1-1 0 0,0 0 1 0 0,0 0 0 0 0,0 0 0 0 0,0 1-1 0 0,1-1 1 0 0,-1 1 0 0 0,1 0 0 0 0,0 0-1 0 0,0-1 1 0 0,0 1 0 0 0,0 0 0 0 0,1 1-1 0 0,-2 4 1 0 0,0 1-86 0 0,1 1-1 0 0,0-1 1 0 0,0 0 0 0 0,1 0 0 0 0,0 1-1 0 0,1-1 1 0 0,0 12 0 0 0,0-21-82 0 0,0 0 0 0 0,0 1 0 0 0,0-1 1 0 0,0 1-1 0 0,0-1 0 0 0,1 1 1 0 0,-1-1-1 0 0,0 0 0 0 0,1 1 0 0 0,-1-1 1 0 0,1 1-1 0 0,-1-1 0 0 0,1 0 1 0 0,0 0-1 0 0,0 1 0 0 0,-1-1 0 0 0,1 0 1 0 0,0 0-1 0 0,0 0 0 0 0,0 0 1 0 0,0 0-1 0 0,0 0 0 0 0,0 0 0 0 0,1 0 1 0 0,-1 0-1 0 0,0-1 0 0 0,0 1 1 0 0,1 0-1 0 0,-1-1 0 0 0,0 1 0 0 0,3 0 1 0 0,-1-1-91 0 0,-1-1 0 0 0,0 1 0 0 0,1-1 0 0 0,-1 0 1 0 0,0 1-1 0 0,0-1 0 0 0,1 0 0 0 0,-1 0 0 0 0,0 0 0 0 0,0-1 0 0 0,0 1 1 0 0,0-1-1 0 0,0 1 0 0 0,0-1 0 0 0,-1 1 0 0 0,1-1 0 0 0,0 0 1 0 0,1-3-1 0 0,6-7-278 0 0,-1 0 0 0 0,11-23 0 0 0,-13 21 503 0 0,1 1 0 0 0,13-17 1 0 0,-19 29-20 0 0,-1 1 1 0 0,1-1 0 0 0,0 1 0 0 0,0-1 0 0 0,0 1-1 0 0,-1-1 1 0 0,1 1 0 0 0,0-1 0 0 0,0 1 0 0 0,0 0 0 0 0,0-1-1 0 0,0 1 1 0 0,0 0 0 0 0,0 0 0 0 0,0 0 0 0 0,0 0 0 0 0,0 0-1 0 0,0 0 1 0 0,0 0 0 0 0,0 0 0 0 0,0 0 0 0 0,0 0 0 0 0,0 0-1 0 0,0 1 1 0 0,0-1 0 0 0,-1 0 0 0 0,1 1 0 0 0,0-1-1 0 0,0 1 1 0 0,0-1 0 0 0,0 1 0 0 0,0-1 0 0 0,-1 1 0 0 0,1 0-1 0 0,0-1 1 0 0,-1 1 0 0 0,1 0 0 0 0,0 0 0 0 0,0 1 0 0 0,32 37 901 0 0,-27-31-773 0 0,-3-3-273 0 0,11 12 128 0 0,27 28 0 0 0,-36-41-565 0 0,-1 0 0 0 0,1 0 0 0 0,1 0 0 0 0,-1-1 0 0 0,1 1 0 0 0,-1-1 1 0 0,1-1-1 0 0,0 1 0 0 0,0-1 0 0 0,11 3 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6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81 5529 0 0,'0'-1'234'0'0,"-1"0"0"0"0,1 0-1 0 0,0 0 1 0 0,0 0 0 0 0,-1 1-1 0 0,1-1 1 0 0,0 0 0 0 0,0 0 0 0 0,0 0-1 0 0,0 0 1 0 0,0 0 0 0 0,0 0 0 0 0,0 1-1 0 0,0-1 1 0 0,1 0 0 0 0,-1 0-1 0 0,0 0 1 0 0,0 0 0 0 0,1 1 0 0 0,-1-1-1 0 0,0 0 1 0 0,1 0 0 0 0,-1 0-1 0 0,1 1 1 0 0,-1-1 0 0 0,1 0 0 0 0,0 1-1 0 0,-1-1 1 0 0,1 0 0 0 0,-1 1-1 0 0,1-1 1 0 0,0 1 0 0 0,0-1 0 0 0,-1 1-1 0 0,1-1 1 0 0,0 1 0 0 0,0 0-1 0 0,0-1 1 0 0,-1 1 0 0 0,1 0 0 0 0,0 0-1 0 0,0 0 1 0 0,0-1 0 0 0,1 1-1 0 0,0 0-78 0 0,0 0 0 0 0,0 0 0 0 0,0 0-1 0 0,0 0 1 0 0,0 0 0 0 0,0 0-1 0 0,0 1 1 0 0,0-1 0 0 0,0 1-1 0 0,-1-1 1 0 0,1 1 0 0 0,0 0-1 0 0,0-1 1 0 0,0 1 0 0 0,-1 0-1 0 0,1 0 1 0 0,0 0 0 0 0,-1 1-1 0 0,3 1 1 0 0,1 5 55 0 0,1 0-1 0 0,-1 1 1 0 0,5 13-1 0 0,-7-16-174 0 0,-1 0 0 0 0,1 0 0 0 0,0 0 0 0 0,0 0-1 0 0,1-1 1 0 0,0 1 0 0 0,0-1 0 0 0,0 0 0 0 0,0 0 0 0 0,6 4 0 0 0,-10-9-47 0 0,1 0 1 0 0,-1 0-1 0 0,0 1 0 0 0,1-1 1 0 0,-1 0-1 0 0,0 0 1 0 0,1 0-1 0 0,-1 0 1 0 0,1 0-1 0 0,-1 1 0 0 0,0-1 1 0 0,1 0-1 0 0,-1 0 1 0 0,1 0-1 0 0,-1 0 0 0 0,1 0 1 0 0,-1 0-1 0 0,0 0 1 0 0,1 0-1 0 0,-1-1 1 0 0,1 1-1 0 0,-1 0 0 0 0,0 0 1 0 0,1 0-1 0 0,-1 0 1 0 0,1 0-1 0 0,-1-1 1 0 0,0 1-1 0 0,1 0 0 0 0,-1 0 1 0 0,0-1-1 0 0,1 1 1 0 0,8-17-283 0 0,2-28-45 0 0,-10 37 296 0 0,2-2 296 0 0,-1 0 0 0 0,2 1 0 0 0,-1-1 0 0 0,2 1-1 0 0,-1 0 1 0 0,9-12 0 0 0,-12 18-156 0 0,1 1-1 0 0,-1 0 1 0 0,1 0-1 0 0,0 0 1 0 0,0 0-1 0 0,0 0 0 0 0,0 0 1 0 0,1 1-1 0 0,-1-1 1 0 0,0 1-1 0 0,1-1 1 0 0,3-1-1 0 0,-4 3-62 0 0,0 0 0 0 0,-1-1 0 0 0,1 1-1 0 0,0 0 1 0 0,-1 0 0 0 0,1 0 0 0 0,0 0-1 0 0,-1 0 1 0 0,1 1 0 0 0,0-1 0 0 0,-1 1-1 0 0,1-1 1 0 0,0 1 0 0 0,-1-1 0 0 0,1 1 0 0 0,-1 0-1 0 0,1 0 1 0 0,-1-1 0 0 0,1 1 0 0 0,-1 0-1 0 0,0 1 1 0 0,2 1 0 0 0,5 4 45 0 0,-1 1-1 0 0,0 1 1 0 0,11 16 0 0 0,-14-17-69 0 0,2-1 0 0 0,-1 1 0 0 0,1-1 0 0 0,0 0 0 0 0,0-1 0 0 0,13 11 0 0 0,17 7-1149 0 0,-31-21 273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7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61 6449 0 0,'0'-2'398'0'0,"0"-1"0"0"0,0 0 0 0 0,1 1 0 0 0,-1-1-1 0 0,1 0 1 0 0,0 1 0 0 0,-1-1 0 0 0,1 1 0 0 0,1-1 0 0 0,-1 1-1 0 0,0 0 1 0 0,1-1 0 0 0,-1 1 0 0 0,1 0 0 0 0,-1 0-1 0 0,1 0 1 0 0,0 0 0 0 0,0 0 0 0 0,0 0 0 0 0,0 1 0 0 0,0-1-1 0 0,1 1 1 0 0,-1-1 0 0 0,0 1 0 0 0,1 0 0 0 0,3-2-1 0 0,-3 2-234 0 0,-1 1 0 0 0,0-1-1 0 0,0 1 1 0 0,0 0-1 0 0,0-1 1 0 0,0 1-1 0 0,1 0 1 0 0,-1 0-1 0 0,0 0 1 0 0,0 1-1 0 0,0-1 1 0 0,0 0 0 0 0,1 1-1 0 0,-1 0 1 0 0,0-1-1 0 0,0 1 1 0 0,0 0-1 0 0,0 0 1 0 0,0 0-1 0 0,-1 0 1 0 0,1 0-1 0 0,0 1 1 0 0,0-1-1 0 0,-1 0 1 0 0,1 1 0 0 0,-1 0-1 0 0,1-1 1 0 0,-1 1-1 0 0,1 0 1 0 0,-1-1-1 0 0,0 1 1 0 0,0 0-1 0 0,1 3 1 0 0,7 17-99 0 0,-1 1 1 0 0,7 29 0 0 0,2 8-342 0 0,-18-64 153 0 0,1-1-1 0 0,0 0 1 0 0,0 0-1 0 0,0 1 1 0 0,0-1 0 0 0,1 0-1 0 0,0 1 1 0 0,2-8-1 0 0,14-41-240 0 0,-14 46 463 0 0,0-1 1 0 0,0 1 0 0 0,1-1-1 0 0,0 1 1 0 0,1 0 0 0 0,0 1-1 0 0,0-1 1 0 0,7-7 0 0 0,-10 13-75 0 0,-1-1 0 0 0,1 1 0 0 0,0 0 0 0 0,-1 0 0 0 0,1 0 0 0 0,0 0 0 0 0,0 0 0 0 0,-1 1 0 0 0,1-1 0 0 0,0 0 0 0 0,0 1 0 0 0,0-1 0 0 0,0 1 0 0 0,0 0 0 0 0,0 0 0 0 0,0 0 0 0 0,0 0 0 0 0,0 0 0 0 0,0 0 0 0 0,0 0 0 0 0,0 1 0 0 0,0-1 0 0 0,-1 1 0 0 0,1-1 0 0 0,0 1 0 0 0,0 0 0 0 0,0 0 0 0 0,-1 0 0 0 0,1 0 0 0 0,0 0 0 0 0,-1 0 0 0 0,1 0 0 0 0,-1 0 0 0 0,1 1 0 0 0,-1-1 0 0 0,1 1 0 0 0,-1-1 0 0 0,2 4 0 0 0,20 23-569 0 0,28 44 0 0 0,-32-44 141 0 0,-8-12-519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7:57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38 428 6913 0 0,'4'-76'1543'0'0,"-1"53"184"0"0,-2 0 0 0 0,0 0 0 0 0,-3-24-1 0 0,-2 43 220 0 0,-1 11-1085 0 0,-3 13-267 0 0,3-5-556 0 0,-1 6-89 0 0,1 1 0 0 0,-5 39-1 0 0,9-56 42 0 0,1-1-1 0 0,-1 1 1 0 0,1-1-1 0 0,0 1 1 0 0,1 0-1 0 0,-1-1 1 0 0,1 1-1 0 0,0-1 1 0 0,0 0-1 0 0,1 1 1 0 0,-1-1-1 0 0,1 0 1 0 0,0 0-1 0 0,0 1 1 0 0,0-1-1 0 0,0-1 1 0 0,1 1-1 0 0,0 0 1 0 0,0-1-1 0 0,3 4 1 0 0,-4-5-6 0 0,-1-1 1 0 0,1 0-1 0 0,0 0 0 0 0,0 0 1 0 0,-1 0-1 0 0,1 0 0 0 0,0 0 1 0 0,0 0-1 0 0,0-1 0 0 0,0 1 1 0 0,0-1-1 0 0,0 1 0 0 0,0-1 0 0 0,0 0 1 0 0,0 0-1 0 0,0 0 0 0 0,0 0 1 0 0,0 0-1 0 0,0 0 0 0 0,0 0 1 0 0,3-1-1 0 0,-1-1-65 0 0,0 0 1 0 0,-1 0-1 0 0,1 0 1 0 0,0 0-1 0 0,-1 0 0 0 0,1-1 1 0 0,-1 1-1 0 0,0-1 1 0 0,6-6-1 0 0,1-2-244 0 0,-1-1 1 0 0,0-1-1 0 0,-1 1 1 0 0,11-25-1 0 0,-11 18-421 0 0,-1 0-1 0 0,-1-1 1 0 0,-1 1 0 0 0,0-1-1 0 0,-2 0 1 0 0,2-40 0 0 0,-4 35 1217 0 0,-2-1 1 0 0,0 1 0 0 0,-2 0 0 0 0,-1 0-1 0 0,-14-38 4801 0 0,18 63-5122 0 0,-5 12 2382 0 0,2 26-1020 0 0,2-36-1384 0 0,-1 43 70 0 0,2 1 1 0 0,2-1-1 0 0,1 1 0 0 0,3-1 0 0 0,2 0 1 0 0,2-1-1 0 0,1 1 0 0 0,21 50 0 0 0,-26-82-806 0 0,0-1-1 0 0,14 22 1 0 0,0-7-7402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0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68 443 1376 0 0,'-10'18'6716'0'0,"10"-29"-3646"0"0,2-1-1473 0 0,-1 0 0 0 0,-1 0-1 0 0,-1-19 1 0 0,-15-74 1661 0 0,9 68-2506 0 0,-7-33-577 0 0,-4-23-836 0 0,14 30-6933 0 0,4 48 1773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1.7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19 341 5585 0 0,'0'-2'167'0'0,"0"0"-1"0"0,-1 0 0 0 0,1 1 1 0 0,-1-1-1 0 0,1 0 1 0 0,-1 0-1 0 0,0 0 1 0 0,1 0-1 0 0,-1 1 1 0 0,0-1-1 0 0,0 0 0 0 0,0 1 1 0 0,-3-3-1 0 0,-3-11 3256 0 0,7 14-3375 0 0,1 0 0 0 0,-1 0 0 0 0,1 0 0 0 0,-1 0 0 0 0,1 0 0 0 0,0 0-1 0 0,-1 0 1 0 0,1 0 0 0 0,0 1 0 0 0,-1-1 0 0 0,1 0 0 0 0,0 0 0 0 0,0 1-1 0 0,0-1 1 0 0,0 0 0 0 0,0 1 0 0 0,0-1 0 0 0,0 1 0 0 0,1-1 0 0 0,47-21 998 0 0,1 2 1 0 0,0 2 0 0 0,80-17 0 0 0,-85 23-832 0 0,72-12-209 0 0,205-17 0 0 0,-204 30 263 0 0,147-13 817 0 0,226-28 784 0 0,-394 40-1578 0 0,117 1-1 0 0,98 17 293 0 0,-304-5-582 0 0,103-2 274 0 0,-67-1-65 0 0,0 3-1 0 0,59 7 1 0 0,-71-1-271 0 0,-24-4-246 0 0,0-1 0 0 0,1 0 1 0 0,-1-1-1 0 0,13 1 0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2.4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 71 4249 0 0,'0'0'22'0'0,"1"-1"1"0"0,0 1-1 0 0,-1 0 1 0 0,1 0-1 0 0,-1 0 0 0 0,1 0 1 0 0,-1 0-1 0 0,1-1 1 0 0,-1 1-1 0 0,1 0 0 0 0,-1-1 1 0 0,1 1-1 0 0,-1 0 1 0 0,1-1-1 0 0,-1 1 0 0 0,1 0 1 0 0,-1-1-1 0 0,0 1 1 0 0,1-1-1 0 0,-1 1 0 0 0,0-1 1 0 0,1 1-1 0 0,-1-1 1 0 0,0 1-1 0 0,1-1 0 0 0,-1 1 1 0 0,0-1-1 0 0,0 1 1 0 0,0-1-1 0 0,0 1 0 0 0,0-1 1 0 0,0 0-1 0 0,0 1 1 0 0,1-1-1 0 0,-2 1 1 0 0,1-1-1 0 0,0 1 0 0 0,0-1 1 0 0,0 0-1 0 0,0 1 1 0 0,0-1-1 0 0,0 1 0 0 0,-1-1 1 0 0,1 1-1 0 0,0-1 1 0 0,0 1-1 0 0,-1-1 0 0 0,1 1 1 0 0,0-1-1 0 0,-1 1 1 0 0,1-1-1 0 0,0 1 0 0 0,-2-1 1 0 0,0-3-509 0 0,3 4 373 0 0,-1-1 1 0 0,1 0-1 0 0,0 1 0 0 0,-1-1 0 0 0,1 1 1 0 0,0-1-1 0 0,-1 0 0 0 0,1 1 0 0 0,0-1 1 0 0,0 1-1 0 0,-1 0 0 0 0,1-1 0 0 0,0 1 0 0 0,0 0 1 0 0,0-1-1 0 0,0 1 0 0 0,0 0 0 0 0,-1 0 1 0 0,3 0-1 0 0,4 1 1854 0 0,-15 8 305 0 0,-16 5 4460 0 0,16-11-6451 0 0,0 0 0 0 0,0 0 0 0 0,-1-1-1 0 0,1 0 1 0 0,0 0 0 0 0,-14 0 0 0 0,22-2 18 0 0,0 1-1 0 0,-1-1 1 0 0,1 0 0 0 0,-1 0 0 0 0,1 0 0 0 0,0 0-1 0 0,-1 0 1 0 0,1 0 0 0 0,-1 0 0 0 0,1 0 0 0 0,0 0-1 0 0,-1 0 1 0 0,1 0 0 0 0,0 0 0 0 0,-1 0 0 0 0,1 0-1 0 0,-1 0 1 0 0,1-1 0 0 0,0 1 0 0 0,-1 0 0 0 0,1 0-1 0 0,0 0 1 0 0,-1 0 0 0 0,1-1 0 0 0,0 1-1 0 0,-1 0 1 0 0,1 0 0 0 0,0-1 0 0 0,0 1 0 0 0,-1-1-1 0 0,11-6 1080 0 0,17-4-781 0 0,34-9-577 0 0,-31 11-1908 0 0,57-16 6839 0 0,-81 73-4490 0 0,2 24 520 0 0,0 110 1 0 0,-9-154-751 0 0,0 102-315 0 0,2-115-10 0 0,1 0 0 0 0,0 0 0 0 0,1 0-1 0 0,1 0 1 0 0,0 0 0 0 0,8 18 0 0 0,-3-16-6480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3.2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374 1190 2761 0 0,'-46'16'2791'0'0,"1"2"1"0"0,-82 46-1 0 0,-28 12 4837 0 0,173-86-7208 0 0,0 0 0 0 0,28-22 1 0 0,0 0-231 0 0,-1 3 6 0 0,428-254 270 0 0,-248 161-446 0 0,113-55-24 0 0,104-15 64 0 0,56-26 64 0 0,7 19 685 0 0,-480 190-810 0 0,5-2-69 0 0,0 1 0 0 0,1 2 0 0 0,0 1 1 0 0,0 1-1 0 0,38-2 0 0 0,-69 8 28 0 0,0 0 0 0 0,0 0 0 0 0,1 0 0 0 0,-1-1 0 0 0,0 1 0 0 0,0 0 0 0 0,0 0 0 0 0,0 0 0 0 0,1 0 0 0 0,-1 0 1 0 0,0 0-1 0 0,0 0 0 0 0,0 0 0 0 0,0 0 0 0 0,1 0 0 0 0,-1 0 0 0 0,0 0 0 0 0,0 0 0 0 0,0 0 0 0 0,1 0 0 0 0,-1 0 1 0 0,0 0-1 0 0,0 0 0 0 0,0 1 0 0 0,0-1 0 0 0,1 0 0 0 0,-1 0 0 0 0,0 0 0 0 0,0 0 0 0 0,0 0 0 0 0,0 0 0 0 0,0 0 0 0 0,0 0 1 0 0,1 1-1 0 0,-1-1 0 0 0,0 0 0 0 0,0 0 0 0 0,0 0 0 0 0,0 0 0 0 0,0 1 0 0 0,0-1 0 0 0,0 0 0 0 0,0 0 0 0 0,0 0 1 0 0,0 0-1 0 0,0 1 0 0 0,0-1 0 0 0,0 0 0 0 0,0 0 0 0 0,0 0 0 0 0,0 0 0 0 0,0 1 0 0 0,0-1 0 0 0,0 0 0 0 0,0 0 0 0 0,0 0 1 0 0,0 0-1 0 0,0 1 0 0 0,0-1 0 0 0,0 0 0 0 0,0 0 0 0 0,0 0 0 0 0,0 0 0 0 0,0 1 0 0 0,0-1 0 0 0,0 0 0 0 0,-1 0 1 0 0,1 0-1 0 0,0 0 0 0 0,-6 7-1061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5.6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153 170 10594 0 0,'0'-3'134'0'0,"0"1"-1"0"0,-1-1 0 0 0,1 0 0 0 0,-1 1 1 0 0,0-1-1 0 0,0 0 0 0 0,0 1 1 0 0,0-1-1 0 0,0 1 0 0 0,0-1 0 0 0,-1 1 1 0 0,1 0-1 0 0,-1-1 0 0 0,-3-2 1 0 0,4 4-28 0 0,1 0 1 0 0,-1 0 0 0 0,0 1 0 0 0,0-1 0 0 0,0 0 0 0 0,0 1 0 0 0,1-1 0 0 0,-1 1 0 0 0,0-1 0 0 0,0 1 0 0 0,0 0 0 0 0,0-1-1 0 0,0 1 1 0 0,0 0 0 0 0,0-1 0 0 0,0 1 0 0 0,-1 0 0 0 0,1 0 0 0 0,0 0 0 0 0,0 0 0 0 0,0 0 0 0 0,0 0 0 0 0,0 0-1 0 0,0 1 1 0 0,0-1 0 0 0,0 0 0 0 0,0 1 0 0 0,0-1 0 0 0,0 0 0 0 0,0 1 0 0 0,0-1 0 0 0,0 1 0 0 0,0 0 0 0 0,1-1 0 0 0,-1 1-1 0 0,0 0 1 0 0,0-1 0 0 0,0 1 0 0 0,1 0 0 0 0,-2 1 0 0 0,-8 11 244 0 0,1-1 1 0 0,1 1-1 0 0,0 1 1 0 0,0 0-1 0 0,2 0 0 0 0,-8 22 1 0 0,5-11-209 0 0,2 1 0 0 0,1 0 0 0 0,-2 27 1 0 0,6-36-116 0 0,1 1-1 0 0,1-1 1 0 0,1 0 0 0 0,0 1 0 0 0,1-1 0 0 0,1 0 0 0 0,1 0 0 0 0,0 0 0 0 0,1-1 0 0 0,1 1 0 0 0,1-1 0 0 0,8 15-1 0 0,-11-23-14 0 0,1 0-1 0 0,0 0 1 0 0,0-1-1 0 0,1 0 1 0 0,0 0-1 0 0,0-1 1 0 0,1 1-1 0 0,0-1 1 0 0,0 0-1 0 0,0-1 1 0 0,0 0-1 0 0,1 0 1 0 0,0-1-1 0 0,0 0 1 0 0,1 0-1 0 0,-1-1 1 0 0,1 0-1 0 0,-1 0 1 0 0,1-1-1 0 0,0 0 1 0 0,0-1-1 0 0,0 0 0 0 0,0 0 1 0 0,15-1-1 0 0,-15-1-22 0 0,0-1 0 0 0,0 1-1 0 0,-1-1 1 0 0,1-1-1 0 0,0 0 1 0 0,-1 0-1 0 0,0-1 1 0 0,1 0 0 0 0,-1 0-1 0 0,-1-1 1 0 0,1 0-1 0 0,-1 0 1 0 0,0-1-1 0 0,0 0 1 0 0,-1 0 0 0 0,10-12-1 0 0,-10 12-5 0 0,-1-1 0 0 0,0 0 0 0 0,-1 0 0 0 0,0 0 0 0 0,0 0 1 0 0,0-1-1 0 0,-1 0 0 0 0,0 0 0 0 0,-1 0 0 0 0,1 0 0 0 0,-2 0 0 0 0,1 0 0 0 0,-1-1 0 0 0,0 1 0 0 0,-1 0 0 0 0,0-1 0 0 0,-2-16 0 0 0,-5-5 249 0 0,-2-1-1 0 0,0 2 0 0 0,-2-1 1 0 0,-26-48-1 0 0,-74-104 391 0 0,107 177-624 0 0,-7-13 1 0 0,-2 1-1 0 0,-14-16 0 0 0,24 29-56 0 0,0 1 0 0 0,0 0 1 0 0,-1 0-1 0 0,1 0 0 0 0,-1 0 1 0 0,1 1-1 0 0,-1-1 0 0 0,0 1 0 0 0,0 0 1 0 0,0 0-1 0 0,0 0 0 0 0,-1 1 1 0 0,1 0-1 0 0,0 0 0 0 0,-1 0 1 0 0,-4-1-1 0 0,7 2-93 0 0,0 0 1 0 0,0 0-1 0 0,1 1 1 0 0,-1-1-1 0 0,0 0 1 0 0,1 1-1 0 0,-1-1 1 0 0,0 1-1 0 0,1 0 1 0 0,-1-1-1 0 0,1 1 1 0 0,-1 0-1 0 0,1 0 1 0 0,-1 0-1 0 0,1 0 0 0 0,-2 2 1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5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 11522 0 0,'0'-1'99'0'0,"1"0"-1"0"0,0 0 0 0 0,0 0 0 0 0,0 1 0 0 0,0-1 0 0 0,0 0 0 0 0,0 1 0 0 0,0-1 0 0 0,0 1 0 0 0,0-1 0 0 0,0 1 0 0 0,0-1 0 0 0,0 1 1 0 0,0 0-1 0 0,0 0 0 0 0,0-1 0 0 0,0 1 0 0 0,0 0 0 0 0,0 0 0 0 0,1 0 0 0 0,-1 0 0 0 0,2 1 0 0 0,32 3 1460 0 0,-25-2-1181 0 0,31 6 1173 0 0,0 2 1 0 0,-1 2-1 0 0,46 20 1 0 0,-43-15-1490 0 0,2-2 0 0 0,50 10 0 0 0,-94-25-129 0 0,0 1-230 0 0,1-1 0 0 0,0 1-1 0 0,0-1 1 0 0,-1 0 0 0 0,1 0 0 0 0,0 0-1 0 0,0 0 1 0 0,-1 0 0 0 0,1 0-1 0 0,0-1 1 0 0,2 0 0 0 0,1-1-1077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6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0 5529 0 0,'-8'40'6147'0'0,"-35"194"1024"0"0,-7 50-7097 0 0,49-276-226 0 0,-2 42-528 0 0,3-47 671 0 0,0-1 1 0 0,0 1-1 0 0,0 0 0 0 0,0-1 1 0 0,1 1-1 0 0,-1-1 0 0 0,1 1 1 0 0,0-1-1 0 0,0 1 1 0 0,0-1-1 0 0,0 0 0 0 0,0 1 1 0 0,0-1-1 0 0,1 0 0 0 0,2 4 1 0 0,3-2 61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6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10594 0 0,'7'17'911'0'0,"-1"1"-1"0"0,-1 0 1 0 0,-1 0-1 0 0,-1 0 0 0 0,0 0 1 0 0,0 20-1 0 0,1-3 408 0 0,1 13-1017 0 0,10 68 830 0 0,0-41-7049 0 0,-9-58-23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6.4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48 118 13827 0 0,'-16'-27'608'0'0,"6"7"128"0"0,2 1-584 0 0,3 8-152 0 0,4 5 0 0 0,1 5 0 0 0,-1-2-248 0 0,-1-3-72 0 0,-1-4-24 0 0,2 2 0 0 0,1 2 456 0 0,1 6 88 0 0,4 7 24 0 0,0 4 0 0 0,5 6-1520 0 0,3 3-304 0 0,6 3-57 0 0,0 1-7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6.8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217 452 3177 0 0,'-4'-5'74'0'0,"1"1"1"0"0,-1 0-1 0 0,0 0 1 0 0,0 0-1 0 0,-1 1 1 0 0,1 0 0 0 0,-1 0-1 0 0,0 0 1 0 0,1 0-1 0 0,-1 1 1 0 0,-7-3-1 0 0,7 4 414 0 0,0-1-1 0 0,1 2 0 0 0,-1-1 0 0 0,0 0 0 0 0,0 1 1 0 0,0 0-1 0 0,0 0 0 0 0,0 1 0 0 0,0-1 1 0 0,0 1-1 0 0,0 0 0 0 0,0 0 0 0 0,0 1 0 0 0,1 0 1 0 0,-1 0-1 0 0,1 0 0 0 0,-1 0 0 0 0,1 0 1 0 0,0 1-1 0 0,-1 0 0 0 0,1 0 0 0 0,1 0 0 0 0,-1 0 1 0 0,0 1-1 0 0,1 0 0 0 0,0-1 0 0 0,0 1 1 0 0,0 0-1 0 0,-5 9 0 0 0,5-8-340 0 0,0 1-1 0 0,0-1 1 0 0,1 1 0 0 0,-1 0 0 0 0,1-1-1 0 0,1 1 1 0 0,-1 0 0 0 0,1 0 0 0 0,0 0-1 0 0,0 1 1 0 0,0-1 0 0 0,1 0 0 0 0,1 10-1 0 0,0-13-166 0 0,-1 0 0 0 0,1 0 0 0 0,1 0-1 0 0,-1 0 1 0 0,0 0 0 0 0,1 0 0 0 0,-1 0 0 0 0,1 0-1 0 0,0 0 1 0 0,0-1 0 0 0,0 1 0 0 0,0-1 0 0 0,0 1-1 0 0,1-1 1 0 0,-1 0 0 0 0,1 0 0 0 0,-1 0-1 0 0,1 0 1 0 0,0-1 0 0 0,0 1 0 0 0,0-1 0 0 0,0 0-1 0 0,0 1 1 0 0,0-1 0 0 0,0-1 0 0 0,0 1 0 0 0,4 0-1 0 0,-3 0-48 0 0,0 0 1 0 0,0-1-1 0 0,0 1 0 0 0,0-1 0 0 0,0 0 0 0 0,1 0 0 0 0,-1-1 0 0 0,0 1 0 0 0,0-1 0 0 0,0 0 0 0 0,0 0 1 0 0,0 0-1 0 0,0-1 0 0 0,0 1 0 0 0,6-5 0 0 0,-4 3-105 0 0,-1-1 0 0 0,0 0 0 0 0,0 0 0 0 0,-1-1 0 0 0,1 1 0 0 0,-1-1 1 0 0,0 0-1 0 0,0 0 0 0 0,4-10 0 0 0,-2 5-18 0 0,-1-1 1 0 0,0 0-1 0 0,-1 0 0 0 0,0 0 1 0 0,-1-1-1 0 0,-1 1 1 0 0,1-1-1 0 0,-2 0 0 0 0,0 0 1 0 0,0-21-1 0 0,-9-29 18 0 0,-19-74-1 0 0,-6-42 2998 0 0,30 146-641 0 0,6 73-778 0 0,13 64 0 0 0,-13-88-1218 0 0,4 23-255 0 0,2 0 0 0 0,1-1 0 0 0,2 0-1 0 0,2 0 1 0 0,1-2 0 0 0,2 0 0 0 0,2 0 0 0 0,1-2 0 0 0,2-1 0 0 0,34 43 0 0 0,-29-49-347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7.1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0 436 4609 0 0,'8'-4'126'0'0,"-1"1"1"0"0,1-1-1 0 0,-1 0 0 0 0,0-1 1 0 0,-1 0-1 0 0,1 0 1 0 0,-1 0-1 0 0,9-10 0 0 0,0-2 702 0 0,24-33 0 0 0,-30 36-498 0 0,-1 1 1 0 0,-1-1-1 0 0,0-1 1 0 0,-1 1-1 0 0,0-1 1 0 0,-1 0 0 0 0,-1-1-1 0 0,0 1 1 0 0,-1-1-1 0 0,-1 0 1 0 0,-1 1-1 0 0,0-1 1 0 0,-1 0 0 0 0,0 0-1 0 0,-6-29 1 0 0,6 42-250 0 0,0 1 1 0 0,-1 0-1 0 0,1 0 1 0 0,-1 0-1 0 0,1 0 1 0 0,-1-1 0 0 0,0 1-1 0 0,0 0 1 0 0,0 0-1 0 0,0 0 1 0 0,-1 1-1 0 0,1-1 1 0 0,0 0-1 0 0,-1 0 1 0 0,1 1 0 0 0,-1-1-1 0 0,0 1 1 0 0,1-1-1 0 0,-1 1 1 0 0,0-1-1 0 0,0 1 1 0 0,0 0-1 0 0,0 0 1 0 0,0 0 0 0 0,0 0-1 0 0,0 1 1 0 0,-1-1-1 0 0,1 1 1 0 0,0-1-1 0 0,0 1 1 0 0,-3-1-1 0 0,1 2 38 0 0,0-1 0 0 0,1 1-1 0 0,-1 0 1 0 0,0 0 0 0 0,1 1-1 0 0,-1-1 1 0 0,1 1-1 0 0,0-1 1 0 0,0 1 0 0 0,-1 0-1 0 0,1 0 1 0 0,0 1 0 0 0,1-1-1 0 0,-1 1 1 0 0,0-1 0 0 0,1 1-1 0 0,-1 0 1 0 0,-2 4-1 0 0,-3 6-61 0 0,0 0 1 0 0,1 1-1 0 0,1 0 0 0 0,0 0 0 0 0,1 0 0 0 0,0 1 0 0 0,1 0 0 0 0,1 0 0 0 0,0 0 0 0 0,1 0 0 0 0,1 1 0 0 0,0-1 0 0 0,1 1 0 0 0,1-1 0 0 0,4 25 1 0 0,-2-21 32 0 0,1 0 1 0 0,1 0 0 0 0,0 0-1 0 0,1 0 1 0 0,2-1 0 0 0,0 0 0 0 0,0 0-1 0 0,2-1 1 0 0,0-1 0 0 0,1 1-1 0 0,24 26 1 0 0,-28-35-312 0 0,0-2-1 0 0,1 1 1 0 0,0-1 0 0 0,0 0-1 0 0,1-1 1 0 0,-1 0 0 0 0,1 0-1 0 0,1 0 1 0 0,9 2-1 0 0,6 0-6062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7.4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17 8754 0 0,'-1'-1'308'0'0,"0"0"-1"0"0,1 0 1 0 0,-1-1 0 0 0,0 1 0 0 0,0 0-1 0 0,1 0 1 0 0,-1 0 0 0 0,0 0 0 0 0,0 0-1 0 0,0 1 1 0 0,0-1 0 0 0,0 0 0 0 0,-1 0-1 0 0,1 1 1 0 0,0-1 0 0 0,0 0 0 0 0,-3 0-1 0 0,4 1-175 0 0,-1 0 0 0 0,0 1-1 0 0,1-1 1 0 0,-1 0 0 0 0,1 0-1 0 0,-1 1 1 0 0,1-1 0 0 0,-1 0-1 0 0,1 1 1 0 0,-1-1 0 0 0,1 1-1 0 0,-1-1 1 0 0,1 0 0 0 0,-1 1-1 0 0,1-1 1 0 0,0 1 0 0 0,-1-1-1 0 0,1 1 1 0 0,0-1 0 0 0,-1 1-1 0 0,1 0 1 0 0,0-1 0 0 0,0 1-1 0 0,-1-1 1 0 0,1 1 0 0 0,0 0-1 0 0,-3 10 587 0 0,1 0 0 0 0,1 0 0 0 0,-1 15 0 0 0,1-10-547 0 0,-82 500 2446 0 0,21-159-3868 0 0,52-287-4152 0 0,2 1-1841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7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14 920 0 0,'14'-14'14818'0'0,"5"19"-10749"0"0,-5 1-4196 0 0,-8-1 324 0 0,0 1 0 0 0,-1-1 0 0 0,1 1 0 0 0,-1 0-1 0 0,-1 1 1 0 0,1-1 0 0 0,-1 1 0 0 0,0 0 0 0 0,-1 0 0 0 0,1 0 0 0 0,-1 0-1 0 0,2 11 1 0 0,4 14 53 0 0,7 51-1 0 0,-13-68-177 0 0,24 152-74 0 0,-10-54-3374 0 0,-12-82-3725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8.0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46 8290 0 0,'1'0'68'0'0,"0"1"-1"0"0,-1 0 1 0 0,1-1 0 0 0,0 0 0 0 0,-1 1 0 0 0,1-1-1 0 0,0 1 1 0 0,0-1 0 0 0,0 0 0 0 0,-1 1 0 0 0,1-1 0 0 0,0 0-1 0 0,0 0 1 0 0,0 0 0 0 0,0 0 0 0 0,0 0 0 0 0,0 0-1 0 0,-1 0 1 0 0,1 0 0 0 0,0 0 0 0 0,0 0 0 0 0,1-1 0 0 0,27-2 747 0 0,-26 3-734 0 0,66-14 260 0 0,0-7-4674 0 0,-51 15 2388 0 0,-1 0 1305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8.4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1 131 4145 0 0,'37'34'4741'0'0,"-28"-24"-3391"0"0,-3-2-711 0 0,1-1 0 0 0,0 0-1 0 0,0 0 1 0 0,0-1 0 0 0,1 0-1 0 0,11 7 1 0 0,-18-13-577 0 0,1 1-1 0 0,-1 0 1 0 0,1 0 0 0 0,0-1-1 0 0,0 1 1 0 0,-1-1-1 0 0,1 0 1 0 0,0 0 0 0 0,0 1-1 0 0,-1-1 1 0 0,1 0-1 0 0,0 0 1 0 0,0-1 0 0 0,0 1-1 0 0,-1 0 1 0 0,4-1-1 0 0,-2-1-6 0 0,-1 1-1 0 0,0 0 1 0 0,0-1-1 0 0,1 1 1 0 0,-1-1-1 0 0,0 0 1 0 0,0 0-1 0 0,-1 0 1 0 0,1 0-1 0 0,0 0 1 0 0,-1 0-1 0 0,1 0 1 0 0,-1 0-1 0 0,2-5 1 0 0,3-6 1 0 0,0-1 0 0 0,6-28 1 0 0,-8 26-112 0 0,0 0 0 0 0,2 0 0 0 0,7-15 1 0 0,-12 27 185 0 0,1 1 1 0 0,0-1 0 0 0,0 1-1 0 0,1 0 1 0 0,-1 0 0 0 0,1 0-1 0 0,-1 0 1 0 0,1 0 0 0 0,0 1 0 0 0,0-1-1 0 0,0 1 1 0 0,0 0 0 0 0,1-1-1 0 0,-1 2 1 0 0,1-1 0 0 0,-1 0-1 0 0,7-1 1 0 0,-8 2-70 0 0,-1 1 1 0 0,1-1-1 0 0,0 1 0 0 0,0 0 0 0 0,0 0 0 0 0,0 0 1 0 0,-1 0-1 0 0,1 0 0 0 0,0 0 0 0 0,0 0 1 0 0,0 1-1 0 0,-1-1 0 0 0,1 0 0 0 0,0 1 1 0 0,0 0-1 0 0,-1-1 0 0 0,1 1 0 0 0,0 0 1 0 0,-1 0-1 0 0,1 0 0 0 0,-1 0 0 0 0,1 0 0 0 0,-1 0 1 0 0,1 1-1 0 0,-1-1 0 0 0,0 0 0 0 0,0 1 1 0 0,0-1-1 0 0,0 1 0 0 0,0-1 0 0 0,0 1 1 0 0,0 0-1 0 0,1 2 0 0 0,2 6-116 0 0,0 1-1 0 0,-1 0 1 0 0,0 0-1 0 0,1 16 1 0 0,1-3-766 0 0,1-1-4026 0 0,0 0-1630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8.7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14 5529 0 0,'0'0'101'0'0,"0"-1"1"0"0,-1 0-1 0 0,1 1 0 0 0,0-1 0 0 0,0 0 1 0 0,-1 1-1 0 0,1-1 0 0 0,0 0 0 0 0,-1 1 1 0 0,1-1-1 0 0,-1 1 0 0 0,1-1 0 0 0,-1 0 0 0 0,1 1 1 0 0,-1-1-1 0 0,1 1 0 0 0,-1 0 0 0 0,1-1 1 0 0,-1 1-1 0 0,0-1 0 0 0,1 1 0 0 0,-1 0 1 0 0,0-1-1 0 0,1 1 0 0 0,-1 0 0 0 0,0 0 1 0 0,0 0-1 0 0,1 0 0 0 0,-1-1 0 0 0,0 1 1 0 0,0 0-1 0 0,1 0 0 0 0,-2 1 0 0 0,-2-1 191 0 0,0 1-1 0 0,1 0 0 0 0,-1 0 1 0 0,1 0-1 0 0,-1 0 0 0 0,1 1 1 0 0,-6 2-1 0 0,-5 5 635 0 0,-1 1 0 0 0,-16 14 0 0 0,29-22-808 0 0,-8 5 292 0 0,1 1 0 0 0,1-1 0 0 0,-1 1 0 0 0,1 1 0 0 0,1 0 0 0 0,0 0 0 0 0,0 0 1 0 0,0 1-1 0 0,-8 18 0 0 0,15-27-391 0 0,0 0 0 0 0,0 0 0 0 0,0 0 0 0 0,0 0 0 0 0,0 0 0 0 0,0 0 0 0 0,0 0 0 0 0,0 0 0 0 0,1 0 0 0 0,-1 0 0 0 0,0 0 0 0 0,1 0 0 0 0,-1 0 1 0 0,1 0-1 0 0,-1-1 0 0 0,1 1 0 0 0,-1 0 0 0 0,1 0 0 0 0,-1 0 0 0 0,1-1 0 0 0,0 1 0 0 0,-1 0 0 0 0,1-1 0 0 0,0 1 0 0 0,0 0 0 0 0,0-1 0 0 0,-1 1 1 0 0,1-1-1 0 0,0 1 0 0 0,0-1 0 0 0,0 0 0 0 0,0 1 0 0 0,2-1 0 0 0,39 12 610 0 0,-32-10-569 0 0,15 4-89 0 0,-11-4-34 0 0,0 1 0 0 0,0 1 0 0 0,0 0-1 0 0,23 12 1 0 0,-35-15 58 0 0,0 0-1 0 0,0 0 0 0 0,0 0 1 0 0,1 1-1 0 0,-1-1 0 0 0,-1 1 1 0 0,1-1-1 0 0,0 1 0 0 0,0 0 0 0 0,-1 0 1 0 0,1 0-1 0 0,-1 0 0 0 0,1 0 1 0 0,-1 0-1 0 0,0 0 0 0 0,0 0 1 0 0,0 1-1 0 0,0-1 0 0 0,0 0 0 0 0,0 1 1 0 0,-1-1-1 0 0,1 0 0 0 0,-1 1 1 0 0,0-1-1 0 0,1 1 0 0 0,-1-1 1 0 0,0 1-1 0 0,-1-1 0 0 0,1 1 1 0 0,0-1-1 0 0,-1 1 0 0 0,1-1 0 0 0,-1 0 1 0 0,-1 4-1 0 0,-1-1 40 0 0,0 1-1 0 0,0-1 1 0 0,0 0-1 0 0,0 0 1 0 0,-1 0-1 0 0,0-1 1 0 0,0 1-1 0 0,-1-1 1 0 0,1 0-1 0 0,-1 0 1 0 0,0-1-1 0 0,0 1 1 0 0,-5 2-1 0 0,-24 10-2217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19.2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20 5985 0 0,'11'10'4974'0'0,"-10"-8"-4264"0"0,0 0 0 0 0,0 0 1 0 0,0-1-1 0 0,0 1 1 0 0,0 0-1 0 0,0 4 1 0 0,4 3 1832 0 0,23 33 957 0 0,21 27-2302 0 0,-45-64-1195 0 0,0-1-1 0 0,0 0 1 0 0,0 0 0 0 0,0 0-1 0 0,1-1 1 0 0,-1 1 0 0 0,1-1-1 0 0,0 0 1 0 0,0 0 0 0 0,1-1-1 0 0,6 3 1 0 0,-9-5-14 0 0,0 1 0 0 0,-1-1 1 0 0,1 0-1 0 0,-1 0 0 0 0,1-1 0 0 0,0 1 0 0 0,-1 0 1 0 0,1-1-1 0 0,-1 0 0 0 0,1 1 0 0 0,-1-1 1 0 0,0 0-1 0 0,1 0 0 0 0,-1 0 0 0 0,0-1 0 0 0,1 1 1 0 0,-1-1-1 0 0,0 1 0 0 0,0-1 0 0 0,0 0 0 0 0,-1 1 1 0 0,1-1-1 0 0,0 0 0 0 0,-1 0 0 0 0,1-1 1 0 0,-1 1-1 0 0,2-4 0 0 0,4-4-9 0 0,-1-1-1 0 0,-1 0 1 0 0,0 0-1 0 0,5-17 1 0 0,-3 0-56 0 0,-6 20 66 0 0,0 1 0 0 0,1 0 0 0 0,0-1 0 0 0,0 1 1 0 0,1 0-1 0 0,0 0 0 0 0,0 0 0 0 0,1 1 0 0 0,4-7 0 0 0,-4 18 85 0 0,-1 0-1 0 0,0 0 0 0 0,0 0 1 0 0,0 0-1 0 0,4 10 0 0 0,-6-11-50 0 0,9 20 137 0 0,-2 0 1 0 0,0 1 0 0 0,4 30 0 0 0,-8-33-642 0 0,1-1 1 0 0,1 1-1 0 0,0-2 1 0 0,2 1-1 0 0,13 25 1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0.0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28 12443 0 0,'-3'-8'428'0'0,"-7"-12"2685"0"0,9 33-1188 0 0,18 213 2701 0 0,-7-106-4688 0 0,-7-90-629 0 0,9 46 0 0 0,-4-43-620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0.3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230 81 4145 0 0,'2'-2'-212'0'0,"2"-6"691"0"0,1 0 0 0 0,-1 0 0 0 0,5-15 0 0 0,-9 23-320 0 0,0-1 0 0 0,1 0 0 0 0,-1 0 1 0 0,1 0-1 0 0,-1 0 0 0 0,0 1 1 0 0,0-1-1 0 0,1 0 0 0 0,-1 0 1 0 0,0 0-1 0 0,0 0 0 0 0,0 0 0 0 0,0 0 1 0 0,0 0-1 0 0,0 0 0 0 0,0 1 1 0 0,-1-1-1 0 0,1 0 0 0 0,0 0 1 0 0,0 0-1 0 0,-1 0 0 0 0,1 0 0 0 0,0 1 1 0 0,-1-1-1 0 0,1 0 0 0 0,-1 0 1 0 0,1 0-1 0 0,-1 1 0 0 0,1-1 1 0 0,-1 0-1 0 0,0 1 0 0 0,1-1 1 0 0,-1 1-1 0 0,0-1 0 0 0,0 1 0 0 0,1-1 1 0 0,-1 1-1 0 0,0-1 0 0 0,0 1 1 0 0,0 0-1 0 0,1-1 0 0 0,-1 1 1 0 0,0 0-1 0 0,0 0 0 0 0,0-1 0 0 0,0 1 1 0 0,0 0-1 0 0,0 0 0 0 0,-1 0 1 0 0,-4 1 115 0 0,1 0 0 0 0,0 0 1 0 0,0 1-1 0 0,0-1 0 0 0,0 1 1 0 0,0 0-1 0 0,0 0 0 0 0,0 1 1 0 0,0-1-1 0 0,1 1 0 0 0,-1 0 1 0 0,1 1-1 0 0,0-1 0 0 0,-4 5 1 0 0,-10 9 264 0 0,-24 32 0 0 0,39-46-489 0 0,-6 7 83 0 0,-9 12 21 0 0,-23 37 1 0 0,37-54-148 0 0,1 1 0 0 0,0 0 0 0 0,0-1 0 0 0,0 1 0 0 0,1 1 0 0 0,0-1 0 0 0,0 0 0 0 0,1 0 0 0 0,0 1 0 0 0,0-1 0 0 0,0 1 0 0 0,1 11 0 0 0,0-17-18 0 0,0 0 0 0 0,0 1 1 0 0,0-1-1 0 0,0 0 0 0 0,1 1 0 0 0,-1-1 0 0 0,0 0 0 0 0,1 0 0 0 0,-1 1 0 0 0,1-1 0 0 0,-1 0 1 0 0,1 0-1 0 0,0 0 0 0 0,0 0 0 0 0,-1 0 0 0 0,1 0 0 0 0,0 0 0 0 0,0 0 0 0 0,0 0 0 0 0,0 0 1 0 0,0 0-1 0 0,0 0 0 0 0,0-1 0 0 0,2 2 0 0 0,-1-2-15 0 0,0 1 1 0 0,0-1-1 0 0,0 0 0 0 0,0 0 1 0 0,0 0-1 0 0,0 0 0 0 0,0 0 1 0 0,0 0-1 0 0,0-1 1 0 0,-1 1-1 0 0,1-1 0 0 0,0 1 1 0 0,0-1-1 0 0,3-1 0 0 0,5-3-23 0 0,0-1-1 0 0,-1 0 0 0 0,1-1 1 0 0,11-10-1 0 0,40-46 257 0 0,-48 47 55 0 0,1 1 0 0 0,0 1-1 0 0,1 0 1 0 0,32-22 0 0 0,-46 35-226 0 0,1 1 0 0 0,-1-1 0 0 0,0 0 0 0 0,1 0 0 0 0,-1 1 0 0 0,1-1 0 0 0,-1 1 0 0 0,1-1 0 0 0,-1 1 0 0 0,1-1 0 0 0,-1 1 0 0 0,1 0 0 0 0,-1 0 1 0 0,1 0-1 0 0,-1 0 0 0 0,1 0 0 0 0,-1 0 0 0 0,1 0 0 0 0,-1 1 0 0 0,1-1 0 0 0,-1 0 0 0 0,1 1 0 0 0,-1-1 0 0 0,1 1 0 0 0,-1 0 0 0 0,1 0 0 0 0,-1-1 0 0 0,0 1 0 0 0,0 0 0 0 0,1 0 1 0 0,-1 0-1 0 0,0 0 0 0 0,0 0 0 0 0,0 0 0 0 0,0 1 0 0 0,0-1 0 0 0,1 2 0 0 0,3 6-4 0 0,0 0-1 0 0,-1 0 1 0 0,0 1-1 0 0,5 18 1 0 0,1 3-133 0 0,-7-26-283 0 0,-1 0 0 0 0,1-1 0 0 0,-1 1-1 0 0,1 0 1 0 0,1-1 0 0 0,-1 0 0 0 0,1 1 0 0 0,4 3 0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0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 1 7834 0 0,'-1'0'98'0'0,"1"0"0"0"0,-1 1 0 0 0,0-1 0 0 0,0 0 0 0 0,0 1 0 0 0,0-1 0 0 0,0 1 0 0 0,1 0 0 0 0,-1-1 0 0 0,0 1 0 0 0,0 0 0 0 0,1-1 0 0 0,-1 1 0 0 0,0 0 0 0 0,1 0 0 0 0,-1 0 0 0 0,1-1 0 0 0,-1 1 0 0 0,1 0 0 0 0,0 0 0 0 0,-1 0 0 0 0,1 0 0 0 0,0 0 0 0 0,0 0 0 0 0,-1 0 1 0 0,1 0-1 0 0,0 0 0 0 0,0 1 0 0 0,-3 38 4057 0 0,2-29-3714 0 0,-1 21 657 0 0,2-1 1 0 0,1 1 0 0 0,1-1 0 0 0,2 1 0 0 0,12 47 0 0 0,-8-49-1449 0 0,22 51 0 0 0,-15-50-1685 0 0,28 44 1 0 0,-33-58-4301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0.7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21 147 5529 0 0,'-2'-2'349'0'0,"0"0"0"0"0,0-1 0 0 0,0 1 1 0 0,1 0-1 0 0,-1-1 0 0 0,1 0 0 0 0,-1 1 0 0 0,1-1 0 0 0,0 0 0 0 0,0 1 0 0 0,0-1 0 0 0,1 0 0 0 0,-1 0 0 0 0,1 0 1 0 0,-1 0-1 0 0,1 0 0 0 0,0 0 0 0 0,0 0 0 0 0,0 0 0 0 0,1 0 0 0 0,-1 1 0 0 0,1-5 0 0 0,1 4-98 0 0,0 0-1 0 0,0 0 1 0 0,0-1-1 0 0,0 1 1 0 0,0 1-1 0 0,1-1 1 0 0,-1 0 0 0 0,1 1-1 0 0,0-1 1 0 0,0 1-1 0 0,0 0 1 0 0,0-1-1 0 0,0 2 1 0 0,0-1-1 0 0,1 0 1 0 0,-1 1-1 0 0,5-2 1 0 0,44-15-380 0 0,-16 7-4771 0 0,-11 4-705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1.0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71 2 5985 0 0,'-1'0'202'0'0,"-1"0"0"0"0,1-1 0 0 0,0 1 0 0 0,-1 0 0 0 0,1 0 0 0 0,-1 0 0 0 0,1 0 0 0 0,-1 0 0 0 0,1 0 0 0 0,-1 0 0 0 0,1 0 0 0 0,-1 1 0 0 0,1-1 0 0 0,-1 0 0 0 0,1 1 0 0 0,-1 0 0 0 0,1-1 0 0 0,0 1 0 0 0,-1 0 0 0 0,1-1 0 0 0,0 1 0 0 0,0 0 0 0 0,0 0 0 0 0,0 0 0 0 0,-1 0 0 0 0,1 0 0 0 0,0 1 0 0 0,1-1 0 0 0,-1 0 0 0 0,0 0 0 0 0,0 1 0 0 0,0-1 0 0 0,0 2 0 0 0,-3 5 157 0 0,0-1 0 0 0,0 1 0 0 0,1 0 0 0 0,-4 11 0 0 0,6-15-244 0 0,0 0-1 0 0,0 1 1 0 0,0-1-1 0 0,0 1 0 0 0,1-1 1 0 0,0 1-1 0 0,0 0 0 0 0,0-1 1 0 0,0 1-1 0 0,1-1 1 0 0,-1 1-1 0 0,1-1 0 0 0,1 1 1 0 0,-1-1-1 0 0,1 1 0 0 0,-1-1 1 0 0,1 0-1 0 0,0 0 1 0 0,1 0-1 0 0,-1 0 0 0 0,1 0 1 0 0,-1-1-1 0 0,1 1 0 0 0,1-1 1 0 0,4 6-1 0 0,-4-6-56 0 0,1-1 1 0 0,-1 1-1 0 0,0-1 0 0 0,1 0 0 0 0,-1 0 1 0 0,1 0-1 0 0,-1-1 0 0 0,1 1 0 0 0,0-1 1 0 0,0 0-1 0 0,0 0 0 0 0,0-1 0 0 0,0 0 1 0 0,-1 0-1 0 0,1 0 0 0 0,0 0 0 0 0,0-1 1 0 0,0 0-1 0 0,0 0 0 0 0,0 0 0 0 0,-1 0 1 0 0,1-1-1 0 0,8-4 0 0 0,-9 5-42 0 0,0-1-1 0 0,-1 0 1 0 0,0 0-1 0 0,1 0 1 0 0,-1 0-1 0 0,0-1 1 0 0,0 1-1 0 0,0-1 1 0 0,0 0-1 0 0,-1 1 1 0 0,1-1-1 0 0,-1-1 1 0 0,0 1-1 0 0,1 0 1 0 0,-1-1-1 0 0,-1 1 1 0 0,1-1-1 0 0,-1 1 1 0 0,1-1-1 0 0,-1 0 1 0 0,0 1-1 0 0,0-1 1 0 0,-1 0-1 0 0,1 0 1 0 0,0-6-1 0 0,-2 3-278 0 0,0 0 0 0 0,0 0-1 0 0,0 0 1 0 0,-1 1 0 0 0,0-1 0 0 0,-1 0 0 0 0,1 1-1 0 0,-1-1 1 0 0,0 1 0 0 0,-1 0 0 0 0,1 0-1 0 0,-1 0 1 0 0,-8-8 0 0 0,1 1-888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1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0 278 8754 0 0,'3'4'165'0'0,"0"0"0"0"0,0 0 1 0 0,0 0-1 0 0,-1 1 0 0 0,0-1 0 0 0,0 1 1 0 0,2 5-1 0 0,-2-5 145 0 0,0 0 1 0 0,0-1-1 0 0,0 1 1 0 0,1 0-1 0 0,-1-1 0 0 0,6 7 1 0 0,-7-10 59 0 0,1 0 1 0 0,-1 1 0 0 0,1-1-1 0 0,-1 0 1 0 0,1 0-1 0 0,0 0 1 0 0,0 0-1 0 0,-1 0 1 0 0,1 0 0 0 0,0 0-1 0 0,0-1 1 0 0,3 2-1 0 0,-4-2-250 0 0,0 0-1 0 0,-1 0 0 0 0,1 0 1 0 0,-1-1-1 0 0,1 1 0 0 0,-1 0 0 0 0,1 0 1 0 0,-1 0-1 0 0,1-1 0 0 0,0 1 1 0 0,-1 0-1 0 0,0 0 0 0 0,1-1 1 0 0,-1 1-1 0 0,1 0 0 0 0,-1-1 0 0 0,1 1 1 0 0,-1-1-1 0 0,0 1 0 0 0,1-1 1 0 0,-1 1-1 0 0,0 0 0 0 0,1-1 1 0 0,-1 1-1 0 0,0-1 0 0 0,1 0 0 0 0,-1 1 1 0 0,0-1-1 0 0,0 1 0 0 0,0-1 1 0 0,0 1-1 0 0,0-1 0 0 0,0 1 1 0 0,0-1-1 0 0,0 0 0 0 0,0 0 0 0 0,2-26 942 0 0,-2 22-905 0 0,2-28-89 0 0,2 0 1 0 0,1 0-1 0 0,1 1 0 0 0,2 0 1 0 0,1 0-1 0 0,1 1 0 0 0,18-35 1 0 0,-12 35-515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9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214 348 1376 0 0,'39'-224'942'0'0,"-32"101"17201"0"0,-15 140-17399 0 0,-218 768-568 0 0,205-692-4051 0 0,16-73-2557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0.6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287 111 4609 0 0,'-9'-13'1018'0'0,"0"0"1"0"0,0 1-1 0 0,-1 0 0 0 0,-1 1 1 0 0,-14-13-1 0 0,22 21-714 0 0,-1 0-1 0 0,0 1 1 0 0,0-1-1 0 0,0 1 1 0 0,0 0-1 0 0,0 0 1 0 0,0 0-1 0 0,-1 1 1 0 0,1-1-1 0 0,-1 1 1 0 0,1 0-1 0 0,-1 0 1 0 0,1 1-1 0 0,-1-1 1 0 0,0 1-1 0 0,1 0 1 0 0,-1 0-1 0 0,0 1 1 0 0,1-1-1 0 0,-1 1 1 0 0,1 0-1 0 0,-7 2 1 0 0,5-1-203 0 0,0 0-1 0 0,0 1 1 0 0,0-1 0 0 0,1 1 0 0 0,-1 0-1 0 0,0 1 1 0 0,1-1 0 0 0,0 1 0 0 0,0 0-1 0 0,0 1 1 0 0,1-1 0 0 0,-1 1 0 0 0,1 0-1 0 0,0 0 1 0 0,0 0 0 0 0,1 0 0 0 0,-1 1-1 0 0,1 0 1 0 0,0-1 0 0 0,1 1 0 0 0,0 0-1 0 0,0 0 1 0 0,0 1 0 0 0,0-1 0 0 0,1 0-1 0 0,0 1 1 0 0,1-1 0 0 0,-1 0 0 0 0,1 1-1 0 0,1 8 1 0 0,2 20-110 0 0,1 1-1 0 0,2-1 1 0 0,19 61 0 0 0,-18-74-13 0 0,1-1 0 0 0,1-1 1 0 0,1 1-1 0 0,1-1 0 0 0,1-1 1 0 0,0 0-1 0 0,17 19 0 0 0,-24-33-27 0 0,1 0-1 0 0,-1 0 0 0 0,1 0 0 0 0,0-1 0 0 0,0 0 1 0 0,0 0-1 0 0,0 0 0 0 0,1-1 0 0 0,0 0 0 0 0,0 0 1 0 0,-1 0-1 0 0,2-1 0 0 0,-1 0 0 0 0,0-1 0 0 0,0 0 1 0 0,0 0-1 0 0,1 0 0 0 0,-1-1 0 0 0,0 0 0 0 0,8-1 1 0 0,4-2-887 0 0,-1 0 1 0 0,1-1 0 0 0,-1-1 0 0 0,0 0 0 0 0,-1-2-1 0 0,30-14 1 0 0,-18 6-4019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0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28 3225 0 0,'1'-1'121'0'0,"-1"0"1"0"0,0 0 0 0 0,0 0-1 0 0,0 0 1 0 0,-1 0-1 0 0,1 0 1 0 0,0 0 0 0 0,0 0-1 0 0,0 0 1 0 0,-1 0-1 0 0,1 0 1 0 0,-1 0 0 0 0,1 0-1 0 0,-1 0 1 0 0,1 0-1 0 0,-1 0 1 0 0,1 0 0 0 0,-1 0-1 0 0,0 0 1 0 0,1 1-1 0 0,-1-1 1 0 0,0 0 0 0 0,0 0-1 0 0,0 1 1 0 0,0-1 0 0 0,0 1-1 0 0,-1-2 1 0 0,0 2 154 0 0,-1-1 0 0 0,1 1 1 0 0,-1-1-1 0 0,1 1 1 0 0,-1 0-1 0 0,1 0 0 0 0,0 0 1 0 0,-1 0-1 0 0,1 1 0 0 0,-1-1 1 0 0,-3 2-1 0 0,-3 1 417 0 0,0 0 1 0 0,1 0-1 0 0,-1 1 0 0 0,1 0 0 0 0,-14 10 1 0 0,14-8-11 0 0,6-5-545 0 0,0 0 0 0 0,0 0 0 0 0,0 0 1 0 0,1 0-1 0 0,-1 1 0 0 0,0-1 0 0 0,0 1 1 0 0,1-1-1 0 0,-1 1 0 0 0,1 0 0 0 0,0-1 1 0 0,-1 1-1 0 0,1 0 0 0 0,0 0 0 0 0,0 0 1 0 0,0 0-1 0 0,-1 3 0 0 0,6-4 169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1.4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117 114 3281 0 0,'-6'-4'150'0'0,"-1"0"-1"0"0,0 0 1 0 0,0 1 0 0 0,0 0 0 0 0,0 0 0 0 0,-1 1 0 0 0,-14-3-1 0 0,-22-8 3084 0 0,44 13-3204 0 0,0 0-1 0 0,0 0 0 0 0,0 0 1 0 0,-1 0-1 0 0,1-1 0 0 0,0 1 1 0 0,0 0-1 0 0,0 0 1 0 0,0 0-1 0 0,0 0 0 0 0,0 0 1 0 0,0 0-1 0 0,0 0 0 0 0,0 0 1 0 0,0-1-1 0 0,0 1 0 0 0,0 0 1 0 0,0 0-1 0 0,0 0 0 0 0,0 0 1 0 0,-1 0-1 0 0,1 0 0 0 0,0-1 1 0 0,0 1-1 0 0,0 0 1 0 0,0 0-1 0 0,0 0 0 0 0,1 0 1 0 0,-1 0-1 0 0,0 0 0 0 0,0 0 1 0 0,0-1-1 0 0,0 1 0 0 0,0 0 1 0 0,0 0-1 0 0,0 0 0 0 0,0 0 1 0 0,0 0-1 0 0,0 0 1 0 0,0 0-1 0 0,0-1 0 0 0,0 1 1 0 0,0 0-1 0 0,0 0 0 0 0,1 0 1 0 0,-1 0-1 0 0,0 0 0 0 0,0 0 1 0 0,0 0-1 0 0,0 0 0 0 0,0 0 1 0 0,0 0-1 0 0,0 0 1 0 0,1 0-1 0 0,-1 0 0 0 0,12-8 513 0 0,14-5 38 0 0,17 0 1602 0 0,75-14 1 0 0,-92 22-1683 0 0,-24 4-425 0 0,0 1 1 0 0,-1 0-1 0 0,1 0 1 0 0,0 0-1 0 0,0 0 1 0 0,0 0-1 0 0,0 0 0 0 0,0 0 1 0 0,0 1-1 0 0,-1-1 1 0 0,1 1-1 0 0,0-1 1 0 0,0 1-1 0 0,0 0 0 0 0,-1 0 1 0 0,1 0-1 0 0,0 0 1 0 0,-1 0-1 0 0,1 0 1 0 0,-1 0-1 0 0,1 0 0 0 0,-1 1 1 0 0,0-1-1 0 0,0 0 1 0 0,1 1-1 0 0,-1-1 1 0 0,0 1-1 0 0,0 0 0 0 0,0-1 1 0 0,0 1-1 0 0,-1 0 1 0 0,2 2-1 0 0,2 8 204 0 0,0-1 0 0 0,-1 2 0 0 0,-1-1 0 0 0,2 13 0 0 0,1 4-158 0 0,22 71-303 0 0,-13-58-2871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1.6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0 163 8210 0 0,'1'-3'164'0'0,"-1"-1"-1"0"0,1 1 1 0 0,0 0 0 0 0,0 0 0 0 0,0 0-1 0 0,1 0 1 0 0,-1 0 0 0 0,1 1 0 0 0,0-1-1 0 0,-1 0 1 0 0,1 1 0 0 0,0-1 0 0 0,0 1-1 0 0,1 0 1 0 0,-1-1 0 0 0,0 1 0 0 0,5-2-1 0 0,53-36-1301 0 0,-44 31-44 0 0,0 0 896 0 0,1 0 0 0 0,-1 1 0 0 0,2 1 0 0 0,-1 0 0 0 0,1 2 1 0 0,0 0-1 0 0,0 1 0 0 0,28-3 0 0 0,-27 5 271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1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167 26 3225 0 0,'-2'-2'230'0'0,"0"0"0"0"0,0 0 1 0 0,0 0-1 0 0,-1 0 0 0 0,1 0 1 0 0,-1 0-1 0 0,1 0 0 0 0,-1 1 1 0 0,0 0-1 0 0,0-1 0 0 0,0 1 1 0 0,0 0-1 0 0,0 0 0 0 0,0 1 1 0 0,0-1-1 0 0,0 0 1 0 0,0 1-1 0 0,0 0 0 0 0,0 0 1 0 0,0 0-1 0 0,0 0 0 0 0,-1 0 1 0 0,-2 1-1 0 0,2 1 82 0 0,0 0 1 0 0,0 0-1 0 0,0 0 1 0 0,0 0-1 0 0,0 1 1 0 0,0-1-1 0 0,0 1 1 0 0,1 0-1 0 0,0 0 1 0 0,-1 0-1 0 0,1 1 0 0 0,0-1 1 0 0,1 1-1 0 0,-1 0 1 0 0,-3 6-1 0 0,1-2 40 0 0,-19 38 617 0 0,22-43-939 0 0,1 0-1 0 0,0 1 0 0 0,0-1 0 0 0,0 1 0 0 0,0-1 0 0 0,0 1 1 0 0,1-1-1 0 0,0 1 0 0 0,-1 0 0 0 0,1-1 0 0 0,1 7 0 0 0,-1-9-37 0 0,0 0 0 0 0,1-1 0 0 0,-1 1 0 0 0,0 0 0 0 0,0 0 0 0 0,1 0 0 0 0,-1-1 0 0 0,0 1 0 0 0,1 0 0 0 0,-1-1 0 0 0,1 1 0 0 0,-1 0 0 0 0,1-1 0 0 0,-1 1 0 0 0,1 0 0 0 0,-1-1 0 0 0,1 1 0 0 0,0-1 0 0 0,-1 1 0 0 0,1-1 0 0 0,0 1 0 0 0,0-1-1 0 0,-1 0 1 0 0,1 1 0 0 0,0-1 0 0 0,1 1 0 0 0,0-1-32 0 0,0 0 0 0 0,0 0 0 0 0,0 0 0 0 0,-1 0 0 0 0,1-1 0 0 0,0 1 0 0 0,0 0 0 0 0,0-1 0 0 0,0 0 0 0 0,-1 1 0 0 0,4-2 0 0 0,2-2-166 0 0,0 0 1 0 0,-1 0-1 0 0,1 0 0 0 0,8-9 1 0 0,-6 4 28 0 0,-1-1 1 0 0,0 0 0 0 0,7-11 0 0 0,-10 13 226 0 0,0 0 1 0 0,0 1 0 0 0,1 0 0 0 0,0 0 0 0 0,0 0-1 0 0,1 1 1 0 0,9-8 0 0 0,-15 14 7 0 0,0-1-1 0 0,0 0 1 0 0,1 1 0 0 0,-1 0 0 0 0,0-1-1 0 0,0 1 1 0 0,1 0 0 0 0,-1-1 0 0 0,0 1 0 0 0,1 0-1 0 0,-1 0 1 0 0,0 0 0 0 0,0 0 0 0 0,1 0-1 0 0,-1 0 1 0 0,0 1 0 0 0,1-1 0 0 0,-1 0 0 0 0,0 1-1 0 0,0-1 1 0 0,1 1 0 0 0,-1-1 0 0 0,0 1-1 0 0,0-1 1 0 0,0 1 0 0 0,0 0 0 0 0,0 0-1 0 0,0-1 1 0 0,0 1 0 0 0,0 0 0 0 0,0 0 0 0 0,0 0-1 0 0,0 0 1 0 0,0 0 0 0 0,-1 0 0 0 0,1 1-1 0 0,0 0 1 0 0,5 8 165 0 0,-1-1 0 0 0,0 1 0 0 0,5 16 0 0 0,-5-12-49 0 0,20 34-417 0 0,-23-45-121 0 0,1 0-1 0 0,-1-1 0 0 0,1 1 0 0 0,-1 0 0 0 0,1-1 1 0 0,0 0-1 0 0,5 4 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2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2 129 3225 0 0,'-1'-35'777'0'0,"0"14"1859"0"0,1 0-1 0 0,5-31 0 0 0,-2 63 1827 0 0,13 46-2285 0 0,47 157 262 0 0,-49-176-3045 0 0,2-1 1 0 0,1-1 0 0 0,34 53 0 0 0,-24-57-2991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2.3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108 50 4609 0 0,'-9'-1'787'0'0,"0"-1"0"0"0,0 1-1 0 0,-16 1 1 0 0,16 1 370 0 0,1-2 0 0 0,0 1 0 0 0,-1-1 0 0 0,-12-2 1 0 0,21 3-1125 0 0,0-1 1 0 0,0 1 0 0 0,0 0 0 0 0,0 0 136 0 0,0 0-136 0 0,0 0 0 0 0,-1 0 0 0 0,1 0 0 0 0,0 0 0 0 0,0 0 0 0 0,0-1 0 0 0,0 1 0 0 0,0 0-1 0 0,0 0 1 0 0,0 0 0 0 0,0 0 0 0 0,0 0 0 0 0,0 0 0 0 0,0 0 0 0 0,0 0 0 0 0,0-1 0 0 0,0 1 0 0 0,0 0 0 0 0,0 0 0 0 0,0 0 0 0 0,0 0 0 0 0,0 0 0 0 0,0 0 0 0 0,0 0-1 0 0,0-1 1 0 0,0 1 0 0 0,0 0 0 0 0,0 0 0 0 0,0 0 0 0 0,0 0 0 0 0,1 0 136 0 0,-1 0-136 0 0,0 0 0 0 0,0-1 0 0 0,0 1 0 0 0,0 0-1 0 0,0 0 1 0 0,0 0 0 0 0,1 0 0 0 0,-1 0 0 0 0,0 0 0 0 0,0 0 0 0 0,0 0 0 0 0,0 0 0 0 0,0 0 0 0 0,0 0 0 0 0,0 0 0 0 0,13-8 322 0 0,12-4-866 0 0,7 1-630 0 0,-15 5 145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2.6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1 342 3225 0 0,'2'0'-65'0'0,"-1"0"0"0"0,1 0 1 0 0,-1 0-1 0 0,1 0 0 0 0,0 0 0 0 0,-1 0 1 0 0,1 0-1 0 0,-1-1 0 0 0,1 1 1 0 0,0-1-1 0 0,-1 1 0 0 0,1-1 1 0 0,-1 1-1 0 0,0-1 0 0 0,1 0 1 0 0,2-1-1 0 0,24-20-356 0 0,-19 15 1608 0 0,4-4-436 0 0,0 0 0 0 0,-1-1 0 0 0,0 0 0 0 0,-1-1 0 0 0,0-1 0 0 0,16-27 0 0 0,-21 30-317 0 0,0 1 0 0 0,-1-1 0 0 0,-1 0 0 0 0,0-1 0 0 0,0 1 0 0 0,-1 0 0 0 0,-1-1 0 0 0,0 0 1 0 0,0 0-1 0 0,-1-21 0 0 0,-1 31-320 0 0,0 0 0 0 0,0-1 0 0 0,0 1 1 0 0,0 0-1 0 0,-1-1 0 0 0,1 1 0 0 0,-1 0 0 0 0,0-1 1 0 0,0 1-1 0 0,0 0 0 0 0,0 0 0 0 0,0 0 0 0 0,0 0 1 0 0,0 0-1 0 0,-2-2 0 0 0,2 3-17 0 0,0 0 1 0 0,0 1-1 0 0,0-1 0 0 0,0 0 0 0 0,-1 1 1 0 0,1-1-1 0 0,0 0 0 0 0,0 1 1 0 0,0-1-1 0 0,-1 1 0 0 0,1 0 0 0 0,0-1 1 0 0,0 1-1 0 0,-1 0 0 0 0,1 0 0 0 0,0 0 1 0 0,-1 0-1 0 0,1 0 0 0 0,0 0 1 0 0,-2 1-1 0 0,-1 0 37 0 0,0 0 0 0 0,0 0 0 0 0,1 1 1 0 0,-1 0-1 0 0,0 0 0 0 0,1 0 0 0 0,0 0 0 0 0,-1 0 1 0 0,1 1-1 0 0,0-1 0 0 0,0 1 0 0 0,0 0 0 0 0,0 0 1 0 0,1 0-1 0 0,-5 6 0 0 0,2 0-92 0 0,0 0 0 0 0,1 1 0 0 0,0-1 1 0 0,1 1-1 0 0,0 0 0 0 0,0 0 0 0 0,1 0 0 0 0,0 0 0 0 0,1 1 0 0 0,0-1 0 0 0,1 0 0 0 0,0 1 1 0 0,0-1-1 0 0,1 0 0 0 0,1 0 0 0 0,0 1 0 0 0,0-1 0 0 0,1 0 0 0 0,5 13 0 0 0,-3-11-168 0 0,0 0-1 0 0,1 0 0 0 0,1 0 0 0 0,0-1 0 0 0,0-1 0 0 0,14 16 0 0 0,-13-17-529 0 0,0-2 0 0 0,0 1 0 0 0,1-1 1 0 0,0 0-1 0 0,1-1 0 0 0,-1 0 0 0 0,18 9 0 0 0,0-5-5213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6.6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224 1836 5529 0 0,'1'16'9786'0'0,"-2"-18"-9480"0"0,1 0-1 0 0,-1-1 0 0 0,1 1 0 0 0,0 0 1 0 0,-1 0-1 0 0,1 0 0 0 0,1-1 0 0 0,-1 1 1 0 0,0 0-1 0 0,0 0 0 0 0,1-3 1 0 0,1-17 71 0 0,-5 2 737 0 0,0 22-1764 0 0,0 1 652 0 0,-1 1 4 0 0,0 0 0 0 0,-1 0 1 0 0,1 0-1 0 0,-1-1 1 0 0,-8 5-1 0 0,11-10 77 0 0,0-1 0 0 0,0 0 0 0 0,1 0 0 0 0,-1-1 0 0 0,1 1 0 0 0,0 0 0 0 0,0 0 0 0 0,0-1-1 0 0,0 1 1 0 0,0-7 0 0 0,0 4 51 0 0,-37-128 1042 0 0,17 66-1057 0 0,-17-100 1 0 0,-20-387-14 0 0,54 497-104 0 0,-1 3 88 0 0,4 0 1 0 0,5-67 0 0 0,-2 112-106 0 0,0-1 1 0 0,0 1-1 0 0,1 0 1 0 0,1 0-1 0 0,0 0 1 0 0,0 0-1 0 0,1 0 1 0 0,0 1-1 0 0,1 0 1 0 0,-1 0-1 0 0,2 0 1 0 0,-1 1-1 0 0,2 0 1 0 0,9-9-1 0 0,8-5-43 0 0,1 2 0 0 0,0 1-1 0 0,41-22 1 0 0,-26 21 11 0 0,1 1-1 0 0,0 3 0 0 0,2 1 1 0 0,74-15-1 0 0,55-18-35 0 0,-100 27 20 0 0,2 3 1 0 0,144-16-1 0 0,-37 9 7 0 0,357-25 56 0 0,-458 47 0 0 0,0 4 0 0 0,-1 4 0 0 0,1 3 0 0 0,98 22 0 0 0,-60 5 53 0 0,22 5 32 0 0,-127-38-19 0 0,0 0-1 0 0,1-2 1 0 0,22-1 0 0 0,-25 1-49 0 0,-1-1 0 0 0,0 1 0 0 0,1 1 0 0 0,-1 0 1 0 0,1 0-1 0 0,17 6 0 0 0,14 4-50 0 0,-35-10 34 0 0,1 1 1 0 0,0 1 0 0 0,0-1-1 0 0,10 6 1 0 0,-16-6-5 0 0,0 0 0 0 0,1 0 1 0 0,-1 1-1 0 0,0-1 0 0 0,0 1 1 0 0,0-1-1 0 0,-1 1 0 0 0,1 0 1 0 0,-1 0-1 0 0,0 0 0 0 0,1 1 1 0 0,-1-1-1 0 0,2 6 0 0 0,35 84 173 0 0,-5 1 0 0 0,33 145 0 0 0,-41-144-149 0 0,-11-45 8 0 0,14 91 1 0 0,-7 28 82 0 0,16 181 245 0 0,-35-324-288 0 0,-2-21-45 0 0,0 1 1 0 0,0 0 0 0 0,0-1 0 0 0,-1 1 0 0 0,0 0-1 0 0,0-1 1 0 0,-2 11 0 0 0,-2-21-503 0 0,0-6-1677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7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527 27 2761 0 0,'12'-20'1960'0'0,"-13"14"247"0"0,-11 10-477 0 0,-3 5-996 0 0,0 2 1 0 0,1 0 0 0 0,0 0-1 0 0,1 1 1 0 0,1 1-1 0 0,-19 23 1 0 0,-58 95 1134 0 0,80-116-1607 0 0,-138 235 1351 0 0,10-16-3699 0 0,136-231 1971 0 0,-4 4-444 0 0,1 0 1 0 0,0 0 0 0 0,0 1-1 0 0,0-1 1 0 0,1 1 0 0 0,-2 8-1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7.4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562 79 4609 0 0,'16'-16'271'0'0,"26"-25"-83"0"0,-40 38-15 0 0,1 1 1 0 0,0 0-1 0 0,-1 0 0 0 0,1 0 1 0 0,0 0-1 0 0,0 1 1 0 0,0-1-1 0 0,0 1 0 0 0,1 0 1 0 0,-1 0-1 0 0,0 0 0 0 0,6-1 1 0 0,-9 2-126 0 0,0 0 0 0 0,1 0 0 0 0,-1 0 0 0 0,1 1 0 0 0,-1-1 0 0 0,0 0 0 0 0,1 0 0 0 0,-1 0 0 0 0,0 1 0 0 0,0-1 0 0 0,1 0 0 0 0,-1 0 0 0 0,0 0 0 0 0,1 1 0 0 0,-1-1 1 0 0,0 0-1 0 0,0 1 0 0 0,0-1 0 0 0,1 0 0 0 0,-1 1 0 0 0,0-1 0 0 0,0 0 0 0 0,0 1 0 0 0,0-1 0 0 0,1 0 0 0 0,-1 1 0 0 0,0-1 0 0 0,0 0 0 0 0,0 1 0 0 0,0-1 0 0 0,0 1 0 0 0,0-1 1 0 0,0 0-1 0 0,0 1 0 0 0,0-1 0 0 0,0 0 0 0 0,-1 1 0 0 0,1-1 0 0 0,0 1 0 0 0,0-1 0 0 0,0 0 0 0 0,-1 1 0 0 0,-5 18 1014 0 0,-114 200 4060 0 0,52-101-4149 0 0,-129 199 315 0 0,94-158-1000 0 0,68-104-719 0 0,3 1-1 0 0,2 2 1 0 0,-43 120 0 0 0,69-161-914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7.7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375 262 2761 0 0,'56'-41'1058'0'0,"13"-12"1726"0"0,2 4 0 0 0,121-63 0 0 0,-191 111-2695 0 0,0 0 0 0 0,1 0 0 0 0,-1 1 0 0 0,0-1 0 0 0,1 1 1 0 0,-1-1-1 0 0,1 1 0 0 0,-1-1 0 0 0,1 1 0 0 0,-1 0 0 0 0,1 0 1 0 0,-1 0-1 0 0,1 0 0 0 0,2 0 0 0 0,-4 0-50 0 0,1 1 0 0 0,-1-1 1 0 0,0 0-1 0 0,1 1 0 0 0,-1-1 0 0 0,0 0 1 0 0,0 1-1 0 0,1-1 0 0 0,-1 0 0 0 0,0 1 0 0 0,0-1 1 0 0,0 1-1 0 0,0-1 0 0 0,0 0 0 0 0,1 1 0 0 0,-1-1 1 0 0,0 1-1 0 0,0-1 0 0 0,0 0 0 0 0,0 1 0 0 0,0-1 1 0 0,0 1-1 0 0,0-1 0 0 0,0 1 0 0 0,0-1 0 0 0,-1 0 1 0 0,1 1-1 0 0,0-1 0 0 0,0 1 0 0 0,0-1 1 0 0,-1 1-1 0 0,-22 42 1426 0 0,20-38-1442 0 0,-282 417 4144 0 0,126-192-3786 0 0,-64 149-729 0 0,141-211-4092 0 0,69-140-1513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27.9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385 58 5065 0 0,'75'-58'383'0'0,"-90"74"908"0"0,-23 33 0 0 0,21-26-893 0 0,-176 271 1596 0 0,27 17-4064 0 0,135-248-1033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3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917 0 3225 0 0,'-188'207'6548'0'0,"13"9"-3617"0"0,30-36-1724 0 0,87-106-1141 0 0,3 2 0 0 0,4 2 0 0 0,3 3 0 0 0,4 1 0 0 0,3 2-1 0 0,-52 160 1 0 0,83-210-978 0 0,2-5-273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3.6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871 3 10138 0 0,'0'-3'3426'0'0,"-15"16"-1503"0"0,-18 22 306 0 0,17-16-1875 0 0,-269 335 2505 0 0,20 15-2578 0 0,153-216-164 0 0,2-4-99 0 0,109-148-29 0 0,-4 7-332 0 0,0 0 0 0 0,0 1 0 0 0,0-1 0 0 0,-5 16 0 0 0,7-10-328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3.9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0 14283 0 0,'-2'1'113'0'0,"0"-1"0"0"0,1 1 0 0 0,-1-1-1 0 0,0 1 1 0 0,0 0 0 0 0,1 0 0 0 0,-1-1 0 0 0,0 1 0 0 0,1 1-1 0 0,-1-1 1 0 0,1 0 0 0 0,-3 2 0 0 0,-34 30 803 0 0,1 2 0 0 0,-37 45-1 0 0,-58 87 1147 0 0,-3 3-1299 0 0,77-103-660 0 0,-81 125 1 0 0,73-69-3189 0 0,54-95-3636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4.1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 8290 0 0,'0'0'41'0'0,"0"1"1"0"0,0-1 0 0 0,1 1-1 0 0,-1-1 1 0 0,0 1-1 0 0,0-1 1 0 0,0 1-1 0 0,0-1 1 0 0,0 1 0 0 0,0-1-1 0 0,1 1 1 0 0,-1 0-1 0 0,0-1 1 0 0,0 1 0 0 0,-1-1-1 0 0,1 1 1 0 0,0-1-1 0 0,0 1 1 0 0,0-1-1 0 0,0 1 1 0 0,0-1 0 0 0,-1 1-1 0 0,1-1 1 0 0,0 1-1 0 0,0-1 1 0 0,-1 1 0 0 0,1-1-1 0 0,0 1 1 0 0,-1-1-1 0 0,1 0 1 0 0,0 1-1 0 0,-1-1 1 0 0,1 1 0 0 0,-2-1-1 0 0,-18 23 989 0 0,15-18-763 0 0,-224 271 6204 0 0,96-76-6542 0 0,120-177-631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4.3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222 1 14283 0 0,'-7'11'632'0'0,"-1"-1"136"0"0,3 1-616 0 0,-2-2-152 0 0,1-2 0 0 0,0 0 0 0 0,-1 3-216 0 0,-7 7-72 0 0,-10 10-8 0 0,-6 8-8 0 0,-5 2-592 0 0,6-6-128 0 0,6-7-16 0 0,3-11-9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39.7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0 7370 0 0,'5'13'509'0'0,"-2"-1"0"0"0,0 1 0 0 0,0 0 0 0 0,-1 0 0 0 0,-1 0 0 0 0,0 0 0 0 0,-1 1 0 0 0,-2 14-1 0 0,2-2 175 0 0,-1 71 1102 0 0,4 138 870 0 0,39 706 1337 0 0,-42 202-2655 0 0,-24 2-706 0 0,5-358-492 0 0,4-238-96 0 0,-2 153 187 0 0,25 80-244 0 0,0 67-23 0 0,-24-267 110 0 0,-4 287-79 0 0,-9 60-46 0 0,7-385 104 0 0,27 129-234 0 0,33 1 185 0 0,4 116 0 0 0,18 281-42 0 0,-53-971 67 0 0,5 580 187 0 0,-7-121-99 0 0,3-424-6 0 0,2 91-2298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41.1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457 0 3681 0 0,'-82'18'1184'0'0,"1"3"0"0"0,-112 44 0 0 0,144-47-345 0 0,43-15-396 0 0,2-3-17 0 0,0 1 1 0 0,1 0-1 0 0,-1 1 1 0 0,1-1-1 0 0,-1 1 1 0 0,1-1-1 0 0,0 1 1 0 0,0 0-1 0 0,0 0 1 0 0,0 1-1 0 0,0-1 1 0 0,-3 3-1 0 0,36 1 2044 0 0,309-12-647 0 0,-159-2-1758 0 0,467-12-55 0 0,396-6 140 0 0,36 39 1061 0 0,165 31-319 0 0,-480-19-613 0 0,811-32-222 0 0,-1323 1-90 0 0,624 7 23 0 0,177-5-615 0 0,253-37 881 0 0,-656 30 1691 0 0,-474 16-1677 0 0,-78 0-49 0 0,1-4 1 0 0,154-18-1 0 0,-250 16-244 0 0,3 1-55 0 0,0-1 0 0 0,-1 0 1 0 0,1-1-1 0 0,-1 1 0 0 0,1-1 1 0 0,5-3-1 0 0,-3-1-435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1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1770 15203 0 0,'-1'-5'7581'0'0,"-5"-7"-7364"0"0,1 0 0 0 0,0 0 0 0 0,0-1 0 0 0,1 1 0 0 0,1-1 0 0 0,-3-19 0 0 0,-2-86 557 0 0,-15-244-290 0 0,0-142-346 0 0,23 463-108 0 0,12-351 601 0 0,-12 383-619 0 0,1 0 0 0 0,-1 0 1 0 0,1 0-1 0 0,1-1 0 0 0,0 2 0 0 0,0-1 0 0 0,0 0 0 0 0,2 0 0 0 0,-1 1 0 0 0,1-1 0 0 0,0 1 0 0 0,0 0 1 0 0,1 0-1 0 0,10-11 0 0 0,-14 17-12 0 0,-1 1-12 0 0,10 7-656 0 0,0-2 657 0 0,0-1 0 0 0,0 0 0 0 0,1-1 0 0 0,-1 0 0 0 0,1-1 0 0 0,0 0 0 0 0,-1-1 0 0 0,14-1 0 0 0,96-11-29 0 0,-103 10 34 0 0,72-9 3 0 0,1 4-1 0 0,175 11 1 0 0,172 7-43 0 0,-259-10 38 0 0,349-8 233 0 0,-368-7 98 0 0,-111 7-109 0 0,0 2 0 0 0,1 3-1 0 0,-1 1 1 0 0,69 9 0 0 0,-117-8-222 0 0,0 0 1 0 0,-1 0-1 0 0,1-1 0 0 0,0 1 1 0 0,0 0-1 0 0,0 0 1 0 0,0 0-1 0 0,0 0 0 0 0,0 0 1 0 0,-1 0-1 0 0,1-1 1 0 0,0 1-1 0 0,0 0 0 0 0,0 0 1 0 0,0 0-1 0 0,0 0 1 0 0,0 0-1 0 0,0-1 0 0 0,0 1 1 0 0,0 0-1 0 0,0 0 1 0 0,0 0-1 0 0,0 0 0 0 0,0-1 1 0 0,0 1-1 0 0,0 0 1 0 0,0 0-1 0 0,0 0 1 0 0,0 0-1 0 0,0-1 0 0 0,0 1 1 0 0,0 0-1 0 0,0 0 1 0 0,0 0-1 0 0,0 0 0 0 0,0 0 1 0 0,1-1-1 0 0,-1 1 1 0 0,0 0-1 0 0,0 0 0 0 0,0 0 1 0 0,0 0-1 0 0,0 0 1 0 0,0 0-1 0 0,0-1 0 0 0,1 1 1 0 0,-1 0-1 0 0,0 0 1 0 0,0 0-1 0 0,0 0 0 0 0,0 0 1 0 0,0 0-1 0 0,1 0 1 0 0,-1 0-1 0 0,0 0 0 0 0,0 0 1 0 0,0 0-1 0 0,0 0 1 0 0,1 0-1 0 0,-11-10-62 0 0,10 10 44 0 0,-1-1-92 0 0,0 1-1 0 0,0 0 1 0 0,1-1 0 0 0,-1 1 0 0 0,0-1 0 0 0,1 0 0 0 0,-1 1-1 0 0,0-1 1 0 0,1 1 0 0 0,-1-1 0 0 0,1 0 0 0 0,-1 0 0 0 0,1 1-1 0 0,-1-1 1 0 0,1 0 0 0 0,-1 0 0 0 0,1 1 0 0 0,0-1 0 0 0,0 0-1 0 0,-1 0 1 0 0,1 0 0 0 0,0 0 0 0 0,0 0 0 0 0,0-1 0 0 0,13-9-3539 0 0,7-5 3608 0 0,-12 4-1920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2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88 178 5529 0 0,'-13'-23'2602'0'0,"1"-1"1"0"0,1-1-1 0 0,-13-41 0 0 0,18 39 641 0 0,4 20-695 0 0,7 22-1459 0 0,-2 8-1036 0 0,0 0-1 0 0,-1 1 0 0 0,-2 0 1 0 0,0-1-1 0 0,-2 1 1 0 0,-6 32-1 0 0,-1 47-40 0 0,9-102-12 0 0,1 79 0 0 0,0-74 0 0 0,0 0 0 0 0,0 0 0 0 0,0 1 0 0 0,1-1 0 0 0,-1 0 0 0 0,1 0 0 0 0,1-1 0 0 0,-1 1 0 0 0,1 0 0 0 0,6 7 0 0 0,-8-14 164 0 0,-4-8-115 0 0,-6-18-35 0 0,8 22 20 0 0,-7-18 28 0 0,2-2 0 0 0,1 1 0 0 0,1 0 0 0 0,1-1-1 0 0,0-34 1 0 0,14-126 429 0 0,-10 175-464 0 0,-1 4 22 0 0,0-1-1 0 0,1 0 0 0 0,0 1 0 0 0,0-1 1 0 0,1 1-1 0 0,4-13 0 0 0,-3 23-12 0 0,0 0 0 0 0,0 0 0 0 0,-1 0 0 0 0,0 0 0 0 0,1 0 0 0 0,-2 0 0 0 0,3 5 0 0 0,71 237-374 0 0,-48-151 186 0 0,-24-87 128 0 0,-1 0 1 0 0,0 0 0 0 0,0 0 0 0 0,0 0 0 0 0,-1 0-1 0 0,0 1 1 0 0,-1-1 0 0 0,0 0 0 0 0,0 1 0 0 0,0-1 0 0 0,-1 0-1 0 0,-4 14 1 0 0,5-22 23 0 0,0 1 0 0 0,0-1 0 0 0,0 0 0 0 0,0 1 0 0 0,-1-1 0 0 0,1 0 0 0 0,0 0 0 0 0,0 1 0 0 0,0-1 0 0 0,0 0 0 0 0,-1 1 0 0 0,1-1 0 0 0,0 0 0 0 0,0 0 0 0 0,-1 0 0 0 0,1 1 0 0 0,0-1 0 0 0,0 0 0 0 0,-1 0 0 0 0,1 0 0 0 0,0 0 0 0 0,-1 1 0 0 0,1-1 0 0 0,0 0 0 0 0,0 0 0 0 0,-1 0 0 0 0,1 0 0 0 0,0 0 0 0 0,-1 0 0 0 0,1 0 0 0 0,0 0 0 0 0,-1 0 0 0 0,1 0 0 0 0,0 0 0 0 0,-1 0 0 0 0,1 0 0 0 0,0 0 0 0 0,-1 0 0 0 0,1-1 0 0 0,-15-10 0 0 0,-6-19 0 0 0,16 19 8 0 0,0-1-1 0 0,1 0 1 0 0,1-1-1 0 0,-1 1 1 0 0,2-1 0 0 0,0 1-1 0 0,-1-22 1 0 0,9-93 72 0 0,-1 29 410 0 0,5 277-243 0 0,-5-119-325 0 0,14 64-145 0 0,-1-16-167 0 0,-17-101 356 0 0,-1-3-45 0 0,-11-27 77 0 0,-12-27 2 0 0,12 30 0 0 0,1-1 0 0 0,2 0 0 0 0,0 0 0 0 0,1-1 0 0 0,1 0 0 0 0,-4-24 0 0 0,7-3 82 0 0,1 0-1 0 0,3-1 0 0 0,10-73 1 0 0,6 179 312 0 0,51 234-866 0 0,-71-299 477 0 0,-3-4 11 0 0,2 0 0 0 0,-6-27 1 0 0,-22-222 132 0 0,32 259-127 0 0,-1 0 0 0 0,1 1-1 0 0,0-1 1 0 0,-1 1 0 0 0,0-1 0 0 0,0 1 0 0 0,1-1 0 0 0,-1 1-1 0 0,-1 0 1 0 0,0-3 0 0 0,1 5-21 0 0,1 0 1 0 0,0 0-1 0 0,0 0 0 0 0,0-1 0 0 0,0 1 1 0 0,0 0-1 0 0,-1 0 0 0 0,1 0 0 0 0,0 0 1 0 0,0 0-1 0 0,0 0 0 0 0,0 0 0 0 0,-1 0 1 0 0,1 0-1 0 0,0 0 0 0 0,0 0 0 0 0,0 0 1 0 0,0 0-1 0 0,-1 0 0 0 0,1 0 0 0 0,0 0 1 0 0,0 0-1 0 0,0 0 0 0 0,0 0 0 0 0,-1 0 1 0 0,1 0-1 0 0,0 0 0 0 0,0 0 0 0 0,0 0 1 0 0,0 0-1 0 0,-1 1 0 0 0,1-1 0 0 0,0 0 1 0 0,0 0-1 0 0,0 0 0 0 0,0 0 0 0 0,0 0 1 0 0,0 0-1 0 0,-1 1 0 0 0,1-1 0 0 0,0 0 1 0 0,0 0-1 0 0,-7 18-315 0 0,1 19-1399 0 0,4-11-3960 0 0,2-1-1767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2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11522 0 0,'0'-1'129'0'0,"0"-1"0"0"0,0 0 0 0 0,0 0-1 0 0,0 0 1 0 0,1 0 0 0 0,-1 0-1 0 0,0 0 1 0 0,1 0 0 0 0,-1 0 0 0 0,1 1-1 0 0,0-1 1 0 0,0 0 0 0 0,-1 0-1 0 0,1 1 1 0 0,2-3 0 0 0,-3 4-72 0 0,0-1 0 0 0,1 1 0 0 0,-1 0 0 0 0,0 0 0 0 0,1 0 0 0 0,-1 0 0 0 0,0 0 0 0 0,1 0 0 0 0,-1-1 0 0 0,0 1 0 0 0,1 0 0 0 0,-1 0 0 0 0,0 0 0 0 0,1 0 0 0 0,-1 0 0 0 0,1 0 0 0 0,-1 0 0 0 0,0 0 0 0 0,1 0 0 0 0,-1 1 0 0 0,0-1 0 0 0,1 0 0 0 0,-1 0 0 0 0,0 0 1 0 0,1 0-1 0 0,-1 0 0 0 0,0 1 0 0 0,1-1 0 0 0,13 17 1496 0 0,6 21-313 0 0,-1 1 1 0 0,-3 1-1 0 0,20 70 1 0 0,-23-67-886 0 0,5 24-187 0 0,-3 1 0 0 0,-2 1-1 0 0,-4 1 1 0 0,1 94 0 0 0,-10-164-178 0 0,3 30-128 0 0,-3-29-10 0 0,0-1 0 0 0,0 1 0 0 0,0 0 0 0 0,0 0 0 0 0,0-1 0 0 0,0 1 0 0 0,0 0 0 0 0,0 0 0 0 0,0-1 0 0 0,1 1 0 0 0,-1 0 0 0 0,0-1 0 0 0,1 1 0 0 0,-1 0 0 0 0,0-1 0 0 0,1 1 0 0 0,-1 0 0 0 0,1-1 0 0 0,-1 1-1 0 0,1-1 1 0 0,-1 1 0 0 0,1-1 0 0 0,0 1 0 0 0,-1-1 0 0 0,1 1 0 0 0,-1-1 0 0 0,1 0 0 0 0,0 1 0 0 0,0-1 0 0 0,-1 0 0 0 0,1 1 0 0 0,0-1 0 0 0,1 0 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3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4609 0 0,'0'-4'194'0'0,"1"-1"0"0"0,0 0 0 0 0,0 1 0 0 0,1 0 0 0 0,-1-1 0 0 0,1 1 0 0 0,0 0 0 0 0,0-1 0 0 0,0 1 0 0 0,1 1 1 0 0,4-8-1 0 0,35-36 1422 0 0,-31 37-1237 0 0,0 0-1 0 0,1 1 1 0 0,0 0 0 0 0,1 1 0 0 0,-1 0 0 0 0,1 2 0 0 0,1-1-1 0 0,0 1 1 0 0,0 1 0 0 0,0 0 0 0 0,16-2 0 0 0,-19 4-3 0 0,0 1 1 0 0,0 1 0 0 0,0 0 0 0 0,0 0-1 0 0,0 1 1 0 0,0 1 0 0 0,0-1 0 0 0,0 2 0 0 0,0 0-1 0 0,0 0 1 0 0,0 1 0 0 0,-1 0 0 0 0,1 1 0 0 0,-1 0-1 0 0,16 9 1 0 0,-23-12-323 0 0,-1 1 0 0 0,0-1 0 0 0,0 1-1 0 0,0-1 1 0 0,0 1 0 0 0,0 0 0 0 0,0 0 0 0 0,0 0 0 0 0,-1 0 0 0 0,1 0-1 0 0,-1 0 1 0 0,1 1 0 0 0,-1-1 0 0 0,0 0 0 0 0,0 1 0 0 0,0-1-1 0 0,0 1 1 0 0,0-1 0 0 0,-1 1 0 0 0,1 3 0 0 0,-1-2-1 0 0,0 0 0 0 0,0 0 0 0 0,-1 0 1 0 0,0 0-1 0 0,0 0 0 0 0,0 0 0 0 0,0 0 0 0 0,-1-1 1 0 0,1 1-1 0 0,-1-1 0 0 0,0 1 0 0 0,-3 3 0 0 0,-5 7 112 0 0,-1 0-1 0 0,-1-1 1 0 0,0-1-1 0 0,0 0 0 0 0,-16 11 1 0 0,-12 9 230 0 0,-70 40 0 0 0,93-62-718 0 0,0-1-1 0 0,0-1 0 0 0,-1-1 0 0 0,0 0 1 0 0,0-1-1 0 0,-1-1 0 0 0,-29 3 1 0 0,33-7-1163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3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33 7370 0 0,'-9'1'534'0'0,"-1"0"1"0"0,1 0-1 0 0,0 1 1 0 0,0 1 0 0 0,0-1-1 0 0,0 2 1 0 0,0-1-1 0 0,1 1 1 0 0,-1 0 0 0 0,1 1-1 0 0,0 0 1 0 0,1 0-1 0 0,-1 1 1 0 0,1 0-1 0 0,-11 12 1 0 0,11-12-370 0 0,1 0 1 0 0,1 1-1 0 0,-1 0 1 0 0,1 0-1 0 0,1 1 0 0 0,-1-1 1 0 0,1 1-1 0 0,0 0 1 0 0,1 0-1 0 0,0 0 0 0 0,0 1 1 0 0,1-1-1 0 0,0 1 0 0 0,0-1 1 0 0,1 1-1 0 0,0 0 1 0 0,1 10-1 0 0,0-15-135 0 0,1 0 0 0 0,-1 0 0 0 0,1 0 0 0 0,0 0 0 0 0,0 0 0 0 0,0 0 0 0 0,1-1 0 0 0,0 1 1 0 0,-1 0-1 0 0,1 0 0 0 0,0-1 0 0 0,1 0 0 0 0,-1 1 0 0 0,1-1 0 0 0,-1 0 0 0 0,1 0 0 0 0,0 0 0 0 0,3 2 0 0 0,-1-2 30 0 0,-1 0 0 0 0,1 0 0 0 0,0-1 0 0 0,0 0 1 0 0,0 0-1 0 0,0 0 0 0 0,1-1 0 0 0,-1 1 0 0 0,0-1 0 0 0,0-1 0 0 0,1 1 0 0 0,7-1 0 0 0,-5 0 41 0 0,0 0 0 0 0,0-1 1 0 0,0 0-1 0 0,0 0 0 0 0,0-1 0 0 0,-1 0 0 0 0,1 0 0 0 0,0-1 1 0 0,-1 0-1 0 0,0 0 0 0 0,0-1 0 0 0,0 0 0 0 0,0 0 0 0 0,0-1 0 0 0,-1 0 1 0 0,0 0-1 0 0,0 0 0 0 0,7-9 0 0 0,-10 8-39 0 0,0 1-1 0 0,0-1 0 0 0,-1-1 1 0 0,1 1-1 0 0,-2 0 1 0 0,1 0-1 0 0,-1-1 1 0 0,0 1-1 0 0,0-1 1 0 0,0 1-1 0 0,-1-1 1 0 0,0 1-1 0 0,-1-1 1 0 0,1 1-1 0 0,-1-1 0 0 0,-1 1 1 0 0,1-1-1 0 0,-1 1 1 0 0,-3-8-1 0 0,1 2 14 0 0,-1 0 1 0 0,0 1-1 0 0,-1 0 0 0 0,0 0 0 0 0,0 0 0 0 0,-1 1 0 0 0,-1-1 0 0 0,0 2 0 0 0,-11-12 1 0 0,-13-1-165 0 0,30 22-83 0 0,1-1 0 0 0,-1 0-1 0 0,0 0 1 0 0,1 0 0 0 0,-1 1 0 0 0,0-1 0 0 0,0 1-1 0 0,0-1 1 0 0,1 1 0 0 0,-1 0 0 0 0,0 0-1 0 0,0 0 1 0 0,0 0 0 0 0,0 0 0 0 0,0 0-1 0 0,1 1 1 0 0,-1-1 0 0 0,-2 1 0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3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11 8754 0 0,'-4'-2'174'0'0,"0"1"0"0"0,-1-1 0 0 0,1 1 0 0 0,0 0 0 0 0,-1 0 0 0 0,1 0 0 0 0,-1 0 0 0 0,0 1 0 0 0,1-1 0 0 0,-1 1 0 0 0,1 1 0 0 0,-1-1 0 0 0,1 1 0 0 0,-1-1 0 0 0,1 1-1 0 0,-6 2 1 0 0,-5 1 815 0 0,0 1 0 0 0,0 1-1 0 0,-20 11 1 0 0,25-12-721 0 0,0 1 0 0 0,0 0 0 0 0,0 1 0 0 0,1 0 0 0 0,0 1 0 0 0,1 0 0 0 0,-15 16 0 0 0,22-21-235 0 0,-1-1-1 0 0,0 0 1 0 0,1 0 0 0 0,0 0 0 0 0,-1 1 0 0 0,1-1 0 0 0,0 1 0 0 0,0-1-1 0 0,1 1 1 0 0,-1-1 0 0 0,0 1 0 0 0,1-1 0 0 0,0 1 0 0 0,-1 0 0 0 0,1-1-1 0 0,0 1 1 0 0,0 0 0 0 0,1-1 0 0 0,-1 1 0 0 0,1 0 0 0 0,-1-1 0 0 0,1 1-1 0 0,0-1 1 0 0,0 1 0 0 0,0-1 0 0 0,0 1 0 0 0,0-1 0 0 0,0 0 0 0 0,1 0 0 0 0,-1 1-1 0 0,1-1 1 0 0,0 0 0 0 0,-1 0 0 0 0,1 0 0 0 0,0-1 0 0 0,0 1 0 0 0,0 0-1 0 0,1-1 1 0 0,2 2 0 0 0,11 7 124 0 0,1 0 0 0 0,0-2 0 0 0,34 13 0 0 0,-38-18-47 0 0,-1 2-1 0 0,1 0 0 0 0,-1 0 0 0 0,0 1 0 0 0,0 1 1 0 0,-1 0-1 0 0,0 0 0 0 0,0 1 0 0 0,14 14 0 0 0,-24-21-70 0 0,0 0 0 0 0,-1 0 0 0 0,1 1 0 0 0,0-1-1 0 0,0 0 1 0 0,-1 0 0 0 0,1 0 0 0 0,-1 1-1 0 0,1-1 1 0 0,-1 0 0 0 0,1 0 0 0 0,-1 1-1 0 0,0-1 1 0 0,1 0 0 0 0,-1 1 0 0 0,0-1 0 0 0,0 0-1 0 0,0 1 1 0 0,0-1 0 0 0,0 1 0 0 0,-1-1-1 0 0,1 0 1 0 0,-1 2 0 0 0,0 0 14 0 0,0 0 0 0 0,-1-1 0 0 0,1 1 0 0 0,-1-1 0 0 0,0 0 0 0 0,0 0 0 0 0,0 1 0 0 0,0-1 0 0 0,0 0 0 0 0,-4 2 0 0 0,-5 4 86 0 0,0-1 1 0 0,-1-1-1 0 0,-20 9 1 0 0,31-15-134 0 0,-17 8 52 0 0,-1-2 0 0 0,-25 6 0 0 0,-12-3-6289 0 0,20-4-1008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4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0 0 20708 0 0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8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1227 10594 0 0,'0'0'1371'0'0,"-14"-22"1914"0"0,10 13-2835 0 0,0 1 0 0 0,0-1 0 0 0,1 0 0 0 0,0 0 0 0 0,0 0 0 0 0,1 0 0 0 0,1 0 0 0 0,-2-19 0 0 0,3-8 337 0 0,4-37 1 0 0,-1 25-164 0 0,-2-128-10 0 0,-30-261 1 0 0,23 328-501 0 0,6 74-868 0 0,-2 1 0 0 0,-11-62 0 0 0,8 81 69 0 0,-2-14-5136 0 0,7 28 5732 0 0,0 1-1 0 0,0-1 1 0 0,0 0 0 0 0,0 1-1 0 0,0-1 1 0 0,0 1-1 0 0,0-1 1 0 0,1 0-1 0 0,-1 1 1 0 0,0-1-1 0 0,0 0 1 0 0,1 1-1 0 0,-1-1 1 0 0,1 1-1 0 0,-1-1 1 0 0,0 1-1 0 0,1-1 1 0 0,-1 1-1 0 0,1-1 1 0 0,-1 1-1 0 0,1-1 1 0 0,-1 1-1 0 0,1 0 1 0 0,-1-1-1 0 0,1 1 1 0 0,0 0 0 0 0,-1 0-1 0 0,1-1 1 0 0,-1 1-1 0 0,1 0 1 0 0,0 0-1 0 0,-1 0 1 0 0,1 0-1 0 0,0-1 1 0 0,-1 1-1 0 0,1 0 1 0 0,0 1-1 0 0,11-3-12 0 0,-9 2 4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8:59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3395 109 6913 0 0,'-4'-21'4252'0'0,"4"19"-3965"0"0,1 1-1 0 0,-1 0 1 0 0,0 0-1 0 0,0 0 1 0 0,-1 0-1 0 0,1 0 1 0 0,0-1-1 0 0,0 1 1 0 0,0 0-1 0 0,-1 0 1 0 0,1 0-1 0 0,-1 0 1 0 0,1 0-1 0 0,-1 0 1 0 0,1 0-1 0 0,-1 0 1 0 0,1 0-1 0 0,-1 0 1 0 0,0 0-1 0 0,0 0 1 0 0,1 0-1 0 0,-1 0 1 0 0,0 1-1 0 0,-2-2 1 0 0,-8-6 95 0 0,-2 1 0 0 0,1 0 0 0 0,-1 1 1 0 0,0 0-1 0 0,0 1 0 0 0,-1 1 0 0 0,0 0 0 0 0,0 0 0 0 0,0 2 1 0 0,-16-2-1 0 0,-22 0-347 0 0,-75 5 1 0 0,71 1 222 0 0,-316 31-2 0 0,98-4-168 0 0,42-10-150 0 0,-115 5-52 0 0,-15 1 255 0 0,92-5-50 0 0,59-5-20 0 0,-87 5 50 0 0,20-1-174 0 0,5-1-94 0 0,266-18-24 0 0,3 0-24 0 0,-1 0 0 0 0,1 0-1 0 0,-1 1 1 0 0,1-1 0 0 0,0 1-1 0 0,-1 0 1 0 0,1 0 0 0 0,0 0-1 0 0,-1 1 1 0 0,-5 2 0 0 0,5 1-967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0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6913 0 0,'11'-30'15723'0'0,"-12"52"-15618"0"0,0-16-105 0 0,1 0 0 0 0,0 0 0 0 0,0-1 0 0 0,0 1 0 0 0,1 0 0 0 0,0 0 0 0 0,2 8 0 0 0,-2-9 0 0 0,0 0 0 0 0,0 0 0 0 0,0 0 0 0 0,0 0 0 0 0,-1 0 0 0 0,0 0 0 0 0,0 6 0 0 0,-1 6 0 0 0,-1-63-11 0 0,5 33-39 0 0,-3 10 51 0 0,1 0-1 0 0,0 0 1 0 0,-1 0 0 0 0,0 0-1 0 0,1 0 1 0 0,-1 0-1 0 0,-1 0 1 0 0,1 0 0 0 0,0 0-1 0 0,-1 0 1 0 0,-1-5 0 0 0,12 39 56 0 0,-10-27-57 0 0,1 0-1 0 0,0-1 1 0 0,0 1 0 0 0,0-1-1 0 0,0 1 1 0 0,0-1 0 0 0,1 0-1 0 0,0 1 1 0 0,0-1 0 0 0,0 0-1 0 0,0 0 1 0 0,3 3 0 0 0,-5-5 0 0 0,1-4 13 0 0,-1-1 1 0 0,0 0 0 0 0,0 0-1 0 0,-1 0 1 0 0,1 0 0 0 0,-1 0-1 0 0,-1-3 1 0 0,1 2 45 0 0,-4-36 27 0 0,4 28-84 0 0,-1-1 0 0 0,-7-25 0 0 0,16 115 119 0 0,-3-56-430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1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105 148 6449 0 0,'-1'1'131'0'0,"0"-1"0"0"0,1 1 0 0 0,-1 0 0 0 0,1-1 0 0 0,-1 1 0 0 0,1 0 0 0 0,-1-1-1 0 0,1 1 1 0 0,-1 0 0 0 0,1 0 0 0 0,0 0 0 0 0,0-1 0 0 0,-1 1 0 0 0,1 0 0 0 0,0 0-1 0 0,0 0 1 0 0,0 0 0 0 0,0-1 0 0 0,0 1 0 0 0,0 0 0 0 0,0 0 0 0 0,0 0 0 0 0,0 0-1 0 0,0 0 1 0 0,0-1 0 0 0,1 1 0 0 0,-1 0 0 0 0,0 0 0 0 0,1 0 0 0 0,-1-1 0 0 0,0 1-1 0 0,1 0 1 0 0,-1 0 0 0 0,1-1 0 0 0,-1 1 0 0 0,1 0 0 0 0,0-1 0 0 0,0 2 0 0 0,0-1 44 0 0,0-1 0 0 0,0 1 0 0 0,0 0 0 0 0,0-1 0 0 0,0 1 0 0 0,0 0 0 0 0,0-1 0 0 0,1 1 1 0 0,-1-1-1 0 0,0 0 0 0 0,0 1 0 0 0,0-1 0 0 0,0 0 0 0 0,1 0 0 0 0,-1 0 0 0 0,0 0 1 0 0,0 0-1 0 0,0 0 0 0 0,1 0 0 0 0,-1 0 0 0 0,0 0 0 0 0,0 0 0 0 0,0-1 0 0 0,0 1 0 0 0,1-1 1 0 0,-1 1-1 0 0,2-2 0 0 0,-1 0-7 0 0,1 0-1 0 0,0-1 1 0 0,-1 1 0 0 0,1-1 0 0 0,-1 0-1 0 0,0 1 1 0 0,0-1 0 0 0,0 0-1 0 0,-1-1 1 0 0,1 1 0 0 0,0 0 0 0 0,-1 0-1 0 0,0-1 1 0 0,0 1 0 0 0,0-1 0 0 0,0 1-1 0 0,-1-1 1 0 0,1 1 0 0 0,-1-1-1 0 0,0 1 1 0 0,0-1 0 0 0,0 1 0 0 0,-1-1-1 0 0,1 1 1 0 0,-1-1 0 0 0,0 1 0 0 0,0-1-1 0 0,0 1 1 0 0,0-1 0 0 0,-2-2 0 0 0,1 1-110 0 0,0 0 0 0 0,0 0 0 0 0,-1 0 0 0 0,1 1 0 0 0,-1-1 0 0 0,0 1 0 0 0,0-1 0 0 0,-1 1 0 0 0,1 0 0 0 0,-1 0 0 0 0,0 1 0 0 0,0-1 0 0 0,0 1 0 0 0,-1 0 0 0 0,1 0 0 0 0,-1 0 0 0 0,0 1 0 0 0,0-1 0 0 0,-6-1 0 0 0,9 3-49 0 0,0 1 0 0 0,0 0 0 0 0,0 0 1 0 0,0 0-1 0 0,1 0 0 0 0,-1 0 0 0 0,0 0 0 0 0,0 0 0 0 0,0 1 1 0 0,0-1-1 0 0,1 1 0 0 0,-1-1 0 0 0,0 1 0 0 0,0 0 0 0 0,1 0 1 0 0,-1 0-1 0 0,1 0 0 0 0,-1 0 0 0 0,1 0 0 0 0,-3 1 0 0 0,1 2-15 0 0,0-1-1 0 0,0 1 0 0 0,0 0 0 0 0,0-1 1 0 0,1 1-1 0 0,-1 1 0 0 0,1-1 1 0 0,-2 4-1 0 0,0 2-60 0 0,1-1 0 0 0,0 1 0 0 0,1 0 0 0 0,0 0 0 0 0,0 0 0 0 0,1 0 0 0 0,0 11 0 0 0,1-19 49 0 0,0 1 0 0 0,0-1 0 0 0,0 1 0 0 0,1-1 0 0 0,-1 1 0 0 0,1-1 0 0 0,-1 1 0 0 0,1-1 0 0 0,0 0 0 0 0,0 1 0 0 0,0-1 0 0 0,0 0 0 0 0,0 0 0 0 0,1 0 0 0 0,-1 0 0 0 0,1 0 0 0 0,-1 0 0 0 0,1 0 1 0 0,0 0-1 0 0,0-1 0 0 0,0 1 0 0 0,0-1 0 0 0,0 1 0 0 0,0-1 0 0 0,0 0 0 0 0,3 1 0 0 0,-1 0 30 0 0,-1-1-1 0 0,1-1 1 0 0,0 1 0 0 0,0-1 0 0 0,0 1 0 0 0,0-1 0 0 0,0 0 0 0 0,0-1-1 0 0,-1 1 1 0 0,1-1 0 0 0,0 1 0 0 0,0-1 0 0 0,0 0 0 0 0,0 0-1 0 0,4-3 1 0 0,-4 2 37 0 0,0 1 0 0 0,-1-1 0 0 0,1-1 0 0 0,0 1 0 0 0,-1-1 0 0 0,1 1 0 0 0,-1-1 0 0 0,0 0-1 0 0,0 0 1 0 0,0 0 0 0 0,0-1 0 0 0,0 1 0 0 0,-1-1 0 0 0,3-4 0 0 0,-4 6-1 0 0,0-1 0 0 0,0 0-1 0 0,0 1 1 0 0,0-1 0 0 0,-1 0 0 0 0,1 0 0 0 0,-1 0-1 0 0,0 1 1 0 0,0-1 0 0 0,0 0 0 0 0,0 0 0 0 0,0 0 0 0 0,-1 0-1 0 0,1 1 1 0 0,-1-1 0 0 0,0 0 0 0 0,0 0 0 0 0,0 1-1 0 0,0-1 1 0 0,0 0 0 0 0,0 1 0 0 0,-1-1 0 0 0,-3-3-1 0 0,-22-24-73 0 0,27 29-63 0 0,-1 0 0 0 0,0 0 0 0 0,0 0 0 0 0,0 0 1 0 0,0 1-1 0 0,0-1 0 0 0,0 0 0 0 0,0 1 0 0 0,-1-1 1 0 0,1 1-1 0 0,0-1 0 0 0,0 1 0 0 0,0-1 1 0 0,-1 1-1 0 0,1 0 0 0 0,0-1 0 0 0,-1 1 0 0 0,1 0 1 0 0,0 0-1 0 0,0 0 0 0 0,-1 0 0 0 0,1 0 0 0 0,0 1 1 0 0,0-1-1 0 0,-1 0 0 0 0,1 1 0 0 0,0-1 0 0 0,-2 1 1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2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43 141 5985 0 0,'-7'-31'2425'0'0,"-11"-35"1500"0"0,1 22 3535 0 0,22 71-6015 0 0,5 41 1 0 0,-5 78-1521 0 0,-4-82 373 0 0,0-12-274 0 0,7 132 64 0 0,-4-151-166 0 0,0 0 0 0 0,3 0 0 0 0,15 48 0 0 0,-16-68-1386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1 241 6449 0 0,'4'2'956'0'0,"0"-1"0"0"0,0 1 0 0 0,0-1 0 0 0,0 1-1 0 0,0 0 1 0 0,-1 1 0 0 0,5 2 0 0 0,6 5 62 0 0,-1 0 1 0 0,0 1 0 0 0,19 20 0 0 0,-25-22-649 0 0,15 17 693 0 0,39 37-1 0 0,-55-58-943 0 0,0 0 0 0 0,0 0 0 0 0,1 0 0 0 0,0-1 0 0 0,0 0-1 0 0,0 0 1 0 0,0 0 0 0 0,0-1 0 0 0,1 0 0 0 0,-1-1 0 0 0,1 0 0 0 0,12 2-1 0 0,-18-4-79 0 0,-1 0-1 0 0,1 0 0 0 0,-1 0 1 0 0,1 0-1 0 0,-1-1 0 0 0,1 1 1 0 0,-1 0-1 0 0,1-1 0 0 0,-1 1 0 0 0,1-1 1 0 0,-1 0-1 0 0,1 1 0 0 0,-1-1 1 0 0,0 0-1 0 0,1 0 0 0 0,-1 0 1 0 0,0 0-1 0 0,0 0 0 0 0,0 0 0 0 0,0 0 1 0 0,0 0-1 0 0,0-1 0 0 0,0 1 1 0 0,0 0-1 0 0,0-1 0 0 0,-1 1 1 0 0,1 0-1 0 0,-1-1 0 0 0,1 1 0 0 0,-1-1 1 0 0,1 1-1 0 0,-1-1 0 0 0,0 1 1 0 0,1-1-1 0 0,-1-1 0 0 0,1-9 150 0 0,0 1-1 0 0,-1-1 0 0 0,-1-20 1 0 0,0 14-11 0 0,-9-111 637 0 0,5 74-1306 0 0,1-79 1 0 0,4 133 378 0 0,0-1 1 0 0,0 0 0 0 0,0 1-1 0 0,0-1 1 0 0,1 1-1 0 0,-1-1 1 0 0,0 0 0 0 0,1 1-1 0 0,-1-1 1 0 0,1 1-1 0 0,0-1 1 0 0,-1 1-1 0 0,1-1 1 0 0,0 1 0 0 0,0 0-1 0 0,1-2 1 0 0,3 0-960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10594 0 0,'6'2'574'0'0,"0"-1"-1"0"0,0 1 1 0 0,0-1-1 0 0,0 0 1 0 0,0-1-1 0 0,12 1 0 0 0,-9-3-309 0 0,0 0 0 0 0,0-1 0 0 0,-1 0 0 0 0,1 0 0 0 0,-1-1 0 0 0,1 0 0 0 0,-1-1-1 0 0,0 0 1 0 0,-1 0 0 0 0,1-1 0 0 0,-1 1 0 0 0,0-2 0 0 0,-1 1 0 0 0,1-1 0 0 0,4-7-1 0 0,-7 10-205 0 0,-1-1-1 0 0,0 1 0 0 0,0 0 0 0 0,0-1 0 0 0,0 0 0 0 0,-1 0 0 0 0,0 0 0 0 0,0 0 0 0 0,-1 0 0 0 0,1 0 0 0 0,-1 0 0 0 0,0-1 0 0 0,0 1 0 0 0,-1 0 0 0 0,0-1 1 0 0,0 1-1 0 0,0-1 0 0 0,0 1 0 0 0,-1 0 0 0 0,0-1 0 0 0,0 1 0 0 0,0 0 0 0 0,-1 0 0 0 0,0 0 0 0 0,0 0 0 0 0,0 0 0 0 0,-4-6 0 0 0,4 8-31 0 0,0 0 1 0 0,0 1-1 0 0,-1-1 0 0 0,1 0 0 0 0,-1 1 0 0 0,0 0 0 0 0,0-1 0 0 0,0 1 0 0 0,0 0 0 0 0,0 1 0 0 0,0-1 0 0 0,0 0 1 0 0,0 1-1 0 0,-1 0 0 0 0,1 0 0 0 0,-1 0 0 0 0,1 0 0 0 0,-1 0 0 0 0,1 1 0 0 0,-1-1 0 0 0,0 1 0 0 0,1 0 1 0 0,-1 0-1 0 0,1 1 0 0 0,-1-1 0 0 0,0 1 0 0 0,1-1 0 0 0,-1 1 0 0 0,-5 3 0 0 0,5-3-59 0 0,0 1-1 0 0,0-1 1 0 0,0 1-1 0 0,1 0 1 0 0,-1 0-1 0 0,1 1 1 0 0,0-1-1 0 0,-1 1 1 0 0,1-1-1 0 0,0 1 1 0 0,0 0-1 0 0,1 0 1 0 0,-1 1-1 0 0,1-1 1 0 0,-1 0-1 0 0,1 1 1 0 0,0 0-1 0 0,0-1 1 0 0,1 1-1 0 0,-1 0 1 0 0,1 0-1 0 0,0 0 1 0 0,0 0-1 0 0,0 0 1 0 0,0 8-1 0 0,1 3 22 0 0,1-1 0 0 0,1 1-1 0 0,0-1 1 0 0,1 0-1 0 0,0 1 1 0 0,1-1 0 0 0,1-1-1 0 0,0 1 1 0 0,1-1 0 0 0,8 14-1 0 0,-10-20-52 0 0,0 0 0 0 0,1-1 0 0 0,0 1 0 0 0,0-1-1 0 0,1 0 1 0 0,-1 0 0 0 0,1-1 0 0 0,1 1 0 0 0,-1-1 0 0 0,1-1 0 0 0,0 1-1 0 0,0-1 1 0 0,0 0 0 0 0,0-1 0 0 0,1 0 0 0 0,-1 0 0 0 0,1 0 0 0 0,0-1-1 0 0,11 2 1 0 0,11-3-1048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03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94 456 0 0,'2'-6'453'0'0,"-1"0"0"0"0,0 0 0 0 0,0 0 0 0 0,0 0 0 0 0,-1 0 0 0 0,-1-9 0 0 0,1 13-155 0 0,0 0 0 0 0,0 0 0 0 0,0 0 0 0 0,0 0 1 0 0,0 0-1 0 0,-1 0 0 0 0,1 1 0 0 0,0-1 0 0 0,-1 0 0 0 0,0 0 0 0 0,1 1 0 0 0,-1-1 0 0 0,0 0 0 0 0,0 1 0 0 0,0-1 0 0 0,0 0 0 0 0,-1 1 0 0 0,1-1 0 0 0,0 1 0 0 0,0 0 0 0 0,-1 0 0 0 0,1-1 0 0 0,-1 1 0 0 0,-2-1 0 0 0,2 2-93 0 0,0 0 0 0 0,0 0 0 0 0,0 0 0 0 0,0 0 0 0 0,0 1 0 0 0,0-1 0 0 0,0 1 0 0 0,1-1 0 0 0,-1 1 0 0 0,0 0 0 0 0,0 0 0 0 0,0 0 0 0 0,1 0 0 0 0,-1 0 0 0 0,1 0-1 0 0,-1 1 1 0 0,1-1 0 0 0,-1 0 0 0 0,1 1 0 0 0,0-1 0 0 0,-1 1 0 0 0,1-1 0 0 0,0 1 0 0 0,-1 2 0 0 0,-24 43 1507 0 0,26-47-1711 0 0,-45 116 1376 0 0,41-105-1329 0 0,1 1-1 0 0,1-1 0 0 0,-1 1 0 0 0,2 0 0 0 0,0 0 0 0 0,0 0 0 0 0,1 0 0 0 0,2 15 0 0 0,-2-25-33 0 0,0-1 0 0 0,0 1-1 0 0,1-1 1 0 0,-1 1 0 0 0,0-1-1 0 0,1 1 1 0 0,0-1 0 0 0,-1 1-1 0 0,1-1 1 0 0,0 0 0 0 0,-1 1-1 0 0,1-1 1 0 0,0 0 0 0 0,0 1-1 0 0,0-1 1 0 0,2 1 0 0 0,-2-1 4 0 0,0-1 0 0 0,0 1 1 0 0,-1-1-1 0 0,1 0 0 0 0,0 0 0 0 0,0 1 1 0 0,0-1-1 0 0,0 0 0 0 0,-1 0 0 0 0,1 0 1 0 0,0 0-1 0 0,0 0 0 0 0,0 0 1 0 0,0 0-1 0 0,-1 0 0 0 0,1-1 0 0 0,0 1 1 0 0,0 0-1 0 0,0 0 0 0 0,0-1 0 0 0,1 0 1 0 0,1-1 48 0 0,1 0 1 0 0,-1-1 0 0 0,1 1 0 0 0,-1-1 0 0 0,0 0-1 0 0,0 0 1 0 0,0 0 0 0 0,0-1 0 0 0,4-6-1 0 0,0-2 87 0 0,-1-2 0 0 0,0 1 0 0 0,6-24 0 0 0,-9 26-34 0 0,0 0 1 0 0,1 1-1 0 0,1-1 0 0 0,0 1 0 0 0,0-1 0 0 0,10-13 0 0 0,-14 23-115 0 0,0-1-1 0 0,0 1 1 0 0,0 0 0 0 0,1 0-1 0 0,-1 0 1 0 0,0 0 0 0 0,1 0 0 0 0,-1 0-1 0 0,0 0 1 0 0,1 0 0 0 0,-1 1 0 0 0,1-1-1 0 0,-1 0 1 0 0,1 1 0 0 0,-1-1-1 0 0,1 1 1 0 0,0 0 0 0 0,-1-1 0 0 0,1 1-1 0 0,-1 0 1 0 0,1 0 0 0 0,1 0 0 0 0,1 1 9 0 0,-1 0 1 0 0,0 0 0 0 0,0 0-1 0 0,0 0 1 0 0,0 0 0 0 0,0 1-1 0 0,0-1 1 0 0,0 1 0 0 0,0 0-1 0 0,3 3 1 0 0,4 3 27 0 0,-1 1 0 0 0,-1 0 0 0 0,1 0 0 0 0,11 18 0 0 0,-4-3-9 0 0,-1 2 0 0 0,0 0 0 0 0,-2 1 0 0 0,-1 0 0 0 0,-2 0 0 0 0,0 2 0 0 0,8 41 0 0 0,-15-55-11 0 0,-1 1 1 0 0,0 0-1 0 0,-2-1 1 0 0,1 1 0 0 0,-2 0-1 0 0,0-1 1 0 0,-1 1-1 0 0,-1 0 1 0 0,0-1 0 0 0,-1 0-1 0 0,0 0 1 0 0,-2 0 0 0 0,1 0-1 0 0,-2-1 1 0 0,-14 23-1 0 0,12-23 136 0 0,-1-1 0 0 0,-1 0-1 0 0,0 0 1 0 0,0-1 0 0 0,-20 15 0 0 0,27-23-248 0 0,0-1 0 0 0,0 0 0 0 0,0 0 0 0 0,-1 0 1 0 0,1-1-1 0 0,-1 1 0 0 0,0-1 0 0 0,0 0 0 0 0,0-1 0 0 0,0 1 1 0 0,0-1-1 0 0,0 0 0 0 0,0 0 0 0 0,0-1 0 0 0,0 1 1 0 0,-1-1-1 0 0,1 0 0 0 0,0-1 0 0 0,0 1 0 0 0,0-1 1 0 0,-8-2-1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19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11522 0 0,'0'-3'527'0'0,"1"-1"0"0"0,-1 1 0 0 0,0 0 0 0 0,1-1 0 0 0,0 1 0 0 0,0 0 0 0 0,0 0 0 0 0,2-4 0 0 0,-3 7-419 0 0,0-1-1 0 0,0 1 1 0 0,0 0 0 0 0,1 0 0 0 0,-1-1 0 0 0,1 0 539 0 0,-1 1-539 0 0,1-1 0 0 0,-1 1-1 0 0,0 0 1 0 0,0 0 0 0 0,1 0 0 0 0,-1 0 0 0 0,0-1 0 0 0,1 1-1 0 0,-1 0 1 0 0,0 0 0 0 0,1 0 0 0 0,-1 0 0 0 0,0 0 0 0 0,1 0 0 0 0,-1 0-1 0 0,0 0 1 0 0,1 0 0 0 0,0 0 0 0 0,-1 1-7 0 0,1-1 0 0 0,0 1-1 0 0,0 0 1 0 0,0 0 0 0 0,0-1 0 0 0,-1 1-1 0 0,1 0 1 0 0,0 0 0 0 0,-1 0 0 0 0,1 0 0 0 0,-1 0-1 0 0,1 0 1 0 0,-1 0 0 0 0,1 0 0 0 0,-1 1 0 0 0,15 36 181 0 0,-1 1 1 0 0,-3 0 0 0 0,-1 1-1 0 0,-1 0 1 0 0,2 43 0 0 0,-9-57-321 0 0,0 10-490 0 0,2 0 1 0 0,2-1-1 0 0,10 38 0 0 0,-10-54-708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20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1 268 7370 0 0,'8'-9'8143'0'0,"-8"9"-7977"0"0,20 13 1760 0 0,18 25-1295 0 0,22 38 852 0 0,34 38-13 0 0,-80-98-1181 0 0,2-1 1 0 0,0 0-1 0 0,1-2 0 0 0,30 20 1 0 0,-45-32-271 0 0,-1 0 0 0 0,1 0 0 0 0,0 0 0 0 0,-1 0 1 0 0,1 0-1 0 0,0-1 0 0 0,0 1 0 0 0,0-1 1 0 0,0 1-1 0 0,0-1 0 0 0,-1 0 0 0 0,4 1 1 0 0,-5-1-4 0 0,1-1 1 0 0,0 1 0 0 0,-1 0 0 0 0,1 0 0 0 0,-1 0 0 0 0,1-1-1 0 0,-1 1 1 0 0,1 0 0 0 0,0 0 0 0 0,-1-1 0 0 0,1 1-1 0 0,-1-1 1 0 0,0 1 0 0 0,1 0 0 0 0,-1-1 0 0 0,1 1-1 0 0,-1-1 1 0 0,0 1 0 0 0,1-1 0 0 0,-1 1 0 0 0,0-1-1 0 0,1 1 1 0 0,-1-1 0 0 0,0 0 0 0 0,1 0 0 0 0,0-4 127 0 0,-1-1 1 0 0,1 0 0 0 0,-1 1 0 0 0,0-1 0 0 0,0 0 0 0 0,-2-8-1 0 0,0-7 188 0 0,0-64 203 0 0,3 0 0 0 0,5 0-1 0 0,16-90 1 0 0,-5 113-2857 0 0,-6 33-6488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24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41 3681 0 0,'0'0'121'0'0,"-1"-1"0"0"0,1 1 0 0 0,-1 0 0 0 0,0-1 0 0 0,1 1 0 0 0,-1 0 0 0 0,1-1 0 0 0,-1 1 0 0 0,0-1 0 0 0,1 1 0 0 0,-1 0 0 0 0,1-1 0 0 0,0 1 0 0 0,-1-1 0 0 0,1 0 0 0 0,-1 1 0 0 0,1-1 0 0 0,0 1 0 0 0,-1-1 0 0 0,1 0 0 0 0,0 1 0 0 0,0-1 0 0 0,0 0 0 0 0,-1 1 0 0 0,1-1 0 0 0,0 0 0 0 0,0 1 0 0 0,0-1 0 0 0,0 0 0 0 0,0-1 0 0 0,0 2 136 0 0,-1-2 1 0 0,1 1-1 0 0,0 0 0 0 0,-1 0 0 0 0,1 0 1 0 0,0 0-1 0 0,0 0 0 0 0,-1 0 0 0 0,1 0 1 0 0,0 0-1 0 0,0 0 0 0 0,0 0 1 0 0,1-1-1 0 0,-1 1 0 0 0,0 0 0 0 0,0 0 1 0 0,1 0-1 0 0,-1 0 0 0 0,1-1 0 0 0,-10 32 3292 0 0,-4 54-1797 0 0,-5 163 0 0 0,19-198-1572 0 0,1 0 1 0 0,3 0-1 0 0,2-1 0 0 0,23 84 0 0 0,-23-112-239 0 0,0 0 0 0 0,1 0 0 0 0,1-1 0 0 0,1-1 1 0 0,1 0-1 0 0,0 0 0 0 0,2-1 0 0 0,0 0 0 0 0,0-1 0 0 0,2-1 0 0 0,0 0 0 0 0,0-1 0 0 0,2 0 0 0 0,-1-1 0 0 0,2-2 0 0 0,0 1 1 0 0,0-2-1 0 0,1 0 0 0 0,0-2 0 0 0,1 0 0 0 0,-1-1 0 0 0,36 8 0 0 0,7-5-6826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09:2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29 10594 0 0,'-1'-1'41'0'0,"1"1"1"0"0,-1-1-1 0 0,0 0 0 0 0,0 0 0 0 0,1 1 0 0 0,-1-1 1 0 0,1 0-1 0 0,-1 0 0 0 0,1 0 0 0 0,-1 0 0 0 0,1 0 1 0 0,-1 0-1 0 0,1 0 0 0 0,0 1 0 0 0,0-1 0 0 0,-1 0 1 0 0,1 0-1 0 0,0 0 0 0 0,0-1 0 0 0,0 1 0 0 0,0 0 0 0 0,0 0 1 0 0,0-1-1 0 0,1 1 13 0 0,0 1 0 0 0,-1-1 0 0 0,1 1 1 0 0,0-1-1 0 0,0 1 0 0 0,-1 0 0 0 0,1-1 0 0 0,0 1 0 0 0,0-1 1 0 0,-1 1-1 0 0,1 0 0 0 0,0 0 0 0 0,0 0 0 0 0,0-1 0 0 0,0 1 1 0 0,-1 0-1 0 0,1 0 0 0 0,0 0 0 0 0,0 0 0 0 0,0 0 0 0 0,1 1 0 0 0,4-1 335 0 0,1 1 0 0 0,-1 1 0 0 0,0-1 0 0 0,1 1 0 0 0,-1 0 0 0 0,6 3 0 0 0,9 8 236 0 0,-1 0 0 0 0,-1 1 0 0 0,0 1 1 0 0,-1 1-1 0 0,0 1 0 0 0,-2 0 1 0 0,29 39-1 0 0,-16-14-116 0 0,-2 1-1 0 0,37 80 1 0 0,-49-91-431 0 0,-2 2 1 0 0,-1 0 0 0 0,-1 0 0 0 0,10 69-1 0 0,-18-78-130 0 0,-1 1-1 0 0,-2 0 1 0 0,0 1-1 0 0,-2-1 1 0 0,0 0-1 0 0,-2-1 1 0 0,-10 39-1 0 0,-5-8-476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53 141 13363 0 0,'-2'-1'153'0'0,"-3"-1"89"0"0,0 1-1 0 0,1 0 1 0 0,-1-1-1 0 0,0 2 1 0 0,1-1 0 0 0,-7 0-1 0 0,11 1-204 0 0,-1 0 1 0 0,0 0-1 0 0,1 0 0 0 0,-1 0 0 0 0,1 0 0 0 0,-1 0 0 0 0,1 1 0 0 0,-1-1 0 0 0,1 0 0 0 0,-1 0 0 0 0,1 0 0 0 0,0 1 0 0 0,-1-1 0 0 0,1 0 0 0 0,-1 1 0 0 0,1-1 1 0 0,-1 0-1 0 0,1 1 0 0 0,0-1 0 0 0,-1 1 0 0 0,1-1 0 0 0,0 0 0 0 0,0 1 0 0 0,-1-1 0 0 0,1 1 0 0 0,0 1 63 0 0,-1-1 0 0 0,1 1 0 0 0,0-1 0 0 0,0 0 0 0 0,0 1 0 0 0,0-1 0 0 0,0 1 1 0 0,1-1-1 0 0,-1 1 0 0 0,0-1 0 0 0,1 1 0 0 0,-1-1 0 0 0,2 3 0 0 0,82 206 2388 0 0,-58-135-2044 0 0,65 129-1 0 0,-75-174-311 0 0,2-1 0 0 0,1 0 0 0 0,1-1 0 0 0,2-1-1 0 0,0-1 1 0 0,46 40 0 0 0,-63-62-89 0 0,-1-1-1 0 0,0 1 1 0 0,1-1 0 0 0,0-1-1 0 0,0 1 1 0 0,0-1-1 0 0,0 1 1 0 0,0-1 0 0 0,0-1-1 0 0,1 1 1 0 0,-1-1 0 0 0,0 0-1 0 0,1 0 1 0 0,-1-1 0 0 0,8 1-1 0 0,-10-2-13 0 0,1 1-1 0 0,-1-1 0 0 0,1 0 1 0 0,-1 0-1 0 0,1 0 0 0 0,-1 0 1 0 0,1-1-1 0 0,-1 1 0 0 0,0-1 1 0 0,0 0-1 0 0,0 0 0 0 0,0 0 1 0 0,0 0-1 0 0,0-1 0 0 0,-1 1 1 0 0,1-1-1 0 0,-1 0 0 0 0,0 0 1 0 0,1 0-1 0 0,-1 0 1 0 0,-1 0-1 0 0,1 0 0 0 0,0 0 1 0 0,1-4-1 0 0,5-14 128 0 0,-1 0 1 0 0,0-1 0 0 0,-2 0-1 0 0,4-31 1 0 0,3-94 332 0 0,-7 64-310 0 0,1-33-131 0 0,-4 53-495 0 0,3 1 0 0 0,3 0 0 0 0,15-63 0 0 0,-21 118 19 0 0,0 0 0 0 0,1 0 0 0 0,0 0 0 0 0,0 1 0 0 0,5-8 0 0 0,5-5-6981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1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0 220 8754 0 0,'4'-2'196'0'0,"-1"1"-1"0"0,1 0 1 0 0,-1-1 0 0 0,1 0 0 0 0,-1 0-1 0 0,0 0 1 0 0,0 0 0 0 0,0 0 0 0 0,0-1-1 0 0,3-2 1 0 0,29-34 2234 0 0,-16 18-1801 0 0,-11 12-457 0 0,17-17 877 0 0,31-25 0 0 0,-9 20-2380 0 0,-40 27 464 0 0,-1 1 0 0 0,1 1 0 0 0,0-1 0 0 0,0 1 0 0 0,9-2 0 0 0,-14 4 627 0 0,0-1-1 0 0,0 1 0 0 0,1 0 0 0 0,-1 0 0 0 0,0 0 0 0 0,0 0 0 0 0,1 1 1 0 0,-1-1-1 0 0,3 1 0 0 0,3 4 76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2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9218 0 0,'3'0'447'0'0,"1"0"0"0"0,-1 0 0 0 0,1-1 0 0 0,-1 1-1 0 0,1-1 1 0 0,-1 0 0 0 0,0 1 0 0 0,1-2 0 0 0,-1 1 0 0 0,4-2 0 0 0,34-23 691 0 0,5-1-2767 0 0,-32 18 1613 0 0,-2 0 16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2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 10594 0 0,'-8'-6'7538'0'0,"5"33"-5049"0"0,4 43-1503 0 0,3-15-600 0 0,3 65-96 0 0,43 231 1 0 0,-46-334-1642 0 0,1 0-1 0 0,9 19 1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60 4145 0 0,'-1'-1'95'0'0,"1"1"-1"0"0,-1-1 1 0 0,1 1 0 0 0,-1-1-1 0 0,0 1 1 0 0,1-1 0 0 0,-1 0-1 0 0,1 1 1 0 0,0-1 0 0 0,-1 0-1 0 0,1 0 1 0 0,0 1 0 0 0,-1-1-1 0 0,1 0 1 0 0,0 0 0 0 0,0 1-1 0 0,-1-1 1 0 0,1 0 0 0 0,0 0-1 0 0,0 0 1 0 0,0 1 0 0 0,0-1-1 0 0,0 0 1 0 0,0 0 0 0 0,1 0-1 0 0,-1 1 1 0 0,0-1 0 0 0,0 0-1 0 0,0 0 1 0 0,1 1 0 0 0,-1-1 0 0 0,0 0-1 0 0,1 0 1 0 0,-1 1 0 0 0,1-1-1 0 0,0-1 1 0 0,2 0 501 0 0,1 0 0 0 0,-1 0-1 0 0,1 0 1 0 0,-1 0 0 0 0,1 1 0 0 0,7-3 0 0 0,0 0-350 0 0,1 1 1 0 0,0 0-1 0 0,0 0 1 0 0,0 1 0 0 0,0 1-1 0 0,0 0 1 0 0,16 1 0 0 0,-22 1-248 0 0,1 0 1 0 0,-1 0 0 0 0,1 0-1 0 0,-1 1 1 0 0,0-1 0 0 0,1 2 0 0 0,-1-1-1 0 0,0 1 1 0 0,-1 0 0 0 0,1 0-1 0 0,0 0 1 0 0,-1 1 0 0 0,0 0 0 0 0,0 0-1 0 0,6 5 1 0 0,0 5 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2 126 9674 0 0,'0'0'30'0'0,"0"1"0"0"0,0-1 0 0 0,-1 0 0 0 0,1 1 0 0 0,0-1 0 0 0,0 0 0 0 0,0 1 0 0 0,-1-1 0 0 0,1 0-1 0 0,0 1 1 0 0,0-1 0 0 0,0 1 0 0 0,0-1 0 0 0,0 0 0 0 0,0 1 0 0 0,0-1 0 0 0,0 1 0 0 0,0-1 0 0 0,0 0 0 0 0,0 1 0 0 0,0-1 0 0 0,0 1 0 0 0,1-1 0 0 0,-1 0 0 0 0,0 1-1 0 0,0-1 1 0 0,0 0 0 0 0,0 1 0 0 0,1-1 0 0 0,-1 0 0 0 0,0 1 0 0 0,0-1 0 0 0,1 0 0 0 0,-1 1 0 0 0,0-1 0 0 0,1 0 0 0 0,16-1 1577 0 0,24-17 654 0 0,-38 16-2264 0 0,43-21 1625 0 0,-6 2-3328 0 0,0 2 1 0 0,80-27-1 0 0,-85 38 1572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3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12443 0 0,'0'0'23'0'0,"0"0"1"0"0,0 0 0 0 0,0 0 0 0 0,0 0-1 0 0,0 0 1 0 0,0 0 0 0 0,0 0 0 0 0,0 0-1 0 0,0-1 1 0 0,0 1 0 0 0,0 0 0 0 0,0 0-1 0 0,-1 0 1 0 0,1 0 0 0 0,0 0 0 0 0,0 0-1 0 0,0 0 1 0 0,0 0 0 0 0,0 0 0 0 0,1-1-1 0 0,-1 1 1 0 0,0 0 0 0 0,0 0 0 0 0,0 0-1 0 0,0 0 1 0 0,0 0 0 0 0,0 0-1 0 0,0 0 1 0 0,0 0 0 0 0,0 0 0 0 0,0-1-1 0 0,0 1 1 0 0,0 0 0 0 0,0 0 0 0 0,0 0-1 0 0,0 0 1 0 0,0 0 0 0 0,0 0 0 0 0,1 0-1 0 0,-1 0 1 0 0,0 0 0 0 0,0 0 0 0 0,0 0-1 0 0,0 0 1 0 0,0 0 0 0 0,0 0 0 0 0,0 0-1 0 0,0 0 1 0 0,0 0 0 0 0,0 0 0 0 0,1 0-1 0 0,-1 0 1 0 0,0 0 0 0 0,0 0 0 0 0,0 0-1 0 0,0 0 1 0 0,0 0 0 0 0,0 0 0 0 0,0 0-1 0 0,0 0 1 0 0,1 0 0 0 0,-1 0-1 0 0,0 0 1 0 0,0 0 0 0 0,0 0 0 0 0,0 0-1 0 0,0 0 1 0 0,0 0 0 0 0,7 9 1224 0 0,6 15 123 0 0,1 21-244 0 0,-3 0 1 0 0,-1 0 0 0 0,-2 1 0 0 0,2 60-1 0 0,-2-25-809 0 0,17 82 73 0 0,2 18-4974 0 0,-26-168 2851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3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1 208 920 0 0,'-1'-10'561'0'0,"1"0"0"0"0,1 0 0 0 0,-1 0 0 0 0,2 0 0 0 0,-1 0 0 0 0,1 0 0 0 0,1 0 0 0 0,0 0-1 0 0,0 1 1 0 0,1-1 0 0 0,0 1 0 0 0,1 0 0 0 0,7-11 0 0 0,-9 16-251 0 0,-1 0 0 0 0,1-1 0 0 0,1 1 0 0 0,-1 0 0 0 0,1 0-1 0 0,-1 1 1 0 0,1-1 0 0 0,0 1 0 0 0,0 0 0 0 0,1 0 0 0 0,-1 0 0 0 0,1 1 0 0 0,-1-1 0 0 0,1 1 0 0 0,0 0 0 0 0,0 0-1 0 0,0 1 1 0 0,0 0 0 0 0,0 0 0 0 0,0 0 0 0 0,0 0 0 0 0,0 1 0 0 0,0 0 0 0 0,1 0 0 0 0,-1 0 0 0 0,0 0-1 0 0,7 2 1 0 0,-10-1-246 0 0,0 0-1 0 0,0 0 0 0 0,0-1 0 0 0,0 2 0 0 0,0-1 0 0 0,0 0 1 0 0,0 0-1 0 0,0 0 0 0 0,0 1 0 0 0,-1-1 0 0 0,1 1 0 0 0,-1-1 1 0 0,1 1-1 0 0,-1 0 0 0 0,1 0 0 0 0,-1 0 0 0 0,0 0 0 0 0,0 0 1 0 0,0 0-1 0 0,0 0 0 0 0,0 0 0 0 0,-1 0 0 0 0,1 0 1 0 0,0 0-1 0 0,-1 0 0 0 0,0 1 0 0 0,1-1 0 0 0,-1 0 0 0 0,0 0 1 0 0,0 1-1 0 0,0-1 0 0 0,-1 2 0 0 0,-1 11 45 0 0,0-1 1 0 0,0 0-1 0 0,-9 26 1 0 0,7-26 5 0 0,-46 118-66 0 0,33-92-55 0 0,-23 80-1 0 0,40-118 48 0 0,-1 0-1 0 0,1 0 1 0 0,-1 0-1 0 0,1 0 1 0 0,-1 0 0 0 0,1-1-1 0 0,0 1 1 0 0,0 0-1 0 0,0 0 1 0 0,0 0-1 0 0,0 0 1 0 0,1 0-1 0 0,-1 0 1 0 0,1 0 0 0 0,-1 0-1 0 0,1 0 1 0 0,0 0-1 0 0,-1-1 1 0 0,1 1-1 0 0,0 0 1 0 0,0 0-1 0 0,0-1 1 0 0,0 1-1 0 0,1-1 1 0 0,1 3 0 0 0,0-3 31 0 0,-1 1 1 0 0,1-1 0 0 0,0 0 0 0 0,0 0-1 0 0,0 0 1 0 0,0 0 0 0 0,0-1 0 0 0,0 1-1 0 0,1-1 1 0 0,-1 0 0 0 0,0 0 0 0 0,0 0-1 0 0,0 0 1 0 0,0 0 0 0 0,4-2 0 0 0,13 0-36 0 0,131-14 922 0 0,-127 15-1477 0 0,1 2 0 0 0,0 0 0 0 0,-1 1 0 0 0,28 7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4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91 2304 0 0,'-13'-35'2653'0'0,"3"-20"14025"0"0,17 264-15137 0 0,-4 109-1068 0 0,-9-238-494 0 0,1-34-832 0 0,4 92 0 0 0,3-114-7002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5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102 254 5985 0 0,'-52'-51'3427'0'0,"3"-8"6596"0"0,48 59-9957 0 0,1 0 1 0 0,0 0-1 0 0,0 0 1 0 0,0-1-1 0 0,0 1 1 0 0,0 0-1 0 0,0 0 1 0 0,0 0-1 0 0,0 0 1 0 0,0-1-1 0 0,0 1 1 0 0,0 0-1 0 0,0 0 1 0 0,2-3 1130 0 0,-2 3-1131 0 0,12 0 928 0 0,14 9-765 0 0,-18-2-179 0 0,1 0 1 0 0,-1 0 0 0 0,-1 1 0 0 0,1 0 0 0 0,-1 0 0 0 0,0 1 0 0 0,-1 0 0 0 0,0 0-1 0 0,6 13 1 0 0,6 16 17 0 0,14 43 0 0 0,-6-14 1 0 0,24 36-69 0 0,-44-93 0 0 0,0 0 0 0 0,0-1 0 0 0,1 0 0 0 0,0 0 0 0 0,1-1 0 0 0,0 0 0 0 0,0 0 0 0 0,11 6 0 0 0,-19-13 6 0 0,1 0 0 0 0,0 0 1 0 0,0-1-1 0 0,0 1 0 0 0,-1 0 0 0 0,1-1 1 0 0,0 1-1 0 0,0-1 0 0 0,0 1 0 0 0,0-1 0 0 0,0 0 1 0 0,0 1-1 0 0,0-1 0 0 0,0 0 0 0 0,0 0 0 0 0,0 1 1 0 0,0-1-1 0 0,0 0 0 0 0,0 0 0 0 0,0 0 0 0 0,0 0 1 0 0,0-1-1 0 0,0 1 0 0 0,0 0 0 0 0,0 0 1 0 0,0-1-1 0 0,0 1 0 0 0,0 0 0 0 0,0-1 0 0 0,0 1 1 0 0,0-1-1 0 0,0 1 0 0 0,0-1 0 0 0,0 0 0 0 0,0 1 1 0 0,-1-1-1 0 0,1 0 0 0 0,0 1 0 0 0,-1-1 0 0 0,1 0 1 0 0,0 0-1 0 0,-1 0 0 0 0,1 0 0 0 0,-1 0 1 0 0,1 0-1 0 0,-1 0 0 0 0,0 0 0 0 0,1-1 0 0 0,2-7 118 0 0,-1 1-1 0 0,-1-1 0 0 0,1 0 0 0 0,-1-15 1 0 0,0 14-37 0 0,4-134 294 0 0,3-43 308 0 0,8 97-3119 0 0,-11 71 448 0 0,1-1 0 0 0,13-26 1 0 0,-2 16-5453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5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13827 0 0,'28'-17'4686'0'0,"-3"3"-4414"0"0,42-17 0 0 0,-49 25-1913 0 0,0 0 0 0 0,0 2 0 0 0,0 0-1 0 0,1 1 1 0 0,22 0 0 0 0,-18 4 721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5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43 12443 0 0,'-12'14'1911'0'0,"21"-19"2110"0"0,50-37-8585 0 0,-43 32 4148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26 11979 0 0,'-4'-11'158'0'0,"-7"-3"4451"0"0,12 30-2860 0 0,11 108 517 0 0,17 230 218 0 0,-27 1-6960 0 0,-2-345 2344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6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9 129 5529 0 0,'-2'-7'264'0'0,"0"-1"0"0"0,0 1 0 0 0,1-1 0 0 0,0 1 0 0 0,1-1-1 0 0,-1 1 1 0 0,2-14 0 0 0,0 18-13 0 0,0 1 0 0 0,0-1 0 0 0,0 0 0 0 0,0 1-1 0 0,0-1 1 0 0,1 1 0 0 0,-1 0 0 0 0,1-1 0 0 0,-1 1 0 0 0,1 0-1 0 0,0 0 1 0 0,0 0 0 0 0,0 0 0 0 0,0 0 0 0 0,0 0-1 0 0,1 1 1 0 0,-1-1 0 0 0,1 1 0 0 0,-1-1 0 0 0,1 1 0 0 0,-1 0-1 0 0,1 0 1 0 0,-1 0 0 0 0,5 0 0 0 0,0-1-228 0 0,1 0 0 0 0,-1 1 0 0 0,1 0 1 0 0,-1 0-1 0 0,1 1 0 0 0,-1 0 0 0 0,1 0 0 0 0,0 0 0 0 0,-1 1 0 0 0,1 1 1 0 0,-1-1-1 0 0,0 1 0 0 0,9 4 0 0 0,2 2-5144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6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13 119 11979 0 0,'-13'10'1320'0'0,"22"-12"303"0"0,22-15 1048 0 0,0-4-614 0 0,-1 1-1970 0 0,32-18 0 0 0,-52 33-805 0 0,0 1-1 0 0,0-1 0 0 0,1 2 1 0 0,-1-1-1 0 0,1 2 0 0 0,0-1 1 0 0,18-1-1 0 0,-3 4 151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1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14 11058 0 0,'2'-13'3324'0'0,"-11"23"-1332"0"0,-13 24-221 0 0,-10 37-1238 0 0,2 1-1 0 0,4 1 1 0 0,-23 104-1 0 0,26-68-303 0 0,-13 194-1 0 0,32-238-51 0 0,3 0-1 0 0,3 0 1 0 0,3 0-1 0 0,20 102 1 0 0,-17-134-63 0 0,2 0 1 0 0,1-1-1 0 0,2 0 1 0 0,20 38-1 0 0,-21-49-77 0 0,1-1 0 0 0,0 0-1 0 0,2 0 1 0 0,0-2 0 0 0,2 0 0 0 0,32 28 0 0 0,-39-37-347 0 0,1-2 0 0 0,0 1 0 0 0,1-1 0 0 0,-1-1 0 0 0,1 0 0 0 0,1 0 1 0 0,-1-2-1 0 0,1 1 0 0 0,0-2 0 0 0,25 5 0 0 0,2-4-6651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0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3225 0 0,'2'-29'1418'0'0,"13"-6"11266"0"0,-10 49-11946 0 0,12 220 3134 0 0,-1-13-3184 0 0,-11-181-1318 0 0,2 0 1 0 0,2 0-1 0 0,19 53 1 0 0,-16-64-6635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1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15 189 4145 0 0,'2'-94'3187'0'0,"6"-1"5730"0"0,-9 118-4601 0 0,4 22-2416 0 0,-1 19-1515 0 0,-17 164 605 0 0,6-137-1276 0 0,5 160 1 0 0,9-197-2460 0 0,-5-48 1145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0 265 456 0 0,'1'-45'-660'0'0,"3"-56"3812"0"0,-2 82-1220 0 0,0 1 0 0 0,2 0 0 0 0,7-24 0 0 0,-11 41-1738 0 0,0-1 0 0 0,0 1 0 0 0,1 0 0 0 0,-1 0 1 0 0,0 0-1 0 0,1 0 0 0 0,-1 0 0 0 0,1 0 1 0 0,0 0-1 0 0,-1 0 0 0 0,1 0 0 0 0,0 0 0 0 0,-1 1 1 0 0,1-1-1 0 0,0 0 0 0 0,0 0 0 0 0,0 1 1 0 0,0-1-1 0 0,0 0 0 0 0,0 1 0 0 0,0-1 0 0 0,0 1 1 0 0,0-1-1 0 0,1 0 0 0 0,0 1-11 0 0,0 1 0 0 0,-1-1 1 0 0,1 0-1 0 0,-1 0 0 0 0,1 1 0 0 0,-1-1 0 0 0,1 1 0 0 0,-1-1 0 0 0,1 1 1 0 0,-1 0-1 0 0,0-1 0 0 0,1 1 0 0 0,-1 0 0 0 0,0 0 0 0 0,2 2 0 0 0,7 5 432 0 0,-2 1 0 0 0,1 1 0 0 0,11 16 0 0 0,-15-19-363 0 0,29 44 525 0 0,30 57 0 0 0,27 41-691 0 0,-90-148-86 0 0,0 1 0 0 0,0 0 0 0 0,1 0 0 0 0,-1-1 0 0 0,1 1 0 0 0,-1 0 0 0 0,1-1 0 0 0,-1 0 0 0 0,1 1 0 0 0,0-1 0 0 0,0 0 0 0 0,-1 0 0 0 0,1 0 0 0 0,0 0 0 0 0,0 0 0 0 0,0 0 0 0 0,0-1 0 0 0,4 2 0 0 0,-5-3 0 0 0,1 1 0 0 0,0-1 0 0 0,-1 1 0 0 0,1-1 0 0 0,-1 1 0 0 0,0-1 0 0 0,1 0 0 0 0,-1 0 0 0 0,1 0 0 0 0,-1 1 0 0 0,0-1 0 0 0,0-1 0 0 0,0 1 0 0 0,1 0 0 0 0,-1 0 0 0 0,0 0 0 0 0,0-1 0 0 0,-1 1 0 0 0,1 0 0 0 0,0-1 0 0 0,0 1 0 0 0,-1-1 0 0 0,1 1 0 0 0,-1-1 0 0 0,2-2 0 0 0,35-118-386 0 0,0 2 375 0 0,-30 103 62 0 0,0 0 0 0 0,1 1 0 0 0,1 0 0 0 0,19-27 1 0 0,-27 41-30 0 0,0 1 0 0 0,0 0 0 0 0,0-1 0 0 0,0 1 0 0 0,0 0 0 0 0,1 0 0 0 0,-1-1 0 0 0,0 1 0 0 0,1 0 0 0 0,-1 0 0 0 0,1 0 0 0 0,-1 1 0 0 0,1-1 0 0 0,-1 0 0 0 0,1 1 0 0 0,0-1 0 0 0,-1 1 0 0 0,3-1 0 0 0,-3 1 2 0 0,1 0-1 0 0,-1 0 0 0 0,0 1 0 0 0,0-1 0 0 0,0 0 1 0 0,0 1-1 0 0,1-1 0 0 0,-1 1 0 0 0,0-1 0 0 0,0 1 1 0 0,0 0-1 0 0,0-1 0 0 0,0 1 0 0 0,0 0 0 0 0,-1 0 1 0 0,1 0-1 0 0,0 0 0 0 0,0 0 0 0 0,1 2 0 0 0,3 6 104 0 0,0 0 0 0 0,-1 1 0 0 0,0 0-1 0 0,5 19 1 0 0,-4-14-110 0 0,44 158-192 0 0,-33-97-6729 0 0,-8-36-460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17 481 7834 0 0,'-16'6'12702'0'0,"27"-12"-12216"0"0,15-6-274 0 0,-1-2 0 0 0,-1-1-1 0 0,0-1 1 0 0,-2 0 0 0 0,1-2 0 0 0,-2-1 0 0 0,27-30 0 0 0,-47 48-213 0 0,0 0 0 0 0,0-1-1 0 0,-1 1 1 0 0,1-1 0 0 0,0 1 0 0 0,-1 0 0 0 0,1-1 0 0 0,-1 1-1 0 0,1-1 1 0 0,-1 1 0 0 0,0-1 0 0 0,0 1 0 0 0,0-1 0 0 0,0 1-1 0 0,0-1 1 0 0,0 1 0 0 0,0-1 0 0 0,0 1 0 0 0,-1-1 0 0 0,1 1-1 0 0,0-1 1 0 0,-1 1 0 0 0,0-1 0 0 0,1 1 0 0 0,-1-1 0 0 0,0 1-1 0 0,-1-2 1 0 0,-3-5-14 0 0,-1 0-1 0 0,-1 0 0 0 0,-10-11 1 0 0,12 15 9 0 0,0-1 0 0 0,1 0 0 0 0,0 0 0 0 0,0 0 1 0 0,0 0-1 0 0,-5-11 0 0 0,8 12 13 0 0,0-1 0 0 0,0 0 0 0 0,1 1 0 0 0,0-1 1 0 0,0 0-1 0 0,0 1 0 0 0,1-1 0 0 0,-1 0 0 0 0,1 1 1 0 0,0-1-1 0 0,0 1 0 0 0,1-1 0 0 0,-1 1 0 0 0,1-1 0 0 0,0 1 1 0 0,0 0-1 0 0,1 0 0 0 0,-1 0 0 0 0,1 0 0 0 0,0 1 0 0 0,0-1 1 0 0,0 1-1 0 0,6-5 0 0 0,4-5 27 0 0,2 0 1 0 0,0 1-1 0 0,0 1 0 0 0,26-14 1 0 0,-40 24-31 0 0,1 0 0 0 0,0 0 0 0 0,0 0 0 0 0,0 0 0 0 0,0 0 0 0 0,1 0 0 0 0,-1 0 0 0 0,0 0 0 0 0,0 1 0 0 0,0 0 1 0 0,1-1-1 0 0,-1 1 0 0 0,0 0 0 0 0,1 0 0 0 0,-1 0 0 0 0,0 0 0 0 0,0 0 0 0 0,1 1 0 0 0,-1-1 0 0 0,0 1 0 0 0,0-1 0 0 0,4 2 0 0 0,-3 1 5 0 0,1 0 0 0 0,-1 0 1 0 0,0 0-1 0 0,0 0 0 0 0,0 0 0 0 0,0 1 0 0 0,-1-1 0 0 0,1 1 0 0 0,-1 0 0 0 0,0-1 0 0 0,2 6 1 0 0,17 40 36 0 0,9 19-5 0 0,-27-62-31 0 0,0-1-1 0 0,1 1 0 0 0,-1 0 0 0 0,1-1 0 0 0,1 0 1 0 0,-1 0-1 0 0,1 0 0 0 0,6 4 0 0 0,-9-7 0 0 0,0-1 0 0 0,0 0 0 0 0,1 0 0 0 0,-1 0 0 0 0,0 0 0 0 0,1-1 0 0 0,-1 1 0 0 0,1-1 0 0 0,-1 1 0 0 0,1-1 0 0 0,-1 0 0 0 0,1 0 0 0 0,-1 0 1 0 0,1 0-1 0 0,0 0 0 0 0,-1 0 0 0 0,1-1 0 0 0,-1 0 0 0 0,0 1 0 0 0,1-1 0 0 0,-1 0 0 0 0,1 0 0 0 0,-1 0 0 0 0,0 0 0 0 0,0-1 0 0 0,0 1 0 0 0,3-3 0 0 0,8-5-104 0 0,-1-2 0 0 0,0 1-1 0 0,14-18 1 0 0,-10 11-417 0 0,35-32-1795 0 0,-31 31 648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2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5065 0 0,'-2'2'11915'0'0,"49"65"-9382"0"0,49 95 0 0 0,-66-103-2005 0 0,-2 2 1 0 0,19 68-1 0 0,-32-81-460 0 0,-2 0 1 0 0,-3 1-1 0 0,-2 0 0 0 0,-2 0 0 0 0,-2 1 1 0 0,-2 0-1 0 0,-2 0 0 0 0,-14 97 0 0 0,-1-70-187 0 0,-44 139-1 0 0,11-95-6462 0 0,15-51-912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3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11979 0 0,'0'-3'255'0'0,"0"1"-1"0"0,0-1 1 0 0,0 0 0 0 0,0 0 0 0 0,0 0 0 0 0,1 1 0 0 0,0-1 0 0 0,-1 0 0 0 0,1 0 0 0 0,0 1 0 0 0,0-1 0 0 0,0 0 0 0 0,1 1 0 0 0,-1-1 0 0 0,0 1 0 0 0,3-3 0 0 0,-3 4-163 0 0,-1 1 0 0 0,1-1 0 0 0,0 0 1 0 0,-1 0-1 0 0,1 1 0 0 0,0-1 0 0 0,0 1 0 0 0,0-1 0 0 0,0 1 0 0 0,0-1 0 0 0,0 1 1 0 0,-1-1-1 0 0,1 1 0 0 0,0 0 0 0 0,0-1 0 0 0,0 1 0 0 0,0 0 0 0 0,0 0 0 0 0,1 0 1 0 0,-1 0-1 0 0,0 0 0 0 0,0 0 0 0 0,0 0 0 0 0,0 0 0 0 0,0 0 0 0 0,0 1 0 0 0,0-1 1 0 0,0 0-1 0 0,0 1 0 0 0,0-1 0 0 0,-1 0 0 0 0,1 1 0 0 0,0-1 0 0 0,0 1 1 0 0,0 0-1 0 0,0-1 0 0 0,0 1 0 0 0,-1 0 0 0 0,1-1 0 0 0,0 1 0 0 0,-1 0 0 0 0,1 0 1 0 0,0 0-1 0 0,-1 0 0 0 0,1-1 0 0 0,0 3 0 0 0,9 15 155 0 0,-1 0 1 0 0,0 0-1 0 0,-1 1 1 0 0,-1 0-1 0 0,-1 1 0 0 0,0-1 1 0 0,2 23-1 0 0,-2-16-125 0 0,18 73 156 0 0,5 15-122 0 0,17 152-1 0 0,-44-251-223 0 0,-2-1-1 0 0,0 0 1 0 0,-2 20-1 0 0,1-30-256 0 0,1 1 0 0 0,-1-1 0 0 0,0 0-1 0 0,0 1 1 0 0,-1-1 0 0 0,1 0 0 0 0,-1 0-1 0 0,0 0 1 0 0,0-1 0 0 0,0 1 0 0 0,0 0 0 0 0,-1-1-1 0 0,1 1 1 0 0,-1-1 0 0 0,-4 4 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3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1 205 6913 0 0,'0'-5'149'0'0,"-1"0"-1"0"0,1 0 0 0 0,1 0 0 0 0,-1 0 0 0 0,1 0 0 0 0,0 0 0 0 0,0 0 0 0 0,0 1 0 0 0,1-1 0 0 0,0 0 0 0 0,0 1 0 0 0,5-9 1 0 0,-2 5 343 0 0,1 0 1 0 0,1 1 0 0 0,0-1-1 0 0,0 1 1 0 0,13-9 0 0 0,-8 6-39 0 0,2 1 0 0 0,-1 0 1 0 0,1 1-1 0 0,1 1 1 0 0,-1 0-1 0 0,1 1 1 0 0,1 1-1 0 0,-1 0 1 0 0,30-5-1 0 0,-38 9-530 0 0,1-1-1 0 0,0 2 1 0 0,-1-1 0 0 0,1 1-1 0 0,0 0 1 0 0,-1 1-1 0 0,1 0 1 0 0,0 0 0 0 0,-1 1-1 0 0,1 0 1 0 0,-1 0-1 0 0,0 0 1 0 0,0 1-1 0 0,0 1 1 0 0,0-1 0 0 0,0 1-1 0 0,0 0 1 0 0,-1 0-1 0 0,0 1 1 0 0,0 0 0 0 0,0 0-1 0 0,5 7 1 0 0,6 12 9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12 113 11522 0 0,'-11'6'2357'0'0,"25"-10"-716"0"0,26-13 196 0 0,15-14-431 0 0,-30 17-1206 0 0,49-22 0 0 0,-64 33-1099 0 0,-1-1 1 0 0,1 2-1 0 0,0-1 0 0 0,1 2 0 0 0,-1-1 1 0 0,0 1-1 0 0,0 1 0 0 0,21 1 0 0 0,20 8-1840 0 0,-28-4 2550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3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61 8754 0 0,'-8'1'-425'0'0,"-14"-3"6073"0"0,33-5-4438 0 0,17-6-1850 0 0,59-20 0 0 0,-69 27 640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9674 0 0,'3'-3'424'0'0,"-1"0"96"0"0,2 0-416 0 0,0-1-104 0 0,-1 1 0 0 0,0 0 0 0 0,3-1 0 0 0,4-4 0 0 0,5-4 0 0 0,5-5 0 0 0,7-1-64 0 0,0-1 64 0 0,-1-1 0 0 0,-5 2 0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5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1 1 7618 0 0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5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10138 0 0,'0'0'51'0'0,"3"-38"7314"0"0,-3 36-7131 0 0,0 1 0 0 0,0-1 0 0 0,1 1-1 0 0,-1 0 1 0 0,0-1 0 0 0,1 1 0 0 0,0-1 0 0 0,-1 1 0 0 0,1 0 0 0 0,0-1-1 0 0,0 1 1 0 0,-1 0 0 0 0,1 0 0 0 0,0 0 0 0 0,0 0 0 0 0,1 0 0 0 0,-1 0 0 0 0,0 0-1 0 0,0 0 1 0 0,0 0 0 0 0,1 0 0 0 0,0 0 0 0 0,-7-9 635 0 0,3 7-935 0 0,3 7 415 0 0,23 84-204 0 0,16 116 0 0 0,-2 102 97 0 0,-22-171-236 0 0,-13-65-303 0 0,-2-49-646 0 0,0-1 1 0 0,0 0-1 0 0,7 27 0 0 0,-2-31-296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6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81 5985 0 0,'-1'-27'424'0'0,"-12"-26"10854"0"0,2 76-9728 0 0,-59 178 1353 0 0,-18 108-2813 0 0,84-288-570 0 0,4-10-969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0 258 4145 0 0,'13'-37'-150'0'0,"12"-32"2464"0"0,-23 64-1717 0 0,1-1-1 0 0,0 1 1 0 0,0 0 0 0 0,0 0 0 0 0,1 1 0 0 0,-1-1 0 0 0,1 0 0 0 0,0 1-1 0 0,7-6 1 0 0,-10 10-446 0 0,0-1 1 0 0,1 1-1 0 0,-1-1 0 0 0,0 1 0 0 0,0-1 0 0 0,0 1 0 0 0,0 0 1 0 0,0 0-1 0 0,1-1 0 0 0,-1 1 0 0 0,0 0 0 0 0,0 0 0 0 0,0 0 1 0 0,0 0-1 0 0,1 1 0 0 0,-1-1 0 0 0,0 0 0 0 0,0 0 0 0 0,0 1 0 0 0,0-1 1 0 0,1 1-1 0 0,-1-1 0 0 0,0 1 0 0 0,0-1 0 0 0,0 1 0 0 0,0-1 1 0 0,0 1-1 0 0,0 0 0 0 0,-1 0 0 0 0,1 0 0 0 0,0-1 0 0 0,0 1 1 0 0,0 0-1 0 0,-1 0 0 0 0,2 1 0 0 0,25 43 2279 0 0,-21-35-1960 0 0,14 28 533 0 0,-9-18-825 0 0,0 0 1 0 0,1 0-1 0 0,0-1 1 0 0,2-1-1 0 0,25 27 1 0 0,-38-44-188 0 0,-1 0-1 0 0,1-1 1 0 0,0 1 0 0 0,-1-1 0 0 0,1 1 0 0 0,0-1 0 0 0,0 0-1 0 0,-1 1 1 0 0,1-1 0 0 0,0 0 0 0 0,0 1 0 0 0,0-1-1 0 0,-1 0 1 0 0,1 0 0 0 0,0 0 0 0 0,0 0 0 0 0,0 0-1 0 0,0 0 1 0 0,-1 0 0 0 0,1 0 0 0 0,0 0 0 0 0,0 0-1 0 0,0 0 1 0 0,0 0 0 0 0,1-1 0 0 0,0 0-57 0 0,0 0 1 0 0,0-1-1 0 0,0 1 0 0 0,-1 0 0 0 0,1-1 1 0 0,0 1-1 0 0,-1-1 0 0 0,1 0 1 0 0,2-3-1 0 0,3-6-355 0 0,-1 1 0 0 0,9-23-1 0 0,-12 27 357 0 0,31-87-639 0 0,-26 68 908 0 0,1 0-1 0 0,1 1 0 0 0,1 0 0 0 0,17-28 0 0 0,-27 50-185 0 0,0 0-1 0 0,1 0 1 0 0,-1 0-1 0 0,1 1 1 0 0,-1-1-1 0 0,1 0 1 0 0,0 1-1 0 0,-1-1 1 0 0,1 1-1 0 0,0-1 1 0 0,0 1-1 0 0,0 0 1 0 0,0 0-1 0 0,0 0 0 0 0,1 0 1 0 0,1-1-1 0 0,-2 2 16 0 0,0 0-1 0 0,0 0 1 0 0,-1 0 0 0 0,1 0-1 0 0,0 0 1 0 0,0 1-1 0 0,-1-1 1 0 0,1 0-1 0 0,0 1 1 0 0,-1-1-1 0 0,1 1 1 0 0,0 0-1 0 0,-1-1 1 0 0,1 1 0 0 0,-1 0-1 0 0,4 2 1 0 0,3 5 154 0 0,0 0 1 0 0,0 1 0 0 0,-1-1 0 0 0,0 2 0 0 0,9 14 0 0 0,4 5 11 0 0,-13-21-375 0 0,1 0 1 0 0,0 0-1 0 0,0 0 1 0 0,0-1-1 0 0,17 10 0 0 0,-5-6-867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6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 8754 0 0,'-2'0'6070'0'0,"-9"16"-3397"0"0,-19 37-1871 0 0,3 0-1 0 0,2 2 1 0 0,-25 80-1 0 0,-29 180 1485 0 0,65-248-2771 0 0,3 0 1 0 0,-3 114-1 0 0,14-152-902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82 10138 0 0,'1'-7'-161'0'0,"1"-1"565"0"0,-1 0 0 0 0,2 0 0 0 0,-1 1-1 0 0,1-1 1 0 0,5-9 0 0 0,-8 16-242 0 0,1-1 1 0 0,0 1-1 0 0,-1 0 0 0 0,1 0 0 0 0,0 0 1 0 0,0 0-1 0 0,0 0 0 0 0,0 0 1 0 0,0 0-1 0 0,0 0 0 0 0,0 0 1 0 0,0 1-1 0 0,1-1 0 0 0,-1 0 1 0 0,0 1-1 0 0,0-1 0 0 0,1 1 0 0 0,-1-1 1 0 0,0 1-1 0 0,1-1 0 0 0,-1 1 1 0 0,0 0-1 0 0,1 0 0 0 0,-1 0 1 0 0,0 0-1 0 0,1 0 0 0 0,-1 0 0 0 0,0 0 1 0 0,1 0-1 0 0,-1 0 0 0 0,0 1 1 0 0,1-1-1 0 0,-1 1 0 0 0,0-1 1 0 0,1 1-1 0 0,-1-1 0 0 0,0 1 0 0 0,0 0 1 0 0,2 1-1 0 0,2 1 190 0 0,0 1 1 0 0,0 0-1 0 0,-1 0 1 0 0,0 0-1 0 0,0 1 1 0 0,0-1-1 0 0,0 1 0 0 0,-1 0 1 0 0,6 10-1 0 0,22 56 180 0 0,-21-46-232 0 0,44 97 100 0 0,40 100-3205 0 0,-85-197-4739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2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13827 0 0,'90'-36'5827'0'0,"-1"4"-3842"0"0,2-1-3307 0 0,0 2-5851 0 0,-45 15 2431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5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386 328 7370 0 0,'-3'-14'508'0'0,"0"0"1"0"0,-1 0-1 0 0,-1 1 1 0 0,0-1 0 0 0,-1 1-1 0 0,-8-14 1 0 0,12 23-334 0 0,0 1 0 0 0,0 0 0 0 0,0 0 0 0 0,0 0 0 0 0,0 0 0 0 0,-1 0 0 0 0,1 0 0 0 0,-1 1 0 0 0,0-1-1 0 0,0 1 1 0 0,0-1 0 0 0,0 1 0 0 0,0 0 0 0 0,-1 1 0 0 0,1-1 0 0 0,-1 1 0 0 0,1-1 0 0 0,-1 1 0 0 0,1 0 0 0 0,-1 0 0 0 0,0 0 0 0 0,1 1 0 0 0,-1-1 0 0 0,0 1 0 0 0,0 0 0 0 0,0 0 0 0 0,1 0-1 0 0,-7 2 1 0 0,4 0 54 0 0,0 1 0 0 0,-1 0 0 0 0,1 0-1 0 0,0 0 1 0 0,0 1 0 0 0,1 0 0 0 0,-1 0-1 0 0,1 0 1 0 0,0 1 0 0 0,0 0 0 0 0,-7 9-1 0 0,-7 10 271 0 0,-18 31 0 0 0,35-52-447 0 0,-15 25 119 0 0,1 1 0 0 0,2 1 1 0 0,1 1-1 0 0,1 0 1 0 0,1 0-1 0 0,2 1 1 0 0,-6 44-1 0 0,11-50-138 0 0,1-1-1 0 0,1 1 1 0 0,2 0 0 0 0,0 0-1 0 0,2-1 1 0 0,1 1-1 0 0,1 0 1 0 0,1-1 0 0 0,16 49-1 0 0,-15-61-5 0 0,0 0-1 0 0,1 0 0 0 0,1-1 1 0 0,0 1-1 0 0,0-2 1 0 0,1 1-1 0 0,1-1 0 0 0,0-1 1 0 0,0 0-1 0 0,1 0 0 0 0,1-1 1 0 0,-1 0-1 0 0,2-1 1 0 0,-1-1-1 0 0,1 0 0 0 0,0 0 1 0 0,26 8-1 0 0,-27-10-4 0 0,1-2 0 0 0,0 0 0 0 0,0 0-1 0 0,0-1 1 0 0,0-1 0 0 0,0 0 0 0 0,0-1 0 0 0,0 0 0 0 0,0-1-1 0 0,0-1 1 0 0,0 0 0 0 0,0-1 0 0 0,-1 0 0 0 0,1-1 0 0 0,-1 0 0 0 0,1-1-1 0 0,-2 0 1 0 0,1-1 0 0 0,0 0 0 0 0,10-9 0 0 0,-10 6-12 0 0,-1-1-1 0 0,1 0 1 0 0,-2-1 0 0 0,1 0 0 0 0,-1-1-1 0 0,-1 0 1 0 0,0 0 0 0 0,-1-1 0 0 0,11-22-1 0 0,-11 15 22 0 0,0 0 0 0 0,-2-1-1 0 0,0 0 1 0 0,-1 0 0 0 0,-1 0-1 0 0,1-26 1 0 0,-4 4 13 0 0,-1 0 1 0 0,-2 0 0 0 0,-3 0-1 0 0,-1 1 1 0 0,-2-1-1 0 0,-18-54 1 0 0,11 48-32 0 0,-3 0 1 0 0,-29-57-1 0 0,39 90-11 0 0,-1-1-1 0 0,-1 2 1 0 0,0 0-1 0 0,-1 0 0 0 0,-1 1 1 0 0,0 0-1 0 0,-1 1 1 0 0,0 0-1 0 0,-28-20 1 0 0,36 30-33 0 0,0 0 0 0 0,1 1 1 0 0,-1-1-1 0 0,-1 1 1 0 0,1 0-1 0 0,0 0 0 0 0,0 1 1 0 0,-1-1-1 0 0,1 1 1 0 0,-1 0-1 0 0,-10 0 0 0 0,13 2-10 0 0,0-1 0 0 0,0 1-1 0 0,1-1 1 0 0,-1 1 0 0 0,0 0-1 0 0,1 0 1 0 0,-1 0 0 0 0,0 0-1 0 0,1 0 1 0 0,0 1 0 0 0,-1-1-1 0 0,1 1 1 0 0,0 0 0 0 0,0-1 0 0 0,0 1-1 0 0,0 0 1 0 0,0 0 0 0 0,0 0-1 0 0,0 1 1 0 0,1-1 0 0 0,-1 0-1 0 0,1 1 1 0 0,-1-1 0 0 0,1 1-1 0 0,-1 3 1 0 0,-4 9-843 0 0,1 1-1 0 0,1 0 1 0 0,0 0-1 0 0,-2 32 1 0 0,2 0-5526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5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10138 0 0,'4'-6'403'0'0,"-1"0"0"0"0,2 0 1 0 0,-1 0-1 0 0,1 1 0 0 0,0-1 0 0 0,0 1 0 0 0,0 0 0 0 0,1 1 0 0 0,0-1 1 0 0,0 1-1 0 0,7-4 0 0 0,-11 7-263 0 0,0 0 0 0 0,0-1 1 0 0,0 1-1 0 0,0 0 0 0 0,0 1 1 0 0,0-1-1 0 0,0 0 0 0 0,1 1 1 0 0,-1-1-1 0 0,0 1 0 0 0,0-1 1 0 0,1 1-1 0 0,-1 0 0 0 0,0 0 1 0 0,1 0-1 0 0,-1 1 0 0 0,0-1 1 0 0,0 0-1 0 0,1 1 0 0 0,-1-1 1 0 0,0 1-1 0 0,0 0 0 0 0,0 0 1 0 0,0 0-1 0 0,0 0 0 0 0,0 0 0 0 0,0 0 1 0 0,0 1-1 0 0,0-1 0 0 0,0 1 1 0 0,-1-1-1 0 0,1 1 0 0 0,-1 0 1 0 0,1-1-1 0 0,-1 1 0 0 0,0 0 1 0 0,1 0-1 0 0,0 2 0 0 0,7 18 168 0 0,-1 0-1 0 0,-2 0 1 0 0,0 1-1 0 0,-1 0 1 0 0,-1 0-1 0 0,1 44 1 0 0,2-2-92 0 0,6 40-233 0 0,5-1 0 0 0,42 135 0 0 0,-51-211-1034 0 0,-1 1 0 0 0,6 37-1 0 0,-13-56-284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5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14 361 4609 0 0,'-3'-9'295'0'0,"0"0"0"0"0,1 1-1 0 0,0-1 1 0 0,0 0 0 0 0,1 0 0 0 0,1 0 0 0 0,-1 0 0 0 0,1 0-1 0 0,1 0 1 0 0,0 0 0 0 0,0 0 0 0 0,5-17 0 0 0,1 7 160 0 0,0 1 1 0 0,1 1 0 0 0,1-1-1 0 0,1 1 1 0 0,0 1 0 0 0,1 0-1 0 0,22-24 1 0 0,-27 34-417 0 0,0 0 1 0 0,0 0-1 0 0,1 0 0 0 0,-1 1 0 0 0,2 0 0 0 0,-1 1 1 0 0,0-1-1 0 0,1 2 0 0 0,0-1 0 0 0,0 1 1 0 0,0 0-1 0 0,0 0 0 0 0,0 1 0 0 0,0 0 0 0 0,1 1 1 0 0,-1 0-1 0 0,1 0 0 0 0,-1 1 0 0 0,1 0 1 0 0,9 1-1 0 0,4 3-419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5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7370 0 0,'0'0'568'0'0,"29"-8"659"0"0,9-6 284 0 0,53-30-1 0 0,35-28-5882 0 0,-102 57 2791 0 0,-2 1 1445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6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 8290 0 0,'-1'0'146'0'0,"1"0"1"0"0,-1-1-1 0 0,0 1 0 0 0,1 0 1 0 0,-1-1-1 0 0,0 1 0 0 0,1 0 1 0 0,-1-1-1 0 0,0 1 1 0 0,0 0-1 0 0,1 0 0 0 0,-1 0 1 0 0,0 0-1 0 0,0 0 0 0 0,0 0 1 0 0,1 0-1 0 0,-1 0 0 0 0,0 0 1 0 0,0 0-1 0 0,1 1 1 0 0,-1-1-1 0 0,0 0 0 0 0,0 0 1 0 0,1 1-1 0 0,-1-1 0 0 0,0 0 1 0 0,1 1-1 0 0,-2 0 1 0 0,1 0 92 0 0,0 1 0 0 0,0-1 1 0 0,0 0-1 0 0,1 1 0 0 0,-1-1 1 0 0,0 1-1 0 0,1-1 0 0 0,-1 1 1 0 0,1-1-1 0 0,0 1 0 0 0,-1 0 1 0 0,1 2-1 0 0,0 5 231 0 0,0-1 1 0 0,0 1-1 0 0,1 0 1 0 0,2 9 0 0 0,60 216 2290 0 0,-37-146-3647 0 0,27 154 0 0 0,-48-193-5963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6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6 498 5585 0 0,'-2'-35'95'0'0,"-1"-3"223"0"0,3-68 0 0 0,2 80 340 0 0,1 1 1 0 0,1 0-1 0 0,1 0 1 0 0,1 1-1 0 0,1-1 1 0 0,16-33-1 0 0,-20 51-610 0 0,0 0 0 0 0,1 0 0 0 0,1 1 0 0 0,-1-1 1 0 0,1 1-1 0 0,0 0 0 0 0,0 0 0 0 0,1 0 0 0 0,-1 1 0 0 0,1-1 0 0 0,1 1 0 0 0,-1 1 0 0 0,1-1 1 0 0,-1 1-1 0 0,1 1 0 0 0,1-1 0 0 0,-1 1 0 0 0,0 0 0 0 0,1 1 0 0 0,-1 0 0 0 0,1 0 0 0 0,0 0 1 0 0,0 1-1 0 0,0 0 0 0 0,8 1 0 0 0,4 2-1020 0 0,0 3-3070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6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48 5529 0 0,'-11'8'547'0'0,"-13"11"-488"0"0,15-5 3467 0 0,9-14-3443 0 0,0 1 1 0 0,0-1-1 0 0,0 0 0 0 0,0 0 1 0 0,0 1-1 0 0,1-1 1 0 0,-1 0-1 0 0,0 1 0 0 0,0-1 1 0 0,0 0-1 0 0,1 0 1 0 0,-1 0-1 0 0,0 1 1 0 0,0-1-1 0 0,0 0 0 0 0,1 0 1 0 0,-1 0-1 0 0,0 1 1 0 0,0-1-1 0 0,1 0 0 0 0,-1 0 1 0 0,0 0-1 0 0,1 0 1 0 0,-1 0-1 0 0,0 0 1 0 0,1 0-1 0 0,-1 0 0 0 0,0 1 1 0 0,0-1-1 0 0,1 0 1 0 0,-1 0-1 0 0,0 0 0 0 0,1-1 1 0 0,-1 1-1 0 0,0 0 1 0 0,1 0-1 0 0,-1 0 1 0 0,0 0-1 0 0,0 0 0 0 0,1 0 1 0 0,-1 0-1 0 0,0 0 1 0 0,1-1-1 0 0,-1 1 0 0 0,0 0 1 0 0,0 0-1 0 0,1 0 1 0 0,-1-1-1 0 0,0 1 1 0 0,0 0-1 0 0,1 0 0 0 0,17-9 901 0 0,-17 9-949 0 0,108-66 478 0 0,-79 50-6041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7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31 7370 0 0,'-3'-3'240'0'0,"0"0"0"0"0,-1 0 1 0 0,1 1-1 0 0,-1-1 0 0 0,0 1 1 0 0,0 0-1 0 0,0 0 1 0 0,0 0-1 0 0,0 1 0 0 0,0-1 1 0 0,0 1-1 0 0,-1 0 0 0 0,1 0 1 0 0,0 1-1 0 0,-8-1 1 0 0,-2 0 360 0 0,1 1 1 0 0,-1 0-1 0 0,-23 4 1 0 0,21 0-198 0 0,1 0 1 0 0,-1 1 0 0 0,1 1 0 0 0,0 0 0 0 0,1 1 0 0 0,-1 0 0 0 0,1 1 0 0 0,1 1 0 0 0,-17 14-1 0 0,18-14-247 0 0,1 0 0 0 0,1 1 0 0 0,0 1-1 0 0,1-1 1 0 0,0 2 0 0 0,0-1 0 0 0,1 1 0 0 0,1 1-1 0 0,0-1 1 0 0,-9 24 0 0 0,14-30-153 0 0,0-1 1 0 0,1 1-1 0 0,0 0 0 0 0,0 0 1 0 0,1-1-1 0 0,-1 1 0 0 0,1 0 1 0 0,0 0-1 0 0,1 0 0 0 0,-1 0 1 0 0,1-1-1 0 0,0 1 1 0 0,4 9-1 0 0,-2-7 1 0 0,0-1 0 0 0,1 1 0 0 0,1-1 0 0 0,-1 0 0 0 0,1 0 0 0 0,0 0 0 0 0,1 0 0 0 0,9 8 0 0 0,10 5 4 0 0,0 0 0 0 0,1-2 0 0 0,2-1 0 0 0,29 14 0 0 0,-19-11-7 0 0,-27-14-2 0 0,40 26 0 0 0,-47-29 0 0 0,0 0 0 0 0,0 0 0 0 0,-1 0 0 0 0,1 1 0 0 0,-1 0 0 0 0,0-1 0 0 0,0 1 0 0 0,0 0 0 0 0,4 8 0 0 0,-7-10 14 0 0,1 0-1 0 0,-1-1 0 0 0,0 1 1 0 0,0 0-1 0 0,0 0 1 0 0,0-1-1 0 0,0 1 0 0 0,0 0 1 0 0,0-1-1 0 0,-1 1 1 0 0,1 0-1 0 0,-1-1 0 0 0,1 1 1 0 0,-1 0-1 0 0,0-1 1 0 0,1 1-1 0 0,-1-1 0 0 0,0 1 1 0 0,0-1-1 0 0,0 0 1 0 0,0 1-1 0 0,0-1 0 0 0,0 0 1 0 0,-1 0-1 0 0,1 1 1 0 0,0-1-1 0 0,-1 0 0 0 0,1 0 1 0 0,-1-1-1 0 0,1 1 1 0 0,-1 0-1 0 0,-1 1 0 0 0,-9 4 194 0 0,-1 0-1 0 0,-23 8 0 0 0,30-12-164 0 0,-101 33 909 0 0,58-19-2320 0 0,0 0-4526 0 0,34-10-281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8290 0 0,'5'-9'62'0'0,"21"-28"1505"0"0,-25 35-1364 0 0,0 1 0 0 0,0 0 0 0 0,0 0 0 0 0,0 0 0 0 0,0-1 0 0 0,1 1 0 0 0,-1 0 0 0 0,0 1 0 0 0,1-1 0 0 0,-1 0 0 0 0,1 0 0 0 0,-1 1 0 0 0,1-1 0 0 0,-1 0 0 0 0,1 1 0 0 0,-1 0 0 0 0,1-1 0 0 0,-1 1 0 0 0,1 0 0 0 0,0 0 0 0 0,-1 0 0 0 0,1 0 0 0 0,2 0 0 0 0,-3 1-30 0 0,0 0-1 0 0,1-1 1 0 0,-1 1-1 0 0,0 0 1 0 0,1 0-1 0 0,-1 0 1 0 0,0 0 0 0 0,0 1-1 0 0,0-1 1 0 0,0 0-1 0 0,0 0 1 0 0,0 1-1 0 0,0-1 1 0 0,0 0-1 0 0,-1 1 1 0 0,1-1-1 0 0,-1 1 1 0 0,1-1 0 0 0,-1 1-1 0 0,1-1 1 0 0,0 4-1 0 0,4 40 923 0 0,-4-34-825 0 0,59 548 1283 0 0,-46-429-2918 0 0,-7-43-2829 0 0,-4-55-1798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7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102 400 5065 0 0,'-17'-19'6'0'0,"7"9"798"0"0,0-1 1 0 0,1 0 0 0 0,0 0 0 0 0,1-1 0 0 0,0-1 0 0 0,1 1 0 0 0,0-1 0 0 0,-9-25 0 0 0,16 35-735 0 0,-1 0-1 0 0,1 1 1 0 0,0-1 0 0 0,0 1 0 0 0,0-1 0 0 0,1 0 0 0 0,-1 1 0 0 0,1-1 0 0 0,-1 1 0 0 0,1-1 0 0 0,0 1 0 0 0,0-1 0 0 0,0 1 0 0 0,0-1 0 0 0,0 1-1 0 0,1 0 1 0 0,-1-1 0 0 0,1 1 0 0 0,-1 0 0 0 0,1 0 0 0 0,0 0 0 0 0,0 1 0 0 0,0-1 0 0 0,0 0 0 0 0,0 1 0 0 0,0-1 0 0 0,0 1 0 0 0,4-2-1 0 0,9-5 437 0 0,0 1-1 0 0,0 0 1 0 0,24-6-1 0 0,-17 5-329 0 0,51-14-2084 0 0,118-22 1 0 0,50-13-1652 0 0,-178 39 2323 0 0,-78 24 2240 0 0,1 0 1 0 0,-1 1 0 0 0,1 1-1 0 0,1 0 1 0 0,-1 1 0 0 0,2 0-1 0 0,-14 12 1 0 0,13-9-881 0 0,1 0 1 0 0,0 1-1 0 0,0 0 1 0 0,1 1-1 0 0,1 1 1 0 0,1-1-1 0 0,0 1 0 0 0,0 1 1 0 0,2 0-1 0 0,-10 29 1 0 0,15-37-114 0 0,1-1 1 0 0,0 1 0 0 0,0-1 0 0 0,1 1-1 0 0,0 0 1 0 0,0-1 0 0 0,3 15 0 0 0,-3-20-47 0 0,0 0 1 0 0,1 0 0 0 0,-1 0-1 0 0,1 0 1 0 0,-1 0 0 0 0,1 0-1 0 0,0 0 1 0 0,-1 0 0 0 0,1 0-1 0 0,0 0 1 0 0,0 0 0 0 0,0-1-1 0 0,1 1 1 0 0,-1 0 0 0 0,0-1-1 0 0,0 1 1 0 0,1-1 0 0 0,-1 0-1 0 0,1 1 1 0 0,0-1 0 0 0,-1 0-1 0 0,1 0 1 0 0,0 0 0 0 0,0 0-1 0 0,0 0 1 0 0,0 0 0 0 0,-1-1-1 0 0,1 1 1 0 0,0 0-1 0 0,0-1 1 0 0,0 0 0 0 0,0 1-1 0 0,4-1 1 0 0,-2-1-89 0 0,0 0-1 0 0,0 0 1 0 0,0-1 0 0 0,0 1-1 0 0,0-1 1 0 0,0 0-1 0 0,0 0 1 0 0,-1 0 0 0 0,1 0-1 0 0,-1-1 1 0 0,0 1 0 0 0,0-1-1 0 0,5-5 1 0 0,36-45 84 0 0,-37 43 114 0 0,13-18 195 0 0,26-33 885 0 0,-42 56-992 0 0,0 1 0 0 0,1 0 0 0 0,-1 0 1 0 0,1 0-1 0 0,0 0 0 0 0,0 1 0 0 0,0-1 0 0 0,0 1 1 0 0,9-3-1 0 0,-13 5-136 0 0,0 1 0 0 0,0 0 0 0 0,0 0 0 0 0,0-1 0 0 0,0 1 0 0 0,0 0 0 0 0,0 0 0 0 0,0 0 0 0 0,0 0 0 0 0,0 0 0 0 0,0 0 0 0 0,0 0 0 0 0,0 1 0 0 0,0-1 0 0 0,0 0 0 0 0,0 0 0 0 0,0 1 0 0 0,0-1 0 0 0,-1 1 0 0 0,1-1 0 0 0,0 1 0 0 0,0-1 0 0 0,0 1 0 0 0,0-1 0 0 0,-1 1 1 0 0,1 0-1 0 0,0-1 0 0 0,-1 1 0 0 0,1 0 0 0 0,0 0 0 0 0,-1-1 0 0 0,1 1 0 0 0,-1 0 0 0 0,1 0 0 0 0,-1 0 0 0 0,0 0 0 0 0,1 0 0 0 0,-1 0 0 0 0,0 0 0 0 0,0 0 0 0 0,1 0 0 0 0,-1 0 0 0 0,0 0 0 0 0,0 0 0 0 0,0 0 0 0 0,-1 1 0 0 0,2 9 42 0 0,-1 0-1 0 0,0 0 1 0 0,-3 16-1 0 0,2-13-29 0 0,-1 55-2588 0 0,4-47-3519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10594 0 0,'0'0'138'0'0,"0"0"-69"0"0,0 0-1 0 0,1-1 1 0 0,-1 1 0 0 0,0 0 0 0 0,0 0-1 0 0,0 0 1 0 0,0 0 0 0 0,1 0 0 0 0,-1 0-1 0 0,0 0 1 0 0,0 0 0 0 0,0 0 0 0 0,1 0-1 0 0,-1 0 1 0 0,0 0 0 0 0,0 0 0 0 0,0 0-1 0 0,1 0 1 0 0,-1 0 0 0 0,2 2 1031 0 0,-2-2-1031 0 0,1 0 0 0 0,-1 0-1 0 0,0 0 1 0 0,0 1 0 0 0,0-1 0 0 0,0 0-1 0 0,0 0 1 0 0,0 0 0 0 0,0 1 0 0 0,0-1-1 0 0,0 0 1 0 0,0 0 0 0 0,0 0 0 0 0,0 1-1 0 0,8 10 1687 0 0,25 79 3073 0 0,-3-5-3902 0 0,24 32-1516 0 0,106 173 0 0 0,-137-254-853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38 193 10138 0 0,'-7'-3'-26'0'0,"4"2"261"0"0,1 0 0 0 0,-1 0 0 0 0,0 0 0 0 0,0-1 0 0 0,1 1 0 0 0,-1-1 0 0 0,1 0 0 0 0,-4-3 0 0 0,5 5-128 0 0,1-1-1 0 0,-1 0 1 0 0,1 0 0 0 0,0 0 0 0 0,-1 0 0 0 0,1 0 0 0 0,0 0-1 0 0,0 0 1 0 0,0 0 0 0 0,-1 0 0 0 0,1 0 0 0 0,0 0-1 0 0,0 0 1 0 0,1 0 0 0 0,-1 0 0 0 0,0 0 0 0 0,0 0-1 0 0,0 0 1 0 0,1 0 0 0 0,-1 0 0 0 0,0 0 0 0 0,1 0-1 0 0,-1 0 1 0 0,1 0 0 0 0,-1 0 0 0 0,1 1 0 0 0,0-1-1 0 0,-1 0 1 0 0,1 0 0 0 0,0 1 0 0 0,0-2 0 0 0,8-8 156 0 0,1 0 1 0 0,0 0 0 0 0,0 1-1 0 0,1 1 1 0 0,0-1 0 0 0,0 2 0 0 0,17-9-1 0 0,-6 4-1033 0 0,1 2-1 0 0,1 0 1 0 0,26-6-1 0 0,-11 7-229 0 0,0 1 659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8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65 581 5985 0 0,'2'-2'401'0'0,"1"0"0"0"0,-1 0 0 0 0,0 0-1 0 0,1 0 1 0 0,-1 0 0 0 0,0 0 0 0 0,0 0-1 0 0,0-1 1 0 0,-1 1 0 0 0,1-1 0 0 0,-1 0 0 0 0,3-4-1 0 0,0 0 105 0 0,13-21 851 0 0,-2-1 1 0 0,0-1 0 0 0,-2 0-1 0 0,18-62 1 0 0,-25 69-1223 0 0,-1-1 0 0 0,-1 0 0 0 0,-1-1 1 0 0,-1 1-1 0 0,-1 0 0 0 0,-1-1 0 0 0,-5-33 0 0 0,4 52-47 0 0,-1-1 0 0 0,0 1 0 0 0,0 0 0 0 0,-1-1 0 0 0,1 1 0 0 0,-1 0 0 0 0,-1 1 0 0 0,1-1 0 0 0,-1 1 0 0 0,0-1 0 0 0,0 1 0 0 0,0 0 0 0 0,-8-6 0 0 0,10 9-57 0 0,1 1 1 0 0,-1-1-1 0 0,-1 1 0 0 0,1-1 0 0 0,0 1 0 0 0,0 0 0 0 0,0 0 0 0 0,-1 0 0 0 0,1 0 0 0 0,0 0 0 0 0,-1 0 0 0 0,1 1 0 0 0,-1-1 0 0 0,1 1 0 0 0,-1 0 0 0 0,1 0 0 0 0,-1 0 1 0 0,1 0-1 0 0,-1 0 0 0 0,1 0 0 0 0,-1 1 0 0 0,1-1 0 0 0,-1 1 0 0 0,1 0 0 0 0,-1-1 0 0 0,1 1 0 0 0,0 0 0 0 0,-1 0 0 0 0,1 1 0 0 0,0-1 0 0 0,0 1 0 0 0,0-1 0 0 0,0 1 0 0 0,0-1 1 0 0,0 1-1 0 0,1 0 0 0 0,-3 3 0 0 0,-4 4-43 0 0,1 1 0 0 0,0 0 0 0 0,0 1 1 0 0,1 0-1 0 0,1 0 0 0 0,0 0 0 0 0,0 0 1 0 0,1 1-1 0 0,1 0 0 0 0,0-1 0 0 0,1 1 0 0 0,0 1 1 0 0,0-1-1 0 0,1 0 0 0 0,1 0 0 0 0,0 1 1 0 0,1-1-1 0 0,0 0 0 0 0,1 0 0 0 0,0 0 0 0 0,1 0 1 0 0,1 0-1 0 0,0 0 0 0 0,0-1 0 0 0,1 0 1 0 0,0 0-1 0 0,1 0 0 0 0,0 0 0 0 0,1-1 1 0 0,0 0-1 0 0,1-1 0 0 0,9 10 0 0 0,3-3-414 0 0,0-1 0 0 0,1-1-1 0 0,1 0 1 0 0,0-2 0 0 0,1-1-1 0 0,0-1 1 0 0,1 0-1 0 0,35 8 1 0 0,-18-8-6036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9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6367 4 8754 0 0,'0'-1'101'0'0,"0"1"1"0"0,1 0-1 0 0,-1-1 1 0 0,0 1-1 0 0,0 0 0 0 0,1 0 1 0 0,-1 0-1 0 0,0-1 1 0 0,0 1-1 0 0,1 0 0 0 0,-1 0 1 0 0,0 0-1 0 0,1 0 1 0 0,-1-1-1 0 0,0 1 1 0 0,1 0-1 0 0,-1 0 0 0 0,0 0 1 0 0,1 0-1 0 0,-1 0 1 0 0,0 0-1 0 0,1 0 0 0 0,-1 0 1 0 0,0 0-1 0 0,1 0 1 0 0,-1 0-1 0 0,0 0 1 0 0,1 0-1 0 0,-1 1 0 0 0,0-1 1 0 0,1 0-1 0 0,-1 0 1 0 0,0 0-1 0 0,1 0 0 0 0,-1 0 1 0 0,0 1-1 0 0,1-1 1 0 0,-1 0-1 0 0,9 17 2119 0 0,1 22 73 0 0,-10-39-2231 0 0,30 300 4132 0 0,-20-148-3621 0 0,7-9-556 0 0,6-1-1 0 0,78 258 1 0 0,-93-374-89 0 0,24 75-871 0 0,-4 2-1 0 0,18 129 1 0 0,-36-172 946 0 0,-6-36-8 0 0,0 0-1 0 0,-1 0 1 0 0,-2 0 0 0 0,-2 42-1 0 0,0-60 12 0 0,1 0 0 0 0,-2 0 0 0 0,1-1 0 0 0,-1 1 0 0 0,0 0-1 0 0,0 0 1 0 0,0-1 0 0 0,-1 1 0 0 0,0-1 0 0 0,0 0 0 0 0,-1 0 0 0 0,1 0 0 0 0,-1 0-1 0 0,0-1 1 0 0,0 1 0 0 0,-1-1 0 0 0,1 0 0 0 0,-1 0 0 0 0,0-1 0 0 0,0 1 0 0 0,0-1-1 0 0,0 0 1 0 0,-11 4 0 0 0,-1-1 346 0 0,-1-1-1 0 0,0 0 1 0 0,0-1-1 0 0,0-1 1 0 0,-36 1-1 0 0,-98-7 935 0 0,105 0-1112 0 0,-204-10 166 0 0,-138-5-368 0 0,-104 9-31 0 0,28-16 123 0 0,295 13-49 0 0,-131-9 74 0 0,-367-19-39 0 0,-1 43-173 0 0,468 9 103 0 0,-386 17-20 0 0,77 2-19 0 0,407-23 54 0 0,-43 5 5 0 0,-218 6 0 0 0,125-31-72 0 0,-44-1-37 0 0,64 27-302 0 0,83-1-837 0 0,129-13 820 0 0,0 1 0 0 0,0-1 0 0 0,0 0 1 0 0,-1-1-1 0 0,1 0 0 0 0,0 0 0 0 0,0 0 1 0 0,0-1-1 0 0,1 0 0 0 0,-12-5 1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4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22 6913 0 0,'-16'-11'507'0'0,"15"10"-365"0"0,0 0 0 0 0,0 0 0 0 0,0 0 0 0 0,0 0 0 0 0,0 0 0 0 0,0 1 0 0 0,0-1 0 0 0,0 0 0 0 0,-1 1 0 0 0,1-1 0 0 0,0 1 0 0 0,-1 0 0 0 0,-1-1-1 0 0,2 1-74 0 0,0 1-1 0 0,1 0 1 0 0,-1 0 0 0 0,0 0-1 0 0,1 0 1 0 0,-1 0-1 0 0,1 0 1 0 0,-1 0-1 0 0,1 0 1 0 0,-1 0-1 0 0,1 0 1 0 0,0 0-1 0 0,-1 0 1 0 0,1 0-1 0 0,0 0 1 0 0,0 0-1 0 0,0 0 1 0 0,0 0-1 0 0,0 0 1 0 0,0 0-1 0 0,0 0 1 0 0,0 0-1 0 0,0 1 1 0 0,1 0-1 0 0,20 726 3951 0 0,8-430-3974 0 0,-21-253-835 0 0,2 0 0 0 0,2-1 0 0 0,2 0-1 0 0,29 62 1 0 0,-27-75-391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0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28 854 920 0 0,'-2'-2'56'0'0,"-1"0"0"0"0,1 0 0 0 0,-1 0 0 0 0,1 0 0 0 0,0-1 0 0 0,0 1 0 0 0,0-1 0 0 0,0 0 0 0 0,1 0 0 0 0,-1 1-1 0 0,1-1 1 0 0,-2-5 0 0 0,3 6-8 0 0,0 0 0 0 0,0 0 0 0 0,0 0 0 0 0,1 0 0 0 0,-1 0 0 0 0,1 0-1 0 0,-1 0 1 0 0,1 0 0 0 0,0 0 0 0 0,0 0 0 0 0,0 0 0 0 0,0 0 0 0 0,0 0 0 0 0,0 1-1 0 0,0-1 1 0 0,1 0 0 0 0,-1 1 0 0 0,0-1 0 0 0,1 1 0 0 0,0-1 0 0 0,1 0 0 0 0,6-5 279 0 0,0 0 0 0 0,0 0 0 0 0,0 1 0 0 0,1 0 0 0 0,0 1 0 0 0,14-6 0 0 0,68-20 369 0 0,-55 20-462 0 0,146-46 240 0 0,1 7-1 0 0,3 9 1 0 0,327-29 0 0 0,141 19 681 0 0,-248 9-195 0 0,-237 23-496 0 0,166-27 461 0 0,-81 9-425 0 0,409-13 368 0 0,189 51 472 0 0,22-65-1340 0 0,-754 48 72 0 0,467-41 784 0 0,-322 56-765 0 0,-84 2 738 0 0,250-30 1 0 0,-306 2 360 0 0,-60 12-1764 0 0,-1 3-4231 0 0,-50 10-573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6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171 587 4609 0 0,'-24'-44'2663'0'0,"-36"-47"0"0"0,32 50 2096 0 0,-28-53-1 0 0,56 94-4694 0 0,0 0-1 0 0,0-1 0 0 0,-1 1 1 0 0,1 0-1 0 0,0 0 1 0 0,0-1-1 0 0,0 1 0 0 0,-1 0 1 0 0,1 0-1 0 0,0-1 1 0 0,0 1-1 0 0,0 0 0 0 0,0-1 1 0 0,0 1-1 0 0,0 0 0 0 0,0 0 1 0 0,0-1-1 0 0,0 1 1 0 0,0 0-1 0 0,0-1 0 0 0,0 1 1 0 0,0 0-1 0 0,0-1 1 0 0,0 1-1 0 0,0 0 0 0 0,0 0 1 0 0,0-1-1 0 0,0 1 1 0 0,0 0-1 0 0,0-1 0 0 0,0 1 1 0 0,1 0-1 0 0,-1 0 1 0 0,0-1-1 0 0,0 1 0 0 0,0 0 1 0 0,1-1-1 0 0,12 4 675 0 0,14 15-583 0 0,-9 5-120 0 0,-1 1 0 0 0,-2 1 0 0 0,0 0 0 0 0,-2 1 0 0 0,0 1 0 0 0,10 34 0 0 0,16 33-26 0 0,8-7 95 0 0,3-3 0 0 0,116 148 0 0 0,-163-227-62 0 0,0-1 1 0 0,1 1 0 0 0,-1-1 0 0 0,1 0-1 0 0,0 0 1 0 0,0-1 0 0 0,7 5 0 0 0,-11-8-22 0 0,1 0 0 0 0,0 1 0 0 0,0-1-1 0 0,-1 0 1 0 0,1 0 0 0 0,0 1 0 0 0,0-1 0 0 0,-1 0 0 0 0,1 0 0 0 0,0 0 0 0 0,0 0 0 0 0,-1 0 0 0 0,1 0 0 0 0,0 0 0 0 0,0 0 0 0 0,-1-1 0 0 0,1 1 0 0 0,0 0 0 0 0,0 0 0 0 0,-1-1 0 0 0,2 0 0 0 0,0 0 21 0 0,0 0 0 0 0,-1 0-1 0 0,0-1 1 0 0,1 1 0 0 0,-1-1 0 0 0,0 0 0 0 0,0 1 0 0 0,0-1-1 0 0,0 0 1 0 0,0 0 0 0 0,0 1 0 0 0,1-4 0 0 0,6-20 256 0 0,-1-1 0 0 0,-1-1 1 0 0,4-33-1 0 0,2-9-8 0 0,1 4-163 0 0,130-535-222 0 0,-126 534-296 0 0,-10 36-634 0 0,19-49 0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6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219 239 2328 0 0,'6'-13'507'0'0,"-1"-1"0"0"0,0 0 0 0 0,4-26-1 0 0,-7 29 667 0 0,-1 0-1 0 0,0 1 0 0 0,0-1 0 0 0,-1 0 1 0 0,0 0-1 0 0,-1 0 0 0 0,-1 1 1 0 0,0-1-1 0 0,-6-20 0 0 0,8 30-984 0 0,-1-1 0 0 0,1 0 0 0 0,-1 1 0 0 0,0-1 0 0 0,0 1 1 0 0,1-1-1 0 0,-1 1 0 0 0,0-1 0 0 0,0 1 0 0 0,-1-1 0 0 0,1 1 0 0 0,0 0 0 0 0,0 0 0 0 0,-1 0 0 0 0,1 0 0 0 0,0 0 0 0 0,-1 0 0 0 0,1 0 0 0 0,-1 0 0 0 0,0 0 1 0 0,1 1-1 0 0,-4-2 0 0 0,2 2-65 0 0,0 0 1 0 0,0 0-1 0 0,1 0 1 0 0,-1 0 0 0 0,0 1-1 0 0,0-1 1 0 0,0 1-1 0 0,1 0 1 0 0,-1 0 0 0 0,0 0-1 0 0,1 0 1 0 0,-5 3-1 0 0,-5 3-41 0 0,0 1 1 0 0,0 1-1 0 0,1 0 0 0 0,-12 14 0 0 0,11-11-79 0 0,0 0 0 0 0,1 1-1 0 0,1 0 1 0 0,0 1 0 0 0,1 0 0 0 0,-11 23 0 0 0,18-33-3 0 0,0 0 0 0 0,1 1-1 0 0,-1-1 1 0 0,1 1 0 0 0,-1-1 0 0 0,1 1 0 0 0,1 0 0 0 0,-1 0 0 0 0,1-1-1 0 0,0 1 1 0 0,0 0 0 0 0,0 0 0 0 0,0-1 0 0 0,1 1 0 0 0,0 0 0 0 0,0-1-1 0 0,0 1 1 0 0,1-1 0 0 0,0 1 0 0 0,-1-1 0 0 0,2 0 0 0 0,-1 1 0 0 0,0-1-1 0 0,1 0 1 0 0,0 0 0 0 0,0-1 0 0 0,4 5 0 0 0,-4-5-6 0 0,0 0 0 0 0,1-1 0 0 0,-1 1 0 0 0,1-1-1 0 0,0 0 1 0 0,0 0 0 0 0,0 0 0 0 0,0 0 0 0 0,0-1 0 0 0,1 0 0 0 0,-1 0 0 0 0,0 0 0 0 0,1 0 0 0 0,-1-1 0 0 0,0 1 0 0 0,1-1 0 0 0,-1 0 0 0 0,1 0 0 0 0,-1-1 0 0 0,0 0-1 0 0,9-2 1 0 0,-6 2-2 0 0,-1-1 0 0 0,0-1-1 0 0,1 1 1 0 0,-1-1 0 0 0,0 0-1 0 0,-1 0 1 0 0,1-1-1 0 0,0 0 1 0 0,-1 0 0 0 0,0 0-1 0 0,0-1 1 0 0,0 1-1 0 0,7-10 1 0 0,-6 3 21 0 0,0 0 1 0 0,-1 0-1 0 0,0 0 0 0 0,7-22 0 0 0,-10 24-6 0 0,0 1 0 0 0,1 0 0 0 0,0 0 0 0 0,0 0-1 0 0,1 0 1 0 0,0 1 0 0 0,0-1 0 0 0,1 1 0 0 0,0 0-1 0 0,0 1 1 0 0,1-1 0 0 0,7-6 0 0 0,-5 7-7 0 0,1 0 0 0 0,0 1 0 0 0,1 0 0 0 0,15-6 0 0 0,-21 10 0 0 0,-1-1 0 0 0,0 1 0 0 0,1 0 0 0 0,0 0 0 0 0,-1 0 0 0 0,1 1 0 0 0,-1-1 0 0 0,1 1 0 0 0,0 0 0 0 0,0 0 0 0 0,-1 0 0 0 0,1 0 0 0 0,0 1 0 0 0,-1 0 0 0 0,1 0 0 0 0,6 2 0 0 0,-8-2 2 0 0,0 1 0 0 0,0 0 0 0 0,-1 0 1 0 0,1-1-1 0 0,0 1 0 0 0,-1 0 0 0 0,1 1 0 0 0,-1-1 0 0 0,1 0 1 0 0,-1 0-1 0 0,0 1 0 0 0,0-1 0 0 0,0 0 0 0 0,-1 1 1 0 0,1-1-1 0 0,0 1 0 0 0,-1-1 0 0 0,0 1 0 0 0,1 0 1 0 0,-1 2-1 0 0,-3 57 68 0 0,2-51-61 0 0,-5 129 223 0 0,2-13-1432 0 0,3-119 170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6913 0 0,'0'-2'95'0'0,"0"0"0"0"0,0 0-1 0 0,0 0 1 0 0,1 0 0 0 0,-1 0-1 0 0,1 0 1 0 0,-1 0 0 0 0,1 0 0 0 0,0 0-1 0 0,0 0 1 0 0,0 0 0 0 0,0 0-1 0 0,0 1 1 0 0,0-1 0 0 0,0 0-1 0 0,1 1 1 0 0,-1-1 0 0 0,0 1-1 0 0,1-1 1 0 0,0 1 0 0 0,-1 0-1 0 0,3-2 1 0 0,43-31 1979 0 0,-43 32-1815 0 0,31-17-1082 0 0,-34 19 808 0 0,0-1 0 0 0,0 1 0 0 0,0-1 0 0 0,0 1 1 0 0,0 0-1 0 0,0-1 0 0 0,0 1 0 0 0,0 0 0 0 0,1 0 0 0 0,-1 0 0 0 0,0 0 0 0 0,0 0 0 0 0,0 0 0 0 0,0 0 0 0 0,1 0 0 0 0,-1 0 0 0 0,0 1 0 0 0,0-1 0 0 0,0 0 0 0 0,0 1 1 0 0,0-1-1 0 0,0 1 0 0 0,0-1 0 0 0,0 1 0 0 0,0-1 0 0 0,0 1 0 0 0,0 0 0 0 0,0-1 0 0 0,0 1 0 0 0,1 1 0 0 0,0 5 15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7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 6913 0 0,'0'1'52'0'0,"0"0"-1"0"0,0 0 1 0 0,0 0-1 0 0,0 0 0 0 0,0 0 1 0 0,0 0-1 0 0,0-1 1 0 0,1 1-1 0 0,-1 0 0 0 0,0 0 1 0 0,1 0-1 0 0,-1 0 1 0 0,0-1-1 0 0,1 1 0 0 0,-1 0 1 0 0,1 0-1 0 0,-1-1 1 0 0,1 1-1 0 0,-1 0 0 0 0,1-1 1 0 0,0 1-1 0 0,-1 0 0 0 0,1-1 1 0 0,0 1-1 0 0,-1-1 1 0 0,1 1-1 0 0,0-1 0 0 0,0 1 1 0 0,-1-1-1 0 0,1 0 1 0 0,1 1-1 0 0,1-1 171 0 0,0 1 0 0 0,0-1 0 0 0,0 0 0 0 0,-1 0-1 0 0,1 0 1 0 0,0-1 0 0 0,0 1 0 0 0,0-1 0 0 0,5-1 0 0 0,5-3-98 0 0,-1 1 1 0 0,0-2-1 0 0,17-10 0 0 0,51-36-1740 0 0,-70 43 1632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7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121 184 2761 0 0,'2'-9'1108'0'0,"0"-1"0"0"0,-1 1 1 0 0,-1-1-1 0 0,0 0 1 0 0,0 1-1 0 0,-2-15 0 0 0,1 22-795 0 0,1 0 1 0 0,0 1-1 0 0,-1-1 0 0 0,1 0 0 0 0,-1 0 0 0 0,0 0 1 0 0,1 1-1 0 0,-1-1 0 0 0,0 0 0 0 0,0 1 0 0 0,0-1 1 0 0,0 1-1 0 0,0-1 0 0 0,-1 1 0 0 0,1 0 0 0 0,-3-3 1 0 0,3 4-179 0 0,-1-1 0 0 0,1 1 0 0 0,-1 0 0 0 0,1-1 0 0 0,-1 1 0 0 0,1 0 0 0 0,-1 0 0 0 0,1 0 0 0 0,-1 0 0 0 0,1 0 0 0 0,-1 0 0 0 0,1 1 0 0 0,0-1 0 0 0,-1 1 0 0 0,1-1 0 0 0,-1 1 0 0 0,1-1 0 0 0,-1 1 0 0 0,1-1 0 0 0,0 1 0 0 0,0 0 0 0 0,-1 0 0 0 0,1 0 0 0 0,-2 2 0 0 0,0-1-1 0 0,0 1 0 0 0,1 0 0 0 0,-1 0 0 0 0,1 0 1 0 0,-1 1-1 0 0,1-1 0 0 0,0 0 0 0 0,0 1 0 0 0,1 0 0 0 0,-1-1 1 0 0,1 1-1 0 0,-2 7 0 0 0,-9 54 190 0 0,9-44-150 0 0,-8 41 46 0 0,-3 117 1 0 0,14-158-163 0 0,1 1-1 0 0,1 0 0 0 0,1-1 1 0 0,0 1-1 0 0,2-1 1 0 0,1 0-1 0 0,0 0 1 0 0,2-1-1 0 0,10 21 1 0 0,-14-33-47 0 0,1 0 1 0 0,0-1-1 0 0,0 0 1 0 0,1 0-1 0 0,-1-1 1 0 0,2 1-1 0 0,-1-1 1 0 0,1-1-1 0 0,-1 1 0 0 0,1-1 1 0 0,1 0-1 0 0,-1-1 1 0 0,1 0-1 0 0,12 5 1 0 0,-14-6 3 0 0,1-1-1 0 0,-1 0 1 0 0,1-1 0 0 0,-1 0 0 0 0,1 0 0 0 0,0 0 0 0 0,-1-1 0 0 0,1 0 0 0 0,0 0-1 0 0,0 0 1 0 0,-1-1 0 0 0,1 0 0 0 0,0-1 0 0 0,-1 1 0 0 0,1-1 0 0 0,-1-1 0 0 0,0 1-1 0 0,0-1 1 0 0,8-4 0 0 0,1-2 9 0 0,0-1-1 0 0,-1-1 1 0 0,1-1-1 0 0,-2 1 1 0 0,0-2 0 0 0,0 0-1 0 0,-2-1 1 0 0,1 0-1 0 0,14-24 1 0 0,-20 26 24 0 0,0-1 1 0 0,0 0 0 0 0,-1 0-1 0 0,-1 0 1 0 0,0-1-1 0 0,-1 1 1 0 0,0-1-1 0 0,-1 0 1 0 0,0 0-1 0 0,-2 0 1 0 0,1 0 0 0 0,-4-26-1 0 0,-1 13 123 0 0,-1 0 0 0 0,-1 0-1 0 0,-2 1 1 0 0,0 0 0 0 0,-2 0 0 0 0,-1 1-1 0 0,-1 1 1 0 0,-27-43 0 0 0,29 53-191 0 0,0 0-1 0 0,-2 1 1 0 0,1 0 0 0 0,-2 1 0 0 0,0 0 0 0 0,-21-14 0 0 0,24 19-239 0 0,0 1 0 0 0,-1 0 0 0 0,1 1-1 0 0,-1 0 1 0 0,-1 1 0 0 0,1 0 0 0 0,0 1 0 0 0,-1 0 0 0 0,0 1 0 0 0,-14-1 0 0 0,5 3-7817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0:58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8 3225 0 0,'3'-7'4184'0'0,"-13"7"-982"0"0,-6 3-1864 0 0,8 1-951 0 0,1-1 0 0 0,0 1 0 0 0,-1 1 1 0 0,2-1-1 0 0,-1 1 0 0 0,0 0 0 0 0,1 0 0 0 0,0 1 0 0 0,0 0 0 0 0,-8 12 0 0 0,-1-2-5 0 0,-14 16-309 0 0,0 2 0 0 0,3 0 1 0 0,0 2-1 0 0,2 1 0 0 0,2 1 0 0 0,2 1 0 0 0,1 0 1 0 0,2 2-1 0 0,2 0 0 0 0,-10 45 0 0 0,16-39-863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5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22 248 8754 0 0,'-4'-6'938'0'0,"1"0"-1"0"0,0-1 1 0 0,1 1 0 0 0,-1-1-1 0 0,1 1 1 0 0,0-1 0 0 0,1 0-1 0 0,0 0 1 0 0,1-7 3433 0 0,9 39-3624 0 0,0 28-621 0 0,3 0 0 0 0,2 0 1 0 0,2-1-1 0 0,2-1 0 0 0,3-1 0 0 0,1-1 0 0 0,57 89 0 0 0,-40-76-23 0 0,-19-30 24 0 0,1 0 1 0 0,2-1-1 0 0,27 29 1 0 0,-49-59-111 0 0,1 1 0 0 0,0 0 0 0 0,-1-1-1 0 0,1 1 1 0 0,0-1 0 0 0,0 1 0 0 0,0-1-1 0 0,0 0 1 0 0,0 0 0 0 0,0 0 0 0 0,0 0 0 0 0,0 0-1 0 0,0 0 1 0 0,0-1 0 0 0,1 1 0 0 0,-1-1 0 0 0,0 1-1 0 0,1-1 1 0 0,1 0 0 0 0,-2-1 7 0 0,0 1 0 0 0,0-1 1 0 0,0 1-1 0 0,0-1 0 0 0,0 0 0 0 0,0 0 1 0 0,0 0-1 0 0,-1 0 0 0 0,1 0 0 0 0,0-1 1 0 0,-1 1-1 0 0,1 0 0 0 0,-1-1 0 0 0,1 1 0 0 0,-1-1 1 0 0,0 0-1 0 0,2-1 0 0 0,2-7 64 0 0,0 0-1 0 0,0-1 1 0 0,0 1-1 0 0,-2-1 0 0 0,1 0 1 0 0,2-13-1 0 0,27-181 415 0 0,-7 30-339 0 0,-2 60-123 0 0,34-216-1642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6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214 153 1376 0 0,'2'-5'495'0'0,"-1"1"0"0"0,0-1 0 0 0,0 0-1 0 0,0 1 1 0 0,-1-1 0 0 0,1 0 0 0 0,-1 0 0 0 0,0 1-1 0 0,-1-1 1 0 0,1 0 0 0 0,-1 0 0 0 0,0 1 0 0 0,0-1 0 0 0,-1 0-1 0 0,1 1 1 0 0,-1 0 0 0 0,0-1 0 0 0,0 1 0 0 0,0 0-1 0 0,-1 0 1 0 0,1 0 0 0 0,-1 0 0 0 0,0 0 0 0 0,0 1-1 0 0,-1-1 1 0 0,-5-4 0 0 0,5 4-51 0 0,-1 1 1 0 0,1 0-1 0 0,0 0 0 0 0,-1 1 1 0 0,0-1-1 0 0,0 1 0 0 0,0 0 1 0 0,0 0-1 0 0,0 0 0 0 0,-9-1 1 0 0,10 3-370 0 0,0-1 0 0 0,0 1-1 0 0,0 0 1 0 0,-1 0 0 0 0,1 1 0 0 0,0-1 0 0 0,0 1 0 0 0,0 0 0 0 0,0 0 0 0 0,0 0 0 0 0,0 0-1 0 0,0 1 1 0 0,0 0 0 0 0,-5 3 0 0 0,2-1 11 0 0,3-2-33 0 0,0 0 0 0 0,0 1-1 0 0,0-1 1 0 0,0 1 0 0 0,0 0-1 0 0,1 0 1 0 0,-1 1 0 0 0,1-1-1 0 0,0 1 1 0 0,-4 5 0 0 0,8-11 94 0 0,0 0-166 0 0,0 0 1 0 0,0-1 0 0 0,0 1-1 0 0,0 0 1 0 0,0-1 0 0 0,-1 1-1 0 0,1 0 1 0 0,-1-1 0 0 0,0 1-1 0 0,0-5 1 0 0,3 2-706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60 3225 0 0,'1'-3'224'0'0,"1"0"0"0"0,-1 0 0 0 0,1 0 0 0 0,-1 0 0 0 0,0 0 0 0 0,0 0 0 0 0,1-6 0 0 0,-2 8 172 0 0,1 0 0 0 0,-1 0-1 0 0,0-1 1 0 0,1 1 0 0 0,-1 0 0 0 0,0 0-1 0 0,0 0 1 0 0,0-1 0 0 0,0 1 0 0 0,0 0-1 0 0,0 0 1 0 0,0 0 0 0 0,-1-1 0 0 0,1 1-1 0 0,0 0 1 0 0,0 0 0 0 0,-1 0 0 0 0,1 0-1 0 0,-1-1 1 0 0,0 1 0 0 0,1 0 0 0 0,-1 0-1 0 0,0-1 1 0 0,0 2-191 0 0,1 0 0 0 0,-1 0 1 0 0,0 0-1 0 0,1 0 0 0 0,-1 0 0 0 0,1 0 0 0 0,-1 0 1 0 0,0 0-1 0 0,1 0 0 0 0,-1 0 0 0 0,1 0 0 0 0,-1 0 0 0 0,0 0 1 0 0,1 0-1 0 0,-1 0 0 0 0,1 1 0 0 0,-1-1 0 0 0,1 0 1 0 0,-1 0-1 0 0,1 1 0 0 0,-1 0 0 0 0,-15 13 1070 0 0,15-13-1281 0 0,-8 9 147 0 0,1 1-1 0 0,1-1 1 0 0,0 1 0 0 0,0 0 0 0 0,1 1 0 0 0,-5 14 0 0 0,-2 2-90 0 0,-1 0-68 0 0,1-1 0 0 0,2 2 0 0 0,1 0 0 0 0,-11 48-1 0 0,19-67 7 0 0,1 1-1 0 0,0 0 1 0 0,1-1-1 0 0,0 1 1 0 0,1 0-1 0 0,0 0 1 0 0,3 13 0 0 0,-3-18 17 0 0,1 1 0 0 0,1-1 0 0 0,-1 0 1 0 0,1 0-1 0 0,0 0 0 0 0,0 0 0 0 0,1 0 1 0 0,0-1-1 0 0,0 1 0 0 0,0-1 1 0 0,1 0-1 0 0,8 7 0 0 0,-9-9 29 0 0,-1-1 0 0 0,1 0-1 0 0,0 0 1 0 0,0 0 0 0 0,1-1 0 0 0,-1 1-1 0 0,0-1 1 0 0,0 0 0 0 0,1 0 0 0 0,-1 0-1 0 0,0-1 1 0 0,1 0 0 0 0,-1 0-1 0 0,1 0 1 0 0,-1 0 0 0 0,0-1 0 0 0,1 1-1 0 0,-1-1 1 0 0,0 0 0 0 0,1-1 0 0 0,-1 1-1 0 0,0-1 1 0 0,0 0 0 0 0,0 0-1 0 0,0 0 1 0 0,0 0 0 0 0,-1-1 0 0 0,7-5-1 0 0,-6 6-35 0 0,0-1-1 0 0,-1 0 1 0 0,1 0-1 0 0,-1 0 1 0 0,0 0-1 0 0,0 0 1 0 0,0-1-1 0 0,0 0 1 0 0,0 1-1 0 0,-1-1 1 0 0,0 0-1 0 0,0 0 1 0 0,0 0-1 0 0,0 0 0 0 0,-1-1 1 0 0,1 1-1 0 0,-1 0 1 0 0,0-1-1 0 0,-1 1 1 0 0,1-1-1 0 0,-1 1 1 0 0,0-1-1 0 0,0 1 1 0 0,0-1-1 0 0,0 1 1 0 0,-1-1-1 0 0,0 1 1 0 0,-2-7-1 0 0,-26-35-679 0 0,25 40 564 0 0,-1-1-1 0 0,1 1 0 0 0,-1-1 0 0 0,2 0 0 0 0,-1 0 0 0 0,-3-12 1 0 0,6 16 91 0 0,1 1 1 0 0,-1-1-1 0 0,1 0 1 0 0,0 0-1 0 0,0 0 0 0 0,1 1 1 0 0,-1-1-1 0 0,0 0 1 0 0,1 0-1 0 0,0 1 1 0 0,-1-1-1 0 0,1 0 1 0 0,0 1-1 0 0,0-1 1 0 0,1 1-1 0 0,-1-1 1 0 0,1 1-1 0 0,-1-1 1 0 0,1 1-1 0 0,0 0 1 0 0,-1 0-1 0 0,1 0 1 0 0,3-2-1 0 0,-1-1 7 0 0,1 1 0 0 0,-1 1-1 0 0,1-1 1 0 0,0 0 0 0 0,0 1-1 0 0,0 0 1 0 0,0 0 0 0 0,0 1-1 0 0,1 0 1 0 0,-1-1 0 0 0,1 2-1 0 0,0-1 1 0 0,0 1 0 0 0,0 0-1 0 0,-1 0 1 0 0,1 0 0 0 0,0 1 0 0 0,0 0-1 0 0,7 1 1 0 0,-8 0 84 0 0,0 0 0 0 0,1 0 0 0 0,-1 1 1 0 0,0-1-1 0 0,0 1 0 0 0,0 1 0 0 0,-1-1 1 0 0,1 1-1 0 0,0-1 0 0 0,-1 2 0 0 0,0-1 0 0 0,1 0 1 0 0,-1 1-1 0 0,-1 0 0 0 0,1-1 0 0 0,-1 2 0 0 0,1-1 1 0 0,-1 0-1 0 0,0 1 0 0 0,0-1 0 0 0,2 7 1 0 0,0 1 186 0 0,-1 0 0 0 0,0 1 1 0 0,0-1-1 0 0,-2 1 1 0 0,1 0-1 0 0,-2 0 0 0 0,1 0 1 0 0,-2 0-1 0 0,-2 26 1 0 0,-10 39-1168 0 0,-7-3-5678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7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25 9218 0 0,'-18'-25'12113'0'0,"17"26"-12018"0"0,2 2 10 0 0,0 1 0 0 0,-1-1-1 0 0,1 1 1 0 0,1-1 0 0 0,-1 0 0 0 0,0 0 0 0 0,1 1-1 0 0,-1-1 1 0 0,1 0 0 0 0,0 0 0 0 0,0-1 0 0 0,3 4 0 0 0,0 1-33 0 0,190 251 368 0 0,-155-208-400 0 0,169 176 504 0 0,-209-225-516 0 0,0-1 1 0 0,0 0-1 0 0,0 1 0 0 0,0-1 0 0 0,-1 1 1 0 0,1-1-1 0 0,0 0 0 0 0,0 1 1 0 0,0-1-1 0 0,-1 0 0 0 0,1 1 0 0 0,0-1 1 0 0,0 0-1 0 0,-1 1 0 0 0,1-1 1 0 0,0 0-1 0 0,-1 1 0 0 0,1-1 0 0 0,0 0 1 0 0,-1 0-1 0 0,1 0 0 0 0,0 1 1 0 0,-1-1-1 0 0,1 0 0 0 0,-1 0 0 0 0,1 0 1 0 0,0 0-1 0 0,-1 0 0 0 0,1 1 0 0 0,-1-1 1 0 0,1 0-1 0 0,-1 0 0 0 0,-15 5 120 0 0,16-5-170 0 0,-12 5 60 0 0,1 1 0 0 0,0 0-1 0 0,0 1 1 0 0,1 0 0 0 0,0 0 0 0 0,0 2 0 0 0,1-1 0 0 0,-14 15-1 0 0,4-3 15 0 0,-183 189-751 0 0,185-182-2292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3 287 2761 0 0,'2'-12'1689'0'0,"-1"0"0"0"0,0 1 0 0 0,-1-1 0 0 0,0 0 0 0 0,-3-20 0 0 0,-1-17 6915 0 0,4 49-8571 0 0,0 0 0 0 0,0 0 0 0 0,0 0-1 0 0,0 0 1 0 0,0-1 0 0 0,0 1-1 0 0,0 0 1 0 0,0 0 0 0 0,0 0 0 0 0,0 0-1 0 0,0 0 1 0 0,0-1 0 0 0,0 1 0 0 0,0 0-1 0 0,0 0 1 0 0,0 0 0 0 0,0 0 0 0 0,1 0-1 0 0,-1 0 1 0 0,0 0 0 0 0,0-1 0 0 0,0 1-1 0 0,0 0 1 0 0,0 0 0 0 0,0 0 0 0 0,0 0-1 0 0,0 0 1 0 0,0 0 0 0 0,1 0 0 0 0,-1 0-1 0 0,0 0 1 0 0,0 0 0 0 0,0 0 0 0 0,0 0-1 0 0,0-1 1 0 0,0 1 0 0 0,1 0 0 0 0,-1 0-1 0 0,0 0 1 0 0,0 0 0 0 0,0 0 0 0 0,0 0-1 0 0,0 0 1 0 0,1 0 0 0 0,-1 0 0 0 0,0 0-1 0 0,0 1 1 0 0,0-1 0 0 0,0 0 0 0 0,0 0-1 0 0,0 0 1 0 0,1 0 0 0 0,-1 0 0 0 0,0 0-1 0 0,10 7 674 0 0,4 6-571 0 0,2 5-45 0 0,-2 1 1 0 0,0 0-1 0 0,-1 1 0 0 0,-1 1 0 0 0,12 25 0 0 0,2 5-55 0 0,97 144 34 0 0,-99-162-68 0 0,1-2 1 0 0,1-1-1 0 0,54 46 1 0 0,-77-73 23 0 0,1 0 0 0 0,-1 0 1 0 0,1 0-1 0 0,-1-1 0 0 0,1 0 1 0 0,0 0-1 0 0,0 0 0 0 0,0 0 0 0 0,1 0 1 0 0,-1-1-1 0 0,0 0 0 0 0,1 0 0 0 0,-1 0 1 0 0,9 0-1 0 0,-10-1-1 0 0,-1-1 0 0 0,1 0 0 0 0,0 1 0 0 0,0-1 0 0 0,-1 0 0 0 0,1-1 1 0 0,-1 1-1 0 0,1 0 0 0 0,-1-1 0 0 0,0 1 0 0 0,1-1 0 0 0,-1 0 0 0 0,0 1 0 0 0,0-1 0 0 0,0 0 1 0 0,0-1-1 0 0,-1 1 0 0 0,1 0 0 0 0,0 0 0 0 0,-1-1 0 0 0,0 1 0 0 0,1-1 0 0 0,-1 1 0 0 0,1-5 1 0 0,112-286 668 0 0,-66 164-690 0 0,-25 61-809 0 0,63-125-1 0 0,-73 176-23 0 0,-13 16 709 0 0,0 1 0 0 0,1-1 1 0 0,-1 1-1 0 0,0 0 0 0 0,1-1 1 0 0,-1 1-1 0 0,1 0 1 0 0,-1-1-1 0 0,0 1 0 0 0,1 0 1 0 0,-1-1-1 0 0,1 1 0 0 0,-1 0 1 0 0,1 0-1 0 0,-1 0 1 0 0,1 0-1 0 0,-1-1 0 0 0,1 1 1 0 0,-1 0-1 0 0,1 0 0 0 0,-1 0 1 0 0,1 0-1 0 0,-1 0 1 0 0,1 0-1 0 0,0 0 0 0 0,-1 0 1 0 0,1 0-1 0 0,-1 1 0 0 0,1-1 1 0 0,-1 0-1 0 0,1 0 1 0 0,-1 0-1 0 0,1 1 0 0 0,-1-1 1 0 0,0 0-1 0 0,1 0 0 0 0,0 1 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8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2761 0 0,'0'-2'381'0'0,"0"0"1"0"0,1 0-1 0 0,-1 0 1 0 0,1 0-1 0 0,-1 0 1 0 0,1 0-1 0 0,0 0 1 0 0,0 1 0 0 0,0-1-1 0 0,0 0 1 0 0,0 0-1 0 0,0 1 1 0 0,1-1-1 0 0,-1 1 1 0 0,0-1-1 0 0,1 1 1 0 0,-1-1 0 0 0,1 1-1 0 0,0 0 1 0 0,-1 0-1 0 0,1 0 1 0 0,0 0-1 0 0,0 0 1 0 0,0 0 0 0 0,0 0-1 0 0,0 0 1 0 0,-1 1-1 0 0,5-1 1 0 0,9-3 1072 0 0,0 1 0 0 0,0 1 1 0 0,16-1-1 0 0,-1 0-65 0 0,57-12 443 0 0,-21 2-1886 0 0,0 3-1 0 0,77-2 1 0 0,-123 16-2520 0 0,-17-2 1299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09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1376 0 0,'-15'2'22795'0'0,"13"4"-21812"0"0,-1 6-3836 0 0,1-4 3093 0 0,1 1 0 0 0,1-1 0 0 0,0 1 0 0 0,0-1 0 0 0,2 17 0 0 0,0 5 168 0 0,-2 72 695 0 0,2 153 363 0 0,-2-249-1813 0 0,0-1 1 0 0,0 1 0 0 0,1-1-1 0 0,0 1 1 0 0,0-1 0 0 0,0 0-1 0 0,1 0 1 0 0,0 0 0 0 0,3 7-1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4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5497 0 0,'15'-3'145'0'0,"0"0"0"0"0,0 1-1 0 0,0 1 1 0 0,0 0 0 0 0,22 3 0 0 0,-3-1-14 0 0,34-3-131 0 0,-54 1 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4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5065 0 0,'43'-7'911'0'0,"0"3"-1"0"0,0 1 0 0 0,0 2 1 0 0,1 3-1 0 0,57 8 1 0 0,-85-7-4662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5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10594 0 0,'62'-3'1373'0'0,"103"-18"0"0"0,-119 14-2693 0 0,-42 6 639 0 0,-1 1 0 0 0,0 0-1 0 0,1 0 1 0 0,-1 0 0 0 0,1 1 0 0 0,-1-1 0 0 0,0 1-1 0 0,5 1 1 0 0,-4-1 105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3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4489 0 0,'0'0'441'0'0,"4"-2"15"0"0,0 1 0 0 0,-1-1 0 0 0,1 1 0 0 0,0 0 0 0 0,0 0-1 0 0,0 1 1 0 0,0-1 0 0 0,-1 1 0 0 0,1 0 0 0 0,0 0 0 0 0,7 1 0 0 0,-3-1-300 0 0,11 1 445 0 0,0 1 0 0 0,0 1 0 0 0,36 10 0 0 0,-21-4-683 0 0,-19-6-378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 0 0,'27'0'2095'0'0,"59"1"860"0"0,-60 2-3095 0 0,-1 1 1 0 0,0 1-1 0 0,26 8 0 0 0,-36-7 194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6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1382 2304 0 0,'-7'-9'4681'0'0,"1"-5"-3507"0"0,2-13-561 0 0,2 0 0 0 0,1 0 0 0 0,1 0 0 0 0,1 0 0 0 0,2 0-1 0 0,9-44 1 0 0,0 13-303 0 0,2 1 0 0 0,3 0-1 0 0,38-84 1 0 0,99-152-1571 0 0,-93 203 433 0 0,3 1 0 0 0,116-119 0 0 0,-149 177 669 0 0,2 1 0 0 0,50-35-1 0 0,-77 60-99 0 0,-3 3-204 0 0,-1 2-94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6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28 456 0 0,'0'-1'200'0'0,"1"0"0"0"0,0 0 1 0 0,-1 0-1 0 0,1 0 0 0 0,-1 0 0 0 0,1 1 0 0 0,-1-1 0 0 0,1 0 0 0 0,-1 0 1 0 0,0 0-1 0 0,0 0 0 0 0,1 0 0 0 0,-1 0 0 0 0,0 0 0 0 0,0 0 0 0 0,0-1 1 0 0,0 1-1 0 0,0 0 0 0 0,0 0 0 0 0,0 0 0 0 0,-1 0 0 0 0,1 0 0 0 0,0 0 1 0 0,0 0-1 0 0,-2-1 0 0 0,1 2-27 0 0,0-1 1 0 0,0 1-1 0 0,0 0 1 0 0,-1 0-1 0 0,1 0 1 0 0,0 0-1 0 0,0 0 1 0 0,0 1-1 0 0,-1-1 1 0 0,1 0-1 0 0,0 0 1 0 0,0 1-1 0 0,0-1 1 0 0,0 1-1 0 0,0-1 1 0 0,0 1-1 0 0,0-1 1 0 0,0 1-1 0 0,0 0 1 0 0,0 0-1 0 0,0-1 1 0 0,-1 2-1 0 0,-47 37 1713 0 0,38-29-1734 0 0,0-1 1 0 0,-1 0-1 0 0,0 0 1 0 0,0-1-1 0 0,-1-1 0 0 0,-24 10 1 0 0,47-29-732 0 0,1 0 1 0 0,0 1-1 0 0,17-15 1 0 0,-21 22 692 0 0,-1 0 0 0 0,2 0 0 0 0,-1 1 0 0 0,0 0 0 0 0,1 0 0 0 0,-1 0 0 0 0,1 1 0 0 0,0 1 1 0 0,-1-1-1 0 0,1 1 0 0 0,0 0 0 0 0,0 1 0 0 0,0 0 0 0 0,0 0 0 0 0,0 1 0 0 0,0 0 0 0 0,0 0 0 0 0,0 1 0 0 0,-1 0 0 0 0,1 0 0 0 0,0 1 1 0 0,-1 0-1 0 0,0 0 0 0 0,0 1 0 0 0,11 6 0 0 0,-1 8 301 0 0,-13-13-642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7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6361 0 0,'4'-2'252'0'0,"-1"0"0"0"0,1 0 0 0 0,0 0 0 0 0,0 0 0 0 0,0 1 0 0 0,0 0 0 0 0,1 0 0 0 0,-1 0 0 0 0,0 0-1 0 0,0 1 1 0 0,1-1 0 0 0,-1 1 0 0 0,6 1 0 0 0,23-5-3119 0 0,-22 2-153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5529 0 0,'0'0'423'0'0,"25"-2"1451"0"0,52-4 1703 0 0,-31 4-6913 0 0,-36 2-138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3225 0 0,'4'-4'755'0'0,"1"0"1"0"0,0 1-1 0 0,-1 0 0 0 0,1 0 1 0 0,1 0-1 0 0,-1 0 1 0 0,0 1-1 0 0,11-3 1 0 0,51-11 2477 0 0,-20 6-7049 0 0,-37 8-240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8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5985 0 0,'51'4'3022'0'0,"5"1"229"0"0,-18-12-4543 0 0,-32 5 119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29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6449 0 0,'5'2'672'0'0,"1"-1"0"0"0,0 1 0 0 0,-1-1 0 0 0,1 0 0 0 0,0 0 0 0 0,10 0 0 0 0,67-4 2195 0 0,-68 4-3076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1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6449 0 0,'2'-6'3941'0'0,"-2"6"-3855"0"0,13-5 2075 0 0,13-1 61 0 0,25 1-172 0 0,1 2 0 0 0,95 7 0 0 0,-95-1-1694 0 0,-24-1-453 0 0,-1 2 1 0 0,0 1 0 0 0,40 14 0 0 0,20 3-4921 0 0,-58-19 1495 0 0,-15-4 1731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2.0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0 305 1896 0 0,'17'-29'10752'0'0,"-11"18"-10008"0"0,21-47 3914 0 0,-17 35-3983 0 0,0-1 1 0 0,2 2-1 0 0,1 0 1 0 0,23-31-1 0 0,-35 52-670 0 0,-1 1 0 0 0,0-1 0 0 0,1 1 0 0 0,-1-1 0 0 0,1 1 0 0 0,-1-1-1 0 0,1 1 1 0 0,-1 0 0 0 0,1-1 0 0 0,-1 1 0 0 0,1 0 0 0 0,-1-1 0 0 0,1 1 0 0 0,0 0 0 0 0,-1 0-1 0 0,1-1 1 0 0,0 1 0 0 0,-1 0 0 0 0,1 0 0 0 0,-1 0 0 0 0,1 0 0 0 0,0 0 0 0 0,-1 0 0 0 0,1 0 0 0 0,0 0-1 0 0,-1 0 1 0 0,1 0 0 0 0,0 0 0 0 0,0 1 0 0 0,1 0 18 0 0,0 0-1 0 0,-1 0 1 0 0,1 0 0 0 0,-1 0-1 0 0,0 1 1 0 0,1-1 0 0 0,-1 0 0 0 0,0 1-1 0 0,0-1 1 0 0,2 3 0 0 0,19 43 354 0 0,-22-45-373 0 0,20 64-62 0 0,-16-48 36 0 0,0-1 0 0 0,2-1 0 0 0,0 1 0 0 0,9 16 0 0 0,-14-31 22 0 0,0 0 0 0 0,0 0 0 0 0,0 0 0 0 0,1 0 1 0 0,-1 0-1 0 0,1 0 0 0 0,-1-1 0 0 0,1 1 0 0 0,0 0 1 0 0,-1-1-1 0 0,1 0 0 0 0,0 1 0 0 0,0-1 0 0 0,0 0 1 0 0,0 0-1 0 0,1 0 0 0 0,-1 0 0 0 0,0 0 0 0 0,0 0 1 0 0,1-1-1 0 0,-1 1 0 0 0,0-1 0 0 0,1 0 0 0 0,-1 1 0 0 0,0-1 1 0 0,1 0-1 0 0,-1 0 0 0 0,0-1 0 0 0,1 1 0 0 0,-1 0 1 0 0,0-1-1 0 0,1 1 0 0 0,-1-1 0 0 0,0 0 0 0 0,0 0 1 0 0,0 0-1 0 0,0 0 0 0 0,1 0 0 0 0,-1-1 0 0 0,-1 1 1 0 0,1 0-1 0 0,0-1 0 0 0,0 0 0 0 0,0 1 0 0 0,-1-1 1 0 0,1 0-1 0 0,-1 0 0 0 0,0 0 0 0 0,1 0 0 0 0,-1 0 0 0 0,0 0 1 0 0,0 0-1 0 0,0 0 0 0 0,0 0 0 0 0,0-3 0 0 0,15-40 159 0 0,21-51 97 0 0,-32 85-232 0 0,0 0 0 0 0,1 0-1 0 0,1 1 1 0 0,0 0 0 0 0,17-19 0 0 0,-23 28-17 0 0,0 0 1 0 0,0 0-1 0 0,0 0 0 0 0,0 0 1 0 0,0 1-1 0 0,1-1 0 0 0,-1 0 1 0 0,0 1-1 0 0,0-1 0 0 0,1 0 1 0 0,-1 1-1 0 0,1 0 0 0 0,-1-1 1 0 0,0 1-1 0 0,1 0 1 0 0,-1 0-1 0 0,1 0 0 0 0,-1-1 1 0 0,1 2-1 0 0,-1-1 0 0 0,1 0 1 0 0,-1 0-1 0 0,1 0 0 0 0,-1 1 1 0 0,0-1-1 0 0,1 1 1 0 0,-1-1-1 0 0,0 1 0 0 0,1-1 1 0 0,-1 1-1 0 0,0 0 0 0 0,0 0 1 0 0,1 0-1 0 0,-1-1 0 0 0,0 1 1 0 0,0 0-1 0 0,0 0 0 0 0,0 1 1 0 0,0-1-1 0 0,0 0 1 0 0,0 2-1 0 0,7 7-5 0 0,0 1 1 0 0,-1 0-1 0 0,10 21 1 0 0,-9-17 9 0 0,-4-7-4 0 0,7 11-26 0 0,22 31-1 0 0,-30-46-33 0 0,0-1 0 0 0,0 1 0 0 0,0-1 0 0 0,0 0-1 0 0,0 0 1 0 0,1 0 0 0 0,-1 0 0 0 0,1-1 0 0 0,0 1 0 0 0,0-1 0 0 0,0 0-1 0 0,0 0 1 0 0,0 0 0 0 0,0-1 0 0 0,6 2 0 0 0,-9-3 24 0 0,0 0 1 0 0,0-1 0 0 0,0 1 0 0 0,0 0 0 0 0,0 0-1 0 0,-1-1 1 0 0,1 1 0 0 0,0-1 0 0 0,0 1-1 0 0,0-1 1 0 0,-1 1 0 0 0,1-1 0 0 0,0 1 0 0 0,0-1-1 0 0,-1 1 1 0 0,1-1 0 0 0,0 0 0 0 0,-1 0-1 0 0,1 1 1 0 0,-1-1 0 0 0,1 0 0 0 0,-1 0 0 0 0,1 0-1 0 0,-1 0 1 0 0,0 1 0 0 0,1-1 0 0 0,-1 0-1 0 0,0 0 1 0 0,0 0 0 0 0,0 0 0 0 0,1-1 0 0 0,5-38-102 0 0,-5 27 4 0 0,3-7 104 0 0,1-1-1 0 0,13-33 1 0 0,-15 46 92 0 0,0 0 0 0 0,1 1 0 0 0,0 0 0 0 0,0 0 0 0 0,1 0 1 0 0,-1 0-1 0 0,2 1 0 0 0,-1 0 0 0 0,13-11 0 0 0,-17 16-36 0 0,1-1 0 0 0,0 1-1 0 0,0 0 1 0 0,0-1 0 0 0,0 1 0 0 0,1 0-1 0 0,-1 0 1 0 0,0 1 0 0 0,3-2-1 0 0,-4 2-22 0 0,0 0-1 0 0,0 0 1 0 0,0 0-1 0 0,0 0 0 0 0,-1 0 1 0 0,1 0-1 0 0,0 0 0 0 0,0 0 1 0 0,0 1-1 0 0,-1-1 1 0 0,1 0-1 0 0,0 0 0 0 0,0 1 1 0 0,-1-1-1 0 0,1 0 0 0 0,0 1 1 0 0,0-1-1 0 0,0 2 1 0 0,2 1-116 0 0,-1 0 1 0 0,0 0 0 0 0,0 1 0 0 0,0-1 0 0 0,0 1 0 0 0,0-1-1 0 0,-1 1 1 0 0,2 7 0 0 0,3 7-1132 0 0,1-3 420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2.5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97 3225 0 0,'-42'9'16014'0'0,"229"-39"-12838"0"0,113-14-2561 0 0,-218 37-640 0 0,140 4 1 0 0,-211 3-63 0 0,0 0 0 0 0,0 0 0 0 0,0-1 0 0 0,0 0 0 0 0,0 0 0 0 0,0-2 0 0 0,-1 1 0 0 0,1-1 0 0 0,15-8 0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4.3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1 343 4145 0 0,'0'0'27'0'0,"0"0"-1"0"0,0-1 1 0 0,0 1 0 0 0,0 0-1 0 0,0 0 1 0 0,-1 0 0 0 0,1 0-1 0 0,0 0 1 0 0,0 0 0 0 0,0-1 0 0 0,0 1-1 0 0,0 0 1 0 0,0 0 0 0 0,0 0-1 0 0,0 0 1 0 0,0 0 0 0 0,0-1 0 0 0,0 1-1 0 0,0 0 1 0 0,0 0 0 0 0,0 0-1 0 0,0 0 1 0 0,0-1 0 0 0,0 1-1 0 0,0 0 1 0 0,0 0 0 0 0,1 0 0 0 0,-1 0-1 0 0,0 0 1 0 0,0 0 0 0 0,0-1-1 0 0,0 1 1 0 0,0 0 0 0 0,0 0-1 0 0,0 0 1 0 0,0 0 0 0 0,0 0 0 0 0,1 0-1 0 0,-1 0 1 0 0,0 0 0 0 0,0 0-1 0 0,0-1 1 0 0,0 1 0 0 0,0 0-1 0 0,1 0 1 0 0,-1 0 0 0 0,0 0 0 0 0,0 0-1 0 0,0 0 1 0 0,0 0 0 0 0,0 0-1 0 0,1 0 1 0 0,-1 0 0 0 0,0 0-1 0 0,0 0 1 0 0,0 0 0 0 0,0 0 0 0 0,19-7 1606 0 0,20-4 1257 0 0,85-10 3617 0 0,1 8-4637 0 0,-60 8-2704 0 0,0-2 0 0 0,113-30-1 0 0,-167 33 697 0 0,28-7-269 0 0,-38 11 479 0 0,1-1 1 0 0,0 1-1 0 0,-1 0 1 0 0,1 0-1 0 0,-1-1 1 0 0,1 1 0 0 0,0 0-1 0 0,-1 1 1 0 0,1-1-1 0 0,-1 0 1 0 0,1 0-1 0 0,-1 1 1 0 0,1-1-1 0 0,0 1 1 0 0,-1-1-1 0 0,0 1 1 0 0,1-1-1 0 0,2 3 1 0 0,-3-3 24 0 0,0 0 462 0 0,0-5-335 0 0,1-15 149 0 0,-1 5-64 0 0,0 0 0 0 0,1 1 0 0 0,0-1 0 0 0,1 1-1 0 0,1-1 1 0 0,1 1 0 0 0,0 0 0 0 0,14-26-1 0 0,-18 37-248 0 0,1 0-1 0 0,0-1 1 0 0,0 1-1 0 0,1 0 0 0 0,-1 0 1 0 0,1 0-1 0 0,-1 1 0 0 0,1-1 1 0 0,0 1-1 0 0,3-3 0 0 0,-5 5-37 0 0,1 0 0 0 0,-1-1 0 0 0,0 1 0 0 0,1 0 0 0 0,-1 0 0 0 0,1 0 0 0 0,-1 0 0 0 0,0 0 0 0 0,1 0 0 0 0,-1 1 0 0 0,0-1 0 0 0,1 0 0 0 0,-1 1 0 0 0,0-1 0 0 0,0 1 0 0 0,1-1 0 0 0,-1 1 0 0 0,0 0 0 0 0,0-1 0 0 0,0 1 0 0 0,0 0 0 0 0,0 0 0 0 0,0 0 0 0 0,0 0 0 0 0,0 0 0 0 0,0 0 0 0 0,0 0 0 0 0,0 0 0 0 0,0 0 0 0 0,0 2 0 0 0,4 5-4 0 0,0 0 0 0 0,0 0 0 0 0,-1 0 0 0 0,0 1 0 0 0,-1-1 0 0 0,0 1 0 0 0,0 0 0 0 0,2 17 0 0 0,9 25-181 0 0,-14-50 160 0 0,0-1 0 0 0,0 1 0 0 0,1 0 0 0 0,-1 0 0 0 0,0 0 0 0 0,1 0 0 0 0,-1 0 0 0 0,0 0 0 0 0,1-1 0 0 0,-1 1 0 0 0,1 0-1 0 0,0 0 1 0 0,-1-1 0 0 0,1 1 0 0 0,0 0 0 0 0,-1-1 0 0 0,1 1 0 0 0,0 0 0 0 0,-1-1 0 0 0,1 1 0 0 0,0-1 0 0 0,0 0 0 0 0,0 1 0 0 0,0-1 0 0 0,0 0 0 0 0,-1 1 0 0 0,3-1 0 0 0,-2 0 1 0 0,1 0 1 0 0,-1-1 0 0 0,0 1 0 0 0,1-1 0 0 0,-1 1-1 0 0,0-1 1 0 0,1 0 0 0 0,-1 0 0 0 0,0 1-1 0 0,0-1 1 0 0,0 0 0 0 0,0 0 0 0 0,0 0-1 0 0,0 0 1 0 0,2-2 0 0 0,3-5 20 0 0,0-1 0 0 0,-1 1 0 0 0,8-17 0 0 0,2-19 78 0 0,-14 37-61 0 0,1 0 1 0 0,0 0-1 0 0,0 0 0 0 0,0 1 0 0 0,1-1 1 0 0,0 0-1 0 0,1 1 0 0 0,0 0 1 0 0,5-7-1 0 0,-9 12-34 0 0,0 1 0 0 0,1 0-1 0 0,-1 0 1 0 0,0 0 0 0 0,0-1 0 0 0,0 1 0 0 0,1 0-1 0 0,-1 0 1 0 0,0 0 0 0 0,1 0 0 0 0,-1-1 0 0 0,0 1 0 0 0,0 0-1 0 0,1 0 1 0 0,-1 0 0 0 0,0 0 0 0 0,1 0 0 0 0,-1 0-1 0 0,0 0 1 0 0,1 0 0 0 0,-1 0 0 0 0,0 0 0 0 0,0 0 0 0 0,1 0-1 0 0,-1 0 1 0 0,0 0 0 0 0,1 0 0 0 0,-1 0 0 0 0,0 0 0 0 0,0 1-1 0 0,1-1 1 0 0,-1 0 0 0 0,0 0 0 0 0,1 0 0 0 0,-1 1-1 0 0,9 12 18 0 0,4 23-38 0 0,-11-29 18 0 0,1 2-45 0 0,1-1 1 0 0,0 1-1 0 0,0-1 1 0 0,1 0-1 0 0,0 0 1 0 0,0 0-1 0 0,0-1 1 0 0,1 1-1 0 0,1-1 1 0 0,-1-1-1 0 0,1 1 1 0 0,0-1-1 0 0,0-1 1 0 0,14 9-1 0 0,-21-14 37 0 0,1 0-1 0 0,0 0 1 0 0,0 0 0 0 0,-1 0 0 0 0,1 0-1 0 0,0-1 1 0 0,0 1 0 0 0,-1 0-1 0 0,1 0 1 0 0,0-1 0 0 0,-1 1-1 0 0,1 0 1 0 0,0-1 0 0 0,-1 1-1 0 0,1 0 1 0 0,0-1 0 0 0,-1 1 0 0 0,1-1-1 0 0,-1 1 1 0 0,1-1 0 0 0,-1 1-1 0 0,1-1 1 0 0,-1 0 0 0 0,1 1-1 0 0,-1-1 1 0 0,0 0 0 0 0,1 0-1 0 0,12-24-286 0 0,-10 21 276 0 0,8-20 65 0 0,23-42 289 0 0,-31 60-310 0 0,1 1 1 0 0,-1 0-1 0 0,1 0 0 0 0,0 0 0 0 0,0 1 0 0 0,1 0 0 0 0,-1-1 1 0 0,1 1-1 0 0,6-3 0 0 0,-10 6-13 0 0,0 1 0 0 0,0-1 0 0 0,0 1 0 0 0,0 0 0 0 0,0 0 0 0 0,1 0 0 0 0,-1-1 0 0 0,0 1 0 0 0,0 0 0 0 0,0 1 0 0 0,0-1 0 0 0,0 0 0 0 0,0 0 0 0 0,1 0 0 0 0,-1 1 0 0 0,0-1 1 0 0,0 0-1 0 0,0 1 0 0 0,0-1 0 0 0,0 1 0 0 0,0-1 0 0 0,0 1 0 0 0,0 0 0 0 0,0-1 0 0 0,-1 1 0 0 0,1 0 0 0 0,0 0 0 0 0,0-1 0 0 0,0 1 0 0 0,-1 0 0 0 0,1 0 0 0 0,-1 0 0 0 0,1 0 0 0 0,0 0 0 0 0,-1 0 0 0 0,0 0 0 0 0,1 2 0 0 0,20 50 19 0 0,-16-37-72 0 0,22 42-647 0 0,-16-37-1868 0 0,-2 0-3867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4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1 151 1840 0 0,'2'-5'491'0'0,"1"0"0"0"0,-1 0 1 0 0,1 0-1 0 0,0 0 0 0 0,1 0 0 0 0,-1 1 0 0 0,1-1 0 0 0,0 1 0 0 0,0 0 0 0 0,0 0 0 0 0,8-5 0 0 0,-3 4 625 0 0,0 1-1 0 0,0 0 1 0 0,0 0 0 0 0,1 1-1 0 0,17-4 1 0 0,181-32 5010 0 0,-89 18-8350 0 0,-97 17-4406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6.1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33 177 6913 0 0,'-8'-25'2745'0'0,"1"0"-1"0"0,1 0 0 0 0,1-1 1 0 0,-2-50-1 0 0,29 120-491 0 0,2 41-1858 0 0,-3 2 0 0 0,11 104 0 0 0,-6-31-1845 0 0,10-3-5006 0 0,-25-122-501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6.8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0 413 12899 0 0,'35'-14'4363'0'0,"-8"2"-3610"0"0,6 2-317 0 0,0 1 0 0 0,0 1 1 0 0,1 2-1 0 0,60-3 0 0 0,-83 9-444 0 0,30-1 26 0 0,-40 1-25 0 0,1 0 0 0 0,0 0 1 0 0,0 0-1 0 0,0 0 0 0 0,0-1 0 0 0,-1 1 1 0 0,1-1-1 0 0,0 1 0 0 0,0-1 0 0 0,-1 0 0 0 0,1 1 1 0 0,0-1-1 0 0,-1 0 0 0 0,1 0 0 0 0,2-3 1 0 0,-4 4-23 0 0,0-1 1 0 0,0 0 0 0 0,0 0-1 0 0,0 1 1 0 0,0-1 0 0 0,0 0-1 0 0,0 0 1 0 0,0 0 0 0 0,0 1-1 0 0,-1-1 1 0 0,1 0 0 0 0,0 1-1 0 0,0-1 1 0 0,-1 0 0 0 0,1 0-1 0 0,-1 1 1 0 0,1-1 0 0 0,0 0-1 0 0,-1 1 1 0 0,1-1 0 0 0,-1 1-1 0 0,0-1 1 0 0,0 0 0 0 0,-18-17-404 0 0,15 14 313 0 0,4 4 116 0 0,-13-11-152 0 0,2 0 0 0 0,0 0 0 0 0,0-1 0 0 0,-17-27 0 0 0,25 35 231 0 0,1-1 1 0 0,0 1-1 0 0,0-1 0 0 0,1 1 1 0 0,-1-1-1 0 0,1 0 1 0 0,0 0-1 0 0,0 0 1 0 0,1 0-1 0 0,-1 0 0 0 0,1 0 1 0 0,0 0-1 0 0,1 0 1 0 0,-1 1-1 0 0,1-1 0 0 0,0 0 1 0 0,0 0-1 0 0,0 0 1 0 0,1 0-1 0 0,3-6 1 0 0,-1 3 41 0 0,0 0 1 0 0,1 1 0 0 0,0 0-1 0 0,0 0 1 0 0,1 0 0 0 0,0 1 0 0 0,0 0-1 0 0,1 0 1 0 0,-1 0 0 0 0,1 1-1 0 0,1 0 1 0 0,10-6 0 0 0,-16 10-105 0 0,1-1 1 0 0,0 0-1 0 0,0 1 1 0 0,1-1-1 0 0,-1 1 1 0 0,0 0-1 0 0,0 0 1 0 0,1 0-1 0 0,-1 1 1 0 0,1-1-1 0 0,-1 1 1 0 0,0 0-1 0 0,1 0 1 0 0,-1 0-1 0 0,1 0 1 0 0,-1 1-1 0 0,1-1 1 0 0,-1 1-1 0 0,0 0 1 0 0,1 0-1 0 0,-1 0 1 0 0,0 0-1 0 0,0 0 1 0 0,0 1-1 0 0,0 0 1 0 0,0 0-1 0 0,0-1 1 0 0,0 2-1 0 0,-1-1 1 0 0,1 0-1 0 0,-1 0 1 0 0,1 1-1 0 0,2 3 1 0 0,2 6-55 0 0,0-1 1 0 0,-1 1-1 0 0,0 1 0 0 0,-1-1 1 0 0,0 1-1 0 0,4 21 0 0 0,12 87-114 0 0,-13-70 242 0 0,-5-30 60 0 0,-3-12-28 0 0,1-1 1 0 0,0 0 0 0 0,1 0-1 0 0,0 1 1 0 0,0-1 0 0 0,1 0-1 0 0,-1 0 1 0 0,2-1 0 0 0,-1 1-1 0 0,8 10 1 0 0,-10-17-93 0 0,0 0 1 0 0,0 0-1 0 0,0-1 0 0 0,0 1 1 0 0,1 0-1 0 0,-1-1 0 0 0,0 1 1 0 0,0 0-1 0 0,1-1 1 0 0,-1 0-1 0 0,0 1 0 0 0,0-1 1 0 0,1 0-1 0 0,-1 0 0 0 0,0 0 1 0 0,1 1-1 0 0,-1-1 1 0 0,1-1-1 0 0,-1 1 0 0 0,0 0 1 0 0,1 0-1 0 0,-1 0 0 0 0,0-1 1 0 0,0 1-1 0 0,1-1 0 0 0,-1 1 1 0 0,0-1-1 0 0,0 1 1 0 0,0-1-1 0 0,1 0 0 0 0,-1 0 1 0 0,0 1-1 0 0,2-3 0 0 0,5-4 7 0 0,0 0-1 0 0,-1 0 0 0 0,10-11 0 0 0,-12 12-18 0 0,151-167-2263 0 0,-119 135-5569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7.4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2304 0 0,'-5'8'14389'0'0,"11"-2"-12797"0"0,-4-5-1427 0 0,-1 1 0 0 0,1-1 0 0 0,-1 0 0 0 0,1 1 0 0 0,-1-1-1 0 0,1 1 1 0 0,-1 0 0 0 0,0-1 0 0 0,0 1 0 0 0,1 2 0 0 0,-1-3 42 0 0,2 5 63 0 0,1 0 1 0 0,-1 0 0 0 0,0 1-1 0 0,-1-1 1 0 0,1 1-1 0 0,-1 0 1 0 0,0-1 0 0 0,0 9-1 0 0,5 57 4 0 0,-5-48-64 0 0,15 341 329 0 0,-3-32-3741 0 0,-11-281-4245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48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0 512 6913 0 0,'20'-15'7795'0'0,"16"-16"-4358"0"0,22-19-2067 0 0,-39 36-1216 0 0,-5 4-45 0 0,0-1-1 0 0,0-1 0 0 0,-1 0 0 0 0,19-24 0 0 0,-29 32-153 0 0,0 0 1 0 0,0-1-1 0 0,0 0 1 0 0,-1 0-1 0 0,0 0 0 0 0,0 0 1 0 0,0 0-1 0 0,0 0 0 0 0,-1 0 1 0 0,0-1-1 0 0,0 1 1 0 0,-1 0-1 0 0,1-1 0 0 0,-1 1 1 0 0,-1-1-1 0 0,1 1 0 0 0,-1-1 1 0 0,1 1-1 0 0,-4-11 0 0 0,-21-39-127 0 0,20 46 213 0 0,0 0 0 0 0,1 0 1 0 0,0-1-1 0 0,0 1 0 0 0,1-1 0 0 0,-4-19 0 0 0,7 27-12 0 0,0 0 1 0 0,0-1-1 0 0,0 1 0 0 0,0 0 0 0 0,1 0 1 0 0,-1-1-1 0 0,1 1 0 0 0,-1 0 0 0 0,1 0 1 0 0,0 0-1 0 0,0 0 0 0 0,0 0 0 0 0,0 0 1 0 0,2-4-1 0 0,0 4 27 0 0,-1-1-1 0 0,1 0 1 0 0,0 1 0 0 0,0 0-1 0 0,0-1 1 0 0,0 1 0 0 0,0 1 0 0 0,1-1-1 0 0,-1 0 1 0 0,0 1 0 0 0,7-2-1 0 0,-7 1-2 0 0,0 1 0 0 0,1 1 1 0 0,-1-1-1 0 0,1 0 0 0 0,-1 1 0 0 0,1 0 0 0 0,-1 0 0 0 0,1 0 0 0 0,-1 0 0 0 0,1 0 0 0 0,-1 1 0 0 0,1-1 0 0 0,-1 1 0 0 0,1 0 0 0 0,-1 0 0 0 0,0 0 0 0 0,5 3 0 0 0,-3-1-26 0 0,0 1 0 0 0,0-1 0 0 0,0 1 0 0 0,-1 0 0 0 0,1 1 0 0 0,-1-1 0 0 0,0 1 0 0 0,-1-1 0 0 0,6 8 0 0 0,2 10-143 0 0,0 0 1 0 0,-1 1-1 0 0,14 45 1 0 0,-22-62 81 0 0,10 41-67 0 0,10 28-76 0 0,-19-68 249 0 0,-1-1 1 0 0,1 0-1 0 0,0 0 1 0 0,1 0-1 0 0,-1 0 1 0 0,1-1-1 0 0,0 1 1 0 0,9 8-1 0 0,-11-13-19 0 0,-1 0 0 0 0,0-1-1 0 0,1 1 1 0 0,-1 0 0 0 0,1-1 0 0 0,-1 1-1 0 0,1-1 1 0 0,-1 1 0 0 0,1-1 0 0 0,-1 0-1 0 0,1 0 1 0 0,0 0 0 0 0,-1 0 0 0 0,1 0-1 0 0,-1 0 1 0 0,1 0 0 0 0,0 0-1 0 0,-1-1 1 0 0,1 1 0 0 0,-1-1 0 0 0,1 1-1 0 0,-1-1 1 0 0,1 1 0 0 0,-1-1 0 0 0,0 0-1 0 0,1 0 1 0 0,-1 0 0 0 0,0 0-1 0 0,1 0 1 0 0,-1 0 0 0 0,2-2 0 0 0,7-6 84 0 0,0 0 0 0 0,15-19 1 0 0,-13 14 28 0 0,4-4-149 0 0,85-83 439 0 0,-85 87-993 0 0,2 0-1 0 0,-1 1 1 0 0,2 1 0 0 0,28-15-1 0 0,-15 13-7282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3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0 321 10594 0 0,'11'-6'560'0'0,"0"-1"0"0"0,0-1 0 0 0,-1 0-1 0 0,0 0 1 0 0,0-1 0 0 0,13-16 0 0 0,-5 3-812 0 0,30-47 1 0 0,-18 9-247 0 0,-25 47 479 0 0,1 0-1 0 0,0 0 1 0 0,1 1 0 0 0,1 0 0 0 0,10-14-1 0 0,-17 25 80 0 0,0 0 0 0 0,-1 1-1 0 0,1-1 1 0 0,0 0 0 0 0,-1 1 0 0 0,1-1-1 0 0,0 1 1 0 0,0-1 0 0 0,-1 0 0 0 0,1 1-1 0 0,0 0 1 0 0,0-1 0 0 0,0 1 0 0 0,0 0-1 0 0,0-1 1 0 0,0 1 0 0 0,0 0 0 0 0,0 0-1 0 0,0 0 1 0 0,-1-1 0 0 0,1 1 0 0 0,0 0-1 0 0,0 1 1 0 0,2-1 0 0 0,-1 1 17 0 0,-1-1 1 0 0,1 1-1 0 0,0 0 1 0 0,-1 0-1 0 0,1 0 1 0 0,-1 0-1 0 0,0 0 1 0 0,1 1-1 0 0,-1-1 1 0 0,0 0-1 0 0,0 1 1 0 0,2 2-1 0 0,4 6 177 0 0,-2 0-1 0 0,1 1 0 0 0,5 15 0 0 0,-7-16-129 0 0,6 14 105 0 0,2-2 0 0 0,0 1 0 0 0,17 21-1 0 0,-21-33-202 0 0,0 0 0 0 0,1-1 0 0 0,1 0 0 0 0,0 0-1 0 0,0-1 1 0 0,1 0 0 0 0,17 10 0 0 0,-26-18-27 0 0,0 0 1 0 0,1 0-1 0 0,-1 0 0 0 0,0 0 1 0 0,1 0-1 0 0,-1 0 0 0 0,1-1 1 0 0,0 1-1 0 0,-1-1 1 0 0,1 1-1 0 0,-1-1 0 0 0,1 0 1 0 0,0 0-1 0 0,-1-1 0 0 0,1 1 1 0 0,-1 0-1 0 0,1-1 1 0 0,2-1-1 0 0,0 0 24 0 0,0 0 0 0 0,0 0 1 0 0,0-1-1 0 0,-1 0 0 0 0,0 1 0 0 0,1-2 1 0 0,-1 1-1 0 0,5-6 0 0 0,4-6 190 0 0,-1 1 0 0 0,-1-1-1 0 0,19-33 1 0 0,-15 13 240 0 0,-10 22-176 0 0,0 1-1 0 0,1 0 0 0 0,8-14 0 0 0,-13 24-226 0 0,1 0 0 0 0,-1 0 1 0 0,1 0-1 0 0,-1 0 0 0 0,1 1 0 0 0,-1-1 1 0 0,1 0-1 0 0,0 1 0 0 0,0-1 1 0 0,0 1-1 0 0,0 0 0 0 0,0-1 0 0 0,0 1 1 0 0,0 0-1 0 0,0 0 0 0 0,0 1 1 0 0,1-1-1 0 0,-1 0 0 0 0,0 1 1 0 0,1-1-1 0 0,-1 1 0 0 0,0 0 0 0 0,4 0 1 0 0,-4 0-43 0 0,0 1 0 0 0,0 0 0 0 0,0-1 0 0 0,0 1 1 0 0,0 0-1 0 0,0 0 0 0 0,-1 0 0 0 0,1 1 0 0 0,-1-1 0 0 0,1 0 1 0 0,0 1-1 0 0,-1-1 0 0 0,0 1 0 0 0,1-1 0 0 0,-1 1 0 0 0,0-1 1 0 0,0 1-1 0 0,0 0 0 0 0,0 0 0 0 0,0 0 0 0 0,0-1 1 0 0,0 5-1 0 0,14 51 48 0 0,-12-43-48 0 0,-2-9-17 0 0,2 11 7 0 0,1-1 0 0 0,1 0 0 0 0,6 16-1 0 0,-10-28-18 0 0,1 0 0 0 0,-1 0 0 0 0,1 0-1 0 0,-1 0 1 0 0,1 0 0 0 0,0-1 0 0 0,0 1 0 0 0,0-1-1 0 0,0 0 1 0 0,0 1 0 0 0,1-1 0 0 0,-1 0-1 0 0,1 0 1 0 0,-1 0 0 0 0,1-1 0 0 0,0 1 0 0 0,-1-1-1 0 0,1 1 1 0 0,0-1 0 0 0,0 0 0 0 0,0 0 0 0 0,5 1-1 0 0,-5-2-22 0 0,0-1-1 0 0,1 1 0 0 0,-1-1 0 0 0,0 1 0 0 0,0-1 0 0 0,0 0 1 0 0,0 0-1 0 0,1-1 0 0 0,-1 1 0 0 0,-1 0 0 0 0,1-1 1 0 0,0 0-1 0 0,0 0 0 0 0,-1 0 0 0 0,1 0 0 0 0,-1 0 1 0 0,1 0-1 0 0,-1-1 0 0 0,0 1 0 0 0,0-1 0 0 0,2-2 0 0 0,6-10-65 0 0,-1 1 0 0 0,13-27 0 0 0,-18 32 110 0 0,6-13-54 0 0,15-29 62 0 0,-23 48 19 0 0,0 0 0 0 0,0-1 1 0 0,1 1-1 0 0,-1 0 0 0 0,1 0 0 0 0,0 0 1 0 0,-1 0-1 0 0,1 1 0 0 0,0-1 0 0 0,5-2 0 0 0,-7 4 2 0 0,0 1 0 0 0,0 0 0 0 0,-1 0 0 0 0,1 0 0 0 0,0-1 0 0 0,0 1-1 0 0,0 0 1 0 0,0 0 0 0 0,-1 0 0 0 0,1 0 0 0 0,0 0 0 0 0,0 1 0 0 0,0-1-1 0 0,0 0 1 0 0,0 0 0 0 0,-1 0 0 0 0,1 1 0 0 0,0-1 0 0 0,0 0 0 0 0,0 1-1 0 0,-1-1 1 0 0,1 1 0 0 0,0-1 0 0 0,-1 1 0 0 0,1-1 0 0 0,0 1-1 0 0,-1 0 1 0 0,1-1 0 0 0,-1 1 0 0 0,1 0 0 0 0,-1-1 0 0 0,1 1 0 0 0,-1 0-1 0 0,1 0 1 0 0,-1-1 0 0 0,0 1 0 0 0,1 0 0 0 0,-1 0 0 0 0,0 1 0 0 0,12 42 423 0 0,-10-35-370 0 0,3 15 15 0 0,1 0 0 0 0,12 26 0 0 0,-16-43-131 0 0,2 0 1 0 0,-1 0-1 0 0,1-1 1 0 0,0 1-1 0 0,0-1 0 0 0,1 0 1 0 0,0 0-1 0 0,0 0 1 0 0,1-1-1 0 0,-1 0 0 0 0,9 7 1 0 0,-13-12-191 0 0,0-1 0 0 0,-1 1 0 0 0,1 0 0 0 0,-1 0 1 0 0,1-1-1 0 0,0 1 0 0 0,-1 0 0 0 0,1-1 0 0 0,-1 1 0 0 0,1 0 1 0 0,3-6-2463 0 0,-3 5 2462 0 0,-1-1 0 0 0,13-23-5768 0 0,-9 15 2643 0 0,-1 6 1714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3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2761 0 0,'1'1'234'0'0,"0"0"0"0"0,-1 0 0 0 0,1 0 0 0 0,0 0 1 0 0,0 0-1 0 0,0 0 0 0 0,0 0 0 0 0,0 0 1 0 0,0 0-1 0 0,0-1 0 0 0,0 1 0 0 0,0 0 1 0 0,0-1-1 0 0,1 1 0 0 0,-1 0 0 0 0,0-1 0 0 0,0 0 1 0 0,1 1-1 0 0,-1-1 0 0 0,0 0 0 0 0,1 0 1 0 0,-1 1-1 0 0,0-1 0 0 0,1 0 0 0 0,-1 0 1 0 0,2-1-1 0 0,41-6 4855 0 0,-30 4-3804 0 0,29-2-419 0 0,0 1 1 0 0,-1 3-1 0 0,84 7 0 0 0,126 35 2063 0 0,-138-21-2885 0 0,1-6 0 0 0,0-5 0 0 0,0-5 0 0 0,1-4 0 0 0,224-32 0 0 0,-270 17-2145 0 0,-51 10-5096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5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9218 0 0,'12'16'7754'0'0,"1"12"-5456"0"0,9 32-1254 0 0,-8-10-599 0 0,-3 1 0 0 0,10 88 0 0 0,-7 106-4084 0 0,-13-233 3167 0 0,-1 6-1279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5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9674 0 0,'1'-12'407'0'0,"-1"7"-282"0"0,1 0 0 0 0,-1 0 0 0 0,1 0 0 0 0,0 0 0 0 0,0 0 0 0 0,0 0 0 0 0,1 1 0 0 0,-1-1 0 0 0,1 1 0 0 0,1-1 0 0 0,-1 1 0 0 0,0-1 0 0 0,1 1-1 0 0,0 0 1 0 0,0 0 0 0 0,7-6 0 0 0,6-5 756 0 0,0 1 0 0 0,1 1 0 0 0,36-22 0 0 0,-47 31-687 0 0,1 1 0 0 0,-1-1-1 0 0,1 2 1 0 0,0-1 0 0 0,0 1 0 0 0,0 0 0 0 0,0 0-1 0 0,0 1 1 0 0,0 0 0 0 0,0 0 0 0 0,0 1-1 0 0,1 0 1 0 0,-1 0 0 0 0,0 1 0 0 0,13 2-1 0 0,-18-2-172 0 0,1 0 1 0 0,0 0-1 0 0,-1 0 0 0 0,1 0 0 0 0,-1 1 0 0 0,1-1 0 0 0,-1 1 0 0 0,0 0 1 0 0,0 0-1 0 0,0 0 0 0 0,0 0 0 0 0,0 0 0 0 0,0 0 0 0 0,0 0 0 0 0,-1 1 1 0 0,1-1-1 0 0,-1 1 0 0 0,0-1 0 0 0,0 1 0 0 0,1-1 0 0 0,-2 1 0 0 0,1 0 1 0 0,0 0-1 0 0,-1-1 0 0 0,1 1 0 0 0,-1 0 0 0 0,0 0 0 0 0,1 0 0 0 0,-2 0 1 0 0,1 4-1 0 0,-1 8-89 0 0,-1 1-1 0 0,-1-1 1 0 0,0 0 0 0 0,-6 17 0 0 0,8-29 53 0 0,-31 90-501 0 0,18-55 661 0 0,-19 79 0 0 0,32-113-1 0 0,0 0-1 0 0,1 0 1 0 0,-1 0 0 0 0,1 0 0 0 0,0 0 0 0 0,0 0-1 0 0,1 0 1 0 0,-1 1 0 0 0,1-1 0 0 0,0 0 0 0 0,0 0 0 0 0,0 0-1 0 0,0 0 1 0 0,3 3 0 0 0,-3-5-75 0 0,1 1 1 0 0,-1-1-1 0 0,1-1 0 0 0,0 1 0 0 0,0 0 1 0 0,0 0-1 0 0,0-1 0 0 0,0 1 0 0 0,0-1 1 0 0,1 0-1 0 0,-1 1 0 0 0,0-1 0 0 0,1 0 1 0 0,-1 0-1 0 0,1-1 0 0 0,-1 1 0 0 0,1 0 1 0 0,-1-1-1 0 0,1 0 0 0 0,-1 1 0 0 0,1-1 1 0 0,4-1-1 0 0,23 1-152 0 0,11 0-479 0 0,-14 1-5535 0 0,-10 0-748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6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80 201 5529 0 0,'35'-43'10426'0'0,"-55"50"-8809"0"0,13-2-1368 0 0,0 0 0 0 0,0 1 0 0 0,0-1-1 0 0,1 1 1 0 0,0 1 0 0 0,0-1 0 0 0,1 1 0 0 0,0 0 0 0 0,0 0 0 0 0,0 1 0 0 0,1-1 0 0 0,0 1 0 0 0,1 0 0 0 0,-1 0 0 0 0,2 0 0 0 0,-1 1-1 0 0,1-1 1 0 0,-2 17 0 0 0,3-19-252 0 0,0 0-1 0 0,1 0 0 0 0,0 0 0 0 0,0-1 1 0 0,0 1-1 0 0,0 0 0 0 0,1 0 0 0 0,0 0 1 0 0,1-1-1 0 0,-1 1 0 0 0,1 0 0 0 0,0-1 1 0 0,0 1-1 0 0,1-1 0 0 0,-1 0 0 0 0,1 0 1 0 0,0 0-1 0 0,1 0 0 0 0,-1 0 0 0 0,1-1 1 0 0,0 0-1 0 0,0 1 0 0 0,1-1 0 0 0,-1-1 1 0 0,1 1-1 0 0,0-1 0 0 0,0 0 0 0 0,9 5 1 0 0,-8-6-98 0 0,1-1 1 0 0,-1 1 0 0 0,1-1 0 0 0,-1-1-1 0 0,1 1 1 0 0,0-1 0 0 0,-1 0 0 0 0,1-1 0 0 0,0 1-1 0 0,-1-1 1 0 0,1-1 0 0 0,-1 1 0 0 0,1-1-1 0 0,-1 0 1 0 0,0-1 0 0 0,0 1 0 0 0,0-1-1 0 0,11-7 1 0 0,0-1-622 0 0,0 0 0 0 0,-1-1 0 0 0,-1-1 0 0 0,0-1 0 0 0,13-14-1 0 0,-21 19 453 0 0,0 1-1 0 0,-1-1 1 0 0,0-1-1 0 0,0 1 0 0 0,-1-1 1 0 0,-1 0-1 0 0,6-16 1 0 0,-1-4 186 0 0,5-40 1 0 0,-11 49 1200 0 0,1 1 1 0 0,1 0 0 0 0,1 0-1 0 0,0 0 1 0 0,15-30 0 0 0,-21 49-1042 0 0,1 1 1 0 0,-1-1 0 0 0,0 0 0 0 0,0 1 0 0 0,1-1 0 0 0,-1 1-1 0 0,0-1 1 0 0,1 0 0 0 0,-1 1 0 0 0,0-1 0 0 0,1 1-1 0 0,-1-1 1 0 0,1 1 0 0 0,-1-1 0 0 0,1 1 0 0 0,-1 0 0 0 0,1-1-1 0 0,-1 1 1 0 0,1 0 0 0 0,-1-1 0 0 0,1 1 0 0 0,0 0-1 0 0,-1-1 1 0 0,1 1 0 0 0,-1 0 0 0 0,1 0 0 0 0,0 0-1 0 0,-1 0 1 0 0,1 0 0 0 0,1 0 0 0 0,-1 0-32 0 0,0 1 0 0 0,0 0 0 0 0,0 0-1 0 0,0 0 1 0 0,-1 0 0 0 0,1 0 0 0 0,0 0 0 0 0,-1 0 0 0 0,1 0 0 0 0,0 0 0 0 0,-1 0 0 0 0,1 0-1 0 0,-1 0 1 0 0,0 0 0 0 0,1 2 0 0 0,10 56-179 0 0,-10-52 321 0 0,4 32-124 0 0,19 67-1 0 0,-20-94-74 0 0,0 1 1 0 0,1-1-1 0 0,0 0 0 0 0,1 0 1 0 0,1 0-1 0 0,0-1 0 0 0,0 0 1 0 0,1 0-1 0 0,10 9 0 0 0,-17-19 0 0 0,-1 0 0 0 0,1-1 0 0 0,0 1-1 0 0,-1 0 1 0 0,1-1 0 0 0,0 1 0 0 0,-1-1 0 0 0,1 1-1 0 0,0-1 1 0 0,-1 1 0 0 0,1-1 0 0 0,0 1 0 0 0,0-1-1 0 0,0 0 1 0 0,-1 0 0 0 0,1 1 0 0 0,0-1-1 0 0,0 0 1 0 0,0 0 0 0 0,0 0 0 0 0,-1 0 0 0 0,1 0-1 0 0,0 0 1 0 0,0 0 0 0 0,0 0 0 0 0,0 0 0 0 0,0 0-1 0 0,-1 0 1 0 0,1-1 0 0 0,0 1 0 0 0,0 0-1 0 0,0-1 1 0 0,-1 1 0 0 0,1 0 0 0 0,0-1 0 0 0,0 1-1 0 0,-1-1 1 0 0,1 0 0 0 0,0 1 0 0 0,-1-1 0 0 0,1 1-1 0 0,-1-1 1 0 0,1 0 0 0 0,-1 1 0 0 0,1-1-1 0 0,-1 0 1 0 0,1 0 0 0 0,-1 1 0 0 0,1-3 0 0 0,3-6 23 0 0,0 0-1 0 0,0-1 1 0 0,4-16 0 0 0,-2 5 32 0 0,-3 11 21 0 0,1 1-1 0 0,0 0 1 0 0,1-1-1 0 0,0 2 1 0 0,1-1-1 0 0,0 1 1 0 0,0-1-1 0 0,12-11 1 0 0,-15 18-46 0 0,0 0 0 0 0,0 0 0 0 0,-1 0 0 0 0,1 0 0 0 0,1 0 0 0 0,-1 0 0 0 0,0 1 0 0 0,0 0 0 0 0,1 0 0 0 0,-1 0 0 0 0,0 0 0 0 0,1 0 0 0 0,-1 1 0 0 0,1-1 0 0 0,-1 1 1 0 0,1 0-1 0 0,0 0 0 0 0,-1 0 0 0 0,1 1 0 0 0,-1-1 0 0 0,1 1 0 0 0,-1 0 0 0 0,0 0 0 0 0,1 0 0 0 0,-1 0 0 0 0,0 1 0 0 0,0-1 0 0 0,5 4 0 0 0,50 32 119 0 0,-47-28-442 0 0,1-1 1 0 0,-1-1 0 0 0,2 0 0 0 0,-1 0-1 0 0,1-1 1 0 0,0-1 0 0 0,15 5-1 0 0,-4-6-7535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9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33 10594 0 0,'-9'-11'43'0'0,"-14"-10"6748"0"0,23 21-6747 0 0,5 16 2751 0 0,24 76-2837 0 0,-5 2 1 0 0,15 109-1 0 0,-25-124-2139 0 0,-6-37-4378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1:59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29 152 10594 0 0,'-7'-3'4697'0'0,"6"3"-4610"0"0,-5 15 1444 0 0,-1 21-1152 0 0,3-8-468 0 0,2 0 1 0 0,0 1-1 0 0,3-1 1 0 0,0 1 0 0 0,6 35-1 0 0,-4-51 141 0 0,0 1 0 0 0,0-1 0 0 0,1 0 1 0 0,0 0-1 0 0,2 0 0 0 0,-1-1 0 0 0,1 0 0 0 0,1 0 0 0 0,0 0 0 0 0,1-1 0 0 0,0 0 0 0 0,1 0 0 0 0,10 9 0 0 0,-17-18-16 0 0,0 0-1 0 0,0 0 0 0 0,0-1 0 0 0,0 1 0 0 0,0-1 0 0 0,0 1 1 0 0,0-1-1 0 0,0 0 0 0 0,0 0 0 0 0,1 0 0 0 0,-1 0 1 0 0,0 0-1 0 0,1 0 0 0 0,-1-1 0 0 0,1 1 0 0 0,-1-1 0 0 0,1 0 1 0 0,-1 0-1 0 0,1 0 0 0 0,-1 0 0 0 0,1 0 0 0 0,-1 0 0 0 0,1-1 1 0 0,-1 1-1 0 0,1-1 0 0 0,-1 1 0 0 0,5-3 0 0 0,-4 1 4 0 0,-1 0 1 0 0,0 0-1 0 0,1 0 0 0 0,-1-1 0 0 0,0 1 0 0 0,0-1 0 0 0,0 1 0 0 0,0-1 0 0 0,-1 0 1 0 0,1 1-1 0 0,-1-1 0 0 0,1 0 0 0 0,-1 0 0 0 0,0 0 0 0 0,0 0 0 0 0,-1 0 0 0 0,1 0 1 0 0,-1-1-1 0 0,1 1 0 0 0,-1 0 0 0 0,0-6 0 0 0,-2-18-145 0 0,-1-1 0 0 0,-1 1 1 0 0,-10-35-1 0 0,-7-42-120 0 0,19 82 335 0 0,-7-81 652 0 0,8 91-543 0 0,1 0 1 0 0,1 0-1 0 0,0 1 0 0 0,1-1 0 0 0,0 0 0 0 0,6-16 1 0 0,-6 24-188 0 0,0 1 1 0 0,0-1-1 0 0,1 1 1 0 0,0 0-1 0 0,0 0 1 0 0,0 0-1 0 0,0 0 1 0 0,0 0-1 0 0,0 0 1 0 0,1 1-1 0 0,-1 0 1 0 0,1 0-1 0 0,0 0 1 0 0,0 0-1 0 0,-1 0 1 0 0,1 1-1 0 0,8-3 1 0 0,1 1 61 0 0,0 0 1 0 0,0 0 0 0 0,0 2 0 0 0,21-2 0 0 0,-31 3-104 0 0,1 0 0 0 0,0 0 1 0 0,0 0-1 0 0,0 0 0 0 0,-1 1 1 0 0,1 0-1 0 0,0-1 0 0 0,0 1 1 0 0,-1 1-1 0 0,1-1 0 0 0,-1 0 1 0 0,1 1-1 0 0,-1 0 0 0 0,0 0 1 0 0,1 0-1 0 0,-1 0 0 0 0,0 0 1 0 0,0 1-1 0 0,-1-1 0 0 0,1 1 1 0 0,0 0-1 0 0,-1 0 0 0 0,0 0 1 0 0,1 0-1 0 0,-1 0 0 0 0,-1 0 1 0 0,1 1-1 0 0,0-1 0 0 0,-1 1 1 0 0,1-1-1 0 0,-1 1 0 0 0,0 0 1 0 0,0-1-1 0 0,-1 1 0 0 0,1 4 1 0 0,3 27-227 0 0,-2 0 0 0 0,-4 67 1 0 0,0 17-448 0 0,3-102 629 0 0,1-1-1 0 0,0 0 1 0 0,1 0-1 0 0,1 0 1 0 0,7 18-1 0 0,-10-31 65 0 0,0 0 0 0 0,0 0 0 0 0,0 0 0 0 0,1 0 0 0 0,-1 0 0 0 0,1 0 0 0 0,0-1 0 0 0,0 1 0 0 0,0-1 0 0 0,0 1 0 0 0,0-1 0 0 0,0 0 0 0 0,1 0 0 0 0,-1 0 0 0 0,1 0 0 0 0,-1 0 0 0 0,1 0 0 0 0,0-1 0 0 0,0 1 0 0 0,0-1 0 0 0,0 0 0 0 0,0 0 0 0 0,4 1 0 0 0,-2-2 9 0 0,-1 0 1 0 0,0 0 0 0 0,0 0 0 0 0,1-1-1 0 0,-1 0 1 0 0,0 0 0 0 0,0 0 0 0 0,0 0-1 0 0,0 0 1 0 0,0-1 0 0 0,0 0 0 0 0,0 0-1 0 0,0 0 1 0 0,-1 0 0 0 0,1 0 0 0 0,-1-1-1 0 0,4-3 1 0 0,1-2 52 0 0,0 0 0 0 0,0-1-1 0 0,0 0 1 0 0,-2-1 0 0 0,1 1 0 0 0,-1-2 0 0 0,0 1 0 0 0,-1 0-1 0 0,0-1 1 0 0,-1 0 0 0 0,0 0 0 0 0,-1 0 0 0 0,0-1-1 0 0,-1 1 1 0 0,2-19 0 0 0,-2 4 76 0 0,-1 0-1 0 0,-2 0 1 0 0,0 0-1 0 0,-2 0 1 0 0,0 0-1 0 0,-8-25 1 0 0,7 38-362 0 0,0 1 0 0 0,0 0 1 0 0,-1-1-1 0 0,-10-16 0 0 0,14 27 145 0 0,-1-1-1 0 0,0 1 1 0 0,1 0-1 0 0,-1-1 1 0 0,0 1-1 0 0,0 0 1 0 0,0 0 0 0 0,0 0-1 0 0,-1 1 1 0 0,1-1-1 0 0,-1 0 1 0 0,-2 0-1 0 0,4 1 41 0 0,0 1 0 0 0,-1-1-1 0 0,1 1 1 0 0,-1 0 0 0 0,1 0-1 0 0,0 0 1 0 0,-1 0 0 0 0,1 0 0 0 0,-1 0-1 0 0,1 0 1 0 0,-1 0 0 0 0,1 1-1 0 0,0-1 1 0 0,-1 1 0 0 0,1-1-1 0 0,0 1 1 0 0,-1-1 0 0 0,1 1-1 0 0,0 0 1 0 0,0-1 0 0 0,-1 1-1 0 0,1 0 1 0 0,0 0 0 0 0,0 0-1 0 0,-1 2 1 0 0,-7 8-2253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00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0 386 9218 0 0,'10'0'1428'0'0,"-1"0"0"0"0,1 2 1 0 0,-1-1-1 0 0,16 5 0 0 0,-5 1-568 0 0,0 1 0 0 0,23 13-1 0 0,22 9 57 0 0,-64-29-857 0 0,1 0 1 0 0,0-1 0 0 0,0 1-1 0 0,-1-1 1 0 0,1 1 0 0 0,0-1-1 0 0,0 1 1 0 0,0-1 0 0 0,0 0 0 0 0,0 0-1 0 0,0 0 1 0 0,-1 0 0 0 0,1 0-1 0 0,0 0 1 0 0,0-1 0 0 0,0 1-1 0 0,3-2 1 0 0,-4 2-31 0 0,-1-1 1 0 0,1 0-1 0 0,0 0 1 0 0,0 0-1 0 0,0 1 0 0 0,0-1 1 0 0,0 0-1 0 0,-1 0 0 0 0,1 0 1 0 0,-1 0-1 0 0,1-1 0 0 0,0 1 1 0 0,-1 0-1 0 0,0 0 0 0 0,1 0 1 0 0,-1 0-1 0 0,0-1 0 0 0,1 1 1 0 0,-1 0-1 0 0,0-2 0 0 0,0-8 63 0 0,-1-1-1 0 0,0 1 1 0 0,-1 0-1 0 0,-5-22 1 0 0,0 2 55 0 0,5 10-108 0 0,2-1 0 0 0,0 1 0 0 0,1-1 0 0 0,1 1 0 0 0,7-32 0 0 0,-5 39-19 0 0,0 0-1 0 0,0 0 1 0 0,1 1 0 0 0,1 0 0 0 0,0 0 0 0 0,1 0-1 0 0,1 1 1 0 0,-1 0 0 0 0,13-14 0 0 0,-18 24-19 0 0,-1 0 0 0 0,1 0 0 0 0,0 0 0 0 0,0 0 0 0 0,0 0 0 0 0,0 1 0 0 0,0-1 1 0 0,0 1-1 0 0,1-1 0 0 0,-1 1 0 0 0,0 0 0 0 0,1-1 0 0 0,-1 1 0 0 0,1 1 0 0 0,-1-1 0 0 0,1 0 0 0 0,-1 1 0 0 0,1-1 1 0 0,0 1-1 0 0,-1 0 0 0 0,1-1 0 0 0,0 1 0 0 0,-1 1 0 0 0,1-1 0 0 0,0 0 0 0 0,-1 1 0 0 0,1-1 0 0 0,0 1 0 0 0,2 1 1 0 0,-1 0 1 0 0,0 1 0 0 0,0 0 0 0 0,0-1 1 0 0,-1 1-1 0 0,1 1 0 0 0,-1-1 1 0 0,0 0-1 0 0,0 1 0 0 0,0 0 0 0 0,0 0 1 0 0,-1-1-1 0 0,1 2 0 0 0,-1-1 1 0 0,0 0-1 0 0,2 8 0 0 0,3 12-17 0 0,-1 0 1 0 0,3 28-1 0 0,-7-35 35 0 0,1 1 0 0 0,1-1-1 0 0,1 1 1 0 0,0-1 0 0 0,13 28 0 0 0,-17-43 17 0 0,0 1-1 0 0,1 0 0 0 0,-1-1 1 0 0,1 1-1 0 0,0-1 1 0 0,0 1-1 0 0,0-1 1 0 0,0 0-1 0 0,0 0 0 0 0,1 0 1 0 0,-1 0-1 0 0,1 0 1 0 0,-1-1-1 0 0,1 1 1 0 0,0-1-1 0 0,-1 1 0 0 0,1-1 1 0 0,0 0-1 0 0,0 0 1 0 0,0 0-1 0 0,0-1 1 0 0,0 1-1 0 0,0-1 0 0 0,0 0 1 0 0,0 1-1 0 0,0-1 1 0 0,0-1-1 0 0,0 1 1 0 0,0 0-1 0 0,0-1 0 0 0,0 1 1 0 0,0-1-1 0 0,0 0 1 0 0,0 0-1 0 0,5-3 1 0 0,6-3 40 0 0,1-1 0 0 0,-1 0 1 0 0,-1-1-1 0 0,0-1 1 0 0,17-15-1 0 0,9-10-1676 0 0,5-10-6593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7.4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15 8754 0 0,'-20'-15'6309'0'0,"31"30"-2132"0"0,13 23-3644 0 0,-2 0-1 0 0,-1 2 0 0 0,24 69 1 0 0,31 136-187 0 0,-42-126-241 0 0,-21-76-105 0 0,31 92 0 0 0,-37-117 0 0 0,1-1 0 0 0,0 0 0 0 0,2 0 0 0 0,0-1 0 0 0,14 19 0 0 0,-22-33 10 0 0,-1 0 1 0 0,0 0-1 0 0,1-1 1 0 0,-1 1-1 0 0,1 0 1 0 0,0-1-1 0 0,-1 1 1 0 0,1-1-1 0 0,0 1 1 0 0,0-1-1 0 0,0 0 1 0 0,0 0-1 0 0,0 0 1 0 0,0 0-1 0 0,0 0 1 0 0,1 0-1 0 0,-1-1 1 0 0,0 1-1 0 0,0-1 1 0 0,1 1-1 0 0,-1-1 1 0 0,0 0-1 0 0,1 0 1 0 0,-1 0-1 0 0,0 0 1 0 0,1-1-1 0 0,-1 1 1 0 0,0 0-1 0 0,0-1 1 0 0,1 0 0 0 0,-1 0-1 0 0,0 1 1 0 0,0-1-1 0 0,0 0 1 0 0,0-1-1 0 0,0 1 1 0 0,0 0-1 0 0,0 0 1 0 0,0-1-1 0 0,-1 1 1 0 0,1-1-1 0 0,0 0 1 0 0,-1 0-1 0 0,1 1 1 0 0,-1-1-1 0 0,0 0 1 0 0,0 0-1 0 0,1 0 1 0 0,-1 0-1 0 0,1-5 1 0 0,12-26 127 0 0,-1-2-1 0 0,-2 0 1 0 0,10-52 0 0 0,0-2-50 0 0,11-35-33 0 0,21-71-69 0 0,-38 150-937 0 0,1 1 1 0 0,29-52 0 0 0,-29 67-600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7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2 177 5065 0 0,'0'-1'83'0'0,"-1"0"-1"0"0,1 0 1 0 0,0 0 0 0 0,0 0-1 0 0,-1 0 1 0 0,1 0 0 0 0,0 0-1 0 0,0 0 1 0 0,0 0 0 0 0,0 0-1 0 0,0 0 1 0 0,0 0-1 0 0,1 0 1 0 0,-1 0 0 0 0,0 0-1 0 0,0 0 1 0 0,1 0 0 0 0,-1 0-1 0 0,1 1 1 0 0,-1-1 0 0 0,1 0-1 0 0,-1 0 1 0 0,1 0-1 0 0,-1 0 1 0 0,1 1 0 0 0,0-1-1 0 0,1-1 1 0 0,22-24 2690 0 0,-22 24-2605 0 0,69-61 5370 0 0,-55 51-5782 0 0,0 0 1 0 0,32-14-1 0 0,-31 17-5185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2761 0 0,'4'-3'3758'0'0,"56"-36"2373"0"0,65-47-9174 0 0,-99 68 2798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8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 11058 0 0,'-1'-1'117'0'0,"0"1"-1"0"0,0 0 0 0 0,1-1 1 0 0,-1 1-1 0 0,0 0 0 0 0,0 0 0 0 0,0 0 1 0 0,0 0-1 0 0,0 0 0 0 0,0 0 1 0 0,0 0-1 0 0,1 0 0 0 0,-1 0 1 0 0,0 0-1 0 0,0 0 0 0 0,0 0 0 0 0,0 1 1 0 0,0-1-1 0 0,0 0 0 0 0,1 1 1 0 0,-1-1-1 0 0,0 1 0 0 0,0-1 0 0 0,1 1 1 0 0,-1-1-1 0 0,0 1 0 0 0,1 0 1 0 0,-1-1-1 0 0,-1 2 0 0 0,2 0 221 0 0,0 1 0 0 0,0 0 0 0 0,0-1-1 0 0,0 1 1 0 0,0-1 0 0 0,0 1 0 0 0,1 0 0 0 0,-1-1-1 0 0,2 4 1 0 0,0 1-376 0 0,43 211 4467 0 0,15 111-4119 0 0,-43-238-3661 0 0,-11-68-3690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8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96 2761 0 0,'0'-2'201'0'0,"1"0"1"0"0,-1 0-1 0 0,1 0 1 0 0,0 0-1 0 0,0 0 1 0 0,0 0 0 0 0,0 1-1 0 0,0-1 1 0 0,0 0-1 0 0,0 0 1 0 0,0 1-1 0 0,1-1 1 0 0,-1 1 0 0 0,1-1-1 0 0,-1 1 1 0 0,3-1-1 0 0,29-22 1918 0 0,-29 21-1863 0 0,5-2 176 0 0,0-1 0 0 0,0 2 1 0 0,0-1-1 0 0,1 1 0 0 0,0 1 1 0 0,0 0-1 0 0,18-3 0 0 0,-21 5-486 0 0,1 0 0 0 0,-1 0 0 0 0,1 1-1 0 0,-1 1 1 0 0,1-1 0 0 0,-1 1-1 0 0,1 0 1 0 0,-1 1 0 0 0,1 0 0 0 0,-1 0-1 0 0,8 4 1 0 0,6 4-441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1 103 6913 0 0,'0'3'305'0'0,"0"-2"63"0"0,1 1-296 0 0,0-2-72 0 0,2 0 0 0 0,0-2 0 0 0,1 1 408 0 0,4-2 64 0 0,4-3 8 0 0,5-2 8 0 0,6-2-224 0 0,2-2-40 0 0,0 0-16 0 0,-1 0 0 0 0,3 1-208 0 0,1-1 0 0 0,0 3 0 0 0,-2-1 0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8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10138 0 0,'-1'0'119'0'0,"0"1"0"0"0,0-1 1 0 0,0 0-1 0 0,0 1 0 0 0,0-1 0 0 0,0 1 0 0 0,0-1 0 0 0,0 1 1 0 0,0-1-1 0 0,0 1 0 0 0,0 0 0 0 0,0-1 0 0 0,0 1 0 0 0,0 0 1 0 0,1 0-1 0 0,-1 0 0 0 0,0 0 0 0 0,1 0 0 0 0,-2 1 0 0 0,3 21 2732 0 0,2-9-2290 0 0,37 181 5357 0 0,-3-16-4996 0 0,-31-144-1528 0 0,-3-1 1 0 0,-1 1 0 0 0,-2 42-1 0 0,-2-58-1649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19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12 302 3137 0 0,'-4'-21'280'0'0,"0"0"0"0"0,2 0 0 0 0,1-1 0 0 0,1 1 1 0 0,2-22-1 0 0,-2 35 181 0 0,2 0 1 0 0,-1 0 0 0 0,1 0-1 0 0,0 0 1 0 0,0 0-1 0 0,1 0 1 0 0,0 1 0 0 0,0-1-1 0 0,1 1 1 0 0,0 0 0 0 0,1 0-1 0 0,-1 0 1 0 0,1 1-1 0 0,1-1 1 0 0,-1 1 0 0 0,8-6-1 0 0,-10 10-276 0 0,0-1-1 0 0,0 1 0 0 0,1 0 0 0 0,-1 0 1 0 0,1 0-1 0 0,0 0 0 0 0,-1 1 1 0 0,1 0-1 0 0,0-1 0 0 0,0 1 0 0 0,0 1 1 0 0,0-1-1 0 0,-1 0 0 0 0,1 1 0 0 0,0 0 1 0 0,0 0-1 0 0,0 0 0 0 0,0 1 1 0 0,0-1-1 0 0,0 1 0 0 0,0 0 0 0 0,0 0 1 0 0,0 0-1 0 0,0 1 0 0 0,-1-1 0 0 0,5 3 1 0 0,-4-1-141 0 0,0-1 0 0 0,0 1 0 0 0,0 0 0 0 0,0 0 0 0 0,-1 1 0 0 0,0-1-1 0 0,1 1 1 0 0,-1 0 0 0 0,0 0 0 0 0,-1 0 0 0 0,1 0 0 0 0,-1 0 0 0 0,0 1 0 0 0,0-1 0 0 0,0 1 0 0 0,0 0 0 0 0,-1-1 0 0 0,0 1 0 0 0,0 0 0 0 0,1 8 0 0 0,-2 3-67 0 0,-1 1-1 0 0,0-1 1 0 0,0 0-1 0 0,-2 0 1 0 0,0 0 0 0 0,-7 19-1 0 0,-39 92-416 0 0,9-30 437 0 0,40-95 56 0 0,-1-1-1 0 0,0 0 1 0 0,1 0-1 0 0,-1 1 1 0 0,1-1-1 0 0,-1 0 1 0 0,1 1-1 0 0,-1-1 1 0 0,1 1-1 0 0,0-1 1 0 0,0 0-1 0 0,0 1 1 0 0,0-1-1 0 0,0 1 1 0 0,0-1-1 0 0,0 1 1 0 0,0-1-1 0 0,1 0 1 0 0,-1 1-1 0 0,0-1 1 0 0,1 0 0 0 0,-1 1-1 0 0,1-1 1 0 0,0 0-1 0 0,-1 1 1 0 0,1-1-1 0 0,0 0 1 0 0,0 0-1 0 0,0 0 1 0 0,0 0-1 0 0,2 2 1 0 0,0-2 72 0 0,1 0 0 0 0,-1 0 0 0 0,1 0 0 0 0,-1 0 0 0 0,1-1 0 0 0,-1 1 1 0 0,1-1-1 0 0,0 0 0 0 0,-1 0 0 0 0,1 0 0 0 0,6-2 0 0 0,44-8 8 0 0,-1-3 0 0 0,0-2 1 0 0,78-33-1 0 0,-44 15-3839 0 0,-70 27-2906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4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34 4609 0 0,'-7'-33'15586'0'0,"12"47"-14118"0"0,32 132-227 0 0,-26-92-1003 0 0,30 84 0 0 0,-31-112-210 0 0,2 0 0 0 0,0-1 1 0 0,2-1-1 0 0,0 0 0 0 0,24 29 1 0 0,-31-44-80 0 0,0-1 0 0 0,0 0 0 0 0,1 0 0 0 0,0-1 0 0 0,1 0 0 0 0,0-1 1 0 0,0 1-1 0 0,0-2 0 0 0,1 1 0 0 0,0-2 0 0 0,0 1 0 0 0,0-1 0 0 0,0-1 0 0 0,1 1 1 0 0,-1-2-1 0 0,18 3 0 0 0,-20-5-336 0 0,-1 0 1 0 0,1 0-1 0 0,-1-1 0 0 0,1 0 1 0 0,-1-1-1 0 0,0 1 1 0 0,1-1-1 0 0,-1-1 0 0 0,7-3 1 0 0,13-6-6534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4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25 5185 0 0,'-20'-25'7910'0'0,"21"46"-1201"0"0,7 23-6083 0 0,19 103 1032 0 0,0-50-8451 0 0,-19-74 220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4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29 9218 0 0,'-1'0'157'0'0,"0"-1"0"0"0,0 1 0 0 0,0 0 0 0 0,0 0 0 0 0,0 0 0 0 0,0 0 0 0 0,0 1 0 0 0,0-1 0 0 0,0 0 0 0 0,0 0 0 0 0,0 1 0 0 0,0-1 0 0 0,0 0-1 0 0,0 1 1 0 0,0-1 0 0 0,0 1 0 0 0,0 0 0 0 0,0-1 0 0 0,1 1 0 0 0,-1-1 0 0 0,-1 2 0 0 0,-2 22 2781 0 0,4-22-2984 0 0,-1 23 618 0 0,1 0-1 0 0,2 0 1 0 0,1 0-1 0 0,9 43 1 0 0,-7-51-551 0 0,0 0 0 0 0,0-1 0 0 0,2 1 0 0 0,0-2-1 0 0,1 1 1 0 0,0-1 0 0 0,19 25 0 0 0,-26-38-23 0 0,0-1 0 0 0,1 1 1 0 0,-1 0-1 0 0,0-1 0 0 0,1 1 0 0 0,0-1 0 0 0,-1 1 0 0 0,1-1 1 0 0,0 0-1 0 0,-1 0 0 0 0,1 0 0 0 0,0 0 0 0 0,0 0 0 0 0,0 0 1 0 0,0 0-1 0 0,0-1 0 0 0,0 1 0 0 0,0-1 0 0 0,0 1 1 0 0,0-1-1 0 0,1 0 0 0 0,-1 0 0 0 0,0 0 0 0 0,0 0 0 0 0,2 0 1 0 0,-2-1 5 0 0,0 0 0 0 0,0 0 1 0 0,0-1-1 0 0,0 1 1 0 0,0 0-1 0 0,0-1 1 0 0,0 1-1 0 0,-1-1 0 0 0,1 1 1 0 0,0-1-1 0 0,-1 0 1 0 0,0 0-1 0 0,1 0 0 0 0,-1 0 1 0 0,0 0-1 0 0,0 0 1 0 0,0 0-1 0 0,0 0 1 0 0,0 0-1 0 0,-1-1 0 0 0,1 1 1 0 0,-1 0-1 0 0,1-3 1 0 0,1-17-271 0 0,0 1 1 0 0,-2-1 0 0 0,0 0-1 0 0,-2 1 1 0 0,-7-41-1 0 0,-2-29 80 0 0,10 82 118 0 0,0-1-1 0 0,0 1 1 0 0,-1-1 0 0 0,-6-17 0 0 0,7 25 109 0 0,1 1 0 0 0,-1-1 0 0 0,1 0 0 0 0,-1 0 0 0 0,0 0-1 0 0,0 1 1 0 0,0-1 0 0 0,0 1 0 0 0,0-1 0 0 0,0 0 0 0 0,0 1 0 0 0,-1 0 0 0 0,1-1 0 0 0,0 1 0 0 0,-1 0-1 0 0,1 0 1 0 0,-1-1 0 0 0,0 1 0 0 0,1 1 0 0 0,-1-1 0 0 0,0 0 0 0 0,0 0 0 0 0,1 0 0 0 0,-1 1 0 0 0,0-1-1 0 0,0 1 1 0 0,0 0 0 0 0,0-1 0 0 0,0 1 0 0 0,0 0 0 0 0,-2 0 0 0 0,1 1 42 0 0,1 0 0 0 0,-1 0 0 0 0,1 0 0 0 0,-1 0 0 0 0,1 0 0 0 0,0 0-1 0 0,-1 1 1 0 0,1-1 0 0 0,0 1 0 0 0,0 0 0 0 0,0 0 0 0 0,0-1 0 0 0,0 1 0 0 0,1 0 0 0 0,-1 1 0 0 0,0-1 0 0 0,1 0 0 0 0,0 0 0 0 0,-1 1 0 0 0,0 3 0 0 0,-7 24-890 0 0,9-2-4294 0 0,2-14-783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5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89 6913 0 0,'-6'-3'476'0'0,"1"0"-1"0"0,-1 0 0 0 0,1-1 0 0 0,0 0 0 0 0,0 0 0 0 0,0 0 0 0 0,0 0 0 0 0,-6-9 0 0 0,10 12-245 0 0,0 0 0 0 0,1 0 0 0 0,-1 0 0 0 0,0-1 1 0 0,1 1-1 0 0,-1 0 0 0 0,1 0 0 0 0,-1 0 0 0 0,1-1 0 0 0,-1 1 0 0 0,1 0 0 0 0,0-1 0 0 0,0 1 0 0 0,-1 0 0 0 0,1-1 0 0 0,0 1 0 0 0,0 0 0 0 0,1-3 0 0 0,0 3-106 0 0,-1-1 0 0 0,1 1-1 0 0,0 0 1 0 0,0 0 0 0 0,0 0-1 0 0,0 0 1 0 0,0-1 0 0 0,0 1-1 0 0,0 1 1 0 0,0-1 0 0 0,0 0-1 0 0,1 0 1 0 0,-1 0 0 0 0,0 1-1 0 0,1-1 1 0 0,-1 0 0 0 0,0 1 0 0 0,1-1-1 0 0,-1 1 1 0 0,1 0 0 0 0,1-1-1 0 0,-1 1-58 0 0,0-1 0 0 0,0 1 0 0 0,1 0 0 0 0,-1 0 0 0 0,0 0 0 0 0,0 0-1 0 0,0 0 1 0 0,0 0 0 0 0,0 0 0 0 0,0 1 0 0 0,0-1 0 0 0,0 1 0 0 0,0-1 0 0 0,0 1 0 0 0,0 0-1 0 0,0 0 1 0 0,0 0 0 0 0,2 2 0 0 0,-1-1-24 0 0,1 1 0 0 0,-1 0-1 0 0,0 0 1 0 0,0 1 0 0 0,0-1-1 0 0,-1 0 1 0 0,1 1 0 0 0,2 6 0 0 0,1 1-66 0 0,-1 2 0 0 0,-1-1 1 0 0,1 1-1 0 0,3 25 1 0 0,-6-27-53 0 0,-2 1 1 0 0,0 0 0 0 0,0-1 0 0 0,-2 13-1 0 0,0-13 101 0 0,1 0 0 0 0,1 0-1 0 0,0 0 1 0 0,3 18 0 0 0,-3-28 32 0 0,0-1 1 0 0,0 1-1 0 0,0-1 1 0 0,0 1-1 0 0,1 0 1 0 0,-1-1 0 0 0,0 1-1 0 0,0-1 1 0 0,1 1-1 0 0,-1-1 1 0 0,0 1-1 0 0,1-1 1 0 0,-1 1-1 0 0,1-1 1 0 0,-1 0-1 0 0,0 1 1 0 0,1-1-1 0 0,-1 1 1 0 0,1-1-1 0 0,-1 0 1 0 0,1 1-1 0 0,-1-1 1 0 0,1 0-1 0 0,0 0 1 0 0,-1 1 0 0 0,1-1-1 0 0,-1 0 1 0 0,1 0-1 0 0,0 0 1 0 0,23-4 845 0 0,24-20-418 0 0,-43 20-456 0 0,72-38-499 0 0,-43 26-5634 0 0,-11 6-786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5.9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0 422 6305 0 0,'2'-3'297'0'0,"0"1"-1"0"0,0-1 0 0 0,0 0 0 0 0,0 0 1 0 0,0 1-1 0 0,-1-1 0 0 0,1 0 0 0 0,-1 0 1 0 0,0-1-1 0 0,0 1 0 0 0,1-5 1 0 0,0 3 966 0 0,0-1-486 0 0,1 1 0 0 0,-1-1 0 0 0,2 0 0 0 0,-1 1 0 0 0,0-1 0 0 0,1 1 0 0 0,0 0 0 0 0,0 1 0 0 0,1-1 0 0 0,6-5 0 0 0,-6 6-705 0 0,1 0 0 0 0,-1 0 0 0 0,1 1 0 0 0,0 0 0 0 0,0 0 0 0 0,0 0 0 0 0,0 1 0 0 0,0-1 0 0 0,1 2 0 0 0,-1-1 0 0 0,1 1 0 0 0,-1 0 0 0 0,1 0 0 0 0,0 1 0 0 0,-1 0 0 0 0,9 0 0 0 0,-14 0-125 0 0,0 1 0 0 0,1-1 0 0 0,-1 0-1 0 0,0 1 1 0 0,0-1 0 0 0,1 0 0 0 0,-1 1 0 0 0,0-1-1 0 0,0 1 1 0 0,0 0 0 0 0,0-1 0 0 0,0 1 0 0 0,0 0 0 0 0,0 0-1 0 0,0 0 1 0 0,0 0 0 0 0,0 0 0 0 0,0 0 0 0 0,0 0-1 0 0,-1 0 1 0 0,1 0 0 0 0,0 0 0 0 0,-1 0 0 0 0,1 2 0 0 0,-11-14-269 0 0,5 5 230 0 0,1-1-1 0 0,0 1 1 0 0,0-1 0 0 0,1 0-1 0 0,0 0 1 0 0,0 0 0 0 0,0 0-1 0 0,1 0 1 0 0,0-1 0 0 0,1 1-1 0 0,-1-1 1 0 0,1 1 0 0 0,1-1-1 0 0,0 1 1 0 0,0-1-1 0 0,0 0 1 0 0,1 1 0 0 0,0-1-1 0 0,0 1 1 0 0,1-1 0 0 0,0 1-1 0 0,0 0 1 0 0,6-13 0 0 0,-4 13 200 0 0,0 0 0 0 0,0 1 0 0 0,1-1 0 0 0,-1 1 0 0 0,2-1 0 0 0,-1 1 0 0 0,0 1 0 0 0,1-1 0 0 0,0 1 0 0 0,1 0 0 0 0,-1 0 0 0 0,1 1 0 0 0,0 0 0 0 0,0 0 0 0 0,0 1 0 0 0,11-5 0 0 0,-14 7-51 0 0,0 0 0 0 0,0-1 0 0 0,0 1 0 0 0,0 1 1 0 0,0-1-1 0 0,1 0 0 0 0,-1 1 0 0 0,0 0 0 0 0,0 0 0 0 0,0 0 0 0 0,0 1 0 0 0,0-1 0 0 0,1 1 0 0 0,-1 0 1 0 0,0 0-1 0 0,0 1 0 0 0,-1-1 0 0 0,1 1 0 0 0,0 0 0 0 0,0 0 0 0 0,-1 0 0 0 0,1 0 0 0 0,-1 1 1 0 0,0-1-1 0 0,0 1 0 0 0,0 0 0 0 0,0 0 0 0 0,0 0 0 0 0,0 0 0 0 0,-1 1 0 0 0,0-1 0 0 0,4 7 0 0 0,0 5-27 0 0,0-1 0 0 0,-1 1 0 0 0,-1 0 0 0 0,5 31 0 0 0,-8-34 69 0 0,2 1 0 0 0,-1-1 0 0 0,2 1 0 0 0,-1-1 1 0 0,2 0-1 0 0,-1 0 0 0 0,2 0 0 0 0,7 12 0 0 0,-11-22-57 0 0,0 0-1 0 0,-1 0 1 0 0,1 0 0 0 0,0 0 0 0 0,0-1-1 0 0,0 1 1 0 0,0-1 0 0 0,0 1 0 0 0,1-1-1 0 0,-1 0 1 0 0,0 0 0 0 0,1 0 0 0 0,-1 0-1 0 0,0 0 1 0 0,1 0 0 0 0,-1-1 0 0 0,1 1-1 0 0,0-1 1 0 0,-1 0 0 0 0,1 0 0 0 0,-1 0-1 0 0,1 0 1 0 0,-1 0 0 0 0,1-1 0 0 0,0 1-1 0 0,-1-1 1 0 0,0 1 0 0 0,1-1 0 0 0,-1 0-1 0 0,1 0 1 0 0,-1 0 0 0 0,0 0 0 0 0,4-3-1 0 0,8-4 15 0 0,0 0 0 0 0,-1-2-1 0 0,25-21 1 0 0,-30 24-51 0 0,104-96-1996 0 0,-91 83-5708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6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11979 0 0,'6'3'1195'0'0,"0"1"1"0"0,0 0-1 0 0,0 0 1 0 0,8 9-1 0 0,62 60 2246 0 0,-70-66-3036 0 0,15 14-145 0 0,-2 2-1 0 0,0 0 1 0 0,-2 1-1 0 0,-1 1 1 0 0,-1 0-1 0 0,-1 2 1 0 0,-1-1-1 0 0,-1 2 1 0 0,-1-1-1 0 0,-2 2 1 0 0,11 57-1 0 0,-14-47-220 0 0,-2 1 0 0 0,-1 0 0 0 0,-3 0 0 0 0,-1 0 0 0 0,-2 0 0 0 0,-1-1 0 0 0,-2 1 0 0 0,-17 54 0 0 0,5-36-1367 0 0,-2-2-4390 0 0,-1 1-2117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7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16 133 5529 0 0,'-3'-8'523'0'0,"0"0"-1"0"0,1 0 1 0 0,-1-1-1 0 0,2 1 0 0 0,-1-1 1 0 0,1 1-1 0 0,1-1 1 0 0,-1 1-1 0 0,2-1 1 0 0,-1 1-1 0 0,2-11 1 0 0,-2 18-346 0 0,0 0 0 0 0,0 0 0 0 0,0 1 0 0 0,1-1 0 0 0,-1 0 0 0 0,0 0 0 0 0,0 0 0 0 0,0 0 0 0 0,1 0 0 0 0,-1 0 0 0 0,0 1 0 0 0,1-1 0 0 0,-1 0 0 0 0,1 0 0 0 0,-1 1 0 0 0,1-1 0 0 0,-1 0 0 0 0,1 0 0 0 0,-1 1 1 0 0,1-1-1 0 0,0 1 0 0 0,-1-1 0 0 0,1 1 0 0 0,0-1 0 0 0,0 1 0 0 0,-1-1 0 0 0,1 1 0 0 0,0-1 0 0 0,0 1 0 0 0,1-1 0 0 0,0 2-44 0 0,-1 0-1 0 0,0-1 1 0 0,1 1-1 0 0,-1 0 1 0 0,1 0 0 0 0,-1-1-1 0 0,0 1 1 0 0,0 0-1 0 0,1 1 1 0 0,-1-1 0 0 0,0 0-1 0 0,0 0 1 0 0,0 0-1 0 0,0 1 1 0 0,1 1 0 0 0,7 12 88 0 0,-1 0 1 0 0,8 19 0 0 0,-15-32-80 0 0,34 87-161 0 0,39 163 0 0 0,-28-80-3610 0 0,-37-143 2115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1 545 920 0 0,'2'3'15892'0'0,"3"-269"-13086"0"0,-7 222-3010 0 0,-1-80 747 0 0,4 113-910 0 0,0 0-1 0 0,0 0 1 0 0,1 1-1 0 0,1-1 1 0 0,0 0 0 0 0,0 1-1 0 0,1-1 1 0 0,9-16-1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2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0 152 5529 0 0,'52'-47'5888'0'0,"32"-17"-3874"0"0,-71 54-1926 0 0,-6 5-82 0 0,0 0 0 0 0,1 1 0 0 0,15-6 0 0 0,-7 4 62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3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68 4145 0 0,'-1'1'440'0'0,"1"-2"-440"0"0,1-1 0 0 0,1 1 504 0 0,-1 0 80 0 0,2-1 24 0 0,2-1 0 0 0,4-1-488 0 0,2-3-120 0 0,5 0 0 0 0,0 0 0 0 0,1 1 97 0 0,1-1-9 0 0,5-2 0 0 0,-1-2 8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 7370 0 0,'-1'0'146'0'0,"0"0"0"0"0,0 0 0 0 0,0 0 0 0 0,1 0 1 0 0,-1 0-1 0 0,0 0 0 0 0,1 0 0 0 0,-1 1 1 0 0,0-1-1 0 0,0 0 0 0 0,1 1 0 0 0,-1-1 1 0 0,0 1-1 0 0,1-1 0 0 0,-1 0 0 0 0,1 1 0 0 0,-1-1 1 0 0,0 1-1 0 0,1 0 0 0 0,-1-1 0 0 0,1 1 1 0 0,0-1-1 0 0,-1 1 0 0 0,1 0 0 0 0,-1-1 0 0 0,1 1 1 0 0,0 0-1 0 0,4 21 5104 0 0,-1-14-5504 0 0,35 104 4048 0 0,10 31-2857 0 0,-24-45-7023 0 0,-19-74-409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0 111 7834 0 0,'0'-5'140'0'0,"1"0"0"0"0,0 0 0 0 0,0 0 0 0 0,0 0 0 0 0,0 0 0 0 0,1 0 0 0 0,0 0 0 0 0,0 0 0 0 0,0 0 0 0 0,1 1 0 0 0,-1 0 0 0 0,1-1 0 0 0,0 1 0 0 0,0 0 0 0 0,1 0 0 0 0,-1 0 0 0 0,1 1 0 0 0,0-1 0 0 0,0 1 0 0 0,5-3 0 0 0,-7 4-227 0 0,1 0-1 0 0,0 1 1 0 0,0-1 0 0 0,0 1 0 0 0,0-1 0 0 0,0 1 0 0 0,1 0-1 0 0,-1 0 1 0 0,0 0 0 0 0,0 1 0 0 0,1-1 0 0 0,-1 1 0 0 0,1 0-1 0 0,-1 0 1 0 0,0 0 0 0 0,1 0 0 0 0,-1 1 0 0 0,0-1 0 0 0,1 1-1 0 0,-1 0 1 0 0,0 0 0 0 0,0 0 0 0 0,0 0 0 0 0,1 1 0 0 0,-1-1-1 0 0,-1 1 1 0 0,1 0 0 0 0,0 0 0 0 0,0 0 0 0 0,-1 0 0 0 0,4 3-1 0 0,-1 0-16 0 0,-1 0 1 0 0,1 0-1 0 0,-1 1 0 0 0,1-1 0 0 0,-2 1 0 0 0,1 0 0 0 0,-1 0 0 0 0,1 1 0 0 0,-2-1 0 0 0,1 1 0 0 0,-1-1 0 0 0,0 1 0 0 0,1 8 0 0 0,0 13 104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29.8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0 218 6913 0 0,'61'-58'6502'0'0,"-30"31"-6705"0"0,1 1 1 0 0,69-42 0 0 0,-65 48 189 0 0,0 1 13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0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9218 0 0,'0'-3'3723'0'0,"6"5"-2449"0"0,8 7-366 0 0,-2 4-552 0 0,0 2-1 0 0,-2-1 0 0 0,1 2 1 0 0,-2-1-1 0 0,0 1 0 0 0,-1 1 1 0 0,-1-1-1 0 0,0 1 0 0 0,6 28 1 0 0,3 18-284 0 0,7 83 1 0 0,-22-142-70 0 0,3 26-523 0 0,-2-4-205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0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0 244 2761 0 0,'1'-13'335'0'0,"0"0"1"0"0,0 0 0 0 0,7-25 0 0 0,-5 26 424 0 0,1 0 0 0 0,1 0 0 0 0,0 0 0 0 0,0 0 0 0 0,1 1 0 0 0,1 0 0 0 0,0 0 0 0 0,0 0 0 0 0,1 1 0 0 0,1 1 0 0 0,-1-1 0 0 0,14-10 0 0 0,-21 19-648 0 0,1 0 1 0 0,-1-1-1 0 0,1 1 0 0 0,0 0 0 0 0,-1 0 0 0 0,1 0 0 0 0,0 0 0 0 0,0 0 0 0 0,0 0 1 0 0,0 1-1 0 0,0-1 0 0 0,0 0 0 0 0,0 1 0 0 0,0 0 0 0 0,0-1 0 0 0,0 1 0 0 0,0 0 0 0 0,0 0 1 0 0,0 0-1 0 0,0 1 0 0 0,0-1 0 0 0,0 0 0 0 0,0 1 0 0 0,0-1 0 0 0,0 1 0 0 0,0 0 1 0 0,0-1-1 0 0,0 1 0 0 0,-1 0 0 0 0,1 0 0 0 0,0 0 0 0 0,0 1 0 0 0,-1-1 0 0 0,1 0 0 0 0,-1 1 1 0 0,1-1-1 0 0,-1 1 0 0 0,0-1 0 0 0,1 1 0 0 0,-1 0 0 0 0,0-1 0 0 0,0 1 0 0 0,1 2 1 0 0,3 5 56 0 0,0 1 1 0 0,-1 0-1 0 0,0 0 1 0 0,0 0-1 0 0,-1 0 1 0 0,-1 0-1 0 0,2 11 1 0 0,0 25 175 0 0,3 29-18 0 0,-7-70-292 0 0,1-1 1 0 0,0 1-1 0 0,1-1 0 0 0,-1 0 0 0 0,1 1 1 0 0,0-1-1 0 0,0 0 0 0 0,0 0 0 0 0,1 0 1 0 0,-1 0-1 0 0,1 0 0 0 0,4 4 1 0 0,-5-6-31 0 0,0-1 1 0 0,0 0 0 0 0,0 0-1 0 0,1 0 1 0 0,-1 0 0 0 0,0 0-1 0 0,0-1 1 0 0,1 1 0 0 0,-1-1-1 0 0,1 1 1 0 0,-1-1 0 0 0,0 0-1 0 0,1 0 1 0 0,-1 0 0 0 0,1 0-1 0 0,-1 0 1 0 0,0-1 0 0 0,1 1-1 0 0,-1-1 1 0 0,0 1 0 0 0,1-1-1 0 0,-1 0 1 0 0,0 0 0 0 0,0 0 0 0 0,0 0-1 0 0,3-2 1 0 0,8-5-555 0 0,-2 1-1 0 0,1-1 1 0 0,10-11-1 0 0,-21 19 479 0 0,23-20-6895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1.5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41 7834 0 0,'-14'-17'3191'0'0,"-3"-6"5467"0"0,41 88-5127 0 0,-11-23-3348 0 0,70 212 266 0 0,11 30-26 0 0,-88-265-980 0 0,2-1-1 0 0,0 0 1 0 0,1-1-1 0 0,20 31 1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1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26 250 10594 0 0,'-2'-2'103'0'0,"0"1"0"0"0,0 0 0 0 0,0-1-1 0 0,1 1 1 0 0,-1-1 0 0 0,1 1 0 0 0,-1-1 0 0 0,1 0-1 0 0,-1 0 1 0 0,1 0 0 0 0,0 0 0 0 0,0 0-1 0 0,0 0 1 0 0,0 0 0 0 0,0 0 0 0 0,0 0 0 0 0,1 0-1 0 0,-1 0 1 0 0,0-4 0 0 0,1 3 92 0 0,1 0-1 0 0,-1 0 1 0 0,1 1 0 0 0,-1-1-1 0 0,1 0 1 0 0,0 0 0 0 0,0 1-1 0 0,0-1 1 0 0,1 0 0 0 0,-1 1-1 0 0,1 0 1 0 0,-1-1 0 0 0,1 1-1 0 0,0 0 1 0 0,3-4 0 0 0,8-7 405 0 0,1 0 0 0 0,1 1 0 0 0,0 0 1 0 0,1 2-1 0 0,23-13 0 0 0,89-37 806 0 0,-118 56-1418 0 0,1 0 0 0 0,0 0 0 0 0,0 2 0 0 0,0-1 0 0 0,0 1 0 0 0,0 1 0 0 0,0 0 0 0 0,12 0 0 0 0,-16 2-1146 0 0,1 0 0 0 0,-1 0 0 0 0,0 0 0 0 0,12 4 0 0 0,7 6-5242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1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0 217 7370 0 0,'35'-29'6047'0'0,"12"-10"-3655"0"0,-11 15-2264 0 0,0 3 1 0 0,2 0-1 0 0,0 3 0 0 0,1 1 1 0 0,1 2-1 0 0,42-10 1 0 0,-44 17-129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2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64 10138 0 0,'-6'-1'817'0'0,"7"-2"-46"0"0,16-5 547 0 0,24-8-196 0 0,-30 12-827 0 0,14-4-400 0 0,0 0 0 0 0,27-4-1 0 0,-46 11 61 0 0,0 0 0 0 0,-1 0 0 0 0,1 1 0 0 0,0-1 0 0 0,0 1 0 0 0,0 1 0 0 0,0-1 0 0 0,0 1 0 0 0,-1 0 0 0 0,1 1 0 0 0,0-1 0 0 0,-1 1-1 0 0,1 0 1 0 0,-1 0 0 0 0,7 4 0 0 0,0 4 144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2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2 162 6913 0 0,'-2'-6'4143'0'0,"2"6"-4078"0"0,13-14 2130 0 0,19-12-349 0 0,0 6-1331 0 0,43-20 0 0 0,-39 24-3170 0 0,42-12-1 0 0,-45 17 633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2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0,'2'0'6682'0'0,"3"15"-4660"0"0,4 26-1346 0 0,13 313 1000 0 0,-19-231-3129 0 0,20 136-1 0 0,-16-220-5999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3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53 116 9674 0 0,'0'-1'116'0'0,"0"0"0"0"0,-1 0 1 0 0,1 1-1 0 0,-1-1 0 0 0,1 0 0 0 0,-1 1 1 0 0,1-1-1 0 0,-1 1 0 0 0,1-1 0 0 0,-1 0 0 0 0,1 1 1 0 0,-1-1-1 0 0,0 1 0 0 0,1 0 0 0 0,-1-1 0 0 0,0 1 1 0 0,1-1-1 0 0,-1 1 0 0 0,0 0 0 0 0,0 0 1 0 0,0-1-1 0 0,1 1 0 0 0,-1 0 0 0 0,0 0 0 0 0,0 0 1 0 0,1 0-1 0 0,-1 0 0 0 0,0 0 0 0 0,0 0 0 0 0,0 0 1 0 0,0 0-1 0 0,-1 2 136 0 0,1-1 0 0 0,0 1 0 0 0,-1-1 0 0 0,1 1-1 0 0,0-1 1 0 0,0 1 0 0 0,0 0 0 0 0,0 0 0 0 0,0-1 0 0 0,1 1 0 0 0,-1 0 0 0 0,1 0 0 0 0,-1 2 0 0 0,-4 15 395 0 0,1 1 1 0 0,0-1-1 0 0,2 1 1 0 0,1 0-1 0 0,0 0 1 0 0,3 28-1 0 0,1-15-425 0 0,2 0 0 0 0,2 0 0 0 0,10 34-1 0 0,-10-47-164 0 0,0-1-1 0 0,2 1 0 0 0,0-2 1 0 0,1 1-1 0 0,0-1 0 0 0,20 23 1 0 0,-25-34-43 0 0,0 0 0 0 0,1-1 0 0 0,0 1 0 0 0,0-1 0 0 0,1-1 0 0 0,-1 0 0 0 0,1 1 0 0 0,0-2 0 0 0,1 1 0 0 0,-1-1 0 0 0,1 0 0 0 0,0-1 0 0 0,0 0 0 0 0,0 0 0 0 0,0-1 0 0 0,0 0 0 0 0,1 0 0 0 0,12 0 0 0 0,-15-2 12 0 0,1-1 0 0 0,-1 0 1 0 0,0-1-1 0 0,0 1 1 0 0,-1-1-1 0 0,1 0 0 0 0,0-1 1 0 0,-1 1-1 0 0,1-1 1 0 0,-1-1-1 0 0,0 1 1 0 0,0 0-1 0 0,0-1 0 0 0,0 0 1 0 0,0 0-1 0 0,-1-1 1 0 0,0 1-1 0 0,0-1 0 0 0,0 0 1 0 0,-1 0-1 0 0,0 0 1 0 0,4-8-1 0 0,0 0 9 0 0,0-1-1 0 0,-1 0 0 0 0,-1 0 1 0 0,0 0-1 0 0,-1 0 1 0 0,-1-1-1 0 0,0 0 1 0 0,1-17-1 0 0,-4 8-12 0 0,0 1 0 0 0,-2-1 0 0 0,-1 0 0 0 0,-1 0-1 0 0,-1 1 1 0 0,-13-36 0 0 0,2 16-97 0 0,-1 0 0 0 0,-34-57 0 0 0,20 54-342 0 0,7 20-5819 0 0,5 11-1154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3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45 920 0 0,'0'0'219'0'0,"0"-1"-1"0"0,0 1 1 0 0,0-1-1 0 0,-1 1 1 0 0,1-1 0 0 0,0 0-1 0 0,0 1 1 0 0,0-1-1 0 0,0 0 1 0 0,0 1-1 0 0,0-1 1 0 0,0 1-1 0 0,0-1 1 0 0,0 0 0 0 0,0 1-1 0 0,0-1 1 0 0,6-6 3059 0 0,-6 6-3059 0 0,1 1-1 0 0,-1 0 1 0 0,1-1-1 0 0,-1 1 1 0 0,1 0 0 0 0,-1 0-1 0 0,1-1 1 0 0,0 1-1 0 0,-1 0 1 0 0,1 0-1 0 0,-1 0 1 0 0,1 0-1 0 0,0 0 1 0 0,-1 0 0 0 0,1 0-1 0 0,0 0 1 0 0,-1 0-1 0 0,1 0 1 0 0,-1 0-1 0 0,1 0 1 0 0,0 1-1 0 0,0-1 1 0 0,2 0 174 0 0,0 1-1 0 0,0-1 1 0 0,0 1 0 0 0,0 0-1 0 0,0 0 1 0 0,0 0 0 0 0,-1 0-1 0 0,1 1 1 0 0,0-1 0 0 0,0 1-1 0 0,2 1 1 0 0,1 4 12 0 0,-1-1 1 0 0,0 1-1 0 0,0 0 0 0 0,0 1 1 0 0,-1-1-1 0 0,0 1 0 0 0,-1 0 1 0 0,5 14-1 0 0,16 69 482 0 0,-23-86-829 0 0,6 39 83 0 0,-5-30-179 0 0,0 0-1 0 0,1 1 1 0 0,1-1 0 0 0,0 0-1 0 0,11 23 1 0 0,-15-37 19 0 0,0 1 0 0 0,0-1 0 0 0,0 0 0 0 0,0 0 0 0 0,0 1 0 0 0,0-1 0 0 0,0 0 0 0 0,1 0 0 0 0,-1 1 0 0 0,0-1 0 0 0,0 0 0 0 0,0 0 0 0 0,0 0 0 0 0,1 1 0 0 0,-1-1 0 0 0,0 0 0 0 0,0 0 0 0 0,0 0 0 0 0,1 0 0 0 0,-1 1-1 0 0,0-1 1 0 0,0 0 0 0 0,0 0 0 0 0,1 0 0 0 0,-1 0 0 0 0,0 0 0 0 0,0 0 0 0 0,1 0 0 0 0,-1 0 0 0 0,0 0 0 0 0,1 0 0 0 0,-1 0 0 0 0,0 0 0 0 0,0 0 0 0 0,1 0 0 0 0,-1 0 0 0 0,0 0 0 0 0,0 0 0 0 0,1 0 0 0 0,5-11-430 0 0,-1-19 116 0 0,-4 28 315 0 0,4-65 103 0 0,3-22 127 0 0,-6 80-184 0 0,0 1 0 0 0,0-1 0 0 0,1 0 0 0 0,0 1 0 0 0,0-1 0 0 0,1 1 0 0 0,7-11 0 0 0,-11 18-11 0 0,0 0 1 0 0,1 0 0 0 0,-1 1 0 0 0,1-1 0 0 0,0 0 0 0 0,-1 1 0 0 0,1-1 0 0 0,-1 0 0 0 0,1 1 0 0 0,0-1 0 0 0,0 1 0 0 0,-1-1 0 0 0,1 1 0 0 0,0-1 0 0 0,0 1 0 0 0,0 0 0 0 0,-1-1 0 0 0,1 1 0 0 0,0 0 0 0 0,0 0 0 0 0,0 0 0 0 0,0-1 0 0 0,0 1 0 0 0,0 0 0 0 0,0 0 0 0 0,-1 0 0 0 0,2 1 0 0 0,0-1 16 0 0,0 1 1 0 0,0 0-1 0 0,0 0 0 0 0,0 0 0 0 0,0 0 1 0 0,0 0-1 0 0,-1 0 0 0 0,1 0 0 0 0,0 1 1 0 0,-1-1-1 0 0,3 3 0 0 0,4 6 86 0 0,0 0-1 0 0,0 1 1 0 0,5 12 0 0 0,-9-16-89 0 0,29 55 54 0 0,7 12 49 0 0,-35-66-125 0 0,0-1-1 0 0,0 0 1 0 0,1-1 0 0 0,-1 1-1 0 0,2-1 1 0 0,-1 0-1 0 0,10 7 1 0 0,-15-13-20 0 0,0 1 1 0 0,0-1 0 0 0,0 0-1 0 0,0 1 1 0 0,0-1-1 0 0,0 0 1 0 0,0 0-1 0 0,0 1 1 0 0,0-1 0 0 0,0 0-1 0 0,0 0 1 0 0,0 0-1 0 0,0 0 1 0 0,0 0 0 0 0,0 0-1 0 0,0 0 1 0 0,0-1-1 0 0,-1 1 1 0 0,1 0-1 0 0,0 0 1 0 0,0-1 0 0 0,0 1-1 0 0,0-1 1 0 0,0 1-1 0 0,0-1 1 0 0,0 1-1 0 0,-1-1 1 0 0,1 1 0 0 0,0-1-1 0 0,0 0 1 0 0,-1 0-1 0 0,1 1 1 0 0,0-1-1 0 0,-1 0 1 0 0,1 0 0 0 0,-1 0-1 0 0,1 1 1 0 0,-1-1-1 0 0,0 0 1 0 0,1 0-1 0 0,0-2 1 0 0,16-46-644 0 0,-15 41 578 0 0,8-28-284 0 0,2 1 0 0 0,23-50 0 0 0,-30 75 387 0 0,0 0 1 0 0,1 1 0 0 0,0 0-1 0 0,0-1 1 0 0,1 2 0 0 0,0-1-1 0 0,1 1 1 0 0,0 0 0 0 0,0 1-1 0 0,1 0 1 0 0,0 0 0 0 0,17-10-1 0 0,-23 16 17 0 0,-1-1 0 0 0,1 1 0 0 0,0 0 0 0 0,0 0 0 0 0,-1 0 0 0 0,1 1 0 0 0,0-1 0 0 0,0 1 0 0 0,0-1 0 0 0,0 1 0 0 0,0 0 0 0 0,0 0 0 0 0,0 0 0 0 0,-1 1 0 0 0,1-1 0 0 0,0 1 0 0 0,0-1 0 0 0,0 1 0 0 0,0 0 0 0 0,-1 0 0 0 0,1 0 0 0 0,0 1-1 0 0,-1-1 1 0 0,1 1 0 0 0,-1-1 0 0 0,0 1 0 0 0,1 0 0 0 0,-1 0 0 0 0,0 0 0 0 0,0 0 0 0 0,0 0 0 0 0,2 3 0 0 0,5 8 97 0 0,-1 1 0 0 0,0 0 0 0 0,0 0 0 0 0,9 30-1 0 0,4 5-241 0 0,-13-35-946 0 0,1-1 0 0 0,0 1 1 0 0,22 22-1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4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15 13827 0 0,'-2'-15'1543'0'0,"2"16"-1507"0"0,0-1 1 0 0,0 0 0 0 0,0 0 0 0 0,0 0-1 0 0,0 0 1 0 0,0 1 0 0 0,0-1 0 0 0,0 0-1 0 0,0 0 1 0 0,0 0 0 0 0,0 0 0 0 0,0 1 0 0 0,1-1-1 0 0,-1 0 1 0 0,0 0 0 0 0,0 0 0 0 0,0 0-1 0 0,0 0 1 0 0,0 0 0 0 0,0 1 0 0 0,0-1-1 0 0,1 0 1 0 0,-1 0 0 0 0,0 0 0 0 0,0 0-1 0 0,0 0 1 0 0,0 0 0 0 0,0 0 0 0 0,1 0-1 0 0,-1 0 1 0 0,0 0 0 0 0,0 0 0 0 0,0 0 0 0 0,0 0-1 0 0,1 0 1 0 0,-1 0 0 0 0,0 0 0 0 0,0 0-1 0 0,0 0 1 0 0,0 0 0 0 0,1 0 0 0 0,-1 0-1 0 0,0 0 1 0 0,0 0 0 0 0,0 0 0 0 0,0 0-1 0 0,1 0 1 0 0,-1 0 0 0 0,0 0 0 0 0,0 0 0 0 0,0 0-1 0 0,0 0 1 0 0,0-1 0 0 0,1 1 0 0 0,-1 0-1 0 0,0 0 1 0 0,0 0 0 0 0,0 0 0 0 0,0 0-1 0 0,0 0 1 0 0,0-1 0 0 0,0 1 0 0 0,0 0-1 0 0,2 5 381 0 0,0 0 0 0 0,-1 0 0 0 0,1 1 0 0 0,-1-1 0 0 0,-1 0 0 0 0,1 1 0 0 0,-1-1 0 0 0,0 8 0 0 0,0 0-22 0 0,-5 320 2243 0 0,-2-105-2333 0 0,12-98-162 0 0,1-5-3877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4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8 168 4145 0 0,'-2'-9'504'0'0,"0"1"-1"0"0,1-1 1 0 0,0 0 0 0 0,0 0-1 0 0,1 0 1 0 0,1-13 0 0 0,0 18 33 0 0,0-1 1 0 0,0 0-1 0 0,0 1 0 0 0,1-1 1 0 0,-1 1-1 0 0,1 0 0 0 0,0-1 1 0 0,1 1-1 0 0,-1 0 1 0 0,1 0-1 0 0,0 1 0 0 0,0-1 1 0 0,0 0-1 0 0,4-2 0 0 0,-4 3-305 0 0,0 0-1 0 0,0 0 0 0 0,1 1 0 0 0,-1 0 0 0 0,1 0 0 0 0,0 0 0 0 0,0 0 1 0 0,0 0-1 0 0,0 1 0 0 0,0 0 0 0 0,0 0 0 0 0,0 0 0 0 0,0 0 0 0 0,0 0 1 0 0,0 1-1 0 0,1 0 0 0 0,-1 0 0 0 0,0 0 0 0 0,0 0 0 0 0,1 1 0 0 0,-1 0 1 0 0,0 0-1 0 0,0 0 0 0 0,0 0 0 0 0,0 0 0 0 0,0 1 0 0 0,0 0 0 0 0,-1 0 1 0 0,1 0-1 0 0,5 4 0 0 0,2 2-135 0 0,0 0 1 0 0,-1 0-1 0 0,0 2 1 0 0,0-1-1 0 0,-1 1 1 0 0,0 0-1 0 0,-1 1 1 0 0,9 14-1 0 0,4 16-113 0 0,-1 1-1 0 0,-2 1 0 0 0,17 66 1 0 0,-3-11-6804 0 0,-21-67-435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34.5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5 161 14283 0 0,'-5'1'2411'0'0,"12"-4"-739"0"0,31-12 30 0 0,36-16-988 0 0,94-54-1020 0 0,-116 57 306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4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467 185 3225 0 0,'-3'-4'519'0'0,"1"0"0"0"0,0-1 0 0 0,0 1-1 0 0,0-1 1 0 0,0 0 0 0 0,1 1 0 0 0,-2-8 0 0 0,-4-14 1300 0 0,2 17-1222 0 0,1-1-1 0 0,-1 1 0 0 0,0 0 0 0 0,-1 1 0 0 0,0-1 1 0 0,0 1-1 0 0,-1 0 0 0 0,0 0 0 0 0,-11-9 0 0 0,15 15-463 0 0,0 0 1 0 0,0-1-1 0 0,-1 1 0 0 0,1 1 0 0 0,-1-1 0 0 0,1 0 0 0 0,-1 1 0 0 0,1 0 0 0 0,-1 0 0 0 0,0 0 0 0 0,0 0 1 0 0,1 0-1 0 0,-1 1 0 0 0,0 0 0 0 0,0 0 0 0 0,0 0 0 0 0,0 0 0 0 0,1 0 0 0 0,-1 1 0 0 0,0 0 1 0 0,0 0-1 0 0,1 0 0 0 0,-1 0 0 0 0,0 0 0 0 0,1 1 0 0 0,-1-1 0 0 0,1 1 0 0 0,-5 4 0 0 0,-6 4 0 0 0,1 0 0 0 0,1 1-1 0 0,0 0 1 0 0,1 1 0 0 0,0 1-1 0 0,1 0 1 0 0,-13 20 0 0 0,-52 106-184 0 0,59-102 43 0 0,2 0 0 0 0,1 1-1 0 0,2 1 1 0 0,1 0 0 0 0,3 1 0 0 0,1-1-1 0 0,2 1 1 0 0,1 1 0 0 0,6 78 0 0 0,-1-105 10 0 0,0 0 0 0 0,1 0 1 0 0,1-1-1 0 0,0 1 0 0 0,1-1 0 0 0,0 1 1 0 0,1-2-1 0 0,1 1 0 0 0,0-1 1 0 0,0 0-1 0 0,15 17 0 0 0,-18-23 34 0 0,0-1-1 0 0,1 0 0 0 0,0 0 0 0 0,1-1 1 0 0,-1 1-1 0 0,1-1 0 0 0,-1 0 1 0 0,1 0-1 0 0,0-1 0 0 0,1 0 1 0 0,-1 0-1 0 0,0 0 0 0 0,1-1 1 0 0,0 0-1 0 0,-1-1 0 0 0,1 1 0 0 0,0-1 1 0 0,0 0-1 0 0,0-1 0 0 0,0 0 1 0 0,0 0-1 0 0,0 0 0 0 0,0-1 1 0 0,0 0-1 0 0,8-2 0 0 0,-3-2 36 0 0,0 1 1 0 0,0-2-1 0 0,-1 0 0 0 0,0 0 1 0 0,0-1-1 0 0,0 0 0 0 0,-1-1 1 0 0,0 0-1 0 0,13-15 0 0 0,8-10 205 0 0,33-48-1 0 0,-47 57-193 0 0,-1-1 0 0 0,-1-1 0 0 0,-1 0-1 0 0,-1-1 1 0 0,-1 0 0 0 0,-2-1 0 0 0,-1-1-1 0 0,-1 0 1 0 0,-1 0 0 0 0,4-46 0 0 0,-9 57-22 0 0,-1 1 0 0 0,-1-1 0 0 0,0 1 0 0 0,-2-1 1 0 0,0 1-1 0 0,-1 0 0 0 0,0-1 0 0 0,-1 1 0 0 0,-2 1 1 0 0,1-1-1 0 0,-2 1 0 0 0,0 0 0 0 0,-1 0 0 0 0,-1 1 1 0 0,0 0-1 0 0,-1 0 0 0 0,0 1 0 0 0,-1 1 0 0 0,-16-16 1 0 0,21 24-29 0 0,0 0 1 0 0,1 1 0 0 0,-2-1 0 0 0,1 1 0 0 0,0 0-1 0 0,-1 1 1 0 0,0-1 0 0 0,0 1 0 0 0,0 1 0 0 0,-10-3 0 0 0,14 4-94 0 0,0 1 1 0 0,1-1 0 0 0,-1 1-1 0 0,0 0 1 0 0,0 0 0 0 0,0 0-1 0 0,1 1 1 0 0,-1-1 0 0 0,0 1-1 0 0,1-1 1 0 0,-1 1-1 0 0,0 0 1 0 0,1 0 0 0 0,-1 0-1 0 0,1 1 1 0 0,-1-1 0 0 0,1 0-1 0 0,0 1 1 0 0,-1 0 0 0 0,1-1-1 0 0,0 1 1 0 0,0 0 0 0 0,0 0-1 0 0,0 0 1 0 0,1 0 0 0 0,-1 1-1 0 0,1-1 1 0 0,-1 0 0 0 0,1 1-1 0 0,-2 4 1 0 0,-9 31-2925 0 0,8-13-4248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4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0 279 8290 0 0,'15'-36'988'0'0,"-10"23"1341"0"0,0 0 0 0 0,0 1-1 0 0,15-23 1 0 0,-16 75 1113 0 0,-16 157-2554 0 0,3-97-815 0 0,5 1-1 0 0,14 165 1 0 0,20-33-20 0 0,-44-296-5747 0 0,4 21 2806 0 0,-9-72 1 0 0,19-94 2590 0 0,17-1 6586 0 0,-15 192-5730 0 0,0-1 1 0 0,1 0-1 0 0,1 1 0 0 0,1 0 0 0 0,0 0 1 0 0,1 0-1 0 0,1 1 0 0 0,0 0 1 0 0,2 0-1 0 0,10-15 0 0 0,-19 30-546 0 0,1 1 1 0 0,0-1-1 0 0,0 1 0 0 0,0-1 0 0 0,0 1 1 0 0,0 0-1 0 0,-1-1 0 0 0,1 1 0 0 0,0 0 1 0 0,0 0-1 0 0,0 0 0 0 0,0 0 0 0 0,0-1 1 0 0,0 1-1 0 0,0 1 0 0 0,0-1 0 0 0,0 0 1 0 0,0 0-1 0 0,0 0 0 0 0,0 0 0 0 0,-1 1 1 0 0,1-1-1 0 0,0 0 0 0 0,0 1 0 0 0,0-1 0 0 0,0 1 1 0 0,0-1-1 0 0,-1 1 0 0 0,1-1 0 0 0,0 1 1 0 0,-1 0-1 0 0,1-1 0 0 0,0 1 0 0 0,0 1 1 0 0,26 26 386 0 0,-27-28-400 0 0,34 46 84 0 0,55 96-1 0 0,7 11 113 0 0,-82-134-191 0 0,0-1 0 0 0,2 0-1 0 0,0-1 1 0 0,1-1-1 0 0,30 22 1 0 0,-46-36-7 0 0,1-1 0 0 0,0 1-1 0 0,0-1 1 0 0,0 0 0 0 0,0 0 0 0 0,0 0-1 0 0,0 0 1 0 0,0 0 0 0 0,1 0 0 0 0,-1 0-1 0 0,0-1 1 0 0,0 1 0 0 0,1-1 0 0 0,-1 0-1 0 0,0 1 1 0 0,1-1 0 0 0,-1 0 0 0 0,0 0-1 0 0,5-1 1 0 0,-5 0 41 0 0,0-1-1 0 0,-1 1 1 0 0,1 0-1 0 0,0-1 0 0 0,0 1 1 0 0,-1-1-1 0 0,1 1 1 0 0,-1-1-1 0 0,1 0 1 0 0,-1 0-1 0 0,0 1 1 0 0,0-1-1 0 0,0 0 1 0 0,0 0-1 0 0,0 0 1 0 0,0-1-1 0 0,0 1 0 0 0,-1 0 1 0 0,1 0-1 0 0,0-3 1 0 0,7-42 317 0 0,-1-1 1 0 0,-3 0-1 0 0,-2-67 1 0 0,1-5-129 0 0,1 68-166 0 0,0 9-113 0 0,-2 0 1 0 0,-1 0-1 0 0,-3 0 0 0 0,-11-74 1 0 0,7 103-177 0 0,1 2-561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5.3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286 63 2304 0 0,'-9'-22'198'0'0,"-11"-7"6888"0"0,19 28-6676 0 0,0 0-1 0 0,-1 0 0 0 0,1 0 0 0 0,0 0 0 0 0,-1 0 0 0 0,1 0 0 0 0,0 0 0 0 0,-1 1 0 0 0,1-1 0 0 0,-1 0 0 0 0,0 1 0 0 0,1-1 0 0 0,-1 1 1 0 0,1 0-1 0 0,-1 0 0 0 0,0-1 0 0 0,-1 1 0 0 0,1 1-346 0 0,0-1-1 0 0,0 0 1 0 0,0 1 0 0 0,-1-1-1 0 0,1 1 1 0 0,0 0-1 0 0,0 0 1 0 0,1 0 0 0 0,-1 0-1 0 0,-2 1 1 0 0,-14 11 162 0 0,1 2 0 0 0,0 0 0 0 0,1 0-1 0 0,0 2 1 0 0,2 0 0 0 0,0 0 0 0 0,1 2 0 0 0,1-1-1 0 0,0 2 1 0 0,2-1 0 0 0,0 2 0 0 0,1-1 0 0 0,-8 29-1 0 0,15-40-211 0 0,0 0-1 0 0,0 0 0 0 0,0 1 0 0 0,1-1 0 0 0,1 0 1 0 0,0 1-1 0 0,0-1 0 0 0,0 1 0 0 0,1-1 0 0 0,1 0 0 0 0,0 1 1 0 0,0-1-1 0 0,1 0 0 0 0,0 0 0 0 0,0-1 0 0 0,1 1 0 0 0,0 0 1 0 0,1-1-1 0 0,0 0 0 0 0,0 0 0 0 0,1-1 0 0 0,-1 1 1 0 0,2-1-1 0 0,-1 0 0 0 0,1-1 0 0 0,0 0 0 0 0,0 0 0 0 0,1 0 1 0 0,10 5-1 0 0,39 20 54 0 0,-33-20-66 0 0,33 23 1 0 0,-52-31-1 0 0,0 1 0 0 0,0 0 0 0 0,0 0 0 0 0,-1 0 0 0 0,1 1 0 0 0,-1-1 0 0 0,0 1 0 0 0,-1 0 0 0 0,1 1 0 0 0,-1-1 0 0 0,4 9 0 0 0,-6-12 2 0 0,0 1 1 0 0,0 0-1 0 0,-1-1 1 0 0,1 1 0 0 0,-1 0-1 0 0,1 0 1 0 0,-1-1 0 0 0,0 1-1 0 0,0 0 1 0 0,0 0 0 0 0,-1 0-1 0 0,1-1 1 0 0,-1 1 0 0 0,0 0-1 0 0,1 0 1 0 0,-1-1-1 0 0,-2 4 1 0 0,0-1 61 0 0,0 0 0 0 0,0 0-1 0 0,0 0 1 0 0,-1-1 0 0 0,0 0 0 0 0,0 0 0 0 0,0 0-1 0 0,-5 4 1 0 0,-5 2 121 0 0,0-1-1 0 0,0 0 1 0 0,-1-1-1 0 0,-30 12 1 0 0,43-19-199 0 0,-63 20 137 0 0,59-19-323 0 0,0-1-1 0 0,0 0 1 0 0,0 0-1 0 0,0-1 0 0 0,0 1 1 0 0,0-1-1 0 0,0 0 1 0 0,0-1-1 0 0,-6-1 0 0 0,5 0-1027 0 0,1-3-256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5.6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0,'0'0'48'0'0,"0"-1"1"0"0,0 1 0 0 0,0 0-1 0 0,1 0 1 0 0,-1-1-1 0 0,0 1 1 0 0,0 0-1 0 0,0-1 1 0 0,1 1-1 0 0,-1 0 1 0 0,0 0-1 0 0,0-1 1 0 0,1 1-1 0 0,-1 0 1 0 0,0 0-1 0 0,0 0 1 0 0,1 0-1 0 0,-1-1 1 0 0,0 1 0 0 0,1 0-1 0 0,-1 0 1 0 0,0 0-1 0 0,0 0 1 0 0,1 0-1 0 0,-1 0 1 0 0,0 0-1 0 0,1 0 1 0 0,-1 0-1 0 0,0 0 1 0 0,1 0-1 0 0,-1 0 1 0 0,0 0-1 0 0,1 0 1 0 0,-1 0-1 0 0,0 0 1 0 0,1 0-1 0 0,-1 0 1 0 0,0 0 0 0 0,1 1-1 0 0,13 11 1441 0 0,5 21 323 0 0,-13-14-1287 0 0,-1-1-1 0 0,0 1 1 0 0,-2 0-1 0 0,0 1 0 0 0,0 22 1 0 0,-5 103 975 0 0,-1-84-1045 0 0,0 24-521 0 0,-1-12 890 0 0,7 78 0 0 0,0-124-1651 0 0,13 54 1 0 0,-10-61-615 0 0,0 0 0 0 0,2-1 1 0 0,13 27-1 0 0,-11-30-4477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6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14 303 5065 0 0,'-1'-2'82'0'0,"-1"1"-1"0"0,1-1 1 0 0,0 0-1 0 0,-1 0 0 0 0,1 0 1 0 0,0 0-1 0 0,0 0 1 0 0,1 0-1 0 0,-1 0 1 0 0,0-1-1 0 0,1 1 1 0 0,-1 0-1 0 0,1 0 1 0 0,-1-1-1 0 0,1 1 1 0 0,0 0-1 0 0,0 0 1 0 0,0-1-1 0 0,1 1 1 0 0,-1 0-1 0 0,0 0 1 0 0,2-4-1 0 0,0 1 120 0 0,0-1-1 0 0,1 1 1 0 0,0 0 0 0 0,-1 1-1 0 0,2-1 1 0 0,-1 0-1 0 0,1 1 1 0 0,4-6 0 0 0,3 0-54 0 0,1 1 0 0 0,0 0 1 0 0,0 0-1 0 0,0 1 1 0 0,1 1-1 0 0,0 0 1 0 0,1 1-1 0 0,0 0 0 0 0,20-5 1 0 0,14-2 464 0 0,71-10-1 0 0,-58 14-190 0 0,44-7-180 0 0,147-41-1 0 0,-245 56 1985 0 0,-21 7-359 0 0,-33 17 294 0 0,29-9-2130 0 0,1 0 1 0 0,0 1 0 0 0,1 1-1 0 0,1 1 1 0 0,1 0 0 0 0,0 1-1 0 0,1 1 1 0 0,1 0 0 0 0,0 0-1 0 0,-9 25 1 0 0,20-42-34 0 0,0 0 0 0 0,0 1 1 0 0,0-1-1 0 0,0 1 0 0 0,1-1 0 0 0,-1 1 0 0 0,1 0 1 0 0,0-1-1 0 0,-1 1 0 0 0,1 0 0 0 0,1-1 0 0 0,-1 1 0 0 0,0 0 1 0 0,0-1-1 0 0,1 1 0 0 0,0-1 0 0 0,-1 1 0 0 0,1-1 1 0 0,0 1-1 0 0,0-1 0 0 0,1 1 0 0 0,0 1 0 0 0,0-2 0 0 0,0-1 0 0 0,-1 0 0 0 0,1 0 0 0 0,0 0 0 0 0,0 0 0 0 0,0 0 0 0 0,0 0 0 0 0,0 0 0 0 0,0-1 0 0 0,0 1 0 0 0,0-1 0 0 0,0 0 0 0 0,0 1 0 0 0,1-1 0 0 0,-1 0 0 0 0,0 0 0 0 0,0 0 0 0 0,0 0 0 0 0,0-1 0 0 0,0 1 0 0 0,0-1 0 0 0,0 1 0 0 0,0-1 0 0 0,0 0 0 0 0,0 0 0 0 0,0 1 0 0 0,4-4 0 0 0,-1 2-26 0 0,1-1 0 0 0,-1-1 1 0 0,1 1-1 0 0,-1-1 1 0 0,0 0-1 0 0,0 0 0 0 0,0 0 1 0 0,-1-1-1 0 0,0 1 0 0 0,5-8 1 0 0,1-2 87 0 0,-1-2 1 0 0,9-20-1 0 0,-13 24 263 0 0,1 0 0 0 0,0 1 1 0 0,1-1-1 0 0,0 1 0 0 0,17-18 0 0 0,-24 28-279 0 0,1 0-1 0 0,0 0 1 0 0,0 0 0 0 0,0 0-1 0 0,0 0 1 0 0,0 0-1 0 0,0 0 1 0 0,1 1 0 0 0,-1-1-1 0 0,0 0 1 0 0,0 1 0 0 0,1-1-1 0 0,-1 1 1 0 0,0-1 0 0 0,0 1-1 0 0,1 0 1 0 0,-1 0-1 0 0,1 0 1 0 0,-1-1 0 0 0,0 1-1 0 0,1 0 1 0 0,-1 0 0 0 0,0 1-1 0 0,1-1 1 0 0,-1 0 0 0 0,0 0-1 0 0,1 1 1 0 0,-1-1-1 0 0,0 1 1 0 0,0-1 0 0 0,1 1-1 0 0,-1 0 1 0 0,0-1 0 0 0,0 1-1 0 0,0 0 1 0 0,0 0-1 0 0,0 0 1 0 0,0-1 0 0 0,0 1-1 0 0,2 2 1 0 0,3 6 7 0 0,1-1-1 0 0,-1 1 1 0 0,0 1-1 0 0,6 13 1 0 0,2 3-20 0 0,-1-6-188 0 0,1 0 1 0 0,1-1-1 0 0,23 22 1 0 0,-32-35-192 0 0,0-1 0 0 0,1 1 1 0 0,-1-1-1 0 0,2 0 1 0 0,-1-1-1 0 0,0 1 0 0 0,1-1 1 0 0,0-1-1 0 0,-1 0 0 0 0,1 0 1 0 0,1 0-1 0 0,15 2 0 0 0,-4-4-826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6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22 8290 0 0,'-3'-21'4820'0'0,"10"30"-1438"0"0,-4-2-2839 0 0,0 0 1 0 0,-1 0-1 0 0,1 0 1 0 0,-1 0-1 0 0,-1 1 1 0 0,1-1-1 0 0,-1 14 1 0 0,-1 58 698 0 0,-1-40-636 0 0,0 145-111 0 0,1 147 291 0 0,16-113-8194 0 0,-11-179 281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6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59 6449 0 0,'-16'3'749'0'0,"-32"5"-817"0"0,20-11 5446 0 0,57-8-1628 0 0,113-27-2425 0 0,-45 23-7180 0 0,-65 13 800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7.0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0 399 5065 0 0,'1'1'95'0'0,"0"1"-1"0"0,0 0 1 0 0,0-1 0 0 0,1 1-1 0 0,-1 0 1 0 0,0-1 0 0 0,1 1-1 0 0,-1-1 1 0 0,1 0 0 0 0,-1 1-1 0 0,1-1 1 0 0,-1 0 0 0 0,1 0-1 0 0,0 0 1 0 0,0 0 0 0 0,0 0-1 0 0,-1-1 1 0 0,1 1 0 0 0,0-1 0 0 0,0 1-1 0 0,0-1 1 0 0,0 1 0 0 0,0-1-1 0 0,0 0 1 0 0,0 0 0 0 0,3 0-1 0 0,57-2 2312 0 0,-48-1-1967 0 0,1 0 0 0 0,-1-1-1 0 0,0 0 1 0 0,0-2-1 0 0,-1 1 1 0 0,1-1 0 0 0,-1-1-1 0 0,0-1 1 0 0,-1 0-1 0 0,0 0 1 0 0,0-1 0 0 0,-1-1-1 0 0,0 0 1 0 0,0 0-1 0 0,16-23 1 0 0,-20 25-323 0 0,-1-2 0 0 0,1 1-1 0 0,-1-1 1 0 0,-1 0 0 0 0,0 0 0 0 0,0-1 0 0 0,-1 1 0 0 0,0-1 0 0 0,-1 0-1 0 0,0 0 1 0 0,-1 0 0 0 0,0 0 0 0 0,-1-1 0 0 0,0 1 0 0 0,-1-1-1 0 0,0 1 1 0 0,-1 0 0 0 0,0-1 0 0 0,-1 1 0 0 0,0 0 0 0 0,-4-11 0 0 0,5 19-113 0 0,0 1 1 0 0,0-1 0 0 0,0 1 0 0 0,0 0 0 0 0,0-1 0 0 0,0 1 0 0 0,0 0 0 0 0,-1 0-1 0 0,1 0 1 0 0,-1 0 0 0 0,0 0 0 0 0,1 0 0 0 0,-1 1 0 0 0,0-1 0 0 0,0 0 0 0 0,0 1-1 0 0,0-1 1 0 0,0 1 0 0 0,-5-2 0 0 0,5 3 4 0 0,-1-1 0 0 0,1 1 0 0 0,-1 0 0 0 0,1 0 0 0 0,-1 0-1 0 0,1 0 1 0 0,-1 0 0 0 0,1 1 0 0 0,0-1 0 0 0,-1 1 0 0 0,1-1 0 0 0,-1 1 0 0 0,1 0 0 0 0,0 0 0 0 0,0 0 0 0 0,-4 3-1 0 0,-1 1 3 0 0,0 0-1 0 0,0 0 0 0 0,1 1 1 0 0,-1 0-1 0 0,2 0 1 0 0,-1 1-1 0 0,1 0 0 0 0,-1 0 1 0 0,2 0-1 0 0,-6 11 0 0 0,6-9-5 0 0,0 0 0 0 0,1 1 0 0 0,0 0 0 0 0,1-1 0 0 0,0 1 0 0 0,0 0 0 0 0,1 0 0 0 0,0 0 0 0 0,1 1 0 0 0,0-1-1 0 0,1 0 1 0 0,0 0 0 0 0,1 0 0 0 0,-1 0 0 0 0,2-1 0 0 0,0 1 0 0 0,0 0 0 0 0,1-1 0 0 0,0 0 0 0 0,0 0 0 0 0,7 11 0 0 0,-3-10 6 0 0,-1 1 0 0 0,1-1 0 0 0,1-1 0 0 0,0 0 0 0 0,0 0 0 0 0,1 0 0 0 0,0-1 0 0 0,0-1 0 0 0,1 0 0 0 0,0 0 0 0 0,0-1 0 0 0,0 0 0 0 0,1-1 0 0 0,0-1 1 0 0,0 0-1 0 0,20 4 0 0 0,-12-4-524 0 0,0-2 0 0 0,1 0 0 0 0,-1-2 0 0 0,1 0 0 0 0,-1-1 0 0 0,30-6 0 0 0,-5-2-5580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2:48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6880 159 11058 0 0,'-5'-8'568'0'0,"0"0"-1"0"0,0 0 1 0 0,0 0 0 0 0,1-1-1 0 0,0 0 1 0 0,1 0-1 0 0,0 0 1 0 0,0 0-1 0 0,1 0 1 0 0,0 0-1 0 0,1-1 1 0 0,0 1 0 0 0,0-15-1 0 0,1 24-533 0 0,0 0 0 0 0,0-1 1 0 0,0 1-1 0 0,0 0 0 0 0,0 0 0 0 0,0 0 1 0 0,0-1-1 0 0,0 1 0 0 0,0 0 0 0 0,0 0 0 0 0,0-1 1 0 0,0 1-1 0 0,0 0 0 0 0,0 0 0 0 0,0 0 1 0 0,1-1-1 0 0,-1 1 0 0 0,0 0 0 0 0,0 0 0 0 0,0 0 1 0 0,0-1-1 0 0,0 1 0 0 0,0 0 0 0 0,1 0 0 0 0,-1 0 1 0 0,0 0-1 0 0,0-1 0 0 0,0 1 0 0 0,0 0 1 0 0,1 0-1 0 0,-1 0 0 0 0,0 0 0 0 0,0 0 0 0 0,0 0 1 0 0,1 0-1 0 0,-1-1 0 0 0,0 1 0 0 0,0 0 0 0 0,0 0 1 0 0,1 0-1 0 0,-1 0 0 0 0,0 0 0 0 0,0 0 1 0 0,1 0-1 0 0,-1 0 0 0 0,10 9 665 0 0,6 16-139 0 0,-1 10-158 0 0,-2 0-1 0 0,17 69 1 0 0,4 77 40 0 0,-33-175-421 0 0,44 326 105 0 0,41 206 48 0 0,-14-310 131 0 0,-17-58-92 0 0,-52-161-176 0 0,-1-1 1 0 0,0 1 0 0 0,0-1 0 0 0,0 1 0 0 0,-2 0 0 0 0,1 0-1 0 0,-1 15 1 0 0,-1-20-17 0 0,0-1 0 0 0,0 0-1 0 0,0 1 1 0 0,0-1 0 0 0,-1 0-1 0 0,1 0 1 0 0,-1 1 0 0 0,0-1 0 0 0,0-1-1 0 0,0 1 1 0 0,0 0 0 0 0,-1 0-1 0 0,1-1 1 0 0,-1 1 0 0 0,1-1-1 0 0,-1 0 1 0 0,0 0 0 0 0,0 0 0 0 0,0 0-1 0 0,0 0 1 0 0,0-1 0 0 0,-4 2-1 0 0,-29 12 97 0 0,0-2 0 0 0,-62 14 0 0 0,-81 5 123 0 0,118-22-202 0 0,-1017 106-355 0 0,624-80 329 0 0,99-9 45 0 0,135-11-446 0 0,13-2 321 0 0,-142 13 104 0 0,61-6-36 0 0,46-4 0 0 0,-297-5 165 0 0,450-13-148 0 0,-124-5 24 0 0,-74 0 0 0 0,-99-1-94 0 0,255 3 42 0 0,28-4 11 0 0,-102-20 0 0 0,-96-9 0 0 0,195 29-17 0 0,0-6-1 0 0,-175-45 0 0 0,151 22-42 0 0,-70-15-27 0 0,192 50 87 0 0,-1 0 0 0 0,1 0 0 0 0,-1-1 0 0 0,1 1 0 0 0,0-2 0 0 0,0 1 0 0 0,1-1 0 0 0,-1-1 0 0 0,-12-8 0 0 0,11 4 0 0 0,0 1 0 0 0,1-1 0 0 0,0 0 0 0 0,1-1 0 0 0,0 0 0 0 0,-9-15 0 0 0,-10-25 12 0 0,2 0-1 0 0,-34-105 1 0 0,-15-115-4 0 0,56 204-27 0 0,-24-98-131 0 0,-33-280-1 0 0,73 412 29 0 0,4-40 0 0 0,-1 38-89 0 0,-2-38-1 0 0,-1 63 188 0 0,0-1-1 0 0,0 0 0 0 0,-1 0 0 0 0,-1 1 0 0 0,1-1 0 0 0,-2 1 0 0 0,1 0 0 0 0,-7-12 0 0 0,5 14-41 0 0,6 8-82 0 0,15 12-102 0 0,8-5 145 0 0,1-1 1 0 0,0-1-1 0 0,0-1 0 0 0,0-1 0 0 0,48 1 1 0 0,-45-3 76 0 0,330-1-35 0 0,-332-2 62 0 0,344-30 107 0 0,-143 9-76 0 0,913-27-110 0 0,930 19 231 0 0,-1291-23-174 0 0,-3-36 182 0 0,-467 51 87 0 0,-212 26-187 0 0,277-20 341 0 0,-227 31-727 0 0,-127 6-170 0 0,-13-2 249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286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132 750 5529 0 0,'-15'-5'269'0'0,"1"-1"0"0"0,-1-1 0 0 0,1 0 1 0 0,1-1-1 0 0,-19-14 0 0 0,30 21-224 0 0,-1-1 1 0 0,1 0-1 0 0,0 0 1 0 0,0 1-1 0 0,0-1 0 0 0,1-1 1 0 0,-1 1-1 0 0,0 0 1 0 0,1 0-1 0 0,-1-1 1 0 0,1 1-1 0 0,0 0 1 0 0,0-1-1 0 0,0 0 1 0 0,0 1-1 0 0,0-1 0 0 0,1 1 1 0 0,-1-1-1 0 0,1 0 1 0 0,0 0-1 0 0,-1 1 1 0 0,1-1-1 0 0,0 0 1 0 0,1 0-1 0 0,-1 1 1 0 0,0-1-1 0 0,1 0 0 0 0,0 1 1 0 0,-1-1-1 0 0,1 0 1 0 0,0 1-1 0 0,1-1 1 0 0,-1 1-1 0 0,0 0 1 0 0,1-1-1 0 0,-1 1 1 0 0,1 0-1 0 0,0 0 0 0 0,2-4 1 0 0,12-9 145 0 0,1 0 0 0 0,0 0 0 0 0,1 2 0 0 0,0 0 0 0 0,34-17 0 0 0,12-9-49 0 0,40-30 330 0 0,184-90 0 0 0,-35 47 387 0 0,-183 86-718 0 0,124-29 0 0 0,-136 43-27 0 0,0 2 0 0 0,0 3 0 0 0,95 1 1 0 0,-127 7-112 0 0,-1 1 1 0 0,1 1 0 0 0,-1 1 0 0 0,1 1 0 0 0,-1 1 0 0 0,-1 2 0 0 0,1 0 0 0 0,-1 2 0 0 0,-1 0 0 0 0,39 24 0 0 0,-49-24 102 0 0,1 1 0 0 0,-2 0 0 0 0,0 1 0 0 0,0 0 0 0 0,-1 1 0 0 0,0 0 0 0 0,16 27 0 0 0,0 10 247 0 0,22 52-1 0 0,-22-43-244 0 0,209 560 965 0 0,-206-532-504 0 0,85 283 934 0 0,-78-272-1570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8.88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0 205 1840 0 0,'3'-23'6386'0'0,"-2"22"-6276"0"0,2 1 76 0 0,-1-1 0 0 0,1 1-1 0 0,-1-1 1 0 0,1 1-1 0 0,0 0 1 0 0,-1 0 0 0 0,1 0-1 0 0,-1 0 1 0 0,1 0 0 0 0,3 1-1 0 0,13 8 336 0 0,-1 0 0 0 0,-1 2 0 0 0,0 0 0 0 0,0 1 0 0 0,-1 0 0 0 0,27 28 0 0 0,-18-17-402 0 0,33 24 1 0 0,-16-19-63 0 0,57 30 0 0 0,-85-51-46 0 0,0-1-1 0 0,1 0 1 0 0,0 0 0 0 0,0-2 0 0 0,0 0 0 0 0,0-1-1 0 0,1 0 1 0 0,22 0 0 0 0,-30-3 98 0 0,0-1-1 0 0,0-1 0 0 0,-1 1 1 0 0,1-2-1 0 0,-1 1 1 0 0,1-1-1 0 0,-1 0 1 0 0,0 0-1 0 0,0-1 1 0 0,0 0-1 0 0,0 0 1 0 0,-1-1-1 0 0,0 1 1 0 0,0-1-1 0 0,0-1 1 0 0,-1 1-1 0 0,6-8 0 0 0,11-13 667 0 0,-2-1-1 0 0,27-46 1 0 0,-41 63-729 0 0,21-40 285 0 0,-2-1 0 0 0,22-68 0 0 0,-38 95-438 0 0,5-10-164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1.457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35 2505 5065 0 0,'-19'-23'1739'0'0,"16"17"-1644"0"0,0 0 1 0 0,1-1-1 0 0,0 1 0 0 0,0-1 0 0 0,1 1 1 0 0,0-1-1 0 0,0 0 0 0 0,0 1 1 0 0,1-1-1 0 0,0 0 0 0 0,0 1 0 0 0,1-1 1 0 0,0 0-1 0 0,3-11 0 0 0,3-10-11 0 0,2-1 0 0 0,13-28 0 0 0,-9 25 434 0 0,56-131 888 0 0,30-85 106 0 0,-25-85-607 0 0,-3 7-5 0 0,-51 269-773 0 0,2 1 0 0 0,3 0 1 0 0,1 2-1 0 0,4 1 0 0 0,1 1 1 0 0,3 2-1 0 0,44-51 0 0 0,-41 60-42 0 0,1 2 0 0 0,83-65 0 0 0,101-44 26 0 0,-154 107 120 0 0,19-13-169 0 0,3 4 1 0 0,154-63 0 0 0,-152 83-647 0 0,128-26-1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2.091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106 11 4145 0 0,'-19'0'1092'0'0,"-1"-2"0"0"0,1 0 1 0 0,-28-4 3069 0 0,65 25-3069 0 0,-5-14-662 0 0,0 0-1 0 0,0-1 1 0 0,26 5-1 0 0,-24-6-219 0 0,-1 0 0 0 0,0 1 0 0 0,17 7 0 0 0,-6 0-140 0 0,2-1 0 0 0,-1-1 1 0 0,1-1-1 0 0,1-2 0 0 0,-1 0 0 0 0,1-2 0 0 0,0-1 0 0 0,0-2 0 0 0,42-2 0 0 0,-63 1-21 0 0,-1 0 0 0 0,1 0 0 0 0,-1 0 0 0 0,0 1 0 0 0,1 0 0 0 0,-1 0 0 0 0,0 1 0 0 0,11 3 0 0 0,-16-4-28 0 0,0-1 0 0 0,0 1-1 0 0,1 0 1 0 0,-1 0-1 0 0,0-1 1 0 0,0 1-1 0 0,0 0 1 0 0,0 0 0 0 0,0 0-1 0 0,0 0 1 0 0,0 0-1 0 0,0 1 1 0 0,-1-1-1 0 0,1 0 1 0 0,0 0 0 0 0,-1 1-1 0 0,2 1 1 0 0,-2-1 73 0 0,0 0 1 0 0,0 0 0 0 0,0 0-1 0 0,0 1 1 0 0,0-1 0 0 0,0 0 0 0 0,0 0-1 0 0,-1 0 1 0 0,1 0 0 0 0,-1 0-1 0 0,1 0 1 0 0,-1 0 0 0 0,0-1 0 0 0,0 1-1 0 0,-2 3 1 0 0,-25 43 1244 0 0,-4 7-742 0 0,-26 60 0 0 0,-52 172-2626 0 0,97-248 744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6.4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1 200 3225 0 0,'142'-2'5859'0'0,"109"3"-1860"0"0,-193 1-3814 0 0,-16 1-27 0 0,0-2-1 0 0,0-3 1 0 0,63-8 0 0 0,33-13 577 0 0,161-7 1 0 0,-136 15-349 0 0,62-1-325 0 0,247-9 121 0 0,-136 2 90 0 0,-117 20-249 0 0,144-10 426 0 0,-63-9-25 0 0,-2 0-43 0 0,-474 25 2050 0 0,-284 61-2795 0 0,142-15-91 0 0,77-13 26 0 0,-39 4-15 0 0,-22 7 486 0 0,27-3-6 0 0,-24 7-37 0 0,52-7 0 0 0,234-42 0 0 0,-47 5-4 0 0,1 3 1 0 0,1 2-1 0 0,-78 28 0 0 0,136-40 3 0 0,-1 0 0 0 0,1 0 0 0 0,0 0 0 0 0,0 0 0 0 0,-1 0 0 0 0,1 0 0 0 0,0 0 0 0 0,0 0 0 0 0,-1 0 0 0 0,1 0 0 0 0,0 1 0 0 0,0-1-1 0 0,-1 0 1 0 0,1 0 0 0 0,0 0 0 0 0,0 0 0 0 0,-1 0 0 0 0,1 0 0 0 0,0 1 0 0 0,0-1 0 0 0,0 0 0 0 0,-1 0 0 0 0,1 0 0 0 0,0 1 0 0 0,0-1 0 0 0,0 0 0 0 0,0 0 0 0 0,-1 1-1 0 0,1-1 1 0 0,0 0 0 0 0,0 0 0 0 0,0 1 0 0 0,0-1 0 0 0,0 0 0 0 0,0 0 0 0 0,0 1 0 0 0,0-1 0 0 0,0 0 0 0 0,0 1 0 0 0,0-1 0 0 0,0 0 0 0 0,0 1 0 0 0,13 4-401 0 0,19-1-158 0 0,1098-74-72 0 0,-560-7 672 0 0,-400 60 90 0 0,339 8-1 0 0,-361 16-143 0 0,111 1 4 0 0,23 1 17 0 0,-275-9-3 0 0,-7 0-4 0 0,-1 1 0 0 0,1-1 0 0 0,0 0 1 0 0,0 0-1 0 0,0 0 0 0 0,0 0 0 0 0,0 0 1 0 0,0 0-1 0 0,0 1 0 0 0,0-1 0 0 0,0 0 1 0 0,0 0-1 0 0,0 0 0 0 0,0 0 0 0 0,0 0 1 0 0,0 0-1 0 0,0 1 0 0 0,0-1 0 0 0,0 0 1 0 0,0 0-1 0 0,0 0 0 0 0,0 0 0 0 0,1 0 0 0 0,-1 0 1 0 0,0 1-1 0 0,0-1 0 0 0,0 0 0 0 0,0 0 1 0 0,0 0-1 0 0,0 0 0 0 0,0 0 0 0 0,0 0 1 0 0,0 0-1 0 0,0 0 0 0 0,1 1 0 0 0,-29 6 124 0 0,-41 6-32 0 0,-510 32-21 0 0,277-29 251 0 0,-144 26 501 0 0,-304 13-1687 0 0,82-37 3078 0 0,435-18-2004 0 0,143-2-85 0 0,-1 3 1 0 0,-114 16-1 0 0,203-16-136 0 0,-2-1-312 0 0,0 1 0 0 0,-1 0 0 0 0,1 0 0 0 0,0 0-1 0 0,0 0 1 0 0,0 1 0 0 0,-5 2 0 0 0,9-3 237 0 0,-1-1 1 0 0,0 1 0 0 0,0 0-1 0 0,0 0 1 0 0,1-1 0 0 0,-1 1-1 0 0,0 0 1 0 0,1 0 0 0 0,-1 0-1 0 0,1 0 1 0 0,-1 0 0 0 0,1 0-1 0 0,-1 0 1 0 0,1 0-1 0 0,0 0 1 0 0,-1 1 0 0 0,1-1-1 0 0,0 0 1 0 0,0 0 0 0 0,0 0-1 0 0,0 0 1 0 0,0 0 0 0 0,0 0-1 0 0,0 1 1 0 0,0-1 0 0 0,1 0-1 0 0,-1 0 1 0 0,0 0 0 0 0,1 0-1 0 0,-1 0 1 0 0,1 0 0 0 0,-1 0-1 0 0,2 2 1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4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145 361 9218 0 0,'-38'-4'1016'0'0,"-69"0"0"0"0,169-1-438 0 0,99-23 0 0 0,-73 11-525 0 0,597-51 1440 0 0,-506 57-1217 0 0,886-55 1214 0 0,-256 18-148 0 0,804-34 235 0 0,-1175 72-1052 0 0,-238 7-185 0 0,689 17 1133 0 0,-253 0-934 0 0,73 0-174 0 0,-668-13-343 0 0,438-6 10 0 0,-286-12-966 0 0,-3-11-5158 0 0,-155 21 4548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5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904 0 9218 0 0,'7'3'410'0'0,"-1"-1"0"0"0,1 0 1 0 0,-1 1-1 0 0,12 8 0 0 0,-6-1 30 0 0,-1 2 0 0 0,-1 0 0 0 0,1 0 0 0 0,-2 0 0 0 0,0 2-1 0 0,-1-1 1 0 0,0 1 0 0 0,-1 0 0 0 0,0 0 0 0 0,-1 1 0 0 0,-1 0 0 0 0,5 22 0 0 0,3 23 336 0 0,10 112 0 0 0,-22-166-787 0 0,6 102 252 0 0,-10 161 0 0 0,-37 107 137 0 0,30-311-246 0 0,-3-1-1 0 0,-3 0 0 0 0,-3-2 0 0 0,-2 0 0 0 0,-3-1 0 0 0,-3-1 0 0 0,-2-1 0 0 0,-3-2 0 0 0,-68 93 0 0 0,40-72 442 0 0,-97 98 0 0 0,125-145-477 0 0,-1-2 1 0 0,-2-1 0 0 0,0-1 0 0 0,-2-2-1 0 0,-58 29 1 0 0,18-17-463 0 0,-108 35 0 0 0,160-65-484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23 8754 0 0,'3'-23'4478'0'0,"-1"31"-4143"0"0,0 0 0 0 0,-1-1 0 0 0,1 1 0 0 0,-2 0 0 0 0,1 0 0 0 0,-1-1 0 0 0,0 1 0 0 0,0 0 0 0 0,-1 0 0 0 0,-2 7 0 0 0,0 12 13 0 0,-4 84 481 0 0,-13 285 549 0 0,20-308-1251 0 0,5 1 0 0 0,22 129-1 0 0,-7-120-5 0 0,3 0 1 0 0,5-2-1 0 0,62 142 0 0 0,-68-191-19 0 0,2-1 0 0 0,1-1 0 0 0,3-2 0 0 0,2 0 0 0 0,1-2 0 0 0,2-2 0 0 0,2-1 0 0 0,68 58 0 0 0,-52-58-18 0 0,1-2-1 0 0,2-2 0 0 0,2-3 1 0 0,0-2-1 0 0,2-3 0 0 0,1-2 1 0 0,1-3-1 0 0,86 19 0 0 0,-65-24-111 0 0,1-4 0 0 0,0-3 0 0 0,1-4 0 0 0,-1-3 0 0 0,1-4 0 0 0,81-13 0 0 0,-106 7-134 0 0,-2-2 1 0 0,90-29 0 0 0,-89 18-232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6.9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270 0 9218 0 0,'-20'16'639'0'0,"0"1"-1"0"0,1 1 1 0 0,1 0 0 0 0,-16 22 0 0 0,14-17-362 0 0,9-11-114 0 0,-14 16 484 0 0,-38 55 1 0 0,58-75-585 0 0,0-1 1 0 0,1 1 0 0 0,-1 1 0 0 0,2-1-1 0 0,-1 0 1 0 0,1 1 0 0 0,1 0 0 0 0,-1 0-1 0 0,1 0 1 0 0,1 0 0 0 0,0 0 0 0 0,0 0-1 0 0,1 10 1 0 0,1-14-107 0 0,0 0-1 0 0,0-1 0 0 0,1 1 1 0 0,-1-1-1 0 0,1 1 0 0 0,0-1 1 0 0,1 0-1 0 0,-1 0 0 0 0,1 0 1 0 0,0 0-1 0 0,0 0 0 0 0,0 0 1 0 0,0-1-1 0 0,0 1 0 0 0,1-1 1 0 0,0 0-1 0 0,7 5 0 0 0,9 4-253 0 0,0-1-1 0 0,34 14 0 0 0,-7-3 245 0 0,3 3-18 0 0,-23-13 178 0 0,0 2-1 0 0,-1 1 1 0 0,-1 1-1 0 0,0 1 1 0 0,34 31-1 0 0,-57-46-39 0 0,0 0 0 0 0,0 0-1 0 0,0 0 1 0 0,0 0 0 0 0,-1 1 0 0 0,1-1 0 0 0,-1 1 0 0 0,1-1 0 0 0,-1 1-1 0 0,0 0 1 0 0,0-1 0 0 0,0 1 0 0 0,0 0 0 0 0,-1 0 0 0 0,1 0-1 0 0,-1 0 1 0 0,1-1 0 0 0,-1 1 0 0 0,0 0 0 0 0,0 0 0 0 0,-1 0-1 0 0,1 0 1 0 0,0 0 0 0 0,-1 0 0 0 0,0 0 0 0 0,0-1 0 0 0,0 1-1 0 0,0 0 1 0 0,0-1 0 0 0,0 1 0 0 0,-1-1 0 0 0,1 1 0 0 0,-1-1 0 0 0,0 1-1 0 0,0-1 1 0 0,0 0 0 0 0,0 0 0 0 0,-3 3 0 0 0,-5 4 361 0 0,-1-1 0 0 0,1 0 1 0 0,-1-1-1 0 0,-1 0 0 0 0,1 0 1 0 0,-1-1-1 0 0,-15 5 0 0 0,6-4 128 0 0,0-1 0 0 0,-38 5-1 0 0,-10-3-6585 0 0,38-5-641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 24 920 0 0,'-17'-9'-167'0'0,"-19"-4"6854"0"0,35 13-6342 0 0,0 0 0 0 0,-1-1 0 0 0,1 1-1 0 0,0 0 1 0 0,0 0 0 0 0,-1 0 0 0 0,1 0-1 0 0,0 0 1 0 0,-1 0 0 0 0,1 0 0 0 0,0 0-1 0 0,0 0 1 0 0,-1 1 0 0 0,1-1 0 0 0,0 1-1 0 0,0-1 1 0 0,0 1 0 0 0,-1-1 0 0 0,1 1-1 0 0,0-1 1 0 0,-1 2 0 0 0,1-1-266 0 0,0 0 0 0 0,1 0 1 0 0,-1 0-1 0 0,1 0 0 0 0,-1 0 0 0 0,1 1 1 0 0,0-1-1 0 0,-1 0 0 0 0,1 0 0 0 0,0 0 1 0 0,0 0-1 0 0,-1 1 0 0 0,1-1 0 0 0,0 0 1 0 0,0 0-1 0 0,1 0 0 0 0,-1 2 1 0 0,7 36 671 0 0,1-2 0 0 0,2 1 0 0 0,23 56 1 0 0,-5-16 117 0 0,34 140 506 0 0,-38-124-4291 0 0,-12-44-1135 0 0,-7-31-2289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7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9218 0 0,'5'-3'259'0'0,"0"1"-1"0"0,0-1 1 0 0,1 1 0 0 0,-1 1 0 0 0,0-1 0 0 0,1 1-1 0 0,-1-1 1 0 0,1 2 0 0 0,-1-1 0 0 0,1 1-1 0 0,6 0 1 0 0,7-2 125 0 0,-3 0-183 0 0,0 2 0 0 0,0 0 1 0 0,0 0-1 0 0,-1 2 0 0 0,1 0 0 0 0,0 1 1 0 0,-1 0-1 0 0,1 1 0 0 0,-1 1 1 0 0,0 0-1 0 0,0 1 0 0 0,-1 1 0 0 0,0 0 1 0 0,0 1-1 0 0,-1 1 0 0 0,0 0 0 0 0,13 11 1 0 0,-17-12-140 0 0,-1-1 1 0 0,0 1-1 0 0,0 1 1 0 0,-1 0-1 0 0,0 0 1 0 0,-1 0 0 0 0,0 0-1 0 0,0 1 1 0 0,-1 0-1 0 0,0 1 1 0 0,-1-1-1 0 0,0 1 1 0 0,-1 0-1 0 0,0 0 1 0 0,0 0-1 0 0,-1 0 1 0 0,-1 0-1 0 0,0 0 1 0 0,-1 1-1 0 0,0-1 1 0 0,0 0 0 0 0,-1 1-1 0 0,-1-1 1 0 0,-4 18-1 0 0,1-16 176 0 0,0 0 0 0 0,0 0-1 0 0,-1 0 1 0 0,-1-1 0 0 0,0 0 0 0 0,-1 0-1 0 0,-14 16 1 0 0,2-6 200 0 0,0-1 1 0 0,-37 29-1 0 0,21-22-479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8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79 527 6913 0 0,'-3'0'346'0'0,"0"0"-1"0"0,0-1 1 0 0,0 1-1 0 0,0-1 0 0 0,0 0 1 0 0,0 0-1 0 0,0 0 1 0 0,1 0-1 0 0,-1 0 0 0 0,0-1 1 0 0,1 1-1 0 0,-1-1 1 0 0,1 0-1 0 0,-1 0 0 0 0,1 0 1 0 0,0 0-1 0 0,0 0 0 0 0,0 0 1 0 0,0 0-1 0 0,0-1 1 0 0,1 1-1 0 0,-1-1 0 0 0,1 1 1 0 0,-1-1-1 0 0,1 0 1 0 0,0 1-1 0 0,-1-4 0 0 0,-1-5 31 0 0,0 1 0 0 0,0 0-1 0 0,1-1 1 0 0,1 0-1 0 0,-1 1 1 0 0,2-14-1 0 0,13-194 138 0 0,4 73-4514 0 0,-15 130-7 0 0,0 3-1060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31 158 8290 0 0,'-31'-28'6912'0'0,"67"24"-5767"0"0,369 8-1457 0 0,-15 5 837 0 0,-77-3-327 0 0,667-32-176 0 0,-682-16 140 0 0,-6 0-4 0 0,-265 40-153 0 0,233-10 222 0 0,-103 15-284 0 0,106 6-110 0 0,-217-6 373 0 0,52-3 1 0 0,26 1 132 0 0,-109-1-733 0 0,-1 0 0 0 0,1 0 1 0 0,-1-2-1 0 0,1 0 0 0 0,-1 0 1 0 0,0-2-1 0 0,0 1 0 0 0,0-2 1 0 0,15-6-1 0 0,-14 5-2799 0 0,-12 5 2361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39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3225 0 0,'4'0'343'0'0,"-1"0"0"0"0,0 0 0 0 0,0 0 0 0 0,0 1 0 0 0,0-1 0 0 0,0 1 0 0 0,0 0 0 0 0,0 0 0 0 0,0 0 1 0 0,0 0-1 0 0,-1 1 0 0 0,1-1 0 0 0,0 1 0 0 0,-1 0 0 0 0,1-1 0 0 0,-1 1 0 0 0,1 0 0 0 0,-1 0 0 0 0,0 1 0 0 0,0-1 1 0 0,0 0-1 0 0,0 1 0 0 0,0 0 0 0 0,-1-1 0 0 0,1 1 0 0 0,-1 0 0 0 0,0 0 0 0 0,1-1 0 0 0,-1 1 0 0 0,-1 0 0 0 0,1 0 0 0 0,0 0 1 0 0,0 6-1 0 0,1 10 447 0 0,-1 0 0 0 0,-1 1 0 0 0,-1-1 0 0 0,-4 28 1 0 0,2-17-271 0 0,-3 38-48 0 0,0-19-710 0 0,2 0 0 0 0,6 82 0 0 0,3-90-6590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304 2112 4609 0 0,'-14'-30'3465'0'0,"-16"-50"0"0"0,0-35-754 0 0,-5-124-2714 0 0,20 124 839 0 0,-4-23-206 0 0,-41-343 1909 0 0,13 144-1668 0 0,24 204-821 0 0,-8-174 0 0 0,37 196-2959 0 0,-4 85 1886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0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1 567 2304 0 0,'10'-6'522'0'0,"0"-1"0"0"0,0 0 0 0 0,-1-1 0 0 0,13-12 0 0 0,11-9 505 0 0,23-9 319 0 0,3 2-1 0 0,0 3 1 0 0,98-39-1 0 0,-99 46-785 0 0,72-27 537 0 0,2 5 0 0 0,2 6 1 0 0,2 6-1 0 0,194-26 1 0 0,-108 36-867 0 0,1 11 1 0 0,228 13-1 0 0,-227 17-291 0 0,0 9 0 0 0,369 90 0 0 0,-519-94 43 0 0,0 2 1 0 0,-2 4-1 0 0,-1 3 1 0 0,101 56-1 0 0,-124-61 19 0 0,54 20-1 0 0,-62-28 98 0 0,-1 1-1 0 0,65 39 1 0 0,-93-48-2 0 0,0 1 0 0 0,-1 1 0 0 0,0 0 0 0 0,-1 0 0 0 0,0 0 0 0 0,0 2 0 0 0,12 21 0 0 0,42 90 1964 0 0,-62-120-2034 0 0,5 12 93 0 0,-1 0 0 0 0,0 0 0 0 0,-1 0 0 0 0,-1 1 0 0 0,0 0 0 0 0,1 21 0 0 0,-6 99 34 0 0,-1-96-71 0 0,2 1 0 0 0,6 44 0 0 0,13 237 240 0 0,-7-74-120 0 0,8-2-120 0 0,30 302 245 0 0,-48-542-453 0 0,12 158 1157 0 0,-19-82-2050 0 0,3-67-544 0 0,0 1 0 0 0,-1-1 0 0 0,-7 17 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 6449 0 0,'-6'2'610'0'0,"0"-1"-1"0"0,-1 2 1 0 0,1-1-1 0 0,0 1 0 0 0,1 0 1 0 0,-1 0-1 0 0,-10 8 0 0 0,6-4 112 0 0,-2 1-301 0 0,0 1 0 0 0,1 0 0 0 0,0 1 0 0 0,1 1 0 0 0,0-1 0 0 0,1 2 0 0 0,0-1 0 0 0,0 1 0 0 0,2 1 0 0 0,-1-1 0 0 0,2 1 0 0 0,0 0 0 0 0,0 1 0 0 0,1 0 0 0 0,1 0 0 0 0,-4 21 0 0 0,3-15-274 0 0,2 1 1 0 0,1 0-1 0 0,0 1 1 0 0,2-1-1 0 0,0 0 1 0 0,2 0-1 0 0,0 0 1 0 0,1 0-1 0 0,1 0 1 0 0,12 36-1 0 0,-10-44-109 0 0,0-1 1 0 0,1 0-1 0 0,0 0 0 0 0,1 0 0 0 0,0-1 0 0 0,1 0 0 0 0,0-1 0 0 0,1 0 0 0 0,0 0 0 0 0,0-1 0 0 0,1 0 0 0 0,19 11 0 0 0,-16-12-5 0 0,0 0 0 0 0,0-1 0 0 0,1 0-1 0 0,0-1 1 0 0,0-1 0 0 0,1 0 0 0 0,-1-1 0 0 0,1-1 0 0 0,0-1 0 0 0,25 2 0 0 0,-36-4-34 0 0,-1 0 1 0 0,0 0 0 0 0,0-1-1 0 0,0 1 1 0 0,0-1 0 0 0,0 0-1 0 0,0 0 1 0 0,0-1-1 0 0,0 1 1 0 0,0-1 0 0 0,0 0-1 0 0,-1 0 1 0 0,1 0 0 0 0,-1 0-1 0 0,1-1 1 0 0,-1 1 0 0 0,0-1-1 0 0,0 0 1 0 0,0 0 0 0 0,4-6-1 0 0,-5 6-3 0 0,-1 0 0 0 0,1 0 0 0 0,-1 0 0 0 0,1 0 1 0 0,-1-1-1 0 0,0 1 0 0 0,-1 0 0 0 0,1-1 0 0 0,-1 1 0 0 0,1-1 0 0 0,-1 1 0 0 0,0-1 0 0 0,0 1 0 0 0,0-1 0 0 0,-1 1 0 0 0,1-1 0 0 0,-1 1 0 0 0,0 0 0 0 0,0-1 0 0 0,0 1 0 0 0,-1 0 0 0 0,1 0 1 0 0,-1 0-1 0 0,-3-6 0 0 0,-30-36 1 0 0,28 37 5 0 0,0 0 0 0 0,0-1 1 0 0,1 0-1 0 0,0 0 0 0 0,0-1 1 0 0,-4-10-1 0 0,9 17-4 0 0,0-1 1 0 0,0 1-1 0 0,1 0 0 0 0,-1 0 1 0 0,1 0-1 0 0,0-1 0 0 0,0 1 1 0 0,0 0-1 0 0,0-1 0 0 0,1 1 1 0 0,-1 0-1 0 0,1 0 0 0 0,0 0 1 0 0,0-1-1 0 0,0 1 0 0 0,0 0 1 0 0,0 0-1 0 0,1 0 0 0 0,-1 0 1 0 0,1 1-1 0 0,0-1 0 0 0,0 0 1 0 0,0 1-1 0 0,0-1 0 0 0,3-2 1 0 0,3-2-6 0 0,0 0 1 0 0,1 0-1 0 0,0 1 1 0 0,0 0-1 0 0,0 1 1 0 0,1 0-1 0 0,0 0 1 0 0,0 1-1 0 0,0 0 1 0 0,14-3-1 0 0,-11 4 3 0 0,-1 0 0 0 0,1 1 0 0 0,0 1 0 0 0,0 0 0 0 0,-1 0 0 0 0,1 1 0 0 0,0 1 0 0 0,18 3 0 0 0,-23-2 5 0 0,1 0 1 0 0,-1 1 0 0 0,0 0 0 0 0,0 0 0 0 0,-1 1-1 0 0,1 0 1 0 0,-1 0 0 0 0,0 0 0 0 0,0 1 0 0 0,0 1 0 0 0,0-1-1 0 0,-1 1 1 0 0,0 0 0 0 0,0 0 0 0 0,-1 1 0 0 0,0 0-1 0 0,8 13 1 0 0,-1 4 78 0 0,0 2 0 0 0,-2 0 0 0 0,-1 0 0 0 0,6 30 0 0 0,-7-27 96 0 0,33 82 736 0 0,-11-32-742 0 0,-22-57-169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94 4145 0 0,'0'-12'1107'0'0,"-1"0"0"0"0,0 1 1 0 0,-1 0-1 0 0,0-1 0 0 0,-1 1 1 0 0,-5-14-1 0 0,2 84 2899 0 0,16 675-3144 0 0,95 281-2645 0 0,-67-693 1801 0 0,-7 337 0 0 0,-31-562 64 0 0,29 885 4858 0 0,-1-482-4028 0 0,-17-249-2293 0 0,-7-205-1335 0 0,-1-28-3472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3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0 429 7834 0 0,'2'1'149'0'0,"1"0"-1"0"0,-1 0 1 0 0,1-1 0 0 0,-1 1 0 0 0,0-1 0 0 0,1 1 0 0 0,-1-1-1 0 0,1 0 1 0 0,-1 0 0 0 0,1 0 0 0 0,-1 0 0 0 0,5-1 0 0 0,-4 1 8 0 0,44-4 1437 0 0,49-11-1 0 0,16-2-764 0 0,721-11 1422 0 0,-469 25-1578 0 0,1629-111-294 0 0,-1250 22-348 0 0,168-16 929 0 0,962 57 208 0 0,-1676 59-1231 0 0,159 3 22 0 0,-176-15-562 0 0,-144 0 134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10594 0 0,'0'0'14'0'0,"-1"0"0"0"0,1 0 0 0 0,0 0 0 0 0,-1 0 0 0 0,1 0 0 0 0,-1 0 0 0 0,1 0 0 0 0,-1 0 0 0 0,1 0-1 0 0,-1 0 1 0 0,1 0 0 0 0,0 0 0 0 0,-1 0 0 0 0,1 0 0 0 0,-1 0 0 0 0,1 0 0 0 0,-1 0 0 0 0,1 1 0 0 0,0-1 0 0 0,-1 0 0 0 0,1 0-1 0 0,-1 1 1 0 0,1-1 0 0 0,0 0 0 0 0,-1 0 0 0 0,1 1 0 0 0,0-1 0 0 0,-1 0 0 0 0,1 1 0 0 0,0-1 0 0 0,0 1 0 0 0,-1-1 0 0 0,1 0-1 0 0,0 2 1 0 0,6 13-1564 0 0,1 0 2153 0 0,5 24-100 0 0,-2 1-1 0 0,-2 0 1 0 0,-2 0 0 0 0,3 65-1 0 0,1 11-116 0 0,81 327 696 0 0,-86-420-1026 0 0,70 426 1005 0 0,-39 8-489 0 0,-5-53-597 0 0,30 156 22 0 0,46 585 238 0 0,-83-306 2654 0 0,-15-355-150 0 0,-9-470-3024 0 0,-1-4-129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44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16131 0 0,'-1'4'1433'0'0,"1"-1"-1145"0"0,0-1-288 0 0,1 0 0 0 0,1-1 512 0 0,-1 0 40 0 0,2 4 16 0 0,0 0 0 0 0,2 3-1088 0 0,-1-3-216 0 0,-1-4-48 0 0,-3-4-8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2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1752 1 5985 0 0,'-9'32'2642'0'0,"-104"315"1950"0"0,-1-1-4392 0 0,-13 46 542 0 0,-44 147 295 0 0,67-157-622 0 0,-150 510 1176 0 0,19-47 358 0 0,35 9 265 0 0,195-829-2144 0 0,-156 597 989 0 0,49-201-566 0 0,94-351-484 0 0,-107 391 15 0 0,122-446-2644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4:59.8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154 103 920 0 0,'-2'-1'140'0'0,"1"1"1"0"0,0-1-1 0 0,-1 1 0 0 0,1-1 0 0 0,0 1 0 0 0,-1 0 1 0 0,1 0-1 0 0,-1 0 0 0 0,1 0 0 0 0,0 0 1 0 0,-1 0-1 0 0,1 0 0 0 0,-1 0 0 0 0,1 1 0 0 0,0-1 1 0 0,-1 0-1 0 0,1 1 0 0 0,0-1 0 0 0,-1 1 0 0 0,1 0 1 0 0,0-1-1 0 0,0 1 0 0 0,-1 0 0 0 0,1 0 0 0 0,-2 1 1 0 0,-32 26 1652 0 0,26-18-1575 0 0,0 1 0 0 0,1 0 0 0 0,0 1 1 0 0,0 0-1 0 0,1 0 0 0 0,1 1 0 0 0,0-1 1 0 0,1 1-1 0 0,0 1 0 0 0,-3 18 0 0 0,7-31-204 0 0,1-1 0 0 0,0 1 0 0 0,0-1 0 0 0,-1 1-1 0 0,1-1 1 0 0,0 1 0 0 0,0-1 0 0 0,0 1 0 0 0,0-1-1 0 0,0 1 1 0 0,0-1 0 0 0,0 1 0 0 0,0 0 0 0 0,0-1 0 0 0,0 1-1 0 0,0-1 1 0 0,0 1 0 0 0,0-1 0 0 0,0 1 0 0 0,1-1 0 0 0,-1 1-1 0 0,0-1 1 0 0,0 1 0 0 0,1-1 0 0 0,-1 1 0 0 0,0-1 0 0 0,0 1-1 0 0,1-1 1 0 0,-1 0 0 0 0,1 1 0 0 0,15-5 352 0 0,15-20 276 0 0,-4-10 36 0 0,32-49 1 0 0,-41 55-424 0 0,1 0 1 0 0,1 2-1 0 0,39-40 1 0 0,-58 65-184 0 0,0 0 1 0 0,0 0 0 0 0,0 0 0 0 0,0 0-1 0 0,0 1 1 0 0,0-1 0 0 0,1 0 0 0 0,-1 0-1 0 0,0 1 1 0 0,1-1 0 0 0,-1 1-1 0 0,0-1 1 0 0,1 1 0 0 0,-1-1 0 0 0,0 1-1 0 0,1 0 1 0 0,-1 0 0 0 0,1 0 0 0 0,-1 0-1 0 0,1 0 1 0 0,-1 0 0 0 0,0 0-1 0 0,3 1 1 0 0,-2 0 28 0 0,0 0 0 0 0,0 0 1 0 0,0 0-1 0 0,0 0 0 0 0,-1 1 0 0 0,1-1 0 0 0,0 0 0 0 0,-1 1 0 0 0,1 0 0 0 0,-1-1 1 0 0,0 1-1 0 0,1 0 0 0 0,1 3 0 0 0,3 8 369 0 0,0 0 0 0 0,-1 0 0 0 0,6 26 0 0 0,-9-31-290 0 0,4 14-139 0 0,12 39 715 0 0,-1-21-5765 0 0,-1-14-821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0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227 1 6449 0 0,'-4'0'360'0'0,"-1"0"0"0"0,1-1 0 0 0,-1 1 0 0 0,1 1-1 0 0,-1-1 1 0 0,1 1 0 0 0,0 0 0 0 0,-1 0-1 0 0,1 0 1 0 0,0 0 0 0 0,0 1 0 0 0,0-1 0 0 0,0 1-1 0 0,0 0 1 0 0,-5 4 0 0 0,0-1 27 0 0,0 2-1 0 0,1-1 1 0 0,-1 1-1 0 0,1 0 1 0 0,-8 10 0 0 0,6-3-172 0 0,0 0 1 0 0,1 1-1 0 0,0 0 0 0 0,1 0 1 0 0,1 1-1 0 0,0 0 0 0 0,-6 24 1 0 0,7-17 68 0 0,1 0-1 0 0,1 1 1 0 0,0-1 0 0 0,1 45 0 0 0,4-58-187 0 0,-1 0 0 0 0,2 0 0 0 0,-1 0 0 0 0,1 0 0 0 0,1 0-1 0 0,0 0 1 0 0,0-1 0 0 0,1 0 0 0 0,0 1 0 0 0,1-1 0 0 0,0 0 0 0 0,0-1 0 0 0,1 0 0 0 0,10 12 0 0 0,-11-15-41 0 0,0 0 0 0 0,0 0 0 0 0,0-1 0 0 0,1 0 1 0 0,-1 0-1 0 0,1-1 0 0 0,0 0 0 0 0,0 0 0 0 0,0 0 0 0 0,1 0 0 0 0,-1-1 0 0 0,1 0 0 0 0,-1-1 0 0 0,1 1 1 0 0,0-1-1 0 0,0-1 0 0 0,-1 1 0 0 0,1-1 0 0 0,0 0 0 0 0,0-1 0 0 0,0 1 0 0 0,9-3 0 0 0,-4-1-292 0 0,-1 1 0 0 0,0-2 0 0 0,0 1 0 0 0,0-1 0 0 0,0-1 0 0 0,-1 0-1 0 0,0-1 1 0 0,0 0 0 0 0,0 0 0 0 0,-1-1 0 0 0,0 0 0 0 0,-1-1 0 0 0,0 0-1 0 0,0 0 1 0 0,7-13 0 0 0,4-8-1196 0 0,-1-1-1 0 0,-1 0 0 0 0,22-63 1 0 0,-28 63-2511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1.3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0,'12'4'10731'0'0,"-4"10"-10554"0"0,0 1-1 0 0,-1 1 1 0 0,-1-1 0 0 0,0 1 0 0 0,-2 0-1 0 0,6 26 1 0 0,-5-17 242 0 0,2-1 0 0 0,17 43 0 0 0,-21-61-379 0 0,0 1 0 0 0,1-1 0 0 0,0 0 1 0 0,0 0-1 0 0,0 0 0 0 0,1-1 0 0 0,0 1 0 0 0,0-1 0 0 0,0 0 1 0 0,1 0-1 0 0,-1-1 0 0 0,1 0 0 0 0,0 0 0 0 0,8 4 0 0 0,-12-8-53 0 0,0 1 1 0 0,-1 0-1 0 0,1-1 0 0 0,0 1 0 0 0,0-1 0 0 0,-1 1 0 0 0,1-1 0 0 0,0 0 0 0 0,0 0 0 0 0,0 0 0 0 0,0 0 0 0 0,-1 0 0 0 0,1 0 0 0 0,0 0 0 0 0,0-1 0 0 0,0 1 0 0 0,-1-1 0 0 0,1 1 0 0 0,2-2 0 0 0,-1 1-47 0 0,0-1-1 0 0,0 0 1 0 0,0-1-1 0 0,0 1 0 0 0,-1 0 1 0 0,1-1-1 0 0,-1 1 0 0 0,1-1 1 0 0,2-4-1 0 0,4-8-247 0 0,-1 0 0 0 0,0 0 0 0 0,7-23 0 0 0,-8 21 182 0 0,7-21-391 0 0,-7 19 431 0 0,1 1 0 0 0,0 0 0 0 0,13-20 0 0 0,-21 36 130 0 0,1 0 0 0 0,0 1 0 0 0,0-1 0 0 0,0 1 0 0 0,1 0 1 0 0,-1-1-1 0 0,0 1 0 0 0,0 0 0 0 0,1-1 0 0 0,-1 1 0 0 0,1 0 0 0 0,-1 0 1 0 0,1 0-1 0 0,-1 0 0 0 0,1 1 0 0 0,0-1 0 0 0,0 0 0 0 0,2 0 1 0 0,-3 1 12 0 0,0 0 0 0 0,1 0 0 0 0,-1 0 1 0 0,0 1-1 0 0,0-1 0 0 0,0 1 1 0 0,0-1-1 0 0,1 0 0 0 0,-1 1 0 0 0,0 0 1 0 0,0-1-1 0 0,0 1 0 0 0,0 0 1 0 0,0-1-1 0 0,0 1 0 0 0,0 0 0 0 0,-1 0 1 0 0,1 0-1 0 0,0 0 0 0 0,1 1 1 0 0,3 7 306 0 0,0 1 1 0 0,0-1 0 0 0,-1 1 0 0 0,6 19-1 0 0,-6-20-319 0 0,-1 0-244 0 0,1-1 0 0 0,0 0 0 0 0,0 0 0 0 0,1 0 1 0 0,0 0-1 0 0,0-1 0 0 0,1 0 0 0 0,10 11 0 0 0,-11-14-787 0 0,-1 0-1 0 0,1-1 1 0 0,0 1-1 0 0,0-1 1 0 0,0 0 0 0 0,0 0-1 0 0,0-1 1 0 0,11 4-1 0 0,-7-3-693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69 920 0 0,'0'-2'582'0'0,"0"0"-1"0"0,0 0 1 0 0,0 0-1 0 0,0 0 0 0 0,0 0 1 0 0,-1 0-1 0 0,1 0 1 0 0,-1 0-1 0 0,1 0 1 0 0,-1 0-1 0 0,0 0 1 0 0,1 0-1 0 0,-1 0 0 0 0,0 1 1 0 0,0-1-1 0 0,-1 0 1 0 0,1 1-1 0 0,-2-4 1 0 0,2 5-421 0 0,1 0 0 0 0,-1 0 0 0 0,0-1 1 0 0,1 1-1 0 0,-1 0 0 0 0,0 0 0 0 0,1-1 0 0 0,-1 1 1 0 0,1 0-1 0 0,-1 0 0 0 0,0 0 0 0 0,1 0 1 0 0,-1 0-1 0 0,0 0 0 0 0,1 0 0 0 0,-1 0 0 0 0,0 0 1 0 0,1 1-1 0 0,-1-1 0 0 0,0 0 0 0 0,0 1 1 0 0,-18 15 1479 0 0,12-5-1429 0 0,0 1 0 0 0,1-1 0 0 0,1 1 0 0 0,0 0 0 0 0,1 1 0 0 0,0-1 0 0 0,0 1 0 0 0,2 0 0 0 0,-1 0 0 0 0,2 0 0 0 0,0 0 0 0 0,0 0 0 0 0,2 14 0 0 0,-1-25-195 0 0,0 0 0 0 0,1 1-1 0 0,-1-1 1 0 0,1 0 0 0 0,-1 0 0 0 0,1 1-1 0 0,0-1 1 0 0,0 0 0 0 0,0 0 0 0 0,0 0-1 0 0,1 2 1 0 0,-1-3-30 0 0,-1-1-1 0 0,1 1 1 0 0,-1-1-1 0 0,1 1 1 0 0,0-1 0 0 0,-1 1-1 0 0,1-1 1 0 0,0 1-1 0 0,-1-1 1 0 0,1 1 0 0 0,0-1-1 0 0,0 0 1 0 0,-1 0-1 0 0,1 1 1 0 0,0-1 0 0 0,0 0-1 0 0,-1 0 1 0 0,1 0-1 0 0,0 0 1 0 0,0 0 0 0 0,0 0-1 0 0,0 0 1 0 0,2-1-55 0 0,-1 1 0 0 0,0-1-1 0 0,0 0 1 0 0,1 0 0 0 0,-1-1 0 0 0,0 1 0 0 0,0 0 0 0 0,0-1 0 0 0,0 1 0 0 0,-1-1 0 0 0,1 0-1 0 0,0 0 1 0 0,0 1 0 0 0,-1-1 0 0 0,0 0 0 0 0,1-1 0 0 0,-1 1 0 0 0,2-3 0 0 0,27-67-1167 0 0,-23 52 805 0 0,2 0 0 0 0,17-32 0 0 0,-24 50 424 0 0,-1 0-1 0 0,0 1 1 0 0,0-1-1 0 0,0 0 1 0 0,1 1 0 0 0,-1-1-1 0 0,1 1 1 0 0,-1-1-1 0 0,1 1 1 0 0,0 0-1 0 0,-1 0 1 0 0,1-1-1 0 0,0 1 1 0 0,0 0 0 0 0,3-1-1 0 0,-4 2 14 0 0,1 0-1 0 0,-1 0 1 0 0,1 0 0 0 0,-1 0-1 0 0,0 0 1 0 0,1 0 0 0 0,-1 0-1 0 0,1 1 1 0 0,-1-1 0 0 0,0 0-1 0 0,1 1 1 0 0,-1-1 0 0 0,0 1-1 0 0,0-1 1 0 0,1 1 0 0 0,-1 0-1 0 0,2 1 1 0 0,2 3 140 0 0,0 0 0 0 0,0 0 0 0 0,0 0 0 0 0,-1 1 0 0 0,0-1 1 0 0,0 1-1 0 0,5 10 0 0 0,-9-14-109 0 0,1-1 0 0 0,0 1 0 0 0,0 0 1 0 0,0 0-1 0 0,0-1 0 0 0,0 1 0 0 0,0 0 1 0 0,0-1-1 0 0,1 1 0 0 0,-1-1 0 0 0,0 0 1 0 0,1 1-1 0 0,0-1 0 0 0,-1 0 0 0 0,1 0 1 0 0,0 0-1 0 0,-1 0 0 0 0,1 0 0 0 0,0 0 1 0 0,0-1-1 0 0,0 1 0 0 0,0-1 0 0 0,0 1 1 0 0,-1-1-1 0 0,1 1 0 0 0,4-1 0 0 0,-3-1-43 0 0,-1 0 0 0 0,1 0-1 0 0,-1 0 1 0 0,1 0 0 0 0,-1-1 0 0 0,0 1-1 0 0,1-1 1 0 0,-1 1 0 0 0,0-1-1 0 0,0 0 1 0 0,0 0 0 0 0,0 0 0 0 0,0 0-1 0 0,-1 0 1 0 0,1 0 0 0 0,-1 0-1 0 0,1-1 1 0 0,1-4 0 0 0,3-4-87 0 0,-1 0 202 0 0,1 1 0 0 0,0 0-1 0 0,0 1 1 0 0,1-1 0 0 0,10-10 0 0 0,-16 18-75 0 0,1 1 0 0 0,-1 0 0 0 0,1-1 1 0 0,0 1-1 0 0,-1 0 0 0 0,1 0 0 0 0,0 0 1 0 0,0 0-1 0 0,0 0 0 0 0,0 0 1 0 0,0 0-1 0 0,0 1 0 0 0,0-1 0 0 0,0 1 1 0 0,0 0-1 0 0,0-1 0 0 0,0 1 0 0 0,0 0 1 0 0,0 0-1 0 0,0 0 0 0 0,0 1 1 0 0,0-1-1 0 0,0 0 0 0 0,0 1 0 0 0,0-1 1 0 0,0 1-1 0 0,0 0 0 0 0,0 0 0 0 0,0-1 1 0 0,0 1-1 0 0,0 0 0 0 0,-1 1 1 0 0,1-1-1 0 0,0 0 0 0 0,2 3 0 0 0,8 8 14 0 0,-1-1-1 0 0,0 2 1 0 0,13 17-1 0 0,18 22 26 0 0,-39-55-74 0 0,0 0 0 0 0,-1 0 0 0 0,0 0 0 0 0,0 0 0 0 0,0 0 0 0 0,0 0 0 0 0,0 0 0 0 0,1-6 0 0 0,0 2 16 0 0,-1 1 1 0 0,1-1-1 0 0,1 1 0 0 0,-1 0 0 0 0,1 0 0 0 0,0 0 0 0 0,1 0 0 0 0,-1 1 1 0 0,1 0-1 0 0,0 0 0 0 0,1 0 0 0 0,-1 0 0 0 0,1 1 0 0 0,0 0 0 0 0,0 0 0 0 0,0 1 1 0 0,0-1-1 0 0,1 1 0 0 0,-1 1 0 0 0,13-4 0 0 0,-17 5-13 0 0,-1 1 0 0 0,1 0 0 0 0,-1 0 0 0 0,1 0 0 0 0,-1 0 0 0 0,1 0 0 0 0,-1 1 0 0 0,1-1 0 0 0,-1 0 0 0 0,1 1 0 0 0,-1-1 0 0 0,0 1 0 0 0,1-1 0 0 0,-1 1 0 0 0,0 0 0 0 0,1 0 0 0 0,-1-1 0 0 0,0 1 0 0 0,0 0 0 0 0,0 0 0 0 0,0 0 0 0 0,1 0 0 0 0,-1 0 0 0 0,-1 1 0 0 0,1-1 0 0 0,0 0 0 0 0,1 2 0 0 0,2 4-57 0 0,-1 0 0 0 0,0 1 0 0 0,0-1 1 0 0,2 8-1 0 0,-3-8-122 0 0,4 10-298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38 3137 0 0,'0'-2'62'0'0,"0"1"0"0"0,0-1 0 0 0,0 0 0 0 0,-1 1 0 0 0,1-1 0 0 0,0 0 0 0 0,-1 1 0 0 0,1-1 0 0 0,-1 0 1 0 0,0 1-1 0 0,0-1 0 0 0,1 1 0 0 0,-1-1 0 0 0,0 1 0 0 0,-2-2 0 0 0,2 2 157 0 0,0 0 1 0 0,0 0-1 0 0,0 0 0 0 0,0 0 1 0 0,0 1-1 0 0,0-1 0 0 0,-1 0 1 0 0,1 1-1 0 0,0-1 0 0 0,-1 1 1 0 0,1-1-1 0 0,0 1 1 0 0,-1-1-1 0 0,1 1 0 0 0,-1 0 1 0 0,1 0-1 0 0,0 0 0 0 0,-1 0 1 0 0,1 0-1 0 0,-1 0 0 0 0,1 0 1 0 0,-1 0-1 0 0,1 0 0 0 0,0 1 1 0 0,-1-1-1 0 0,1 1 0 0 0,0-1 1 0 0,-1 1-1 0 0,1-1 0 0 0,0 1 1 0 0,0 0-1 0 0,-1 0 0 0 0,1 0 1 0 0,0 0-1 0 0,0-1 0 0 0,0 1 1 0 0,0 1-1 0 0,0-1 0 0 0,0 0 1 0 0,0 0-1 0 0,1 0 0 0 0,-2 2 1 0 0,-7 15 430 0 0,1 1 0 0 0,0 0 1 0 0,2 0-1 0 0,0 0 1 0 0,1 1-1 0 0,1-1 1 0 0,1 1-1 0 0,1 0 1 0 0,0 1-1 0 0,2 21 0 0 0,0-38-612 0 0,1 0-1 0 0,-1 0 0 0 0,1 0 1 0 0,0 0-1 0 0,0 0 0 0 0,0 0 1 0 0,0 0-1 0 0,1 0 0 0 0,-1 0 1 0 0,1 0-1 0 0,3 3 0 0 0,-5-6-53 0 0,1 0 1 0 0,-1 0-1 0 0,1-1 0 0 0,-1 1 1 0 0,1-1-1 0 0,0 1 0 0 0,0-1 1 0 0,-1 1-1 0 0,1-1 0 0 0,0 1 0 0 0,0-1 1 0 0,-1 1-1 0 0,1-1 0 0 0,0 0 1 0 0,0 0-1 0 0,0 1 0 0 0,0-1 1 0 0,-1 0-1 0 0,1 0 0 0 0,0 0 0 0 0,1 0 1 0 0,0 0-42 0 0,0-1 0 0 0,0 1 0 0 0,-1-1-1 0 0,1 0 1 0 0,0 0 0 0 0,-1 1 0 0 0,1-1 0 0 0,0 0 0 0 0,-1 0 0 0 0,1-1 0 0 0,-1 1 0 0 0,0 0 0 0 0,1 0 0 0 0,0-3 0 0 0,8-7-247 0 0,-2-1 0 0 0,1-1 1 0 0,-2 1-1 0 0,11-24 0 0 0,-12 23 416 0 0,0 1 1 0 0,0 0-1 0 0,2 0 1 0 0,-1 1-1 0 0,16-17 1 0 0,-22 27-75 0 0,-1 0 0 0 0,1 0 0 0 0,0 0 0 0 0,0 0 0 0 0,0 0 0 0 0,1 0-1 0 0,-1 0 1 0 0,0 1 0 0 0,0-1 0 0 0,0 0 0 0 0,0 1 0 0 0,1-1 0 0 0,-1 1 0 0 0,0 0 0 0 0,1-1 0 0 0,-1 1 0 0 0,0 0 0 0 0,1 0 0 0 0,-1 0 0 0 0,0 0 0 0 0,1 0 0 0 0,-1 0 0 0 0,0 0 0 0 0,2 1 0 0 0,-1-1 4 0 0,1 1 0 0 0,-1 1 0 0 0,0-1 1 0 0,-1 0-1 0 0,1 0 0 0 0,0 1 0 0 0,0-1 0 0 0,0 1 0 0 0,-1 0 1 0 0,1-1-1 0 0,-1 1 0 0 0,3 4 0 0 0,1 2 60 0 0,0 1-1 0 0,-1 0 1 0 0,0 0 0 0 0,0 1-1 0 0,3 13 1 0 0,-1 5-28 0 0,-2 0 0 0 0,-1 0 0 0 0,-1 0 0 0 0,-1 0 0 0 0,-1 0 0 0 0,-2 0-1 0 0,-1 0 1 0 0,-9 40 0 0 0,9-56-82 0 0,-1-1 0 0 0,0 0 0 0 0,-8 15 0 0 0,10-22-185 0 0,0-1 0 0 0,-1 1 0 0 0,1-1 0 0 0,-1 1 0 0 0,1-1 0 0 0,-1 0 0 0 0,0 0 0 0 0,0 0 0 0 0,0-1 0 0 0,-1 1 0 0 0,1-1 0 0 0,-1 1 0 0 0,-3 1 0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2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7834 0 0,'2'3'323'0'0,"-1"-1"0"0"0,1 0 0 0 0,-1 0 0 0 0,1 0 0 0 0,0-1 0 0 0,0 1 0 0 0,0 0 0 0 0,0-1 0 0 0,0 1 0 0 0,0-1 0 0 0,1 1 0 0 0,-1-1 0 0 0,0 0 0 0 0,1 0 0 0 0,-1 0 0 0 0,0-1 0 0 0,1 1 0 0 0,-1 0 0 0 0,4-1 1 0 0,-2 1 85 0 0,1-1 1 0 0,0-1-1 0 0,0 1 1 0 0,-1-1-1 0 0,1 0 1 0 0,-1 0-1 0 0,1 0 1 0 0,0 0 0 0 0,7-5-1 0 0,2-1 190 0 0,-1 0 0 0 0,0-2 0 0 0,-1 0 0 0 0,0 0-1 0 0,19-19 1 0 0,-25 22-567 0 0,0 0 1 0 0,-1 0-1 0 0,0-1 0 0 0,0 0 0 0 0,-1 0 0 0 0,5-10 0 0 0,-8 15-27 0 0,0 1 1 0 0,0-1-1 0 0,-1 0 0 0 0,1 0 0 0 0,0 0 0 0 0,-1 0 1 0 0,1 0-1 0 0,-1 0 0 0 0,0 0 0 0 0,0 1 1 0 0,0-1-1 0 0,0 0 0 0 0,0 0 0 0 0,0 0 1 0 0,0 0-1 0 0,-1 0 0 0 0,1 0 0 0 0,-1 0 1 0 0,1 0-1 0 0,-1 0 0 0 0,0 1 0 0 0,0-1 0 0 0,1 0 1 0 0,-1 0-1 0 0,-1 1 0 0 0,1-1 0 0 0,0 1 1 0 0,0-1-1 0 0,0 1 0 0 0,-1-1 0 0 0,1 1 1 0 0,-4-2-1 0 0,4 2-7 0 0,-1 0 0 0 0,1 1 1 0 0,-1-1-1 0 0,1 1 0 0 0,-1-1 0 0 0,1 1 1 0 0,-1 0-1 0 0,1 0 0 0 0,-1 0 1 0 0,1 0-1 0 0,-1 0 0 0 0,0 0 0 0 0,1 0 1 0 0,-1 0-1 0 0,1 0 0 0 0,-1 1 1 0 0,1-1-1 0 0,-1 1 0 0 0,1-1 0 0 0,-1 1 1 0 0,1 0-1 0 0,0-1 0 0 0,-1 1 1 0 0,1 0-1 0 0,0 0 0 0 0,-1 0 0 0 0,1 0 1 0 0,0 0-1 0 0,0 0 0 0 0,0 0 1 0 0,0 1-1 0 0,0-1 0 0 0,0 0 0 0 0,-1 3 1 0 0,-3 3-9 0 0,1-1 0 0 0,0 1 0 0 0,1 0 0 0 0,-1-1 0 0 0,-3 14 0 0 0,5-13 24 0 0,0 0 0 0 0,1 0 0 0 0,0 0 0 0 0,0 0-1 0 0,1 0 1 0 0,0 0 0 0 0,0 0 0 0 0,1 0 0 0 0,-1 0 0 0 0,2 0 0 0 0,-1 0 0 0 0,1-1 0 0 0,0 1 0 0 0,0 0 0 0 0,1-1 0 0 0,0 1 0 0 0,0-1 0 0 0,0 0 0 0 0,1 0 0 0 0,5 6 0 0 0,-2-3-66 0 0,0-1 1 0 0,1 0-1 0 0,0-1 0 0 0,1 0 1 0 0,0 0-1 0 0,0 0 1 0 0,0-2-1 0 0,1 1 1 0 0,0-1-1 0 0,0 0 0 0 0,0-1 1 0 0,12 4-1 0 0,-1-3-618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5529 0 0,'5'7'410'0'0,"-1"-1"1"0"0,0 1-1 0 0,0 0 0 0 0,-1 0 0 0 0,1 0 1 0 0,-2 1-1 0 0,1-1 0 0 0,-1 1 0 0 0,2 12 0 0 0,2 3 292 0 0,42 157 1993 0 0,11 35-1111 0 0,-11-73-5180 0 0,-37-112-1131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3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1 350 9674 0 0,'61'-35'1164'0'0,"-2"-2"1"0"0,82-68-1 0 0,54-34-113 0 0,-194 138-1047 0 0,9-5 180 0 0,0 1 0 0 0,0-1 0 0 0,19-6 0 0 0,-27 12-78 0 0,-1-1 0 0 0,1 0 1 0 0,-1 1-1 0 0,1-1 0 0 0,-1 1 0 0 0,1 0 0 0 0,0 0 0 0 0,-1-1 1 0 0,1 1-1 0 0,0 0 0 0 0,-1 0 0 0 0,1 0 0 0 0,-1 1 0 0 0,1-1 1 0 0,0 0-1 0 0,-1 0 0 0 0,1 1 0 0 0,-1-1 0 0 0,1 1 0 0 0,-1 0 1 0 0,1-1-1 0 0,-1 1 0 0 0,1 0 0 0 0,-1 0 0 0 0,0 0 0 0 0,1 0 1 0 0,-1 0-1 0 0,0 0 0 0 0,0 0 0 0 0,0 1 0 0 0,0-1 0 0 0,0 0 1 0 0,0 1-1 0 0,0-1 0 0 0,1 3 0 0 0,10 30 1084 0 0,-2 2-1 0 0,7 42 1 0 0,-12-49-1049 0 0,1-1-1 0 0,1 0 1 0 0,2 0 0 0 0,20 44 0 0 0,-29-70-182 0 0,1-1-1 0 0,-1 1 1 0 0,1-1 0 0 0,0 1 0 0 0,0-1-1 0 0,0 0 1 0 0,-1 1 0 0 0,1-1 0 0 0,0 0-1 0 0,1 0 1 0 0,-1 0 0 0 0,0 0 0 0 0,0 1-1 0 0,0-2 1 0 0,1 1 0 0 0,-1 0 0 0 0,0 0-1 0 0,1 0 1 0 0,-1-1 0 0 0,1 1 0 0 0,-1-1 0 0 0,1 1-1 0 0,-1-1 1 0 0,1 1 0 0 0,-1-1 0 0 0,1 0-1 0 0,-1 0 1 0 0,1 0 0 0 0,3 0 0 0 0,-4-1-345 0 0,1 0 0 0 0,0 0 0 0 0,-1 0 0 0 0,1 0 0 0 0,-1 0 0 0 0,1-1 0 0 0,-1 1 0 0 0,0 0 0 0 0,0-1 0 0 0,1 1 0 0 0,-1-1 0 0 0,0 1 0 0 0,0-1 0 0 0,0 0 0 0 0,-1 0 1 0 0,1 1-1 0 0,0-1 0 0 0,-1 0 0 0 0,1 0 0 0 0,-1 0 0 0 0,0 1 0 0 0,1-1 0 0 0,-1 0 0 0 0,0 0 0 0 0,0-2 0 0 0,1-8-1855 0 0,2-21 121 0 0,5 4 4100 0 0,-7 27-1670 0 0,0 1 0 0 0,0-1-1 0 0,0 1 1 0 0,0 0-1 0 0,0-1 1 0 0,0 1-1 0 0,0 0 1 0 0,0-1-1 0 0,1 1 1 0 0,-1 0-1 0 0,1 0 1 0 0,-1 0-1 0 0,1 0 1 0 0,-1 0-1 0 0,1 1 1 0 0,-1-1-1 0 0,1 0 1 0 0,0 1-1 0 0,0-1 1 0 0,-1 1-1 0 0,1 0 1 0 0,0-1 0 0 0,-1 1-1 0 0,1 0 1 0 0,0 0-1 0 0,0 0 1 0 0,0 0-1 0 0,-1 1 1 0 0,1-1-1 0 0,0 0 1 0 0,-1 1-1 0 0,1-1 1 0 0,2 2-1 0 0,4 1-11 0 0,0 0-1 0 0,0 1 0 0 0,0 0 0 0 0,-1 0 1 0 0,1 1-1 0 0,-1 0 0 0 0,0 1 0 0 0,0-1 1 0 0,-1 1-1 0 0,0 1 0 0 0,6 7 0 0 0,-5-6-242 0 0,0-1 0 0 0,1 1 0 0 0,0-1-1 0 0,0-1 1 0 0,0 0 0 0 0,1 0-1 0 0,11 6 1 0 0,-17-11-71 0 0,-1-1 1 0 0,1 1-1 0 0,0-1 0 0 0,-1 0 0 0 0,1 0 0 0 0,-1 0 1 0 0,1 0-1 0 0,0 0 0 0 0,-1 0 0 0 0,5-2 1 0 0,6 1-1920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4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1 320 7370 0 0,'17'-24'4603'0'0,"-3"3"-3792"0"0,-2 0 0 0 0,0-1 0 0 0,-1 0 0 0 0,9-26 0 0 0,-16 38-568 0 0,-1 0 1 0 0,0 1 0 0 0,-1-1 0 0 0,0-1-1 0 0,-1 1 1 0 0,0 0 0 0 0,0 0-1 0 0,-1 0 1 0 0,-1-1 0 0 0,0 1 0 0 0,0 0-1 0 0,-5-18 1 0 0,6 28-212 0 0,0-1 0 0 0,0 1 1 0 0,0-1-1 0 0,0 1 0 0 0,0-1 0 0 0,0 0 0 0 0,0 1 0 0 0,0-1 0 0 0,-1 1 1 0 0,1-1-1 0 0,0 1 0 0 0,0-1 0 0 0,-1 1 0 0 0,1-1 0 0 0,0 1 1 0 0,-1 0-1 0 0,1-1 0 0 0,0 1 0 0 0,-1-1 0 0 0,1 1 0 0 0,-1 0 1 0 0,1-1-1 0 0,-1 1 0 0 0,1 0 0 0 0,-1-1 0 0 0,1 1 0 0 0,-1 0 0 0 0,1 0 1 0 0,-1 0-1 0 0,1-1 0 0 0,-1 1 0 0 0,1 0 0 0 0,-1 0 0 0 0,1 0 1 0 0,-1 0-1 0 0,1 0 0 0 0,-1 0 0 0 0,0 0 0 0 0,1 0 0 0 0,-1 0 0 0 0,1 0 1 0 0,-1 1-1 0 0,1-1 0 0 0,-1 0 0 0 0,1 0 0 0 0,-1 0 0 0 0,1 1 1 0 0,-1-1-1 0 0,1 0 0 0 0,-1 0 0 0 0,1 1 0 0 0,-1-1 0 0 0,1 1 0 0 0,-1-1 1 0 0,1 0-1 0 0,0 1 0 0 0,-1-1 0 0 0,1 1 0 0 0,0-1 0 0 0,-1 1 1 0 0,1-1-1 0 0,0 1 0 0 0,-4 4 26 0 0,1-1 0 0 0,1 0 1 0 0,-1 1-1 0 0,0 0 0 0 0,-2 7 0 0 0,0 4-25 0 0,0 1 0 0 0,1 0-1 0 0,0 0 1 0 0,2 0 0 0 0,0 1 0 0 0,1-1-1 0 0,1 0 1 0 0,0 1 0 0 0,5 26 0 0 0,-4-38-31 0 0,0 1 1 0 0,1-1-1 0 0,0 0 1 0 0,0 0-1 0 0,1 1 1 0 0,0-2-1 0 0,0 1 1 0 0,0 0-1 0 0,0 0 1 0 0,1-1-1 0 0,0 0 1 0 0,1 0-1 0 0,-1 0 1 0 0,1 0-1 0 0,-1-1 1 0 0,2 0-1 0 0,-1 0 1 0 0,0 0-1 0 0,1-1 1 0 0,-1 1-1 0 0,1-1 1 0 0,0-1-1 0 0,0 1 1 0 0,0-1-1 0 0,1 0 1 0 0,-1 0-1 0 0,0-1 1 0 0,9 1-1 0 0,4 0-1585 0 0,1-3-5730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1 268 7834 0 0,'0'-2'198'0'0,"1"0"0"0"0,0 0 0 0 0,-1 0 0 0 0,1 0 0 0 0,0 0 0 0 0,0 0 0 0 0,0 0 0 0 0,0 1 0 0 0,1-1 0 0 0,-1 0 0 0 0,0 1 0 0 0,1-1 0 0 0,-1 1 0 0 0,1-1 0 0 0,-1 1 0 0 0,1 0 0 0 0,3-2 0 0 0,0-1 207 0 0,0 1 0 0 0,0 0 0 0 0,0 0-1 0 0,1 1 1 0 0,6-3 0 0 0,-8 5-244 0 0,0-1 0 0 0,0 1-1 0 0,0 0 1 0 0,1 0 0 0 0,-1 0 0 0 0,0 1 0 0 0,0 0-1 0 0,0-1 1 0 0,0 1 0 0 0,0 1 0 0 0,0-1 0 0 0,0 0-1 0 0,-1 1 1 0 0,1 0 0 0 0,0 0 0 0 0,-1 0 0 0 0,1 1-1 0 0,-1-1 1 0 0,0 1 0 0 0,0-1 0 0 0,6 7 0 0 0,6 7 186 0 0,-1 1 0 0 0,22 33 1 0 0,-29-40-220 0 0,40 49 163 0 0,-33-43-276 0 0,-1-1-1 0 0,-1 2 1 0 0,15 26-1 0 0,-31-55 88 0 0,0 0 1 0 0,1 0-1 0 0,0 0 1 0 0,1-1-1 0 0,0 1 1 0 0,1-1-1 0 0,1 0 0 0 0,0 1 1 0 0,2-22-1 0 0,2-2 240 0 0,2 1-1 0 0,15-53 0 0 0,-13 61-454 0 0,21-45-1 0 0,-25 64 74 0 0,0 0-1 0 0,1 0 0 0 0,0 0 0 0 0,0 0 0 0 0,1 0 0 0 0,0 1 0 0 0,0 0 0 0 0,0 1 0 0 0,10-8 0 0 0,-15 13-147 0 0,1 1-1 0 0,-1-1 0 0 0,1 0 0 0 0,-1 0 1 0 0,1 1-1 0 0,-1-1 0 0 0,1 1 0 0 0,0 0 1 0 0,-1-1-1 0 0,1 1 0 0 0,0 0 1 0 0,-1 0-1 0 0,1 0 0 0 0,0 0 0 0 0,-1 0 1 0 0,1 0-1 0 0,0 1 0 0 0,-1-1 0 0 0,1 1 1 0 0,0-1-1 0 0,-1 1 0 0 0,1-1 0 0 0,-1 1 1 0 0,1 0-1 0 0,-1 0 0 0 0,3 2 1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6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0 355 10594 0 0,'2'-1'424'0'0,"1"-1"-1"0"0,-1 1 1 0 0,0 0-1 0 0,0-1 1 0 0,-1 0-1 0 0,1 1 1 0 0,0-1 0 0 0,0 0-1 0 0,-1 0 1 0 0,1 0-1 0 0,1-2 1 0 0,12-27 1445 0 0,15-41-1 0 0,-21 45-1859 0 0,-1 0 0 0 0,-1 0 0 0 0,-1-1 0 0 0,2-28 0 0 0,-8 50-2 0 0,0 1 0 0 0,0-1 1 0 0,0 1-1 0 0,-1-1 0 0 0,0 1 0 0 0,-3-9 1 0 0,4 13-5 0 0,0 0 0 0 0,0 1 0 0 0,0-1 0 0 0,-1 0 0 0 0,1 0 0 0 0,0 0 0 0 0,0 1 0 0 0,-1-1 0 0 0,1 0 0 0 0,-1 0 0 0 0,1 1 0 0 0,-1-1 0 0 0,1 0 0 0 0,-1 1 0 0 0,1-1 0 0 0,-1 1 0 0 0,0-1 0 0 0,1 1 0 0 0,-1-1 0 0 0,0 1 0 0 0,1-1 0 0 0,-1 1 0 0 0,0-1 0 0 0,0 1 0 0 0,1 0 0 0 0,-1-1 0 0 0,0 1 0 0 0,0 0 0 0 0,0 0 0 0 0,0 0 0 0 0,1 0 0 0 0,-1 0 0 0 0,0 0 0 0 0,0 0 0 0 0,0 0 0 0 0,0 0 1 0 0,1 0-1 0 0,-1 0 0 0 0,0 0 0 0 0,0 1 0 0 0,0-1 0 0 0,1 0 0 0 0,-1 1 0 0 0,0-1 0 0 0,0 0 0 0 0,1 1 0 0 0,-1-1 0 0 0,0 1 0 0 0,1-1 0 0 0,-1 1 0 0 0,0 0 0 0 0,-2 1 31 0 0,1 1 0 0 0,1-1-1 0 0,-1 1 1 0 0,0-1 0 0 0,0 1 0 0 0,1 0 0 0 0,0-1 0 0 0,-1 1 0 0 0,1 0 0 0 0,0 0-1 0 0,0 0 1 0 0,1 0 0 0 0,-1 0 0 0 0,1 0 0 0 0,-1 0 0 0 0,1 0 0 0 0,0 0 0 0 0,0 0-1 0 0,1 6 1 0 0,1 6 104 0 0,0 0-1 0 0,7 24 0 0 0,-6-28-102 0 0,1 0 0 0 0,0 1 0 0 0,1-1 0 0 0,1-1 0 0 0,-1 1-1 0 0,1-1 1 0 0,1 0 0 0 0,0 0 0 0 0,1-1 0 0 0,11 11-1 0 0,-6-7-622 0 0,2-2 0 0 0,-1 1-1 0 0,2-2 1 0 0,-1 0-1 0 0,34 15 1 0 0,-25-14-5867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5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65 5529 0 0,'0'-6'293'0'0,"-1"-1"-1"0"0,0 1 1 0 0,0 0-1 0 0,-1 0 1 0 0,0 1-1 0 0,-2-8 1 0 0,3 12-178 0 0,1 0 0 0 0,-1 0 0 0 0,1 0 0 0 0,-1 1 0 0 0,1-1 0 0 0,-1 0 0 0 0,1 0 0 0 0,-1 0 0 0 0,0 1 0 0 0,1-1 0 0 0,-1 0 0 0 0,0 0 0 0 0,0 1 0 0 0,0-1 0 0 0,1 1 0 0 0,-1-1 0 0 0,0 1 0 0 0,0-1 0 0 0,0 1 0 0 0,0-1 0 0 0,0 1 0 0 0,0 0 0 0 0,0 0 0 0 0,0-1 0 0 0,0 1 0 0 0,0 0 0 0 0,0 0 0 0 0,0 0 0 0 0,0 0 0 0 0,0 0 0 0 0,0 0 0 0 0,0 1 0 0 0,0-1 0 0 0,0 0 0 0 0,0 0 0 0 0,0 1 0 0 0,0-1 0 0 0,0 1 0 0 0,0-1 0 0 0,0 1 0 0 0,0-1 0 0 0,0 1 0 0 0,1-1 0 0 0,-1 1 0 0 0,-1 1 0 0 0,-5 4 333 0 0,0 0 0 0 0,0 0 1 0 0,1 1-1 0 0,0 0 0 0 0,0 0 1 0 0,1 1-1 0 0,0 0 0 0 0,0 0 1 0 0,-4 10-1 0 0,-5 14 380 0 0,-11 36-1 0 0,20-53-516 0 0,1-5-206 0 0,1 0 0 0 0,0 0 0 0 0,1 0 0 0 0,0 0 0 0 0,1 1-1 0 0,0-1 1 0 0,1 11 0 0 0,0-18-102 0 0,0 0 0 0 0,0-1-1 0 0,1 1 1 0 0,0-1 0 0 0,-1 1-1 0 0,1 0 1 0 0,0-1 0 0 0,0 1-1 0 0,0-1 1 0 0,0 0-1 0 0,1 1 1 0 0,-1-1 0 0 0,1 0-1 0 0,-1 0 1 0 0,1 0 0 0 0,0 0-1 0 0,0 0 1 0 0,0 0 0 0 0,0 0-1 0 0,0-1 1 0 0,0 1 0 0 0,0-1-1 0 0,0 1 1 0 0,1-1 0 0 0,-1 0-1 0 0,1 0 1 0 0,-1 0 0 0 0,1 0-1 0 0,-1-1 1 0 0,1 1 0 0 0,0-1-1 0 0,2 1 1 0 0,9 0-24 0 0,1 0 0 0 0,-1-1 1 0 0,25-4-1 0 0,-27 2 10 0 0,-1 1 0 0 0,0 0 1 0 0,1 1-1 0 0,0 0 0 0 0,-1 1 0 0 0,16 3 0 0 0,-26-4 12 0 0,0 0-1 0 0,-1 0 1 0 0,1 1 0 0 0,-1-1-1 0 0,1 0 1 0 0,-1 0-1 0 0,1 0 1 0 0,-1 1-1 0 0,1-1 1 0 0,-1 0 0 0 0,1 0-1 0 0,-1 1 1 0 0,1-1-1 0 0,-1 0 1 0 0,0 1-1 0 0,1-1 1 0 0,-1 1 0 0 0,0-1-1 0 0,1 0 1 0 0,-1 1-1 0 0,0-1 1 0 0,1 1-1 0 0,-1-1 1 0 0,0 1 0 0 0,0-1-1 0 0,0 1 1 0 0,1-1-1 0 0,-1 1 1 0 0,0 0 0 0 0,0-1-1 0 0,0 1 1 0 0,-8 18 29 0 0,-22 12-80 0 0,29-31 46 0 0,-31 27-2441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46 920 0 0,'21'-20'-267'0'0,"-17"17"1500"0"0,0-1 0 0 0,1 1 0 0 0,-1 0 0 0 0,1 0 0 0 0,8-4-1 0 0,-11 7-833 0 0,-1-1 0 0 0,1 1 0 0 0,-1-1 0 0 0,1 1-1 0 0,-1 0 1 0 0,1-1 0 0 0,-1 1 0 0 0,1 0-1 0 0,-1 0 1 0 0,1 0 0 0 0,-1 0 0 0 0,1 0 0 0 0,-1 1-1 0 0,1-1 1 0 0,-1 0 0 0 0,1 1 0 0 0,-1-1-1 0 0,0 1 1 0 0,1-1 0 0 0,-1 1 0 0 0,2 1-1 0 0,-1 0-199 0 0,0-1-1 0 0,0 1 0 0 0,0 0 0 0 0,0 0 0 0 0,-1 0 0 0 0,1 0 0 0 0,-1 1 0 0 0,1-1 1 0 0,-1 0-1 0 0,2 4 0 0 0,4 14 1042 0 0,0 1-1 0 0,8 38 1 0 0,-4-10-2247 0 0,5-1-5270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55 115 4609 0 0,'-24'-50'4311'0'0,"-7"-15"4261"0"0,45 95-6690 0 0,17 29-6199 0 0,-18-39 2663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5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 0 2761 0 0,'-23'14'3982'0'0,"15"-8"-2875"0"0,1 1-1 0 0,-1 0 1 0 0,1 0 0 0 0,1 1 0 0 0,-11 15 0 0 0,16-21-960 0 0,0-1 1 0 0,0 1 0 0 0,0 0 0 0 0,0-1-1 0 0,1 1 1 0 0,-1 0 0 0 0,1 0 0 0 0,-1 0-1 0 0,1-1 1 0 0,0 1 0 0 0,-1 0-1 0 0,1 0 1 0 0,0 0 0 0 0,0 0 0 0 0,0 0-1 0 0,1 0 1 0 0,-1-1 0 0 0,0 1 0 0 0,1 0-1 0 0,-1 0 1 0 0,1 0 0 0 0,0-1 0 0 0,-1 1-1 0 0,1 0 1 0 0,0-1 0 0 0,0 1 0 0 0,0 0-1 0 0,0-1 1 0 0,1 1 0 0 0,-1-1 0 0 0,0 0-1 0 0,1 1 1 0 0,-1-1 0 0 0,0 0-1 0 0,1 0 1 0 0,0 0 0 0 0,-1 0 0 0 0,3 1-1 0 0,36 19 866 0 0,-30-16-909 0 0,0 0-1 0 0,-1 1 1 0 0,0-1-1 0 0,17 15 1 0 0,-23-17-106 0 0,0 0-1 0 0,0 1 1 0 0,-1-1 0 0 0,1 0 0 0 0,-1 1-1 0 0,0 0 1 0 0,0-1 0 0 0,0 1 0 0 0,-1 0-1 0 0,1 0 1 0 0,-1 0 0 0 0,0 0-1 0 0,0 0 1 0 0,-1 0 0 0 0,1 0 0 0 0,-1 1-1 0 0,0 4 1 0 0,0 0-50 0 0,-1 0 0 0 0,-1 0-1 0 0,1-1 1 0 0,-1 1 0 0 0,-1 0 0 0 0,0-1-1 0 0,0 1 1 0 0,-8 13 0 0 0,7-15-216 0 0,0 0 1 0 0,0-1-1 0 0,-1 1 0 0 0,-7 7 1 0 0,9-11-325 0 0,-1 0-1 0 0,1 0 1 0 0,-1-1 0 0 0,1 1-1 0 0,-1 0 1 0 0,0-1 0 0 0,0 0 0 0 0,-5 2-1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0,'2'13'7678'0'0,"3"5"-3524"0"0,38 81-1601 0 0,11 23-1617 0 0,47 96-539 0 0,-100-216-439 0 0,25 39-41 0 0,-25-39-163 0 0,1-1-1 0 0,-1 1 0 0 0,1-1 0 0 0,0 1 0 0 0,-1-1 1 0 0,1 0-1 0 0,0 0 0 0 0,0 0 0 0 0,0 0 0 0 0,0 0 0 0 0,4 1 1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6.9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 3225 0 0,'0'6'6532'0'0,"-1"-6"-6423"0"0,21-1 3027 0 0,27-7-623 0 0,31-10-2745 0 0,-54 15-5249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7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180 1 2304 0 0,'-14'9'1179'0'0,"0"1"-1"0"0,1 1 0 0 0,0 0 0 0 0,1 1 0 0 0,0 0 1 0 0,0 1-1 0 0,2 0 0 0 0,-12 19 0 0 0,14-20-578 0 0,0 1 0 0 0,2 0 0 0 0,-1 0 0 0 0,2 0-1 0 0,0 1 1 0 0,0 0 0 0 0,1 0 0 0 0,1 1 0 0 0,-3 26 0 0 0,6-39-583 0 0,0 0 0 0 0,-1 0 0 0 0,1 0 0 0 0,0 0 0 0 0,0-1 0 0 0,0 1 0 0 0,0 0 0 0 0,1 0 0 0 0,-1 0 0 0 0,0 0 0 0 0,1 0 0 0 0,-1-1 0 0 0,1 1 0 0 0,0 0 0 0 0,-1 0 0 0 0,1-1 0 0 0,0 1-1 0 0,0-1 1 0 0,0 1 0 0 0,0-1 0 0 0,1 1 0 0 0,-1-1 0 0 0,0 1 0 0 0,1-1 0 0 0,-1 0 0 0 0,1 0 0 0 0,-1 0 0 0 0,1 0 0 0 0,-1 0 0 0 0,1 0 0 0 0,0 0 0 0 0,-1 0 0 0 0,1-1 0 0 0,0 1 0 0 0,0-1 0 0 0,0 1 0 0 0,-1-1 0 0 0,4 1 0 0 0,-1-2-56 0 0,1 1-1 0 0,-1-1 1 0 0,0 1 0 0 0,0-1-1 0 0,0 0 1 0 0,-1 0-1 0 0,1-1 1 0 0,0 1 0 0 0,0-1-1 0 0,-1 0 1 0 0,1 0-1 0 0,-1 0 1 0 0,1-1 0 0 0,-1 1-1 0 0,0-1 1 0 0,0 1-1 0 0,3-5 1 0 0,4-6-109 0 0,0 0 0 0 0,-1-1 0 0 0,-1-1 0 0 0,8-18 0 0 0,-9 18 153 0 0,0 1-1 0 0,1 0 1 0 0,1 0-1 0 0,14-17 1 0 0,-23 30 25 0 0,1 0 0 0 0,0 0 0 0 0,-1 1 1 0 0,1-1-1 0 0,0 0 0 0 0,-1 1 0 0 0,1-1 1 0 0,0 1-1 0 0,0-1 0 0 0,0 1 1 0 0,0-1-1 0 0,-1 1 0 0 0,1 0 0 0 0,0-1 1 0 0,0 1-1 0 0,0 0 0 0 0,0 0 0 0 0,0-1 1 0 0,0 1-1 0 0,0 0 0 0 0,0 0 1 0 0,0 0-1 0 0,0 0 0 0 0,1 1 0 0 0,0-1 39 0 0,0 1 0 0 0,-1 0-1 0 0,1 0 1 0 0,-1 0-1 0 0,1 0 1 0 0,-1 0-1 0 0,1 0 1 0 0,-1 0 0 0 0,1 0-1 0 0,-1 1 1 0 0,0-1-1 0 0,2 2 1 0 0,3 7 267 0 0,0 0 1 0 0,0 1-1 0 0,6 14 0 0 0,-8-15-243 0 0,-3-7-47 0 0,27 47 219 0 0,-26-47-264 0 0,-1-1 0 0 0,0 0 0 0 0,1 0 0 0 0,0 0 0 0 0,-1 0 0 0 0,1 0 0 0 0,0 0 0 0 0,0 0 0 0 0,0-1 0 0 0,0 1 0 0 0,0-1 0 0 0,1 1 0 0 0,-1-1 0 0 0,0 0 0 0 0,1 0 0 0 0,-1 0 0 0 0,1 0 0 0 0,4 1 0 0 0,-6-2-5 0 0,1-1 0 0 0,-1 1 0 0 0,1-1 0 0 0,-1 1 0 0 0,1-1 0 0 0,-1 0 0 0 0,1 1 0 0 0,-1-1 0 0 0,1 0 1 0 0,-1 0-1 0 0,0 0 0 0 0,0 0 0 0 0,1 0 0 0 0,-1 0 0 0 0,0-1 0 0 0,0 1 0 0 0,0 0 0 0 0,0 0 0 0 0,-1-1 0 0 0,1 1 0 0 0,0-1 0 0 0,1-2 0 0 0,14-40-440 0 0,-13 32 312 0 0,1 1 82 0 0,17-44-267 0 0,-20 53 308 0 0,-1 1 0 0 0,1-1 1 0 0,0 0-1 0 0,1 0 0 0 0,-1 0 1 0 0,0 1-1 0 0,0-1 0 0 0,1 1 0 0 0,-1-1 1 0 0,1 1-1 0 0,-1-1 0 0 0,1 1 1 0 0,0 0-1 0 0,-1 0 0 0 0,1 0 0 0 0,0 0 1 0 0,0 0-1 0 0,0 0 0 0 0,0 0 1 0 0,0 0-1 0 0,0 1 0 0 0,3-1 0 0 0,-2 2 28 0 0,0 0-1 0 0,0 0 1 0 0,0 0-1 0 0,0 1 0 0 0,-1-1 1 0 0,1 1-1 0 0,-1 0 0 0 0,1-1 1 0 0,-1 1-1 0 0,0 0 1 0 0,1 1-1 0 0,-1-1 0 0 0,0 0 1 0 0,0 1-1 0 0,-1-1 1 0 0,1 1-1 0 0,2 4 0 0 0,-2-3 8 0 0,1-1 0 0 0,-1 1-1 0 0,1-1 1 0 0,0 1 0 0 0,0-1-1 0 0,1 0 1 0 0,5 5-1 0 0,-8-8-26 0 0,0 0 0 0 0,0 0-1 0 0,-1 0 1 0 0,1 0-1 0 0,0 0 1 0 0,-1-1 0 0 0,1 1-1 0 0,0 0 1 0 0,-1 0-1 0 0,1 0 1 0 0,0-1-1 0 0,-1 1 1 0 0,1 0 0 0 0,-1-1-1 0 0,1 1 1 0 0,-1-1-1 0 0,1 1 1 0 0,0-1-1 0 0,-1 1 1 0 0,0-1 0 0 0,1 1-1 0 0,-1-1 1 0 0,1 0-1 0 0,14-18-50 0 0,-10 13 42 0 0,-1 2 16 0 0,4-7 201 0 0,1 1 1 0 0,1 0-1 0 0,0 0 0 0 0,15-11 0 0 0,-22 19-162 0 0,0 0 0 0 0,0 0-1 0 0,1 1 1 0 0,-1-1-1 0 0,0 1 1 0 0,1-1 0 0 0,-1 1-1 0 0,1 0 1 0 0,0 0-1 0 0,-1 1 1 0 0,1-1 0 0 0,0 1-1 0 0,-1 0 1 0 0,1 0-1 0 0,0 0 1 0 0,-1 0 0 0 0,1 1-1 0 0,0 0 1 0 0,-1-1-1 0 0,1 1 1 0 0,4 2 0 0 0,6 3 5 0 0,-6-4-236 0 0,0 1 1 0 0,0 1 0 0 0,-1 0-1 0 0,0 0 1 0 0,1 0 0 0 0,-1 1 0 0 0,7 6-1 0 0,-7-4-413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 28 6913 0 0,'-19'-12'1123'0'0,"17"10"-491"0"0,0 0-1 0 0,-1 0 1 0 0,1 1 0 0 0,-1-1-1 0 0,0 1 1 0 0,1 0 0 0 0,-1-1 0 0 0,0 1-1 0 0,-3-1 1 0 0,5 3-475 0 0,0-1 0 0 0,0 0 0 0 0,0 0-1 0 0,0 1 1 0 0,0-1 0 0 0,0 0 0 0 0,0 1 0 0 0,0-1 0 0 0,0 1 0 0 0,0-1 0 0 0,0 1-1 0 0,0 0 1 0 0,0-1 0 0 0,1 1 0 0 0,-1 0 0 0 0,0 0 0 0 0,0-1 0 0 0,1 1-1 0 0,-1 0 1 0 0,1 0 0 0 0,-1 0 0 0 0,1 0 0 0 0,-1 0 0 0 0,1 0 0 0 0,-1 0-1 0 0,1 0 1 0 0,0 0 0 0 0,0 0 0 0 0,-1 0 0 0 0,1 0 0 0 0,0 0 0 0 0,0 2 0 0 0,-2 5 134 0 0,0 1 1 0 0,1-1 0 0 0,0 0-1 0 0,1 1 1 0 0,-1 0 0 0 0,2-1-1 0 0,-1 1 1 0 0,1-1 0 0 0,0 1 0 0 0,1-1-1 0 0,0 0 1 0 0,3 9 0 0 0,-2-11-358 0 0,-1 0 0 0 0,1 0 0 0 0,1-1 0 0 0,-1 0 0 0 0,1 1 0 0 0,0-1 0 0 0,4 4 0 0 0,-3-4-425 0 0,-1-1 0 0 0,1 0 0 0 0,0 0 0 0 0,1 0 0 0 0,-1-1-1 0 0,1 0 1 0 0,8 4 0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8290 0 0,'0'1'162'0'0,"0"-1"0"0"0,0 1 0 0 0,0 0 1 0 0,0-1-1 0 0,0 1 0 0 0,0-1 0 0 0,0 1 1 0 0,0-1-1 0 0,1 1 0 0 0,-1 0 0 0 0,0-1 0 0 0,0 1 1 0 0,0-1-1 0 0,1 1 0 0 0,-1-1 0 0 0,0 1 1 0 0,1-1-1 0 0,-1 1 0 0 0,0-1 0 0 0,1 0 0 0 0,-1 1 1 0 0,1-1-1 0 0,-1 1 0 0 0,1-1 0 0 0,-1 0 1 0 0,1 1-1 0 0,-1-1 0 0 0,1 0 0 0 0,-1 0 0 0 0,1 1 1 0 0,-1-1-1 0 0,1 0 0 0 0,-1 0 0 0 0,1 0 1 0 0,0 0-1 0 0,-1 0 0 0 0,1 0 0 0 0,-1 0 0 0 0,1 0 1 0 0,-1 0-1 0 0,1 0 0 0 0,0 0 0 0 0,-1 0 1 0 0,1 0-1 0 0,-1 0 0 0 0,1 0 0 0 0,-1-1 0 0 0,1 1 1 0 0,0 0-1 0 0,0-1 0 0 0,2 0 161 0 0,-1 0-1 0 0,1 0 1 0 0,0-1-1 0 0,-1 1 1 0 0,1-1-1 0 0,-1 1 1 0 0,1-1-1 0 0,3-4 0 0 0,0-1-137 0 0,-1-1-1 0 0,0 0 0 0 0,0-1 0 0 0,-1 1 0 0 0,0-1 0 0 0,5-16 0 0 0,-8 21-269 0 0,1 0-1 0 0,-1 0 1 0 0,0-1-1 0 0,-1 1 1 0 0,1 0-1 0 0,-1-1 1 0 0,0 1-1 0 0,0-1 1 0 0,0 1-1 0 0,0 0 0 0 0,-1-1 1 0 0,0 1-1 0 0,0 0 1 0 0,0-1-1 0 0,0 1 1 0 0,-4-7-1 0 0,5 10 9 0 0,-1 0 0 0 0,1 0 0 0 0,-1 0 0 0 0,1 0 0 0 0,-1 0 0 0 0,0 0 0 0 0,1 1 0 0 0,-1-1 0 0 0,0 0 0 0 0,0 0 0 0 0,0 0 0 0 0,0 1 0 0 0,1-1 0 0 0,-1 0 0 0 0,0 1 0 0 0,0-1 0 0 0,0 1 0 0 0,-1-1 0 0 0,1 1 0 0 0,0 0 0 0 0,0-1 0 0 0,0 1 0 0 0,0 0 0 0 0,0 0 0 0 0,0 0 0 0 0,0 0 0 0 0,-1 0 0 0 0,1 0 0 0 0,0 0 0 0 0,0 0 0 0 0,0 0 0 0 0,0 1 0 0 0,0-1 0 0 0,0 0 0 0 0,0 1 0 0 0,0-1 0 0 0,-1 0 0 0 0,1 1 0 0 0,0 0 0 0 0,1-1 0 0 0,-1 1 0 0 0,0 0 0 0 0,0-1 0 0 0,0 1 0 0 0,0 0 0 0 0,-1 1 0 0 0,-1 1 33 0 0,1 0 1 0 0,-1 0 0 0 0,1 1-1 0 0,0-1 1 0 0,-1 1-1 0 0,2-1 1 0 0,-1 1-1 0 0,0 0 1 0 0,1-1-1 0 0,-1 1 1 0 0,0 8-1 0 0,1-8 231 0 0,1 1 0 0 0,0-1 0 0 0,0 0 0 0 0,0 0 0 0 0,1 1 0 0 0,-1-1 1 0 0,1 0-1 0 0,0 0 0 0 0,0 1 0 0 0,1-1 0 0 0,-1 0 0 0 0,1 0 0 0 0,0-1 0 0 0,0 1 0 0 0,4 6 0 0 0,-1-5 37 0 0,-1 0 0 0 0,1 0 0 0 0,0-1 1 0 0,0 1-1 0 0,0-1 0 0 0,1 0 0 0 0,-1-1 0 0 0,1 1 1 0 0,8 3-1 0 0,-2-3-453 0 0,0 1 0 0 0,-1-2 0 0 0,1 1 1 0 0,0-2-1 0 0,1 1 0 0 0,-1-2 0 0 0,0 0 1 0 0,1 0-1 0 0,-1-1 0 0 0,19-2 0 0 0,-10-3-6286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15 131 10138 0 0,'-6'6'3672'0'0,"6"-5"-3409"0"0,-1 0-1 0 0,1-1 0 0 0,0 1 1 0 0,0-1-1 0 0,0 1 0 0 0,0 0 1 0 0,0-1-1 0 0,0 1 0 0 0,0 0 0 0 0,0 0 1 0 0,-5 22 1413 0 0,3-8-1300 0 0,1 0 0 0 0,1-1 0 0 0,0 1 0 0 0,1 0-1 0 0,1 0 1 0 0,0-1 0 0 0,1 1 0 0 0,1-1 0 0 0,0 0 0 0 0,10 23 0 0 0,-12-32-359 0 0,1 1 0 0 0,0-1 0 0 0,0 1 0 0 0,1-1 0 0 0,0 0 0 0 0,0-1-1 0 0,0 1 1 0 0,0-1 0 0 0,1 1 0 0 0,-1-1 0 0 0,1 0 0 0 0,0-1 0 0 0,0 1 0 0 0,1-1 0 0 0,-1 0 0 0 0,1-1 0 0 0,0 1 0 0 0,-1-1 0 0 0,1 0-1 0 0,0-1 1 0 0,0 1 0 0 0,0-1 0 0 0,0 0 0 0 0,1 0 0 0 0,-1-1 0 0 0,0 0 0 0 0,11-1 0 0 0,-10 0-23 0 0,0 0 0 0 0,-1 0 0 0 0,1 0 0 0 0,0-1-1 0 0,-1 0 1 0 0,1-1 0 0 0,-1 1 0 0 0,0-1 0 0 0,0 0 0 0 0,0-1 0 0 0,0 1 0 0 0,0-1 0 0 0,-1 0 0 0 0,0-1 0 0 0,5-4-1 0 0,-4 2-47 0 0,-1 0-1 0 0,0 0 1 0 0,0 0-1 0 0,-1 0 1 0 0,0-1-1 0 0,-1 1 1 0 0,1-1-1 0 0,-1 0 1 0 0,-1 0-1 0 0,4-16 1 0 0,-4 8-146 0 0,-1 0 1 0 0,0 0-1 0 0,-1 0 1 0 0,0 0-1 0 0,-1 0 1 0 0,-1 0-1 0 0,-1 0 1 0 0,0 0 0 0 0,-1 1-1 0 0,-1 0 1 0 0,0-1-1 0 0,-11-19 1 0 0,14 30 10 0 0,-1-1 1 0 0,0 1-1 0 0,-1 0 1 0 0,1 0-1 0 0,-1 1 0 0 0,0-1 1 0 0,0 1-1 0 0,-1-1 1 0 0,1 2-1 0 0,-8-7 1 0 0,9 9 113 0 0,1 0 1 0 0,-1 0 0 0 0,1 0 0 0 0,-1 0 0 0 0,1 0 0 0 0,-1 1-1 0 0,1-1 1 0 0,-1 1 0 0 0,0 0 0 0 0,1 0 0 0 0,-1 0 0 0 0,0 0-1 0 0,1 0 1 0 0,-1 0 0 0 0,1 1 0 0 0,-1-1 0 0 0,0 1 0 0 0,1 0-1 0 0,-1 0 1 0 0,1 0 0 0 0,-1 0 0 0 0,1 0 0 0 0,0 0 0 0 0,0 1-1 0 0,-1-1 1 0 0,-1 3 0 0 0,-14 11-1145 0 0,2 3-3966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2 7834 0 0,'-1'0'335'0'0,"-1"-1"1"0"0,1 1 0 0 0,-1 0 0 0 0,1 0 0 0 0,0 0-1 0 0,-1 0 1 0 0,1 0 0 0 0,0 0 0 0 0,-1 1 0 0 0,1-1-1 0 0,-1 0 1 0 0,1 1 0 0 0,0-1 0 0 0,0 1 0 0 0,-1-1-1 0 0,1 1 1 0 0,0 0 0 0 0,0-1 0 0 0,-1 1-1 0 0,1 0 1 0 0,-1 2 0 0 0,-1 0 106 0 0,0 0 0 0 0,0 0 0 0 0,1 1 0 0 0,-1-1 0 0 0,1 1 0 0 0,0 0 0 0 0,-2 5 0 0 0,0 2 73 0 0,0 0-1 0 0,1 0 0 0 0,0 1 0 0 0,-2 20 1 0 0,4-14-318 0 0,2 0 0 0 0,0 0 0 0 0,1 0 0 0 0,1-1 0 0 0,1 1 1 0 0,0 0-1 0 0,1-1 0 0 0,1 0 0 0 0,12 22 0 0 0,-1-3-41 0 0,3-1-1 0 0,1-1 0 0 0,29 38 0 0 0,-31-50-282 0 0,2 0 1 0 0,32 27-1 0 0,3 2-5733 0 0,-48-42 3926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0 172 6449 0 0,'0'0'577'0'0,"2"0"-465"0"0,1-1-112 0 0,-1-1 0 0 0,2 1 608 0 0,2 0 104 0 0,4-2 24 0 0,5-5 0 0 0,5-2 32 0 0,5-7 0 0 0,1-1 9 0 0,0-1-1 0 0,-1-3-1624 0 0,1 0-329 0 0,2-3-63 0 0,-3 2-8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6913 0 0,'-4'1'524'0'0,"1"0"-1"0"0,0 0 0 0 0,0 1 0 0 0,-1-1 1 0 0,1 1-1 0 0,0-1 0 0 0,1 1 0 0 0,-1 0 1 0 0,0 0-1 0 0,0 0 0 0 0,1 1 0 0 0,-1-1 1 0 0,1 1-1 0 0,0-1 0 0 0,0 1 0 0 0,0 0 1 0 0,0 0-1 0 0,0 0 0 0 0,1 0 0 0 0,-3 6 1 0 0,3-5-14 0 0,0 0 0 0 0,0 0-1 0 0,1 0 1 0 0,0 0 0 0 0,-1-1 0 0 0,1 1 0 0 0,1 6 0 0 0,10 30 178 0 0,-2-16-556 0 0,1-1 1 0 0,1 0-1 0 0,2-1 1 0 0,0-1-1 0 0,23 29 1 0 0,20 12-6697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09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4145 0 0,'39'-51'3343'0'0,"4"12"-2775"0"0,1 1 1 0 0,1 2-1 0 0,2 3 0 0 0,2 1 0 0 0,54-26 0 0 0,-98 56-396 0 0,-1-1-1 0 0,0 2 1 0 0,0-1 0 0 0,1 0 0 0 0,-1 1-1 0 0,1 0 1 0 0,-1 0 0 0 0,1 0 0 0 0,-1 1-1 0 0,1-1 1 0 0,0 1 0 0 0,-1 0 0 0 0,7 1-1 0 0,-8 0-5 0 0,1 0 0 0 0,-1 0 0 0 0,0 1-1 0 0,0-1 1 0 0,0 1 0 0 0,0 0-1 0 0,0 0 1 0 0,0 0 0 0 0,0 0 0 0 0,-1 0-1 0 0,1 0 1 0 0,-1 1 0 0 0,1 0 0 0 0,-1-1-1 0 0,0 1 1 0 0,0 0 0 0 0,0 0-1 0 0,1 4 1 0 0,10 19 272 0 0,-2 1 0 0 0,-1 0 0 0 0,-2 0 0 0 0,7 31 0 0 0,12 40-239 0 0,-26-96-192 0 0,-1-1 0 0 0,0 1 1 0 0,1-1-1 0 0,-1 1 0 0 0,1 0 1 0 0,0-1-1 0 0,0 1 0 0 0,-1-1 1 0 0,1 0-1 0 0,0 1 1 0 0,0-1-1 0 0,0 0 0 0 0,0 0 1 0 0,1 1-1 0 0,-1-1 0 0 0,0 0 1 0 0,0 0-1 0 0,1 0 0 0 0,2 1 1 0 0,-3-2-11 0 0,0 0 0 0 0,0 0 0 0 0,0 0 0 0 0,0 0 0 0 0,0 0 0 0 0,0-1 0 0 0,0 1 0 0 0,0 0 0 0 0,0-1 0 0 0,0 1 1 0 0,0-1-1 0 0,-1 1 0 0 0,1 0 0 0 0,0-1 0 0 0,0 0 0 0 0,0 1 0 0 0,0-1 0 0 0,-1 0 0 0 0,1 1 0 0 0,0-1 0 0 0,-1 0 0 0 0,2-1 0 0 0,4-7-74 0 0,0 0-1 0 0,-1 0 0 0 0,0 0 0 0 0,5-14 0 0 0,9-27-216 0 0,-12 28 540 0 0,2-1-1 0 0,0 1 1 0 0,1 0-1 0 0,2 1 1 0 0,24-35-1 0 0,-34 54-157 0 0,-1 0 0 0 0,0 0 0 0 0,1 1-1 0 0,-1-1 1 0 0,1 0 0 0 0,0 1 0 0 0,0 0 0 0 0,-1-1 0 0 0,1 1-1 0 0,0 0 1 0 0,0 0 0 0 0,0 0 0 0 0,0 0 0 0 0,0 0-1 0 0,0 0 1 0 0,1 1 0 0 0,-1-1 0 0 0,0 1 0 0 0,0 0 0 0 0,0-1-1 0 0,1 1 1 0 0,-1 0 0 0 0,0 0 0 0 0,0 0 0 0 0,1 1-1 0 0,-1-1 1 0 0,0 1 0 0 0,0-1 0 0 0,0 1 0 0 0,0-1 0 0 0,1 1-1 0 0,-1 0 1 0 0,0 0 0 0 0,0 0 0 0 0,3 3 0 0 0,4 4-102 0 0,1 0 0 0 0,-1 0 0 0 0,-1 2 0 0 0,1-1 0 0 0,9 15 0 0 0,6 6-810 0 0,-11-18-484 0 0,1 0-350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0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0 311 6449 0 0,'10'-2'585'0'0,"-1"-1"0"0"0,0 0 0 0 0,0 0 0 0 0,-1-1-1 0 0,1 0 1 0 0,-1 0 0 0 0,0-1 0 0 0,0 0 0 0 0,0-1-1 0 0,0 0 1 0 0,-1 0 0 0 0,9-10 0 0 0,-10 9-299 0 0,0 0 0 0 0,-1 0 0 0 0,0 0 0 0 0,-1 0 0 0 0,1-1 0 0 0,-1 0 1 0 0,-1 0-1 0 0,0 0 0 0 0,0 0 0 0 0,0 0 0 0 0,-1-1 0 0 0,0 1 0 0 0,1-14 0 0 0,-3 10-164 0 0,0 0-1 0 0,0 0 0 0 0,-4-19 1 0 0,4 28-106 0 0,0 0 1 0 0,-1 0 0 0 0,0 0-1 0 0,1 1 1 0 0,-1-1-1 0 0,0 0 1 0 0,0 0 0 0 0,-1 1-1 0 0,1-1 1 0 0,-1 1 0 0 0,1-1-1 0 0,-1 1 1 0 0,0-1 0 0 0,0 1-1 0 0,0 0 1 0 0,0 0-1 0 0,0 0 1 0 0,0 0 0 0 0,0 0-1 0 0,-4-1 1 0 0,4 2-18 0 0,1 1 0 0 0,-1 0 0 0 0,1 0 0 0 0,-1-1 0 0 0,1 1 0 0 0,-1 0 0 0 0,1 0 0 0 0,-1 0 1 0 0,1 1-1 0 0,-1-1 0 0 0,1 0 0 0 0,-1 1 0 0 0,1-1 0 0 0,0 1 0 0 0,-1-1 0 0 0,1 1 0 0 0,0-1 0 0 0,-1 1 0 0 0,1 0 0 0 0,0 0 0 0 0,-1 0 0 0 0,1 0 0 0 0,0 0 0 0 0,0 0 0 0 0,0 0 1 0 0,0 0-1 0 0,0 0 0 0 0,0 0 0 0 0,0 1 0 0 0,1-1 0 0 0,-1 0 0 0 0,0 1 0 0 0,1-1 0 0 0,-1 3 0 0 0,-3 4 34 0 0,0 1 0 0 0,1 0 0 0 0,0 0 0 0 0,-2 10 0 0 0,3-6 187 0 0,0 0 1 0 0,0 0-1 0 0,2-1 1 0 0,-1 1-1 0 0,2 0 1 0 0,-1 0-1 0 0,2 0 1 0 0,0-1-1 0 0,0 1 0 0 0,8 21 1 0 0,-8-29-199 0 0,0 0 1 0 0,0-1-1 0 0,1 1 0 0 0,-1-1 1 0 0,1 1-1 0 0,0-1 0 0 0,0 0 1 0 0,0 0-1 0 0,1-1 0 0 0,-1 1 1 0 0,1-1-1 0 0,0 1 1 0 0,0-1-1 0 0,0 0 0 0 0,0-1 1 0 0,1 1-1 0 0,-1-1 0 0 0,1 0 1 0 0,0 0-1 0 0,-1 0 0 0 0,1-1 1 0 0,0 1-1 0 0,0-1 1 0 0,0 0-1 0 0,0-1 0 0 0,0 1 1 0 0,0-1-1 0 0,0 0 0 0 0,0 0 1 0 0,6-1-1 0 0,30-9-2108 0 0,-20 1-5151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165 240 2761 0 0,'0'-1'299'0'0,"-1"-1"0"0"0,1 0 0 0 0,0 1 1 0 0,-1-1-1 0 0,1 0 0 0 0,-1 0 0 0 0,1 1 1 0 0,-1-1-1 0 0,0 1 0 0 0,0-1 0 0 0,0 1 1 0 0,0-1-1 0 0,0 1 0 0 0,0-1 0 0 0,0 1 1 0 0,0 0-1 0 0,-1 0 0 0 0,1 0 0 0 0,0-1 0 0 0,-1 1 1 0 0,1 0-1 0 0,-1 1 0 0 0,1-1 0 0 0,-1 0 1 0 0,1 0-1 0 0,-1 1 0 0 0,0-1 0 0 0,1 1 1 0 0,-1-1-1 0 0,-3 0 0 0 0,1 1 171 0 0,1-1-1 0 0,0 1 1 0 0,-1-1 0 0 0,1 1-1 0 0,-1 0 1 0 0,1 1-1 0 0,-1-1 1 0 0,1 0 0 0 0,-1 1-1 0 0,1 0 1 0 0,-1 0 0 0 0,1 0-1 0 0,0 0 1 0 0,-6 3-1 0 0,5 0-288 0 0,0-1-1 0 0,0 1 0 0 0,1 0 0 0 0,-1-1 0 0 0,1 2 1 0 0,0-1-1 0 0,0 0 0 0 0,0 1 0 0 0,1-1 0 0 0,0 1 1 0 0,0 0-1 0 0,0 0 0 0 0,-2 7 0 0 0,-1 10-89 0 0,-6 39-1 0 0,8-44 10 0 0,-1 9-118 0 0,2-1 1 0 0,0 48 0 0 0,2-67 14 0 0,0 1 0 0 0,0-1 0 0 0,1 0 1 0 0,0 0-1 0 0,0 0 0 0 0,1 0 0 0 0,0 0 1 0 0,0 0-1 0 0,0-1 0 0 0,1 1 1 0 0,-1-1-1 0 0,1 1 0 0 0,1-1 0 0 0,-1 0 1 0 0,1 0-1 0 0,0 0 0 0 0,0-1 0 0 0,5 5 1 0 0,-5-7-43 0 0,-1 1 0 0 0,1-2 0 0 0,0 1 0 0 0,0 0 0 0 0,0-1 0 0 0,0 0 0 0 0,0 0 0 0 0,0 0 0 0 0,0 0 0 0 0,0-1 0 0 0,1 1 0 0 0,-1-1 1 0 0,0 0-1 0 0,0 0 0 0 0,0-1 0 0 0,0 1 0 0 0,1-1 0 0 0,-1 0 0 0 0,0 0 0 0 0,0-1 0 0 0,0 1 0 0 0,-1-1 0 0 0,1 0 0 0 0,0 0 0 0 0,4-2 0 0 0,2-3-110 0 0,-1 1 0 0 0,1-1 0 0 0,-1-1 0 0 0,0 0 0 0 0,-1 0 0 0 0,0 0 0 0 0,13-19 0 0 0,5-12-135 0 0,-3-2 0 0 0,0 0 0 0 0,-3-2 0 0 0,-2 0 0 0 0,-2-1 0 0 0,20-83 0 0 0,-33 114 535 0 0,-1 1 0 0 0,-1-1 0 0 0,0 0 0 0 0,0 1 0 0 0,-1-1 0 0 0,-1 0 0 0 0,0 1 0 0 0,-1-1-1 0 0,-1 0 1 0 0,-5-12 2061 0 0,9 39-1710 0 0,3 20-477 0 0,5-5-88 0 0,2 0 0 0 0,0-1 1 0 0,2 0-1 0 0,1 0 1 0 0,2-1-1 0 0,0-1 0 0 0,2-1 1 0 0,0-1-1 0 0,2 0 1 0 0,33 31-1 0 0,-49-51-74 0 0,-1-1 1 0 0,1 0 0 0 0,0 1-1 0 0,0-1 1 0 0,0-1-1 0 0,0 1 1 0 0,1-1-1 0 0,8 4 1 0 0,-12-6 25 0 0,1 1 1 0 0,0-1-1 0 0,0 0 0 0 0,-1 0 1 0 0,1 0-1 0 0,0 0 1 0 0,-1 0-1 0 0,1-1 0 0 0,0 1 1 0 0,-1 0-1 0 0,1-1 1 0 0,-1 1-1 0 0,1-1 0 0 0,-1 0 1 0 0,1 0-1 0 0,-1 1 1 0 0,1-1-1 0 0,-1 0 0 0 0,1 0 1 0 0,-1 0-1 0 0,0 0 1 0 0,0-1-1 0 0,0 1 0 0 0,1 0 1 0 0,-1 0-1 0 0,0-1 1 0 0,-1 1-1 0 0,1-1 0 0 0,1-2 1 0 0,6-11-172 0 0,-1 0 1 0 0,-1 0-1 0 0,0-1 1 0 0,-2 0-1 0 0,1 0 0 0 0,2-26 1 0 0,-5 28 332 0 0,0-1 0 0 0,1 1 0 0 0,1 0 0 0 0,0 0 0 0 0,1 0 0 0 0,0 0 0 0 0,1 1 0 0 0,16-25 0 0 0,-21 37-122 0 0,0-1 0 0 0,0 1 0 0 0,0-1-1 0 0,0 1 1 0 0,0-1 0 0 0,0 1 0 0 0,0 0 0 0 0,1-1 0 0 0,-1 1 0 0 0,0 0 0 0 0,1 0 0 0 0,-1 0 0 0 0,1 0 0 0 0,0 1 0 0 0,-1-1-1 0 0,1 0 1 0 0,0 1 0 0 0,-1-1 0 0 0,1 1 0 0 0,0-1 0 0 0,0 1 0 0 0,-1 0 0 0 0,1-1 0 0 0,0 1 0 0 0,0 0 0 0 0,0 0 0 0 0,-1 1-1 0 0,1-1 1 0 0,0 0 0 0 0,0 1 0 0 0,-1-1 0 0 0,1 1 0 0 0,0-1 0 0 0,2 2 0 0 0,3 3 43 0 0,0 0 1 0 0,-1 1-1 0 0,1-1 1 0 0,-1 2-1 0 0,-1-1 1 0 0,8 9-1 0 0,-8-8-72 0 0,0-1 0 0 0,0 0 0 0 0,1 0 0 0 0,0 0 0 0 0,12 8 0 0 0,-6-9-1121 0 0,1-1-4312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1.8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27 5985 0 0,'-1'-1'209'0'0,"1"-1"1"0"0,-1 1-1 0 0,0-1 0 0 0,1 1 0 0 0,-1-1 0 0 0,0 1 0 0 0,0 0 0 0 0,0-1 1 0 0,0 1-1 0 0,0 0 0 0 0,0 0 0 0 0,0 0 0 0 0,-1 0 0 0 0,1 0 0 0 0,0 0 1 0 0,-1 0-1 0 0,1 0 0 0 0,0 0 0 0 0,-1 1 0 0 0,1-1 0 0 0,-1 1 0 0 0,1-1 1 0 0,-1 1-1 0 0,0-1 0 0 0,1 1 0 0 0,-1 0 0 0 0,1 0 0 0 0,-1 0 0 0 0,0 0 1 0 0,1 0-1 0 0,-1 0 0 0 0,1 0 0 0 0,-1 0 0 0 0,1 1 0 0 0,-1-1 0 0 0,0 1 1 0 0,1-1-1 0 0,-1 1 0 0 0,1-1 0 0 0,0 1 0 0 0,-1 0 0 0 0,1 0 0 0 0,-1 0 1 0 0,1 0-1 0 0,0 0 0 0 0,0 0 0 0 0,0 0 0 0 0,0 0 0 0 0,0 0 0 0 0,0 1 1 0 0,0-1-1 0 0,0 0 0 0 0,0 1 0 0 0,0-1 0 0 0,1 1 0 0 0,-2 1 0 0 0,-2 10 283 0 0,0-1 0 0 0,1 1 0 0 0,0 0 0 0 0,1 0 0 0 0,0 0 0 0 0,1 26 0 0 0,1-33-453 0 0,0 1-1 0 0,1-1 1 0 0,0 1-1 0 0,0-1 1 0 0,0 0-1 0 0,1 1 1 0 0,0-1-1 0 0,0 0 1 0 0,1 0-1 0 0,-1 0 1 0 0,1 0-1 0 0,1-1 1 0 0,-1 1-1 0 0,1-1 1 0 0,0 0-1 0 0,4 5 1 0 0,-7-9-55 0 0,0 0 0 0 0,0 0 1 0 0,0 0-1 0 0,0 0 1 0 0,0 0-1 0 0,1-1 0 0 0,-1 1 1 0 0,0 0-1 0 0,0-1 0 0 0,0 1 1 0 0,1-1-1 0 0,-1 1 1 0 0,0-1-1 0 0,1 0 0 0 0,-1 0 1 0 0,0 1-1 0 0,1-1 0 0 0,-1 0 1 0 0,0 0-1 0 0,1 0 0 0 0,-1 0 1 0 0,0-1-1 0 0,1 1 1 0 0,-1 0-1 0 0,0 0 0 0 0,2-1 1 0 0,0-1-74 0 0,-1 1 0 0 0,1-1 0 0 0,-1 0 0 0 0,0 0 1 0 0,1 0-1 0 0,-1 0 0 0 0,0 0 0 0 0,0 0 0 0 0,0-1 0 0 0,-1 1 1 0 0,3-4-1 0 0,2-4-286 0 0,-1-1 1 0 0,0 0 0 0 0,0 0 0 0 0,5-22-1 0 0,-6 5-26 0 0,-4 22 560 0 0,1 0-1 0 0,-1 0 1 0 0,1 0-1 0 0,0 0 1 0 0,1 0 0 0 0,0 0-1 0 0,0 1 1 0 0,0-1-1 0 0,0 1 1 0 0,1-1 0 0 0,0 1-1 0 0,5-7 1 0 0,-7 11-86 0 0,0 0 0 0 0,0 1 0 0 0,0-1 0 0 0,0 0 0 0 0,0 1 0 0 0,1-1 0 0 0,-1 1 0 0 0,0-1 0 0 0,0 1 0 0 0,1-1 0 0 0,-1 1 0 0 0,0 0 0 0 0,1 0 0 0 0,-1 0 0 0 0,1 0 0 0 0,-1 0 0 0 0,0 0 0 0 0,1 0 0 0 0,-1 0 0 0 0,0 0 0 0 0,1 1-1 0 0,-1-1 1 0 0,0 1 0 0 0,0-1 0 0 0,1 1 0 0 0,-1-1 0 0 0,0 1 0 0 0,0-1 0 0 0,0 1 0 0 0,0 0 0 0 0,1 0 0 0 0,-1 0 0 0 0,1 1 0 0 0,5 5-8 0 0,-1-1 0 0 0,1 2-1 0 0,9 13 1 0 0,-3-4 137 0 0,-4-7-154 0 0,1 1 1 0 0,1-1 0 0 0,21 15 0 0 0,-29-22-95 0 0,0-1 1 0 0,0 0-1 0 0,0 0 1 0 0,1 0-1 0 0,-1-1 1 0 0,1 1-1 0 0,-1-1 1 0 0,1 1-1 0 0,0-1 1 0 0,-1-1-1 0 0,1 1 1 0 0,0 0-1 0 0,0-1 1 0 0,0 0-1 0 0,-1 0 1 0 0,1 0-1 0 0,0 0 1 0 0,0 0-1 0 0,6-2 1 0 0,-6-1-325 0 0,0 0-1 0 0,0 1 1 0 0,-1-1 0 0 0,1-1 0 0 0,-1 1-1 0 0,0 0 1 0 0,1-1 0 0 0,-1 0-1 0 0,-1 0 1 0 0,4-5 0 0 0,-3 5-478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 10138 0 0,'0'0'81'0'0,"0"0"1"0"0,-1 0-1 0 0,1-1 0 0 0,0 1 0 0 0,0 0 0 0 0,0-1 0 0 0,-1 1 1 0 0,1 0-1 0 0,0-1 0 0 0,0 1 0 0 0,0 0 0 0 0,0-1 0 0 0,0 1 1 0 0,0 0-1 0 0,0-1 0 0 0,0 1 0 0 0,0-1 0 0 0,0 1 0 0 0,0 0 1 0 0,0-1-1 0 0,0 1 0 0 0,0 0 0 0 0,0-1 0 0 0,0 1 0 0 0,0 0 1 0 0,1-1-1 0 0,-1 1 0 0 0,0 0 0 0 0,0-1 0 0 0,0 1 0 0 0,0 0 1 0 0,1 0-1 0 0,-1-1 0 0 0,0 1 0 0 0,14-2 2172 0 0,13 10 687 0 0,-17-3-2516 0 0,-1 1 1 0 0,0 0-1 0 0,0 0 0 0 0,-1 1 1 0 0,1 0-1 0 0,-1 0 0 0 0,-1 1 1 0 0,0 0-1 0 0,9 12 0 0 0,1 7 27 0 0,25 52 0 0 0,-32-59-403 0 0,-10-20-50 0 0,0 0-1 0 0,0 0 1 0 0,0 0 0 0 0,0 0-1 0 0,0 0 1 0 0,0 1 0 0 0,0-1-1 0 0,1 0 1 0 0,-1 0 0 0 0,0 0-1 0 0,0 0 1 0 0,0 0 0 0 0,0 0-1 0 0,0 0 1 0 0,0 0 0 0 0,0 1 0 0 0,0-1-1 0 0,0 0 1 0 0,1 0 0 0 0,-1 0-1 0 0,0 0 1 0 0,0 0 0 0 0,0 0-1 0 0,0 0 1 0 0,0 0 0 0 0,0 0-1 0 0,1 0 1 0 0,-1 0 0 0 0,0 0-1 0 0,0 0 1 0 0,0 0 0 0 0,0 0-1 0 0,0 0 1 0 0,0 0 0 0 0,1 0-1 0 0,-1 0 1 0 0,0 0 0 0 0,0 0-1 0 0,0 0 1 0 0,0 0 0 0 0,0 0-1 0 0,0 0 1 0 0,0 0 0 0 0,1 0-1 0 0,-1-1 1 0 0,0 1 0 0 0,0 0 0 0 0,0 0-1 0 0,0 0 1 0 0,0 0 0 0 0,0 0-1 0 0,0 0 1 0 0,0 0 0 0 0,0 0-1 0 0,0-1 1 0 0,0 1 0 0 0,1 0-1 0 0,-1 0 1 0 0,0 0 0 0 0,0 0-1 0 0,0 0 1 0 0,0-1 0 0 0,6-13-270 0 0,2-16-117 0 0,-3-12 254 0 0,-5 33 160 0 0,1-1-1 0 0,0 1 1 0 0,0 0-1 0 0,1 0 1 0 0,0 0 0 0 0,1 0-1 0 0,0 0 1 0 0,0 0-1 0 0,1 1 1 0 0,0-1 0 0 0,5-7-1 0 0,-6 14-11 0 0,-1 0-1 0 0,1 0 0 0 0,0 0 1 0 0,0 0-1 0 0,0 1 0 0 0,0-1 1 0 0,0 1-1 0 0,0 0 0 0 0,0 0 1 0 0,1 0-1 0 0,-1 0 0 0 0,0 1 1 0 0,0-1-1 0 0,1 1 0 0 0,-1 0 1 0 0,0 0-1 0 0,1 0 0 0 0,-1 0 1 0 0,0 1-1 0 0,1-1 0 0 0,4 2 1 0 0,-2 0 12 0 0,0-1 1 0 0,0 1 0 0 0,-1 0 0 0 0,1 0-1 0 0,0 0 1 0 0,-1 1 0 0 0,1 0-1 0 0,-1 0 1 0 0,0 1 0 0 0,0-1 0 0 0,5 5-1 0 0,3 9-979 0 0,1 0-1 0 0,11 19 1 0 0,-20-26 19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2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 11955 0 0,'39'-5'3530'0'0,"-35"4"-3259"0"0,-1 0 1 0 0,1 0-1 0 0,0 0 0 0 0,-1 1 0 0 0,1 0 0 0 0,0-1 0 0 0,-1 1 0 0 0,1 0 1 0 0,0 1-1 0 0,-1-1 0 0 0,1 1 0 0 0,0-1 0 0 0,-1 1 0 0 0,1 0 0 0 0,-1 0 1 0 0,0 1-1 0 0,1-1 0 0 0,-1 1 0 0 0,0 0 0 0 0,0 0 0 0 0,1 0 0 0 0,-2 0 1 0 0,6 4-1 0 0,4 9-125 0 0,0 1 1 0 0,-1 0-1 0 0,0 1 1 0 0,-1 0 0 0 0,-1 1-1 0 0,-1 0 1 0 0,-1 0-1 0 0,0 0 1 0 0,7 34-1 0 0,-8-18-735 0 0,5-88-2977 0 0,24-66-6778 0 0,-26 94 6442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3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69 4145 0 0,'-25'15'9245'0'0,"36"-25"-7738"0"0,1-1-899 0 0,1 2 0 0 0,0 0 0 0 0,0 0 0 0 0,1 1 0 0 0,0 1 0 0 0,18-7 0 0 0,-28 13-459 0 0,1-1 1 0 0,-1 1-1 0 0,1 0 0 0 0,-1 1 1 0 0,1-1-1 0 0,-1 1 0 0 0,1 0 1 0 0,0 0-1 0 0,-1 0 1 0 0,1 0-1 0 0,-1 1 0 0 0,1 0 1 0 0,-1 0-1 0 0,1 0 1 0 0,-1 1-1 0 0,0-1 0 0 0,0 1 1 0 0,1 0-1 0 0,-1 0 1 0 0,0 1-1 0 0,-1-1 0 0 0,1 1 1 0 0,0 0-1 0 0,-1 0 1 0 0,6 5-1 0 0,46 63-591 0 0,-43-53-345 0 0,1-1 1 0 0,1 0 0 0 0,26 24-1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6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0 213 10138 0 0,'2'4'3230'0'0,"-2"-4"-3183"0"0,11-5 2123 0 0,10-9 337 0 0,-11 3-1953 0 0,-1 0-1 0 0,-1-1 1 0 0,0 0-1 0 0,12-24 1 0 0,-16 28-536 0 0,-1 0-1 0 0,0 0 1 0 0,0 0 0 0 0,-1 0-1 0 0,0-1 1 0 0,-1 1 0 0 0,1-1-1 0 0,-2 1 1 0 0,1-13-1 0 0,-1 20-47 0 0,0 1-1 0 0,0-1 0 0 0,0 0 0 0 0,0 0 1 0 0,0 1-1 0 0,0-1 0 0 0,0 0 0 0 0,0 1 0 0 0,0-1 1 0 0,0 0-1 0 0,-1 0 0 0 0,1 1 0 0 0,0-1 1 0 0,0 0-1 0 0,-1 1 0 0 0,1-1 0 0 0,0 0 0 0 0,-1 1 1 0 0,1-1-1 0 0,-1 1 0 0 0,1-1 0 0 0,-1 1 1 0 0,1-1-1 0 0,-1 1 0 0 0,1-1 0 0 0,-1 1 0 0 0,0-1 1 0 0,1 1-1 0 0,-1-1 0 0 0,0 1 0 0 0,1 0 0 0 0,-1 0 1 0 0,0-1-1 0 0,1 1 0 0 0,-1 0 0 0 0,0 0 1 0 0,0 0-1 0 0,1 0 0 0 0,-1 0 0 0 0,0 0 0 0 0,1 0 1 0 0,-1 0-1 0 0,0 0 0 0 0,0 0 0 0 0,1 0 1 0 0,-1 0-1 0 0,0 0 0 0 0,0 1 0 0 0,1-1 0 0 0,-1 0 1 0 0,0 1-1 0 0,1-1 0 0 0,-1 0 0 0 0,1 1 0 0 0,-2 0 1 0 0,-1 1-96 0 0,-1 0 0 0 0,1 0-1 0 0,0 1 1 0 0,0-1 0 0 0,0 1 0 0 0,0 0 0 0 0,0 0 0 0 0,0 0 0 0 0,-1 4 0 0 0,1-2 259 0 0,1 1 1 0 0,0-1-1 0 0,0 1 1 0 0,0 0-1 0 0,1 0 1 0 0,0 0-1 0 0,0-1 1 0 0,1 1-1 0 0,-1 0 1 0 0,1 0-1 0 0,1 0 1 0 0,-1 0-1 0 0,1 0 1 0 0,0 0 0 0 0,0 0-1 0 0,1 0 1 0 0,0 0-1 0 0,0-1 1 0 0,0 1-1 0 0,1-1 1 0 0,-1 1-1 0 0,7 7 1 0 0,-7-9-224 0 0,1-1 1 0 0,-1 1 0 0 0,1-1 0 0 0,0 1 0 0 0,0-1 0 0 0,0 0-1 0 0,0 0 1 0 0,1-1 0 0 0,-1 1 0 0 0,1 0 0 0 0,0-1 0 0 0,-1 0-1 0 0,1 0 1 0 0,0 0 0 0 0,0-1 0 0 0,0 1 0 0 0,1-1 0 0 0,-1 0-1 0 0,0 0 1 0 0,0-1 0 0 0,1 1 0 0 0,-1-1 0 0 0,1 0 0 0 0,-1 0-1 0 0,0 0 1 0 0,1-1 0 0 0,-1 1 0 0 0,0-1 0 0 0,0 0 0 0 0,1 0-1 0 0,6-3 1 0 0,6-5-6578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3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53 8754 0 0,'-15'-52'5966'0'0,"10"64"-4094"0"0,0 17-634 0 0,1 1 1 0 0,2 0 0 0 0,1-1 0 0 0,3 41-1 0 0,22 120 63 0 0,-16-139-563 0 0,24 77 0 0 0,-25-108-621 0 0,0 1 0 0 0,2-1 1 0 0,0 0-1 0 0,1-1 0 0 0,1 0 1 0 0,18 24-1 0 0,-12-25-1319 0 0,2-2-4966 0 0,1-4-2003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14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18892 0 0,'6'7'1680'0'0,"-3"-3"-1344"0"0,1 0-272 0 0,4 3 2377 0 0,-5-5-1561 0 0,1 3-648 0 0,-1-3-128 0 0,-3 1-24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29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751 60 5985 0 0,'-143'-24'2653'0'0,"-263"-12"-1"0"0,377 40-2004 0 0,29-4-645 0 0,0 0 1 0 0,0 0 0 0 0,0 0-1 0 0,0 0 1 0 0,0 0 0 0 0,0 0-1 0 0,-1 0 1 0 0,1 0 0 0 0,0 0-1 0 0,0 0 1 0 0,0 0 0 0 0,0 0-1 0 0,0 0 1 0 0,0 0 0 0 0,0 0-1 0 0,0 0 1 0 0,0 0 0 0 0,0 0-1 0 0,0 1 1 0 0,0-1 0 0 0,0 0-1 0 0,0 0 1 0 0,0 0 0 0 0,0 0 0 0 0,0 0-1 0 0,-1 0 1 0 0,1 0 0 0 0,0 0-1 0 0,0 0 1 0 0,0 0 0 0 0,0 0-1 0 0,0 1 1 0 0,0-1 0 0 0,0 0-1 0 0,0 0 1 0 0,0 0 0 0 0,0 0-1 0 0,0 0 1 0 0,0 0 0 0 0,0 0-1 0 0,1 0 1 0 0,-1 0 0 0 0,0 0-1 0 0,0 0 1 0 0,0 1 0 0 0,0-1-1 0 0,0 0 1 0 0,0 0 0 0 0,0 0 0 0 0,0 0-1 0 0,0 0 1 0 0,0 0 0 0 0,0 0-1 0 0,0 0 1 0 0,0 0 0 0 0,0 0-1 0 0,0 0 1 0 0,0 0 0 0 0,0 0-1 0 0,1 0 1 0 0,-1 0 0 0 0,0 0-1 0 0,0 0 1 0 0,0 0 0 0 0,0 0-1 0 0,0 0 1 0 0,0 0 0 0 0,17 5 17 0 0,51 3-137 0 0,123 0-1 0 0,-125-7 157 0 0,344-2 1822 0 0,-151-1-577 0 0,555-10 1221 0 0,414 6-686 0 0,-553 36-1669 0 0,-41 20-224 0 0,-610-48 20 0 0,-13-1 38 0 0,0 0 1 0 0,0 0-1 0 0,0-1 1 0 0,0-1-1 0 0,0 1 1 0 0,18-5-1 0 0,-39-2 84 0 0,-9 1-12 0 0,-48-5 405 0 0,-132-4 1 0 0,118 11-534 0 0,-888-10-1444 0 0,-2 65 1002 0 0,497-2 513 0 0,-771 179 0 0 0,1150-206-15 0 0,-154 42 83 0 0,188-45 5 0 0,1 2 0 0 0,-58 31 0 0 0,115-51-73 0 0,-1 1 1 0 0,1 0-1 0 0,0 0 1 0 0,-1 0-1 0 0,1 0 0 0 0,0 1 1 0 0,1-1-1 0 0,-6 6 0 0 0,8-8 0 0 0,0 1-1 0 0,-1-1 1 0 0,1 1-1 0 0,0-1 0 0 0,-1 1 1 0 0,1-1-1 0 0,0 1 1 0 0,0 0-1 0 0,0-1 0 0 0,0 1 1 0 0,0-1-1 0 0,0 1 1 0 0,0-1-1 0 0,0 1 0 0 0,0 0 1 0 0,0-1-1 0 0,0 1 1 0 0,0-1-1 0 0,0 1 0 0 0,0-1 1 0 0,0 1-1 0 0,1 1 1 0 0,0-1-5 0 0,0 0 0 0 0,0 0 0 0 0,0 0 1 0 0,0 0-1 0 0,0 0 0 0 0,0 0 0 0 0,0 0 1 0 0,0 0-1 0 0,1 0 0 0 0,-1 0 0 0 0,0 0 1 0 0,3 0-1 0 0,13 6-82 0 0,0 0 1 0 0,0-2-1 0 0,0 0 1 0 0,1-1-1 0 0,25 2 0 0 0,97 3-489 0 0,-89-8 489 0 0,1105-9 2795 0 0,-953 2-2441 0 0,381-21 88 0 0,-83 3-326 0 0,220-12-134 0 0,-296 13-174 0 0,50-12-662 0 0,-451 33 796 0 0,-9 1-38 0 0,1 0-1 0 0,-1-1 1 0 0,1-1 0 0 0,20-6-1 0 0,-36 9 184 0 0,0 0 0 0 0,0 0 0 0 0,0 0 0 0 0,1 0-1 0 0,-1 0 1 0 0,0 0 0 0 0,0 0 0 0 0,0 0 0 0 0,0 0 0 0 0,0-1-1 0 0,0 1 1 0 0,0 0 0 0 0,0 0 0 0 0,0 0 0 0 0,0 0 0 0 0,0 0-1 0 0,1 0 1 0 0,-1 0 0 0 0,0 0 0 0 0,0 0 0 0 0,0 0 0 0 0,0 0-1 0 0,0 0 1 0 0,0 0 0 0 0,0 0 0 0 0,0 0 0 0 0,0 0 0 0 0,0-1-1 0 0,0 1 1 0 0,0 0 0 0 0,0 0 0 0 0,0 0 0 0 0,0 0-1 0 0,0 0 1 0 0,0 0 0 0 0,0 0 0 0 0,0 0 0 0 0,0 0 0 0 0,0 0-1 0 0,0-1 1 0 0,0 1 0 0 0,0 0 0 0 0,0 0 0 0 0,0 0 0 0 0,0 0-1 0 0,0 0 1 0 0,0 0 0 0 0,0 0 0 0 0,0 0 0 0 0,0 0 0 0 0,0 0-1 0 0,0 0 1 0 0,0-1 0 0 0,0 1 0 0 0,0 0 0 0 0,0 0 0 0 0,0 0-1 0 0,0 0 1 0 0,0 0 0 0 0,-1 0 0 0 0,1 0 0 0 0,0 0 0 0 0,0 0-1 0 0,0 0 1 0 0,0 0 0 0 0,0 0 0 0 0,0 0 0 0 0,0 0 0 0 0,-11-4-4 0 0,-16-2 29 0 0,-871-23-669 0 0,676 28 69 0 0,-1135 44-173 0 0,965 4 712 0 0,260-30 18 0 0,-478 95-59 0 0,593-107 92 0 0,-15 1 181 0 0,2 2 0 0 0,-1 1 0 0 0,1 2 0 0 0,-50 25 0 0 0,79-36-170 0 0,0 1 0 0 0,0-1 0 0 0,0 0 0 0 0,1 1 1 0 0,-1-1-1 0 0,0 1 0 0 0,0-1 0 0 0,1 1 0 0 0,-1 0 1 0 0,0-1-1 0 0,1 1 0 0 0,-1 0 0 0 0,0-1 0 0 0,1 1 0 0 0,-1 0 1 0 0,1 0-1 0 0,-1-1 0 0 0,1 1 0 0 0,0 0 0 0 0,-1 0 1 0 0,1 0-1 0 0,0 0 0 0 0,0 0 0 0 0,-1 0 0 0 0,1 1 0 0 0,1-1-6 0 0,-1 0 0 0 0,1 0 0 0 0,-1-1 0 0 0,1 1 0 0 0,-1 0 0 0 0,1 0 0 0 0,0 0 0 0 0,-1 0 0 0 0,1-1 0 0 0,0 1 0 0 0,0 0 0 0 0,0 0 0 0 0,-1-1 0 0 0,1 1 0 0 0,0-1-1 0 0,0 1 1 0 0,2 0 0 0 0,8 3-33 0 0,-1 0-1 0 0,1-1 1 0 0,12 2 0 0 0,-20-4-33 0 0,73 10-111 0 0,1-3 0 0 0,131-2 0 0 0,-83-5 165 0 0,2397 12 2791 0 0,-1435-18-2629 0 0,-1065 6-160 0 0,1 0-4 0 0,-36-3 31 0 0,-544-23-1281 0 0,374 21 874 0 0,-15-1-102 0 0,-1015-4 15 0 0,888 29-554 0 0,162-2-5112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5.1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194 351 4609 0 0,'-23'-6'1778'0'0,"-1"2"-1"0"0,0 0 1 0 0,-44-1 0 0 0,30 2 1721 0 0,21 3-1037 0 0,25 3-1101 0 0,27 4-1176 0 0,43 0-294 0 0,191 24 168 0 0,-208-20 43 0 0,23 4 83 0 0,165 9-1 0 0,-248-24-186 0 0,0 0 1 0 0,1 1-1 0 0,-1-1 0 0 0,1 0 0 0 0,-1 0 0 0 0,1 0 1 0 0,-1 0-1 0 0,1-1 0 0 0,-1 1 0 0 0,0 0 1 0 0,1-1-1 0 0,-1 1 0 0 0,0-1 0 0 0,1 1 0 0 0,-1-1 1 0 0,0 1-1 0 0,1-1 0 0 0,-1 0 0 0 0,0 0 0 0 0,0 0 1 0 0,0 0-1 0 0,0 0 0 0 0,0 0 0 0 0,0 0 1 0 0,2-2-1 0 0,-3 0-2 0 0,1 0-1 0 0,-1 0 1 0 0,0 1 0 0 0,0-1 0 0 0,0 0-1 0 0,0 0 1 0 0,0 0 0 0 0,-1 0 0 0 0,1 0 0 0 0,-2-3-1 0 0,-2-16-2 0 0,1-4 6 0 0,2 0 1 0 0,1 0-1 0 0,1 0 0 0 0,6-40 0 0 0,29-102 25 0 0,-33 158-20 0 0,-3 9 12 0 0,0 1 0 0 0,0 0-1 0 0,0 0 1 0 0,0 0 0 0 0,0-1 0 0 0,0 1 0 0 0,0 0-1 0 0,0 0 1 0 0,0-1 0 0 0,0 1 0 0 0,0 0-1 0 0,0 0 1 0 0,0 0 0 0 0,0-1 0 0 0,0 1-1 0 0,0 0 1 0 0,0 0 0 0 0,0 0 0 0 0,0-1-1 0 0,0 1 1 0 0,0 0 0 0 0,1 0 0 0 0,-1 0-1 0 0,0-1 1 0 0,0 1 0 0 0,0 0 0 0 0,0 0-1 0 0,0 0 1 0 0,1 0 0 0 0,-1-1 0 0 0,0 1-1 0 0,0 0 1 0 0,0 0 0 0 0,1 0 0 0 0,-1 0 0 0 0,0 0-1 0 0,0 0 1 0 0,0 0 0 0 0,1 0 0 0 0,-1 0-1 0 0,0 0 1 0 0,0 0 0 0 0,1 0 0 0 0,-1 0-1 0 0,0 0 1 0 0,0 0 0 0 0,0 0 0 0 0,1 0-1 0 0,-1 0 1 0 0,0 0 0 0 0,0 0 0 0 0,1 0-1 0 0,-1 0 1 0 0,0 0 0 0 0,0 0 0 0 0,0 0-1 0 0,1 0 1 0 0,-1 1 0 0 0,0-1 0 0 0,11 19 391 0 0,5 28-255 0 0,1 39 120 0 0,-10-45-220 0 0,17 60 1 0 0,-20-90-48 0 0,0 0 0 0 0,1 0 0 0 0,0-1 0 0 0,0 0 0 0 0,1 1 0 0 0,0-2 0 0 0,1 1 0 0 0,0-1 0 0 0,1 0 0 0 0,8 8 0 0 0,-15-16-15 0 0,0-1 1 0 0,0 1 0 0 0,0-1-1 0 0,0 1 1 0 0,0-1 0 0 0,0 1-1 0 0,1-1 1 0 0,-1 0 0 0 0,0 1-1 0 0,0-1 1 0 0,0 0 0 0 0,0 0-1 0 0,0 0 1 0 0,1 0 0 0 0,-1 0-1 0 0,0 0 1 0 0,0 0 0 0 0,0 0-1 0 0,0 0 1 0 0,1-1 0 0 0,-1 1-1 0 0,0 0 1 0 0,0-1 0 0 0,0 1-1 0 0,0-1 1 0 0,0 0 0 0 0,0 1-1 0 0,0-1 1 0 0,0 0 0 0 0,0 1-1 0 0,0-1 1 0 0,-1 0 0 0 0,1 0-1 0 0,0 0 1 0 0,0 0 0 0 0,-1 1-1 0 0,1-1 1 0 0,0 0 0 0 0,0-2-1 0 0,5-6-101 0 0,1-1-1 0 0,-1 1 1 0 0,4-12-1 0 0,-6 14 91 0 0,15-36 175 0 0,17-49-1 0 0,1-5 53 0 0,-36 94-192 0 0,0-1 0 0 0,1 1 0 0 0,-1 0 0 0 0,1 0 0 0 0,0 0 0 0 0,0 0 0 0 0,0 1 1 0 0,0-1-1 0 0,1 1 0 0 0,-1-1 0 0 0,1 1 0 0 0,-1 0 0 0 0,1 0 0 0 0,6-4 1 0 0,-8 6-10 0 0,1-1 1 0 0,0 1 0 0 0,-1 0 0 0 0,1 0 0 0 0,0 0 0 0 0,-1 0 0 0 0,1 0 0 0 0,0 0-1 0 0,-1 0 1 0 0,1 0 0 0 0,0 1 0 0 0,-1-1 0 0 0,1 1 0 0 0,0-1 0 0 0,-1 1 0 0 0,1 0-1 0 0,-1 0 1 0 0,1-1 0 0 0,-1 1 0 0 0,1 0 0 0 0,-1 0 0 0 0,0 1 0 0 0,0-1 0 0 0,1 0-1 0 0,-1 0 1 0 0,0 0 0 0 0,0 1 0 0 0,0-1 0 0 0,0 1 0 0 0,0-1 0 0 0,1 3 0 0 0,4 9 30 0 0,0 0 1 0 0,-1 0-1 0 0,0 0 1 0 0,-1 0-1 0 0,0 1 1 0 0,-1 0-1 0 0,2 25 1 0 0,-3-19 52 0 0,2 0-1 0 0,0-1 1 0 0,9 26 0 0 0,-11-40-79 0 0,0 1 0 0 0,1-1 0 0 0,0 0 0 0 0,0 0 0 0 0,0 0 0 0 0,0-1 0 0 0,1 1 0 0 0,0-1 0 0 0,0 0 0 0 0,0 0 0 0 0,1 0 0 0 0,-1 0 0 0 0,1-1-1 0 0,0 1 1 0 0,9 3 0 0 0,-12-5-13 0 0,1-1-1 0 0,-1 0 0 0 0,1 0 0 0 0,-1 0 0 0 0,1 0 0 0 0,0-1 0 0 0,-1 1 0 0 0,1-1 1 0 0,0 1-1 0 0,0-1 0 0 0,-1 0 0 0 0,1 0 0 0 0,0 0 0 0 0,0-1 0 0 0,-1 1 0 0 0,1-1 1 0 0,0 1-1 0 0,-1-1 0 0 0,1 0 0 0 0,0 0 0 0 0,-1 0 0 0 0,1 0 0 0 0,-1-1 0 0 0,0 1 1 0 0,1-1-1 0 0,-1 1 0 0 0,0-1 0 0 0,0 0 0 0 0,0 0 0 0 0,0 0 0 0 0,0 0 0 0 0,0 0 1 0 0,-1 0-1 0 0,1-1 0 0 0,-1 1 0 0 0,2-4 0 0 0,5-9 8 0 0,-1-2 0 0 0,0 1 0 0 0,-1-1 0 0 0,6-28 0 0 0,-5 18 65 0 0,3-12 14 0 0,-8 27-55 0 0,0 1 1 0 0,1-1-1 0 0,0 1 1 0 0,1 0-1 0 0,0 0 1 0 0,1 0-1 0 0,0 1 1 0 0,1-1-1 0 0,13-17 1 0 0,-18 27-23 0 0,0 1 0 0 0,-1-1 0 0 0,1 0-1 0 0,0 1 1 0 0,0-1 0 0 0,-1 0 0 0 0,1 1 0 0 0,0 0 0 0 0,0-1 0 0 0,0 1 0 0 0,0-1 0 0 0,0 1-1 0 0,0 0 1 0 0,0 0 0 0 0,-1-1 0 0 0,1 1 0 0 0,0 0 0 0 0,0 0 0 0 0,0 0 0 0 0,0 0 0 0 0,0 0 0 0 0,0 0-1 0 0,0 0 1 0 0,0 0 0 0 0,2 1 0 0 0,-1 0-4 0 0,0 0-1 0 0,0 1 1 0 0,0-1-1 0 0,0 0 1 0 0,0 1-1 0 0,0-1 1 0 0,0 1-1 0 0,0 0 1 0 0,-1 0-1 0 0,2 2 1 0 0,3 4 9 0 0,0 0 0 0 0,-1 1-1 0 0,7 17 1 0 0,9 27 26 0 0,-8-16 37 0 0,21 38-1 0 0,-29-65-64 0 0,0-1 0 0 0,0-1 1 0 0,1 1-1 0 0,0-1 0 0 0,1 0 0 0 0,0 0 0 0 0,0-1 0 0 0,1 0 0 0 0,10 8 0 0 0,-17-14-9 0 0,1-1 0 0 0,-1 1 0 0 0,1 0 0 0 0,-1-1 0 0 0,1 1 0 0 0,-1-1 0 0 0,1 1 0 0 0,-1-1 0 0 0,1 0 0 0 0,0 1 0 0 0,-1-1 0 0 0,1 0 0 0 0,0 0 0 0 0,-1 0 0 0 0,1-1 0 0 0,0 1 0 0 0,-1 0 0 0 0,1-1 0 0 0,-1 1 0 0 0,1-1 0 0 0,-1 1 0 0 0,1-1 0 0 0,-1 0 0 0 0,1 1 0 0 0,-1-1 0 0 0,1 0 0 0 0,-1 0 0 0 0,0 0 0 0 0,0 0 0 0 0,1 0 0 0 0,-1 0 0 0 0,0-1 0 0 0,0 1 0 0 0,0 0 0 0 0,0-1 0 0 0,1-1 0 0 0,5-8 0 0 0,-1 0 0 0 0,0 0 0 0 0,8-20 0 0 0,-10 22 0 0 0,24-74 24 0 0,-25 68-14 0 0,1-1 0 0 0,1 1 1 0 0,0 1-1 0 0,1-1 1 0 0,1 1-1 0 0,0 0 1 0 0,1 0-1 0 0,1 1 1 0 0,13-17-1 0 0,-21 29-6 0 0,-1 0-1 0 0,1 1 1 0 0,-1-1-1 0 0,1 0 1 0 0,0 0-1 0 0,0 0 1 0 0,-1 1-1 0 0,1-1 1 0 0,0 0 0 0 0,0 1-1 0 0,0-1 1 0 0,0 1-1 0 0,0-1 1 0 0,0 1-1 0 0,0-1 1 0 0,0 1 0 0 0,0 0-1 0 0,0-1 1 0 0,0 1-1 0 0,0 0 1 0 0,0 0-1 0 0,0 0 1 0 0,0 0-1 0 0,0 0 1 0 0,0 0 0 0 0,0 0-1 0 0,0 0 1 0 0,0 0-1 0 0,0 0 1 0 0,0 1-1 0 0,0-1 1 0 0,0 0-1 0 0,0 1 1 0 0,0-1 0 0 0,0 1-1 0 0,0-1 1 0 0,0 1-1 0 0,0-1 1 0 0,0 1-1 0 0,0 0 1 0 0,-1 0 0 0 0,1-1-1 0 0,0 1 1 0 0,0 0-1 0 0,-1 0 1 0 0,1 0-1 0 0,-1 0 1 0 0,1-1-1 0 0,-1 1 1 0 0,1 0 0 0 0,-1 0-1 0 0,1 0 1 0 0,-1 0-1 0 0,0 2 1 0 0,5 8 52 0 0,-1 1 1 0 0,-1 1 0 0 0,3 21-1 0 0,-3-18-38 0 0,1 3-1 0 0,1 1-1 0 0,1-1 1 0 0,1 0 0 0 0,1 0-1 0 0,17 30 1 0 0,-21-41-12 0 0,2 0 0 0 0,-1 0 0 0 0,1 0 0 0 0,0-1 0 0 0,1 0 0 0 0,0 0 1 0 0,0-1-1 0 0,0 0 0 0 0,1 0 0 0 0,-1-1 0 0 0,2 0 0 0 0,-1 0 0 0 0,0-1 0 0 0,13 5 0 0 0,-20-9-5 0 0,0 0-1 0 0,0 0 1 0 0,0 1-1 0 0,0-1 0 0 0,0 0 1 0 0,0 0-1 0 0,0-1 1 0 0,0 1-1 0 0,0 0 1 0 0,0 0-1 0 0,0 0 1 0 0,0-1-1 0 0,0 1 1 0 0,0 0-1 0 0,0-1 1 0 0,0 1-1 0 0,-1-1 1 0 0,1 1-1 0 0,0-1 0 0 0,0 0 1 0 0,0 1-1 0 0,-1-1 1 0 0,1 0-1 0 0,0 1 1 0 0,0-1-1 0 0,-1 0 1 0 0,1 0-1 0 0,-1 0 1 0 0,1 0-1 0 0,-1 0 1 0 0,1 0-1 0 0,0-1 1 0 0,13-40 2 0 0,-9 28-3 0 0,6-19-12 0 0,2 1-1 0 0,21-38 1 0 0,-29 60 9 0 0,1 1 1 0 0,0-1-1 0 0,1 1 1 0 0,0 0-1 0 0,0 0 0 0 0,1 1 1 0 0,0 0-1 0 0,1 1 0 0 0,0-1 1 0 0,17-10-1 0 0,-24 17 4 0 0,0 0 0 0 0,-1 0 0 0 0,1 1 0 0 0,0-1 0 0 0,0 0 0 0 0,0 1 0 0 0,0-1 0 0 0,0 1 0 0 0,0 0 0 0 0,0-1 0 0 0,0 1 0 0 0,0 0 0 0 0,0 0 0 0 0,0 0 0 0 0,0 1 0 0 0,0-1 0 0 0,0 0 0 0 0,0 1 0 0 0,0-1 0 0 0,-1 1 0 0 0,1 0 0 0 0,0 0 0 0 0,0-1 0 0 0,0 1 0 0 0,-1 0 0 0 0,1 1 0 0 0,0-1 0 0 0,-1 0 0 0 0,1 0 0 0 0,-1 1 0 0 0,1-1 0 0 0,-1 1 0 0 0,0-1 0 0 0,0 1 0 0 0,0-1 0 0 0,0 1 0 0 0,0 0 0 0 0,2 3 0 0 0,3 8 0 0 0,-1 1 0 0 0,0 0 0 0 0,-1 0 0 0 0,4 19 0 0 0,-3-13 0 0 0,2 4-740 0 0,2 0-1 0 0,0-1 1 0 0,1 0-1 0 0,2 0 1 0 0,0-1-1 0 0,2-1 1 0 0,0 0-1 0 0,31 34 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0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9 517 8754 0 0,'-9'-5'1622'0'0,"19"-1"525"0"0,-5 4-1823 0 0,23-10 999 0 0,1 1 1 0 0,0 2-1 0 0,1 1 1 0 0,30-5-1 0 0,126-9 152 0 0,3 0-4608 0 0,-182 20 2732 0 0,24-3-656 0 0,-29 5 876 0 0,0 0 1 0 0,-1 0-1 0 0,1-1 1 0 0,-1 1-1 0 0,1 1 1 0 0,-1-1-1 0 0,1 0 0 0 0,-1 0 1 0 0,1 1-1 0 0,-1-1 1 0 0,1 0-1 0 0,-1 1 1 0 0,1 0-1 0 0,-1-1 0 0 0,3 2 1 0 0,-5-4 97 0 0,0 0 0 0 0,0 0 0 0 0,0-1 0 0 0,0 1-1 0 0,1-1 1 0 0,-1 1 0 0 0,1 0 0 0 0,0-1 0 0 0,-1 1 0 0 0,1-1 0 0 0,0 1 0 0 0,1-1 0 0 0,-1 1 0 0 0,0-1 0 0 0,1 1 0 0 0,-1-1 0 0 0,2-3-1 0 0,15-46 1748 0 0,-10 28-1107 0 0,0 0 0 0 0,-2 0 0 0 0,-1-1 0 0 0,-1 0 0 0 0,0-39 0 0 0,5-32 1725 0 0,-1 73-1658 0 0,-2 24-225 0 0,1 13-258 0 0,2 31 371 0 0,3 59 0 0 0,-7-59-285 0 0,16 79 0 0 0,-17-111-256 0 0,1 0-1 0 0,0 0 1 0 0,1-1 0 0 0,0 1 0 0 0,1-1 0 0 0,1-1 0 0 0,0 1 0 0 0,0-1 0 0 0,1 0 0 0 0,14 13 0 0 0,-22-23 27 0 0,0-1 1 0 0,1 1 0 0 0,-1-1-1 0 0,0 0 1 0 0,1 1 0 0 0,-1-1-1 0 0,1 0 1 0 0,-1 0-1 0 0,0 1 1 0 0,1-1 0 0 0,-1 0-1 0 0,1 0 1 0 0,-1 1 0 0 0,1-1-1 0 0,-1 0 1 0 0,1 0 0 0 0,-1 0-1 0 0,1 0 1 0 0,-1 0 0 0 0,1 0-1 0 0,-1 0 1 0 0,1 0 0 0 0,-1 0-1 0 0,1 0 1 0 0,-1 0 0 0 0,1 0-1 0 0,-1 0 1 0 0,1-1 0 0 0,-1 1-1 0 0,1 0 1 0 0,-1 0-1 0 0,1 0 1 0 0,-1-1 0 0 0,1 1-1 0 0,14-20-73 0 0,2-32-41 0 0,-16 48 115 0 0,9-32 189 0 0,1 0 0 0 0,2 1 1 0 0,33-62-1 0 0,-46 96-183 0 0,0 1 1 0 0,1-1-1 0 0,-1 0 0 0 0,1 1 1 0 0,-1-1-1 0 0,0 0 0 0 0,1 1 1 0 0,-1-1-1 0 0,1 1 0 0 0,0-1 1 0 0,-1 1-1 0 0,1-1 0 0 0,-1 1 1 0 0,1-1-1 0 0,0 1 0 0 0,-1 0 1 0 0,1-1-1 0 0,0 1 0 0 0,-1 0 1 0 0,1 0-1 0 0,0-1 0 0 0,0 1 1 0 0,-1 0-1 0 0,1 0 0 0 0,0 0 1 0 0,0 0-1 0 0,-1 0 0 0 0,1 0 1 0 0,0 0-1 0 0,0 0 0 0 0,-1 0 1 0 0,2 1-1 0 0,1 0 26 0 0,-1 0-1 0 0,1 0 1 0 0,-1 1 0 0 0,0-1-1 0 0,0 1 1 0 0,0 0 0 0 0,0 0-1 0 0,0-1 1 0 0,3 5 0 0 0,3 4 74 0 0,-1 1 0 0 0,0-1 0 0 0,6 14 0 0 0,3 10-105 0 0,-4-7 0 0 0,1 0 0 0 0,28 40 0 0 0,-41-65 0 0 0,1-1 0 0 0,0 1 0 0 0,0-1 0 0 0,0 0 0 0 0,0 1 0 0 0,0-1 0 0 0,1 0 0 0 0,-1 0 0 0 0,0 0 0 0 0,1 0 0 0 0,-1 0 0 0 0,0 0 0 0 0,1 0 0 0 0,-1 0 0 0 0,1-1 0 0 0,0 1 0 0 0,-1-1 0 0 0,1 1 0 0 0,-1-1 0 0 0,1 1 0 0 0,0-1 0 0 0,-1 0 0 0 0,1 0 0 0 0,1 0 0 0 0,1-1 0 0 0,-1 0 0 0 0,1-1 0 0 0,-1 1 0 0 0,1-1 0 0 0,-1 0 0 0 0,0 0 0 0 0,0 0 0 0 0,0 0 0 0 0,0 0 0 0 0,3-4 0 0 0,8-9 0 0 0,0 0 0 0 0,0-1 0 0 0,18-30 0 0 0,-25 33 0 0 0,1 1 0 0 0,1 0 0 0 0,0 1 0 0 0,0 0 0 0 0,1 0 0 0 0,0 1 0 0 0,1 1 0 0 0,0-1 0 0 0,19-11 0 0 0,-28 20 0 0 0,0 0 0 0 0,1-1 0 0 0,-1 1 0 0 0,0 0 0 0 0,0 1 0 0 0,1-1 0 0 0,-1 0 0 0 0,1 1 0 0 0,-1-1 0 0 0,1 1 0 0 0,-1 0 0 0 0,1-1 0 0 0,-1 1 0 0 0,1 0 0 0 0,-1 1 0 0 0,1-1 0 0 0,-1 0 0 0 0,0 1 0 0 0,1 0 0 0 0,-1-1 0 0 0,1 1 0 0 0,-1 0 0 0 0,0 0 0 0 0,0 0 0 0 0,1 0 0 0 0,3 4 0 0 0,0 1 0 0 0,-1 0 0 0 0,0 1 0 0 0,0 0 0 0 0,0 0 0 0 0,-1 0 0 0 0,7 13 0 0 0,-9-14 0 0 0,1 0 0 0 0,0 0 0 0 0,0 0 0 0 0,1-1 0 0 0,0 1 0 0 0,0-1 0 0 0,0 0 0 0 0,0 0 0 0 0,1 0 0 0 0,0-1 0 0 0,7 6 0 0 0,-7-8-286 0 0,0 0 0 0 0,0 0 0 0 0,0 0-1 0 0,0-1 1 0 0,0 1 0 0 0,1-1 0 0 0,-1-1 0 0 0,0 1 0 0 0,0-1 0 0 0,1 0 0 0 0,-1 0 0 0 0,0-1 0 0 0,0 1-1 0 0,7-2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6.2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3681 0 0,'1'4'160'0'0,"1"-1"40"0"0,0 0-200 0 0,1 0 0 0 0,0-2 0 0 0,1-1 0 0 0,0 1 392 0 0,4 1 40 0 0,7-1 8 0 0,7 0 0 0 0,9-1-440 0 0,3-2 0 0 0,3-4 0 0 0,0-3-96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7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 9218 0 0,'1'-1'138'0'0,"0"1"1"0"0,-1-1-1 0 0,1 0 0 0 0,0 0 0 0 0,-1 0 1 0 0,1 0-1 0 0,0 0 0 0 0,0 1 1 0 0,0-1-1 0 0,0 0 0 0 0,0 1 1 0 0,0-1-1 0 0,0 1 0 0 0,0-1 0 0 0,0 1 1 0 0,0-1-1 0 0,0 1 0 0 0,0 0 1 0 0,0-1-1 0 0,0 1 0 0 0,0 0 1 0 0,0 0-1 0 0,0 0 0 0 0,1 0 0 0 0,-1 0 1 0 0,0 0-1 0 0,0 0 0 0 0,0 0 1 0 0,0 1-1 0 0,0-1 0 0 0,0 0 1 0 0,0 0-1 0 0,0 1 0 0 0,0-1 0 0 0,0 1 1 0 0,0-1-1 0 0,0 1 0 0 0,0 0 1 0 0,0-1-1 0 0,0 1 0 0 0,0 0 1 0 0,0 0-1 0 0,-1-1 0 0 0,1 1 0 0 0,0 0 1 0 0,1 2-1 0 0,3 3 172 0 0,0 1 0 0 0,-1 0 1 0 0,1 0-1 0 0,5 14 0 0 0,24 67 1101 0 0,29 117-1 0 0,-26-76-877 0 0,-20-75-363 0 0,34 103 249 0 0,-39-126-246 0 0,1 0 1 0 0,32 53 0 0 0,-42-80-145 0 0,-1 0 0 0 0,1-1-1 0 0,0 1 1 0 0,0-1 0 0 0,0 1 0 0 0,0-1 0 0 0,1 0 0 0 0,-1 0 0 0 0,1-1 0 0 0,0 1 0 0 0,-1-1 0 0 0,1 0 0 0 0,1 0 0 0 0,4 2 0 0 0,-7-3-20 0 0,0-1 0 0 0,0 0 1 0 0,1 1-1 0 0,-1-1 1 0 0,0 0-1 0 0,1-1 0 0 0,-1 1 1 0 0,0 0-1 0 0,0 0 0 0 0,1-1 1 0 0,-1 0-1 0 0,0 1 0 0 0,0-1 1 0 0,0 0-1 0 0,0 0 0 0 0,0 0 1 0 0,0 0-1 0 0,0 0 1 0 0,0-1-1 0 0,0 1 0 0 0,0-1 1 0 0,-1 1-1 0 0,1-1 0 0 0,0 0 1 0 0,-1 1-1 0 0,0-1 0 0 0,1 0 1 0 0,-1 0-1 0 0,2-4 0 0 0,7-14-166 0 0,-1-1 0 0 0,0 0 0 0 0,-2 0 0 0 0,0-1-1 0 0,5-31 1 0 0,15-48-94 0 0,-21 83 252 0 0,17-40-5 0 0,-22 54 6 0 0,1 0 0 0 0,0 0 0 0 0,0 1 0 0 0,1-1 0 0 0,-1 1 0 0 0,1-1 0 0 0,0 1 0 0 0,0 0 0 0 0,0 0 0 0 0,0 0 0 0 0,4-2 0 0 0,-5 4 37 0 0,0 1-1 0 0,0-1 1 0 0,0 1-1 0 0,0 0 1 0 0,0 0 0 0 0,0 0-1 0 0,0 0 1 0 0,0 0 0 0 0,0 0-1 0 0,0 0 1 0 0,0 1 0 0 0,-1-1-1 0 0,1 1 1 0 0,0-1 0 0 0,0 1-1 0 0,0 0 1 0 0,0 0 0 0 0,-1 0-1 0 0,1 0 1 0 0,0 0-1 0 0,-1 0 1 0 0,1 1 0 0 0,2 1-1 0 0,33 34 382 0 0,-5 7-186 0 0,30 55-1 0 0,9 13-76 0 0,-67-105-196 0 0,8 9-199 0 0,24 27 0 0 0,-34-41-319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5985 0 0,'3'9'8239'0'0,"13"14"-4823"0"0,-4-6-2605 0 0,-2 5-1824 0 0,-1 1 0 0 0,-1 0 0 0 0,7 35 0 0 0,-9-37 953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3 456 0 0,'1'0'0'0'0,"1"0"0"0"0,-1 0 0 0 0,1 0 344 0 0,-1-1-176 0 0,0-1 0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8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6913 0 0,'-1'0'333'0'0,"0"1"0"0"0,0 0-1 0 0,0 0 1 0 0,0-1-1 0 0,0 1 1 0 0,0 0-1 0 0,0 0 1 0 0,1 0-1 0 0,-1 0 1 0 0,0 0 0 0 0,1 0-1 0 0,-1 1 1 0 0,0-1-1 0 0,1 0 1 0 0,-1 0-1 0 0,1 0 1 0 0,0 0-1 0 0,-1 1 1 0 0,1-1 0 0 0,0 0-1 0 0,0 0 1 0 0,0 1-1 0 0,0-1 1 0 0,0 0-1 0 0,0 0 1 0 0,0 1-1 0 0,1 1 1 0 0,12 42 4207 0 0,-6-24-3923 0 0,18 148 1652 0 0,-18-106-3764 0 0,2 0-4023 0 0,-5-41-1646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 1 9218 0 0,'-14'11'954'0'0,"0"0"1"0"0,1 2-1 0 0,-20 22 1 0 0,1-1 555 0 0,24-22-1036 0 0,13-10-377 0 0,-3-2-30 0 0,-1 0 0 0 0,0-1 0 0 0,0 1 1 0 0,0-1-1 0 0,0 1 0 0 0,0-1 0 0 0,0 1 0 0 0,0-1 0 0 0,0 0 1 0 0,-1 1-1 0 0,1-1 0 0 0,0 0 0 0 0,0 0 0 0 0,0 1 0 0 0,-1-1 1 0 0,1 0-1 0 0,0 0 0 0 0,-1 0 0 0 0,1 0 0 0 0,0-2 1 0 0,0 1-67 0 0,-1 1 1 0 0,1-1 0 0 0,0 1-1 0 0,0-1 1 0 0,0 1 0 0 0,1-1 0 0 0,-1 1-1 0 0,0 0 1 0 0,0 0 0 0 0,1 0-1 0 0,-1-1 1 0 0,1 1 0 0 0,-1 1 0 0 0,1-1-1 0 0,-1 0 1 0 0,1 0 0 0 0,-1 0-1 0 0,1 1 1 0 0,0-1 0 0 0,2 0 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3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125 309 7338 0 0,'8'-13'3'0'0,"-8"-8"4342"0"0,0 20-4176 0 0,0 0 1 0 0,-1 1-1 0 0,1-1 0 0 0,0 0 1 0 0,-1 0-1 0 0,1 1 0 0 0,-1-1 1 0 0,0 0-1 0 0,1 1 1 0 0,-1-1-1 0 0,1 1 0 0 0,-1-1 1 0 0,0 0-1 0 0,1 1 0 0 0,-1 0 1 0 0,0-1-1 0 0,0 1 0 0 0,0-1 1 0 0,1 1-1 0 0,-1 0 0 0 0,0 0 1 0 0,0-1-1 0 0,0 1 0 0 0,1 0 1 0 0,-1 0-1 0 0,0 0 0 0 0,0 0 1 0 0,0 0-1 0 0,0 0 1 0 0,0 0-1 0 0,0 0 0 0 0,1 0 1 0 0,-1 0-1 0 0,0 1 0 0 0,0-1 1 0 0,0 0-1 0 0,1 1 0 0 0,-1-1 1 0 0,0 0-1 0 0,0 1 0 0 0,1-1 1 0 0,-2 2-1 0 0,-2 0 107 0 0,0 1 0 0 0,0-1 0 0 0,0 1 0 0 0,0 0 0 0 0,1 1 0 0 0,-1-1 0 0 0,1 1 0 0 0,0-1 0 0 0,0 1 0 0 0,0 0 0 0 0,-3 7 0 0 0,-24 52 557 0 0,24-50-662 0 0,2-2-97 0 0,0 0 1 0 0,1 0 0 0 0,0 0 0 0 0,0 1 0 0 0,1-1-1 0 0,0 13 1 0 0,2-21-78 0 0,0 0 0 0 0,0 0 1 0 0,0 1-1 0 0,1-1 0 0 0,-1 0 0 0 0,1 0 0 0 0,0 0 0 0 0,0 0 0 0 0,0 0 1 0 0,0 0-1 0 0,0 0 0 0 0,3 3 0 0 0,-3-5-20 0 0,0 1 0 0 0,0-1-1 0 0,1 0 1 0 0,-1 0 0 0 0,0 1 0 0 0,1-1 0 0 0,-1 0 0 0 0,1 0-1 0 0,0-1 1 0 0,-1 1 0 0 0,1 0 0 0 0,0 0 0 0 0,-1-1 0 0 0,1 1-1 0 0,0-1 1 0 0,0 0 0 0 0,0 1 0 0 0,-1-1 0 0 0,1 0 0 0 0,0 0-1 0 0,0 0 1 0 0,3-1 0 0 0,-1 1-21 0 0,-1-1 0 0 0,1 0 0 0 0,0 0 0 0 0,-1 0 0 0 0,1-1 0 0 0,-1 1 0 0 0,0-1 0 0 0,1 0 0 0 0,-1 0 0 0 0,0 0 0 0 0,0 0 0 0 0,0-1 0 0 0,-1 1 0 0 0,1-1 0 0 0,0 0 0 0 0,-1 0 0 0 0,0 0 0 0 0,1 0 0 0 0,1-5 0 0 0,6-9-43 0 0,-1 0 1 0 0,10-31-1 0 0,-4 13-165 0 0,-15 33 261 0 0,0 1 1 0 0,0 0-1 0 0,1 0 1 0 0,-1 0-1 0 0,0 0 1 0 0,1 0-1 0 0,0 0 1 0 0,-1 0-1 0 0,1 0 1 0 0,-1 0-1 0 0,1 0 1 0 0,0 0-1 0 0,0 1 0 0 0,-1-1 1 0 0,1 0-1 0 0,0 0 1 0 0,0 1-1 0 0,0-1 1 0 0,0 0-1 0 0,0 1 1 0 0,0-1-1 0 0,0 1 1 0 0,0-1-1 0 0,0 1 1 0 0,0 0-1 0 0,0-1 1 0 0,0 1-1 0 0,1 0 1 0 0,-1 0-1 0 0,0 0 1 0 0,0 0-1 0 0,0 0 1 0 0,0 0-1 0 0,2 0 1 0 0,-1 1 17 0 0,1 1 1 0 0,-1-1 0 0 0,0 1 0 0 0,0 0-1 0 0,1-1 1 0 0,-1 1 0 0 0,0 0 0 0 0,-1 0-1 0 0,1 1 1 0 0,0-1 0 0 0,0 0-1 0 0,-1 0 1 0 0,2 4 0 0 0,4 9-20 0 0,0 0 0 0 0,0 0 0 0 0,-2 1 0 0 0,0 0 1 0 0,-1 0-1 0 0,0 0 0 0 0,-2 1 0 0 0,0-1 0 0 0,0 24 0 0 0,-2-17 11 0 0,-1-1-1 0 0,-1 0 1 0 0,0 0-1 0 0,-2 0 1 0 0,-1 0-1 0 0,-11 32 1 0 0,14-51-4 0 0,1 1 1 0 0,-1 0 0 0 0,0-1 0 0 0,-1 0-1 0 0,1 1 1 0 0,-6 4 0 0 0,8-7-19 0 0,0-1 0 0 0,0 0 0 0 0,0 0 0 0 0,-1 1 0 0 0,1-1 0 0 0,0 0 0 0 0,0 0 0 0 0,0 0 1 0 0,-1 1-1 0 0,1-1 0 0 0,0 0 0 0 0,0 0 0 0 0,-1 0 0 0 0,1 0 0 0 0,0 0 0 0 0,-1 1 0 0 0,1-1 0 0 0,0 0 0 0 0,0 0 0 0 0,-1 0 0 0 0,1 0 0 0 0,0 0 0 0 0,-1 0 0 0 0,1 0 0 0 0,0 0 0 0 0,0 0 1 0 0,-1 0-1 0 0,1 0 0 0 0,0 0 0 0 0,-1 0 0 0 0,1-1 0 0 0,-1 1 0 0 0,0-18-360 0 0,8-17-552 0 0,1 0 0 0 0,2 1 0 0 0,25-58 0 0 0,-3 8 801 0 0,39-147 116 0 0,3-12 204 0 0,-69 230 211 0 0,-7 18 780 0 0,-6 21-128 0 0,7-6-943 0 0,1 0 0 0 0,1 0-1 0 0,1 0 1 0 0,1 0 0 0 0,0 0 0 0 0,2-1-1 0 0,0 1 1 0 0,13 31 0 0 0,2-6-142 0 0,1-1 1 0 0,39 58 0 0 0,-59-99 15 0 0,1-1 0 0 0,-1 1 1 0 0,1 0-1 0 0,0-1 0 0 0,0 1 1 0 0,1-1-1 0 0,-1 1 0 0 0,0-1 1 0 0,1 0-1 0 0,0 0 0 0 0,-1 0 1 0 0,7 2-1 0 0,-8-3-2 0 0,1-1-1 0 0,-1 0 0 0 0,0 0 1 0 0,1 0-1 0 0,-1-1 0 0 0,1 1 1 0 0,-1 0-1 0 0,1 0 0 0 0,-1-1 1 0 0,0 1-1 0 0,1-1 1 0 0,-1 1-1 0 0,0-1 0 0 0,1 0 1 0 0,-1 1-1 0 0,0-1 0 0 0,0 0 1 0 0,0 0-1 0 0,0 0 0 0 0,0 0 1 0 0,0 0-1 0 0,0 0 1 0 0,0 0-1 0 0,0 0 0 0 0,0-1 1 0 0,0 1-1 0 0,-1 0 0 0 0,1 0 1 0 0,0-1-1 0 0,0-1 0 0 0,24-49-323 0 0,-16 31 323 0 0,19-31 1 0 0,-25 47 51 0 0,0 0 1 0 0,0 1 0 0 0,1-1 0 0 0,0 1-1 0 0,0 0 1 0 0,0 0 0 0 0,0 0 0 0 0,0 1 0 0 0,1-1-1 0 0,0 1 1 0 0,7-3 0 0 0,-10 5-25 0 0,1 0-1 0 0,-1 0 1 0 0,1 1 0 0 0,0-1-1 0 0,-1 1 1 0 0,1-1 0 0 0,0 1-1 0 0,-1 0 1 0 0,1 0 0 0 0,0 1-1 0 0,-1-1 1 0 0,1 0 0 0 0,0 1-1 0 0,-1 0 1 0 0,1 0 0 0 0,-1-1-1 0 0,1 2 1 0 0,-1-1 0 0 0,4 2-1 0 0,5 3 3 0 0,-1 1-1 0 0,0 1 0 0 0,10 8 0 0 0,10 8-1016 0 0,-9-10-4439 0 0,2-2-1877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8754 0 0,'0'-1'150'0'0,"-1"1"1"0"0,1-1-1 0 0,0 0 0 0 0,0 0 1 0 0,1 0-1 0 0,-1 1 0 0 0,0-1 1 0 0,0 0-1 0 0,0 0 1 0 0,0 0-1 0 0,1 1 0 0 0,-1-1 1 0 0,0 0-1 0 0,1 0 0 0 0,-1 1 1 0 0,1-1-1 0 0,-1 0 0 0 0,0 1 1 0 0,1-1-1 0 0,0 1 1 0 0,-1-1-1 0 0,1 0 0 0 0,-1 1 1 0 0,1-1-1 0 0,0 1 0 0 0,-1 0 1 0 0,1-1-1 0 0,1 0 1 0 0,21-14 1937 0 0,-16 13-1828 0 0,0 1-1 0 0,0 0 1 0 0,1 0-1 0 0,-1 0 1 0 0,0 1-1 0 0,0 0 1 0 0,0 1-1 0 0,1-1 1 0 0,-1 1-1 0 0,0 1 1 0 0,0 0-1 0 0,0 0 1 0 0,-1 0-1 0 0,1 0 1 0 0,0 1-1 0 0,-1 0 1 0 0,1 1-1 0 0,-1 0 1 0 0,0 0-1 0 0,0 0 1 0 0,6 6-1 0 0,0 1-83 0 0,1 0-1 0 0,-1 0 0 0 0,-1 2 0 0 0,0-1 0 0 0,-1 1 0 0 0,-1 1 0 0 0,0 0 1 0 0,9 18-1 0 0,-7-7-134 0 0,8 34 0 0 0,-11-35 106 0 0,18 42 1 0 0,-30-145 154 0 0,4 47-378 0 0,2-1 1 0 0,0 1 0 0 0,16-64 0 0 0,-10 64-1632 0 0,24-58 0 0 0,-19 62-5383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0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1 168 8290 0 0,'0'4'229'0'0,"1"1"-1"0"0,0-1 1 0 0,0 0 0 0 0,0 1 0 0 0,1-1 0 0 0,-1 0 0 0 0,1 0-1 0 0,0 1 1 0 0,0-1 0 0 0,1-1 0 0 0,-1 1 0 0 0,1 0 0 0 0,0-1-1 0 0,0 1 1 0 0,0-1 0 0 0,0 0 0 0 0,1 0 0 0 0,-1 0-1 0 0,1 0 1 0 0,7 3 0 0 0,-8-4-58 0 0,0-1 0 0 0,0 1 0 0 0,0-1 0 0 0,0 0 0 0 0,0 0-1 0 0,1-1 1 0 0,-1 1 0 0 0,0-1 0 0 0,1 1 0 0 0,-1-1 0 0 0,0 0 0 0 0,1 0 0 0 0,-1-1-1 0 0,1 1 1 0 0,-1-1 0 0 0,0 0 0 0 0,0 1 0 0 0,1-1 0 0 0,-1-1 0 0 0,0 1 0 0 0,0 0-1 0 0,0-1 1 0 0,0 0 0 0 0,0 1 0 0 0,0-1 0 0 0,-1 0 0 0 0,1-1 0 0 0,3-2 0 0 0,3-5-77 0 0,-1 0 0 0 0,0-1 1 0 0,0 1-1 0 0,-1-1 1 0 0,-1-1-1 0 0,10-20 1 0 0,-13 25-106 0 0,-1 0 1 0 0,1 0-1 0 0,-1 0 1 0 0,0 0-1 0 0,-1 0 1 0 0,0-1-1 0 0,0 1 1 0 0,0 0 0 0 0,-1-1-1 0 0,0 1 1 0 0,-1-1-1 0 0,1 1 1 0 0,-4-10-1 0 0,4 15 1 0 0,-1 0 0 0 0,0 0 0 0 0,0 1-1 0 0,0-1 1 0 0,0 0 0 0 0,0 1 0 0 0,0-1-1 0 0,0 1 1 0 0,-1 0 0 0 0,1-1 0 0 0,0 1-1 0 0,-1 0 1 0 0,1 0 0 0 0,-1-1 0 0 0,0 1 0 0 0,-3-1-1 0 0,5 2 21 0 0,-1-1-1 0 0,1 1 0 0 0,-1 0 1 0 0,1 0-1 0 0,-1 0 1 0 0,1 0-1 0 0,-1 0 0 0 0,1 0 1 0 0,-1 0-1 0 0,1 0 0 0 0,-1 0 1 0 0,1 0-1 0 0,-1 0 0 0 0,1 0 1 0 0,-1 0-1 0 0,1 0 1 0 0,-1 0-1 0 0,1 1 0 0 0,-1-1 1 0 0,1 0-1 0 0,-1 0 0 0 0,1 0 1 0 0,0 1-1 0 0,-1-1 1 0 0,0 1 33 0 0,1 0 0 0 0,-1 0 1 0 0,1 0-1 0 0,-1 0 0 0 0,1 0 1 0 0,-1 0-1 0 0,1 0 0 0 0,0-1 1 0 0,0 1-1 0 0,-1 0 0 0 0,1 0 0 0 0,0 0 1 0 0,0 0-1 0 0,0 0 0 0 0,0 0 1 0 0,0 0-1 0 0,1 2 0 0 0,0 12 144 0 0,1 0-1 0 0,0-1 0 0 0,1 1 0 0 0,1-1 0 0 0,1 1 0 0 0,0-1 0 0 0,9 17 0 0 0,10 7-2167 0 0,9-5-3609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1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20 3225 0 0,'0'-1'114'0'0,"0"0"1"0"0,0 1 0 0 0,0-1 0 0 0,1 1-1 0 0,-1-1 1 0 0,0 1 0 0 0,0-1 0 0 0,0 0-1 0 0,0 1 1 0 0,0-1 0 0 0,0 1 0 0 0,0-1-1 0 0,0 0 1 0 0,0 1 0 0 0,-1-1-1 0 0,1 1 1 0 0,0-1 0 0 0,0 1 0 0 0,0-1-1 0 0,-1 1 1 0 0,1-1 0 0 0,0 1 0 0 0,0-1-1 0 0,-1 1 1 0 0,1-1 0 0 0,-1 1 0 0 0,1-1-1 0 0,0 1 1 0 0,-1-1 0 0 0,1 1 0 0 0,-1 0-1 0 0,1-1 1 0 0,-1 1 0 0 0,1 0-1 0 0,-1 0 1 0 0,1-1 0 0 0,-1 1 0 0 0,1 0-1 0 0,-1 0 1 0 0,0 0 0 0 0,1 0 0 0 0,-1-1-1 0 0,1 1 1 0 0,-1 0 0 0 0,0 0 0 0 0,1 0-1 0 0,-1 0 1 0 0,1 0 0 0 0,-1 1-1 0 0,1-1 1 0 0,-1 0 0 0 0,0 0 0 0 0,1 0-1 0 0,-1 0 1 0 0,0 1 0 0 0,-3 0 438 0 0,0 0 0 0 0,0 0 1 0 0,0 0-1 0 0,0 1 0 0 0,0 0 1 0 0,-7 4-1 0 0,1 2-79 0 0,0 1 1 0 0,0 0 0 0 0,1 1-1 0 0,0 0 1 0 0,1 0-1 0 0,0 1 1 0 0,0 0-1 0 0,1 1 1 0 0,1-1 0 0 0,0 1-1 0 0,1 1 1 0 0,-7 21-1 0 0,11-31-436 0 0,0 0-1 0 0,1 0 1 0 0,-1-1-1 0 0,1 1 1 0 0,0 0-1 0 0,-1 0 1 0 0,1 0-1 0 0,1 0 1 0 0,-1 0 0 0 0,0-1-1 0 0,1 1 1 0 0,-1 0-1 0 0,1 0 1 0 0,0 0-1 0 0,0-1 1 0 0,0 1-1 0 0,1 0 1 0 0,-1-1-1 0 0,0 1 1 0 0,1-1-1 0 0,0 0 1 0 0,-1 1-1 0 0,1-1 1 0 0,0 0-1 0 0,0 0 1 0 0,0 0 0 0 0,1 0-1 0 0,2 1 1 0 0,7 5-79 0 0,0-1 1 0 0,1 0 0 0 0,0-1-1 0 0,23 7 1 0 0,14 8 89 0 0,-45-18-55 0 0,0 0-1 0 0,1 0 0 0 0,-2 0 0 0 0,1 1 1 0 0,0 0-1 0 0,-1 0 0 0 0,1 0 0 0 0,-1 0 1 0 0,5 8-1 0 0,-8-10 12 0 0,0 0 0 0 0,0 1 1 0 0,0-1-1 0 0,0 1 0 0 0,0-1 0 0 0,-1 1 1 0 0,1-1-1 0 0,-1 1 0 0 0,1-1 1 0 0,-1 1-1 0 0,0-1 0 0 0,0 1 0 0 0,-1-1 1 0 0,1 1-1 0 0,0-1 0 0 0,-1 1 0 0 0,1-1 1 0 0,-1 1-1 0 0,0-1 0 0 0,0 1 0 0 0,0-1 1 0 0,0 0-1 0 0,0 0 0 0 0,-3 3 0 0 0,-2 5 29 0 0,0-1 0 0 0,-1 0 0 0 0,-1 0 0 0 0,1-1 0 0 0,-1 0 0 0 0,-1-1 0 0 0,1 1 0 0 0,-12 6 0 0 0,-21 10-3029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2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3225 0 0,'13'14'3135'0'0,"-1"0"1"0"0,14 21 0 0 0,15 36 1616 0 0,-20-25-3699 0 0,19 59 0 0 0,-36-94-2627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20 11979 0 0,'-3'-5'528'0'0,"2"0"112"0"0,1 1-512 0 0,-1 2-128 0 0,1 0 248 0 0,0 1-128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1.7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0 1840 0 0,'-4'1'477'0'0,"0"0"0"0"0,0 0 0 0 0,1 1 0 0 0,-1-1 0 0 0,0 1-1 0 0,1-1 1 0 0,-1 1 0 0 0,1 0 0 0 0,-1 1 0 0 0,1-1 0 0 0,0 1-1 0 0,0-1 1 0 0,0 1 0 0 0,0 0 0 0 0,1 0 0 0 0,-5 6-1 0 0,3-5 219 0 0,1 1-1 0 0,-1 0 0 0 0,1 0 1 0 0,0 1-1 0 0,0-1 0 0 0,0 1 1 0 0,1 0-1 0 0,0-1 0 0 0,0 1 0 0 0,-1 9 1 0 0,3-12-530 0 0,0 0 0 0 0,0 0 1 0 0,1 0-1 0 0,0 0 1 0 0,-1-1-1 0 0,1 1 0 0 0,0 0 1 0 0,0 0-1 0 0,0-1 0 0 0,1 1 1 0 0,-1 0-1 0 0,1-1 0 0 0,-1 0 1 0 0,1 1-1 0 0,0-1 0 0 0,4 4 1 0 0,43 34 105 0 0,-21-19 67 0 0,-22-15-330 0 0,0-1 0 0 0,-1 1 0 0 0,1 0 0 0 0,-1 1 0 0 0,0-1 0 0 0,-1 1 0 0 0,0 0 0 0 0,0 0 0 0 0,0 1 0 0 0,-1-1 0 0 0,0 1 0 0 0,3 11-1 0 0,-5-15-7 0 0,-1 0 0 0 0,1 0-1 0 0,-1 1 1 0 0,0-1 0 0 0,0 0-1 0 0,-1 0 1 0 0,1 0 0 0 0,-1 0-1 0 0,0 0 1 0 0,0 0 0 0 0,0-1-1 0 0,0 1 1 0 0,-1 0 0 0 0,0 0-1 0 0,1-1 1 0 0,-1 1 0 0 0,-1-1-1 0 0,1 1 1 0 0,0-1 0 0 0,-1 0-1 0 0,0 0 1 0 0,0 0 0 0 0,0 0-1 0 0,0-1 1 0 0,0 1 0 0 0,0-1-1 0 0,-5 3 1 0 0,6-4-82 0 0,-1 1 0 0 0,0 0 0 0 0,1 0 1 0 0,-1-1-1 0 0,0 1 0 0 0,0-1 0 0 0,0 0 0 0 0,0 0 1 0 0,0 0-1 0 0,-1-1 0 0 0,-4 2 0 0 0,-1-4-294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1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 13363 0 0,'-1'0'160'0'0,"1"0"-1"0"0,-1 1 1 0 0,1-1 0 0 0,-1 0-1 0 0,1 0 1 0 0,-1 1 0 0 0,1-1 0 0 0,-1 1-1 0 0,1-1 1 0 0,-1 0 0 0 0,1 1 0 0 0,-1-1-1 0 0,1 1 1 0 0,0-1 0 0 0,-1 1-1 0 0,1 0 1 0 0,0-1 0 0 0,-1 1 0 0 0,1-1-1 0 0,0 1 1 0 0,0-1 0 0 0,0 1-1 0 0,0 0 1 0 0,-1-1 0 0 0,1 1 0 0 0,0-1-1 0 0,0 1 1 0 0,0 0 0 0 0,0-1 0 0 0,0 1-1 0 0,0 0 1 0 0,1-1 0 0 0,-1 1-1 0 0,0-1 1 0 0,0 1 0 0 0,0 0 0 0 0,1-1-1 0 0,-1 1 1 0 0,1 0 0 0 0,20 26 2514 0 0,-6-8-2235 0 0,-5 0-239 0 0,0 0 0 0 0,-1 1 0 0 0,-1 0 1 0 0,10 41-1 0 0,10 91 84 0 0,-7-31-517 0 0,-11-71-958 0 0,-6-29-10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95 7834 0 0,'-1'0'24'0'0,"1"0"1"0"0,0 0-1 0 0,0 0 1 0 0,-1 0 0 0 0,1-1-1 0 0,0 1 1 0 0,0 0-1 0 0,-1 0 1 0 0,1 0 0 0 0,0-1-1 0 0,0 1 1 0 0,0 0-1 0 0,0 0 1 0 0,-1 0-1 0 0,1-1 1 0 0,0 1 0 0 0,0 0-1 0 0,0 0 1 0 0,0-1-1 0 0,0 1 1 0 0,0 0 0 0 0,0-1-1 0 0,0 1 1 0 0,0 0-1 0 0,0 0 1 0 0,0-1 0 0 0,0 1-1 0 0,0 0 1 0 0,0-1-1 0 0,0 1 1 0 0,0 0-1 0 0,0 0 1 0 0,0-1 0 0 0,0 1-1 0 0,0 0 1 0 0,0 0-1 0 0,0-1 1 0 0,1 1 0 0 0,10-14 774 0 0,15-7-1 0 0,-15 14-700 0 0,0 1-1 0 0,1 0 1 0 0,0 0-1 0 0,0 1 1 0 0,0 1-1 0 0,0 0 1 0 0,18-4-1 0 0,-15 6-652 0 0,0 0 0 0 0,-1 1 0 0 0,24 1 0 0 0,-13 2-2770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2.9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63 6913 0 0,'44'-20'1061'0'0,"-42"18"-678"0"0,0 1 0 0 0,0 0 1 0 0,0-1-1 0 0,0 0 1 0 0,0 1-1 0 0,0-1 1 0 0,-1 0-1 0 0,1 0 1 0 0,0 0-1 0 0,-1 0 1 0 0,0 0-1 0 0,1 0 1 0 0,-1-1-1 0 0,0 1 0 0 0,0 0 1 0 0,-2-10 3351 0 0,-6 16-2368 0 0,-7 10-714 0 0,3 4-379 0 0,0 2 0 0 0,1 0 0 0 0,1 0 0 0 0,-12 40 0 0 0,5-15 46 0 0,15-42-306 0 0,-4 10 73 0 0,1 0 0 0 0,-5 24 0 0 0,8-34-72 0 0,1-1 0 0 0,-1 0 0 0 0,1 1 0 0 0,0-1 0 0 0,0 1 0 0 0,0-1 0 0 0,0 1 0 0 0,0-1 0 0 0,0 0 0 0 0,1 1 0 0 0,-1-1 0 0 0,1 0 0 0 0,-1 1 1 0 0,1-1-1 0 0,0 0 0 0 0,0 0 0 0 0,0 1 0 0 0,1-1 0 0 0,-1 0 0 0 0,0 0 0 0 0,1 0 0 0 0,-1-1 0 0 0,1 1 0 0 0,2 2 0 0 0,-3-4-30 0 0,0 1 1 0 0,0 0-1 0 0,0-1 1 0 0,0 1-1 0 0,0-1 1 0 0,0 1-1 0 0,1-1 1 0 0,-1 0-1 0 0,0 0 1 0 0,0 1-1 0 0,1-1 1 0 0,-1 0-1 0 0,0 0 1 0 0,0 0-1 0 0,1 0 1 0 0,-1 0-1 0 0,0-1 1 0 0,0 1-1 0 0,1 0 1 0 0,-1-1-1 0 0,1 0 1 0 0,1 0-24 0 0,0-1 1 0 0,0 1-1 0 0,0-1 0 0 0,0 0 1 0 0,-1 0-1 0 0,1 0 0 0 0,4-6 1 0 0,1-2-118 0 0,0 0 0 0 0,-1-1 0 0 0,7-12-1 0 0,-5 5 84 0 0,-1 0 0 0 0,7-26-1 0 0,-11 31 128 0 0,0 0 0 0 0,1 0 0 0 0,0 0 0 0 0,1 0 0 0 0,1 1 0 0 0,13-19 1 0 0,-19 30-37 0 0,-1 0 0 0 0,1 0 0 0 0,0 0 1 0 0,0 0-1 0 0,-1 0 0 0 0,1 0 1 0 0,0 0-1 0 0,0 1 0 0 0,0-1 1 0 0,0 0-1 0 0,0 1 0 0 0,0-1 1 0 0,0 1-1 0 0,0-1 0 0 0,0 1 1 0 0,0-1-1 0 0,0 1 0 0 0,0 0 1 0 0,0-1-1 0 0,0 1 0 0 0,0 0 1 0 0,0 0-1 0 0,0 0 0 0 0,1 0 1 0 0,-1 0-1 0 0,0 0 0 0 0,0 0 1 0 0,0 0-1 0 0,0 0 0 0 0,0 1 0 0 0,0-1 1 0 0,1 0-1 0 0,-1 1 0 0 0,0-1 1 0 0,0 1-1 0 0,0-1 0 0 0,0 1 1 0 0,0 0-1 0 0,-1-1 0 0 0,1 1 1 0 0,0 0-1 0 0,0 0 0 0 0,1 1 1 0 0,4 5 107 0 0,-1 0 1 0 0,0 1 0 0 0,0 0-1 0 0,6 14 1 0 0,0-1-125 0 0,-3-9 5 0 0,0-1 1 0 0,0 0-1 0 0,1-1 1 0 0,1 0-1 0 0,0 0 1 0 0,0-1 0 0 0,1 0-1 0 0,14 9 1 0 0,-25-18-9 0 0,1 1 0 0 0,0-1 0 0 0,0 0 0 0 0,0 0 0 0 0,-1 0 0 0 0,1 0 0 0 0,0 0 0 0 0,0 0 0 0 0,0 0 0 0 0,0 0 0 0 0,-1 0 0 0 0,1 0 0 0 0,0 0 0 0 0,0 0 0 0 0,0 0 0 0 0,-1-1 0 0 0,1 1 0 0 0,0 0 0 0 0,0-1 0 0 0,-1 1 0 0 0,1-1 0 0 0,0 1 0 0 0,0 0 0 0 0,-1-1 0 0 0,1 0 0 0 0,-1 1 0 0 0,1-1 0 0 0,0 1 0 0 0,-1-1 0 0 0,1 0 0 0 0,0 0 0 0 0,17-28 0 0 0,-12 19 0 0 0,18-29-1 0 0,-13 20 0 0 0,0 1-1 0 0,20-23 1 0 0,-28 36 0 0 0,1 1 1 0 0,1 0 0 0 0,-1 0 0 0 0,0 0 0 0 0,1 1-1 0 0,0-1 1 0 0,0 1 0 0 0,0 0 0 0 0,0 1 0 0 0,0-1-1 0 0,0 1 1 0 0,1 0 0 0 0,8-2 0 0 0,-12 4 22 0 0,0 0 0 0 0,0 0-1 0 0,0 0 1 0 0,0 0 0 0 0,0 0 0 0 0,0 0 0 0 0,0 1 0 0 0,-1-1 0 0 0,1 1 0 0 0,0-1-1 0 0,0 1 1 0 0,-1 0 0 0 0,1 0 0 0 0,0 0 0 0 0,-1 0 0 0 0,1 0 0 0 0,0 0 0 0 0,1 2-1 0 0,27 29 247 0 0,-9-8-260 0 0,-10-14-40 0 0,-7-6 59 0 0,1 0 0 0 0,-1 0 1 0 0,1 0-1 0 0,0-1 0 0 0,8 5 0 0 0,-12-7-51 0 0,0-1 0 0 0,0 0 1 0 0,0 1-1 0 0,0-1 0 0 0,1 0 0 0 0,-1 0 1 0 0,0 0-1 0 0,0 1 0 0 0,0-1 1 0 0,0 0-1 0 0,0-1 0 0 0,0 1 1 0 0,0 0-1 0 0,0 0 0 0 0,1 0 1 0 0,-1-1-1 0 0,0 1 0 0 0,0 0 1 0 0,0-1-1 0 0,0 1 0 0 0,0-1 1 0 0,0 1-1 0 0,-1-1 0 0 0,1 0 1 0 0,0 1-1 0 0,0-1 0 0 0,0 0 1 0 0,0 0-1 0 0,-1 1 0 0 0,1-1 1 0 0,0 0-1 0 0,-1 0 0 0 0,1 0 1 0 0,-1 0-1 0 0,2-1 0 0 0,7-15-2571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8 218 11058 0 0,'-2'-7'511'0'0,"0"0"0"0"0,1 0 0 0 0,0 0 0 0 0,0 0 0 0 0,1 0 0 0 0,0-1 0 0 0,0 1 0 0 0,1 0 0 0 0,1-8 0 0 0,0 6-224 0 0,0 0 0 0 0,0 0 0 0 0,1 0 0 0 0,0 1-1 0 0,1-1 1 0 0,0 1 0 0 0,0 0 0 0 0,1 0 0 0 0,0 0 0 0 0,0 1 0 0 0,8-9 0 0 0,-10 13-221 0 0,-1 0 0 0 0,1 1 1 0 0,0-1-1 0 0,0 1 0 0 0,0 0 1 0 0,0 0-1 0 0,0 0 0 0 0,1 0 1 0 0,-1 0-1 0 0,1 1 0 0 0,-1 0 1 0 0,1-1-1 0 0,-1 1 0 0 0,1 1 1 0 0,0-1-1 0 0,0 0 0 0 0,-1 1 1 0 0,1 0-1 0 0,0 0 0 0 0,0 0 0 0 0,-1 0 1 0 0,1 1-1 0 0,0-1 0 0 0,0 1 1 0 0,-1 0-1 0 0,1 0 0 0 0,-1 1 1 0 0,1-1-1 0 0,-1 1 0 0 0,1-1 1 0 0,-1 1-1 0 0,0 0 0 0 0,0 0 1 0 0,0 1-1 0 0,0-1 0 0 0,0 1 0 0 0,0-1 1 0 0,-1 1-1 0 0,4 4 0 0 0,6 11-110 0 0,7 11-2189 0 0,16 34 1 0 0,-27-45 930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3.8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29 5065 0 0,'0'-1'149'0'0,"0"0"0"0"0,0-1 0 0 0,0 1 1 0 0,0 0-1 0 0,0 0 0 0 0,-1 0 0 0 0,1 0 0 0 0,0-1 0 0 0,-1 1 0 0 0,1 0 0 0 0,-1 0 0 0 0,1 0 1 0 0,-1 0-1 0 0,1 0 0 0 0,-1 0 0 0 0,0 0 0 0 0,0 0 0 0 0,0 0 0 0 0,1 0 0 0 0,-1 1 0 0 0,0-1 1 0 0,0 0-1 0 0,0 1 0 0 0,0-1 0 0 0,0 0 0 0 0,0 1 0 0 0,0-1 0 0 0,-1 1 0 0 0,1-1 0 0 0,0 1 1 0 0,0 0-1 0 0,0 0 0 0 0,0-1 0 0 0,-1 1 0 0 0,1 0 0 0 0,0 0 0 0 0,-2 0 0 0 0,1 0 244 0 0,-1 0 0 0 0,1 1 0 0 0,-1-1 0 0 0,0 0 0 0 0,1 1 0 0 0,-1-1 0 0 0,1 1 0 0 0,0 0 0 0 0,-1 0 0 0 0,1 0-1 0 0,0 0 1 0 0,-1 1 0 0 0,1-1 0 0 0,0 0 0 0 0,0 1 0 0 0,0 0 0 0 0,-2 1 0 0 0,-1 5-102 0 0,0 0 1 0 0,0 0-1 0 0,1 0 0 0 0,0 0 1 0 0,0 1-1 0 0,1-1 1 0 0,0 1-1 0 0,0 0 1 0 0,1 0-1 0 0,0 0 0 0 0,1 0 1 0 0,0 1-1 0 0,1-1 1 0 0,0 0-1 0 0,0 0 1 0 0,1 1-1 0 0,1 9 0 0 0,-1-12-394 0 0,0-1 0 0 0,1 0 0 0 0,-1 0-1 0 0,1 0 1 0 0,0 0 0 0 0,1 0-1 0 0,-1 0 1 0 0,1-1 0 0 0,0 1 0 0 0,1-1-1 0 0,-1 0 1 0 0,1 0 0 0 0,0 0 0 0 0,1 0-1 0 0,-1-1 1 0 0,1 0 0 0 0,0 0 0 0 0,0 0-1 0 0,0 0 1 0 0,0-1 0 0 0,0 0-1 0 0,1 0 1 0 0,0 0 0 0 0,0-1 0 0 0,10 4-1 0 0,2-3-7233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0 259 5065 0 0,'0'1'35'0'0,"0"-1"0"0"0,0 1 0 0 0,0-1 0 0 0,1 1 0 0 0,-1-1 1 0 0,0 1-1 0 0,0 0 0 0 0,0-1 0 0 0,0 1 0 0 0,0-1 0 0 0,1 1 0 0 0,-1-1 0 0 0,0 1 0 0 0,0-1 0 0 0,1 1 0 0 0,-1-1 0 0 0,1 0 1 0 0,-1 1-1 0 0,0-1 0 0 0,1 1 0 0 0,-1-1 0 0 0,1 0 0 0 0,-1 1 0 0 0,0-1 0 0 0,1 0 0 0 0,-1 1 0 0 0,1-1 0 0 0,-1 0 0 0 0,1 0 0 0 0,0 1 1 0 0,21-1 1943 0 0,21-14 1769 0 0,-34 9-3139 0 0,1 0 1 0 0,-1-1-1 0 0,0 0 0 0 0,-1-1 1 0 0,0 0-1 0 0,0 0 1 0 0,0-1-1 0 0,7-9 0 0 0,-8 8-479 0 0,0 0-1 0 0,-1 0 0 0 0,0-1 0 0 0,0 1 0 0 0,-1-1 0 0 0,0 0 0 0 0,-1-1 0 0 0,0 1 1 0 0,-1-1-1 0 0,0 1 0 0 0,-1-1 0 0 0,0 0 0 0 0,0-12 0 0 0,-1 22-119 0 0,-1 0-1 0 0,0-1 1 0 0,0 1-1 0 0,0 0 1 0 0,0-1-1 0 0,0 1 1 0 0,0 0-1 0 0,0 0 1 0 0,0-1-1 0 0,0 1 1 0 0,-1 0-1 0 0,1 0 1 0 0,0-1-1 0 0,-1 1 1 0 0,1 0-1 0 0,-1 0 1 0 0,1 0-1 0 0,-1 0 1 0 0,0 0-1 0 0,0-1 1 0 0,1 1-1 0 0,-1 0 1 0 0,0 1 0 0 0,0-1-1 0 0,0 0 1 0 0,0 0-1 0 0,0 0 1 0 0,0 1-1 0 0,0-1 1 0 0,0 0-1 0 0,-1 1 1 0 0,1-1-1 0 0,0 1 1 0 0,0-1-1 0 0,0 1 1 0 0,-1 0-1 0 0,1-1 1 0 0,0 1-1 0 0,-1 0 1 0 0,1 0-1 0 0,0 0 1 0 0,0 0-1 0 0,-1 0 1 0 0,1 0-1 0 0,0 0 1 0 0,0 1-1 0 0,-1-1 1 0 0,1 0-1 0 0,0 1 1 0 0,0-1-1 0 0,-2 1 1 0 0,-2 1 69 0 0,1 0 1 0 0,0 0 0 0 0,0 0-1 0 0,-1 1 1 0 0,1-1-1 0 0,1 1 1 0 0,-1 0-1 0 0,0 0 1 0 0,1 0-1 0 0,-1 1 1 0 0,1-1-1 0 0,0 1 1 0 0,-3 5-1 0 0,4-6-28 0 0,0 1 1 0 0,1-1-1 0 0,0 1 0 0 0,0 0 0 0 0,0-1 0 0 0,0 1 0 0 0,0 0 0 0 0,1 0 0 0 0,-1 0 0 0 0,1 0 0 0 0,0 0 0 0 0,0-1 0 0 0,1 1 0 0 0,-1 0 0 0 0,1 0 0 0 0,0 0 0 0 0,0-1 0 0 0,0 1 0 0 0,0 0 0 0 0,1-1 0 0 0,-1 1 0 0 0,1-1 0 0 0,0 1 1 0 0,4 4-1 0 0,-2-3-212 0 0,0-1 1 0 0,0 1 0 0 0,0-1 0 0 0,1 0 0 0 0,0 0-1 0 0,0 0 1 0 0,0-1 0 0 0,0 0 0 0 0,0 0 0 0 0,1 0-1 0 0,-1 0 1 0 0,1-1 0 0 0,0 0 0 0 0,0 0 0 0 0,6 1-1 0 0,13 0-6889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4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14283 0 0,'1'-7'835'0'0,"9"-27"3943"0"0,-10 34-4726 0 0,0 0-1 0 0,0-1 0 0 0,0 1 0 0 0,0 0 1 0 0,0 0-1 0 0,1-1 0 0 0,-1 1 0 0 0,0 0 0 0 0,0 0 1 0 0,0 0-1 0 0,1-1 0 0 0,-1 1 0 0 0,0 0 1 0 0,0 0-1 0 0,1 0 0 0 0,-1 0 0 0 0,0-1 0 0 0,0 1 1 0 0,1 0-1 0 0,-1 0 0 0 0,0 0 0 0 0,0 0 0 0 0,1 0 1 0 0,-1 0-1 0 0,0 0 0 0 0,1 0 0 0 0,-1 0 1 0 0,0 0-1 0 0,1 0 0 0 0,-1 0 0 0 0,0 0 0 0 0,0 0 1 0 0,1 0-1 0 0,-1 0 0 0 0,13 16 270 0 0,2 21-136 0 0,-2 0 1 0 0,-2 1-1 0 0,-1 0 1 0 0,6 43-1 0 0,-4-21-33 0 0,7 27-81 0 0,4 0 0 0 0,4-1 0 0 0,56 122 0 0 0,-75-191-138 0 0,-1 1-1 0 0,0-1 1 0 0,-1 1 0 0 0,-1 0-1 0 0,3 21 1 0 0,-5 4-2426 0 0,-8 2-3381 0 0,0-20-438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0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3225 0 0,'39'16'5686'0'0,"-29"-11"-4761"0"0,0 0 0 0 0,0 0 0 0 0,-1 1 0 0 0,0 1 0 0 0,0-1 0 0 0,0 1 0 0 0,-1 1 0 0 0,8 9 0 0 0,8 12 564 0 0,22 34 0 0 0,-28-37-632 0 0,42 46-1 0 0,-49-60-716 0 0,1-1-1 0 0,0 0 0 0 0,1-1 0 0 0,0-1 1 0 0,25 15-1 0 0,-33-22-127 0 0,1 1 0 0 0,0-1 0 0 0,0 0 0 0 0,0 0 0 0 0,1-1 1 0 0,-1 0-1 0 0,0 0 0 0 0,0 0 0 0 0,1-1 0 0 0,-1 0 0 0 0,0 0 0 0 0,1-1 0 0 0,-1 0 0 0 0,0 0 1 0 0,0 0-1 0 0,1-1 0 0 0,8-3 0 0 0,-4 0-425 0 0,0 0 1 0 0,0 0 0 0 0,18-14-1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5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10138 0 0,'0'0'778'0'0,"-1"16"2913"0"0,-29 187 1895 0 0,2-11-6974 0 0,22-153-5358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8290 0 0,'8'-1'5833'0'0,"11"2"-3184"0"0,-13 1-2313 0 0,1 2 0 0 0,-1-1 0 0 0,0 1 0 0 0,0 0 0 0 0,0 0 1 0 0,-1 1-1 0 0,1-1 0 0 0,-1 1 0 0 0,0 0 0 0 0,0 1 0 0 0,-1-1 1 0 0,0 1-1 0 0,0 0 0 0 0,0 0 0 0 0,6 13 0 0 0,2 10-296 0 0,0 1 0 0 0,9 39 0 0 0,-15-48 167 0 0,35 122-207 0 0,-41-142-10 0 0,0-1 1 0 0,0 1-1 0 0,0-1 1 0 0,0 0-1 0 0,0 1 1 0 0,1-1-1 0 0,-1 1 1 0 0,0-1-1 0 0,0 1 1 0 0,0-1-1 0 0,0 0 1 0 0,1 1-1 0 0,-1-1 1 0 0,0 0-1 0 0,0 1 1 0 0,1-1-1 0 0,-1 0 1 0 0,0 1-1 0 0,1-1 1 0 0,-1 0-1 0 0,0 1 1 0 0,1-1-1 0 0,-1 0 1 0 0,0 0-1 0 0,1 0 1 0 0,-1 1-1 0 0,1-1 1 0 0,-1 0-1 0 0,0 0 1 0 0,1 0-1 0 0,-1 0 1 0 0,1 0-1 0 0,-1 0 1 0 0,1 0-1 0 0,-1 0 1 0 0,1 0-1 0 0,-1 0 1 0 0,0 0-1 0 0,1 0 1 0 0,-1 0-1 0 0,1 0 1 0 0,-1 0-1 0 0,1 0 1 0 0,-1 0-1 0 0,0 0 1 0 0,1-1-1 0 0,-1 1 1 0 0,0 0-1 0 0,1 0 1 0 0,-1 0-1 0 0,1-1 1 0 0,-1 1-1 0 0,0 0 1 0 0,1-1-1 0 0,-1 1 1 0 0,0 0-1 0 0,0-1 1 0 0,1 1-1 0 0,-1 0 1 0 0,0-1-1 0 0,0 1 1 0 0,0-1-1 0 0,1 1 1 0 0,-1 0-1 0 0,0-1 1 0 0,0 1-1 0 0,0-1 1 0 0,18-33-1436 0 0,-17 30 1193 0 0,37-93-4082 0 0,-24 58 3285 0 0,37-74 1 0 0,-50 111 1148 0 0,0 0-1 0 0,0 0 1 0 0,0 0-1 0 0,1 0 1 0 0,-1 1 0 0 0,0-1-1 0 0,1 0 1 0 0,-1 0 0 0 0,1 1-1 0 0,0-1 1 0 0,0 1-1 0 0,-1 0 1 0 0,1-1 0 0 0,0 1-1 0 0,0 0 1 0 0,0 0 0 0 0,0 0-1 0 0,0 0 1 0 0,1 0-1 0 0,-1 1 1 0 0,0-1 0 0 0,0 1-1 0 0,4-1 1 0 0,-3 2 109 0 0,0-1-1 0 0,1 1 0 0 0,-1 0 1 0 0,1 0-1 0 0,-1 0 1 0 0,0 1-1 0 0,0-1 1 0 0,0 1-1 0 0,1 0 1 0 0,-2 0-1 0 0,1 0 1 0 0,0 0-1 0 0,0 0 1 0 0,3 5-1 0 0,20 21 534 0 0,-1 1 0 0 0,-1 1 0 0 0,24 43 0 0 0,5 4-1927 0 0,-42-62 737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5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13 110 5985 0 0,'-11'12'7106'0'0,"11"-10"-6768"0"0,-1 24 2573 0 0,11 23-823 0 0,-7-38-1847 0 0,2 0-1 0 0,-1-1 1 0 0,2 1-1 0 0,-1-1 1 0 0,1 0-1 0 0,1 0 1 0 0,0-1-1 0 0,0 0 1 0 0,1 0 0 0 0,0-1-1 0 0,1 0 1 0 0,0 0-1 0 0,0-1 1 0 0,0 0-1 0 0,1-1 1 0 0,0 0 0 0 0,19 9-1 0 0,-25-14-225 0 0,-1 0-1 0 0,1 0 0 0 0,0-1 0 0 0,0 1 1 0 0,-1-1-1 0 0,1 1 0 0 0,0-1 1 0 0,0 0-1 0 0,0-1 0 0 0,0 1 1 0 0,-1-1-1 0 0,1 0 0 0 0,0 0 0 0 0,0 0 1 0 0,-1 0-1 0 0,8-4 0 0 0,-6 2 6 0 0,-1 0 0 0 0,1 0 0 0 0,-1-1-1 0 0,1 0 1 0 0,-1 0 0 0 0,0 0-1 0 0,0 0 1 0 0,-1-1 0 0 0,1 1 0 0 0,3-8-1 0 0,-1 1-6 0 0,-1 1 0 0 0,-1-1 0 0 0,0 0 0 0 0,0 0 0 0 0,-1 0-1 0 0,0 0 1 0 0,-1-1 0 0 0,0 1 0 0 0,-1-1 0 0 0,0-19 0 0 0,-2 21-113 0 0,-1 0 1 0 0,1 0-1 0 0,-2 0 1 0 0,1 1-1 0 0,-1-1 1 0 0,-1 1-1 0 0,0-1 1 0 0,0 1-1 0 0,-10-15 1 0 0,9 17-1224 0 0,0 0 1 0 0,0 1 0 0 0,-1 0-1 0 0,-7-6 1 0 0,-6-4-5461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5 16131 0 0,'-2'0'90'0'0,"1"-1"0"0"0,-1 0-1 0 0,0 1 1 0 0,1-1-1 0 0,-1 1 1 0 0,0-1-1 0 0,1 1 1 0 0,-1 0-1 0 0,0 0 1 0 0,0 0 0 0 0,1 0-1 0 0,-1 0 1 0 0,0 0-1 0 0,0 0 1 0 0,1 0-1 0 0,-1 1 1 0 0,0-1-1 0 0,0 1 1 0 0,1-1 0 0 0,-3 2-1 0 0,1 0 5 0 0,0 0 0 0 0,-1 0 0 0 0,1 1 0 0 0,0-1 0 0 0,0 1 0 0 0,1 0 0 0 0,-1 0 0 0 0,-4 5 0 0 0,1 3 105 0 0,-1-1-1 0 0,2 1 1 0 0,-1 0 0 0 0,1 0-1 0 0,-3 13 1 0 0,0 6 78 0 0,2 0 1 0 0,0 1 0 0 0,2 0 0 0 0,2 0 0 0 0,1 36 0 0 0,4-14 32 0 0,1 0 0 0 0,15 62 1 0 0,-11-78-281 0 0,1-1 1 0 0,2 0 0 0 0,2 0-1 0 0,1-2 1 0 0,35 63 0 0 0,-30-69-1455 0 0,37 47 0 0 0,-44-61-484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0 122 10594 0 0,'3'0'97'0'0,"1"0"-1"0"0,-1 0 1 0 0,0-1-1 0 0,1 1 1 0 0,-1-1 0 0 0,0 1-1 0 0,0-1 1 0 0,0 0-1 0 0,1 0 1 0 0,-1 0-1 0 0,3-2 1 0 0,38-22-585 0 0,-25 15 491 0 0,4-2 193 0 0,75-36-1870 0 0,-89 45 1052 0 0,0-1 1 0 0,1 2-1 0 0,-1-1 1 0 0,1 1 0 0 0,-1 1-1 0 0,1-1 1 0 0,0 2-1 0 0,17 0 1 0 0,-9 2 489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14283 0 0,'-2'2'276'0'0,"1"0"1"0"0,-1 0-1 0 0,1 0 0 0 0,-1 0 0 0 0,1 0 1 0 0,0 1-1 0 0,0-1 0 0 0,0 1 0 0 0,0-1 1 0 0,0 1-1 0 0,1-1 0 0 0,-1 1 0 0 0,1-1 1 0 0,0 1-1 0 0,-1-1 0 0 0,1 1 1 0 0,0-1-1 0 0,1 1 0 0 0,-1 3 0 0 0,9 56 2322 0 0,-9-58-2481 0 0,3 9-88 0 0,1 16-221 0 0,2 0 0 0 0,1 0 0 0 0,1 0 0 0 0,2-1 0 0 0,21 47 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7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1 161 5529 0 0,'6'21'4769'0'0,"8"19"-123"0"0,-10-29-4255 0 0,0-1 0 0 0,1 0 0 0 0,10 17 0 0 0,-13-24-274 0 0,0 1 0 0 0,1-1 0 0 0,-1 0 0 0 0,1 0 1 0 0,0 0-1 0 0,0 0 0 0 0,0-1 0 0 0,0 1 0 0 0,0-1 0 0 0,1 0 0 0 0,-1 0 0 0 0,1 0 1 0 0,-1 0-1 0 0,1-1 0 0 0,0 1 0 0 0,0-1 0 0 0,-1 0 0 0 0,1 0 0 0 0,0 0 0 0 0,0-1 1 0 0,0 0-1 0 0,0 1 0 0 0,0-1 0 0 0,5-1 0 0 0,-4 0-27 0 0,0 0-1 0 0,-1-1 1 0 0,1 0-1 0 0,-1 0 1 0 0,0 0-1 0 0,1 0 1 0 0,-1-1-1 0 0,0 1 0 0 0,0-1 1 0 0,0 0-1 0 0,-1 0 1 0 0,1-1-1 0 0,-1 1 1 0 0,1-1-1 0 0,-1 0 1 0 0,0 1-1 0 0,-1-1 1 0 0,3-5-1 0 0,1-1-36 0 0,0 0 1 0 0,-1-1-1 0 0,0 1 0 0 0,-1-1 0 0 0,0 0 0 0 0,4-17 1 0 0,-7 20-55 0 0,0 0 1 0 0,0 0-1 0 0,-1 0 1 0 0,0 0-1 0 0,0 0 1 0 0,-1 0-1 0 0,0 0 1 0 0,-1 0-1 0 0,1 1 1 0 0,-2-1-1 0 0,1 0 1 0 0,-1 1 0 0 0,0-1-1 0 0,-6-9 1 0 0,7 13-18 0 0,-1 0 0 0 0,1 1 0 0 0,-1 0 1 0 0,0-1-1 0 0,0 1 0 0 0,0 0 0 0 0,-1 1 1 0 0,1-1-1 0 0,-1 1 0 0 0,1-1 1 0 0,-1 1-1 0 0,0 0 0 0 0,0 0 0 0 0,0 0 1 0 0,0 1-1 0 0,0 0 0 0 0,0 0 0 0 0,-1 0 1 0 0,1 0-1 0 0,0 0 0 0 0,0 1 0 0 0,-1 0 1 0 0,1 0-1 0 0,0 0 0 0 0,-1 0 0 0 0,1 1 1 0 0,0 0-1 0 0,-6 1 0 0 0,-7 4-1568 0 0,1 2-5388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48.0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8754 0 0,'0'31'5211'0'0,"7"43"0"0"0,-4-55-4389 0 0,1 1 0 0 0,1-1 0 0 0,12 32 0 0 0,-13-42-835 0 0,0-1 0 0 0,0 0 0 0 0,0 0 1 0 0,1 0-1 0 0,1-1 0 0 0,-1 1 0 0 0,1-1 0 0 0,0-1 0 0 0,11 10 0 0 0,-12-12 25 0 0,0 0 0 0 0,1-1-1 0 0,0 0 1 0 0,-1 0 0 0 0,1 0-1 0 0,0-1 1 0 0,0 0 0 0 0,0 0-1 0 0,0-1 1 0 0,1 1 0 0 0,-1-1-1 0 0,0 0 1 0 0,1-1-1 0 0,12 0 1 0 0,-16 0-104 0 0,0-1-1 0 0,0 1 1 0 0,0-1-1 0 0,0 1 1 0 0,-1-1-1 0 0,1 0 1 0 0,0 0-1 0 0,0 0 1 0 0,0 0-1 0 0,-1 0 1 0 0,1-1-1 0 0,-1 0 1 0 0,1 1-1 0 0,-1-1 1 0 0,0 0-1 0 0,1 0 1 0 0,-1 0-1 0 0,2-3 1 0 0,1-2-172 0 0,0-1-1 0 0,-1 1 1 0 0,0-1 0 0 0,5-14 0 0 0,-8 17 348 0 0,1 0 1 0 0,-1 0-1 0 0,1 1 1 0 0,0-1 0 0 0,1 1-1 0 0,-1-1 1 0 0,1 1-1 0 0,0 0 1 0 0,0 0 0 0 0,0 0-1 0 0,0 0 1 0 0,1 1-1 0 0,-1-1 1 0 0,1 1 0 0 0,0 0-1 0 0,6-4 1 0 0,-7 6 20 0 0,0 1-1 0 0,0-1 1 0 0,0 1 0 0 0,-1-1 0 0 0,1 1 0 0 0,0 0-1 0 0,0 0 1 0 0,0 1 0 0 0,0-1 0 0 0,0 0-1 0 0,0 1 1 0 0,0 0 0 0 0,-1-1 0 0 0,1 1 0 0 0,0 0-1 0 0,3 2 1 0 0,47 28 421 0 0,-21-11-290 0 0,-20-15-186 0 0,0-1 0 0 0,0 1 0 0 0,0-2-1 0 0,0 0 1 0 0,1 0 0 0 0,-1-2 0 0 0,1 1 0 0 0,0-1 0 0 0,0-1-1 0 0,-1 0 1 0 0,1-1 0 0 0,0-1 0 0 0,-1 0 0 0 0,17-4 0 0 0,-23 4-24 0 0,-1 1 1 0 0,1-1 0 0 0,-1 0-1 0 0,0 0 1 0 0,0-1 0 0 0,0 0-1 0 0,0 0 1 0 0,0 0 0 0 0,-1 0-1 0 0,1-1 1 0 0,-1 1 0 0 0,0-1 0 0 0,0 0-1 0 0,0-1 1 0 0,0 1 0 0 0,-1-1-1 0 0,0 1 1 0 0,0-1 0 0 0,0 0-1 0 0,-1 0 1 0 0,1-1 0 0 0,-1 1-1 0 0,0 0 1 0 0,-1-1 0 0 0,1 1 0 0 0,-1-1-1 0 0,0 0 1 0 0,-1 1 0 0 0,1-1-1 0 0,-1 0 1 0 0,0 1 0 0 0,-1-1-1 0 0,-1-10 1 0 0,-12-28 102 0 0,4 19-65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0.9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395 215 9218 0 0,'-11'-5'617'0'0,"7"3"-552"0"0,0 1 0 0 0,0-1 0 0 0,0 1 0 0 0,1-1 0 0 0,-1-1 0 0 0,1 1 0 0 0,-1 0 0 0 0,1-1 0 0 0,0 0 0 0 0,0 1 0 0 0,0-1 0 0 0,-3-5 0 0 0,6 7-33 0 0,0 0 1 0 0,0 1 0 0 0,0-1 0 0 0,0 1 0 0 0,1-1 0 0 0,-1 1 0 0 0,0-1 0 0 0,0 1-1 0 0,1-1 1 0 0,-1 1 0 0 0,1-1 0 0 0,-1 1 0 0 0,0-1 0 0 0,1 1 0 0 0,-1 0 0 0 0,1-1-1 0 0,-1 1 1 0 0,1 0 0 0 0,-1-1 0 0 0,1 1 0 0 0,-1 0 0 0 0,1 0 0 0 0,-1-1 0 0 0,1 1-1 0 0,-1 0 1 0 0,1 0 0 0 0,-1 0 0 0 0,1 0 0 0 0,-1 0 0 0 0,1 0 0 0 0,0 0 0 0 0,-1 0-1 0 0,2 0 1 0 0,26-3 426 0 0,-24 3-358 0 0,495-7 2872 0 0,-132 6-2021 0 0,979-95-526 0 0,-215 39-426 0 0,-1116 57 3 0 0,-8 0-15 0 0,-1 0 1 0 0,1 0 0 0 0,0 0 0 0 0,0 1 0 0 0,7 2 0 0 0,-14-3 6 0 0,0 0-1 0 0,0 0 1 0 0,0 0 0 0 0,0 0 0 0 0,0 0 0 0 0,0 0 0 0 0,0 0 0 0 0,0 0 0 0 0,0 1 0 0 0,0-1 0 0 0,-1 0 0 0 0,1 0 0 0 0,0 0 0 0 0,0 0 0 0 0,0 0 0 0 0,0 0 0 0 0,0 0 0 0 0,0 0 0 0 0,0 0 0 0 0,0 0 0 0 0,0 0 0 0 0,0 0 0 0 0,0 0 0 0 0,0 0 0 0 0,0 0 0 0 0,0 0 0 0 0,0 1 0 0 0,0-1 0 0 0,0 0 0 0 0,0 0 0 0 0,0 0-1 0 0,0 0 1 0 0,0 0 0 0 0,0 0 0 0 0,0 0 0 0 0,0 0 0 0 0,0 0 0 0 0,0 0 0 0 0,0 0 0 0 0,0 0 0 0 0,0 0 0 0 0,0 1 0 0 0,0-1 0 0 0,0 0 0 0 0,0 0 0 0 0,0 0 0 0 0,0 0 0 0 0,0 0 0 0 0,0 0 0 0 0,0 0 0 0 0,1 0 0 0 0,-1 0 0 0 0,0 0 0 0 0,0 0 0 0 0,0 0 0 0 0,0 0 0 0 0,0 0 0 0 0,0 0 0 0 0,0 0 0 0 0,0 0 0 0 0,0 0 0 0 0,0 0-1 0 0,0 0 1 0 0,0 0 0 0 0,0 0 0 0 0,1 0 0 0 0,-11 4-202 0 0,-15 1-65 0 0,-412 41-3750 0 0,-7-32 2808 0 0,264-9 993 0 0,130-4 210 0 0,-941 52 2423 0 0,765-29-1592 0 0,-219 25 312 0 0,333-34-770 0 0,-152 24 531 0 0,272-39-656 0 0,30-3 99 0 0,52-6 91 0 0,236-20 930 0 0,619 24 0 0 0,-185 77-704 0 0,-10 62-1075 0 0,-735-131 292 0 0,33 8-1726 0 0,77 28 1 0 0,-125-39 1825 0 0,1 0 0 0 0,-1 0 1 0 0,1 0-1 0 0,-1 0 0 0 0,0 1 0 0 0,1-1 0 0 0,-1 0 0 0 0,1 0 0 0 0,-1 0 1 0 0,0 0-1 0 0,1 0 0 0 0,-1 1 0 0 0,1-1 0 0 0,-1 0 0 0 0,0 0 0 0 0,1 0 1 0 0,-1 1-1 0 0,0-1 0 0 0,1 0 0 0 0,-1 1 0 0 0,0-1 0 0 0,1 0 0 0 0,-1 1 1 0 0,0-1-1 0 0,0 0 0 0 0,0 1 0 0 0,1-1 0 0 0,-1 1 0 0 0,0-1 0 0 0,0 0 1 0 0,0 1-1 0 0,0-1 0 0 0,0 1 0 0 0,1-1 0 0 0,-1 0 0 0 0,0 1 0 0 0,-17 5-341 0 0,-35-1 346 0 0,47-5-33 0 0,-513 6 1287 0 0,158-6-984 0 0,-764 75-21 0 0,8 74-1542 0 0,952-130 1270 0 0,-105 20 494 0 0,204-20 191 0 0,108-18-290 0 0,470-62-389 0 0,-83 7 691 0 0,553-9 133 0 0,3 74-596 0 0,-211 59 371 0 0,-710-62-545 0 0,-33-6-12 0 0,-1 2-1 0 0,0 2 1 0 0,34 10 0 0 0,-65-16 0 0 0,1-1 0 0 0,-1 1 0 0 0,1 0 0 0 0,-1 0 0 0 0,1 0 0 0 0,-1 0 0 0 0,0 1 0 0 0,1-1 0 0 0,-1 0 0 0 0,1 0 0 0 0,-1 0 0 0 0,1 0 0 0 0,-1 0 0 0 0,0 0 0 0 0,1 1 0 0 0,-1-1 0 0 0,0 0 0 0 0,1 0 0 0 0,-1 1 0 0 0,1-1 0 0 0,-1 0 0 0 0,0 1 0 0 0,0-1 0 0 0,1 0 0 0 0,-1 1 0 0 0,0-1 0 0 0,0 0 0 0 0,1 1 0 0 0,-1-1 0 0 0,0 0 0 0 0,0 1 0 0 0,0-1 0 0 0,1 1 0 0 0,-1-1 0 0 0,0 1 0 0 0,-17 5 0 0 0,-31-3 0 0 0,48-3 0 0 0,-778-26 546 0 0,650 17-500 0 0,-1495-7 323 0 0,946 65-810 0 0,196 10 265 0 0,444-54 204 0 0,0 1 1 0 0,0 2-1 0 0,1 1 0 0 0,-41 18 0 0 0,76-27-26 0 0,0 0-1 0 0,0 1 1 0 0,-1-1-1 0 0,1 0 1 0 0,0 1-1 0 0,0-1 1 0 0,0 1-1 0 0,0 0 0 0 0,0-1 1 0 0,0 1-1 0 0,0 0 1 0 0,0 0-1 0 0,0 0 1 0 0,0-1-1 0 0,0 1 1 0 0,1 0-1 0 0,-1 0 0 0 0,0 0 1 0 0,1 0-1 0 0,-1 0 1 0 0,0 1-1 0 0,0 1 1 0 0,1-2-9 0 0,1 0 0 0 0,-1 0 0 0 0,1-1 0 0 0,-1 1 0 0 0,1 0-1 0 0,-1 0 1 0 0,1 0 0 0 0,-1 0 0 0 0,1-1 0 0 0,0 1 0 0 0,-1 0 0 0 0,1-1 0 0 0,0 1 0 0 0,0 0 0 0 0,-1-1 0 0 0,1 1 0 0 0,0-1 0 0 0,0 1 0 0 0,0-1 0 0 0,0 0 0 0 0,1 1 0 0 0,9 3-170 0 0,1 0 0 0 0,0-1 1 0 0,14 3-1 0 0,134 15-747 0 0,207 0-1 0 0,-153-12 548 0 0,911 93 345 0 0,-888-71-264 0 0,316 32-2382 0 0,-460-58-239 0 0,137-11 0 0 0,90-31-1836 0 0,-293 33 5112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1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1 0 4289 0 0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608 313 6913 0 0,'-174'13'171'0'0,"66"-3"509"0"0,-88-2 1470 0 0,67-8 2484 0 0,216-9-2551 0 0,-22 0-2264 0 0,364-40-127 0 0,147-12 367 0 0,160 34 933 0 0,-190 11 987 0 0,696-74-454 0 0,-682 44-1234 0 0,-415 34-64 0 0,441-13 797 0 0,-573 26-1341 0 0,0 0 0 0 0,0 0 0 0 0,0 1 0 0 0,0 1-1 0 0,-1 0 1 0 0,15 6 0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5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36 9218 0 0,'-14'-35'10957'0'0,"21"50"-10128"0"0,0 0-609 0 0,-2 0 0 0 0,1 0-1 0 0,-2 0 1 0 0,0 1-1 0 0,-1-1 1 0 0,1 24-1 0 0,-1 99 55 0 0,-3-113-271 0 0,-4 71 34 0 0,1-42-55 0 0,3 0 0 0 0,8 72 0 0 0,-6-114-360 0 0,0 0 1 0 0,1 0 0 0 0,1 0-1 0 0,6 16 1 0 0,6 3-7142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7370 0 0,'-2'4'343'0'0,"0"0"0"0"0,1 0 0 0 0,0-1 0 0 0,0 1 0 0 0,0 0 0 0 0,0 0 0 0 0,1 0 0 0 0,-1 0 0 0 0,1 7 0 0 0,-1-1 263 0 0,0 2 101 0 0,0 0 0 0 0,1 0 0 0 0,0 0 0 0 0,1 0 0 0 0,0 0-1 0 0,1 0 1 0 0,0-1 0 0 0,1 1 0 0 0,1 0 0 0 0,7 16 0 0 0,-8-21-577 0 0,1 0-1 0 0,0 0 1 0 0,0-1 0 0 0,0 0 0 0 0,1 1 0 0 0,0-2 0 0 0,0 1 0 0 0,1 0 0 0 0,0-1 0 0 0,0 0 0 0 0,0-1 0 0 0,0 1 0 0 0,1-1 0 0 0,0 0 0 0 0,0-1 0 0 0,0 0 0 0 0,10 4 0 0 0,-15-6-149 0 0,-1-1 1 0 0,1 1-1 0 0,-1-1 1 0 0,1 1-1 0 0,0-1 1 0 0,-1 0-1 0 0,1 0 1 0 0,-1 1-1 0 0,1-1 1 0 0,0 0-1 0 0,-1-1 1 0 0,1 1-1 0 0,0 0 1 0 0,-1 0-1 0 0,1-1 1 0 0,-1 1-1 0 0,1-1 1 0 0,-1 1-1 0 0,1-1 1 0 0,-1 0-1 0 0,1 1 1 0 0,-1-1-1 0 0,0 0 1 0 0,1 0-1 0 0,0-1 1 0 0,0-1 19 0 0,0 1 0 0 0,-1-1 0 0 0,1 1 0 0 0,-1-1 0 0 0,0 1 0 0 0,0-1 0 0 0,0 0 0 0 0,0 0 0 0 0,0 1 0 0 0,-1-1 0 0 0,1 0 0 0 0,-1 0 0 0 0,0-3 1 0 0,1-6 95 0 0,-2 0 0 0 0,0-1 0 0 0,0 1 0 0 0,-1 0 1 0 0,-6-20-1 0 0,6 26-99 0 0,0-1-1 0 0,-1 1 1 0 0,0 0 0 0 0,0 0 0 0 0,-1 0 0 0 0,0 0-1 0 0,0 0 1 0 0,0 1 0 0 0,-1 0 0 0 0,1 0-1 0 0,-1 0 1 0 0,0 0 0 0 0,-1 1 0 0 0,1 0-1 0 0,-11-6 1 0 0,12 8-82 0 0,1 0-1 0 0,-1 1 1 0 0,0-1 0 0 0,0 1-1 0 0,0 0 1 0 0,0 0-1 0 0,0 1 1 0 0,0-1 0 0 0,-1 1-1 0 0,1 0 1 0 0,0 0-1 0 0,0 0 1 0 0,0 1-1 0 0,0-1 1 0 0,0 1 0 0 0,0 0-1 0 0,0 0 1 0 0,0 1-1 0 0,0-1 1 0 0,0 1 0 0 0,0 0-1 0 0,1 0 1 0 0,-1 0-1 0 0,1 0 1 0 0,-1 1 0 0 0,1-1-1 0 0,-4 4 1 0 0,-3 8-2457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6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17 116 7834 0 0,'-14'1'12188'0'0,"13"7"-13191"0"0,0 1 1233 0 0,1 1 1 0 0,0-1-1 0 0,0 1 1 0 0,1 0-1 0 0,0-1 1 0 0,1 1-1 0 0,0-1 1 0 0,0 1-1 0 0,1-1 1 0 0,0 0-1 0 0,8 15 1 0 0,-9-20-249 0 0,0 0 0 0 0,1 0 0 0 0,0 0 1 0 0,-1-1-1 0 0,1 1 0 0 0,1-1 0 0 0,-1 1 1 0 0,0-1-1 0 0,1 0 0 0 0,0 0 0 0 0,0 0 1 0 0,0-1-1 0 0,0 0 0 0 0,0 1 0 0 0,0-1 1 0 0,0-1-1 0 0,1 1 0 0 0,-1-1 0 0 0,1 0 1 0 0,-1 1-1 0 0,1-2 0 0 0,0 1 0 0 0,-1-1 1 0 0,1 1-1 0 0,6-2 0 0 0,-8 1 4 0 0,-1 0 0 0 0,0 0 0 0 0,0-1 0 0 0,1 1 0 0 0,-1-1 0 0 0,0 0 0 0 0,0 1 0 0 0,1-1 0 0 0,-1 0-1 0 0,0 0 1 0 0,0-1 0 0 0,0 1 0 0 0,0 0 0 0 0,-1-1 0 0 0,1 1 0 0 0,0-1 0 0 0,0 1 0 0 0,-1-1 0 0 0,1 0 0 0 0,1-2 0 0 0,0-2-61 0 0,0-1 1 0 0,0 1 0 0 0,0-1 0 0 0,-1 0-1 0 0,2-8 1 0 0,-3 11 48 0 0,0 0 1 0 0,0 0-1 0 0,0-1 1 0 0,0 1-1 0 0,1 0 0 0 0,0 0 1 0 0,0 0-1 0 0,0 0 1 0 0,0 1-1 0 0,0-1 0 0 0,1 1 1 0 0,0-1-1 0 0,0 1 1 0 0,0 0-1 0 0,6-5 0 0 0,-8 8 29 0 0,0-1 0 0 0,0 1-1 0 0,0 0 1 0 0,0 0 0 0 0,0 0 0 0 0,0 0-1 0 0,0 0 1 0 0,0 0 0 0 0,0 0-1 0 0,0 0 1 0 0,0 0 0 0 0,0 0 0 0 0,0 1-1 0 0,0-1 1 0 0,0 0 0 0 0,-1 1-1 0 0,1-1 1 0 0,0 1 0 0 0,0-1-1 0 0,1 2 1 0 0,24 16 119 0 0,-9-5-23 0 0,-12-10-32 0 0,0-1 0 0 0,0 0 0 0 0,0 0 0 0 0,0-1 0 0 0,0 0 0 0 0,0 1 0 0 0,0-2 0 0 0,0 1 0 0 0,1 0 0 0 0,-1-1 0 0 0,0 0 0 0 0,1 0 0 0 0,-1-1 0 0 0,0 0 0 0 0,0 0 0 0 0,1 0 0 0 0,-1 0 0 0 0,0-1 0 0 0,0 0 0 0 0,0 0 0 0 0,-1 0 1 0 0,1 0-1 0 0,0-1 0 0 0,-1 0 0 0 0,0 0 0 0 0,1 0 0 0 0,-1-1 0 0 0,0 1 0 0 0,-1-1 0 0 0,7-7 0 0 0,-6 5-88 0 0,1 0-1 0 0,-1 0 1 0 0,1 0-1 0 0,-2-1 1 0 0,1 0 0 0 0,-1 1-1 0 0,0-1 1 0 0,0 0 0 0 0,-1-1-1 0 0,0 1 1 0 0,0 0 0 0 0,-1-1-1 0 0,0 1 1 0 0,0-1 0 0 0,-1 1-1 0 0,0-1 1 0 0,0 1-1 0 0,-1-1 1 0 0,0 1 0 0 0,0-1-1 0 0,-3-7 1 0 0,-2 3-1749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1 179 7834 0 0,'0'-2'155'0'0,"1"0"-1"0"0,0 0 1 0 0,-1 0 0 0 0,1 1 0 0 0,0-1 0 0 0,0 0 0 0 0,1 0-1 0 0,-1 0 1 0 0,0 1 0 0 0,1-1 0 0 0,-1 0 0 0 0,0 1 0 0 0,1 0-1 0 0,0-1 1 0 0,-1 1 0 0 0,1 0 0 0 0,0 0 0 0 0,0 0 0 0 0,0 0-1 0 0,0 0 1 0 0,0 0 0 0 0,0 0 0 0 0,2 0 0 0 0,50-16 2869 0 0,-49 17-2848 0 0,-1-1 0 0 0,0 0 1 0 0,0 1-1 0 0,0 0 0 0 0,0 0 0 0 0,0 0 1 0 0,0 1-1 0 0,1-1 0 0 0,-1 1 1 0 0,0 0-1 0 0,0 0 0 0 0,0 1 0 0 0,0-1 1 0 0,5 4-1 0 0,-2-1 71 0 0,-1 0 1 0 0,1 1-1 0 0,-1 0 0 0 0,0 0 0 0 0,0 0 1 0 0,0 1-1 0 0,5 6 0 0 0,3 7 186 0 0,-1 0 0 0 0,-1 2 0 0 0,0-1 0 0 0,9 25 0 0 0,-11-25-303 0 0,-6-14-92 0 0,-1 0 0 0 0,0 0 1 0 0,-1 0-1 0 0,1 0 0 0 0,-1 0 0 0 0,0 1 0 0 0,1 10 1 0 0,-14-126 1025 0 0,12 87-1084 0 0,0-1 0 0 0,2 1 1 0 0,1 0-1 0 0,0 0 0 0 0,10-28 0 0 0,-8 34-853 0 0,1-1-1 0 0,0 1 1 0 0,1 0-1 0 0,11-15 1 0 0,-5 11-5908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7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0 275 2761 0 0,'2'2'214'0'0,"0"1"0"0"0,0-1 0 0 0,-1 0 1 0 0,2 0-1 0 0,-1 0 0 0 0,0-1 1 0 0,0 1-1 0 0,0 0 0 0 0,1-1 1 0 0,-1 1-1 0 0,1-1 0 0 0,0 0 0 0 0,-1 0 1 0 0,1 0-1 0 0,0 0 0 0 0,-1-1 1 0 0,1 1-1 0 0,0-1 0 0 0,0 1 1 0 0,0-1-1 0 0,-1 0 0 0 0,1 0 0 0 0,0 0 1 0 0,0-1-1 0 0,0 1 0 0 0,-1-1 1 0 0,1 1-1 0 0,0-1 0 0 0,0 0 1 0 0,-1 0-1 0 0,4-2 0 0 0,0 0-8 0 0,-1 0 1 0 0,0-1-1 0 0,-1 0 0 0 0,1 0 1 0 0,0 0-1 0 0,-1-1 0 0 0,0 1 1 0 0,0-1-1 0 0,-1 0 0 0 0,1 0 1 0 0,-1 0-1 0 0,0-1 0 0 0,4-9 1 0 0,0-4 393 0 0,0-1 0 0 0,-2 1 1 0 0,4-25-1 0 0,-7 34-376 0 0,-1 1 0 0 0,0-1 0 0 0,-1 0 0 0 0,0 0 0 0 0,-1 0 0 0 0,0 0 0 0 0,0 0 0 0 0,-5-15 0 0 0,6 24-192 0 0,0 1 0 0 0,0-1 1 0 0,0 0-1 0 0,0 0 0 0 0,-1 1 1 0 0,1-1-1 0 0,0 0 0 0 0,-1 1 0 0 0,1-1 1 0 0,0 0-1 0 0,-1 1 0 0 0,1-1 1 0 0,-1 0-1 0 0,1 1 0 0 0,-1-1 1 0 0,1 1-1 0 0,-1-1 0 0 0,1 1 1 0 0,-1-1-1 0 0,0 1 0 0 0,1-1 1 0 0,-1 1-1 0 0,0 0 0 0 0,1-1 1 0 0,-1 1-1 0 0,0 0 0 0 0,0-1 1 0 0,1 1-1 0 0,-3 0 0 0 0,2 0 21 0 0,0 1-1 0 0,-1-1 1 0 0,1 1 0 0 0,0-1-1 0 0,0 1 1 0 0,-1 0 0 0 0,1 0-1 0 0,0-1 1 0 0,0 1 0 0 0,0 0-1 0 0,0 0 1 0 0,0 0 0 0 0,0 0-1 0 0,-1 2 1 0 0,-4 5 159 0 0,1-1 1 0 0,0 1-1 0 0,-6 14 0 0 0,4-6-94 0 0,1 0-1 0 0,0 1 1 0 0,2-1 0 0 0,-5 27-1 0 0,8-37-289 0 0,1-1-1 0 0,-1 1 0 0 0,1-1 0 0 0,0 1 1 0 0,1 0-1 0 0,-1-1 0 0 0,1 1 0 0 0,0-1 1 0 0,0 0-1 0 0,1 1 0 0 0,0-1 0 0 0,0 0 1 0 0,0 0-1 0 0,0 0 0 0 0,1 0 0 0 0,0 0 1 0 0,0 0-1 0 0,4 4 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55 3425 0 0,'0'-9'1274'0'0,"-1"0"1"0"0,1 0 0 0 0,-1 0-1 0 0,-3-10 1 0 0,-15 54 6283 0 0,14-25-5509 0 0,-4 6-924 0 0,1 1 0 0 0,-6 21-1 0 0,12-34-1145 0 0,1 0 0 0 0,0 1 0 0 0,0-1 0 0 0,1 0 0 0 0,-1 1 0 0 0,1-1 0 0 0,0 0 0 0 0,0 1 0 0 0,0-1 0 0 0,0 1-1 0 0,1-1 1 0 0,0 0 0 0 0,0 0 0 0 0,0 1 0 0 0,2 4 0 0 0,-1-7-2 0 0,-1 0 0 0 0,1 0 0 0 0,-1 0 0 0 0,1 0 0 0 0,0 0 0 0 0,0 0 0 0 0,0 0 0 0 0,0 0 0 0 0,0-1 0 0 0,0 1 0 0 0,1-1 0 0 0,-1 1 0 0 0,0-1 0 0 0,4 1 0 0 0,41 13-434 0 0,-38-14 301 0 0,-1 2 0 0 0,1-1 0 0 0,-1 1 0 0 0,0 0 0 0 0,9 5 0 0 0,-15-7 95 0 0,0 1-1 0 0,-1-1 1 0 0,1 0-1 0 0,0 1 1 0 0,-1-1 0 0 0,1 1-1 0 0,-1 0 1 0 0,1-1-1 0 0,-1 1 1 0 0,0 0-1 0 0,0 0 1 0 0,0 0-1 0 0,0 0 1 0 0,0 0 0 0 0,0 0-1 0 0,0 0 1 0 0,-1 0-1 0 0,1 0 1 0 0,-1 0-1 0 0,0 0 1 0 0,1 1-1 0 0,-1-1 1 0 0,0 0 0 0 0,-1 3-1 0 0,0 1 9 0 0,0-1 1 0 0,0 0-1 0 0,-1 1 1 0 0,0-1-1 0 0,0 0 0 0 0,-1 0 1 0 0,1 0-1 0 0,-1-1 0 0 0,0 1 1 0 0,0-1-1 0 0,-1 1 0 0 0,1-1 1 0 0,-1 0-1 0 0,0 0 0 0 0,-4 3 1 0 0,-4 3-2 0 0,0 0 0 0 0,-1-1 0 0 0,0-1 0 0 0,-15 8 0 0 0,14-11-607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4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 3225 0 0,'1'-1'303'0'0,"1"0"1"0"0,-1 0 0 0 0,1 0-1 0 0,-1 1 1 0 0,1-1 0 0 0,0 1-1 0 0,-1-1 1 0 0,1 1-1 0 0,0 0 1 0 0,-1-1 0 0 0,1 1-1 0 0,0 0 1 0 0,0 0 0 0 0,-1 0-1 0 0,1 0 1 0 0,0 1 0 0 0,-1-1-1 0 0,1 0 1 0 0,0 1 0 0 0,-1-1-1 0 0,1 1 1 0 0,0 0 0 0 0,-1-1-1 0 0,1 1 1 0 0,-1 0-1 0 0,1 0 1 0 0,-1 0 0 0 0,0 0-1 0 0,1 0 1 0 0,-1 0 0 0 0,0 1-1 0 0,0-1 1 0 0,2 2 0 0 0,0 1 329 0 0,0 0 0 0 0,1 0 1 0 0,-2 1-1 0 0,1-1 1 0 0,0 1-1 0 0,-1 0 1 0 0,0 0-1 0 0,0-1 0 0 0,2 10 1 0 0,11 66-158 0 0,-11-69-1655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6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60 8290 0 0,'-7'-11'736'0'0,"3"4"-584"0"0,1 1-152 0 0,1 1 0 0 0,-2-2 2857 0 0,2 3-1833 0 0,-1-2-392 0 0,1 1-80 0 0,0-1-8 0 0,0 4-8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8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219 0 8290 0 0,'-5'1'593'0'0,"1"-1"1"0"0,-1 1-1 0 0,1 1 0 0 0,-1-1 1 0 0,1 0-1 0 0,-1 1 1 0 0,1 0-1 0 0,0 0 1 0 0,-6 4-1 0 0,-36 26 1808 0 0,37-25-1718 0 0,-6 4 138 0 0,-46 38 787 0 0,58-45-1524 0 0,-1-1 0 0 0,0 1-1 0 0,1 1 1 0 0,-1-1-1 0 0,1 1 1 0 0,0-1-1 0 0,1 1 1 0 0,-1 0 0 0 0,1 0-1 0 0,0 0 1 0 0,-2 9-1 0 0,3-12-53 0 0,1 1-1 0 0,0-1 0 0 0,0 0 0 0 0,1 1 0 0 0,-1-1 0 0 0,0 1 0 0 0,1-1 0 0 0,-1 0 1 0 0,1 0-1 0 0,0 1 0 0 0,0-1 0 0 0,0 0 0 0 0,0 0 0 0 0,0 0 0 0 0,0 0 1 0 0,0 0-1 0 0,1 0 0 0 0,-1 0 0 0 0,1 0 0 0 0,0 0 0 0 0,-1-1 0 0 0,3 3 0 0 0,7 4 201 0 0,-1-1-1 0 0,1 0 1 0 0,12 6-1 0 0,2 2-40 0 0,-9-4-206 0 0,52 38-219 0 0,-63-45 216 0 0,0 1 0 0 0,-1-1 0 0 0,1 1 0 0 0,-1 0 0 0 0,0 0 0 0 0,0 1 0 0 0,0-1 0 0 0,-1 1-1 0 0,5 11 1 0 0,-7-15-29 0 0,-1-1-1 0 0,0 1 0 0 0,1 0 1 0 0,-1-1-1 0 0,0 1 0 0 0,0-1 0 0 0,0 1 1 0 0,0 0-1 0 0,0-1 0 0 0,-1 1 1 0 0,1 0-1 0 0,0-1 0 0 0,-1 1 0 0 0,1-1 1 0 0,-1 1-1 0 0,0-1 0 0 0,1 1 1 0 0,-1-1-1 0 0,0 1 0 0 0,0-1 0 0 0,0 0 1 0 0,0 1-1 0 0,0-1 0 0 0,0 0 1 0 0,0 0-1 0 0,0 0 0 0 0,-1 0 0 0 0,1 0 1 0 0,0 0-1 0 0,-1 0 0 0 0,1 0 1 0 0,-1-1-1 0 0,1 1 0 0 0,-1 0 0 0 0,-2 0 1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5 456 0 0,'-25'-4'18692'0'0,"25"5"-18473"0"0,-1 6 273 0 0,1 0 0 0 0,0 0 1 0 0,1 0-1 0 0,1 11 1 0 0,45 153 530 0 0,-22-90-891 0 0,-1-3-464 0 0,-17-56-123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5:59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61 8754 0 0,'-1'-5'384'0'0,"0"3"88"0"0,1-1-376 0 0,0 0-96 0 0,1 2 0 0 0,0 1 0 0 0,1-2 64 0 0,0 0 0 0 0,4-2 0 0 0,2-2 0 0 0,3 1-608 0 0,0-1-128 0 0,3 1-32 0 0,0 0 0 0 0,2 1 624 0 0,-1 0 80 0 0,5 3 96 0 0,-1-2-16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17 3945 0 0,'-6'-4'-532'0'0,"3"2"1244"0"0,0 1 0 0 0,-1-1 0 0 0,1 1 0 0 0,0-1 0 0 0,-1 1 0 0 0,1 0 0 0 0,-1 0 0 0 0,-6-1 0 0 0,8 3-436 0 0,1-1-1 0 0,-1 1 1 0 0,1-1 0 0 0,-1 1-1 0 0,1-1 1 0 0,-1 1-1 0 0,1 0 1 0 0,0 0 0 0 0,-1 0-1 0 0,1-1 1 0 0,0 1-1 0 0,-1 1 1 0 0,1-1 0 0 0,0 0-1 0 0,0 0 1 0 0,0 0-1 0 0,0 1 1 0 0,0-1 0 0 0,0 0-1 0 0,0 1 1 0 0,1-1-1 0 0,-1 1 1 0 0,0 2 0 0 0,-5 8 184 0 0,0 0 1 0 0,2 0 0 0 0,-1 0 0 0 0,-3 20 0 0 0,7-29-463 0 0,1 0 1 0 0,-1 0-1 0 0,1 1 0 0 0,-1-1 0 0 0,1 0 0 0 0,0 0 0 0 0,0 0 0 0 0,1 1 0 0 0,-1-1 0 0 0,1 0 0 0 0,-1 0 1 0 0,1 0-1 0 0,0 0 0 0 0,0 0 0 0 0,0 0 0 0 0,1 0 0 0 0,-1 0 0 0 0,1 0 0 0 0,-1 0 0 0 0,1-1 0 0 0,0 1 0 0 0,0-1 1 0 0,5 5-1 0 0,-6-7-34 0 0,0 1 0 0 0,0 0 0 0 0,1-1 0 0 0,-1 1-1 0 0,0-1 1 0 0,1 1 0 0 0,-1-1 0 0 0,0 0 0 0 0,1 0 0 0 0,-1 1 0 0 0,1-1 0 0 0,-1 0 0 0 0,0 0 0 0 0,1 0 0 0 0,-1-1 0 0 0,1 1 0 0 0,-1 0 0 0 0,0 0 0 0 0,1-1 0 0 0,-1 1 0 0 0,0-1 0 0 0,1 1 0 0 0,-1-1 0 0 0,0 0 0 0 0,0 1 0 0 0,1-1 0 0 0,-1 0 0 0 0,0 0 0 0 0,0 0 0 0 0,0 0 0 0 0,0 0 0 0 0,0 0 0 0 0,0 0 0 0 0,-1 0 0 0 0,1 0-1 0 0,0 0 1 0 0,0-2 0 0 0,7-8-276 0 0,-2 0 0 0 0,1 0 0 0 0,5-14 0 0 0,-7 15 278 0 0,-3 4 150 0 0,1 1 0 0 0,0 0-1 0 0,0 0 1 0 0,1 0-1 0 0,0 1 1 0 0,7-8 0 0 0,-10 11-56 0 0,-1 1 1 0 0,1-1 0 0 0,-1 1-1 0 0,1-1 1 0 0,-1 1 0 0 0,1 0-1 0 0,0-1 1 0 0,-1 1 0 0 0,1 0-1 0 0,0 0 1 0 0,-1-1 0 0 0,1 1-1 0 0,0 0 1 0 0,-1 0 0 0 0,1 0 0 0 0,0 0-1 0 0,-1 0 1 0 0,1 0 0 0 0,0 0-1 0 0,0 0 1 0 0,-1 0 0 0 0,1 0-1 0 0,0 0 1 0 0,0 1 0 0 0,0 0 33 0 0,1 0 0 0 0,-1 0 1 0 0,0 0-1 0 0,0 0 0 0 0,-1 0 1 0 0,1 0-1 0 0,0 0 1 0 0,0 1-1 0 0,0-1 0 0 0,-1 0 1 0 0,1 1-1 0 0,-1-1 0 0 0,1 0 1 0 0,-1 1-1 0 0,1-1 1 0 0,-1 1-1 0 0,0 1 0 0 0,1 0-8 0 0,0 1 0 0 0,0-1 0 0 0,0 0 0 0 0,0 1-1 0 0,0-1 1 0 0,0 0 0 0 0,1 0 0 0 0,0 0 0 0 0,0 0 0 0 0,-1 0-1 0 0,2 0 1 0 0,-1-1 0 0 0,0 1 0 0 0,1-1 0 0 0,-1 1 0 0 0,1-1-1 0 0,-1 0 1 0 0,7 4 0 0 0,-7-6-80 0 0,1 1 0 0 0,0 0 0 0 0,-1-1 0 0 0,1 1 0 0 0,-1-1 0 0 0,1 0 1 0 0,0 0-1 0 0,-1 0 0 0 0,1 0 0 0 0,0-1 0 0 0,-1 1 0 0 0,1-1 0 0 0,-1 1 0 0 0,1-1 0 0 0,-1 0 0 0 0,1 0 0 0 0,-1 0 0 0 0,0 0 0 0 0,1-1 0 0 0,-1 1 0 0 0,0-1 0 0 0,0 1 1 0 0,0-1-1 0 0,0 0 0 0 0,3-3 0 0 0,25-27 547 0 0,13-13-433 0 0,-40 43-106 0 0,0-1 0 0 0,0 1-1 0 0,0 0 1 0 0,0 0 0 0 0,1 1-1 0 0,-1-1 1 0 0,0 1 0 0 0,1-1 0 0 0,-1 1-1 0 0,1 0 1 0 0,0 1 0 0 0,-1-1-1 0 0,7 0 1 0 0,-5 2 9 0 0,0 1-1 0 0,0-1 1 0 0,-1 1-1 0 0,1 0 0 0 0,-1 0 1 0 0,1 1-1 0 0,-1 0 1 0 0,0-1-1 0 0,0 1 1 0 0,0 1-1 0 0,-1-1 1 0 0,1 0-1 0 0,-1 1 1 0 0,5 7-1 0 0,22 16 92 0 0,-28-25-114 0 0,-1-1 1 0 0,1 0-1 0 0,0 0 0 0 0,-1 0 0 0 0,1 0 1 0 0,0 0-1 0 0,0-1 0 0 0,0 1 1 0 0,0-1-1 0 0,0 1 0 0 0,0-1 1 0 0,0 0-1 0 0,0 1 0 0 0,0-1 0 0 0,0 0 1 0 0,0 0-1 0 0,0-1 0 0 0,0 1 1 0 0,0 0-1 0 0,0-1 0 0 0,2 0 1 0 0,2-1 1 0 0,-1-1 1 0 0,1 0 0 0 0,-1-1-1 0 0,0 1 1 0 0,7-7 0 0 0,-9 7-2 0 0,0 0 1 0 0,0 0 0 0 0,0 1 0 0 0,0 0 0 0 0,1-1-1 0 0,-1 1 1 0 0,1 0 0 0 0,0 0 0 0 0,-1 1 0 0 0,1-1-1 0 0,0 1 1 0 0,0 0 0 0 0,0 0 0 0 0,0 0 0 0 0,0 1-1 0 0,6-1 1 0 0,-9 1 29 0 0,1 1-1 0 0,0 0 0 0 0,0 0 1 0 0,-1 0-1 0 0,1 0 1 0 0,-1 0-1 0 0,1 0 0 0 0,-1 0 1 0 0,1 1-1 0 0,-1-1 1 0 0,1 0-1 0 0,-1 1 0 0 0,0-1 1 0 0,0 1-1 0 0,0-1 0 0 0,0 1 1 0 0,1 3-1 0 0,7 7-1640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5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195 47 7370 0 0,'-1'-3'549'0'0,"0"0"0"0"0,-1 0 0 0 0,0 0 1 0 0,0 0-1 0 0,0 0 0 0 0,0 0 1 0 0,0 1-1 0 0,-1-1 0 0 0,1 1 0 0 0,-1-1 1 0 0,1 1-1 0 0,-1 0 0 0 0,0 0 0 0 0,0 0 1 0 0,0 1-1 0 0,0-1 0 0 0,0 1 1 0 0,-5-2-1 0 0,5 3-354 0 0,1-1 0 0 0,-1 1 0 0 0,0 0 0 0 0,0 1 0 0 0,0-1 0 0 0,0 0 0 0 0,1 1-1 0 0,-1-1 1 0 0,0 1 0 0 0,0 0 0 0 0,1 0 0 0 0,-1 0 0 0 0,0 0 0 0 0,1 1 0 0 0,-1-1 0 0 0,1 1 0 0 0,0 0 0 0 0,-1-1 0 0 0,1 1 0 0 0,0 0 0 0 0,0 0 0 0 0,0 0 0 0 0,-1 3 0 0 0,-8 8-102 0 0,0 1-1 0 0,1 0 1 0 0,1 0 0 0 0,1 1 0 0 0,-8 18 0 0 0,13-27-111 0 0,0 0 0 0 0,1 0 0 0 0,-1 1 0 0 0,2-1 0 0 0,-1 1 0 0 0,1-1 1 0 0,0 1-1 0 0,0 0 0 0 0,1 0 0 0 0,-1-1 0 0 0,2 1 0 0 0,-1 0 0 0 0,1 0 0 0 0,0-1 0 0 0,3 13 1 0 0,-2-16-254 0 0,0 0 1 0 0,0 1 0 0 0,0-1-1 0 0,1 0 1 0 0,-1 0 0 0 0,1 0-1 0 0,0-1 1 0 0,-1 1 0 0 0,1 0-1 0 0,1-1 1 0 0,-1 0 0 0 0,0 0-1 0 0,0 0 1 0 0,1 0 0 0 0,-1 0-1 0 0,5 1 1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0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18 220 456 0 0,'-2'1'265'0'0,"1"0"1"0"0,-1 0-1 0 0,1 0 0 0 0,-1 0 1 0 0,1 1-1 0 0,0-1 0 0 0,0 0 1 0 0,0 1-1 0 0,0-1 0 0 0,0 1 0 0 0,0 0 1 0 0,-1 1-1 0 0,2-3-36 0 0,0 1 0 0 0,0 0 0 0 0,0-1 0 0 0,0 1 0 0 0,0-1-1 0 0,0 1 1 0 0,0 0 0 0 0,0-1 0 0 0,0 1 0 0 0,0-1 0 0 0,0 1 0 0 0,0 0 0 0 0,3 4 2288 0 0,-2-4-2288 0 0,0 0 180 0 0,1 0 1 0 0,-1 0-1 0 0,0 0 0 0 0,1 0 1 0 0,-1 0-1 0 0,1-1 0 0 0,-1 1 0 0 0,1-1 1 0 0,-1 1-1 0 0,1-1 0 0 0,0 1 0 0 0,2-1 1 0 0,16 0-384 0 0,-10-1 251 0 0,0-1 0 0 0,0-1 0 0 0,1 0 0 0 0,-2 0 0 0 0,1-1 0 0 0,0 0-1 0 0,-1 0 1 0 0,1-1 0 0 0,-1-1 0 0 0,-1 0 0 0 0,1 0 0 0 0,-1 0 0 0 0,0-1 0 0 0,8-9 0 0 0,-8 6-158 0 0,0-1 0 0 0,0 1 0 0 0,-2-1 0 0 0,1 0 0 0 0,-1-1 0 0 0,-1 1 0 0 0,0-1 0 0 0,-1 0 0 0 0,0 0 0 0 0,-1-1 0 0 0,2-15 0 0 0,-4 27-94 0 0,-1-1 1 0 0,1 1-1 0 0,-1-1 0 0 0,0 1 0 0 0,0-1 0 0 0,0 1 0 0 0,0-1 0 0 0,0 1 0 0 0,0-1 0 0 0,0 1 0 0 0,0 0 0 0 0,-1-1 0 0 0,1 1 0 0 0,-1-1 0 0 0,1 1 1 0 0,-1-1-1 0 0,1 1 0 0 0,-2-3 0 0 0,1 4 2 0 0,0 0 1 0 0,1-1 0 0 0,-1 1-1 0 0,0 0 1 0 0,0-1-1 0 0,1 1 1 0 0,-1 0 0 0 0,0 0-1 0 0,0 0 1 0 0,1 0-1 0 0,-1-1 1 0 0,0 1-1 0 0,0 0 1 0 0,0 0 0 0 0,1 1-1 0 0,-1-1 1 0 0,0 0-1 0 0,0 0 1 0 0,1 0 0 0 0,-1 0-1 0 0,0 1 1 0 0,0-1-1 0 0,1 0 1 0 0,-2 1 0 0 0,-3 2 72 0 0,-1 0 1 0 0,1 1-1 0 0,0-1 1 0 0,1 1 0 0 0,-1 0-1 0 0,1 0 1 0 0,-7 8-1 0 0,5-5-59 0 0,1 1-1 0 0,-1 0 0 0 0,1 0 1 0 0,1 0-1 0 0,0 0 0 0 0,0 1 1 0 0,1 0-1 0 0,0 0 0 0 0,0 0 1 0 0,-2 14-1 0 0,5-20-30 0 0,0 1 0 0 0,0-1-1 0 0,0 1 1 0 0,0-1 0 0 0,0 1 0 0 0,1 0 0 0 0,0-1 0 0 0,0 1 0 0 0,0-1 0 0 0,0 0-1 0 0,0 1 1 0 0,1-1 0 0 0,-1 0 0 0 0,1 0 0 0 0,0 0 0 0 0,0 0 0 0 0,0 0 0 0 0,0 0-1 0 0,1 0 1 0 0,-1-1 0 0 0,1 1 0 0 0,0-1 0 0 0,-1 0 0 0 0,1 0 0 0 0,0 0 0 0 0,0 0-1 0 0,0 0 1 0 0,1-1 0 0 0,-1 1 0 0 0,5 1 0 0 0,5 0-301 0 0,0 1 0 0 0,0-1 0 0 0,1-1 0 0 0,-1-1 1 0 0,0 0-1 0 0,1 0 0 0 0,-1-1 0 0 0,20-3 0 0 0,5-1-7173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5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12899 0 0,'0'-23'10326'0'0,"7"37"-10269"0"0,3 26 139 0 0,-3 1 0 0 0,3 49 0 0 0,-2-13-53 0 0,18 153-60 0 0,12 87 169 0 0,-24-232-170 0 0,44 141 0 0 0,-36-157-175 0 0,16 80 1 0 0,-33-121 34 0 0,-2 0 1 0 0,0 1-1 0 0,-2-1 0 0 0,-1 0 1 0 0,-8 55-1 0 0,-23 53-674 0 0,8-48-5041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1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42 4609 0 0,'-3'-5'153'0'0,"-51"-32"14560"0"0,61 59-12860 0 0,-5-17-1371 0 0,3 13-124 0 0,1-1 0 0 0,1 0 0 0 0,0 0 0 0 0,1 0 0 0 0,1-1 0 0 0,22 29 0 0 0,-26-38-324 0 0,0 0 1 0 0,0-1 0 0 0,1 0 0 0 0,0 0-1 0 0,1 0 1 0 0,-1-1 0 0 0,1 0 0 0 0,0 0-1 0 0,0-1 1 0 0,1 0 0 0 0,-1 0 0 0 0,1 0 0 0 0,0-1-1 0 0,0 0 1 0 0,0-1 0 0 0,0 0 0 0 0,10 1-1 0 0,-13-3-29 0 0,0 0-1 0 0,0 0 1 0 0,-1 0-1 0 0,1-1 1 0 0,0 0-1 0 0,-1 0 0 0 0,1 0 1 0 0,0-1-1 0 0,-1 0 1 0 0,0 1-1 0 0,1-2 1 0 0,-1 1-1 0 0,0 0 0 0 0,0-1 1 0 0,0 0-1 0 0,0 0 1 0 0,-1 0-1 0 0,1 0 1 0 0,-1 0-1 0 0,0-1 0 0 0,4-5 1 0 0,4-7-436 0 0,0-1 0 0 0,-2 0 0 0 0,15-33 0 0 0,-20 41 6 0 0,15-35-7790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6913 0 0,'-1'0'193'0'0,"0"0"-1"0"0,0 0 0 0 0,0 0 0 0 0,1 0 0 0 0,-1 0 0 0 0,0 1 0 0 0,0-1 1 0 0,1 0-1 0 0,-1 0 0 0 0,0 1 0 0 0,0-1 0 0 0,1 0 0 0 0,-1 1 0 0 0,0-1 0 0 0,1 1 1 0 0,-1-1-1 0 0,1 1 0 0 0,-1-1 0 0 0,0 1 0 0 0,1-1 0 0 0,-1 1 0 0 0,1 0 1 0 0,-1-1-1 0 0,1 2 0 0 0,2 17 5608 0 0,0-8-6859 0 0,19 88 3966 0 0,55 161 1 0 0,-53-207-2793 0 0,3-2 0 0 0,36 57 1 0 0,-47-84-79 0 0,-15-23-41 0 0,1 0 0 0 0,-1 0 0 0 0,0 0 1 0 0,1-1-1 0 0,-1 1 0 0 0,1 0 1 0 0,0-1-1 0 0,-1 1 0 0 0,1 0 0 0 0,-1-1 1 0 0,1 1-1 0 0,0-1 0 0 0,-1 1 1 0 0,1-1-1 0 0,0 1 0 0 0,0-1 1 0 0,0 1-1 0 0,-1-1 0 0 0,1 0 0 0 0,0 1 1 0 0,0-1-1 0 0,0 0 0 0 0,0 0 1 0 0,0 0-1 0 0,-1 0 0 0 0,1 0 1 0 0,0 0-1 0 0,1 0 0 0 0,0 0-47 0 0,0-1 0 0 0,-1 0 0 0 0,1 0 0 0 0,0 0 1 0 0,-1 0-1 0 0,1 0 0 0 0,-1 0 0 0 0,1 0 0 0 0,-1 0 0 0 0,1-1 0 0 0,-1 1 0 0 0,2-3 0 0 0,6-9-373 0 0,-1 1-1 0 0,12-26 0 0 0,-14 26 443 0 0,127-253 502 0 0,-132 261-452 0 0,1 0 0 0 0,0 1 0 0 0,1-1 0 0 0,-1 1 0 0 0,0 0 0 0 0,1 0 0 0 0,0 0 0 0 0,0 0 0 0 0,0 0 0 0 0,0 0 0 0 0,0 1 0 0 0,0-1 0 0 0,1 1 0 0 0,5-3 0 0 0,-6 5-55 0 0,-1-1-1 0 0,0 1 1 0 0,0 0 0 0 0,0-1 0 0 0,1 1 0 0 0,-1 0-1 0 0,0 1 1 0 0,0-1 0 0 0,1 0 0 0 0,-1 1 0 0 0,0-1-1 0 0,0 1 1 0 0,0-1 0 0 0,0 1 0 0 0,0 0 0 0 0,0 0-1 0 0,0 0 1 0 0,0 0 0 0 0,0 1 0 0 0,0-1-1 0 0,0 0 1 0 0,-1 1 0 0 0,1-1 0 0 0,-1 1 0 0 0,1 0-1 0 0,-1-1 1 0 0,1 1 0 0 0,1 3 0 0 0,8 12 66 0 0,0 1 0 0 0,16 37 1 0 0,-17-33-54 0 0,1 0 1 0 0,17 24 0 0 0,-25-40-26 0 0,2-1 0 0 0,-1 1 1 0 0,0-1-1 0 0,1-1 1 0 0,0 1-1 0 0,0 0 0 0 0,1-1 1 0 0,-1 0-1 0 0,1-1 1 0 0,0 1-1 0 0,0-1 0 0 0,9 4 1 0 0,-12-6 8 0 0,-1-1 1 0 0,1 1 0 0 0,0 0-1 0 0,0-1 1 0 0,-1 0-1 0 0,1 1 1 0 0,0-1 0 0 0,0 0-1 0 0,0-1 1 0 0,0 1-1 0 0,-1 0 1 0 0,1-1 0 0 0,0 0-1 0 0,0 1 1 0 0,-1-1-1 0 0,4-1 1 0 0,15-11-1011 0 0,-1-2-3442 0 0,-14 10 2116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5065 0 0,'2'1'1022'0'0,"1"0"0"0"0,0 0 0 0 0,-1 1 1 0 0,12 8 5109 0 0,-10-5-5110 0 0,17 27 3999 0 0,-13-13-4748 0 0,-2 0 1 0 0,6 22 0 0 0,-3-7 253 0 0,3 3-999 0 0,2 0 1 0 0,27 52-1 0 0,-31-73-938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3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5 17972 0 0,'-18'-5'1768'0'0,"18"5"-1804"0"0,0 1 0 0 0,0-1 1 0 0,-1 0-1 0 0,1 0 1 0 0,0 0-1 0 0,0 1 0 0 0,0-1 1 0 0,0 0-1 0 0,-1 0 1 0 0,1 1-1 0 0,0-1 1 0 0,0 0-1 0 0,0 0 0 0 0,0 1 1 0 0,0-1-1 0 0,0 0 1 0 0,0 1-1 0 0,0-1 0 0 0,0 0 1 0 0,0 0-1 0 0,0 1 1 0 0,0-1-1 0 0,0 0 0 0 0,0 1 1 0 0,0-1-1 0 0,0 0 1 0 0,0 0-1 0 0,1 1 0 0 0,-1-1 1 0 0,0 0-1 0 0,0 0 1 0 0,0 1-1 0 0,0-1 0 0 0,1 0 1 0 0,0 3-361 0 0,1 0-1 0 0,0 0 1 0 0,0-1 0 0 0,0 1-1 0 0,0-1 1 0 0,0 1 0 0 0,0-1 0 0 0,1 0-1 0 0,3 3 1 0 0,6 1 93 0 0,2 0 270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185 3 3681 0 0,'-20'-2'352'0'0,"16"2"190"0"0,1 0 0 0 0,-1 0 0 0 0,0 1 0 0 0,1-1 0 0 0,-1 1 0 0 0,1 0-1 0 0,-1 0 1 0 0,1 0 0 0 0,-1 0 0 0 0,1 1 0 0 0,0-1 0 0 0,-1 1 0 0 0,1 0 0 0 0,0 0 0 0 0,0 0 0 0 0,1 1 0 0 0,-6 4 0 0 0,-4 4 311 0 0,2 1-1 0 0,-1 0 0 0 0,1 1 0 0 0,-15 25 0 0 0,21-30-776 0 0,-1-1 0 0 0,2 1 0 0 0,-1 0 0 0 0,1 0 0 0 0,0 0 0 0 0,1 1 0 0 0,0-1-1 0 0,0 0 1 0 0,1 1 0 0 0,-1 14 0 0 0,2-22-77 0 0,0 1 0 0 0,0-1 0 0 0,0 0 0 0 0,0 0 0 0 0,0 0 0 0 0,0 0 0 0 0,0 0 0 0 0,1 0 0 0 0,-1 0 0 0 0,0 0 0 0 0,1 0 0 0 0,-1 0 0 0 0,0 0 1 0 0,1 0-1 0 0,0 0 0 0 0,-1 0 0 0 0,1 0 0 0 0,-1 0 0 0 0,1 0 0 0 0,0 0 0 0 0,0-1 0 0 0,-1 1 0 0 0,1 0 0 0 0,0 0 0 0 0,2 0 0 0 0,-2-1-16 0 0,1 1 1 0 0,-1-1-1 0 0,0 0 0 0 0,1-1 0 0 0,-1 1 1 0 0,1 0-1 0 0,-1 0 0 0 0,0-1 1 0 0,1 1-1 0 0,-1 0 0 0 0,0-1 1 0 0,1 1-1 0 0,-1-1 0 0 0,0 0 0 0 0,0 1 1 0 0,3-3-1 0 0,4-3-6 0 0,-1 0-1 0 0,1-1 0 0 0,-1 0 1 0 0,7-10-1 0 0,-8 10 155 0 0,-1 1 0 0 0,1 0 0 0 0,0 0 0 0 0,0 0 0 0 0,1 1 0 0 0,-1 0 0 0 0,1 0 0 0 0,0 0 0 0 0,9-3 0 0 0,-13 7-97 0 0,-1 0-1 0 0,0 0 0 0 0,1 1 1 0 0,-1-1-1 0 0,1 1 0 0 0,-1-1 1 0 0,1 1-1 0 0,-1 0 1 0 0,1 0-1 0 0,0 0 0 0 0,-1 0 1 0 0,1 0-1 0 0,-1 1 0 0 0,1-1 1 0 0,-1 1-1 0 0,0 0 1 0 0,1 0-1 0 0,-1 0 0 0 0,1 0 1 0 0,-1 0-1 0 0,0 0 0 0 0,0 1 1 0 0,0-1-1 0 0,0 0 0 0 0,0 1 1 0 0,0 0-1 0 0,0 0 1 0 0,0-1-1 0 0,-1 1 0 0 0,1 0 1 0 0,-1 1-1 0 0,1-1 0 0 0,1 4 1 0 0,6 10 90 0 0,-1 0 0 0 0,0 1 0 0 0,-1 0 0 0 0,-1 0 0 0 0,-1 0 0 0 0,5 26 0 0 0,-8-33-116 0 0,-1 1 0 0 0,1-1 0 0 0,-2 1 1 0 0,0-1-1 0 0,0 1 0 0 0,-1-1 0 0 0,0 1 1 0 0,0-1-1 0 0,-1 0 0 0 0,-1 1 0 0 0,0-1 0 0 0,-6 14 1 0 0,6-19 18 0 0,0-1 0 0 0,-1 1 0 0 0,1-1-1 0 0,-1 0 1 0 0,0 0 0 0 0,0 0 0 0 0,-1 0 0 0 0,1-1 0 0 0,-1 0 0 0 0,1 0 0 0 0,-1 0 0 0 0,0 0 0 0 0,0-1 0 0 0,-1 0 0 0 0,1 0 0 0 0,0 0 0 0 0,-1-1 0 0 0,-8 2 0 0 0,11-2-96 0 0,1-1 1 0 0,-1 0-1 0 0,0 1 1 0 0,0-1-1 0 0,0 0 1 0 0,0 0-1 0 0,0-1 1 0 0,0 1 0 0 0,0-1-1 0 0,0 1 1 0 0,0-1-1 0 0,0 0 1 0 0,0 0-1 0 0,1 0 1 0 0,-1-1-1 0 0,0 1 1 0 0,1 0-1 0 0,-1-1 1 0 0,1 0 0 0 0,0 0-1 0 0,-1 0 1 0 0,1 0-1 0 0,0 0 1 0 0,0 0-1 0 0,0 0 1 0 0,0-1-1 0 0,1 1 1 0 0,-1-1-1 0 0,1 1 1 0 0,-1-1 0 0 0,1 0-1 0 0,0 1 1 0 0,0-1-1 0 0,0 0 1 0 0,-1-5-1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4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 6913 0 0,'0'0'82'0'0,"0"0"-1"0"0,0 1 0 0 0,0-1 0 0 0,0 0 1 0 0,1 0-1 0 0,-1 0 0 0 0,0 1 0 0 0,0-1 1 0 0,1 0-1 0 0,-1 0 0 0 0,0 0 0 0 0,0 1 1 0 0,1-1-1 0 0,-1 0 0 0 0,0 0 0 0 0,0 0 1 0 0,1 0-1 0 0,-1 0 0 0 0,0 0 0 0 0,1 0 1 0 0,-1 0-1 0 0,0 0 0 0 0,0 1 0 0 0,1-1 0 0 0,-1-1 1 0 0,0 1-1 0 0,1 0 0 0 0,-1 0 0 0 0,0 0 1 0 0,1 0-1 0 0,-1 0 0 0 0,0 0 0 0 0,0 0 1 0 0,1 0-1 0 0,-1 0 0 0 0,0 0 0 0 0,1-1 1 0 0,-1 1-1 0 0,0 0 0 0 0,0 0 0 0 0,0 0 1 0 0,1-1-1 0 0,-1 1 0 0 0,0 0 0 0 0,0 0 1 0 0,0 0-1 0 0,1-1 0 0 0,-1 1 0 0 0,0 0 1 0 0,0-1-1 0 0,0 1 0 0 0,0 0 0 0 0,0 0 0 0 0,0-1 1 0 0,1 1-1 0 0,-1 0 0 0 0,0-1 0 0 0,0 1 1 0 0,0 0-1 0 0,0 0 0 0 0,0-1 0 0 0,0 1 1 0 0,0 0-1 0 0,-1-1 0 0 0,17 23 4401 0 0,-8-2-2212 0 0,9 38 1 0 0,4 66-670 0 0,-7-35-1350 0 0,1 26-122 0 0,-15-115-137 0 0,0 0 0 0 0,0 0 0 0 0,0 0 0 0 0,0 0 0 0 0,0 0-1 0 0,0 1 1 0 0,0-1 0 0 0,0 0 0 0 0,0 0 0 0 0,0 0 0 0 0,0 0-1 0 0,0 0 1 0 0,0 0 0 0 0,0 0 0 0 0,0 1 0 0 0,0-1 0 0 0,0 0 0 0 0,0 0-1 0 0,0 0 1 0 0,0 0 0 0 0,0 0 0 0 0,0 0 0 0 0,0 0 0 0 0,0 0-1 0 0,0 0 1 0 0,0 0 0 0 0,0 1 0 0 0,1-1 0 0 0,-1 0 0 0 0,0 0 0 0 0,0 0-1 0 0,0 0 1 0 0,0 0 0 0 0,0 0 0 0 0,0 0 0 0 0,0 0 0 0 0,0 0 0 0 0,0 0-1 0 0,1 0 1 0 0,-1 0 0 0 0,0 0 0 0 0,0 0 0 0 0,0 0 0 0 0,0 0-1 0 0,0 0 1 0 0,0 0 0 0 0,0 0 0 0 0,1 0 0 0 0,-1 0 0 0 0,0 0 0 0 0,0 0-1 0 0,0 0 1 0 0,0 0 0 0 0,0 0 0 0 0,0 0 0 0 0,0 0 0 0 0,0 0-1 0 0,0 0 1 0 0,1 0 0 0 0,-1 0 0 0 0,0-1 0 0 0,0 1 0 0 0,0 0 0 0 0,0 0-1 0 0,0 0 1 0 0,7-11-468 0 0,4-20-499 0 0,-10 29 781 0 0,8-24-961 0 0,1-1-35 0 0,21-45 0 0 0,-28 65 1290 0 0,0 1 0 0 0,1 0-1 0 0,0 0 1 0 0,1 0 0 0 0,-1 0-1 0 0,1 1 1 0 0,0-1 0 0 0,1 1-1 0 0,-1 0 1 0 0,1 1 0 0 0,0 0-1 0 0,6-4 1 0 0,-10 7-8 0 0,0 0 0 0 0,0 1 0 0 0,-1-1 0 0 0,1 1 0 0 0,0-1 0 0 0,0 1 0 0 0,0 0 0 0 0,0 0 0 0 0,0 0 0 0 0,-1 0 0 0 0,1 0 0 0 0,0 0-1 0 0,0 0 1 0 0,0 1 0 0 0,0-1 0 0 0,-1 1 0 0 0,1-1 0 0 0,0 1 0 0 0,0 0 0 0 0,-1 0 0 0 0,1 0 0 0 0,-1-1 0 0 0,1 2 0 0 0,-1-1 0 0 0,1 0 0 0 0,-1 0 0 0 0,1 0 0 0 0,-1 1 0 0 0,2 1 0 0 0,5 7 4 0 0,0 0 0 0 0,-1 1 1 0 0,9 17-1 0 0,2 1-1974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0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243 108 7370 0 0,'0'-5'575'0'0,"-1"-1"-1"0"0,0 0 1 0 0,0 1 0 0 0,0-1 0 0 0,-1 0 0 0 0,0 1 0 0 0,0 0 0 0 0,0-1 0 0 0,-1 1 0 0 0,1 0 0 0 0,-1 0 0 0 0,-1 0 0 0 0,-5-7 0 0 0,8 10-365 0 0,-1 0 0 0 0,0 0 1 0 0,0 0-1 0 0,0 0 0 0 0,0 0 0 0 0,0 1 0 0 0,-1-1 1 0 0,1 1-1 0 0,0-1 0 0 0,-1 1 0 0 0,1 0 1 0 0,-1 0-1 0 0,1 0 0 0 0,-1 0 0 0 0,0 0 1 0 0,1 0-1 0 0,-1 1 0 0 0,0 0 0 0 0,0-1 1 0 0,1 1-1 0 0,-1 0 0 0 0,0 0 0 0 0,0 1 1 0 0,1-1-1 0 0,-1 0 0 0 0,0 1 0 0 0,0 0 1 0 0,1-1-1 0 0,-4 3 0 0 0,-2 1-96 0 0,1 1-1 0 0,0 0 1 0 0,0 0 0 0 0,0 1 0 0 0,1 0-1 0 0,0 0 1 0 0,0 1 0 0 0,1-1-1 0 0,-1 1 1 0 0,1 1 0 0 0,1-1 0 0 0,0 0-1 0 0,0 1 1 0 0,-4 11 0 0 0,-1 4-9 0 0,1 0 0 0 0,1 1 1 0 0,-6 45-1 0 0,10-46-63 0 0,2 0 0 0 0,0 1 0 0 0,1-1 0 0 0,2 0 0 0 0,0 1 0 0 0,2-1 0 0 0,0 0-1 0 0,1-1 1 0 0,17 42 0 0 0,-5-25-94 0 0,1 0 1 0 0,3-2-1 0 0,0 0 0 0 0,42 51 0 0 0,-59-82-61 0 0,1-1-73 0 0,0 2 0 0 0,0-1 0 0 0,-1 0 1 0 0,0 1-1 0 0,-1 0 0 0 0,1-1 0 0 0,-1 2 0 0 0,4 13 0 0 0,-6-5-948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14 102 7370 0 0,'0'0'56'0'0,"0"0"1"0"0,-1 0-1 0 0,1 0 1 0 0,-1 1-1 0 0,1-1 1 0 0,0 0 0 0 0,-1 0-1 0 0,1 0 1 0 0,-1 0-1 0 0,1 0 1 0 0,0 0-1 0 0,-1 0 1 0 0,1 0 0 0 0,-1 0-1 0 0,1 0 1 0 0,0 0-1 0 0,-1 0 1 0 0,1-1-1 0 0,-1 1 1 0 0,1 0 0 0 0,0 0-1 0 0,-1 0 1 0 0,1 0-1 0 0,0-1 1 0 0,-1 1-1 0 0,1 0 1 0 0,0 0 0 0 0,-1-1-1 0 0,1 1 1 0 0,0 0-1 0 0,0-1 1 0 0,-1 1-1 0 0,1 0 1 0 0,0-1 0 0 0,0 1-1 0 0,-1 0 1 0 0,1-1-1 0 0,0 1 1 0 0,0-1-1 0 0,13-12 3202 0 0,28-10 1640 0 0,-24 16-4681 0 0,4-3 69 0 0,2 1-1 0 0,-1 0 0 0 0,1 2 0 0 0,0 1 0 0 0,33-5 0 0 0,-33 10-285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4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15667 0 0,'-1'1'149'0'0,"-1"0"0"0"0,1 1 1 0 0,0-1-1 0 0,0 0 0 0 0,-1 1 0 0 0,1-1 0 0 0,0 1 0 0 0,0 0 0 0 0,1-1 0 0 0,-1 1 0 0 0,0 0 0 0 0,1-1 0 0 0,-1 1 0 0 0,1 0 0 0 0,-1 0 0 0 0,1-1 0 0 0,0 1 1 0 0,-1 0-1 0 0,1 0 0 0 0,0 0 0 0 0,0 0 0 0 0,1-1 0 0 0,-1 1 0 0 0,0 0 0 0 0,1 0 0 0 0,-1 0 0 0 0,1-1 0 0 0,-1 1 0 0 0,2 2 0 0 0,0 4 175 0 0,17 95 2007 0 0,-11-59-2741 0 0,1 0-1 0 0,15 46 0 0 0,-13-64-7324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5.8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14 130 2761 0 0,'1'-3'858'0'0,"0"0"0"0"0,0 1 0 0 0,0-1 0 0 0,0 0 0 0 0,-1 0 0 0 0,-9-26 11869 0 0,5 49-11922 0 0,1-7-585 0 0,2 1 0 0 0,0 0 0 0 0,1-1 0 0 0,0 1 1 0 0,3 18-1 0 0,-3-29-219 0 0,0 1 1 0 0,1-1-1 0 0,0 0 1 0 0,-1 0-1 0 0,1 0 1 0 0,1 0-1 0 0,-1 0 1 0 0,0 0-1 0 0,1 0 1 0 0,-1 0-1 0 0,1-1 1 0 0,0 1-1 0 0,0 0 1 0 0,0-1-1 0 0,0 1 1 0 0,0-1-1 0 0,1 0 1 0 0,-1 0-1 0 0,1 0 0 0 0,-1 0 1 0 0,1 0-1 0 0,0-1 1 0 0,0 1-1 0 0,-1-1 1 0 0,1 0-1 0 0,0 1 1 0 0,1-1-1 0 0,4 1 1 0 0,-5-2-2 0 0,-1 0 0 0 0,1 0 0 0 0,-1-1 0 0 0,1 1 0 0 0,-1 0 0 0 0,1-1 0 0 0,-1 0 0 0 0,0 1 0 0 0,1-1 0 0 0,-1 0 0 0 0,0 0 0 0 0,1 0 0 0 0,-1-1 0 0 0,0 1 0 0 0,0-1 0 0 0,0 1 0 0 0,0-1 0 0 0,0 1 0 0 0,0-1 0 0 0,-1 0 0 0 0,1 0 0 0 0,0 0 0 0 0,-1 0 0 0 0,0 0 0 0 0,1 0 0 0 0,-1-1 0 0 0,1-2 0 0 0,1-2 0 0 0,0 1 0 0 0,-1-1 0 0 0,1 1 0 0 0,-1-1 0 0 0,-1 0 0 0 0,0 0 0 0 0,0 0 0 0 0,0-12 0 0 0,-1 10-8 0 0,-1 0-1 0 0,-1 1 1 0 0,0-1 0 0 0,0 1-1 0 0,-1 0 1 0 0,0 0 0 0 0,0 0-1 0 0,-1 0 1 0 0,0 0 0 0 0,0 1-1 0 0,-6-8 1 0 0,7 10-214 0 0,0 1-1 0 0,-1 0 1 0 0,0 0-1 0 0,1 0 1 0 0,-1 0-1 0 0,0 1 1 0 0,-1-1-1 0 0,1 1 1 0 0,-1 0 0 0 0,1 0-1 0 0,-1 1 1 0 0,0-1-1 0 0,0 1 1 0 0,0 0-1 0 0,0 1 1 0 0,-1-1 0 0 0,1 1-1 0 0,-8-1 1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06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13 920 0 0,'-14'24'8886'0'0,"3"-9"-4090"0"0,6-5-5155 0 0,3-1 744 0 0,1 0-1 0 0,0 0 0 0 0,0 1 1 0 0,1-1-1 0 0,0 0 1 0 0,0 0-1 0 0,1 0 1 0 0,0 0-1 0 0,4 13 1 0 0,-2-10 100 0 0,0 0 0 0 0,1 0 1 0 0,1 0-1 0 0,0-1 0 0 0,0 0 0 0 0,11 16 1 0 0,-15-25-517 0 0,0 1 1 0 0,1-1 0 0 0,-1 0 0 0 0,1 0 0 0 0,0 0-1 0 0,0 0 1 0 0,0 0 0 0 0,0 0 0 0 0,0-1 0 0 0,0 1 0 0 0,0 0-1 0 0,0-1 1 0 0,1 0 0 0 0,-1 1 0 0 0,0-1 0 0 0,1 0-1 0 0,-1 0 1 0 0,1-1 0 0 0,0 1 0 0 0,-1 0 0 0 0,1-1 0 0 0,-1 0-1 0 0,1 1 1 0 0,0-1 0 0 0,0 0 0 0 0,-1 0 0 0 0,1-1-1 0 0,0 1 1 0 0,-1-1 0 0 0,1 1 0 0 0,-1-1 0 0 0,1 0 0 0 0,3-1-1 0 0,0-2-80 0 0,1 0-1 0 0,-1-1 0 0 0,0 0 0 0 0,0 0 0 0 0,0 0 0 0 0,-1 0 0 0 0,0-1 1 0 0,0 0-1 0 0,0 0 0 0 0,5-11 0 0 0,10-20-848 0 0,-17 28 599 0 0,2 0 0 0 0,-1 0 0 0 0,1 1 0 0 0,1-1 1 0 0,-1 1-1 0 0,1 0 0 0 0,1 1 0 0 0,0-1 0 0 0,8-6 0 0 0,-15 14 361 0 0,1 0 1 0 0,-1 0-1 0 0,1-1 0 0 0,-1 1 0 0 0,0 0 0 0 0,1 0 1 0 0,-1 0-1 0 0,1 0 0 0 0,-1 0 0 0 0,1 0 0 0 0,-1 0 1 0 0,1 0-1 0 0,-1 0 0 0 0,1 0 0 0 0,-1 0 1 0 0,1 0-1 0 0,-1 1 0 0 0,0-1 0 0 0,1 0 0 0 0,-1 0 1 0 0,1 0-1 0 0,-1 1 0 0 0,1-1 0 0 0,-1 0 0 0 0,0 0 1 0 0,1 1-1 0 0,-1-1 0 0 0,0 0 0 0 0,1 1 0 0 0,-1-1 1 0 0,1 1-1 0 0,12 17 918 0 0,0-1-106 0 0,-7-13-709 0 0,0-1 1 0 0,0 1 0 0 0,1-2 0 0 0,-1 1 0 0 0,1-1-1 0 0,0 0 1 0 0,0 0 0 0 0,0 0 0 0 0,0-1 0 0 0,0-1 0 0 0,0 1-1 0 0,0-1 1 0 0,0 0 0 0 0,0 0 0 0 0,0-1 0 0 0,12-3-1 0 0,-10 2 106 0 0,-1 0 0 0 0,1 0-1 0 0,-1-1 1 0 0,0-1-1 0 0,0 1 1 0 0,-1-1-1 0 0,1 0 1 0 0,-1-1 0 0 0,0 0-1 0 0,0 0 1 0 0,0-1-1 0 0,-1 1 1 0 0,8-10 0 0 0,-12 13-142 0 0,0-1 1 0 0,0 0-1 0 0,-1 0 1 0 0,1-1 0 0 0,-1 1-1 0 0,1 0 1 0 0,-1-1-1 0 0,0 1 1 0 0,0 0 0 0 0,-1-1-1 0 0,1 1 1 0 0,-1-1-1 0 0,0 1 1 0 0,0-1 0 0 0,0 1-1 0 0,0-1 1 0 0,0 1-1 0 0,-1-1 1 0 0,0 1 0 0 0,1-1-1 0 0,-1 1 1 0 0,-2-4 0 0 0,-2-4-347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1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63 159 7370 0 0,'4'-30'1895'0'0,"1"1"0"0"0,15-47 1 0 0,-12 53 2088 0 0,-8 43-2837 0 0,-5 29-541 0 0,-54 416 1165 0 0,52-376-1731 0 0,-21 568 99 0 0,38-550-2109 0 0,-6-79-4784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4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36 6449 0 0,'-26'-36'3796'0'0,"42"57"-2464"0"0,14 21 340 0 0,-2 0 0 0 0,34 72 1 0 0,30 98 764 0 0,-49-110-1865 0 0,-32-76-476 0 0,2 0 1 0 0,1-1-1 0 0,17 23 1 0 0,-22-36-82 0 0,0 0 0 0 0,1 0 0 0 0,1-1 0 0 0,0 0 0 0 0,0-1 0 0 0,1-1 1 0 0,17 12-1 0 0,-27-20 3 0 0,0 0 1 0 0,0 1 0 0 0,0-2 0 0 0,0 1 0 0 0,0 0-1 0 0,0 0 1 0 0,0-1 0 0 0,0 1 0 0 0,1-1 0 0 0,-1 1-1 0 0,0-1 1 0 0,0 0 0 0 0,0 0 0 0 0,1 0 0 0 0,-1 0-1 0 0,0 0 1 0 0,0-1 0 0 0,1 1 0 0 0,-1-1 0 0 0,2 0-1 0 0,-1-1-9 0 0,0 0 0 0 0,1 0 0 0 0,-1 0-1 0 0,0 0 1 0 0,-1 0 0 0 0,1-1-1 0 0,0 1 1 0 0,-1-1 0 0 0,1 0 0 0 0,-1 1-1 0 0,2-5 1 0 0,5-8-93 0 0,-1 0 1 0 0,-1-1-1 0 0,0 0 1 0 0,4-18-1 0 0,-9 28 28 0 0,37-135-437 0 0,-24 80 459 0 0,34-87 1 0 0,19 5 481 0 0,-60 128-328 0 0,1 1-1 0 0,1 0 0 0 0,0 1 1 0 0,0 0-1 0 0,1 0 0 0 0,1 1 1 0 0,19-14-1 0 0,-30 24-80 0 0,0 1 1 0 0,1 0-1 0 0,-1 0 1 0 0,1 0 0 0 0,0 1-1 0 0,-1-1 1 0 0,1 0-1 0 0,0 1 1 0 0,-1-1-1 0 0,1 1 1 0 0,0-1-1 0 0,0 1 1 0 0,-1 0-1 0 0,1 0 1 0 0,0-1-1 0 0,0 1 1 0 0,0 1-1 0 0,-1-1 1 0 0,1 0 0 0 0,0 0-1 0 0,0 1 1 0 0,-1-1-1 0 0,3 2 1 0 0,0-1 16 0 0,-1 1 0 0 0,0 0 0 0 0,0 1 0 0 0,0-1 1 0 0,-1 0-1 0 0,1 1 0 0 0,0-1 0 0 0,-1 1 0 0 0,0 0 0 0 0,4 6 1 0 0,2 5 35 0 0,0 1 1 0 0,-1-1 0 0 0,-1 2 0 0 0,5 16 0 0 0,11 60 64 0 0,-3 0 1 0 0,9 145 0 0 0,14 73-567 0 0,-34-268-602 0 0,3-1-1 0 0,1-1 0 0 0,2 0 1 0 0,2-1-1 0 0,28 50 1 0 0,-43-87 896 0 0,34 55-3352 0 0,-31-52 3360 0 0,0 1-1 0 0,0-1 1 0 0,1 0-1 0 0,-1-1 1 0 0,1 1-1 0 0,0-1 1 0 0,11 8 0 0 0,-2-7 107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2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148 173 3225 0 0,'4'-19'1253'0'0,"0"0"-1"0"0,1-27 1 0 0,-5 41-698 0 0,1 0 0 0 0,-2-1 0 0 0,1 1-1 0 0,0 0 1 0 0,-1 0 0 0 0,0 0 0 0 0,0 0-1 0 0,-1 0 1 0 0,0 0 0 0 0,1 0 0 0 0,-1 0-1 0 0,-1 1 1 0 0,1-1 0 0 0,-5-5 0 0 0,7 10-432 0 0,0-1 1 0 0,-1 0-1 0 0,0 1 1 0 0,1-1-1 0 0,-1 1 1 0 0,1-1-1 0 0,-1 0 1 0 0,0 1-1 0 0,1-1 1 0 0,-1 1-1 0 0,0 0 1 0 0,0-1-1 0 0,1 1 1 0 0,-1 0-1 0 0,0-1 1 0 0,0 1-1 0 0,0 0 1 0 0,1 0-1 0 0,-1 0 1 0 0,0-1-1 0 0,0 1 1 0 0,0 0-1 0 0,0 0 1 0 0,0 0-1 0 0,1 1 1 0 0,-2-1-1 0 0,0 0-3 0 0,0 1-1 0 0,1 0 1 0 0,-1 0-1 0 0,0 0 1 0 0,1 0 0 0 0,-1 0-1 0 0,0 0 1 0 0,1 0-1 0 0,0 1 1 0 0,-1-1-1 0 0,-1 2 1 0 0,-2 4 25 0 0,0 0 1 0 0,0 0 0 0 0,1 1-1 0 0,-5 7 1 0 0,-4 16-33 0 0,2 1 1 0 0,0 0 0 0 0,2 1-1 0 0,2-1 1 0 0,-6 56 0 0 0,9-45-110 0 0,2 1 0 0 0,3 0 0 0 0,10 81 1 0 0,-7-102-6 0 0,1-1 1 0 0,1 0 0 0 0,1 0 0 0 0,1 0-1 0 0,0-1 1 0 0,2 0 0 0 0,18 29 0 0 0,-21-39-58 0 0,0-1 1 0 0,1 1 0 0 0,1-1 0 0 0,0 0 0 0 0,0-1-1 0 0,1 0 1 0 0,0 0 0 0 0,0-1 0 0 0,1-1-1 0 0,0 0 1 0 0,1 0 0 0 0,-1-1 0 0 0,1 0 0 0 0,18 5-1 0 0,-26-10 35 0 0,1 0 0 0 0,-1 0 0 0 0,1 0 0 0 0,0-1-1 0 0,0 1 1 0 0,-1-1 0 0 0,1-1 0 0 0,0 1 0 0 0,-1 0 0 0 0,1-1-1 0 0,0 0 1 0 0,-1 0 0 0 0,1-1 0 0 0,7-3 0 0 0,-5 2 35 0 0,0-2 0 0 0,0 1 1 0 0,0-1-1 0 0,-1 0 1 0 0,1 0-1 0 0,-1-1 0 0 0,10-11 1 0 0,-2-3 166 0 0,0 0-1 0 0,-1 0 1 0 0,-1-2 0 0 0,16-39 0 0 0,-16 26-108 0 0,-1 0 0 0 0,-2-1 0 0 0,-1 0 0 0 0,-3 0 0 0 0,0 0 0 0 0,-2-1 0 0 0,-2 1 0 0 0,-2-1 0 0 0,-1 0 0 0 0,-1 1 0 0 0,-2 0 0 0 0,-11-37 0 0 0,13 61-74 0 0,0 0 1 0 0,-1 1 0 0 0,-1-1-1 0 0,0 1 1 0 0,0 1 0 0 0,-1-1 0 0 0,0 1-1 0 0,-1 0 1 0 0,-12-15 0 0 0,15 21-36 0 0,0 0 1 0 0,0 1-1 0 0,-1-1 1 0 0,1 0-1 0 0,-1 1 1 0 0,0 0 0 0 0,0 0-1 0 0,0 1 1 0 0,0 0-1 0 0,0-1 1 0 0,0 2-1 0 0,-1-1 1 0 0,1 0-1 0 0,-1 1 1 0 0,0 0 0 0 0,1 1-1 0 0,-1-1 1 0 0,0 1-1 0 0,1 0 1 0 0,-1 0-1 0 0,0 1 1 0 0,-6 1 0 0 0,-1 1-586 0 0,-1 1 1 0 0,1 1-1 0 0,0 0 1 0 0,1 1 0 0 0,-19 10-1 0 0,2 3-5853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3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461 31 920 0 0,'-4'-3'385'0'0,"-1"0"0"0"0,0 0 1 0 0,0 0-1 0 0,0 0 0 0 0,0 1 0 0 0,0 0 0 0 0,-1 0 0 0 0,1 0 0 0 0,-1 1 0 0 0,1 0 0 0 0,-9-1 0 0 0,9 1-121 0 0,-5 0 50 0 0,-1 0 1 0 0,0 0-1 0 0,0 1 0 0 0,0 1 0 0 0,0 0 0 0 0,0 0 1 0 0,0 1-1 0 0,1 0 0 0 0,-1 1 0 0 0,1 0 0 0 0,-1 1 1 0 0,1 0-1 0 0,0 1 0 0 0,0 0 0 0 0,1 1 0 0 0,0-1 1 0 0,0 2-1 0 0,0-1 0 0 0,1 1 0 0 0,0 1 0 0 0,0 0 0 0 0,0 0 1 0 0,-10 15-1 0 0,12-15-54 0 0,0 1 0 0 0,0-1 0 0 0,1 1 0 0 0,1 0 0 0 0,-1 0 0 0 0,1 1 1 0 0,1-1-1 0 0,0 1 0 0 0,0 0 0 0 0,1 0 0 0 0,0-1 0 0 0,1 2 0 0 0,0-1 0 0 0,0 0 0 0 0,1 0 0 0 0,1 0 0 0 0,-1 0 1 0 0,2 0-1 0 0,-1 0 0 0 0,2 0 0 0 0,-1 0 0 0 0,1 0 0 0 0,1-1 0 0 0,-1 1 0 0 0,10 14 0 0 0,-4-11-249 0 0,0 0-1 0 0,1 0 0 0 0,1-1 1 0 0,0-1-1 0 0,1 0 1 0 0,14 11-1 0 0,83 50 131 0 0,-70-48-93 0 0,38 30 0 0 0,-71-49-64 0 0,0 0-1 0 0,0 1 1 0 0,0-1 0 0 0,-1 1 0 0 0,0 0 0 0 0,0 1 0 0 0,0-1-1 0 0,-1 1 1 0 0,0 0 0 0 0,-1 0 0 0 0,1 1 0 0 0,2 8 0 0 0,-5-11 10 0 0,0 0 1 0 0,-1 0 0 0 0,1 0 0 0 0,-1 0 0 0 0,0 0 0 0 0,0 0-1 0 0,0 0 1 0 0,-1 0 0 0 0,1 0 0 0 0,-1-1 0 0 0,-1 1-1 0 0,1 0 1 0 0,-1 0 0 0 0,1-1 0 0 0,-1 1 0 0 0,-1 0 0 0 0,1-1-1 0 0,-1 0 1 0 0,1 0 0 0 0,-6 6 0 0 0,-4 4 120 0 0,-1-2 0 0 0,0 0 0 0 0,-1 0 0 0 0,0-1 0 0 0,-1-1 0 0 0,0 0 0 0 0,-1-1 0 0 0,0-1 0 0 0,-32 12 0 0 0,25-12-67 0 0,0-1-1 0 0,0-1 0 0 0,0-1 1 0 0,-1-1-1 0 0,0-1 1 0 0,0-1-1 0 0,-24-1 1 0 0,6-7-1060 0 0,15-3-4628 0 0,10 2-807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6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19 9218 0 0,'0'-18'1448'0'0,"-8"24"1638"0"0,-8 29 324 0 0,10-11-2703 0 0,1 0 0 0 0,1 0 0 0 0,1 0-1 0 0,1 38 1 0 0,10 99 160 0 0,-7-154-777 0 0,6 68 48 0 0,4 0 1 0 0,30 108-1 0 0,5-46-4509 0 0,-40-122 2661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8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3 233 3225 0 0,'-1'-5'140'0'0,"0"1"1"0"0,1-1-1 0 0,-1 0 1 0 0,1 0-1 0 0,0 1 1 0 0,0-1-1 0 0,1 0 1 0 0,-1 0-1 0 0,1 1 0 0 0,0-1 1 0 0,3-7-1 0 0,-1 6 232 0 0,0-1 1 0 0,1 0-1 0 0,0 1 0 0 0,1 0 0 0 0,-1 0 0 0 0,10-9 0 0 0,-2 3-132 0 0,1 0-1 0 0,0 1 1 0 0,1 0-1 0 0,0 1 1 0 0,1 1-1 0 0,0 0 1 0 0,0 1-1 0 0,26-10 1 0 0,-34 15-238 0 0,1 0-1 0 0,0 1 1 0 0,0 0-1 0 0,0 0 1 0 0,0 1-1 0 0,0 0 1 0 0,0 0-1 0 0,0 1 1 0 0,0 0-1 0 0,1 0 1 0 0,-1 1 0 0 0,0 0-1 0 0,0 0 1 0 0,0 1-1 0 0,0 0 1 0 0,0 1-1 0 0,-1 0 1 0 0,1 0-1 0 0,-1 0 1 0 0,8 5-1 0 0,2 6 10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3.9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27 142 8754 0 0,'-9'4'-444'0'0,"-8"3"3736"0"0,30-16 591 0 0,57-29-1651 0 0,40-5-4177 0 0,81-10-1293 0 0,-190 52 3263 0 0,35-8-37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3 8290 0 0,'-1'-1'243'0'0,"-1"1"0"0"0,0-1 1 0 0,1 1-1 0 0,-1-1 0 0 0,1 1 1 0 0,-1 0-1 0 0,0 0 0 0 0,0 0 1 0 0,1 0-1 0 0,-1 0 0 0 0,0 1 1 0 0,1-1-1 0 0,-1 0 0 0 0,1 1 1 0 0,-1-1-1 0 0,0 1 0 0 0,1-1 1 0 0,-1 1-1 0 0,1 0 0 0 0,-1 0 1 0 0,1 0-1 0 0,0 0 0 0 0,-1 0 1 0 0,1 0-1 0 0,0 0 0 0 0,0 0 1 0 0,-1 0-1 0 0,1 1 0 0 0,0-1 1 0 0,0 0-1 0 0,-1 3 0 0 0,-2 2 210 0 0,0 0-1 0 0,0 1 0 0 0,1-1 0 0 0,-1 1 0 0 0,-3 12 0 0 0,1 6-197 0 0,1 0 0 0 0,0 0 0 0 0,2 1-1 0 0,1-1 1 0 0,3 43 0 0 0,19 131 1609 0 0,-9-117-1593 0 0,21 120-3659 0 0,-30-177-3562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0 163 8290 0 0,'14'-11'335'0'0,"1"0"0"0"0,-1 1 0 0 0,2 1 1 0 0,-1 0-1 0 0,1 1 0 0 0,0 1 0 0 0,20-6 1 0 0,8-4 437 0 0,-6-1 280 0 0,52-19 946 0 0,-83 34-1893 0 0,1 1 0 0 0,0 0 0 0 0,0 0 0 0 0,1 1 0 0 0,-1 0-1 0 0,0 0 1 0 0,0 1 0 0 0,17 1 0 0 0,-23 0-230 0 0,1-1 1 0 0,0 1-1 0 0,-1 0 0 0 0,1 0 0 0 0,-1 0 0 0 0,0 0 1 0 0,1 0-1 0 0,-1 1 0 0 0,4 2 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8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22 224 3681 0 0,'-20'7'611'0'0,"20"-7"-568"0"0,0 0 0 0 0,0-1-1 0 0,-1 1 1 0 0,1 0 0 0 0,0 0 0 0 0,0 0 0 0 0,0 0-1 0 0,0 0 1 0 0,0 0 0 0 0,0-1 0 0 0,0 1 0 0 0,0 0-1 0 0,0 0 1 0 0,0 0 0 0 0,0 0 0 0 0,0-1 0 0 0,0 1-1 0 0,0 0 1 0 0,0 0 0 0 0,0 0 0 0 0,0 0 0 0 0,0 0-1 0 0,0-1 1 0 0,0 1 0 0 0,0 0 0 0 0,0 0 0 0 0,0 0 0 0 0,0 0-1 0 0,0-1 1 0 0,0 1 0 0 0,0 0 0 0 0,0 0 0 0 0,0 0-1 0 0,0 0 1 0 0,0 0 0 0 0,0 0 0 0 0,1-1 0 0 0,-1 1-1 0 0,0 0 1 0 0,0 0 0 0 0,0 0 0 0 0,0 0 0 0 0,0 0-1 0 0,0 0 1 0 0,1 0 0 0 0,-1 0 0 0 0,0 0 0 0 0,0-1-1 0 0,0 1 1 0 0,0 0 0 0 0,1 0 0 0 0,31-28 4252 0 0,-21 18-4442 0 0,12-9 866 0 0,101-83 586 0 0,-111 93-2098 0 0,1 1 0 0 0,0 0 1 0 0,0 0-1 0 0,0 2 0 0 0,1-1 0 0 0,-1 2 1 0 0,31-7-1 0 0,-10 11-2628 0 0,-34 1 3395 0 0,0 0 0 0 0,0 0-1 0 0,0 0 1 0 0,0 0 0 0 0,0 0-1 0 0,0 1 1 0 0,0-1 0 0 0,0 0-1 0 0,0 1 1 0 0,-1-1 0 0 0,1 1 0 0 0,0-1-1 0 0,0 1 1 0 0,0-1 0 0 0,-1 1-1 0 0,1 0 1 0 0,0-1 0 0 0,-1 1-1 0 0,1 0 1 0 0,0-1 0 0 0,-1 1-1 0 0,1 0 1 0 0,-1 0 0 0 0,1 0-1 0 0,-1 0 1 0 0,0-1 0 0 0,1 1-1 0 0,-1 0 1 0 0,0 0 0 0 0,1 0-1 0 0,-1 0 1 0 0,0 0 0 0 0,0 2-1 0 0,-2 11 27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4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 7834 0 0,'-14'14'68'0'0,"8"-8"436"0"0,-1 0-1 0 0,1 1 1 0 0,0 0-1 0 0,1 0 1 0 0,-1 0-1 0 0,1 0 1 0 0,1 1-1 0 0,-1-1 1 0 0,2 1-1 0 0,-1 1 1 0 0,-2 8-1 0 0,5-16-391 0 0,1 0 1 0 0,0 0-1 0 0,0 0 0 0 0,0 0 0 0 0,0-1 0 0 0,0 1 0 0 0,0 0 1 0 0,0 0-1 0 0,0 0 0 0 0,0-1 0 0 0,0 1 0 0 0,0 0 0 0 0,1 0 1 0 0,-1 0-1 0 0,0-1 0 0 0,1 1 0 0 0,-1 0 0 0 0,0 0 0 0 0,1-1 1 0 0,-1 1-1 0 0,1 0 0 0 0,-1-1 0 0 0,1 1 0 0 0,-1-1 0 0 0,1 1 1 0 0,0-1-1 0 0,1 2 0 0 0,0-1 5 0 0,0-1 0 0 0,0 1 1 0 0,-1 0-1 0 0,2-1 0 0 0,-1 1 0 0 0,0-1 1 0 0,0 0-1 0 0,0 0 0 0 0,0 0 0 0 0,0 0 0 0 0,2 0 1 0 0,7-2 112 0 0,-1 0 0 0 0,1 0 0 0 0,12-5 0 0 0,46-19-785 0 0,-23 6-4698 0 0,-16 5-597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2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1 133 7834 0 0,'47'-7'7108'0'0,"37"-16"-3610"0"0,-6 1-1591 0 0,16 0-746 0 0,163-32-260 0 0,-235 52-1801 0 0,0 0 0 0 0,0 1 0 0 0,26 3 0 0 0,-31-1-5978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5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4145 0 0,'0'0'241'0'0,"-1"0"-1"0"0,0 0 1 0 0,0 0 0 0 0,0 0 0 0 0,0 1-1 0 0,0-1 1 0 0,0 0 0 0 0,0 1 0 0 0,0-1-1 0 0,0 1 1 0 0,1-1 0 0 0,-1 1 0 0 0,0-1-1 0 0,0 1 1 0 0,1-1 0 0 0,-1 1 0 0 0,0 0-1 0 0,1 0 1 0 0,-1-1 0 0 0,0 1 0 0 0,1 0-1 0 0,-1 0 1 0 0,1-1 0 0 0,0 1 0 0 0,-1 0-1 0 0,1 0 1 0 0,-1 0 0 0 0,1 0 0 0 0,0 0-1 0 0,0 0 1 0 0,0 0 0 0 0,0 0 0 0 0,-1 0-1 0 0,1 0 1 0 0,0 0 0 0 0,1 0 0 0 0,-1-1-1 0 0,0 3 1 0 0,9 48 3667 0 0,-6-35-2949 0 0,23 221 3400 0 0,-10-58-3609 0 0,-7-128-722 0 0,17 52 0 0 0,-15-61-228 0 0,-1-3-97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4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 7370 0 0,'0'-1'142'0'0,"0"0"1"0"0,1 0 0 0 0,-1 0 0 0 0,0 0 0 0 0,0 0-1 0 0,1 0 1 0 0,-1 0 0 0 0,1 0 0 0 0,-1 1 0 0 0,0-1-1 0 0,1 0 1 0 0,0 0 0 0 0,-1 1 0 0 0,1-1 0 0 0,-1 0-1 0 0,1 0 1 0 0,0 1 0 0 0,0-1 0 0 0,-1 1 0 0 0,1-1-1 0 0,0 1 1 0 0,1-1 0 0 0,-1 1-18 0 0,0 0 0 0 0,-1 0 1 0 0,1 0-1 0 0,0 1 0 0 0,-1-1 0 0 0,1 0 0 0 0,-1 1 1 0 0,1-1-1 0 0,0 1 0 0 0,-1-1 0 0 0,1 1 1 0 0,-1-1-1 0 0,1 1 0 0 0,-1-1 0 0 0,1 1 0 0 0,-1-1 1 0 0,0 1-1 0 0,1 0 0 0 0,-1-1 0 0 0,0 1 1 0 0,1 1-1 0 0,13 39 2284 0 0,-6 31-1254 0 0,-4 0 0 0 0,-8 140 0 0 0,-1-129-2168 0 0,10 140 0 0 0,-1-201-738 0 0,-1-4-3945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6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2 112 10138 0 0,'0'-1'101'0'0,"-1"1"1"0"0,1-1-1 0 0,0 1 0 0 0,0-1 1 0 0,0 0-1 0 0,0 1 0 0 0,0-1 1 0 0,0 1-1 0 0,0-1 0 0 0,0 1 0 0 0,0-1 1 0 0,0 0-1 0 0,0 1 0 0 0,0-1 1 0 0,0 1-1 0 0,0-1 0 0 0,0 0 0 0 0,0 1 1 0 0,1-1-1 0 0,-1 1 0 0 0,0-1 1 0 0,1 1-1 0 0,-1-1 0 0 0,0 1 0 0 0,1-1 1 0 0,-1 1-1 0 0,1-1 0 0 0,18-12 1871 0 0,22 1 382 0 0,-36 12-2214 0 0,0 0-1 0 0,0 0 1 0 0,-1 1 0 0 0,1 0 0 0 0,0 0 0 0 0,0 0-1 0 0,-1 1 1 0 0,1-1 0 0 0,-1 1 0 0 0,1 0 0 0 0,-1 0 0 0 0,0 1-1 0 0,1-1 1 0 0,-1 1 0 0 0,-1 0 0 0 0,1 0 0 0 0,0 1 0 0 0,-1-1-1 0 0,0 1 1 0 0,5 6 0 0 0,7 9 150 0 0,-1 1 0 0 0,20 40 0 0 0,-27-47-145 0 0,19 41 185 0 0,-16-33-302 0 0,0-1 0 0 0,0 0 0 0 0,21 26 0 0 0,-30-44-28 0 0,0-1 0 0 0,0 1 0 0 0,1 0 0 0 0,-1-1 0 0 0,0 0 0 0 0,1 1 0 0 0,-1-1 1 0 0,1 0-1 0 0,0 1 0 0 0,-1-1 0 0 0,1 0 0 0 0,0 0 0 0 0,0-1 0 0 0,0 1 0 0 0,-1 0 0 0 0,1 0 0 0 0,0-1 1 0 0,0 1-1 0 0,3-1 0 0 0,-3 0 0 0 0,-1 0-1 0 0,1-1 1 0 0,-1 1 0 0 0,1-1-1 0 0,-1 1 1 0 0,1-1 0 0 0,-1 0 0 0 0,1 0-1 0 0,-1 1 1 0 0,0-1 0 0 0,0 0 0 0 0,1 0-1 0 0,-1 0 1 0 0,0 0 0 0 0,0-1-1 0 0,0 1 1 0 0,0 0 0 0 0,0 0 0 0 0,1-2-1 0 0,2-6 11 0 0,1-1 0 0 0,-1 1-1 0 0,0-1 1 0 0,-1 1-1 0 0,0-1 1 0 0,1-11 0 0 0,10-87-10 0 0,-12 76 0 0 0,2 1 0 0 0,1-1 0 0 0,14-44 0 0 0,-18 74 4 0 0,-1 0-1 0 0,1-1 1 0 0,0 1 0 0 0,0 0 0 0 0,0 0 0 0 0,0 0 0 0 0,0 0 0 0 0,1 0-1 0 0,-1 0 1 0 0,1 0 0 0 0,-1 0 0 0 0,1 1 0 0 0,0-1 0 0 0,-1 1 0 0 0,1-1 0 0 0,0 1-1 0 0,0-1 1 0 0,0 1 0 0 0,0 0 0 0 0,4-2 0 0 0,-4 3 12 0 0,0 0 0 0 0,0 0 0 0 0,0 0 0 0 0,0 1 0 0 0,-1-1 0 0 0,1 0 0 0 0,0 1 0 0 0,0-1 0 0 0,-1 1-1 0 0,1-1 1 0 0,0 1 0 0 0,-1 0 0 0 0,1 0 0 0 0,-1 0 0 0 0,1 0 0 0 0,-1 0 0 0 0,1 0 0 0 0,-1 0 0 0 0,1 0 0 0 0,-1 1 0 0 0,0-1 0 0 0,0 1 0 0 0,0-1 0 0 0,0 1 0 0 0,0-1 0 0 0,0 1 0 0 0,1 2 0 0 0,18 34 229 0 0,-3 1 0 0 0,17 50 0 0 0,-19-45-133 0 0,35 68 1 0 0,8-11-2508 0 0,-48-80-5124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1 387 8754 0 0,'0'-3'441'0'0,"1"0"-1"0"0,-1-1 1 0 0,1 1-1 0 0,0 0 1 0 0,0 0 0 0 0,0 0-1 0 0,0 0 1 0 0,1 0 0 0 0,-1 0-1 0 0,1 0 1 0 0,0 1 0 0 0,2-4-1 0 0,-2 2 181 0 0,46-68 3052 0 0,-33 51-3491 0 0,-1 1 0 0 0,-1-2 0 0 0,0 0 0 0 0,-2 0 0 0 0,15-44 0 0 0,-24 59-168 0 0,8-40 36 0 0,-9 46-50 0 0,-1-1 1 0 0,0 0 0 0 0,0 1-1 0 0,0-1 1 0 0,0 0 0 0 0,0 1-1 0 0,0-1 1 0 0,0 0 0 0 0,-1 1 0 0 0,1-1-1 0 0,-1 0 1 0 0,1 1 0 0 0,-1-1-1 0 0,0 0 1 0 0,1 1 0 0 0,-1-1-1 0 0,0 1 1 0 0,0 0 0 0 0,0-1-1 0 0,0 1 1 0 0,0 0 0 0 0,0-1 0 0 0,-2 0-1 0 0,1 1-22 0 0,1 1-1 0 0,-1-1 0 0 0,1 1 0 0 0,-1-1 1 0 0,0 1-1 0 0,1 0 0 0 0,-1 0 1 0 0,0 0-1 0 0,1 0 0 0 0,-1 0 1 0 0,0 0-1 0 0,1 0 0 0 0,-1 0 0 0 0,1 1 1 0 0,-1-1-1 0 0,0 1 0 0 0,1-1 1 0 0,-1 1-1 0 0,1 0 0 0 0,-1-1 0 0 0,1 1 1 0 0,-1 0-1 0 0,1 0 0 0 0,0 0 1 0 0,-1 0-1 0 0,1 0 0 0 0,-1 2 0 0 0,-31 33-742 0 0,29-30 746 0 0,0-1 1 0 0,1 0-1 0 0,0 1 1 0 0,0 0 0 0 0,0 0-1 0 0,0 0 1 0 0,1 0-1 0 0,0 0 1 0 0,1 0 0 0 0,-1 1-1 0 0,1-1 1 0 0,0 1-1 0 0,1-1 1 0 0,0 1 0 0 0,0-1-1 0 0,0 1 1 0 0,1-1-1 0 0,0 1 1 0 0,0-1 0 0 0,0 0-1 0 0,1 1 1 0 0,0-1-1 0 0,0 0 1 0 0,1 0 0 0 0,0 0-1 0 0,0 0 1 0 0,0-1-1 0 0,0 1 1 0 0,1-1 0 0 0,0 0-1 0 0,7 7 1 0 0,0 0-158 0 0,0-1 0 0 0,1-1 0 0 0,0 0 1 0 0,1 0-1 0 0,-1-1 0 0 0,26 12 0 0 0,-23-13-896 0 0,0-2 0 0 0,1 1 0 0 0,18 3 0 0 0,-7-4-4277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2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 6913 0 0,'10'-8'5940'0'0,"-9"8"-5780"0"0,7 14 2499 0 0,2 24-1305 0 0,23 230 1648 0 0,-1-3-6993 0 0,-25-226-1932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6:59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3 175 8290 0 0,'0'0'54'0'0,"-1"-1"1"0"0,1 0 0 0 0,0 1-1 0 0,0-1 1 0 0,-1 1 0 0 0,1-1-1 0 0,0 0 1 0 0,0 0 0 0 0,0 1-1 0 0,0-1 1 0 0,-1 0-1 0 0,1 1 1 0 0,0-1 0 0 0,0 0-1 0 0,1 1 1 0 0,-1-1 0 0 0,0 0-1 0 0,0 0 1 0 0,0 1 0 0 0,0-1-1 0 0,1 0 1 0 0,-1 1-1 0 0,0-1 1 0 0,0 0 0 0 0,1 1-1 0 0,-1-1 1 0 0,1 0 0 0 0,21-15 364 0 0,38-5-825 0 0,-50 18 420 0 0,38-8-1770 0 0,1 2 0 0 0,0 2-1 0 0,100 0 1 0 0,-10 0 1919 0 0,-134 6-155 0 0,-1 2-14 0 0,0-2 1 0 0,0 1-1 0 0,0 0 1 0 0,0-1-1 0 0,0 0 1 0 0,0 0-1 0 0,0 0 0 0 0,0 0 1 0 0,0-1-1 0 0,0 0 1 0 0,-1 1-1 0 0,5-4 1 0 0,-8 4 5 0 0,0 1 1 0 0,0 0 0 0 0,0-1 0 0 0,0 1-1 0 0,0-1 1 0 0,0 1 0 0 0,0 0 0 0 0,0-1-1 0 0,-1 1 1 0 0,1 0 0 0 0,0-1 0 0 0,0 1-1 0 0,0 0 1 0 0,-1 0 0 0 0,1-1 0 0 0,0 1-1 0 0,-1 0 1 0 0,1 0 0 0 0,0-1 0 0 0,0 1-1 0 0,-1 0 1 0 0,1 0 0 0 0,0 0-1 0 0,-1-1 1 0 0,1 1 0 0 0,0 0 0 0 0,-1 0-1 0 0,1 0 1 0 0,-1 0 0 0 0,1 0 0 0 0,0 0-1 0 0,-1 0 1 0 0,1 0 0 0 0,0 0 0 0 0,-1 0-1 0 0,1 0 1 0 0,-1 0 0 0 0,1 0 0 0 0,-18-3 70 0 0,10 3 756 0 0,0 0 1 0 0,0 1-1 0 0,0 0 1 0 0,0 0-1 0 0,0 1 1 0 0,0 0-1 0 0,1 1 1 0 0,-1-1-1 0 0,-12 8 1 0 0,11-6-420 0 0,0 1 0 0 0,0 0 1 0 0,1 1-1 0 0,0 0 0 0 0,0 0 1 0 0,0 1-1 0 0,1 0 0 0 0,0 0 0 0 0,1 0 1 0 0,-1 1-1 0 0,1 0 0 0 0,-7 14 1 0 0,11-19-401 0 0,1 0 0 0 0,0 0 0 0 0,0 0 0 0 0,0 0 0 0 0,1 0 0 0 0,-1 0 0 0 0,1 0 0 0 0,-1 0 0 0 0,1 0 0 0 0,0 0 0 0 0,0 0 0 0 0,0 0 0 0 0,1 0 0 0 0,-1 0 0 0 0,1 0 0 0 0,0 0 0 0 0,0 0 0 0 0,0 0 0 0 0,0-1 0 0 0,2 5 0 0 0,-1-3 1 0 0,1-1 0 0 0,0 1 0 0 0,0-1 1 0 0,0 1-1 0 0,0-1 0 0 0,1 0 0 0 0,-1 0 0 0 0,1 0 1 0 0,0-1-1 0 0,0 1 0 0 0,0-1 0 0 0,7 3 1 0 0,-6-3-6 0 0,0 0 0 0 0,0 0 0 0 0,0 0 0 0 0,0-1 0 0 0,0 1 0 0 0,1-1 0 0 0,-1-1 0 0 0,0 1 0 0 0,1-1 0 0 0,-1 0 0 0 0,1 0 0 0 0,-1-1 0 0 0,0 1 0 0 0,1-1 0 0 0,-1 0 0 0 0,0-1 0 0 0,1 1 0 0 0,-1-1 0 0 0,0 0 0 0 0,0 0 0 0 0,-1-1 0 0 0,1 0 0 0 0,7-5 0 0 0,-7 3-2 0 0,-1-1 0 0 0,1 1 1 0 0,-1-1-1 0 0,-1 0 0 0 0,1-1 1 0 0,-1 1-1 0 0,0-1 0 0 0,0 1 1 0 0,-1-1-1 0 0,0 0 0 0 0,0 0 1 0 0,-1 0-1 0 0,0 0 0 0 0,0 0 1 0 0,0 0-1 0 0,-1-9 0 0 0,-1 3-24 0 0,0 0 0 0 0,-1 0 0 0 0,0 1 0 0 0,0-1 0 0 0,-2 1 0 0 0,0-1 0 0 0,0 1 0 0 0,-7-13 0 0 0,5 15-732 0 0,-1 3-222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1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 3225 0 0,'-1'-4'136'0'0,"1"3"40"0"0,0-1-176 0 0,0 1 0 0 0,0-1 0 0 0,1 1 0 0 0,1 1 0 0 0,-1 0-96 0 0,2 3-192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6913 0 0,'10'17'9744'0'0,"7"27"-6185"0"0,8 19-3253 0 0,-18-53-450 0 0,0 1 1 0 0,0-1-1 0 0,1-1 1 0 0,10 12 0 0 0,20 13-3556 0 0,-22-22-2293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0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5065 0 0,'-14'4'10976'0'0,"12"3"-11195"0"0,-1 10 1108 0 0,1 1-1 0 0,0-1 1 0 0,1 1-1 0 0,1 0 1 0 0,1 0 0 0 0,5 30-1 0 0,32 105-557 0 0,-10-50-1953 0 0,-21-66-5822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1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170 37 2761 0 0,'-1'-2'142'0'0,"1"0"1"0"0,-1 0 0 0 0,1 0 0 0 0,-1 1 0 0 0,0-1 0 0 0,0 0-1 0 0,0 0 1 0 0,0 1 0 0 0,0-1 0 0 0,0 1 0 0 0,0-1-1 0 0,0 1 1 0 0,-1-1 0 0 0,1 1 0 0 0,-1 0 0 0 0,1 0 0 0 0,-1-1-1 0 0,1 1 1 0 0,-1 0 0 0 0,0 0 0 0 0,1 1 0 0 0,-1-1-1 0 0,-3-1 1 0 0,1 1 298 0 0,1 1 0 0 0,-1 0 0 0 0,1-1-1 0 0,-1 1 1 0 0,1 1 0 0 0,0-1 0 0 0,-1 0 0 0 0,1 1-1 0 0,-1-1 1 0 0,1 1 0 0 0,0 0 0 0 0,-7 3 0 0 0,4-1-168 0 0,1 0 1 0 0,-1 0 0 0 0,1 0 0 0 0,0 1 0 0 0,0 0-1 0 0,0 0 1 0 0,0 0 0 0 0,1 1 0 0 0,-1 0 0 0 0,1-1 0 0 0,1 1-1 0 0,-1 1 1 0 0,1-1 0 0 0,-1 0 0 0 0,1 1 0 0 0,1 0 0 0 0,-1 0-1 0 0,1 0 1 0 0,0 0 0 0 0,1 0 0 0 0,-1 0 0 0 0,1 0 0 0 0,0 1-1 0 0,1 11 1 0 0,0-8-183 0 0,0-1-1 0 0,1 1 0 0 0,0-1 1 0 0,0 1-1 0 0,1-1 1 0 0,1 0-1 0 0,0 1 1 0 0,0-1-1 0 0,0-1 1 0 0,1 1-1 0 0,1 0 0 0 0,-1-1 1 0 0,1 0-1 0 0,1 0 1 0 0,0 0-1 0 0,6 6 1 0 0,-4-6-61 0 0,1-1 1 0 0,0 0 0 0 0,0 0-1 0 0,1-1 1 0 0,0 0-1 0 0,0-1 1 0 0,0 0 0 0 0,0 0-1 0 0,1-1 1 0 0,0-1 0 0 0,0 1-1 0 0,19 2 1 0 0,-25-6-40 0 0,1 1 0 0 0,-1-1 0 0 0,0 0 1 0 0,0 0-1 0 0,1 0 0 0 0,-1-1 0 0 0,0 0 1 0 0,0 0-1 0 0,0 0 0 0 0,0 0 0 0 0,0-1 0 0 0,0 0 1 0 0,0 0-1 0 0,0-1 0 0 0,-1 1 0 0 0,1-1 0 0 0,-1 0 1 0 0,0 0-1 0 0,0 0 0 0 0,0-1 0 0 0,0 1 1 0 0,0-1-1 0 0,-1 0 0 0 0,0 0 0 0 0,1 0 0 0 0,-2-1 1 0 0,1 1-1 0 0,0-1 0 0 0,2-7 0 0 0,-3 5 14 0 0,0 0 0 0 0,0 1 0 0 0,0-1 0 0 0,-1 0 0 0 0,0 0 0 0 0,-1 0 0 0 0,1 0 0 0 0,-2 0 0 0 0,1 0 0 0 0,-1 0 0 0 0,0 0 0 0 0,0 0 0 0 0,0 0 0 0 0,-1 0 0 0 0,0 1 0 0 0,-1-1 0 0 0,-4-8 0 0 0,3 7-221 0 0,-1-1 0 0 0,0 1 0 0 0,0 1 0 0 0,-1-1 0 0 0,-8-9 0 0 0,8 12-631 0 0,0-1 0 0 0,0 1 0 0 0,0 0 0 0 0,-1 1 0 0 0,1 0 0 0 0,-11-5 1 0 0,0 2-4886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14283 0 0,'8'0'404'0'0,"-1"-1"-1"0"0,1 2 1 0 0,-1-1-1 0 0,1 1 1 0 0,-1 0 0 0 0,1 0-1 0 0,-1 1 1 0 0,0 0-1 0 0,0 0 1 0 0,0 1 0 0 0,0 0-1 0 0,0 0 1 0 0,-1 1-1 0 0,1 0 1 0 0,8 6 0 0 0,-1 0-235 0 0,-1 1 1 0 0,0 1 0 0 0,-1 0 0 0 0,0 0 0 0 0,17 23-1 0 0,-11-8-1187 0 0,-7-10-4441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226 2 11058 0 0,'-2'-1'170'0'0,"0"1"0"0"0,1 0-1 0 0,-1 0 1 0 0,0-1 0 0 0,0 1-1 0 0,0 1 1 0 0,0-1-1 0 0,0 0 1 0 0,0 0 0 0 0,0 1-1 0 0,1-1 1 0 0,-1 1 0 0 0,0-1-1 0 0,0 1 1 0 0,1 0 0 0 0,-1 0-1 0 0,0 0 1 0 0,1 0-1 0 0,-1 0 1 0 0,1 0 0 0 0,-1 0-1 0 0,1 0 1 0 0,-1 1 0 0 0,0 1-1 0 0,-35 41 2133 0 0,29-33-1940 0 0,-18 22 762 0 0,-30 56 0 0 0,47-72-1574 0 0,0 1 1 0 0,1 0 0 0 0,1 0 0 0 0,1 1 0 0 0,-6 27 0 0 0,9-21-5905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0,'14'24'12597'0'0,"-6"8"-7446"0"0,-3 37-3812 0 0,-5-55-347 0 0,1 1-1030 0 0,2 39-236 0 0,3-18-3163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1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6 9218 0 0,'-1'-3'816'0'0,"1"1"-656"0"0,0 1-160 0 0,0 2 232 0 0,0 1 16 0 0,0 1 0 0 0,-1 2 0 0 0,1 3-544 0 0,1 5-112 0 0,2 0-16 0 0,2 4-8 0 0,3-1 432 0 0,6 2 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2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228 327 7834 0 0,'0'-1'193'0'0,"-1"-1"1"0"0,1 0 0 0 0,-1 1 0 0 0,0-1 0 0 0,1 1-1 0 0,-1-1 1 0 0,0 1 0 0 0,0 0 0 0 0,0-1 0 0 0,0 1-1 0 0,0 0 1 0 0,0 0 0 0 0,-1-1 0 0 0,1 1 0 0 0,0 0-1 0 0,-1 0 1 0 0,1 0 0 0 0,0 1 0 0 0,-1-1 0 0 0,-1-1-1 0 0,-33-12 2861 0 0,31 14-2882 0 0,0 0 1 0 0,0 0 0 0 0,0 1 0 0 0,0-1 0 0 0,0 1 0 0 0,0 0 0 0 0,0 0 0 0 0,1 1 0 0 0,-1 0-1 0 0,0-1 1 0 0,1 2 0 0 0,0-1 0 0 0,-1 0 0 0 0,1 1 0 0 0,0 0 0 0 0,0 0 0 0 0,0 0-1 0 0,1 0 1 0 0,-1 1 0 0 0,1-1 0 0 0,0 1 0 0 0,-4 5 0 0 0,-1 2-53 0 0,0 0-1 0 0,0 1 1 0 0,1-1 0 0 0,1 2-1 0 0,0-1 1 0 0,-9 25 0 0 0,13-25-96 0 0,0-1 0 0 0,0 1 0 0 0,1-1 0 0 0,0 1 0 0 0,1-1 0 0 0,1 1 0 0 0,0 0-1 0 0,4 21 1 0 0,-4-27-35 0 0,1-2 0 0 0,0 1 0 0 0,-1 0 0 0 0,1 0-1 0 0,1 0 1 0 0,-1-1 0 0 0,1 1 0 0 0,0-1-1 0 0,0 0 1 0 0,4 4 0 0 0,-5-5-24 0 0,0-1 0 0 0,1 0 0 0 0,-1-1 1 0 0,1 1-1 0 0,-1 0 0 0 0,1-1 0 0 0,0 1 0 0 0,0-1 1 0 0,0 0-1 0 0,0 0 0 0 0,0 0 0 0 0,0 0 0 0 0,0-1 0 0 0,0 1 1 0 0,0-1-1 0 0,0 0 0 0 0,6 0 0 0 0,-4-1-244 0 0,-1 0 1 0 0,1 0-1 0 0,0 0 0 0 0,-1-1 0 0 0,0 1 0 0 0,1-1 0 0 0,-1 0 1 0 0,0-1-1 0 0,0 1 0 0 0,0-1 0 0 0,0 0 0 0 0,-1 0 1 0 0,1 0-1 0 0,-1 0 0 0 0,1-1 0 0 0,-1 1 0 0 0,0-1 1 0 0,-1 0-1 0 0,1 0 0 0 0,-1 0 0 0 0,1 0 0 0 0,2-9 1 0 0,1 0-678 0 0,-1 0 1 0 0,-1 0 0 0 0,0 0 0 0 0,-1-1 0 0 0,0 0 0 0 0,1-22-1 0 0,-6-82-1604 0 0,-10-1 3412 0 0,0 1 2114 0 0,11 113-2713 0 0,-6-56 2772 0 0,-6 23 3671 0 0,19 56-2796 0 0,-2 13-3002 0 0,0-2-636 0 0,52 184 596 0 0,-42-172-974 0 0,3 0 0 0 0,1-2 0 0 0,25 41-1 0 0,-11-27-2278 0 0,-16-26-5005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40 328 5985 0 0,'6'-4'450'0'0,"0"0"-1"0"0,0 0 0 0 0,0-1 0 0 0,-1 0 1 0 0,1 0-1 0 0,-1 0 0 0 0,-1-1 0 0 0,1 0 1 0 0,-1 0-1 0 0,7-12 0 0 0,-3 4 178 0 0,-1 0 0 0 0,-1-1 0 0 0,0 0 0 0 0,3-16 0 0 0,-6 17-172 0 0,0-1 0 0 0,0 0 0 0 0,-2 1 0 0 0,0-20 0 0 0,-1 31-396 0 0,1 0-1 0 0,-1-1 1 0 0,-1 1-1 0 0,1-1 0 0 0,0 1 1 0 0,-1 0-1 0 0,0-1 1 0 0,0 1-1 0 0,0 0 0 0 0,0 0 1 0 0,0-1-1 0 0,-1 1 1 0 0,0 0-1 0 0,1 0 0 0 0,-1 1 1 0 0,0-1-1 0 0,0 0 0 0 0,-1 1 1 0 0,1-1-1 0 0,0 1 1 0 0,-1-1-1 0 0,0 1 0 0 0,1 0 1 0 0,-5-2-1 0 0,5 3 27 0 0,0 0-1 0 0,1 1 1 0 0,-1-1-1 0 0,0 1 0 0 0,0 0 1 0 0,1 0-1 0 0,-1-1 1 0 0,0 1-1 0 0,0 0 1 0 0,1 1-1 0 0,-1-1 1 0 0,0 0-1 0 0,0 0 1 0 0,1 1-1 0 0,-1-1 1 0 0,0 1-1 0 0,1-1 0 0 0,-1 1 1 0 0,-2 1-1 0 0,0 0 44 0 0,1 1-1 0 0,0-1 0 0 0,-1 1 0 0 0,1 0 0 0 0,0 0 1 0 0,0 0-1 0 0,1 0 0 0 0,-3 4 0 0 0,-2 4 45 0 0,1 0 1 0 0,0 0-1 0 0,1 0 0 0 0,-7 21 1 0 0,10-25-163 0 0,0 1 0 0 0,0 0 0 0 0,1-1 1 0 0,0 1-1 0 0,0 0 0 0 0,1-1 0 0 0,0 1 0 0 0,1 0 1 0 0,-1-1-1 0 0,1 1 0 0 0,1 0 0 0 0,0-1 1 0 0,0 1-1 0 0,0-1 0 0 0,1 0 0 0 0,0 0 1 0 0,0 0-1 0 0,1 0 0 0 0,0 0 0 0 0,0-1 0 0 0,1 1 1 0 0,-1-1-1 0 0,1 0 0 0 0,8 7 0 0 0,-7-8-647 0 0,1 0-1 0 0,-1-1 1 0 0,1 1-1 0 0,0-1 1 0 0,0 0-1 0 0,1-1 0 0 0,-1 0 1 0 0,1 0-1 0 0,9 2 1 0 0,10 1-5966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3.7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33 6849 0 0,'-2'-2'264'0'0,"0"-1"0"0"0,0 1-1 0 0,0-1 1 0 0,0 1-1 0 0,-1 0 1 0 0,0 0-1 0 0,1 0 1 0 0,-1 0 0 0 0,0 0-1 0 0,0 0 1 0 0,0 1-1 0 0,0 0 1 0 0,0-1 0 0 0,0 1-1 0 0,0 0 1 0 0,0 1-1 0 0,0-1 1 0 0,-1 0-1 0 0,1 1 1 0 0,0 0 0 0 0,-1 0-1 0 0,1 0 1 0 0,-6 1-1 0 0,3-1 98 0 0,0 1 0 0 0,-1 1-1 0 0,1 0 1 0 0,0-1 0 0 0,0 2 0 0 0,0-1-1 0 0,0 1 1 0 0,1 0 0 0 0,-1 0-1 0 0,1 0 1 0 0,-7 6 0 0 0,3-2-76 0 0,0 1-1 0 0,1 0 1 0 0,0 1 0 0 0,1-1 0 0 0,0 2 0 0 0,0-1-1 0 0,1 1 1 0 0,-7 14 0 0 0,11-21-261 0 0,1 1 1 0 0,0-1-1 0 0,0 1 1 0 0,0-1-1 0 0,0 1 0 0 0,0-1 1 0 0,1 1-1 0 0,-1-1 1 0 0,1 1-1 0 0,0 0 0 0 0,0-1 1 0 0,1 1-1 0 0,-1-1 1 0 0,1 1-1 0 0,0-1 0 0 0,0 1 1 0 0,0-1-1 0 0,0 1 0 0 0,0-1 1 0 0,1 0-1 0 0,-1 1 1 0 0,1-1-1 0 0,0 0 0 0 0,0 0 1 0 0,1 0-1 0 0,-1-1 1 0 0,0 1-1 0 0,1 0 0 0 0,-1-1 1 0 0,5 3-1 0 0,9 6-66 0 0,0-1 1 0 0,0 0-1 0 0,27 10 0 0 0,-31-15-15 0 0,0 0 0 0 0,-1 0 0 0 0,1 1-1 0 0,-1 1 1 0 0,0 0 0 0 0,-1 1 0 0 0,0 0 0 0 0,0 0-1 0 0,12 15 1 0 0,-20-21 33 0 0,0 0-1 0 0,-1 0 1 0 0,0 0-1 0 0,1 1 1 0 0,-1-1-1 0 0,0 1 1 0 0,0-1-1 0 0,0 1 1 0 0,-1-1 0 0 0,1 1-1 0 0,-1 0 1 0 0,1-1-1 0 0,-1 1 1 0 0,0-1-1 0 0,0 1 1 0 0,0 0-1 0 0,0-1 1 0 0,-1 1-1 0 0,0 3 1 0 0,0-1 3 0 0,-1-1 0 0 0,0 0 0 0 0,0 0 0 0 0,0 0 0 0 0,0-1 0 0 0,-1 1 0 0 0,0-1 0 0 0,1 1 0 0 0,-1-1 0 0 0,-6 6 0 0 0,-3 0 58 0 0,-1 0-1 0 0,0 0 0 0 0,0-1 0 0 0,-1-1 0 0 0,-23 10 1 0 0,19-10 42 0 0,-1-1 1 0 0,-26 6 0 0 0,9-8-5741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66 456 0 0,'65'-65'1728'0'0,"-66"68"-1728"0"0,-2-1 0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4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0 295 3681 0 0,'3'0'333'0'0,"-1"1"0"0"0,1-1 0 0 0,-1 1 0 0 0,0-1 0 0 0,1 0 0 0 0,-1 0 0 0 0,0 0 0 0 0,1-1 0 0 0,-1 1 0 0 0,1-1 0 0 0,-1 1 0 0 0,0-1 0 0 0,0 0 0 0 0,1 1 0 0 0,-1-1 0 0 0,0 0 0 0 0,2-2 0 0 0,37-21 2986 0 0,-40 23-3210 0 0,16-11 570 0 0,0 0 0 0 0,0-1 0 0 0,-1-1 0 0 0,26-30 0 0 0,-38 40-668 0 0,0-1 0 0 0,-1 1 0 0 0,0-1-1 0 0,0 0 1 0 0,0 0 0 0 0,-1 0 0 0 0,1-1-1 0 0,-1 1 1 0 0,0-1 0 0 0,-1 1 0 0 0,1-1 0 0 0,-1 1-1 0 0,0-1 1 0 0,-1 0 0 0 0,1 1 0 0 0,-1-1 0 0 0,0 0-1 0 0,-1 0 1 0 0,1 1 0 0 0,-1-1 0 0 0,0 0-1 0 0,-4-10 1 0 0,4 14 1 0 0,1 0 1 0 0,-1 0-1 0 0,0 0 0 0 0,0 1 0 0 0,0-1 1 0 0,0 0-1 0 0,0 0 0 0 0,0 1 0 0 0,0-1 1 0 0,-1 1-1 0 0,1-1 0 0 0,0 1 0 0 0,-1 0 1 0 0,1-1-1 0 0,-1 1 0 0 0,0 0 0 0 0,1 0 1 0 0,-1 0-1 0 0,0 0 0 0 0,0 0 0 0 0,0 1 1 0 0,1-1-1 0 0,-4 0 0 0 0,2 1 30 0 0,-1 0 1 0 0,1 0-1 0 0,0 0 0 0 0,0 0 1 0 0,0 1-1 0 0,0 0 0 0 0,0 0 0 0 0,0-1 1 0 0,0 2-1 0 0,0-1 0 0 0,0 0 1 0 0,1 1-1 0 0,-5 2 0 0 0,0 1 35 0 0,0 0 0 0 0,0 0-1 0 0,1 1 1 0 0,0 0 0 0 0,0 0-1 0 0,0 1 1 0 0,1-1 0 0 0,0 1 0 0 0,0 0-1 0 0,-5 12 1 0 0,9-16-76 0 0,0 0 0 0 0,0 0 0 0 0,0 1 1 0 0,1-1-1 0 0,-1 0 0 0 0,1 1 0 0 0,0-1 0 0 0,0 1 1 0 0,0-1-1 0 0,0 0 0 0 0,0 1 0 0 0,1-1 0 0 0,0 0 0 0 0,0 1 1 0 0,0-1-1 0 0,0 0 0 0 0,2 4 0 0 0,0-1 4 0 0,0-1-1 0 0,1 0 1 0 0,0 1 0 0 0,0-1 0 0 0,0 0-1 0 0,1-1 1 0 0,-1 1 0 0 0,9 5-1 0 0,1 0-1 0 0,0-1 0 0 0,1-1 0 0 0,0 0-1 0 0,0-1 1 0 0,1 0 0 0 0,18 4 0 0 0,-26-9-175 0 0,-1-1 0 0 0,1 0 1 0 0,0-1-1 0 0,-1 0 0 0 0,1 0 1 0 0,0 0-1 0 0,0-1 0 0 0,-1 0 1 0 0,1-1-1 0 0,-1 0 0 0 0,1 0 0 0 0,-1 0 1 0 0,0-1-1 0 0,0 0 0 0 0,0-1 1 0 0,0 1-1 0 0,0-1 0 0 0,-1-1 1 0 0,0 1-1 0 0,7-7 0 0 0,11-10 102 0 0,0-2-1 0 0,-2 0 1 0 0,27-37-1 0 0,-41 49 526 0 0,1 1-1 0 0,0 0 0 0 0,1 1 1 0 0,0-1-1 0 0,18-12 0 0 0,-26 21-372 0 0,0 0-1 0 0,0 0 1 0 0,-1 0-1 0 0,1 0 1 0 0,0 0-1 0 0,0 0 1 0 0,0 0-1 0 0,0 0 1 0 0,0 1-1 0 0,0-1 1 0 0,0 1-1 0 0,0 0 1 0 0,0-1-1 0 0,0 1 1 0 0,1 0-1 0 0,-1 0 1 0 0,0 0-1 0 0,0 1 1 0 0,0-1-1 0 0,0 0 1 0 0,0 1-1 0 0,0-1 1 0 0,0 1-1 0 0,0 0 1 0 0,0 0-1 0 0,0 0 1 0 0,0 0-1 0 0,0 0 1 0 0,-1 0-1 0 0,1 0 1 0 0,0 1-1 0 0,-1-1 1 0 0,1 0-1 0 0,-1 1 1 0 0,1 0-1 0 0,-1-1 0 0 0,0 1 1 0 0,0 0-1 0 0,0-1 1 0 0,0 1-1 0 0,0 0 1 0 0,0 0-1 0 0,0 0 1 0 0,0 0-1 0 0,0 3 1 0 0,4 9 166 0 0,-1 0 0 0 0,3 23 0 0 0,-4-20-193 0 0,1 1 0 0 0,7 18 0 0 0,-10-32-55 0 0,1 0 1 0 0,-1 0-1 0 0,1 0 1 0 0,0-1-1 0 0,0 1 0 0 0,1-1 1 0 0,-1 0-1 0 0,1 1 0 0 0,0-1 1 0 0,-1 0-1 0 0,1 0 1 0 0,1-1-1 0 0,-1 1 0 0 0,4 2 1 0 0,-5-4 2 0 0,-1-1 0 0 0,0 0 0 0 0,0 1 0 0 0,1-1 1 0 0,-1 0-1 0 0,0 0 0 0 0,1 1 0 0 0,-1-1 0 0 0,0 0 0 0 0,1 0 1 0 0,-1 0-1 0 0,1-1 0 0 0,-1 1 0 0 0,0 0 0 0 0,0 0 0 0 0,1-1 1 0 0,-1 1-1 0 0,0-1 0 0 0,0 1 0 0 0,1-1 0 0 0,-1 0 0 0 0,0 1 1 0 0,0-1-1 0 0,0 0 0 0 0,0 0 0 0 0,0 0 0 0 0,0 0 1 0 0,0 0-1 0 0,0 0 0 0 0,0 0 0 0 0,1-1 0 0 0,27-45-208 0 0,-21 32 186 0 0,-4 9-9 0 0,7-11-33 0 0,24-32 0 0 0,-32 46 56 0 0,-1 0 0 0 0,1 0-1 0 0,0 0 1 0 0,0 0 0 0 0,0 1 0 0 0,0-1 0 0 0,1 1 0 0 0,-1-1 0 0 0,1 1 0 0 0,-1 1-1 0 0,1-1 1 0 0,0 0 0 0 0,-1 1 0 0 0,1-1 0 0 0,0 1 0 0 0,7-1 0 0 0,-9 3 6 0 0,0-1 1 0 0,-1 0-1 0 0,1 1 0 0 0,0-1 1 0 0,-1 1-1 0 0,1-1 1 0 0,-1 1-1 0 0,1 0 1 0 0,-1 0-1 0 0,0 0 1 0 0,1 0-1 0 0,-1 0 1 0 0,0 0-1 0 0,1 0 1 0 0,-1 0-1 0 0,0 0 1 0 0,0 0-1 0 0,0 1 0 0 0,1 1 1 0 0,20 35 241 0 0,-8-11-22 0 0,-6-17-246 0 0,1 1 0 0 0,0-1 0 0 0,1-1 0 0 0,13 11 0 0 0,-18-16-33 0 0,1 0 1 0 0,-1 0-1 0 0,1 0 0 0 0,0-1 0 0 0,0 0 1 0 0,0 0-1 0 0,1-1 0 0 0,-1 0 0 0 0,1 0 1 0 0,9 1-1 0 0,-14-3-15 0 0,1 0-1 0 0,-1-1 1 0 0,1 1 0 0 0,-1-1-1 0 0,0 1 1 0 0,1-1 0 0 0,-1 0-1 0 0,0 0 1 0 0,0-1 0 0 0,1 1-1 0 0,-1 0 1 0 0,0-1 0 0 0,3-2 0 0 0,30-28-261 0 0,-25 22 202 0 0,38-39-218 0 0,26-24 521 0 0,-73 73-145 0 0,0-1 1 0 0,0 0-1 0 0,0 1 0 0 0,0-1 1 0 0,0 1-1 0 0,0 0 0 0 0,0-1 1 0 0,0 1-1 0 0,0 0 1 0 0,0-1-1 0 0,0 1 0 0 0,0 0 1 0 0,1 0-1 0 0,-1 0 0 0 0,0 0 1 0 0,0 0-1 0 0,0 0 1 0 0,0 1-1 0 0,0-1 0 0 0,0 0 1 0 0,0 1-1 0 0,0-1 0 0 0,1 0 1 0 0,-1 1-1 0 0,0-1 1 0 0,-1 1-1 0 0,1 0 0 0 0,0-1 1 0 0,0 1-1 0 0,0 0 0 0 0,0-1 1 0 0,0 1-1 0 0,-1 0 1 0 0,2 1-1 0 0,31 41 1433 0 0,-16-20-1031 0 0,-4-8-927 0 0,-7-7-463 0 0,0-1 0 0 0,1 0 0 0 0,0-1 0 0 0,0 0 0 0 0,0 0-1 0 0,13 8 1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3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11058 0 0,'-1'1'219'0'0,"0"-1"0"0"0,1 1 0 0 0,-1-1 0 0 0,0 1 0 0 0,1 0 0 0 0,-1-1 0 0 0,1 1 0 0 0,-1 0 0 0 0,1-1 0 0 0,-1 1 0 0 0,1 0 0 0 0,-1 0 0 0 0,1 0 0 0 0,0-1 0 0 0,0 1 0 0 0,-1 0 0 0 0,1 0 0 0 0,0 0 0 0 0,0 0 0 0 0,0 0 0 0 0,0 0 0 0 0,0-1 0 0 0,0 1 0 0 0,0 0 0 0 0,0 0 0 0 0,0 1 0 0 0,2 34 2145 0 0,-2-28-1879 0 0,2 25 555 0 0,1 1 0 0 0,8 39-1 0 0,-6-54-1678 0 0,0 0-1 0 0,14 31 0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5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14747 0 0,'-6'0'1312'0'0,"2"0"-1056"0"0,3 0-135 0 0,-1 0-33 0 0,1 1-8 0 0,-2-1 0 0 0,1 2-336 0 0,0-1-65 0 0,4 0-7 0 0,22 6-8 0 0,-13-3 440 0 0,0 1-8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6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273 34 920 0 0,'-3'-3'679'0'0,"-1"-1"0"0"0,1 1 0 0 0,-1 0 0 0 0,0 1 0 0 0,0-1 0 0 0,0 1 0 0 0,0-1-1 0 0,-1 1 1 0 0,1 1 0 0 0,-1-1 0 0 0,1 0 0 0 0,-1 1 0 0 0,1 0 0 0 0,-6 0 0 0 0,4 0-201 0 0,1 1 0 0 0,-1 0 0 0 0,0 1 0 0 0,0 0 0 0 0,1-1-1 0 0,-1 2 1 0 0,0-1 0 0 0,1 1 0 0 0,-1 0 0 0 0,-6 3 0 0 0,2 0-156 0 0,0 1 0 0 0,0 1 0 0 0,0 0 0 0 0,1 0 0 0 0,0 0-1 0 0,1 1 1 0 0,-1 1 0 0 0,2-1 0 0 0,-1 1 0 0 0,-10 18 0 0 0,14-20-260 0 0,0-1 0 0 0,0 1 0 0 0,1 0 0 0 0,1 0 0 0 0,-1 0 0 0 0,1 1 0 0 0,0-1 0 0 0,1 1 0 0 0,-1-1 0 0 0,1 1 0 0 0,1-1 0 0 0,0 1 0 0 0,0 0 0 0 0,0-1 0 0 0,1 1 0 0 0,0-1 0 0 0,3 11 0 0 0,-2-13-115 0 0,0 1 1 0 0,1-1 0 0 0,-1 0 0 0 0,1-1 0 0 0,0 1 0 0 0,0 0 0 0 0,0-1 0 0 0,1 1 0 0 0,0-1-1 0 0,0 0 1 0 0,0 0 0 0 0,0-1 0 0 0,0 1 0 0 0,1-1 0 0 0,0 0 0 0 0,0 0 0 0 0,0-1 0 0 0,0 1 0 0 0,0-1-1 0 0,0 0 1 0 0,0 0 0 0 0,1-1 0 0 0,-1 0 0 0 0,9 1 0 0 0,-2 0-253 0 0,0-2 0 0 0,1 0 1 0 0,-1 0-1 0 0,0-1 0 0 0,1-1 0 0 0,-1 0 0 0 0,0 0 1 0 0,0-1-1 0 0,0-1 0 0 0,20-9 0 0 0,-18 7-98 0 0,-1-1-1 0 0,-1 0 1 0 0,1-1-1 0 0,-1 0 1 0 0,-1-1-1 0 0,0 0 1 0 0,0-1-1 0 0,19-21 1 0 0,-26 25 552 0 0,-1-1 1 0 0,1 1 0 0 0,-1 0 0 0 0,0-1-1 0 0,-1 1 1 0 0,4-12 0 0 0,8-20 4627 0 0,-13 40-4578 0 0,1 0-1 0 0,-1 1 1 0 0,1-1 0 0 0,-1 1 0 0 0,0-1-1 0 0,0 1 1 0 0,0-1 0 0 0,0 1-1 0 0,0 0 1 0 0,-1-1 0 0 0,1 4-1 0 0,2 5 59 0 0,1-2-168 0 0,0-1 1 0 0,1 1 0 0 0,0-1 0 0 0,0 0-1 0 0,0-1 1 0 0,1 1 0 0 0,0-1 0 0 0,1 0-1 0 0,11 9 1 0 0,-13-12-99 0 0,1 1-1 0 0,-1-1 1 0 0,1 0-1 0 0,0-1 1 0 0,0 0-1 0 0,1 1 0 0 0,-1-2 1 0 0,1 1-1 0 0,0-1 1 0 0,-1 0-1 0 0,1-1 1 0 0,0 1-1 0 0,10 0 1 0 0,-16-2-8 0 0,0 0 1 0 0,0 0 0 0 0,-1 0-1 0 0,1 0 1 0 0,0-1-1 0 0,-1 1 1 0 0,1 0 0 0 0,0 0-1 0 0,-1 0 1 0 0,1 0 0 0 0,-1-1-1 0 0,1 1 1 0 0,0 0 0 0 0,-1-1-1 0 0,1 1 1 0 0,-1 0-1 0 0,1-1 1 0 0,-1 1 0 0 0,1-1-1 0 0,-1 1 1 0 0,1-1 0 0 0,-1 1-1 0 0,1-1 1 0 0,-1 1-1 0 0,0-1 1 0 0,1 1 0 0 0,-1-1-1 0 0,0 0 1 0 0,1 1 0 0 0,-1-1-1 0 0,0 1 1 0 0,0-1-1 0 0,0 0 1 0 0,1 1 0 0 0,-1-1-1 0 0,0 0 1 0 0,0 1 0 0 0,0-1-1 0 0,0 0 1 0 0,0 1-1 0 0,0-1 1 0 0,0 0 0 0 0,-1 1-1 0 0,1-1 1 0 0,0 0 0 0 0,0 1-1 0 0,0-1 1 0 0,-1 0 0 0 0,1 1-1 0 0,0-1 1 0 0,-1 1-1 0 0,0-2 1 0 0,-22-40-523 0 0,18 34 456 0 0,-18-33-196 0 0,15 25 6 0 0,-1 0 1 0 0,0 0 0 0 0,-1 1 0 0 0,-19-22 0 0 0,13 28-1673 0 0,33 9 152 0 0,49-11 1296 0 0,-51 8 865 0 0,0 0 1 0 0,0 1-1 0 0,0 0 1 0 0,0 2-1 0 0,17 0 0 0 0,-28 0-253 0 0,1 1 0 0 0,0 0-1 0 0,-1 0 1 0 0,1 1-1 0 0,-1-1 1 0 0,0 1 0 0 0,1 0-1 0 0,-1 0 1 0 0,0 0 0 0 0,0 1-1 0 0,0 0 1 0 0,-1-1-1 0 0,1 1 1 0 0,-1 1 0 0 0,1-1-1 0 0,-1 0 1 0 0,0 1 0 0 0,0 0-1 0 0,0-1 1 0 0,-1 1 0 0 0,3 4-1 0 0,5 18-10 0 0,-9-22-84 0 0,1 0 0 0 0,-1 0 0 0 0,1 1-1 0 0,0-1 1 0 0,0 0 0 0 0,0-1-1 0 0,0 1 1 0 0,1 0 0 0 0,-1 0-1 0 0,1-1 1 0 0,0 0 0 0 0,0 1 0 0 0,5 3-1 0 0,-6-7-17 0 0,0 0-1 0 0,0 0 0 0 0,-1 0 0 0 0,1 0 1 0 0,0 0-1 0 0,0 0 0 0 0,-1 0 1 0 0,1-1-1 0 0,0 1 0 0 0,0-1 0 0 0,-1 1 1 0 0,1-1-1 0 0,-1 0 0 0 0,1 0 1 0 0,0 0-1 0 0,-1 0 0 0 0,1 0 1 0 0,1-2-1 0 0,27-23 52 0 0,-28 25-47 0 0,26-28 196 0 0,-21 21-103 0 0,0 0 0 0 0,0 1 0 0 0,1-1 0 0 0,0 1 1 0 0,0 1-1 0 0,1 0 0 0 0,15-9 0 0 0,-24 15-80 0 0,1 0 1 0 0,0 0-1 0 0,-1 0 0 0 0,1-1 0 0 0,0 1 1 0 0,0 0-1 0 0,-1 0 0 0 0,1 0 0 0 0,0 0 0 0 0,-1 0 1 0 0,1 0-1 0 0,0 0 0 0 0,-1 1 0 0 0,1-1 1 0 0,0 0-1 0 0,-1 0 0 0 0,1 0 0 0 0,0 1 1 0 0,-1-1-1 0 0,1 0 0 0 0,0 1 0 0 0,-1-1 0 0 0,1 1 1 0 0,-1-1-1 0 0,1 0 0 0 0,-1 1 0 0 0,1-1 1 0 0,-1 1-1 0 0,1 0 0 0 0,-1-1 0 0 0,1 1 1 0 0,-1-1-1 0 0,0 1 0 0 0,1 0 0 0 0,-1 0 1 0 0,12 33 421 0 0,-3-7-397 0 0,-6-22-242 0 0,0-2 0 0 0,1 1 0 0 0,-1 0 0 0 0,1-1 1 0 0,0 0-1 0 0,0 1 0 0 0,1-2 0 0 0,6 5 0 0 0,4 1-1246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184 433 6449 0 0,'8'-15'516'0'0,"0"0"0"0"0,7-23 0 0 0,-14 33-207 0 0,1 1 0 0 0,-1-1 0 0 0,0 0 0 0 0,-1 0 0 0 0,1 0 0 0 0,-1 0 0 0 0,0 0 0 0 0,0 0 0 0 0,0 0 0 0 0,-1 0 0 0 0,0 0 0 0 0,-2-7 1 0 0,3 10-202 0 0,0 1 0 0 0,-1 0 1 0 0,1 0-1 0 0,-1 0 1 0 0,1 0-1 0 0,-1 0 1 0 0,1 0-1 0 0,-1 0 1 0 0,0 0-1 0 0,0 0 1 0 0,1 0-1 0 0,-1 0 1 0 0,0 0-1 0 0,0 1 0 0 0,0-1 1 0 0,0 0-1 0 0,0 0 1 0 0,0 1-1 0 0,0-1 1 0 0,0 1-1 0 0,0-1 1 0 0,-1 1-1 0 0,1-1 1 0 0,-2 1-1 0 0,0 0 42 0 0,1 0-1 0 0,-1 0 0 0 0,0 0 1 0 0,1 0-1 0 0,-1 1 1 0 0,1-1-1 0 0,-1 1 1 0 0,1 0-1 0 0,-1 0 1 0 0,-4 2-1 0 0,-3 3 286 0 0,-1 0 0 0 0,1 1 0 0 0,-17 15 1 0 0,23-19-352 0 0,-14 13 383 0 0,-29 32 0 0 0,43-44-452 0 0,1 0-1 0 0,0 1 0 0 0,0-1 0 0 0,0 0 1 0 0,0 1-1 0 0,1 0 0 0 0,-1 0 0 0 0,1 0 0 0 0,0 0 1 0 0,1 0-1 0 0,0 0 0 0 0,-1 0 0 0 0,1 1 1 0 0,0 7-1 0 0,1-11-47 0 0,0 0 0 0 0,0 0 1 0 0,0-1-1 0 0,1 1 0 0 0,-1 0 1 0 0,0-1-1 0 0,1 1 0 0 0,-1 0 1 0 0,1-1-1 0 0,0 1 0 0 0,-1 0 0 0 0,1-1 1 0 0,0 1-1 0 0,0-1 0 0 0,0 1 1 0 0,0-1-1 0 0,0 0 0 0 0,0 1 1 0 0,1-1-1 0 0,-1 0 0 0 0,0 0 0 0 0,1 0 1 0 0,-1 0-1 0 0,0 0 0 0 0,1 0 1 0 0,0 0-1 0 0,-1 0 0 0 0,1-1 1 0 0,-1 1-1 0 0,1-1 0 0 0,0 1 1 0 0,0-1-1 0 0,-1 1 0 0 0,1-1 0 0 0,0 0 1 0 0,-1 0-1 0 0,1 0 0 0 0,0 0 1 0 0,0 0-1 0 0,1-1 0 0 0,3 0-208 0 0,0 0 1 0 0,-1 0-1 0 0,0 0 0 0 0,1-1 0 0 0,-1 0 0 0 0,0 0 1 0 0,0-1-1 0 0,0 1 0 0 0,0-1 0 0 0,0 0 0 0 0,6-6 1 0 0,-2 1 56 0 0,-1-1 0 0 0,0-1 0 0 0,0 0 0 0 0,-1 0 0 0 0,0 0 0 0 0,-1-1 1 0 0,0 0-1 0 0,-1 0 0 0 0,0-1 0 0 0,-1 1 0 0 0,0-1 0 0 0,0 0 0 0 0,-2 0 1 0 0,1-1-1 0 0,-2 1 0 0 0,0 0 0 0 0,0-15 0 0 0,-2-8 907 0 0,-1-1 1 0 0,-3 1-1 0 0,0-1 0 0 0,-19-59 0 0 0,12 65 2203 0 0,11 30-2887 0 0,1 0 1 0 0,0 0-1 0 0,-3 1 1224 0 0,3-1-1224 0 0,0 0 0 0 0,0 0 1 0 0,0 0-1 0 0,0 1 1 0 0,0-1-1 0 0,0 0 1 0 0,0 0-1 0 0,0 0 1 0 0,0 0-1 0 0,0 0 1 0 0,0 0-1 0 0,-2 19 901 0 0,3 1-864 0 0,0 0 0 0 0,2-1 0 0 0,0 1 0 0 0,1-1 0 0 0,1 0-1 0 0,1 0 1 0 0,0-1 0 0 0,1 1 0 0 0,19 31 0 0 0,-12-27-85 0 0,1 0 0 0 0,1-1 1 0 0,1-1-1 0 0,1-1 0 0 0,1 0 0 0 0,34 27 1 0 0,-47-42-63 0 0,0-1 1 0 0,0 1 0 0 0,1-1-1 0 0,0-1 1 0 0,0 1-1 0 0,0-1 1 0 0,0 0 0 0 0,1-1-1 0 0,-1 0 1 0 0,1 0-1 0 0,-1 0 1 0 0,14 0 0 0 0,-17-2 34 0 0,0 0 1 0 0,0 0 0 0 0,0-1-1 0 0,0 1 1 0 0,0-1 0 0 0,0 0-1 0 0,0 0 1 0 0,0 0 0 0 0,0-1-1 0 0,-1 1 1 0 0,1-1 0 0 0,-1 0-1 0 0,1 0 1 0 0,-1 0 0 0 0,0-1-1 0 0,1 1 1 0 0,-1-1 0 0 0,0 0-1 0 0,-1 0 1 0 0,1 0 0 0 0,0 0-1 0 0,-1 0 1 0 0,0 0 0 0 0,0-1-1 0 0,4-6 1 0 0,5-18 194 0 0,15-27 399 0 0,-25 51-468 0 0,2 0 0 0 0,-1 1-1 0 0,0-1 1 0 0,1 1-1 0 0,0 0 1 0 0,0 0-1 0 0,-1 0 1 0 0,2 0 0 0 0,-1 0-1 0 0,0 1 1 0 0,5-3-1 0 0,-7 5-70 0 0,-1-1 0 0 0,1 1 0 0 0,0 0 0 0 0,0 0-1 0 0,-1 0 1 0 0,1 0 0 0 0,0 0 0 0 0,0 0 0 0 0,0 0 0 0 0,-1 0-1 0 0,1 0 1 0 0,0 0 0 0 0,0 0 0 0 0,-1 1 0 0 0,1-1 0 0 0,0 0-1 0 0,0 1 1 0 0,-1-1 0 0 0,1 0 0 0 0,0 1 0 0 0,-1-1-1 0 0,1 1 1 0 0,-1-1 0 0 0,1 1 0 0 0,0-1 0 0 0,-1 1 0 0 0,1-1-1 0 0,-1 1 1 0 0,1 0 0 0 0,-1-1 0 0 0,0 1 0 0 0,1 0 0 0 0,-1-1-1 0 0,0 1 1 0 0,1 1 0 0 0,13 32-31 0 0,-11-24 80 0 0,-1-5-75 0 0,0 0 0 0 0,0-1 0 0 0,0 1 0 0 0,1 0 0 0 0,-1-1 0 0 0,1 0 0 0 0,1 1 0 0 0,-1-1 0 0 0,0 0 0 0 0,1-1 1 0 0,0 1-1 0 0,0-1 0 0 0,0 1 0 0 0,0-1 0 0 0,6 3 0 0 0,-6-4-115 0 0,0-1 1 0 0,0 0-1 0 0,0 0 1 0 0,0 0-1 0 0,0 0 1 0 0,0-1-1 0 0,1 1 1 0 0,-1-1-1 0 0,0 0 0 0 0,0 0 1 0 0,0-1-1 0 0,0 1 1 0 0,1-1-1 0 0,-1 0 1 0 0,0 0-1 0 0,0 0 1 0 0,-1-1-1 0 0,1 1 0 0 0,6-4 1 0 0,33-26-476 0 0,2-2 381 0 0,-42 31 258 0 0,0 0 0 0 0,0 1 0 0 0,0-1 0 0 0,0 1-1 0 0,0 0 1 0 0,0 0 0 0 0,0 0 0 0 0,0 0-1 0 0,1 1 1 0 0,-1 0 0 0 0,0-1 0 0 0,7 1 0 0 0,-7 1-41 0 0,0 1 1 0 0,0-1-1 0 0,0 1 0 0 0,0-1 1 0 0,0 1-1 0 0,-1 0 1 0 0,1 0-1 0 0,0 0 1 0 0,-1 1-1 0 0,1-1 1 0 0,-1 1-1 0 0,0-1 1 0 0,0 1-1 0 0,0 0 1 0 0,3 5-1 0 0,9 11-1359 0 0,-5-11 123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19 6913 0 0,'0'0'193'0'0,"0"-1"0"0"0,0 0 0 0 0,0 1 0 0 0,0-1 0 0 0,0 1 0 0 0,0-1 0 0 0,0 0 0 0 0,0 1 0 0 0,0-1 0 0 0,0 1 0 0 0,0-1 0 0 0,0 0 0 0 0,0 1 0 0 0,0-1 0 0 0,0 1 0 0 0,-1-1 0 0 0,1 1 0 0 0,0-1 0 0 0,-1 0 0 0 0,1 1 0 0 0,0-1 0 0 0,-1 1 0 0 0,0-1 387 0 0,1 0-387 0 0,-1 1 0 0 0,1-1 0 0 0,-1 1 0 0 0,1 0 0 0 0,-1-1 0 0 0,1 1 0 0 0,-1 0 0 0 0,0 0 0 0 0,1-1 0 0 0,-1 1 0 0 0,1 0 0 0 0,-1 0 0 0 0,1 0 0 0 0,-1 0 0 0 0,0 0 0 0 0,1 0 0 0 0,-1 0 0 0 0,0 0 0 0 0,1 0 0 0 0,-1 0 0 0 0,1 0 0 0 0,-1 0 0 0 0,0 0 0 0 0,1 1 0 0 0,-1-1 0 0 0,1 0 0 0 0,-1 0 0 0 0,1 1 0 0 0,-1-1 0 0 0,1 0 0 0 0,-1 1 0 0 0,1-1 0 0 0,-2 1 386 0 0,1 0-386 0 0,-4 3 309 0 0,0-1 1 0 0,1 1 0 0 0,-1 0 0 0 0,1 0 0 0 0,-5 6 0 0 0,2-1-355 0 0,0 1 0 0 0,1 0 0 0 0,0 0-1 0 0,1 1 1 0 0,0 0 0 0 0,1 0 0 0 0,0 0 0 0 0,0 0 0 0 0,1 1-1 0 0,-1 12 1 0 0,3-19-232 0 0,1 0 0 0 0,0 0 0 0 0,0 0 0 0 0,0 0 0 0 0,1 0-1 0 0,0 0 1 0 0,0 0 0 0 0,0-1 0 0 0,0 1 0 0 0,1 0 0 0 0,3 7 0 0 0,-3-8-306 0 0,0-1 0 0 0,1 0 0 0 0,-1 0 0 0 0,1 0 0 0 0,0 0 1 0 0,0 0-1 0 0,0 0 0 0 0,0-1 0 0 0,0 1 0 0 0,1-1 0 0 0,-1 0 1 0 0,1 0-1 0 0,-1 0 0 0 0,1 0 0 0 0,0-1 0 0 0,4 2 0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7.7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2 148 10138 0 0,'2'-53'824'0'0,"-1"24"3028"0"0,-2-37 1 0 0,0 86-435 0 0,-1-11-3295 0 0,2 1-1 0 0,-1 0 1 0 0,2-1 0 0 0,1 16-1 0 0,3-7-66 0 0,2-1 1 0 0,0 1-1 0 0,1-2 0 0 0,1 1 0 0 0,0-1 1 0 0,1-1-1 0 0,13 16 0 0 0,-10-13-680 0 0,0 1 0 0 0,-1 0-1 0 0,-1 1 1 0 0,9 23 0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10 321 4609 0 0,'-2'-7'566'0'0,"0"0"0"0"0,0 0 0 0 0,1 0 0 0 0,0-1 0 0 0,0 1 0 0 0,1-1-1 0 0,0 1 1 0 0,0 0 0 0 0,1-1 0 0 0,-1 1 0 0 0,2 0 0 0 0,-1-1 0 0 0,1 1 0 0 0,0 0 0 0 0,1 0 0 0 0,-1 0 0 0 0,1 0 0 0 0,1 1 0 0 0,5-10 0 0 0,-5 10-456 0 0,1 0 0 0 0,-1 0 0 0 0,1 0 0 0 0,0 1 0 0 0,1 0 0 0 0,-1 0 0 0 0,1 0 1 0 0,10-6-1 0 0,-11 8-401 0 0,0 1-1 0 0,1-1 1 0 0,-1 1 0 0 0,0 0 0 0 0,1 0 0 0 0,-1 1 0 0 0,1 0 0 0 0,0 0 0 0 0,-1 0 0 0 0,1 0 0 0 0,10 1 0 0 0,5 2-1606 0 0,80 7-4043 0 0,-92-7 5752 0 0,0 0-1 0 0,0 0 0 0 0,0 1 1 0 0,0 0-1 0 0,0 1 0 0 0,0 0 1 0 0,-1 0-1 0 0,29 21 16323 0 0,-35-34-16094 0 0,1 0 0 0 0,-1 0 1 0 0,1 1-1 0 0,0-1 0 0 0,1 1 1 0 0,0 0-1 0 0,1 0 1 0 0,-1 0-1 0 0,1 0 0 0 0,1 1 1 0 0,0 0-1 0 0,0 0 0 0 0,0 1 1 0 0,15-12-1 0 0,15-7-2993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8.4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7 10594 0 0,'0'0'488'0'0,"0"21"1982"0"0,-2-13-1934 0 0,0-1-1 0 0,1 1 0 0 0,0-1 1 0 0,0 1-1 0 0,1 0 1 0 0,0-1-1 0 0,0 1 1 0 0,1 0-1 0 0,2 11 0 0 0,-3-17-515 0 0,1 0-1 0 0,0 1 0 0 0,0-1 0 0 0,0 0 0 0 0,1 1 1 0 0,-1-1-1 0 0,1 0 0 0 0,-1 0 0 0 0,1 0 0 0 0,-1 0 1 0 0,1 0-1 0 0,0-1 0 0 0,0 1 0 0 0,0 0 0 0 0,0-1 1 0 0,0 0-1 0 0,0 1 0 0 0,1-1 0 0 0,-1 0 0 0 0,0 0 1 0 0,1 0-1 0 0,-1 0 0 0 0,1-1 0 0 0,-1 1 0 0 0,1 0 1 0 0,-1-1-1 0 0,1 0 0 0 0,-1 0 0 0 0,1 0 1 0 0,-1 0-1 0 0,1 0 0 0 0,3-1 0 0 0,-4 1 8 0 0,0 0 1 0 0,0 0-1 0 0,0 0 0 0 0,0-1 0 0 0,0 1 1 0 0,0-1-1 0 0,0 1 0 0 0,0-1 0 0 0,0 0 1 0 0,-1 0-1 0 0,1 0 0 0 0,0 0 0 0 0,0 0 1 0 0,-1 0-1 0 0,1 0 0 0 0,-1-1 0 0 0,1 1 1 0 0,-1 0-1 0 0,1-1 0 0 0,-1 1 0 0 0,2-4 0 0 0,-1 2 51 0 0,-1 0-1 0 0,0 0 0 0 0,0 0 1 0 0,0 0-1 0 0,-1 0 0 0 0,1-1 0 0 0,-1 1 1 0 0,1 0-1 0 0,-1 0 0 0 0,0 0 0 0 0,0-1 1 0 0,-1-4-1 0 0,-1 1-252 0 0,1-1 0 0 0,-1 1 0 0 0,0 0 1 0 0,-1 0-1 0 0,-3-8 0 0 0,4 10-620 0 0,-1 0 1 0 0,1 1 0 0 0,-1-1-1 0 0,0 1 1 0 0,-1 0-1 0 0,-5-6 1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09.6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56 3225 0 0,'2'-4'666'0'0,"0"0"1"0"0,-1 0 0 0 0,1-1 0 0 0,-1 1-1 0 0,0 0 1 0 0,-1-1 0 0 0,1-6 0 0 0,0 11-516 0 0,-1-1 0 0 0,0 0 0 0 0,0 1 0 0 0,-1-1 0 0 0,1 0 0 0 0,0 1 0 0 0,0-1 0 0 0,0 0 0 0 0,0 1 1 0 0,0-1-1 0 0,-1 0 0 0 0,1 1 0 0 0,0-1 0 0 0,-1 1 0 0 0,1-1 0 0 0,0 0 0 0 0,-1 1 0 0 0,1-1 0 0 0,-1 1 1 0 0,1-1-1 0 0,-1 1 0 0 0,0-1 0 0 0,0 1 13 0 0,0-1 0 0 0,0 1 0 0 0,0 0 0 0 0,0 0 0 0 0,0 0 0 0 0,0 0 0 0 0,0 0 0 0 0,0 0 0 0 0,-1 0 0 0 0,1 1 0 0 0,0-1 0 0 0,0 0 0 0 0,0 0 0 0 0,0 1 0 0 0,0-1 0 0 0,0 1 0 0 0,0-1 0 0 0,1 1 0 0 0,-3 0 0 0 0,0 2 37 0 0,1-1 1 0 0,-1 1-1 0 0,0-1 1 0 0,1 1-1 0 0,-1 0 0 0 0,1 0 1 0 0,0 0-1 0 0,0 0 1 0 0,0 0-1 0 0,1 0 1 0 0,-1 1-1 0 0,1-1 0 0 0,-1 1 1 0 0,1-1-1 0 0,0 5 1 0 0,-12 61 520 0 0,10-53-545 0 0,1 1-24 0 0,0 0 0 0 0,1 1-1 0 0,0-1 1 0 0,1 0 0 0 0,6 33-1 0 0,-6-45-117 0 0,1 0-1 0 0,1 1 0 0 0,-1-1 0 0 0,1 0 0 0 0,0 0 0 0 0,0 0 1 0 0,0 0-1 0 0,1-1 0 0 0,0 1 0 0 0,-1-1 0 0 0,2 1 0 0 0,-1-1 1 0 0,0 0-1 0 0,1 0 0 0 0,0 0 0 0 0,0-1 0 0 0,0 1 0 0 0,1-1 1 0 0,-1 0-1 0 0,1 0 0 0 0,-1-1 0 0 0,1 1 0 0 0,6 1 1 0 0,-10-3-30 0 0,1-1 0 0 0,-1 1 1 0 0,0-1-1 0 0,1 1 1 0 0,-1-1-1 0 0,1 0 1 0 0,-1 0-1 0 0,1 0 0 0 0,-1 0 1 0 0,1 0-1 0 0,-1 0 1 0 0,0 0-1 0 0,1 0 1 0 0,-1 0-1 0 0,1-1 0 0 0,-1 1 1 0 0,1-1-1 0 0,-1 1 1 0 0,0-1-1 0 0,1 1 1 0 0,-1-1-1 0 0,0 0 1 0 0,0 1-1 0 0,1-1 0 0 0,-1 0 1 0 0,0 0-1 0 0,0 0 1 0 0,0 0-1 0 0,0 0 1 0 0,0 0-1 0 0,0-1 0 0 0,-1 1 1 0 0,1 0-1 0 0,0 0 1 0 0,0-1-1 0 0,-1 1 1 0 0,1 0-1 0 0,-1-1 1 0 0,1 1-1 0 0,-1-1 0 0 0,0 1 1 0 0,1 0-1 0 0,-1-1 1 0 0,0 1-1 0 0,0-4 1 0 0,0-3 36 0 0,1-1 0 0 0,-1 1 0 0 0,0-1 0 0 0,-1 1 0 0 0,0 0 0 0 0,-4-13 0 0 0,1 4-126 0 0,-1 1 1 0 0,-1-1-1 0 0,0 1 1 0 0,-1 1-1 0 0,-1-1 1 0 0,-1 1-1 0 0,0 1 1 0 0,-1 0-1 0 0,-19-22 1 0 0,21 29-963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0.1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5 121 3681 0 0,'-4'-14'13631'0'0,"19"11"-10873"0"0,27 10-2297 0 0,-37-5-338 0 0,1 0 0 0 0,-1 1 0 0 0,0 0 0 0 0,0 0 0 0 0,0 0 0 0 0,0 1 0 0 0,0-1-1 0 0,-1 1 1 0 0,1 0 0 0 0,-1 0 0 0 0,0 1 0 0 0,-1-1 0 0 0,1 1 0 0 0,-1 0 0 0 0,0 0 0 0 0,0 0 0 0 0,3 9 0 0 0,2 6-128 0 0,-2 0 0 0 0,0 1 1 0 0,4 33-1 0 0,2 7 194 0 0,-15-76-23 0 0,1-1 1 0 0,1 1-1 0 0,1 0 0 0 0,0-1 0 0 0,1 1 0 0 0,0 0 0 0 0,1-1 1 0 0,8-28-1 0 0,-2 17-703 0 0,1 1 1 0 0,1 0-1 0 0,1 0 1 0 0,18-30-1 0 0,-6 20-7299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15 12443 0 0,'0'-1'93'0'0,"0"1"0"0"0,-1-1 0 0 0,0 0-1 0 0,1 0 1 0 0,-1 0 0 0 0,0 0 0 0 0,1 0 0 0 0,-1 0 0 0 0,0 1 0 0 0,0-1 0 0 0,0 0 0 0 0,1 1 0 0 0,-1-1 0 0 0,0 1 0 0 0,0-1 0 0 0,0 1 0 0 0,0-1 0 0 0,0 1 0 0 0,0-1 0 0 0,0 1 0 0 0,0 0 0 0 0,0 0 0 0 0,-1-1 0 0 0,1 1 0 0 0,0 0 0 0 0,0 0 0 0 0,0 0 0 0 0,0 0-1 0 0,0 1 1 0 0,0-1 0 0 0,0 0 0 0 0,0 0 0 0 0,0 1 0 0 0,0-1 0 0 0,0 0 0 0 0,0 1 0 0 0,0-1 0 0 0,0 1 0 0 0,0-1 0 0 0,0 1 0 0 0,0 0 0 0 0,-1 0 0 0 0,-2 2 150 0 0,0-1 0 0 0,1 1 1 0 0,-1-1-1 0 0,1 1 0 0 0,-1 1 0 0 0,1-1 0 0 0,0 0 1 0 0,0 1-1 0 0,-4 6 0 0 0,2 3-35 0 0,-1 0-1 0 0,2 1 1 0 0,0 0 0 0 0,1 0 0 0 0,0 0-1 0 0,1 0 1 0 0,0 0 0 0 0,1 1-1 0 0,1-1 1 0 0,0 0 0 0 0,5 28-1 0 0,5 11 153 0 0,29 92-1 0 0,-34-128-315 0 0,60 182 27 0 0,-33-116-2763 0 0,-26-66-4379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 3225 0 0,'12'-8'136'0'0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1 1 6305 0 0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1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8754 0 0,'2'2'499'0'0,"1"0"1"0"0,-1 0 0 0 0,0 0-1 0 0,1 1 1 0 0,-1-1-1 0 0,-1 0 1 0 0,1 1 0 0 0,0 0-1 0 0,0-1 1 0 0,-1 1-1 0 0,0 0 1 0 0,1 0-1 0 0,-1 0 1 0 0,0 0 0 0 0,0 0-1 0 0,0 3 1 0 0,10 56 2647 0 0,-10-51-2977 0 0,1 0-576 0 0,0 0 0 0 0,1 0 0 0 0,5 15 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0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8 11979 0 0,'0'0'130'0'0,"0"-1"1"0"0,-1 1 0 0 0,1-1-1 0 0,0 1 1 0 0,-1-1-1 0 0,1 1 1 0 0,-1-1 0 0 0,1 1-1 0 0,-1-1 1 0 0,1 1 0 0 0,-1 0-1 0 0,1-1 1 0 0,-1 1 0 0 0,1 0-1 0 0,-1-1 1 0 0,1 1 0 0 0,-1 0-1 0 0,0 0 1 0 0,1 0 0 0 0,-1-1-1 0 0,1 1 1 0 0,-1 0 0 0 0,0 0-1 0 0,1 0 1 0 0,-1 0-1 0 0,0 0 1 0 0,1 0 0 0 0,-1 0-1 0 0,0 0 1 0 0,1 1 0 0 0,-1-1-1 0 0,1 0 1 0 0,-1 0 0 0 0,0 0-1 0 0,1 1 1 0 0,-1-1 0 0 0,1 0-1 0 0,-1 1 1 0 0,1-1 0 0 0,-1 0-1 0 0,1 1 1 0 0,-1-1 0 0 0,1 1-1 0 0,-1-1 1 0 0,1 0 0 0 0,0 1-1 0 0,-1 0 1 0 0,1-1-1 0 0,0 1 1 0 0,-1-1 0 0 0,1 1-1 0 0,0-1 1 0 0,0 1 0 0 0,-1 0-1 0 0,1-1 1 0 0,0 1 0 0 0,0-1-1 0 0,0 1 1 0 0,0 0 0 0 0,0 0-1 0 0,0 1-481 0 0,1 1-1 0 0,0-1 1 0 0,0 1-1 0 0,0-1 1 0 0,0 0-1 0 0,0 0 1 0 0,1 1-1 0 0,-1-1 0 0 0,1 0 1 0 0,-1 0-1 0 0,1 0 1 0 0,3 3-1 0 0,-2-2-135 0 0,6 6-1337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4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7 199 10138 0 0,'-6'2'9412'0'0,"12"-4"-9317"0"0,1-1 1 0 0,-1 0 0 0 0,0 0 0 0 0,1 0 0 0 0,-1-1 0 0 0,-1 0 0 0 0,1-1 0 0 0,-1 1 0 0 0,10-11 0 0 0,-5 4-526 0 0,0 0-1 0 0,-1-1 1 0 0,14-22 0 0 0,-5-9-236 0 0,-17 41 644 0 0,0 1-1 0 0,-1-1 0 0 0,1 0 1 0 0,0 0-1 0 0,-1 0 0 0 0,0 0 1 0 0,1 0-1 0 0,-1 0 0 0 0,0 0 1 0 0,0 0-1 0 0,0 0 0 0 0,-1 0 1 0 0,1 0-1 0 0,0 0 0 0 0,-1 1 1 0 0,1-1-1 0 0,-1 0 0 0 0,1 0 1 0 0,-1 0-1 0 0,-2-3 0 0 0,2 5 15 0 0,1 0-1 0 0,-1 0 0 0 0,0-1 0 0 0,1 1 1 0 0,-1 0-1 0 0,0 0 0 0 0,0 0 0 0 0,1 0 1 0 0,-1 0-1 0 0,0 1 0 0 0,1-1 0 0 0,-1 0 1 0 0,0 0-1 0 0,1 0 0 0 0,-1 1 0 0 0,0-1 1 0 0,1 0-1 0 0,-1 1 0 0 0,0-1 0 0 0,1 0 1 0 0,-1 1-1 0 0,1-1 0 0 0,-1 1 0 0 0,1-1 1 0 0,-1 1-1 0 0,1-1 0 0 0,-1 1 0 0 0,1 0 1 0 0,-1-1-1 0 0,1 1 0 0 0,0-1 0 0 0,-1 2 0 0 0,-15 22 312 0 0,15-23-295 0 0,-4 7 72 0 0,1 0 0 0 0,0 0 0 0 0,0 1-1 0 0,0-1 1 0 0,1 1 0 0 0,1 0 0 0 0,-1-1 0 0 0,2 1 0 0 0,-1 0 0 0 0,0 17 0 0 0,2-22-70 0 0,1-1 1 0 0,-1 1 0 0 0,1 0-1 0 0,0-1 1 0 0,0 1-1 0 0,0-1 1 0 0,0 1-1 0 0,0-1 1 0 0,1 0 0 0 0,0 1-1 0 0,-1-1 1 0 0,1 0-1 0 0,1 0 1 0 0,-1 0-1 0 0,0 0 1 0 0,1-1 0 0 0,-1 1-1 0 0,1-1 1 0 0,0 1-1 0 0,0-1 1 0 0,0 0-1 0 0,0 0 1 0 0,0 0 0 0 0,0-1-1 0 0,1 1 1 0 0,-1-1-1 0 0,1 0 1 0 0,-1 0-1 0 0,6 2 1 0 0,8 0-1349 0 0,0-2-4946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2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7 14283 0 0,'-1'0'61'0'0,"1"-1"1"0"0,0 1-1 0 0,0-1 0 0 0,-1 1 0 0 0,1 0 1 0 0,0-1-1 0 0,0 1 0 0 0,-1 0 1 0 0,1-1-1 0 0,-1 1 0 0 0,1 0 0 0 0,0-1 1 0 0,-1 1-1 0 0,1 0 0 0 0,-1 0 1 0 0,1-1-1 0 0,0 1 0 0 0,-1 0 0 0 0,1 0 1 0 0,-1 0-1 0 0,1 0 0 0 0,-1-1 1 0 0,1 1-1 0 0,-1 0 0 0 0,1 0 0 0 0,-1 0 1 0 0,1 0-1 0 0,-1 0 0 0 0,1 0 1 0 0,-1 0-1 0 0,1 1 0 0 0,-1-1 0 0 0,1 0 1 0 0,-1 0-1 0 0,1 0 0 0 0,0 0 1 0 0,-1 1-1 0 0,-7 18 1622 0 0,5-9-1134 0 0,-1 7 49 0 0,0-1 1 0 0,1 1-1 0 0,1-1 0 0 0,0 1 1 0 0,1 0-1 0 0,2 17 0 0 0,1-12-796 0 0,0-1-1 0 0,2 0 0 0 0,0-1 1 0 0,2 1-1 0 0,0-1 1 0 0,1 0-1 0 0,16 31 0 0 0,-12-31-7481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173 374 6913 0 0,'-3'-6'28'0'0,"1"0"541"0"0,-2 0 1 0 0,1 0-1 0 0,-1 0 1 0 0,0 0-1 0 0,-6-7 1 0 0,9 12-313 0 0,-1-1-1 0 0,0 1 1 0 0,1-1 0 0 0,-1 1 0 0 0,0 0 0 0 0,0 0 0 0 0,0 0-1 0 0,0 0 1 0 0,0 0 0 0 0,0 0 0 0 0,0 1 0 0 0,0-1 0 0 0,0 1-1 0 0,0-1 1 0 0,0 1 0 0 0,0 0 0 0 0,-1 0 0 0 0,1 0 0 0 0,0 0-1 0 0,0 0 1 0 0,0 0 0 0 0,-3 2 0 0 0,-1 0 24 0 0,0 0 1 0 0,1 1 0 0 0,-1-1 0 0 0,1 1-1 0 0,0 1 1 0 0,0-1 0 0 0,0 1-1 0 0,0 0 1 0 0,1 0 0 0 0,0 0-1 0 0,-1 1 1 0 0,1 0 0 0 0,1 0-1 0 0,-1 0 1 0 0,1 0 0 0 0,0 0-1 0 0,0 0 1 0 0,-2 8 0 0 0,3-10-233 0 0,1 1 1 0 0,-1 0-1 0 0,1 0 1 0 0,0 0-1 0 0,1 0 1 0 0,-1 0-1 0 0,1 1 1 0 0,-1-1 0 0 0,1 0-1 0 0,0 0 1 0 0,1 0-1 0 0,0 6 1 0 0,0-7-72 0 0,0-1-1 0 0,0 1 1 0 0,0-1 0 0 0,0 1 0 0 0,1-1 0 0 0,-1 1 0 0 0,0-1 0 0 0,1 0 0 0 0,0 0 0 0 0,0 1 0 0 0,0-1 0 0 0,0-1 0 0 0,0 1 0 0 0,0 0 0 0 0,0 0 0 0 0,0-1 0 0 0,1 1-1 0 0,-1-1 1 0 0,6 2 0 0 0,-3-1-159 0 0,-1-1-1 0 0,1 0 1 0 0,0 0 0 0 0,0-1-1 0 0,0 1 1 0 0,0-1-1 0 0,0 0 1 0 0,0 0-1 0 0,0-1 1 0 0,0 0 0 0 0,0 1-1 0 0,0-2 1 0 0,0 1-1 0 0,0-1 1 0 0,0 1-1 0 0,-1-1 1 0 0,1 0-1 0 0,-1-1 1 0 0,0 1 0 0 0,5-4-1 0 0,12-9-1576 0 0,-1 0 0 0 0,31-30 0 0 0,-42 36 1031 0 0,1-1 41 0 0,0 0-1 0 0,0 0 1 0 0,-1-1 0 0 0,-1 0 0 0 0,0-1-1 0 0,10-17 1 0 0,-14 18 576 0 0,0 1 0 0 0,0-1 0 0 0,-1 0 0 0 0,0 0 0 0 0,-1 0 0 0 0,0 0-1 0 0,-1 0 1 0 0,0-18 0 0 0,-1 12 871 0 0,0 0 1 0 0,-1 0-1 0 0,-1 0 0 0 0,-1 0 0 0 0,-1 0 0 0 0,0 1 0 0 0,-12-31 1 0 0,16 46-511 0 0,-1 0 0 0 0,0-1 0 0 0,1 1 0 0 0,-1-1 0 0 0,0 1 0 0 0,0 0 0 0 0,0 0-1 0 0,0-1 1 0 0,0 1 0 0 0,0 0 0 0 0,0 0 0 0 0,-1 0 0 0 0,1 0 0 0 0,0 0 0 0 0,0 0 0 0 0,-1 1 0 0 0,-1-2 0 0 0,2 2-88 0 0,0 0-1 0 0,1 0 1 0 0,-1 0-1 0 0,0 0 0 0 0,0 0 1 0 0,1 1-1 0 0,-1-1 1 0 0,0 0-1 0 0,0 0 1 0 0,1 0-1 0 0,-1 1 0 0 0,0-1 1 0 0,1 0-1 0 0,-1 1 1 0 0,0-1-1 0 0,1 1 1 0 0,-1-1-1 0 0,0 1 0 0 0,1-1 1 0 0,-1 1-1 0 0,1-1 1 0 0,-1 1-1 0 0,1 0 0 0 0,-1 0 1 0 0,-2 4 91 0 0,1-1 1 0 0,0 1-1 0 0,0 0 0 0 0,0 0 1 0 0,0 0-1 0 0,1 0 1 0 0,-1 0-1 0 0,0 9 0 0 0,1 14-112 0 0,0-1-1 0 0,2 1 0 0 0,1 0 1 0 0,1 0-1 0 0,2 0 1 0 0,0-1-1 0 0,14 38 0 0 0,-7-31-326 0 0,1-2-1 0 0,2 1 0 0 0,1-2 1 0 0,2 0-1 0 0,31 42 1 0 0,-29-47-214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0 290 15203 0 0,'37'-27'4995'0'0,"-21"14"-4631"0"0,-10 8-350 0 0,13-9 42 0 0,0-2 0 0 0,0 0 0 0 0,27-32-1 0 0,-42 43-46 0 0,0-1 0 0 0,0 1 0 0 0,-1-1-1 0 0,1 0 1 0 0,-2 0 0 0 0,1 0-1 0 0,0 0 1 0 0,1-8 0 0 0,-4 10-7 0 0,1 1 0 0 0,0-1 0 0 0,-1 0 0 0 0,0 0 0 0 0,0 0 0 0 0,0 0 0 0 0,-1 0 0 0 0,1 0 0 0 0,-1 0 0 0 0,0 0 0 0 0,0 0 0 0 0,0 1 0 0 0,-1-1 0 0 0,-3-6 0 0 0,5 8-10 0 0,-1 0-1 0 0,0 1 0 0 0,-1-1 1 0 0,1 0-1 0 0,0 1 0 0 0,0-1 1 0 0,-1 1-1 0 0,1 0 0 0 0,-1-1 1 0 0,1 1-1 0 0,-1 0 0 0 0,1 0 1 0 0,-1 0-1 0 0,0 0 0 0 0,0 0 1 0 0,1 0-1 0 0,-1 0 0 0 0,0 1 1 0 0,0-1-1 0 0,0 1 0 0 0,0-1 1 0 0,0 1-1 0 0,0 0 0 0 0,0 0 1 0 0,0 0-1 0 0,0 0 0 0 0,0 0 1 0 0,1 0-1 0 0,-1 1 0 0 0,0-1 1 0 0,0 0-1 0 0,0 1 0 0 0,0 0 1 0 0,0-1-1 0 0,-2 2 0 0 0,-1 1-15 0 0,0-1 0 0 0,1 1 0 0 0,-1-1 0 0 0,1 1 0 0 0,0 1 0 0 0,0-1 0 0 0,0 0 0 0 0,0 1 0 0 0,1 0 0 0 0,-1 0 0 0 0,1 0 0 0 0,-3 5 0 0 0,1 1 17 0 0,0 0 0 0 0,1 0 0 0 0,0 1 0 0 0,0 0-1 0 0,1-1 1 0 0,1 1 0 0 0,0 0 0 0 0,0 0 0 0 0,1 0-1 0 0,0 0 1 0 0,1 1 0 0 0,1-1 0 0 0,-1 0 0 0 0,2 0 0 0 0,2 12-1 0 0,-2-16-17 0 0,0 0 0 0 0,1 0 0 0 0,0 0 0 0 0,0 0 0 0 0,0-1 0 0 0,1 1 0 0 0,0-1 0 0 0,0 0 0 0 0,0 0 0 0 0,1-1 0 0 0,0 1 0 0 0,0-1 0 0 0,1 0 0 0 0,-1 0 0 0 0,1-1 0 0 0,0 0 0 0 0,0 0 0 0 0,1 0 0 0 0,-1 0 0 0 0,1-1 0 0 0,0-1 0 0 0,-1 1 0 0 0,1-1 0 0 0,8 2 0 0 0,-8-3-211 0 0,0 0 1 0 0,0 0-1 0 0,1-1 0 0 0,-1 0 0 0 0,0 0 0 0 0,0-1 1 0 0,0 0-1 0 0,0 0 0 0 0,0-1 0 0 0,-1 0 1 0 0,1 0-1 0 0,0 0 0 0 0,-1-1 0 0 0,11-5 0 0 0,12-9 200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28 11522 0 0,'-1'-2'242'0'0,"-1"0"0"0"0,1 0 0 0 0,-1 0-1 0 0,0 0 1 0 0,1 0 0 0 0,-1 1 0 0 0,0-1-1 0 0,0 0 1 0 0,0 1 0 0 0,0 0 0 0 0,0-1-1 0 0,-1 1 1 0 0,1 0 0 0 0,0 0 0 0 0,-1 0-1 0 0,1 0 1 0 0,0 1 0 0 0,-1-1-1 0 0,1 1 1 0 0,-1-1 0 0 0,1 1 0 0 0,-1 0-1 0 0,1 0 1 0 0,-1 0 0 0 0,1 0 0 0 0,-1 1-1 0 0,1-1 1 0 0,-1 1 0 0 0,1-1 0 0 0,-1 1-1 0 0,1 0 1 0 0,0 0 0 0 0,-1 0-1 0 0,1 0 1 0 0,0 0 0 0 0,0 0 0 0 0,-4 4-1 0 0,2-1-131 0 0,0 1 0 0 0,0 0-1 0 0,0 0 1 0 0,0 0-1 0 0,1 0 1 0 0,0 1-1 0 0,0-1 1 0 0,0 1-1 0 0,1 0 1 0 0,0 0 0 0 0,0 0-1 0 0,0 0 1 0 0,1 0-1 0 0,0 0 1 0 0,0 0-1 0 0,0 9 1 0 0,1 8 74 0 0,0 0 1 0 0,1 1-1 0 0,5 24 1 0 0,-2-27-164 0 0,1 0 1 0 0,1 0-1 0 0,1 0 0 0 0,15 33 0 0 0,48 71 243 0 0,-4-7-7617 0 0,-55-95 333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3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7 233 7282 0 0,'-2'-3'118'0'0,"1"-1"1"0"0,0 1 0 0 0,0-1 0 0 0,1 1 0 0 0,-1-1-1 0 0,1 1 1 0 0,0-1 0 0 0,0-6 0 0 0,1 7 349 0 0,0 0 0 0 0,0 0 0 0 0,0 0 0 0 0,1 0 0 0 0,-1 0 0 0 0,1 0 0 0 0,0 1-1 0 0,0-1 1 0 0,-1 0 0 0 0,2 1 0 0 0,-1 0 0 0 0,0-1 0 0 0,0 1 0 0 0,1 0 0 0 0,3-2 0 0 0,28-21-241 0 0,0 2 0 0 0,43-21 0 0 0,-10 6-1780 0 0,-33 18 1254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2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156 4 11979 0 0,'-3'0'171'0'0,"1"-1"1"0"0,-1 0 0 0 0,0 1 0 0 0,1-1 0 0 0,-1 1 0 0 0,0 0 0 0 0,0 0 0 0 0,1 0 0 0 0,-1 0 0 0 0,0 0 0 0 0,1 1-1 0 0,-1-1 1 0 0,0 1 0 0 0,1 0 0 0 0,-1 0 0 0 0,1 0 0 0 0,-4 1 0 0 0,1 1 174 0 0,-1 1 0 0 0,1 0 0 0 0,0-1 0 0 0,0 1-1 0 0,0 1 1 0 0,0-1 0 0 0,-4 7 0 0 0,1-2 113 0 0,2 0-1 0 0,-1 1 1 0 0,1-1-1 0 0,0 2 1 0 0,1-1 0 0 0,0 0-1 0 0,1 1 1 0 0,-4 13-1 0 0,7-13-329 0 0,-1-1 0 0 0,1 1 0 0 0,1 0 0 0 0,0 0-1 0 0,1 0 1 0 0,0-1 0 0 0,0 1 0 0 0,1 0 0 0 0,0-1-1 0 0,1 1 1 0 0,1-1 0 0 0,8 19 0 0 0,6 5-237 0 0,1 0-1 0 0,31 40 1 0 0,15 26-1604 0 0,-54-78 383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115 284 456 0 0,'-31'-23'89'0'0,"-13"-23"7058"0"0,38 39-5721 0 0,1 0 1 0 0,0-1 0 0 0,1 0 0 0 0,0 1-1 0 0,-4-10 1 0 0,0-22 1176 0 0,9 36-2444 0 0,-1-1 0 0 0,0 1 0 0 0,1-1 0 0 0,-1 0 0 0 0,1 1 0 0 0,0 0 0 0 0,1-1 0 0 0,-1 1 0 0 0,0-1 0 0 0,1 1 0 0 0,0 0 0 0 0,0 0 0 0 0,0 0 0 0 0,0 0 0 0 0,0 0 0 0 0,0 1 0 0 0,1-1 0 0 0,-1 1 0 0 0,1-1 0 0 0,0 1 0 0 0,0 0 0 0 0,4-3 0 0 0,7-3-216 0 0,0 1 1 0 0,0 0-1 0 0,26-8 0 0 0,-36 14 47 0 0,25-10-308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4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1 214 4865 0 0,'0'1'24'0'0,"0"0"0"0"0,0-1 0 0 0,0 1 0 0 0,0 0 0 0 0,0 0 0 0 0,0-1-1 0 0,0 1 1 0 0,0 0 0 0 0,1-1 0 0 0,-1 1 0 0 0,0 0 0 0 0,0-1 0 0 0,1 1 0 0 0,-1 0 0 0 0,0-1 0 0 0,1 1 0 0 0,-1-1 0 0 0,1 1 0 0 0,-1 0-1 0 0,1-1 1 0 0,-1 1 0 0 0,1-1 0 0 0,-1 0 0 0 0,1 1 0 0 0,0-1 0 0 0,-1 1 0 0 0,1-1 0 0 0,0 0 0 0 0,0 1 0 0 0,1-1 142 0 0,1 1 0 0 0,-1-1 0 0 0,0 0 0 0 0,0 0 1 0 0,1 0-1 0 0,-1 0 0 0 0,0 0 0 0 0,0 0 0 0 0,5-2 1 0 0,1 0 496 0 0,0-1 1 0 0,0 1 0 0 0,0-2 0 0 0,11-6 0 0 0,-9 3-233 0 0,-1 0 0 0 0,0-1 0 0 0,0 0 0 0 0,-1 0 0 0 0,0-1 0 0 0,0 0-1 0 0,7-12 1 0 0,-12 16-374 0 0,0 1 0 0 0,0-2-1 0 0,0 1 1 0 0,0 0-1 0 0,-1 0 1 0 0,0-1-1 0 0,0 1 1 0 0,0-1-1 0 0,-1 0 1 0 0,0 1-1 0 0,0-1 1 0 0,0 0-1 0 0,-1 0 1 0 0,0 0-1 0 0,0 0 1 0 0,-1-7 0 0 0,0 11 7 0 0,1 0 1 0 0,-1 0 0 0 0,1 1 0 0 0,-1-1 0 0 0,1 0 0 0 0,-1 1 0 0 0,0-1-1 0 0,0 0 1 0 0,0 1 0 0 0,0 0 0 0 0,0-1 0 0 0,0 1 0 0 0,0-1 0 0 0,-1 1-1 0 0,1 0 1 0 0,-3-2 0 0 0,3 2 42 0 0,0 1-1 0 0,0-1 1 0 0,0 1 0 0 0,0 0-1 0 0,-1-1 1 0 0,1 1 0 0 0,0 0-1 0 0,0 0 1 0 0,0 0 0 0 0,0 0-1 0 0,0 0 1 0 0,-1 0 0 0 0,1 0-1 0 0,0 0 1 0 0,0 1 0 0 0,0-1-1 0 0,0 0 1 0 0,0 1 0 0 0,-2 0-1 0 0,0 0 33 0 0,1 0-1 0 0,0 1 0 0 0,0-1 1 0 0,0 1-1 0 0,-1 0 1 0 0,2 0-1 0 0,-1 0 0 0 0,0 0 1 0 0,0 0-1 0 0,1 0 0 0 0,-1 0 1 0 0,1 0-1 0 0,-1 1 1 0 0,1-1-1 0 0,0 1 0 0 0,0-1 1 0 0,0 1-1 0 0,1-1 0 0 0,-1 1 1 0 0,0-1-1 0 0,1 4 1 0 0,0-2-115 0 0,0-1 0 0 0,0 1 0 0 0,0-1 0 0 0,1 1 0 0 0,-1-1 0 0 0,1 0 1 0 0,0 1-1 0 0,0-1 0 0 0,0 0 0 0 0,1 0 0 0 0,-1 0 0 0 0,1 1 0 0 0,-1-2 0 0 0,1 1 1 0 0,0 0-1 0 0,0 0 0 0 0,4 3 0 0 0,2 1-477 0 0,0 0-1 0 0,0 0 1 0 0,1-1 0 0 0,12 8-1 0 0,-1-3-986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248 338 4777 0 0,'-7'-3'541'0'0,"0"0"0"0"0,-1 1 0 0 0,1 1-1 0 0,-1-1 1 0 0,1 1 0 0 0,-1 0 0 0 0,1 1 0 0 0,-1-1 0 0 0,0 2-1 0 0,1-1 1 0 0,-13 3 0 0 0,9-1 260 0 0,1 0 1 0 0,0 1-1 0 0,1 0 0 0 0,-1 0 1 0 0,0 1-1 0 0,1 0 0 0 0,0 1 0 0 0,-11 7 1 0 0,16-9-646 0 0,0 0 1 0 0,0 1 0 0 0,1-1 0 0 0,-1 1 0 0 0,1 0 0 0 0,0 0 0 0 0,0 1-1 0 0,0-1 1 0 0,1 1 0 0 0,-1-1 0 0 0,1 1 0 0 0,0 0 0 0 0,1 0 0 0 0,-1 0-1 0 0,1 0 1 0 0,0 0 0 0 0,0 0 0 0 0,0 10 0 0 0,1-12-152 0 0,0 0-1 0 0,0 0 1 0 0,1 0 0 0 0,-1 0 0 0 0,1 0-1 0 0,0 0 1 0 0,0 0 0 0 0,0 0 0 0 0,0-1-1 0 0,0 1 1 0 0,1 0 0 0 0,-1 0-1 0 0,1-1 1 0 0,-1 1 0 0 0,1-1 0 0 0,0 0-1 0 0,0 1 1 0 0,0-1 0 0 0,1 0 0 0 0,-1 0-1 0 0,1 0 1 0 0,-1 0 0 0 0,1-1 0 0 0,-1 1-1 0 0,1-1 1 0 0,0 1 0 0 0,0-1 0 0 0,-1 0-1 0 0,1 0 1 0 0,0 0 0 0 0,0-1 0 0 0,5 1-1 0 0,1 1-115 0 0,1-1 0 0 0,-1-1 0 0 0,1 0 0 0 0,0 0 0 0 0,15-3 0 0 0,-13 1-581 0 0,0-1-1 0 0,0-1 0 0 0,0 0 1 0 0,-1 0-1 0 0,0-1 0 0 0,0 0 1 0 0,0-1-1 0 0,0-1 0 0 0,-1 0 1 0 0,0 0-1 0 0,0-1 0 0 0,-1 0 1 0 0,0 0-1 0 0,-1-1 0 0 0,10-12 1 0 0,-13 13 394 0 0,0 0 0 0 0,0 0 0 0 0,0-1 0 0 0,-1 1 0 0 0,0-1 0 0 0,-1 0 0 0 0,3-11 0 0 0,23-130 3631 0 0,-23 102 376 0 0,0-56 1 0 0,-6 103-3591 0 0,-2-23 1694 0 0,2 23-1718 0 0,0 1 0 0 0,0-1 1 0 0,0 1-1 0 0,0-1 1 0 0,0 1-1 0 0,0-1 1 0 0,0 0-1 0 0,0 1 1 0 0,0-1-1 0 0,0 1 0 0 0,0-1 1 0 0,-1 1-1 0 0,1-1 1 0 0,0 1-1 0 0,0-1 1 0 0,-1 1-1 0 0,1-1 1 0 0,0 1-1 0 0,-1-1 0 0 0,1 1 1 0 0,-1-1-1 0 0,1 1 1 0 0,0 0-1 0 0,-1-1 1 0 0,1 1-1 0 0,-1 0 1 0 0,1-1-1 0 0,-1 1 0 0 0,1 0 1 0 0,-1 0-1 0 0,1-1 1 0 0,-1 1-1 0 0,0 0 1 0 0,0 0-69 0 0,0 1 1 0 0,1 0 0 0 0,-1-1-1 0 0,1 1 1 0 0,-1 0-1 0 0,0-1 1 0 0,1 1 0 0 0,0 0-1 0 0,-1-1 1 0 0,1 1 0 0 0,-1 0-1 0 0,1 0 1 0 0,0 0-1 0 0,0 0 1 0 0,-1-1 0 0 0,1 1-1 0 0,0 0 1 0 0,0 0 0 0 0,0 0-1 0 0,0 0 1 0 0,0 0-1 0 0,0 0 1 0 0,0 27-141 0 0,0-22 79 0 0,1 8 128 0 0,0-1 0 0 0,0 0-1 0 0,1 0 1 0 0,1 0 0 0 0,0 0 0 0 0,1-1 0 0 0,0 1 0 0 0,1-1 0 0 0,12 23-1 0 0,3-3 42 0 0,1-1-1 0 0,29 31 0 0 0,22 32-3409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87 17972 0 0,'-3'-2'287'0'0,"0"0"-20"0"0,1 0 1 0 0,-1 0-1 0 0,1 1 1 0 0,-1-2-1 0 0,1 1 0 0 0,0 0 1 0 0,0 0-1 0 0,-3-5 1 0 0,4 7-239 0 0,1-1 1 0 0,0 1-1 0 0,0 0 0 0 0,0-1 1 0 0,0 1-1 0 0,0-1 1 0 0,0 1-1 0 0,0 0 1 0 0,0-1-1 0 0,0 1 1 0 0,0-1-1 0 0,0 1 1 0 0,0 0-1 0 0,0-1 1 0 0,0 1-1 0 0,0-1 0 0 0,0 1 1 0 0,1 0-1 0 0,-1-1 1 0 0,0 1-1 0 0,0 0 1 0 0,0-1-1 0 0,1 1 1 0 0,-1 0-1 0 0,0-1 1 0 0,1 1-1 0 0,18-11 571 0 0,14 1-1566 0 0,57-9-1 0 0,-61 14 915 0 0,8-2 36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5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4145 0 0,'7'-17'436'0'0,"-4"11"-577"0"0,-1 0-1 0 0,1 0 1 0 0,-1 0 0 0 0,0 0 0 0 0,1-10-1 0 0,-25-20 11165 0 0,30 49-6816 0 0,4 8-3662 0 0,0 0 0 0 0,-2 1 0 0 0,-1 1 1 0 0,0 0-1 0 0,-2 0 0 0 0,8 42 1 0 0,9 153 327 0 0,-3-10-3043 0 0,-15-178-5558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3 193 9674 0 0,'0'-2'135'0'0,"-1"1"-1"0"0,1-1 0 0 0,-1 1 1 0 0,1-1-1 0 0,0 1 1 0 0,0-1-1 0 0,0 1 1 0 0,0-1-1 0 0,0 1 1 0 0,0-1-1 0 0,0 1 0 0 0,0-1 1 0 0,1 1-1 0 0,-1-1 1 0 0,1 1-1 0 0,-1-1 1 0 0,1 1-1 0 0,1-3 1 0 0,15-28 1309 0 0,-15 30-1329 0 0,4-8 196 0 0,1 1 0 0 0,0 1 0 0 0,0-1 0 0 0,1 1 0 0 0,1 0 0 0 0,-1 1 0 0 0,1 0 0 0 0,0 1-1 0 0,1-1 1 0 0,16-7 0 0 0,-13 8-578 0 0,1 0 0 0 0,0 1 0 0 0,0 1 0 0 0,0 0 0 0 0,1 1 0 0 0,-1 0 1 0 0,27 0-1 0 0,-15 2-5212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6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4 173 920 0 0,'-3'-8'4621'0'0,"3"8"-4511"0"0,11-10 3520 0 0,16-4 403 0 0,-21 11-3810 0 0,1 1 1 0 0,0 0 0 0 0,0 1 0 0 0,0 0-1 0 0,0 0 1 0 0,0 0 0 0 0,0 1 0 0 0,0 0 0 0 0,0 0-1 0 0,0 1 1 0 0,0 0 0 0 0,0 0 0 0 0,-1 1-1 0 0,1 0 1 0 0,0 0 0 0 0,-1 0 0 0 0,1 1 0 0 0,-1 0-1 0 0,0 0 1 0 0,0 1 0 0 0,0 0 0 0 0,0 0 0 0 0,9 9-1 0 0,-7-7 44 0 0,-1 1 0 0 0,-1-1-1 0 0,0 2 1 0 0,0-1 0 0 0,0 1 0 0 0,-1 0-1 0 0,0 0 1 0 0,0 0 0 0 0,-1 1-1 0 0,0-1 1 0 0,-1 1 0 0 0,0 0-1 0 0,0 0 1 0 0,-1 1 0 0 0,0-1 0 0 0,-1 0-1 0 0,1 10 1 0 0,-16-63-10 0 0,14 28-356 0 0,0 0 0 0 0,1-1-1 0 0,0 1 1 0 0,1 0-1 0 0,1 0 1 0 0,1 0 0 0 0,0 0-1 0 0,1 0 1 0 0,1 1-1 0 0,0 0 1 0 0,1 0 0 0 0,1 0-1 0 0,0 1 1 0 0,1 0 0 0 0,1 1-1 0 0,12-15 1 0 0,-8 14-950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8 10138 0 0,'-2'-1'227'0'0,"0"0"0"0"0,0 0-1 0 0,0 0 1 0 0,0 0 0 0 0,-1 0-1 0 0,1 1 1 0 0,0-1 0 0 0,0 1-1 0 0,0 0 1 0 0,-1-1 0 0 0,1 1-1 0 0,0 0 1 0 0,0 0 0 0 0,0 0-1 0 0,-4 1 1 0 0,3 0 27 0 0,0 1 0 0 0,1-1 0 0 0,-1 1 0 0 0,1-1 0 0 0,0 1 0 0 0,-1 0 0 0 0,1 0 0 0 0,0 0 1 0 0,0 0-1 0 0,0 0 0 0 0,0 0 0 0 0,-2 4 0 0 0,-3 5 140 0 0,0 0 1 0 0,0 1 0 0 0,1 0-1 0 0,0 0 1 0 0,1 1 0 0 0,0 0-1 0 0,-5 24 1 0 0,9-32-345 0 0,0 1 0 0 0,1-1 1 0 0,0 0-1 0 0,-1 1 0 0 0,2-1 0 0 0,-1 0 1 0 0,1 1-1 0 0,0-1 0 0 0,0 0 0 0 0,2 6 1 0 0,-2-8-46 0 0,0 0 1 0 0,1 0 0 0 0,0 0 0 0 0,-1 0 0 0 0,1-1 0 0 0,0 1 0 0 0,0 0-1 0 0,1-1 1 0 0,-1 0 0 0 0,0 0 0 0 0,1 1 0 0 0,-1-1 0 0 0,1-1 0 0 0,0 1 0 0 0,0 0-1 0 0,-1-1 1 0 0,7 3 0 0 0,-7-3-55 0 0,0-1 0 0 0,0 1 0 0 0,0-1 0 0 0,0 1-1 0 0,-1-1 1 0 0,1 0 0 0 0,0 0 0 0 0,0 0 0 0 0,0 0 0 0 0,0 0 0 0 0,0 0-1 0 0,0 0 1 0 0,0-1 0 0 0,0 1 0 0 0,-1-1 0 0 0,1 1 0 0 0,0-1 0 0 0,0 0 0 0 0,-1 1-1 0 0,1-1 1 0 0,0 0 0 0 0,-1 0 0 0 0,1-1 0 0 0,-1 1 0 0 0,1 0 0 0 0,-1 0-1 0 0,1-1 1 0 0,-1 1 0 0 0,0-1 0 0 0,0 1 0 0 0,0-1 0 0 0,2-2 0 0 0,3-6-190 0 0,-1-1 1 0 0,0 0 0 0 0,-1 0 0 0 0,5-16 0 0 0,2-4 262 0 0,-11 29 27 0 0,1 0 0 0 0,0 0 0 0 0,0 0 0 0 0,1 0 0 0 0,-1 0 0 0 0,0 1 0 0 0,1-1 0 0 0,-1 0 1 0 0,1 1-1 0 0,2-3 0 0 0,-3 3-10 0 0,0 1 0 0 0,-1 0 0 0 0,1-1 1 0 0,0 1-1 0 0,-1 0 0 0 0,1 0 0 0 0,0-1 0 0 0,0 1 0 0 0,-1 0 1 0 0,1 0-1 0 0,0 0 0 0 0,0 0 0 0 0,-1 0 0 0 0,1 0 1 0 0,0 0-1 0 0,0 0 0 0 0,0 0 0 0 0,-1 1 0 0 0,1-1 1 0 0,0 0-1 0 0,0 1 0 0 0,3 2 185 0 0,1-1 1 0 0,-1 2-1 0 0,-1-1 1 0 0,1 0-1 0 0,-1 1 1 0 0,1 0-1 0 0,4 6 1 0 0,-5-5-204 0 0,0-1 0 0 0,1 0 0 0 0,0 0-1 0 0,0 0 1 0 0,0-1 0 0 0,6 5 0 0 0,-4-5-147 0 0,-1 0 0 0 0,1-1 0 0 0,-1 0 0 0 0,1 0 0 0 0,0 0-1 0 0,0-1 1 0 0,0 0 0 0 0,0 0 0 0 0,0-1 0 0 0,0 1 0 0 0,7-2 0 0 0,-9 1 48 0 0,0-1 1 0 0,-1 0-1 0 0,1 0 1 0 0,0 0-1 0 0,-1 0 1 0 0,1-1-1 0 0,-1 0 1 0 0,1 1 0 0 0,-1-1-1 0 0,0-1 1 0 0,0 1-1 0 0,0 0 1 0 0,0-1-1 0 0,0 1 1 0 0,0-1-1 0 0,-1 0 1 0 0,1 0-1 0 0,2-4 1 0 0,5-8 85 0 0,0 0 43 0 0,0 0 1 0 0,22-23 0 0 0,-29 36-43 0 0,-1-1-1 0 0,1 0 0 0 0,0 1 1 0 0,0 0-1 0 0,0-1 1 0 0,0 1-1 0 0,0 0 0 0 0,0 1 1 0 0,1-1-1 0 0,-1 1 0 0 0,1-1 1 0 0,-1 1-1 0 0,1 0 0 0 0,-1 0 1 0 0,1 0-1 0 0,0 1 1 0 0,0 0-1 0 0,-1-1 0 0 0,6 1 1 0 0,-7 1 24 0 0,-1-1 1 0 0,1 1 0 0 0,-1 0-1 0 0,1-1 1 0 0,0 1-1 0 0,-1 0 1 0 0,1 0 0 0 0,-1 0-1 0 0,0 0 1 0 0,1 0 0 0 0,-1 0-1 0 0,0 1 1 0 0,0-1-1 0 0,0 0 1 0 0,1 1 0 0 0,-1-1-1 0 0,-1 1 1 0 0,1-1-1 0 0,1 3 1 0 0,15 38 1123 0 0,-4-9-632 0 0,-13-32-526 0 0,1 1 0 0 0,0-1 0 0 0,-1 1 1 0 0,1-1-1 0 0,0 0 0 0 0,0 1 0 0 0,0-1 0 0 0,0 0 1 0 0,1 0-1 0 0,-1 0 0 0 0,0 1 0 0 0,0-1 1 0 0,1-1-1 0 0,-1 1 0 0 0,1 0 0 0 0,-1 0 1 0 0,0 0-1 0 0,1-1 0 0 0,0 1 0 0 0,-1-1 1 0 0,1 1-1 0 0,-1-1 0 0 0,1 0 0 0 0,0 1 0 0 0,-1-1 1 0 0,1 0-1 0 0,-1 0 0 0 0,1 0 0 0 0,0 0 1 0 0,-1-1-1 0 0,1 1 0 0 0,0 0 0 0 0,-1-1 1 0 0,1 1-1 0 0,-1-1 0 0 0,1 1 0 0 0,-1-1 1 0 0,3-1-1 0 0,5-4 16 0 0,-1-1-1 0 0,1 1 1 0 0,-2-1 0 0 0,1-1 0 0 0,8-9 0 0 0,8-8 36 0 0,-17 19 24 0 0,1 0 0 0 0,0 1 0 0 0,0 0 0 0 0,0 0 0 0 0,1 0 0 0 0,0 1-1 0 0,13-4 1 0 0,-19 7-52 0 0,0 0 0 0 0,0 1-1 0 0,0-1 1 0 0,0 1 0 0 0,0-1-1 0 0,0 1 1 0 0,1 0-1 0 0,-1 0 1 0 0,0 1 0 0 0,0-1-1 0 0,0 1 1 0 0,0-1 0 0 0,0 1-1 0 0,0 0 1 0 0,0 0 0 0 0,0 0-1 0 0,0 1 1 0 0,-1-1-1 0 0,1 1 1 0 0,0-1 0 0 0,-1 1-1 0 0,1 0 1 0 0,-1 0 0 0 0,1 0-1 0 0,-1 1 1 0 0,4 3 0 0 0,25 32-2498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 0 10594 0 0,'-8'2'634'0'0,"0"1"0"0"0,0 0 0 0 0,0 0 0 0 0,0 1 0 0 0,0 0 0 0 0,-12 9 0 0 0,-43 36 1806 0 0,45-35-2068 0 0,14-11-243 0 0,0 1 0 0 0,-1 0 0 0 0,1 0 1 0 0,0 0-1 0 0,1 0 0 0 0,-1 1 0 0 0,1-1 0 0 0,0 1 0 0 0,0 0 1 0 0,-2 5-1 0 0,4-8-114 0 0,1 0 0 0 0,-1 0 0 0 0,1 0 0 0 0,0 0 1 0 0,-1 0-1 0 0,1 0 0 0 0,0 0 0 0 0,0 0 0 0 0,1 0 1 0 0,-1 0-1 0 0,0 0 0 0 0,1-1 0 0 0,-1 1 0 0 0,1 0 1 0 0,-1 0-1 0 0,1 0 0 0 0,0 0 0 0 0,0-1 0 0 0,0 1 1 0 0,0 0-1 0 0,0-1 0 0 0,0 1 0 0 0,0-1 0 0 0,1 1 1 0 0,-1-1-1 0 0,1 0 0 0 0,-1 1 0 0 0,1-1 0 0 0,-1 0 1 0 0,1 0-1 0 0,3 2 0 0 0,11 5-185 0 0,0 1-1 0 0,28 9 1 0 0,-24-11 20 0 0,33 19-1 0 0,-47-23 140 0 0,-1 0-1 0 0,0 0 1 0 0,0 1-1 0 0,-1 0 0 0 0,1 0 1 0 0,-1 0-1 0 0,0 1 1 0 0,0-1-1 0 0,0 1 1 0 0,5 10-1 0 0,-8-14 10 0 0,-1 1 0 0 0,1-1 0 0 0,0 1 1 0 0,-1 0-1 0 0,1-1 0 0 0,-1 1 0 0 0,0 0 0 0 0,1-1 0 0 0,-1 1 0 0 0,0 0 0 0 0,0 0 1 0 0,0-1-1 0 0,-1 1 0 0 0,1 0 0 0 0,0-1 0 0 0,0 1 0 0 0,-1 0 0 0 0,1-1 1 0 0,-2 3-1 0 0,0 0-17 0 0,0 0-1 0 0,0-1 1 0 0,-1 1 0 0 0,1-1 0 0 0,-1 0 0 0 0,1 0 0 0 0,-7 5 0 0 0,-2 1-112 0 0,0-1 1 0 0,-1 0-1 0 0,-21 11 1 0 0,-9-2-2091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6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 13827 0 0,'1'0'107'0'0,"-1"-1"0"0"0,1 1-1 0 0,0-1 1 0 0,-1 1 0 0 0,1 0 0 0 0,0-1 0 0 0,0 1 0 0 0,-1 0-1 0 0,1-1 1 0 0,0 1 0 0 0,0 0 0 0 0,0 0 0 0 0,-1 0-1 0 0,1 0 1 0 0,0 0 0 0 0,0 0 0 0 0,0 0 0 0 0,-1 0 0 0 0,1 0-1 0 0,0 0 1 0 0,0 0 0 0 0,0 0 0 0 0,-1 1 0 0 0,1-1 0 0 0,0 0-1 0 0,0 1 1 0 0,-1-1 0 0 0,1 0 0 0 0,1 2 0 0 0,0 0 184 0 0,0 0 0 0 0,1 0 1 0 0,-1 1-1 0 0,0-1 0 0 0,-1 0 0 0 0,1 1 1 0 0,0 0-1 0 0,1 3 0 0 0,2 5 412 0 0,0 1 0 0 0,-1-1 0 0 0,4 18 0 0 0,8 32-2075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7.7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13 11979 0 0,'-2'-7'528'0'0,"-1"4"112"0"0,1 2-512 0 0,1 0-128 0 0,0 1 0 0 0,-1 0 0 0 0,2 1 128 0 0,-2 0-8 0 0,-1 2 0 0 0,0 3 0 0 0,0-1-672 0 0,2 2-136 0 0,2 0-24 0 0,3 1-9 0 0,3 0 593 0 0,2-1 128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3 10594 0 0,'-6'-3'4551'0'0,"6"4"-4474"0"0,-15 10 2772 0 0,-15 20-437 0 0,28-29-2243 0 0,-11 12 260 0 0,3-3-222 0 0,0-1-1 0 0,0 1 1 0 0,1 1-1 0 0,1 0 1 0 0,-12 21-1 0 0,19-30-212 0 0,0 0 0 0 0,0 0 0 0 0,0 0 0 0 0,0 0 0 0 0,0 0 0 0 0,1 1 0 0 0,-1-1 0 0 0,1 0 0 0 0,0 0 0 0 0,0 1 0 0 0,0-1 0 0 0,0 0 0 0 0,1 1 0 0 0,-1-1 0 0 0,1 0 0 0 0,0 0 0 0 0,0 0-1 0 0,0 0 1 0 0,0 0 0 0 0,1 0 0 0 0,-1 0 0 0 0,1 0 0 0 0,0 0 0 0 0,0 0 0 0 0,0-1 0 0 0,0 1 0 0 0,0-1 0 0 0,0 0 0 0 0,1 1 0 0 0,4 2 0 0 0,50 32-128 0 0,-49-33 111 0 0,1 0 1 0 0,-1 1-1 0 0,0 0 0 0 0,0 0 0 0 0,-1 1 0 0 0,1 0 1 0 0,-1 1-1 0 0,-1 0 0 0 0,1 0 0 0 0,7 12 1 0 0,-13-18-14 0 0,0 0 1 0 0,-1 0 0 0 0,1 0-1 0 0,-1 1 1 0 0,1-1-1 0 0,-1 0 1 0 0,0 0 0 0 0,0 1-1 0 0,1-1 1 0 0,-1 0 0 0 0,0 1-1 0 0,0-1 1 0 0,0 0-1 0 0,0 1 1 0 0,-1-1 0 0 0,1 0-1 0 0,0 0 1 0 0,0 1 0 0 0,-1-1-1 0 0,1 0 1 0 0,-1 0-1 0 0,0 2 1 0 0,-1-1-150 0 0,1 1 0 0 0,-1-1-1 0 0,0 0 1 0 0,0 1 0 0 0,0-1 0 0 0,-1 0-1 0 0,1 0 1 0 0,0-1 0 0 0,-4 3-1 0 0,-4 2-473 0 0,0-1 0 0 0,0-1 0 0 0,0 0-1 0 0,-13 3 1 0 0,6-2-604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8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9218 0 0,'9'-27'13723'0'0,"-9"27"-13589"0"0,0 0-45 0 0,0 0-45 0 0,4 19 457 0 0,-2 83-93 0 0,-2-66-230 0 0,7 66 0 0 0,-5-89-186 0 0,1-1 0 0 0,0 1-1 0 0,1 0 1 0 0,1-1 0 0 0,0 0 0 0 0,0 0 0 0 0,1 0 0 0 0,14 19 0 0 0,22 18-760 0 0,-21-31-5526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10 163 8754 0 0,'-1'0'67'0'0,"1"0"-1"0"0,-1-1 1 0 0,0 1 0 0 0,1-1 0 0 0,-1 0-1 0 0,0 1 1 0 0,1-1 0 0 0,-1 0 0 0 0,1 1-1 0 0,-1-1 1 0 0,1 0 0 0 0,-1 1 0 0 0,1-1 0 0 0,0 0-1 0 0,-1 0 1 0 0,1 0 0 0 0,0 1 0 0 0,0-1-1 0 0,-1 0 1 0 0,1 0 0 0 0,0 0 0 0 0,0 0-1 0 0,0 1 1 0 0,0-1 0 0 0,0-2 0 0 0,1 1 91 0 0,-1 0 1 0 0,1 0 0 0 0,0 0 0 0 0,0 0 0 0 0,0 0 0 0 0,0 0-1 0 0,0 0 1 0 0,0 1 0 0 0,0-1 0 0 0,2-2 0 0 0,1 0 150 0 0,0-1 0 0 0,1 1 1 0 0,-1 0-1 0 0,1 1 0 0 0,-1-1 1 0 0,1 1-1 0 0,7-3 0 0 0,39-13 661 0 0,75-17 0 0 0,-48 15-64 0 0,-75 20-806 0 0,3-1 194 0 0,-1 1-1 0 0,1-1 1 0 0,0 1 0 0 0,0 0 0 0 0,0 0 0 0 0,0 1 0 0 0,0 0 0 0 0,9 0 0 0 0,-15 4-108 0 0,0 0-1 0 0,-1-1 1 0 0,1 1 0 0 0,-1-1 0 0 0,1 1 0 0 0,-1 0 0 0 0,0-1-1 0 0,-2 4 1 0 0,-1 10 269 0 0,3-12-467 0 0,1 0 0 0 0,0 1 1 0 0,1-1-1 0 0,-1 1 0 0 0,1-1 0 0 0,0 0 1 0 0,0 0-1 0 0,1 1 0 0 0,-1-1 1 0 0,1 0-1 0 0,0 0 0 0 0,1 0 0 0 0,3 5 1 0 0,-4-6 0 0 0,0-1 1 0 0,1 1 0 0 0,-1-1-1 0 0,1 0 1 0 0,0 0 0 0 0,-1 0 0 0 0,1-1-1 0 0,1 1 1 0 0,-1-1 0 0 0,0 1-1 0 0,1-1 1 0 0,-1 0 0 0 0,1-1-1 0 0,-1 1 1 0 0,1 0 0 0 0,0-1-1 0 0,0 0 1 0 0,6 1 0 0 0,-10-2 6 0 0,1 0 0 0 0,0 0 0 0 0,-1 0 0 0 0,1 0 1 0 0,0 0-1 0 0,-1 0 0 0 0,1 0 0 0 0,-1 0 0 0 0,1-1 0 0 0,-1 1 1 0 0,1 0-1 0 0,0 0 0 0 0,-1-1 0 0 0,1 1 0 0 0,-1 0 1 0 0,1-1-1 0 0,-1 1 0 0 0,1-1 0 0 0,-1 1 0 0 0,0 0 0 0 0,1-1 1 0 0,-1 1-1 0 0,1-1 0 0 0,-1 1 0 0 0,0-1 0 0 0,0 0 1 0 0,1 1-1 0 0,-1-1 0 0 0,0 1 0 0 0,0-1 0 0 0,1 1 0 0 0,-1-1 1 0 0,0 0-1 0 0,0 1 0 0 0,0-1 0 0 0,0 0 0 0 0,0 1 0 0 0,0-1 1 0 0,0 1-1 0 0,0-2 0 0 0,-3-34-218 0 0,0 17 153 0 0,4 15 65 0 0,1 0 1 0 0,-1 0 0 0 0,1 0 0 0 0,-1 0-1 0 0,1 0 1 0 0,0 0 0 0 0,1 0-1 0 0,-1 0 1 0 0,0 1 0 0 0,1-1 0 0 0,0 1-1 0 0,0 0 1 0 0,0 0 0 0 0,0 0 0 0 0,1 0-1 0 0,-1 1 1 0 0,1-1 0 0 0,0 1-1 0 0,-1 0 1 0 0,1 0 0 0 0,7-3 0 0 0,2-1-9 0 0,1 1 0 0 0,0 0 0 0 0,0 1 0 0 0,0 1 0 0 0,18-3 0 0 0,-26 5 1 0 0,0 1 0 0 0,0 0 0 0 0,1 0 0 0 0,-1 0 0 0 0,0 1 1 0 0,0 0-1 0 0,-1 0 0 0 0,1 0 0 0 0,0 1 0 0 0,0 0 0 0 0,7 4 1 0 0,1 2-11 0 0,-1 0 0 0 0,0 1 0 0 0,12 10 1 0 0,-1-1 105 0 0,-18-81 1859 0 0,-5 48-3498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19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0 17052 0 0,'-2'9'752'0'0,"1"-7"160"0"0,0 3-728 0 0,-1-3-184 0 0,2 0 0 0 0,-1-2 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122 274 3681 0 0,'-4'-1'153'0'0,"1"0"-1"0"0,-1 0 1 0 0,0 0 0 0 0,1 0 0 0 0,-1 0-1 0 0,0 1 1 0 0,0 0 0 0 0,0 0 0 0 0,0 0-1 0 0,1 0 1 0 0,-1 0 0 0 0,0 1 0 0 0,-6 1-1 0 0,4 0-60 0 0,0-1-1 0 0,0 1 0 0 0,0 0 1 0 0,0 0-1 0 0,0 0 0 0 0,1 1 1 0 0,-1 0-1 0 0,-5 4 0 0 0,11-7-87 0 0,0 0 0 0 0,-1 0 0 0 0,1 1 0 0 0,0-1 0 0 0,0 0 0 0 0,-1 0 0 0 0,1 0-1 0 0,0 1 1 0 0,-1-1 0 0 0,1 0 0 0 0,0 0 0 0 0,0 1 0 0 0,0-1 0 0 0,-1 0 0 0 0,1 1-1 0 0,0-1 1 0 0,0 0 0 0 0,0 0 0 0 0,0 1 0 0 0,0-1 0 0 0,0 0 0 0 0,-1 1 0 0 0,1-1-1 0 0,0 0 1 0 0,0 1 0 0 0,0-1 0 0 0,0 0 0 0 0,0 1 0 0 0,0-1 0 0 0,0 1 0 0 0,0-1-1 0 0,0 0 1 0 0,1 1 0 0 0,-1-1 0 0 0,0 1 0 0 0,14 4-12 0 0,30-2 124 0 0,-34-3 137 0 0,136 15 3147 0 0,-91-8-2688 0 0,0-2 0 0 0,80-3 1 0 0,101-37-833 0 0,-56 5-339 0 0,-1 11 1814 0 0,180 3 0 0 0,-118 8-245 0 0,37 0-709 0 0,69 1-479 0 0,-149-1 239 0 0,156-21 1040 0 0,-105 6 198 0 0,289-28 60 0 0,235-11-1248 0 0,-334 37-19 0 0,-217 8-23 0 0,228 13 1 0 0,367 20-42 0 0,-563-12 188 0 0,62-2 128 0 0,-288-4-424 0 0,0 2 0 0 0,0 1 1 0 0,0 1-1 0 0,44 10 0 0 0,-52-11 274 0 0,-19-2-291 0 0,0 1 0 0 0,0 0 0 0 0,0 0-1 0 0,0-1 1 0 0,0 1 0 0 0,-1 0-1 0 0,1 0 1 0 0,0 0 0 0 0,0 0 0 0 0,0 0-1 0 0,0 0 1 0 0,0 0 0 0 0,0 1-1 0 0,0-1 1 0 0,0 0 0 0 0,0 0-1 0 0,0 1 1 0 0,-1-1 0 0 0,1 0 0 0 0,0 1-1 0 0,0-1 1 0 0,0 1 0 0 0,-1-1-1 0 0,1 1 1 0 0,0 0 0 0 0,0-1 0 0 0,-1 1-1 0 0,1 0 1 0 0,-1-1 0 0 0,1 1-1 0 0,-1 0 1 0 0,1 0 0 0 0,-1 0-1 0 0,1-1 1 0 0,-1 1 0 0 0,1 0 0 0 0,-1 0-1 0 0,0 0 1 0 0,0 0 0 0 0,1 0-1 0 0,-1 0 1 0 0,0 0 0 0 0,0 1 0 0 0,11 60 82 0 0,27 88 0 0 0,-1-5-2 0 0,-32-125-83 0 0,129 655 53 0 0,-123-610-43 0 0,-3-9-10 0 0,3-1 1 0 0,24 73-1 0 0,-23-97 0 0 0,-2 1 0 0 0,-1 0 0 0 0,-1 1 0 0 0,-2 0 0 0 0,-1 0 0 0 0,-2 0 0 0 0,-1 0 0 0 0,-2 0 0 0 0,-6 57 0 0 0,6-86 11 0 0,-1 0-1 0 0,0 0 1 0 0,-1-1-1 0 0,1 1 1 0 0,-1 0 0 0 0,0-1-1 0 0,0 1 1 0 0,0-1 0 0 0,0 0-1 0 0,0 1 1 0 0,-1-1 0 0 0,1 0-1 0 0,-1 0 1 0 0,0-1-1 0 0,0 1 1 0 0,0-1 0 0 0,0 1-1 0 0,-1-1 1 0 0,1 0 0 0 0,-1 0-1 0 0,1 0 1 0 0,-1-1-1 0 0,0 1 1 0 0,-3 0 0 0 0,-12 3 80 0 0,1-1 1 0 0,-1 0-1 0 0,-36 1 1 0 0,24-3-60 0 0,-107 6 34 0 0,-221-15 0 0 0,298 4-62 0 0,-202 9-4 0 0,69 1 0 0 0,-267-14 4 0 0,294 3 56 0 0,-192 4 5 0 0,145 2-66 0 0,-23 6 113 0 0,31-1-131 0 0,-141 6 57 0 0,58-2-89 0 0,174-7 92 0 0,-247-3-93 0 0,-210-19-1 0 0,477 14 30 0 0,8 2 45 0 0,1-4 0 0 0,0-4-1 0 0,-91-22 1 0 0,60 7-19 0 0,-154-13 0 0 0,158 24 124 0 0,-640-32 391 0 0,650 43-513 0 0,-507 7 275 0 0,552 1-280 0 0,40-3 0 0 0,0 0 0 0 0,0-1 0 0 0,-1-1 0 0 0,-35-4 0 0 0,49 2-532 0 0,-1 0 0 0 0,1-1-1 0 0,-1 0 1 0 0,1 0 0 0 0,0-1-1 0 0,0 1 1 0 0,0-1 0 0 0,1 0-1 0 0,-1 0 1 0 0,1-1 0 0 0,0 1-1 0 0,0-1 1 0 0,1 0 0 0 0,-1 0-1 0 0,1 0 1 0 0,0-1 0 0 0,0 1-1 0 0,1-1 1 0 0,0 0 0 0 0,0 1-1 0 0,0-1 1 0 0,1 0 0 0 0,-2-8-1 0 0,2-1-4190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28.8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1840 0 0,'-5'-2'435'0'0,"0"1"0"0"0,0 0 1 0 0,0 0-1 0 0,0 0 0 0 0,-1 0 0 0 0,1 1 0 0 0,0 0 0 0 0,0 0 0 0 0,-6 1 0 0 0,-24-1 1728 0 0,32-1-1620 0 0,-1 0 0 0 0,1 1 1 0 0,0 0-1 0 0,-1 0 0 0 0,1 0 1 0 0,-1 0-1 0 0,1 0 0 0 0,0 1 1 0 0,-1-1-1 0 0,1 1 0 0 0,0 0 0 0 0,-1 0 1 0 0,-4 3-1 0 0,7-3-211 0 0,-1 0 1 0 0,1 0-1 0 0,-1 1 0 0 0,1-1 1 0 0,0 0-1 0 0,-1 1 0 0 0,1-1 0 0 0,0 1 1 0 0,0-1-1 0 0,0 1 0 0 0,0 0 1 0 0,-1 3-1 0 0,-3 19-254 0 0,-1 41 46 0 0,3 1 1 0 0,4-1-1 0 0,10 85 1 0 0,45 189-10 0 0,-12-96 343 0 0,-37-167-100 0 0,-5-49 72 0 0,0 0-1 0 0,8 28 1 0 0,-3-49-38 0 0,-6-6-398 0 0,-1 0-1 0 0,1 1 1 0 0,-1-1-1 0 0,0 0 1 0 0,1 0-1 0 0,-1 0 1 0 0,1 1 0 0 0,-1-1-1 0 0,1 0 1 0 0,-1 1-1 0 0,0-1 1 0 0,1 0 0 0 0,-1 1-1 0 0,0-1 1 0 0,1 0-1 0 0,-1 1 1 0 0,0-1 0 0 0,0 1-1 0 0,1-1 1 0 0,-1 0-1 0 0,0 1 1 0 0,0-1 0 0 0,0 1-1 0 0,1-1 1 0 0,-1 1-1 0 0,0-1 1 0 0,0 1-1 0 0,0-1 1 0 0,0 1 0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2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159 211 6913 0 0,'-31'-4'610'0'0,"-1"2"-1"0"0,-56 4 1 0 0,81 0 669 0 0,12 0-911 0 0,15-1-359 0 0,149-41 129 0 0,-7 1 820 0 0,2 6 264 0 0,305-48 76 0 0,-327 69-1073 0 0,1 6 0 0 0,-1 6 1 0 0,180 24-1 0 0,-285-21 306 0 0,55-3-1 0 0,-35-2-215 0 0,-56 3-279 0 0,0-1 0 0 0,0 0 0 0 0,0 0 0 0 0,-1 0-1 0 0,1 0 1 0 0,0 1 0 0 0,0-1 0 0 0,-1 0 0 0 0,1 1-1 0 0,0-1 1 0 0,0 1 0 0 0,-1-1 0 0 0,1 1 0 0 0,0-1-1 0 0,-1 1 1 0 0,1-1 0 0 0,-1 1 0 0 0,1 0 0 0 0,-1-1-1 0 0,1 1 1 0 0,-1 0 0 0 0,1 0 0 0 0,-1-1 0 0 0,0 1-1 0 0,1 0 1 0 0,-1 0 0 0 0,0-1 0 0 0,0 1 0 0 0,0 0-1 0 0,1 0 1 0 0,-1 0 0 0 0,0-1 0 0 0,0 1 0 0 0,0 0-1 0 0,-1 2 1 0 0,-2 38 2099 0 0,1-22-1526 0 0,4 45-526 0 0,17 106 1 0 0,27 62 125 0 0,8 53-73 0 0,-52-271-135 0 0,5 41 28 0 0,2 91 0 0 0,-10-128-26 0 0,0-1 0 0 0,-1 1 0 0 0,-1 0 0 0 0,0-1 0 0 0,-2 0 0 0 0,0 0 0 0 0,0 0 0 0 0,-2-1 0 0 0,-11 21-1 0 0,14-29-2 0 0,-1 0 0 0 0,0 0 0 0 0,0-1 0 0 0,-1 0 0 0 0,0 0 0 0 0,0 0 0 0 0,0-1 0 0 0,-1 0 0 0 0,0 0 0 0 0,0 0 0 0 0,-1-1 0 0 0,0-1 0 0 0,0 1 0 0 0,0-1 0 0 0,-9 3 0 0 0,-29 10 131 0 0,-1-2 0 0 0,-92 17 0 0 0,77-20 1 0 0,-65 22 0 0 0,-172 57-107 0 0,243-78-9 0 0,-1-2 1 0 0,1-3-1 0 0,-86 1 0 0 0,-10-2 405 0 0,-39-1-270 0 0,164-7-219 0 0,0-1-1 0 0,0-1 1 0 0,0-2 0 0 0,-51-15 0 0 0,74 19-114 0 0,0 0 0 0 0,0 0 0 0 0,0-1 0 0 0,0 0 0 0 0,0 0 0 0 0,0 0 0 0 0,0 0-1 0 0,1 0 1 0 0,-1-1 0 0 0,1 0 0 0 0,-1 1 0 0 0,1-1 0 0 0,0-1 0 0 0,0 1 0 0 0,1 0 0 0 0,-1-1 0 0 0,1 1 0 0 0,-1-1 0 0 0,1 0 0 0 0,0 0 0 0 0,0 0 0 0 0,-1-5-1 0 0,0-8-1376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7:34.7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48 172 3225 0 0,'-38'-130'-1260'0'0,"29"88"9535"0"0,15 59-6263 0 0,10 36-1275 0 0,16 131 791 0 0,23 95-1306 0 0,-24-172-221 0 0,18 80 159 0 0,-41-148-118 0 0,-1 0 1 0 0,1 77-1 0 0,-3 44 3015 0 0,-10-141-1782 0 0,4-17-1387 0 0,1-1 0 0 0,-1 1 0 0 0,0 0 0 0 0,0-1-1 0 0,1 1 1 0 0,-1 0 0 0 0,1 0 0 0 0,0 0 0 0 0,-1 0-1 0 0,1 0 1 0 0,0-1 0 0 0,0 1 0 0 0,0 0 0 0 0,0 0-1 0 0,0 0 1 0 0,1 0 0 0 0,-1 0 0 0 0,1 1 0 0 0,3-1-1081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3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98 160 3681 0 0,'-19'-41'3805'0'0,"-42"-66"-1"0"0,60 106-3656 0 0,1 0 0 0 0,0 1 0 0 0,-1-1 0 0 0,1 0 0 0 0,0 1 0 0 0,-1-1 0 0 0,1 1 0 0 0,-1-1 0 0 0,1 0 0 0 0,-1 1 0 0 0,0-1 0 0 0,1 1 0 0 0,-1-1 0 0 0,1 1-1 0 0,-1 0 1 0 0,0-1 0 0 0,1 1 0 0 0,-1 0 0 0 0,0-1 0 0 0,-1 1 0 0 0,-2 11 1356 0 0,8 34-651 0 0,-3-37-547 0 0,61 405 3002 0 0,4 38-2856 0 0,-62-357-2663 0 0,-4-79-4507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3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8642 0 0,'2'-4'102'0'0,"0"1"1"0"0,0-1 0 0 0,1 1-1 0 0,-1 0 1 0 0,1-1-1 0 0,0 1 1 0 0,0 0 0 0 0,0 0-1 0 0,0 1 1 0 0,1-1-1 0 0,-1 1 1 0 0,1-1-1 0 0,-1 1 1 0 0,1 0 0 0 0,0 1-1 0 0,0-1 1 0 0,0 1-1 0 0,7-2 1 0 0,2-1 471 0 0,1 1 1 0 0,1 0-1 0 0,-1 1 0 0 0,18-1 1 0 0,-24 3-399 0 0,-1 0 1 0 0,1 1-1 0 0,0 0 0 0 0,0 0 1 0 0,0 1-1 0 0,-1 0 0 0 0,1 0 1 0 0,-1 1-1 0 0,1 0 0 0 0,-1 0 1 0 0,0 1-1 0 0,0 0 0 0 0,-1 0 1 0 0,1 1-1 0 0,-1-1 1 0 0,0 1-1 0 0,0 1 0 0 0,0-1 1 0 0,-1 1-1 0 0,0 0 0 0 0,0 0 1 0 0,-1 1-1 0 0,1-1 0 0 0,-1 1 1 0 0,4 10-1 0 0,-4-7-115 0 0,0 0 0 0 0,0 0 0 0 0,-1 0 1 0 0,-1 0-1 0 0,1 1 0 0 0,-2-1 0 0 0,0 1 0 0 0,0-1 0 0 0,-1 1 0 0 0,0 0 0 0 0,0-1 1 0 0,-1 1-1 0 0,-1-1 0 0 0,0 1 0 0 0,0-1 0 0 0,-1 0 0 0 0,-1 0 0 0 0,-6 15 0 0 0,2-12 57 0 0,0 0 0 0 0,-1-1 0 0 0,0 0-1 0 0,-1-1 1 0 0,0 1 0 0 0,-1-2-1 0 0,0 0 1 0 0,-1 0 0 0 0,-21 13-1 0 0,15-12-254 0 0,1-1-1 0 0,-2 0 1 0 0,1-2 0 0 0,-1 0-1 0 0,-1-1 1 0 0,-33 7-1 0 0,25-11-5768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3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13827 0 0,'21'-5'2531'0'0,"45"-21"449"0"0,-53 20-3462 0 0,0 0 1 0 0,0 1-1 0 0,0 1 1 0 0,28-6-1 0 0,-24 6-1809 0 0,-1-1-105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329 146 6449 0 0,'0'-4'297'0'0,"-1"0"-1"0"0,0 1 1 0 0,0-1-1 0 0,0 1 1 0 0,0-1-1 0 0,0 1 0 0 0,-1-1 1 0 0,0 1-1 0 0,0 0 1 0 0,-2-3-1 0 0,-26-35 2217 0 0,22 31-1743 0 0,4 5-393 0 0,0 0 0 0 0,0 1 0 0 0,0-1 0 0 0,-1 1 0 0 0,0 0 0 0 0,0 0 0 0 0,0 0 0 0 0,0 1 0 0 0,0-1 0 0 0,-11-3 0 0 0,13 6-323 0 0,-1 0 0 0 0,1 0 1 0 0,0 1-1 0 0,0-1 0 0 0,0 1 1 0 0,-1 0-1 0 0,1 0 0 0 0,0 0 1 0 0,0 0-1 0 0,0 1 0 0 0,-1-1 1 0 0,1 1-1 0 0,0 0 0 0 0,0 0 1 0 0,0 0-1 0 0,0 0 0 0 0,0 1 1 0 0,0-1-1 0 0,0 1 0 0 0,1 0 1 0 0,-1 0-1 0 0,-4 4 0 0 0,-5 5 51 0 0,1 0 0 0 0,0 1 0 0 0,1 0 0 0 0,0 1 0 0 0,1 0 0 0 0,1 1 0 0 0,-12 23 0 0 0,12-18-53 0 0,0 1 0 0 0,0-1-1 0 0,2 2 1 0 0,1-1-1 0 0,-4 28 1 0 0,8-40-50 0 0,0-1 0 0 0,1 1 0 0 0,0 0 0 0 0,0 0 0 0 0,1-1 0 0 0,0 1 0 0 0,0 0-1 0 0,1-1 1 0 0,0 1 0 0 0,0-1 0 0 0,1 1 0 0 0,0-1 0 0 0,0 0 0 0 0,7 11 0 0 0,-6-12 9 0 0,1-1 0 0 0,-1 0 0 0 0,1-1 0 0 0,0 1 0 0 0,0-1 0 0 0,0 0 0 0 0,1 0 0 0 0,-1 0 1 0 0,1-1-1 0 0,0 0 0 0 0,0 0 0 0 0,0 0 0 0 0,0-1 0 0 0,1 0 0 0 0,-1 0 0 0 0,1-1 0 0 0,9 2 0 0 0,-3-3-28 0 0,0 1 0 0 0,0-1 1 0 0,-1-1-1 0 0,1 0 0 0 0,0-1 1 0 0,0-1-1 0 0,-1 0 0 0 0,0 0 0 0 0,1-1 1 0 0,-1-1-1 0 0,-1 0 0 0 0,1 0 1 0 0,-1-2-1 0 0,17-11 0 0 0,-2-1-1023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4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 6449 0 0,'-1'0'111'0'0,"0"-1"552"0"0,1 0-552 0 0,0 1-1 0 0,-1 0 1 0 0,1 0-1 0 0,0 0 1 0 0,-1-1 0 0 0,1 1-1 0 0,0 0 1 0 0,0 0-1 0 0,-1 0 1 0 0,1 0-1 0 0,0 0 1 0 0,-1 0-1 0 0,1 0 1 0 0,0 0 0 0 0,-1 0-1 0 0,1 0 1 0 0,0 0-1 0 0,-1 0 1 0 0,1 0-1 0 0,-1 0 1 0 0,1 0-1 0 0,0 0 1 0 0,0 0 0 0 0,-1 0-1 0 0,1 0 1 0 0,0 0-1 0 0,-1 0 1 0 0,1 1-1 0 0,-7 11 2332 0 0,4 15 36 0 0,6 7-914 0 0,2 0 1 0 0,13 42-1 0 0,-1 0-627 0 0,-6-9-450 0 0,-7-39-405 0 0,0 1 0 0 0,2-1 0 0 0,1 0-1 0 0,2 0 1 0 0,20 47 0 0 0,-28-74-86 0 0,-1 0 1 0 0,0-1 0 0 0,0 1-1 0 0,1 0 1 0 0,-1-1 0 0 0,0 1-1 0 0,0-1 1 0 0,1 1-1 0 0,-1 0 1 0 0,1-1 0 0 0,-1 1-1 0 0,1-1 1 0 0,-1 1 0 0 0,1-1-1 0 0,-1 0 1 0 0,1 1 0 0 0,-1-1-1 0 0,1 1 1 0 0,-1-1 0 0 0,1 0-1 0 0,0 1 1 0 0,-1-1-1 0 0,1 0 1 0 0,0 0 0 0 0,-1 0-1 0 0,1 1 1 0 0,0-1 0 0 0,-1 0-1 0 0,1 0 1 0 0,0 0 0 0 0,-1 0-1 0 0,1 0 1 0 0,0 0-1 0 0,-1 0 1 0 0,1-1 0 0 0,0 1-1 0 0,-1 0 1 0 0,1 0 0 0 0,0 0-1 0 0,-1-1 1 0 0,1 1 0 0 0,0 0-1 0 0,-1-1 1 0 0,1 1 0 0 0,-1 0-1 0 0,1-1 1 0 0,-1 1-1 0 0,1-1 1 0 0,-1 1 0 0 0,1-1-1 0 0,-1 1 1 0 0,1-2 0 0 0,25-38-253 0 0,-20 28 226 0 0,32-69 83 0 0,-33 66-34 0 0,1 0 0 0 0,0 1 0 0 0,2 0 0 0 0,-1 0 0 0 0,2 0 1 0 0,0 1-1 0 0,0 1 0 0 0,15-16 0 0 0,-22 26 2 0 0,0 0-1 0 0,0 0 1 0 0,1 0-1 0 0,-1 0 1 0 0,1 1-1 0 0,-1-1 1 0 0,1 1 0 0 0,-1 0-1 0 0,1-1 1 0 0,0 1-1 0 0,0 0 1 0 0,0 1-1 0 0,-1-1 1 0 0,1 0 0 0 0,0 1-1 0 0,0 0 1 0 0,0 0-1 0 0,0-1 1 0 0,0 2-1 0 0,0-1 1 0 0,0 0 0 0 0,0 1-1 0 0,0-1 1 0 0,0 1-1 0 0,0 0 1 0 0,-1 0-1 0 0,1 0 1 0 0,5 3 0 0 0,-4-1 4 0 0,0 0 0 0 0,0 0 0 0 0,0 1 0 0 0,0-1 0 0 0,-1 1 0 0 0,1 0 1 0 0,-1 0-1 0 0,0 0 0 0 0,0 1 0 0 0,-1-1 0 0 0,1 1 0 0 0,-1 0 0 0 0,0 0 1 0 0,0-1-1 0 0,2 11 0 0 0,9 60 208 0 0,-2-11-1574 0 0,0-21-4607 0 0,-3-23-791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5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23 9674 0 0,'-5'-3'148'0'0,"0"0"-1"0"0,0 0 1 0 0,-1 1-1 0 0,1 0 1 0 0,-1 0 0 0 0,0 0-1 0 0,1 1 1 0 0,-1-1-1 0 0,0 1 1 0 0,0 1 0 0 0,0-1-1 0 0,0 1 1 0 0,0 0-1 0 0,0 0 1 0 0,1 1 0 0 0,-1 0-1 0 0,0 0 1 0 0,-10 3-1 0 0,5-1 158 0 0,0 1-1 0 0,0 0 0 0 0,0 1 0 0 0,0 0 1 0 0,1 1-1 0 0,0 0 0 0 0,0 1 0 0 0,-14 12 1 0 0,6-2 4 0 0,1 1 0 0 0,0 1 1 0 0,-21 33-1 0 0,30-40-280 0 0,0 0 1 0 0,2 1-1 0 0,-1 0 0 0 0,1 0 1 0 0,1 0-1 0 0,1 1 1 0 0,-6 23-1 0 0,10-33-31 0 0,-1 0 0 0 0,1 0-1 0 0,0 0 1 0 0,0 0 0 0 0,0 0 0 0 0,1 0 0 0 0,-1 0-1 0 0,1 0 1 0 0,0 0 0 0 0,0 0 0 0 0,0 0 0 0 0,1-1-1 0 0,-1 1 1 0 0,1 0 0 0 0,0-1 0 0 0,0 1 0 0 0,5 5-1 0 0,-5-7-2 0 0,0-1 0 0 0,0 1 0 0 0,0 0 0 0 0,0-1 0 0 0,0 1 0 0 0,0-1 0 0 0,0 0 0 0 0,1 0 0 0 0,-1 0 0 0 0,0 0 0 0 0,1 0 0 0 0,-1 0 0 0 0,1-1 0 0 0,-1 1 0 0 0,1-1 0 0 0,-1 0 0 0 0,1 0 0 0 0,-1 0 0 0 0,1 0 0 0 0,-1 0 0 0 0,1 0 0 0 0,0-1 0 0 0,-1 1 0 0 0,0-1 0 0 0,1 0 0 0 0,-1 1 0 0 0,1-1 0 0 0,-1 0 0 0 0,3-2 1 0 0,5-3-15 0 0,1 0 0 0 0,-1-1 0 0 0,0 0 0 0 0,-1 0 1 0 0,0-1-1 0 0,0 0 0 0 0,-1-1 0 0 0,0 0 1 0 0,0 0-1 0 0,9-15 0 0 0,4-12 9 0 0,29-65-1 0 0,-15 27 289 0 0,-34 72-188 0 0,1-1-1 0 0,-1 1 1 0 0,0-1-1 0 0,1 1 0 0 0,0-1 1 0 0,-1 1-1 0 0,1 0 1 0 0,0 0-1 0 0,0 0 1 0 0,0 0-1 0 0,1 0 1 0 0,-1 0-1 0 0,0 1 1 0 0,1-1-1 0 0,-1 1 1 0 0,4-2-1 0 0,-5 3-6 0 0,1 0 1 0 0,0 0-1 0 0,0 0 0 0 0,-1 0 1 0 0,1 0-1 0 0,0 0 0 0 0,0 1 1 0 0,-1-1-1 0 0,1 1 0 0 0,0-1 1 0 0,-1 1-1 0 0,1 0 0 0 0,-1 0 1 0 0,1-1-1 0 0,-1 1 0 0 0,1 0 1 0 0,-1 0-1 0 0,1 1 0 0 0,-1-1 1 0 0,0 0-1 0 0,0 0 0 0 0,0 1 1 0 0,0-1-1 0 0,0 0 0 0 0,0 1 1 0 0,0-1-1 0 0,1 3 0 0 0,12 20 244 0 0,-1 0 0 0 0,0 1-1 0 0,11 35 1 0 0,-11-26-621 0 0,21 39 0 0 0,-23-53-533 0 0,1 0 0 0 0,26 33-1 0 0,-22-35-489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5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6449 0 0,'4'-1'314'0'0,"1"0"0"0"0,0 1 0 0 0,0-1-1 0 0,-1 1 1 0 0,1 0 0 0 0,0 1-1 0 0,0-1 1 0 0,0 1 0 0 0,-1 0-1 0 0,1 0 1 0 0,0 0 0 0 0,-1 1 0 0 0,1 0-1 0 0,-1 0 1 0 0,0 0 0 0 0,6 3-1 0 0,0 1 307 0 0,-1 0 0 0 0,0 1 0 0 0,0-1-1 0 0,0 2 1 0 0,-1-1 0 0 0,7 9 0 0 0,-9-7-292 0 0,-1-1 1 0 0,0 1 0 0 0,0 0-1 0 0,0 0 1 0 0,-2 0-1 0 0,1 1 1 0 0,-1-1 0 0 0,2 11-1 0 0,5 13 290 0 0,-1-69-46 0 0,-5 13-423 0 0,1 1 0 0 0,1-1-1 0 0,0 1 1 0 0,18-37 0 0 0,-21 53-141 0 0,1-1-1 0 0,-1 1 1 0 0,2 0 0 0 0,-1 0 0 0 0,1 1 0 0 0,0-1 0 0 0,0 1 0 0 0,9-7-1 0 0,-11 10 16 0 0,1-1 0 0 0,0 1-1 0 0,0 0 1 0 0,0 0 0 0 0,0 0-1 0 0,0 1 1 0 0,0 0 0 0 0,1-1-1 0 0,-1 1 1 0 0,1 1-1 0 0,-1-1 1 0 0,0 1 0 0 0,1 0-1 0 0,-1 0 1 0 0,6 0 0 0 0,-5 1 17 0 0,-1 0 0 0 0,0 0 1 0 0,0 0-1 0 0,0 1 0 0 0,0 0 1 0 0,0-1-1 0 0,0 1 0 0 0,0 0 1 0 0,-1 1-1 0 0,1-1 0 0 0,-1 1 1 0 0,1 0-1 0 0,-1 0 0 0 0,0 0 1 0 0,0 0-1 0 0,0 0 0 0 0,-1 1 1 0 0,1-1-1 0 0,-1 1 0 0 0,0-1 1 0 0,3 7-1 0 0,3 9 45 0 0,0 0 0 0 0,-1 0 0 0 0,5 28-1 0 0,-3-14-33 0 0,7 29-242 0 0,-7-27-1577 0 0,18 46 0 0 0,-23-73 961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6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5529 0 0,'-1'-5'377'0'0,"1"1"0"0"0,0 0 0 0 0,1-1 0 0 0,-1 1 0 0 0,1 0 0 0 0,-1-1 0 0 0,1 1 0 0 0,1 0 0 0 0,-1 0 0 0 0,1 0 0 0 0,-1 0 0 0 0,1 0 0 0 0,0 0 0 0 0,0 0 0 0 0,1 0 0 0 0,-1 1 0 0 0,1-1 0 0 0,0 1 0 0 0,0 0 0 0 0,0 0 0 0 0,0 0 0 0 0,7-4 0 0 0,-8 5-191 0 0,1 0-1 0 0,-1 0 0 0 0,1 0 1 0 0,0 0-1 0 0,0 0 0 0 0,0 1 1 0 0,0 0-1 0 0,0-1 0 0 0,0 1 1 0 0,1 0-1 0 0,-1 1 0 0 0,0-1 1 0 0,1 0-1 0 0,-1 1 0 0 0,0 0 1 0 0,1 0-1 0 0,-1 0 0 0 0,0 0 1 0 0,1 0-1 0 0,-1 1 0 0 0,0 0 1 0 0,1-1-1 0 0,-1 1 0 0 0,0 0 1 0 0,0 1-1 0 0,0-1 0 0 0,0 0 1 0 0,0 1-1 0 0,0 0 0 0 0,3 2 1 0 0,0 2-41 0 0,1 1 0 0 0,-1 0 1 0 0,-1 0-1 0 0,1 1 1 0 0,-1-1-1 0 0,-1 1 1 0 0,0 0-1 0 0,0 1 0 0 0,0-1 1 0 0,4 18-1 0 0,1 8-5 0 0,6 53 0 0 0,-9-45-108 0 0,-6-11-183 0 0,0-31 147 0 0,0 0 0 0 0,0 0 0 0 0,0 0 0 0 0,-1 0 0 0 0,1 0 0 0 0,0 0 0 0 0,0 0 0 0 0,0 0 1 0 0,0 0-1 0 0,0 0 0 0 0,0 0 0 0 0,0 0 0 0 0,0 0 0 0 0,0 0 0 0 0,0 0 0 0 0,0 0 0 0 0,0 0 0 0 0,0 0 0 0 0,0 0 0 0 0,-1 0 0 0 0,1 0 0 0 0,0 0 0 0 0,0 0 1 0 0,0 0-1 0 0,0 0 0 0 0,0 0 0 0 0,0 0 0 0 0,0 0 0 0 0,0 0 0 0 0,0 0 0 0 0,0 0 0 0 0,0 0 0 0 0,0 0 0 0 0,0 0 0 0 0,0 0 0 0 0,0 0 0 0 0,0 0 0 0 0,0 0 1 0 0,-1 0-1 0 0,1 0 0 0 0,0 1 0 0 0,0-1 0 0 0,0 0 0 0 0,0 0 0 0 0,0 0 0 0 0,0 0 0 0 0,0 0 0 0 0,0 0 0 0 0,0 0 0 0 0,0 0 0 0 0,0 0 0 0 0,0 0 0 0 0,0 0 1 0 0,0 0-1 0 0,-1-17-377 0 0,2 0 314 0 0,1 0 0 0 0,0 0 1 0 0,2 0-1 0 0,0 0 1 0 0,1 1-1 0 0,0-1 0 0 0,1 1 1 0 0,1 0-1 0 0,1 1 1 0 0,0 0-1 0 0,1 0 0 0 0,0 1 1 0 0,1 0-1 0 0,24-25 1 0 0,-32 37 79 0 0,0 0 0 0 0,0 0 0 0 0,1 0 0 0 0,-1 0 0 0 0,0 1 0 0 0,1-1 0 0 0,-1 1 0 0 0,1-1 0 0 0,-1 1 0 0 0,1 0 0 0 0,0 0 0 0 0,-1 1 0 0 0,1-1 0 0 0,0 0 0 0 0,0 1 0 0 0,0-1 0 0 0,-1 1 0 0 0,1 0 0 0 0,0 0 1 0 0,0 0-1 0 0,0 1 0 0 0,0-1 0 0 0,-1 1 0 0 0,1-1 0 0 0,0 1 0 0 0,4 2 0 0 0,-2-1 62 0 0,-1 2 0 0 0,1-1-1 0 0,0 0 1 0 0,-1 1 0 0 0,0 0 0 0 0,0 0 0 0 0,0 0 0 0 0,0 1 0 0 0,0-1 0 0 0,-1 1 0 0 0,0 0-1 0 0,3 6 1 0 0,0 0-621 0 0,1 0 0 0 0,0 0-1 0 0,1-1 1 0 0,0 1 0 0 0,0-2 0 0 0,1 1-1 0 0,17 13 1 0 0,-10-11-5669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6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9 286 5985 0 0,'-8'4'3869'0'0,"23"-13"1564"0"0,-14 9-5394 0 0,25-19 870 0 0,0-2 1 0 0,25-25-1 0 0,-44 40-902 0 0,-1-1 1 0 0,-1 1-1 0 0,1-1 0 0 0,-1 0 1 0 0,0 0-1 0 0,-1 0 0 0 0,0-1 1 0 0,0 0-1 0 0,0 0 0 0 0,-1 0 1 0 0,0 0-1 0 0,-1 0 0 0 0,0-1 1 0 0,1-9-1 0 0,-2 15-41 0 0,-1 0 0 0 0,0 0 1 0 0,0 1-1 0 0,0-1 0 0 0,-1 0 0 0 0,1 0 1 0 0,-1 0-1 0 0,0 1 0 0 0,1-1 0 0 0,-1 0 1 0 0,0 1-1 0 0,0-1 0 0 0,-1 1 0 0 0,1-1 1 0 0,-1 1-1 0 0,1 0 0 0 0,-1-1 0 0 0,0 1 1 0 0,0 0-1 0 0,0 0 0 0 0,0 0 0 0 0,0 0 1 0 0,0 1-1 0 0,0-1 0 0 0,-1 0 0 0 0,1 1 1 0 0,0 0-1 0 0,-1-1 0 0 0,0 1 0 0 0,1 0 1 0 0,-1 0-1 0 0,0 1 0 0 0,1-1 0 0 0,-1 1 1 0 0,0-1-1 0 0,0 1 0 0 0,1 0 0 0 0,-1 0 1 0 0,0 0-1 0 0,0 0 0 0 0,0 0 1 0 0,1 1-1 0 0,-1-1 0 0 0,0 1 0 0 0,1 0 1 0 0,-1 0-1 0 0,0 0 0 0 0,1 0 0 0 0,-1 0 1 0 0,1 1-1 0 0,-1-1 0 0 0,1 1 0 0 0,0-1 1 0 0,0 1-1 0 0,0 0 0 0 0,0 0 0 0 0,0 0 1 0 0,0 0-1 0 0,0 0 0 0 0,0 1 0 0 0,1-1 1 0 0,-1 0-1 0 0,1 1 0 0 0,0-1 0 0 0,0 1 1 0 0,0 0-1 0 0,0-1 0 0 0,-1 6 0 0 0,1 2 33 0 0,-1-1 0 0 0,2 0 0 0 0,-1 1-1 0 0,2-1 1 0 0,-1 1 0 0 0,1-1-1 0 0,0 0 1 0 0,1 0 0 0 0,0 0 0 0 0,1 1-1 0 0,0-2 1 0 0,0 1 0 0 0,1 0 0 0 0,0-1-1 0 0,0 1 1 0 0,1-1 0 0 0,0-1-1 0 0,1 1 1 0 0,9 10 0 0 0,-10-11 21 0 0,2 0 0 0 0,-1-1 0 0 0,1 1 0 0 0,0-1 0 0 0,0-1 0 0 0,1 1 0 0 0,-1-1-1 0 0,1 0 1 0 0,0-1 0 0 0,1 0 0 0 0,-1 0 0 0 0,1-1 0 0 0,0 0 0 0 0,0-1 0 0 0,0 0 0 0 0,0 0 0 0 0,0-1 0 0 0,0 0 0 0 0,17 0 0 0 0,-20-2-526 0 0,0-1 1 0 0,0 1 0 0 0,0-1 0 0 0,0 0-1 0 0,0 0 1 0 0,-1 0 0 0 0,1-1-1 0 0,8-5 1 0 0,6-7-3954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4:57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69 6449 0 0,'-8'-68'697'0'0,"8"68"-663"0"0,0 0 0 0 0,0 0 0 0 0,0 1 0 0 0,0-1 0 0 0,0 0 0 0 0,0 0 0 0 0,0 0 0 0 0,0 1 0 0 0,0-1 0 0 0,0 0 0 0 0,0 0 0 0 0,0 0 0 0 0,-1 1 0 0 0,1-1 0 0 0,0 0 0 0 0,0 0 0 0 0,0 0 1 0 0,0 0-1 0 0,0 0 0 0 0,0 1 0 0 0,-1-1 0 0 0,1 0 0 0 0,0 0 0 0 0,0 0 0 0 0,0 0 0 0 0,0 0 0 0 0,-1 0 0 0 0,1 0 0 0 0,0 1 0 0 0,0-1 0 0 0,0 0 0 0 0,0 0 0 0 0,-1 0 0 0 0,1 0 0 0 0,0 0 1 0 0,0 0-1 0 0,0 0 0 0 0,-1 0 0 0 0,1 0 0 0 0,0 0 0 0 0,0 0 0 0 0,0 0 0 0 0,-1 0 0 0 0,1 0 0 0 0,0 0 0 0 0,0-1 0 0 0,0 1 0 0 0,0 0 0 0 0,-1 0 0 0 0,1 0 0 0 0,0 0 0 0 0,0 0 1 0 0,0 0-1 0 0,0 0 0 0 0,-1 0 0 0 0,1-1 0 0 0,0 1 0 0 0,0 0 0 0 0,0 0 0 0 0,0 0 0 0 0,0 0 0 0 0,0-1 0 0 0,0 1 0 0 0,-1 0 0 0 0,1 0 0 0 0,0 0 0 0 0,0-1 0 0 0,-6 17 2982 0 0,4 10-1956 0 0,1-1 1 0 0,1 0-1 0 0,1 1 0 0 0,1-1 0 0 0,2 0 0 0 0,8 32 0 0 0,-5-20-307 0 0,-1-3-462 0 0,46 235 1722 0 0,-31-182-2523 0 0,34 88-1 0 0,-37-129-4819 0 0,3-2-1808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63 406 6449 0 0,'-46'-11'3762'0'0,"30"7"-2405"0"0,26 5 126 0 0,38 5-1345 0 0,0-2 0 0 0,0-2 1 0 0,0-3-1 0 0,0-1 0 0 0,0-3 1 0 0,59-13-1 0 0,484-76 996 0 0,-380 63-932 0 0,779-92 1216 0 0,-174 51 526 0 0,1 42-1025 0 0,652 3 429 0 0,-115 45 133 0 0,-1086 14-1472 0 0,106 4 214 0 0,-349-35-338 0 0,15 1-213 0 0,0-3 0 0 0,-1 0 0 0 0,42-8 0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3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7502 2 2761 0 0,'3'0'315'0'0,"-1"-1"0"0"0,0 1 1 0 0,0 0-1 0 0,0-1 0 0 0,0 1 0 0 0,1 0 1 0 0,-1 1-1 0 0,0-1 0 0 0,0 0 1 0 0,0 1-1 0 0,1-1 0 0 0,-1 1 1 0 0,0 0-1 0 0,0-1 0 0 0,0 1 1 0 0,0 0-1 0 0,0 0 0 0 0,0 0 1 0 0,-1 1-1 0 0,1-1 0 0 0,0 0 1 0 0,-1 1-1 0 0,1-1 0 0 0,0 1 1 0 0,-1 0-1 0 0,0-1 0 0 0,1 1 0 0 0,-1 0 1 0 0,2 3-1 0 0,4 8 1016 0 0,0 0 0 0 0,-1 0 0 0 0,7 20 1 0 0,-7-18-997 0 0,7 22 222 0 0,-1 0-1 0 0,-2 1 1 0 0,5 44 0 0 0,7 121 179 0 0,-3-21-206 0 0,0-54-274 0 0,62 465 225 0 0,-32-221-419 0 0,22 209 411 0 0,22 8-358 0 0,2 21-51 0 0,-35-78 103 0 0,-12-130 343 0 0,-37-303-582 0 0,13 208 120 0 0,-22-253-103 0 0,2 0 1 0 0,2-1-1 0 0,3 0 0 0 0,19 65 1 0 0,-23-107 46 0 0,-3-8 39 0 0,-4-7 6 0 0,-4 2 5 0 0,-8-2-31 0 0,0 1-1 0 0,0 0 1 0 0,-1 1-1 0 0,0 1 0 0 0,-15 1 1 0 0,-82 7 83 0 0,-16 0-215 0 0,57-10 119 0 0,-380 2-202 0 0,244 10 7 0 0,-164 12-153 0 0,2 1-67 0 0,55-3 250 0 0,-261 13 167 0 0,-100 2 192 0 0,152-9-172 0 0,271-11-194 0 0,-680 65-865 0 0,558-19 1362 0 0,-212 29 388 0 0,409-65-561 0 0,-186 19 131 0 0,169-20-200 0 0,-128 7 114 0 0,-63-10 58 0 0,53-1 187 0 0,172-11-81 0 0,-86 2-760 0 0,229-10 196 0 0,12 1 22 0 0,1-1 0 0 0,-1 1 0 0 0,1-1 0 0 0,-1-1 0 0 0,1 1 0 0 0,0-1 0 0 0,-1 1 0 0 0,1-1 0 0 0,-7-3 0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28 5529 0 0,'-2'-5'417'0'0,"-18"-17"8239"0"0,15 36-7296 0 0,-6 45 789 0 0,-6 117-1 0 0,17 62-1673 0 0,-3 46-474 0 0,-5 535 1275 0 0,11-652-1524 0 0,7 8 465 0 0,41 219-1 0 0,-6-77-39 0 0,58 358 168 0 0,-82-508-348 0 0,0 246-1 0 0,-14-186 205 0 0,-3 57-128 0 0,3 42 331 0 0,4-180-12 0 0,34 163 0 0 0,-29-199 170 0 0,7 28 188 0 0,-20-113-2632 0 0,1 2-3905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5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1769 48 3225 0 0,'1'-6'668'0'0,"1"0"1"0"0,0 0 0 0 0,0 0-1 0 0,1 0 1 0 0,13-12 5280 0 0,-2 44-4832 0 0,3 26-654 0 0,-2 1 1 0 0,-2 1-1 0 0,6 66 1 0 0,-10-31-258 0 0,-4 109-1 0 0,-5-161-171 0 0,-3 0 0 0 0,-1 1 0 0 0,-1-1 0 0 0,-2-1-1 0 0,-2 1 1 0 0,-1-1 0 0 0,-2-1 0 0 0,-23 48-1 0 0,15-46 75 0 0,-1 0-1 0 0,-2-1 0 0 0,-2-2 0 0 0,-1 0 0 0 0,-2-2 0 0 0,-1 0 1 0 0,-1-3-1 0 0,-2 0 0 0 0,-1-2 0 0 0,-1-1 0 0 0,-1-2 0 0 0,-1-2 1 0 0,-44 21-1 0 0,44-24 169 0 0,-37 17 62 0 0,-104 39 0 0 0,-116 31 1466 0 0,-56 19 291 0 0,-42 0-1789 0 0,372-118-338 0 0,7-3-1303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6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22 920 0 0,'0'-1'333'0'0,"0"0"0"0"0,0 0 1 0 0,0 0-1 0 0,0 0 0 0 0,0 0 0 0 0,0 0 0 0 0,-1 0 0 0 0,1 0 0 0 0,0 0 0 0 0,-1 0 0 0 0,1 0 0 0 0,-1 1 1 0 0,-4-7 2330 0 0,5 7-2331 0 0,-1-1 1 0 0,0 1-1 0 0,-1-2 0 0 0,1 3-59 0 0,0-1-1 0 0,0 1 1 0 0,0-1 0 0 0,0 1 0 0 0,0 0 0 0 0,1-1-1 0 0,-1 1 1 0 0,0 0 0 0 0,1-1 0 0 0,-1 1-1 0 0,0 0 1 0 0,1 0 0 0 0,-1 0 0 0 0,1 0 0 0 0,-1-1-1 0 0,1 1 1 0 0,0 0 0 0 0,-1 2 0 0 0,-16 54 2288 0 0,13-33-2165 0 0,2 1 1 0 0,1 1 0 0 0,2 36 0 0 0,0-9 115 0 0,2 10-383 0 0,2 0 1 0 0,2 0-1 0 0,4-1 0 0 0,2 0 0 0 0,31 87 1 0 0,-9-54-13 0 0,5-1 0 0 0,84 145 0 0 0,-99-201-40 0 0,1 0-1 0 0,2-2 0 0 0,1-1 0 0 0,2-2 0 0 0,1 0 1 0 0,57 43-1 0 0,-35-36 109 0 0,1-3 0 0 0,2-3 1 0 0,115 52-1 0 0,-132-70-214 0 0,0-3 0 0 0,2-1 0 0 0,-1-2 0 0 0,2-2 0 0 0,76 5 0 0 0,220-15 1024 0 0,-180-4-592 0 0,215 10-97 0 0,-359-5-1227 0 0,0 0 0 0 0,22-4-1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7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16 6913 0 0,'0'0'149'0'0,"0"-1"0"0"0,0 0 0 0 0,0 1 0 0 0,0-1 0 0 0,0 1 0 0 0,0-1 0 0 0,0 1 0 0 0,0-1 0 0 0,0 0 0 0 0,0 1 0 0 0,-1-1-1 0 0,1 1 1 0 0,0-1 0 0 0,0 1 0 0 0,0-1 0 0 0,-1 1 0 0 0,1-1 0 0 0,0 1 0 0 0,-1-1 0 0 0,1 1 0 0 0,0 0 0 0 0,-1-1-1 0 0,1 1 1 0 0,-1-1 0 0 0,1 1 0 0 0,-1 0 0 0 0,1-1 0 0 0,-1 1 0 0 0,1 0 0 0 0,-1 0 0 0 0,1-1 0 0 0,-1 1 0 0 0,1 0 0 0 0,-1 0-1 0 0,1 0 1 0 0,-1 0 0 0 0,1 0 0 0 0,-1-1 0 0 0,0 1 0 0 0,1 0 0 0 0,-1 0 0 0 0,1 1 0 0 0,-1-1 0 0 0,1 0 0 0 0,-1 0-1 0 0,0 0 1 0 0,1 0 0 0 0,-1 1 0 0 0,-3 0-96 0 0,1 0 0 0 0,0 0 0 0 0,-1 1 0 0 0,1-1 0 0 0,0 1 0 0 0,0 0 0 0 0,-4 3 0 0 0,-4 5 142 0 0,0 1 0 0 0,0 0 0 0 0,1 0 1 0 0,1 1-1 0 0,0 0 0 0 0,1 1 0 0 0,0 0 1 0 0,-10 24-1 0 0,-3 14 350 0 0,-15 55-1 0 0,32-93-530 0 0,3-8-9 0 0,-1 0-1 0 0,1 0 0 0 0,0 0 0 0 0,0 0 0 0 0,0 0 0 0 0,1 0 0 0 0,0 0 0 0 0,0 0 0 0 0,0 0 0 0 0,1 0 1 0 0,-1 0-1 0 0,3 9 0 0 0,-1-11-1 0 0,0 1 0 0 0,-1-1 0 0 0,1 0 0 0 0,0 0 0 0 0,1 1 0 0 0,-1-1-1 0 0,1-1 1 0 0,-1 1 0 0 0,1 0 0 0 0,0-1 0 0 0,0 1 0 0 0,0-1 0 0 0,0 0 0 0 0,0 0 0 0 0,1 0 0 0 0,-1 0 0 0 0,6 2 0 0 0,-4-3-11 0 0,24 12-24 0 0,44 24-1 0 0,-65-32 33 0 0,0 0 1 0 0,-1 0-1 0 0,0 0 0 0 0,0 1 1 0 0,-1 0-1 0 0,1 1 0 0 0,-1-1 1 0 0,-1 1-1 0 0,1 1 0 0 0,7 12 1 0 0,-12-17 7 0 0,1 1 0 0 0,-1 0 0 0 0,0-1 1 0 0,1 1-1 0 0,-2 0 0 0 0,1 0 0 0 0,0 0 1 0 0,-1 0-1 0 0,0 0 0 0 0,0 0 0 0 0,0 0 1 0 0,0 0-1 0 0,-1 0 0 0 0,-1 6 0 0 0,0-3 96 0 0,0 0-1 0 0,-1 0 1 0 0,0 0-1 0 0,0-1 1 0 0,-1 1 0 0 0,0-1-1 0 0,-6 9 1 0 0,-1-2 322 0 0,-1 0 1 0 0,-1-1 0 0 0,0 0 0 0 0,0 0 0 0 0,-29 17-1 0 0,26-20-275 0 0,0 0-1 0 0,-1-1 0 0 0,0-1 0 0 0,0 0 0 0 0,-1-1 1 0 0,0-1-1 0 0,0-1 0 0 0,0 0 0 0 0,-21 1 0 0 0,26-5-1483 0 0,0 0-1 0 0,-1-1 0 0 0,1 0 1 0 0,-21-5-1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8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73 5985 0 0,'-38'-32'2337'0'0,"30"25"-800"0"0,-1-1 1 0 0,0 1 0 0 0,0 1-1 0 0,-10-7 1 0 0,25 28 2132 0 0,1 25-3045 0 0,-5-30-295 0 0,80 410 940 0 0,-71-356-3017 0 0,-7-21-3947 0 0,-2-35 3825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09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 3225 0 0,'-14'-4'1467'0'0,"0"0"1"0"0,-1 2-1 0 0,1 0 1 0 0,-16 0 7773 0 0,26 4-9157 0 0,4-2-77 0 0,-1 0 1 0 0,0 1 0 0 0,0-1 0 0 0,-1 1 1 0 0,1-1-1 0 0,0 1 0 0 0,0-1 0 0 0,0 1 1 0 0,0 0-1 0 0,0 0 0 0 0,0 0 0 0 0,0-1 1 0 0,0 1-1 0 0,0 0 0 0 0,0 0 0 0 0,0 2 1 0 0,1-3 124 0 0,0 0-103 0 0,0 1 0 0 0,0-1 0 0 0,0 0 0 0 0,0 0 0 0 0,0 1 0 0 0,0-1 0 0 0,0 0 0 0 0,0 0 0 0 0,0 0 0 0 0,0 1 0 0 0,0-1 0 0 0,0 0 0 0 0,1 0 0 0 0,-1 0 0 0 0,0 1 0 0 0,0-1 0 0 0,0 0 1 0 0,0 0-1 0 0,1 0 0 0 0,-1 0 0 0 0,0 1 0 0 0,0-1 0 0 0,0 0 0 0 0,1 0 0 0 0,-1 0 0 0 0,0 0 0 0 0,0 0 0 0 0,0 0 0 0 0,1 0 0 0 0,-1 0 0 0 0,0 0 0 0 0,0 0 0 0 0,1 1 0 0 0,-1-1 0 0 0,0 0 0 0 0,0 0 1 0 0,1-1-1 0 0,-1 1 0 0 0,0 0 0 0 0,0 0 0 0 0,0 0 0 0 0,1 0 0 0 0,-1 0 0 0 0,0 0 0 0 0,0 0 0 0 0,1 0 0 0 0,-1 0 0 0 0,0 0 0 0 0,0-1 0 0 0,1 1 0 0 0,28-4 58 0 0,0 2 0 0 0,0 0 0 0 0,1 2 0 0 0,-1 2 0 0 0,0 0 0 0 0,50 12 0 0 0,23 4-136 0 0,-83-16 37 0 0,0 0 1 0 0,1 1-1 0 0,-1 2 1 0 0,0 0 0 0 0,-1 0-1 0 0,0 2 1 0 0,29 14-1 0 0,-42-17 1 0 0,-1 0-1 0 0,1 0 0 0 0,-1 0 0 0 0,0 0 0 0 0,0 1 0 0 0,0 0 0 0 0,-1 0 1 0 0,1 0-1 0 0,-1 0 0 0 0,-1 0 0 0 0,1 0 0 0 0,-1 1 0 0 0,0 0 0 0 0,0-1 1 0 0,0 1-1 0 0,-1 0 0 0 0,0 0 0 0 0,0 0 0 0 0,0 0 0 0 0,-1 8 0 0 0,0 12-46 0 0,-1 0 0 0 0,-2-1 0 0 0,-6 33 0 0 0,7-48 57 0 0,-1 13-5 0 0,-12 37 1 0 0,11-51 9 0 0,1 0 0 0 0,-1 0 0 0 0,-1-1 0 0 0,0 0 0 0 0,0 1 0 0 0,0-2 0 0 0,-8 9 0 0 0,-19 22 314 0 0,18-20-141 0 0,0 0-1 0 0,-1-2 1 0 0,-1 1-1 0 0,-1-2 1 0 0,0 0-1 0 0,-32 20 1 0 0,-74 29-354 0 0,112-58-441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4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2761 0 0,'1'-10'774'0'0,"0"0"1"0"0,1 0 0 0 0,1 0-1 0 0,5-16 1 0 0,16-27 10368 0 0,-21 58-10907 0 0,22 45 959 0 0,17 55 1 0 0,-7-17-700 0 0,-34-86-494 0 0,48 123 245 0 0,-43-105-205 0 0,-1 1-1 0 0,0 0 1 0 0,-2 0-1 0 0,2 28 1 0 0,-10 4-21 0 0,4-44-15 0 0,0 0 1 0 0,0 1-1 0 0,0-1 0 0 0,1 0 0 0 0,1 0 0 0 0,2 18 0 0 0,3-19-82 0 0,-6-8 75 0 0,0 0 1 0 0,0 0-1 0 0,1 0 1 0 0,-1-1-1 0 0,0 1 1 0 0,0 0-1 0 0,0 0 1 0 0,0 0 0 0 0,0 0-1 0 0,0 0 1 0 0,0 0-1 0 0,0 0 1 0 0,0 0-1 0 0,0 0 1 0 0,0 0-1 0 0,0 0 1 0 0,0 0 0 0 0,0 0-1 0 0,1 0 1 0 0,-1 0-1 0 0,0-1 1 0 0,0 1-1 0 0,0 0 1 0 0,0 0-1 0 0,0 0 1 0 0,0 0 0 0 0,0 0-1 0 0,0 0 1 0 0,0 0-1 0 0,1 0 1 0 0,-1 0-1 0 0,0 0 1 0 0,0 0-1 0 0,0 0 1 0 0,0 0 0 0 0,0 0-1 0 0,0 1 1 0 0,0-1-1 0 0,0 0 1 0 0,0 0-1 0 0,0 0 1 0 0,1 0-1 0 0,-1 0 1 0 0,0 0 0 0 0,0 0-1 0 0,0 0 1 0 0,0 0-1 0 0,0 0 1 0 0,0 0-1 0 0,0 0 1 0 0,0 0-1 0 0,0 0 1 0 0,0 0 0 0 0,0 1-1 0 0,0-1 1 0 0,0 0-1 0 0,0 0 1 0 0,0 0-1 0 0,0 0 1 0 0,0 0-1 0 0,0 0 1 0 0,0 0 0 0 0,-5-19 109 0 0,-1-1 1 0 0,2 1 0 0 0,1-1 0 0 0,0 0 0 0 0,2 0-1 0 0,0-1 1 0 0,1 1 0 0 0,1 0 0 0 0,1 0 0 0 0,1 0-1 0 0,10-37 1 0 0,2 5-101 0 0,3 1 0 0 0,2 0-1 0 0,33-61 1 0 0,-46 99-34 0 0,-1 1-1 0 0,2-1 1 0 0,-1 1-1 0 0,2 0 1 0 0,18-20 0 0 0,-26 31 27 0 0,1 1 1 0 0,-1-1-1 0 0,1 0 1 0 0,-1 1-1 0 0,1-1 1 0 0,0 1-1 0 0,-1-1 0 0 0,1 1 1 0 0,-1 0-1 0 0,1-1 1 0 0,0 1-1 0 0,-1 0 1 0 0,1 0-1 0 0,-1 0 1 0 0,1 1-1 0 0,0-1 0 0 0,-1 0 1 0 0,1 0-1 0 0,-1 1 1 0 0,1-1-1 0 0,0 1 1 0 0,-1 0-1 0 0,1-1 1 0 0,-1 1-1 0 0,0 0 1 0 0,1 0-1 0 0,-1 0 0 0 0,0 0 1 0 0,1 0-1 0 0,-1 0 1 0 0,0 0-1 0 0,0 0 1 0 0,2 3-1 0 0,3 3 6 0 0,1 0 0 0 0,-1 1 0 0 0,-1-1 0 0 0,7 12-1 0 0,10 24-85 0 0,24 68 0 0 0,-12-23 80 0 0,-11-27 156 0 0,23 93 1 0 0,-13-36 185 0 0,-31-111-587 0 0,8 22 725 0 0,2-18-3677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13 112 10594 0 0,'-12'-1'583'0'0,"11"-3"12"0"0,18-5 677 0 0,-7 4-481 0 0,19-12 366 0 0,51-28 1975 0 0,-25 21-8121 0 0,-35 18-648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74 3225 0 0,'-1'-5'445'0'0,"0"0"0"0"0,1 0 1 0 0,0 0-1 0 0,0-1 0 0 0,1 1 1 0 0,-1 0-1 0 0,8-32 12991 0 0,-3 50-11624 0 0,7 31-2221 0 0,0 24 418 0 0,24 118 71 0 0,-27-153-67 0 0,1 1 1 0 0,2-1 0 0 0,20 42 0 0 0,-10-38-32 0 0,1-1 1 0 0,50 58 0 0 0,-24-34 5 0 0,-33-42-565 0 0,-16-17 548 0 0,1-1 0 0 0,-1 1 0 0 0,1 0 0 0 0,0-1-1 0 0,-1 1 1 0 0,1-1 0 0 0,0 1 0 0 0,0-1-1 0 0,-1 1 1 0 0,1-1 0 0 0,0 0 0 0 0,0 1 0 0 0,-1-1-1 0 0,1 0 1 0 0,0 1 0 0 0,0-1 0 0 0,0 0-1 0 0,0 0 1 0 0,0 0 0 0 0,0 0 0 0 0,-1 0-1 0 0,3 0 1 0 0,-1-4 1120 0 0,0 3-1074 0 0,-1 0 0 0 0,1 1 0 0 0,-1-1-1 0 0,1 0 1 0 0,-1 0 0 0 0,1 0 0 0 0,-1 0 0 0 0,1 0-1 0 0,-1 0 1 0 0,0 0 0 0 0,1-2 0 0 0,12-8 48 0 0,32-15-2403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252 409 6913 0 0,'38'-35'2886'0'0,"-29"27"-2204"0"0,0 1 0 0 0,0-2 0 0 0,0 0 0 0 0,-1 0 0 0 0,0 0 1 0 0,-1-1-1 0 0,0 0 0 0 0,9-19 0 0 0,-11 18-251 0 0,0-1 0 0 0,0 0-1 0 0,-2 0 1 0 0,1 0 0 0 0,-2-1 0 0 0,3-18-1 0 0,-5 26-319 0 0,0 1 1 0 0,0-1-1 0 0,0 0 0 0 0,-1 1 0 0 0,0-1 0 0 0,0 1 0 0 0,0-1 0 0 0,0 1 0 0 0,-1-1 0 0 0,1 1 0 0 0,-1 0 0 0 0,-1 0 0 0 0,1 0 0 0 0,0 0 0 0 0,-1 0 0 0 0,0 1 0 0 0,0-1 0 0 0,0 1 0 0 0,0-1 0 0 0,0 1 1 0 0,-6-4-1 0 0,-6-3 29 0 0,0 1 1 0 0,-1 0 0 0 0,0 1 0 0 0,0 1 0 0 0,-1 0-1 0 0,0 1 1 0 0,0 1 0 0 0,-19-3 0 0 0,24 5-490 0 0,-1 1 0 0 0,0 1 0 0 0,1 0 0 0 0,-1 0 0 0 0,0 2 0 0 0,0-1 0 0 0,1 2 1 0 0,-1 0-1 0 0,1 0 0 0 0,-1 1 0 0 0,1 0 0 0 0,-13 6 0 0 0,10-1-1295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6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149 141 3225 0 0,'-1'-3'411'0'0,"-1"1"1"0"0,1 0-1 0 0,-1-1 0 0 0,0 1 1 0 0,1 0-1 0 0,-1 0 1 0 0,0 0-1 0 0,0 0 1 0 0,0 0-1 0 0,-1 0 1 0 0,1 1-1 0 0,0-1 1 0 0,-1 1-1 0 0,1-1 0 0 0,-1 1 1 0 0,1 0-1 0 0,-1 0 1 0 0,0 0-1 0 0,1 0 1 0 0,-1 1-1 0 0,0-1 1 0 0,1 1-1 0 0,-1 0 0 0 0,-3-1 1 0 0,3 1-161 0 0,0 0-1 0 0,0-1 1 0 0,0 1 0 0 0,0 1-1 0 0,0-1 1 0 0,-1 0 0 0 0,1 1-1 0 0,0-1 1 0 0,0 1 0 0 0,0 0-1 0 0,1 0 1 0 0,-1 0-1 0 0,0 1 1 0 0,0-1 0 0 0,0 1-1 0 0,1-1 1 0 0,-1 1 0 0 0,1 0-1 0 0,-1 0 1 0 0,1 0 0 0 0,-4 4-1 0 0,3 1-238 0 0,-1 0 0 0 0,1 0 0 0 0,0 0 0 0 0,1 0 0 0 0,0 1 0 0 0,0-1 0 0 0,0 1 0 0 0,1-1 0 0 0,0 1 0 0 0,1 0 0 0 0,0-1 0 0 0,0 1 0 0 0,1 0 0 0 0,2 12 0 0 0,-3-16-81 0 0,1-1 1 0 0,-1 0 0 0 0,1 0 0 0 0,0 0 0 0 0,1 0 0 0 0,-1 0 0 0 0,0 0 0 0 0,1 0 0 0 0,-1 0 0 0 0,1-1-1 0 0,0 1 1 0 0,0-1 0 0 0,0 1 0 0 0,1-1 0 0 0,-1 0 0 0 0,0 1 0 0 0,1-1 0 0 0,-1 0 0 0 0,1-1 0 0 0,0 1-1 0 0,0 0 1 0 0,0-1 0 0 0,0 0 0 0 0,0 1 0 0 0,0-1 0 0 0,0 0 0 0 0,0-1 0 0 0,0 1 0 0 0,0-1 0 0 0,1 1 0 0 0,-1-1-1 0 0,0 0 1 0 0,0 0 0 0 0,0 0 0 0 0,1 0 0 0 0,-1-1 0 0 0,3 0 0 0 0,0 0-18 0 0,-1-1 0 0 0,1 1-1 0 0,-1-1 1 0 0,1 0 0 0 0,-1 0 0 0 0,0 0 0 0 0,0-1 0 0 0,0 0-1 0 0,-1 0 1 0 0,1 0 0 0 0,0 0 0 0 0,-1-1 0 0 0,0 0 0 0 0,0 0-1 0 0,0 0 1 0 0,-1 0 0 0 0,1-1 0 0 0,-1 1 0 0 0,0-1-1 0 0,0 0 1 0 0,-1 0 0 0 0,1 0 0 0 0,-1 0 0 0 0,0 0 0 0 0,0-1-1 0 0,-1 1 1 0 0,0-1 0 0 0,1-8 0 0 0,0 2 224 0 0,-2-1 1 0 0,1 0-1 0 0,-2 0 1 0 0,1 0-1 0 0,-2 0 1 0 0,0 0-1 0 0,-1 0 1 0 0,0 0-1 0 0,0 1 0 0 0,-2 0 1 0 0,-7-18-1 0 0,11 28 20 0 0,-1 0 0 0 0,1 0 0 0 0,0 0 0 0 0,0 0-1 0 0,-1 0 1 0 0,1 0 0 0 0,-1 0 0 0 0,0 1 0 0 0,0-1-1 0 0,1 1 1 0 0,-1-1 0 0 0,0 1 0 0 0,0 0 0 0 0,0 0-1 0 0,-3-1 1 0 0,5 1-109 0 0,0 1 1 0 0,-1 0-1 0 0,1 0 0 0 0,0 0 0 0 0,-1 0 1 0 0,1 0-1 0 0,0 0 0 0 0,0 0 0 0 0,-1 0 0 0 0,1 0 1 0 0,0 0-1 0 0,-1 0 0 0 0,1 0 0 0 0,0 0 1 0 0,-1 0-1 0 0,1 0 0 0 0,0 0 0 0 0,-1 1 1 0 0,1-1-1 0 0,0 0 0 0 0,0 0 0 0 0,-1 0 1 0 0,1 0-1 0 0,0 1 0 0 0,0-1 0 0 0,-1 0 0 0 0,1 0 1 0 0,0 1-1 0 0,0-1 0 0 0,-1 0 0 0 0,1 0 1 0 0,0 1-1 0 0,0-1 0 0 0,0 1 0 0 0,-1 0-54 0 0,1 1-1 0 0,0 0 0 0 0,0-1 1 0 0,0 1-1 0 0,0-1 0 0 0,0 1 1 0 0,0 0-1 0 0,0-1 0 0 0,1 1 1 0 0,-1-1-1 0 0,0 1 0 0 0,2 1 1 0 0,3 13-1679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7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212 214 5985 0 0,'-3'-3'253'0'0,"0"1"-1"0"0,0-1 0 0 0,0 0 0 0 0,0 1 0 0 0,-1 0 1 0 0,1 0-1 0 0,-1 0 0 0 0,0 0 0 0 0,1 0 1 0 0,-1 1-1 0 0,0 0 0 0 0,0-1 0 0 0,0 1 1 0 0,0 1-1 0 0,0-1 0 0 0,0 1 0 0 0,0-1 0 0 0,0 1 1 0 0,-1 0-1 0 0,1 1 0 0 0,0-1 0 0 0,0 1 1 0 0,0 0-1 0 0,0 0 0 0 0,0 0 0 0 0,0 0 1 0 0,1 1-1 0 0,-1-1 0 0 0,0 1 0 0 0,1 0 0 0 0,-1 0 1 0 0,-4 4-1 0 0,2-1-72 0 0,-1 0 0 0 0,0 1 0 0 0,1 0 0 0 0,0 0 0 0 0,1 0 0 0 0,-1 1 0 0 0,1 0 0 0 0,0 0 0 0 0,1 0 0 0 0,0 1 0 0 0,0-1 0 0 0,1 1 0 0 0,-1 0 0 0 0,-2 15 0 0 0,4-10-211 0 0,0-1-1 0 0,1 1 1 0 0,1 0 0 0 0,0 0 0 0 0,1-1 0 0 0,0 1-1 0 0,4 17 1 0 0,-4-26-23 0 0,0 1 1 0 0,0-1-1 0 0,0 0 1 0 0,0 0-1 0 0,1 1 1 0 0,0-1-1 0 0,0 0 0 0 0,0 0 1 0 0,0-1-1 0 0,0 1 1 0 0,1 0-1 0 0,0-1 0 0 0,0 1 1 0 0,0-1-1 0 0,0 0 1 0 0,0 0-1 0 0,1 0 0 0 0,-1-1 1 0 0,1 1-1 0 0,0-1 1 0 0,0 0-1 0 0,0 0 0 0 0,0 0 1 0 0,6 2-1 0 0,-7-4-69 0 0,0 0-1 0 0,0 0 0 0 0,0 0 0 0 0,0-1 1 0 0,0 1-1 0 0,0-1 0 0 0,0 1 0 0 0,0-1 1 0 0,0 0-1 0 0,-1 0 0 0 0,1-1 0 0 0,0 1 0 0 0,0 0 1 0 0,-1-1-1 0 0,1 0 0 0 0,-1 0 0 0 0,1 1 1 0 0,-1-1-1 0 0,0-1 0 0 0,0 1 0 0 0,0 0 1 0 0,0 0-1 0 0,0-1 0 0 0,2-3 0 0 0,4-6-172 0 0,-1 0-1 0 0,0-1 0 0 0,10-22 0 0 0,-13 24 341 0 0,0 0-1 0 0,-1 0 0 0 0,0 0 0 0 0,-1 0 1 0 0,0 0-1 0 0,-1 0 0 0 0,0-1 0 0 0,-1 1 1 0 0,0-1-1 0 0,0 1 0 0 0,-3-13 0 0 0,-4-3 790 0 0,0 1 0 0 0,-1-1 0 0 0,-17-34 0 0 0,19 48-224 0 0,0-1 1 0 0,1 0 0 0 0,0-1-1 0 0,1 1 1 0 0,1-1-1 0 0,-3-29 1 0 0,33 84 1296 0 0,115 241-535 0 0,-140-276-1363 0 0,30 69 48 0 0,17 32-253 0 0,-39-88-1681 0 0,22 30 0 0 0,-19-33-4971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7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47 4609 0 0,'-8'-2'6245'0'0,"8"2"-6112"0"0,0 12 3138 0 0,4 9-2215 0 0,0-5-586 0 0,1 0 0 0 0,1-1 0 0 0,0 0 1 0 0,12 20-1 0 0,-16-32-420 0 0,0 1-1 0 0,0-1 1 0 0,0 0 0 0 0,0 0 0 0 0,0 0 0 0 0,1 0-1 0 0,-1 0 1 0 0,1 0 0 0 0,0-1 0 0 0,0 1 0 0 0,0-1-1 0 0,0 0 1 0 0,0 0 0 0 0,1 0 0 0 0,-1 0 0 0 0,0-1-1 0 0,1 1 1 0 0,0-1 0 0 0,-1 0 0 0 0,1 0 0 0 0,0 0-1 0 0,-1-1 1 0 0,7 1 0 0 0,-7-1-32 0 0,1-1 0 0 0,-1 0-1 0 0,0 0 1 0 0,0 0 0 0 0,0-1 0 0 0,0 1 0 0 0,0-1-1 0 0,0 0 1 0 0,-1 1 0 0 0,1-1 0 0 0,0 0 0 0 0,-1-1-1 0 0,1 1 1 0 0,-1 0 0 0 0,0-1 0 0 0,0 1 0 0 0,0-1-1 0 0,0 0 1 0 0,0 0 0 0 0,1-5 0 0 0,5-7 89 0 0,-2 0-1 0 0,9-29 1 0 0,-12 34-17 0 0,0 3 13 0 0,0 0-1 0 0,0 0 1 0 0,0 0 0 0 0,1 0-1 0 0,0 0 1 0 0,1 1-1 0 0,-1-1 1 0 0,1 1 0 0 0,0 1-1 0 0,11-11 1 0 0,-14 15-82 0 0,0-1-1 0 0,0 1 1 0 0,0-1 0 0 0,0 1 0 0 0,0 0 0 0 0,0 0 0 0 0,1 0-1 0 0,-1 0 1 0 0,0 0 0 0 0,1 0 0 0 0,-1 1 0 0 0,0-1 0 0 0,1 1-1 0 0,-1-1 1 0 0,1 1 0 0 0,-1 0 0 0 0,1 0 0 0 0,-1 0 0 0 0,1 1-1 0 0,-1-1 1 0 0,0 0 0 0 0,1 1 0 0 0,-1 0 0 0 0,0-1 0 0 0,1 1 0 0 0,-1 0-1 0 0,0 0 1 0 0,0 1 0 0 0,1-1 0 0 0,-1 0 0 0 0,0 1 0 0 0,-1-1-1 0 0,1 1 1 0 0,0-1 0 0 0,0 1 0 0 0,-1 0 0 0 0,3 3 0 0 0,3 4 20 0 0,0 1 1 0 0,-1 0 0 0 0,0 0 0 0 0,-1 0 0 0 0,0 1 0 0 0,-1 0-1 0 0,0 0 1 0 0,-1 0 0 0 0,0 0 0 0 0,3 24 0 0 0,-3-5 63 0 0,-2-1 0 0 0,0 1 0 0 0,-5 33 0 0 0,1-33-42 0 0,-1 1 0 0 0,-2-2 1 0 0,-1 1-1 0 0,-1 0 0 0 0,-2-2 0 0 0,-1 1 0 0 0,-1-1 1 0 0,-1-1-1 0 0,-2 0 0 0 0,-1-1 0 0 0,-33 44 1 0 0,42-63-209 0 0,1 0 0 0 0,-1 0 1 0 0,0 0-1 0 0,-1-1 1 0 0,1 0-1 0 0,-1-1 0 0 0,-1 0 1 0 0,1 0-1 0 0,-1-1 0 0 0,0 0 1 0 0,0 0-1 0 0,0-1 1 0 0,0 0-1 0 0,0 0 0 0 0,-17 1 1 0 0,4-5-7375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18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87 294 3225 0 0,'-2'-1'516'0'0,"1"0"0"0"0,-1 0 1 0 0,1 0-1 0 0,0 0 0 0 0,-1 0 1 0 0,1-1-1 0 0,0 1 0 0 0,0 0 1 0 0,0-1-1 0 0,0 1 0 0 0,0-1 1 0 0,0 1-1 0 0,0-1 0 0 0,1 0 1 0 0,-1 1-1 0 0,0-4 0 0 0,-3-5-338 0 0,-9-29 3973 0 0,-1 1-1615 0 0,-11-56 0 0 0,22 78-2439 0 0,-6-43-148 0 0,10 48-466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49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40 3505 0 0,'-17'-19'312'0'0,"8"13"-248"0"0,1 0-64 0 0,2 2 0 0 0,3 1 0 0 0,0 3 0 0 0,0 0 0 0 0,-3-2 0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4 112 2304 0 0,'-3'-90'7256'0'0,"2"69"1144"0"0,15 272-5156 0 0,-11-151-3142 0 0,16 106-1 0 0,-17-181-359 0 0,-1-19-20 0 0,-1 0 0 0 0,1 0-1 0 0,0 0 1 0 0,0 0 0 0 0,1 0 0 0 0,3 9-1 0 0,-5-15 231 0 0,0 0-1 0 0,0 0 1 0 0,0 0-1 0 0,0 1 0 0 0,0-1 1 0 0,0 0-1 0 0,0 0 1 0 0,0 0-1 0 0,0 0 0 0 0,0 0 1 0 0,0 0-1 0 0,0 1 1 0 0,3 0-1216 0 0,-3-1 1216 0 0,0 0-1 0 0,0 0 0 0 0,0 0 1 0 0,1 0-1 0 0,-1 0 1 0 0,0 0-1 0 0,0 0 0 0 0,0 0 1 0 0,1-6-1786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1 315 3513 0 0,'-1'-181'1664'0'0,"3"155"561"0"0,1-1 1 0 0,10-37-1 0 0,-13 63-2084 0 0,0 1 0 0 0,0-1 0 0 0,0 0 0 0 0,0 1 0 0 0,0-1 0 0 0,0 0 0 0 0,1 0 0 0 0,-1 1-1 0 0,0-1 1 0 0,0 0 0 0 0,1 1 0 0 0,-1-1 0 0 0,1 0 0 0 0,-1 1 0 0 0,0-1 0 0 0,1 1 0 0 0,-1-1 0 0 0,1 1 0 0 0,0-1 0 0 0,-1 1-1 0 0,1-1 1 0 0,-1 1 0 0 0,1-1 0 0 0,0 1 0 0 0,-1 0 0 0 0,2-1 0 0 0,-1 1-17 0 0,-1 1 0 0 0,1-1 0 0 0,0 0-1 0 0,0 1 1 0 0,0-1 0 0 0,-1 1 0 0 0,1-1 0 0 0,0 1 0 0 0,0-1-1 0 0,-1 1 1 0 0,1 0 0 0 0,-1-1 0 0 0,1 1 0 0 0,-1 0 0 0 0,1-1-1 0 0,-1 1 1 0 0,1 0 0 0 0,0 1 0 0 0,21 49 1946 0 0,-19-42-1741 0 0,31 74 389 0 0,4-2 0 0 0,81 130 1 0 0,-116-207-793 0 0,0 0 1 0 0,0 0-1 0 0,1-1 1 0 0,-1 1 0 0 0,1-1-1 0 0,0 0 1 0 0,0 0-1 0 0,0 0 1 0 0,7 3-1 0 0,-10-6 54 0 0,0 1-1 0 0,0-1 1 0 0,0 1-1 0 0,0-1 1 0 0,0 1-1 0 0,0-1 1 0 0,0 0-1 0 0,0 0 1 0 0,1 0-1 0 0,-1 1 0 0 0,0-1 1 0 0,0 0-1 0 0,0-1 1 0 0,0 1-1 0 0,0 0 1 0 0,1 0-1 0 0,-1 0 1 0 0,0-1-1 0 0,0 1 1 0 0,0 0-1 0 0,0-1 1 0 0,0 1-1 0 0,0-1 1 0 0,0 1-1 0 0,0-1 0 0 0,0 0 1 0 0,0 1-1 0 0,0-1 1 0 0,0 0-1 0 0,-1 0 1 0 0,1 1-1 0 0,0-1 1 0 0,0 0-1 0 0,-1 0 1 0 0,1 0-1 0 0,-1 0 1 0 0,1 0-1 0 0,-1 0 1 0 0,1 0-1 0 0,-1 0 0 0 0,1-1 1 0 0,-1 1-1 0 0,0 0 1 0 0,0 0-1 0 0,1-1 1 0 0,2-18-682 0 0,0 1 1 0 0,-1 0-1 0 0,-1-1 0 0 0,-1-21 1 0 0,-1 14 258 0 0,5-34 1 0 0,-2 49 416 0 0,0-8 351 0 0,1-1 0 0 0,1 0-1 0 0,0 1 1 0 0,2-1-1 0 0,11-25 1 0 0,-17 46-274 0 0,0 0 0 0 0,0-1 0 0 0,0 1 0 0 0,0 0 0 0 0,0 0 0 0 0,0 0 1 0 0,0 0-1 0 0,0-1 0 0 0,0 1 0 0 0,1 0 0 0 0,-1 0 0 0 0,0 0 0 0 0,0 0 1 0 0,0-1-1 0 0,0 1 0 0 0,0 0 0 0 0,1 0 0 0 0,-1 0 0 0 0,0 0 1 0 0,0 0-1 0 0,0 0 0 0 0,0-1 0 0 0,1 1 0 0 0,-1 0 0 0 0,0 0 0 0 0,0 0 1 0 0,0 0-1 0 0,1 0 0 0 0,-1 0 0 0 0,0 0 0 0 0,0 0 0 0 0,0 0 0 0 0,1 0 1 0 0,-1 0-1 0 0,0 0 0 0 0,0 0 0 0 0,0 0 0 0 0,1 0 0 0 0,-1 0 0 0 0,0 0 1 0 0,0 0-1 0 0,1 0 0 0 0,6 11 1044 0 0,3 20-512 0 0,-8-25-414 0 0,81 215 511 0 0,-14-79-4529 0 0,-55-119-3176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47 120 6913 0 0,'-9'-2'13183'0'0,"8"13"-13067"0"0,0 0 1 0 0,1 0-1 0 0,1 0 0 0 0,-1 0 0 0 0,4 13 0 0 0,-3-20-86 0 0,-1 0 0 0 0,1 0-1 0 0,0 0 1 0 0,1 0 0 0 0,-1 0-1 0 0,1 0 1 0 0,-1-1 0 0 0,1 1-1 0 0,1 0 1 0 0,-1-1-1 0 0,0 0 1 0 0,1 1 0 0 0,-1-1-1 0 0,1 0 1 0 0,0 0 0 0 0,0-1-1 0 0,0 1 1 0 0,6 3 0 0 0,-8-6-21 0 0,1 1 0 0 0,-1-1 1 0 0,1 0-1 0 0,0 1 1 0 0,-1-1-1 0 0,1 0 0 0 0,-1 0 1 0 0,1 0-1 0 0,0 0 1 0 0,-1-1-1 0 0,1 1 0 0 0,0 0 1 0 0,-1-1-1 0 0,1 1 1 0 0,-1-1-1 0 0,1 1 0 0 0,-1-1 1 0 0,1 0-1 0 0,-1 0 0 0 0,0 0 1 0 0,1 0-1 0 0,-1 0 1 0 0,0 0-1 0 0,0 0 0 0 0,1 0 1 0 0,-1 0-1 0 0,0 0 1 0 0,0-1-1 0 0,0 1 0 0 0,0 0 1 0 0,-1-1-1 0 0,2-2 1 0 0,3-3 67 0 0,-1-1 0 0 0,0 0 0 0 0,0-1 1 0 0,4-11-1 0 0,-7 13-64 0 0,1 0 0 0 0,-1 1 0 0 0,-1-1 1 0 0,1 0-1 0 0,-1 0 0 0 0,0 1 0 0 0,-1-1 1 0 0,0 0-1 0 0,0 0 0 0 0,0 1 0 0 0,-1-1 0 0 0,0 1 1 0 0,0-1-1 0 0,-1 1 0 0 0,0 0 0 0 0,0 0 1 0 0,0 0-1 0 0,-1 0 0 0 0,1 1 0 0 0,-1-1 0 0 0,-1 1 1 0 0,1 0-1 0 0,-1 0 0 0 0,0 0 0 0 0,0 1 1 0 0,0 0-1 0 0,-1 0 0 0 0,0 0 0 0 0,1 1 0 0 0,-1 0 1 0 0,0 0-1 0 0,-1 0 0 0 0,1 1 0 0 0,-10-3 0 0 0,15 5-89 0 0,-1-1-1 0 0,1 1 0 0 0,-1 0 0 0 0,1 0 0 0 0,-1 0 0 0 0,1 0 0 0 0,-1 0 0 0 0,1 0 0 0 0,-1 1 0 0 0,1-1 0 0 0,-1 0 0 0 0,1 1 0 0 0,0-1 0 0 0,-1 1 0 0 0,1-1 0 0 0,0 1 0 0 0,-1 0 0 0 0,1 0 0 0 0,0-1 0 0 0,0 1 0 0 0,0 0 0 0 0,-1 0 0 0 0,0 2 0 0 0,-4 4-1051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1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 8290 0 0,'-9'-6'12594'0'0,"7"5"-12495"0"0,1 0-57 0 0,0 1 0 0 0,0-1 0 0 0,-1 1-1 0 0,1 0 1 0 0,0 0 0 0 0,0-1 0 0 0,0 1 0 0 0,0 0 0 0 0,-1 0 0 0 0,1 0 0 0 0,0 0 0 0 0,0 0 0 0 0,0 0 0 0 0,0 0 0 0 0,-1 1 0 0 0,1-1 0 0 0,0 0 0 0 0,0 1 0 0 0,0-1 0 0 0,0 1 0 0 0,-2 0 0 0 0,3 0 38 0 0,0 0 355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4609 0 0,'-24'3'17735'0'0,"31"12"-18328"0"0,-6-13 71 0 0,24 53 707 0 0,3-1 1 0 0,42 60 0 0 0,-34-70-4212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2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11 2761 0 0,'-1'-1'104'0'0,"0"0"0"0"0,0 0 0 0 0,0 0 0 0 0,0 0 0 0 0,-1 0 0 0 0,1 1 0 0 0,0-1 0 0 0,0 1 0 0 0,0-1 0 0 0,-1 1 0 0 0,1-1 0 0 0,0 1 0 0 0,-1-1 0 0 0,1 1 0 0 0,0 0 0 0 0,-1 0 0 0 0,1 0 1 0 0,0 0-1 0 0,-1 0 0 0 0,1 0 0 0 0,0 0 0 0 0,-1 0 0 0 0,1 1 0 0 0,0-1 0 0 0,-1 0 0 0 0,1 1 0 0 0,0-1 0 0 0,-1 1 0 0 0,1-1 0 0 0,0 1 0 0 0,0 0 0 0 0,0 0 0 0 0,0-1 0 0 0,0 1 0 0 0,0 0 1 0 0,0 0-1 0 0,0 0 0 0 0,0 0 0 0 0,0 0 0 0 0,-1 2 0 0 0,0 1 287 0 0,0-1-1 0 0,0 1 1 0 0,1-1 0 0 0,0 1 0 0 0,-1 0 0 0 0,1-1 0 0 0,1 1 0 0 0,-1 0-1 0 0,0 0 1 0 0,1 0 0 0 0,0 0 0 0 0,0-1 0 0 0,1 8 0 0 0,4 16 1341 0 0,2 0 0 0 0,18 46 1 0 0,5 14 543 0 0,-24-60-1856 0 0,0 1 0 0 0,-2 0 0 0 0,0-1 0 0 0,-2 38-1 0 0,-2-51-365 0 0,-1-1-1 0 0,0 1 0 0 0,-1 0 1 0 0,-1-1-1 0 0,0 1 0 0 0,0-1 1 0 0,-2 0-1 0 0,0 0 0 0 0,0 0 1 0 0,-13 20-1 0 0,17-30-86 0 0,-1 0 0 0 0,0-1-1 0 0,0 1 1 0 0,0-1 0 0 0,0 1 0 0 0,-1-1-1 0 0,1 0 1 0 0,-1 0 0 0 0,1 0-1 0 0,-1 0 1 0 0,0 0 0 0 0,0 0 0 0 0,1-1-1 0 0,-1 1 1 0 0,0-1 0 0 0,-1 0 0 0 0,1 0-1 0 0,0 0 1 0 0,-3 0 0 0 0,-5-2-723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2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6449 0 0,'-11'9'13235'0'0,"8"-6"-13377"0"0,0-1-1 0 0,0 1 1 0 0,1 0 0 0 0,-1 0-1 0 0,1 0 1 0 0,-1 1 0 0 0,-2 4-1 0 0,6 4-3201 0 0,-1-7 1602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2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25 9674 0 0,'0'-1'204'0'0,"-1"-1"1"0"0,0 0-1 0 0,0 1 1 0 0,0-1-1 0 0,0 1 0 0 0,0 0 1 0 0,-1-1-1 0 0,1 1 1 0 0,0 0-1 0 0,-1-1 0 0 0,1 1 1 0 0,-1 0-1 0 0,1 0 1 0 0,-1 0-1 0 0,1 1 0 0 0,-1-1 1 0 0,0 0-1 0 0,1 0 1 0 0,-1 1-1 0 0,0-1 0 0 0,0 1 1 0 0,1 0-1 0 0,-1-1 0 0 0,0 1 1 0 0,0 0-1 0 0,0 0 1 0 0,1 0-1 0 0,-1 0 0 0 0,0 1 1 0 0,0-1-1 0 0,0 0 1 0 0,1 1-1 0 0,-1-1 0 0 0,0 1 1 0 0,0 0-1 0 0,1-1 1 0 0,-1 1-1 0 0,1 0 0 0 0,-1 0 1 0 0,1 0-1 0 0,-4 2 1 0 0,0 2-7 0 0,0 0 0 0 0,1 0 0 0 0,-1 0 0 0 0,1 0 0 0 0,0 1 0 0 0,0 0 0 0 0,0 0 0 0 0,1 0 0 0 0,0 0 1 0 0,-2 7-1 0 0,0 1-142 0 0,1-1 1 0 0,1 1-1 0 0,1 0 1 0 0,0 1-1 0 0,0-1 1 0 0,1 0-1 0 0,2 21 1 0 0,0-30-59 0 0,-1-1 0 0 0,1 1 0 0 0,0-1 0 0 0,0 1 0 0 0,1-1 1 0 0,-1 1-1 0 0,1-1 0 0 0,0 0 0 0 0,0 0 0 0 0,0 0 0 0 0,6 7 0 0 0,-6-9-6 0 0,1 1 1 0 0,-1-1-1 0 0,0 0 0 0 0,1-1 1 0 0,0 1-1 0 0,-1 0 0 0 0,1-1 1 0 0,0 0-1 0 0,0 1 0 0 0,0-1 1 0 0,0 0-1 0 0,0-1 0 0 0,0 1 1 0 0,0 0-1 0 0,0-1 0 0 0,0 0 1 0 0,0 0-1 0 0,0 0 0 0 0,5 0 1 0 0,-5 0-19 0 0,0 0 0 0 0,-1-1 0 0 0,1 1 0 0 0,0-1 0 0 0,0 0 0 0 0,-1 1 0 0 0,1-1 0 0 0,0 0 0 0 0,-1-1-1 0 0,1 1 1 0 0,-1 0 0 0 0,0-1 0 0 0,1 1 0 0 0,-1-1 0 0 0,0 0 0 0 0,0 0 0 0 0,0 0 0 0 0,3-3 0 0 0,-3 2-4 0 0,1-1-1 0 0,-1 0 0 0 0,-1 0 1 0 0,1 0-1 0 0,0 0 1 0 0,-1 0-1 0 0,0 0 0 0 0,0-1 1 0 0,0 1-1 0 0,0-9 1 0 0,0 2-25 0 0,-2-1 0 0 0,1 1 0 0 0,-2-1 0 0 0,1 1 0 0 0,-2 0 0 0 0,1 0 0 0 0,-1 0 0 0 0,-6-12 0 0 0,1 6-1164 0 0,0 0 0 0 0,-17-22 0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2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 1376 0 0,'24'14'7018'0'0,"-4"-3"-4675"0"0,-7 0-1213 0 0,-1 1-1 0 0,0 0 1 0 0,0 1-1 0 0,-2 0 1 0 0,0 1-1 0 0,15 26 1 0 0,-37-58 2673 0 0,9 15-3737 0 0,0 0 0 0 0,0-1 0 0 0,1 1 0 0 0,0-1 0 0 0,-1 0 0 0 0,1 0 0 0 0,-1-4 1 0 0,1 0-247 0 0,0 1 0 0 0,1-1 1 0 0,0 0-1 0 0,1 0 1 0 0,0 0-1 0 0,0 1 1 0 0,0-1-1 0 0,1 0 1 0 0,0 0-1 0 0,1 1 0 0 0,-1-1 1 0 0,1 0-1 0 0,5-10 1 0 0,3-7-7224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3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7834 0 0,'8'163'6653'0'0,"-2"-82"-5048"0"0,-4 0-5217 0 0,1-72 1837 0 0,-1-10 1640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3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56 3225 0 0,'-1'-17'-224'0'0,"6"-21"10406"0"0,-5 37-10124 0 0,-1 4 17 0 0,0 2-95 0 0,0-1-1 0 0,0 1 1 0 0,1-1 0 0 0,-1 1-1 0 0,1-1 1 0 0,0 1-1 0 0,0-1 1 0 0,1 1-1 0 0,-1-1 1 0 0,1 1 0 0 0,0-1-1 0 0,3 9 1 0 0,3-1 20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3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9218 0 0,'6'15'2571'0'0,"0"0"1"0"0,0 0-1 0 0,3 19 1 0 0,15 107 118 0 0,-8-36-2064 0 0,36 109-2008 0 0,-48-198 590 0 0,2 7-6643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3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66 12443 0 0,'0'0'52'0'0,"0"0"0"0"0,-1 0 0 0 0,1 0 0 0 0,0 0 0 0 0,-1 0 0 0 0,1 0 0 0 0,0 0 0 0 0,0-1 0 0 0,-1 1 0 0 0,1 0 0 0 0,0 0 1 0 0,-1 0-1 0 0,1 0 0 0 0,0 0 0 0 0,0 0 0 0 0,-1-1 0 0 0,1 1 0 0 0,0 0 0 0 0,0 0 0 0 0,-1 0 0 0 0,1 0 0 0 0,0-1 0 0 0,0 1 0 0 0,0 0 1 0 0,-1 0-1 0 0,1-1 0 0 0,0 1 0 0 0,0 0 0 0 0,0-1 0 0 0,0 1 0 0 0,0 0 0 0 0,-1 0 0 0 0,1-1 0 0 0,0 1 0 0 0,0 0 0 0 0,0-1 0 0 0,0 1 0 0 0,0 0 1 0 0,0-1-1 0 0,0 1 0 0 0,0 0 0 0 0,0 0 0 0 0,0-1 0 0 0,0 1 0 0 0,1 0 0 0 0,-1-1 0 0 0,0 1 0 0 0,0 0 0 0 0,0-1 0 0 0,17-15 1649 0 0,28-8-444 0 0,-31 20-2001 0 0,0 1 0 0 0,1 0-1 0 0,-1 1 1 0 0,0 1 0 0 0,1 0 0 0 0,-1 0 0 0 0,28 4 0 0 0,-18-1 744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4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7834 0 0,'0'1'1310'0'0,"5"23"4387"0"0,-4-17-5362 0 0,1 1 0 0 0,0-1 0 0 0,0 0 0 0 0,1 0-1 0 0,7 12 1 0 0,-7-15-211 0 0,0 0-1 0 0,1-1 1 0 0,-1 1-1 0 0,1 0 0 0 0,0-1 1 0 0,0 0-1 0 0,0 0 1 0 0,1 0-1 0 0,-1-1 0 0 0,1 1 1 0 0,-1-1-1 0 0,1 0 1 0 0,0 0-1 0 0,9 1 1 0 0,-11-2-31 0 0,-1-1 1 0 0,1 0 0 0 0,-1 0 0 0 0,1 0 0 0 0,0 0 0 0 0,-1 0 0 0 0,1 0 0 0 0,0-1 0 0 0,-1 1 0 0 0,1-1 0 0 0,-1 0 0 0 0,1 0 0 0 0,-1 0 0 0 0,0 0 0 0 0,1 0 0 0 0,-1 0 0 0 0,0-1 0 0 0,0 1 0 0 0,1-1 0 0 0,-1 0-1 0 0,-1 0 1 0 0,1 1 0 0 0,0-1 0 0 0,0 0 0 0 0,-1 0 0 0 0,1-1 0 0 0,-1 1 0 0 0,1 0 0 0 0,-1-1 0 0 0,1-2 0 0 0,5-10 539 0 0,-3 3-405 0 0,2 0 1 0 0,12-21-1 0 0,-17 31-217 0 0,1 0 0 0 0,-1 0-1 0 0,0 1 1 0 0,0-1 0 0 0,1 0 0 0 0,-1 1-1 0 0,1-1 1 0 0,-1 1 0 0 0,1 0 0 0 0,0-1-1 0 0,-1 1 1 0 0,1 0 0 0 0,0 0 0 0 0,0 0-1 0 0,0 0 1 0 0,0 1 0 0 0,0-1 0 0 0,0 0-1 0 0,0 1 1 0 0,0-1 0 0 0,0 1 0 0 0,0 0-1 0 0,0 0 1 0 0,5 0 0 0 0,-4 1-16 0 0,0 0 1 0 0,0 1-1 0 0,-1-1 1 0 0,1 1-1 0 0,0 0 1 0 0,0 0-1 0 0,-1 0 1 0 0,1 0-1 0 0,-1 0 0 0 0,0 1 1 0 0,0-1-1 0 0,0 1 1 0 0,0-1-1 0 0,0 1 1 0 0,0 0-1 0 0,-1 0 1 0 0,1 0-1 0 0,-1 0 0 0 0,2 3 1 0 0,19 61-69 0 0,-12-25 158 0 0,-2 0 0 0 0,-2 0 0 0 0,-1 1 1 0 0,-2 47-1 0 0,-3-69-36 0 0,-1 0 1 0 0,-1 0-1 0 0,-1-1 0 0 0,-1 1 1 0 0,-1-1-1 0 0,0 0 1 0 0,-2 0-1 0 0,0 0 1 0 0,-1-1-1 0 0,-16 26 0 0 0,20-39 13 0 0,0 0 0 0 0,0-1 0 0 0,-1 0 0 0 0,0 0 0 0 0,0 0-1 0 0,0-1 1 0 0,0 0 0 0 0,-1 0 0 0 0,0 0 0 0 0,0 0 0 0 0,0-1-1 0 0,0 0 1 0 0,-7 2 0 0 0,10-4-168 0 0,0 0 0 0 0,0 0 1 0 0,1-1-1 0 0,-1 1 0 0 0,0-1 0 0 0,0 0 0 0 0,0 0 0 0 0,0 0 1 0 0,0 0-1 0 0,1 0 0 0 0,-1 0 0 0 0,0-1 0 0 0,0 1 0 0 0,0-1 1 0 0,0 0-1 0 0,1 0 0 0 0,-1 0 0 0 0,1 0 0 0 0,-1-1 0 0 0,0 1 1 0 0,1-1-1 0 0,0 1 0 0 0,-1-1 0 0 0,1 0 0 0 0,0 0 1 0 0,0 0-1 0 0,0 0 0 0 0,0 0 0 0 0,1 0 0 0 0,-1-1 0 0 0,0 1 1 0 0,1-1-1 0 0,-2-3 0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4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18 2761 0 0,'-31'-2'2970'0'0,"24"1"-1997"0"0,1 1 1 0 0,-1-1-1 0 0,0 1 0 0 0,1 0 0 0 0,-1 0 0 0 0,1 1 0 0 0,-1 0 0 0 0,1 0 0 0 0,0 1 0 0 0,-8 5 3229 0 0,25-3-3406 0 0,11 0-580 0 0,117-13 1555 0 0,-38 1-1400 0 0,-88 7-331 0 0,-2 1-41 0 0,0 0-1 0 0,0-1 0 0 0,0 0 0 0 0,0-1 1 0 0,0 0-1 0 0,20-8 0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6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 7834 0 0,'-2'-2'8110'0'0,"-2"19"-6461"0"0,-3 31-1465 0 0,-6 93 932 0 0,-2 11-893 0 0,7-51-4013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3225 0 0,'1'-7'402'0'0,"0"1"1"0"0,0-1-1 0 0,1 1 1 0 0,-1 0 0 0 0,1-1-1 0 0,1 1 1 0 0,0 0-1 0 0,-1 1 1 0 0,2-1-1 0 0,-1 0 1 0 0,1 1-1 0 0,-1 0 1 0 0,2 0 0 0 0,-1 0-1 0 0,0 0 1 0 0,1 1-1 0 0,8-7 1 0 0,-9 9-158 0 0,-1-1-1 0 0,1 1 1 0 0,0 1 0 0 0,0-1 0 0 0,0 1-1 0 0,0-1 1 0 0,0 1 0 0 0,0 0 0 0 0,0 0 0 0 0,0 1-1 0 0,0-1 1 0 0,0 1 0 0 0,0 0 0 0 0,1 0-1 0 0,-1 1 1 0 0,0-1 0 0 0,0 1 0 0 0,0 0-1 0 0,0 0 1 0 0,0 0 0 0 0,0 0 0 0 0,0 1-1 0 0,0-1 1 0 0,-1 1 0 0 0,1 0 0 0 0,0 1 0 0 0,-1-1-1 0 0,5 5 1 0 0,0-1 58 0 0,0 1 1 0 0,-1 0-1 0 0,-1 0 0 0 0,1 0 0 0 0,-1 1 0 0 0,0 0 1 0 0,-1 1-1 0 0,5 8 0 0 0,1 7 287 0 0,14 42 0 0 0,-16-38-447 0 0,16 32 1 0 0,-24-58-143 0 0,-1-1 0 0 0,1 0-1 0 0,-1 0 1 0 0,1 1 0 0 0,0-1 0 0 0,-1 0 0 0 0,1 0 0 0 0,0 0 0 0 0,0 0 0 0 0,0 0 0 0 0,0 0 0 0 0,0 0 0 0 0,0 0 0 0 0,0 0 0 0 0,1 0 0 0 0,-1 0 0 0 0,0-1 0 0 0,0 1 0 0 0,1-1-1 0 0,-1 1 1 0 0,0-1 0 0 0,1 1 0 0 0,-1-1 0 0 0,0 0 0 0 0,1 1 0 0 0,1-1 0 0 0,0-1-26 0 0,-1 1 0 0 0,0-1 0 0 0,1 0-1 0 0,-1 0 1 0 0,1 0 0 0 0,-1 0 0 0 0,0 0 0 0 0,0 0 0 0 0,0-1 0 0 0,0 1-1 0 0,0-1 1 0 0,0 1 0 0 0,3-4 0 0 0,4-5-286 0 0,-1 0 0 0 0,0-1 0 0 0,0 0 0 0 0,9-17 0 0 0,5-20-709 0 0,-17 35 1019 0 0,1-1 0 0 0,0 1 0 0 0,1 1 0 0 0,1-1 0 0 0,-1 1 0 0 0,2 0-1 0 0,0 1 1 0 0,15-16 0 0 0,-22 26 117 0 0,0 0 0 0 0,-1-1-1 0 0,1 1 1 0 0,0 0 0 0 0,0 0 0 0 0,0 0-1 0 0,0 0 1 0 0,0 1 0 0 0,0-1-1 0 0,0 0 1 0 0,0 1 0 0 0,0-1-1 0 0,0 1 1 0 0,0 0 0 0 0,0 0 0 0 0,0 0-1 0 0,1 0 1 0 0,-1 0 0 0 0,0 0-1 0 0,3 1 1 0 0,-2 0-11 0 0,1 1 1 0 0,-1-1-1 0 0,1 1 1 0 0,-1 0-1 0 0,0 0 1 0 0,0 0-1 0 0,0 0 1 0 0,0 1-1 0 0,0-1 0 0 0,4 6 1 0 0,2 2 18 0 0,-1 0 1 0 0,-1 1-1 0 0,0 1 0 0 0,0-1 1 0 0,7 19-1 0 0,14 48-4 0 0,-16-41-161 0 0,23 45 0 0 0,-29-70-721 0 0,1-1 0 0 0,0 1 0 0 0,1-2 0 0 0,11 14 0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6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4145 0 0,'4'5'1028'0'0,"0"0"0"0"0,-1-1-1 0 0,1 1 1 0 0,-1 1 0 0 0,0-1 0 0 0,-1 0 0 0 0,1 1 0 0 0,-1-1 0 0 0,0 1 0 0 0,1 10-1 0 0,7 65 1484 0 0,-7-55-2513 0 0,-3-21-455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4609 0 0,'0'-3'408'0'0,"0"2"-328"0"0,0-1-80 0 0,2 2 0 0 0,-2-1 512 0 0,1-1 80 0 0,1 1 16 0 0,3 1 9 0 0,-1 1-457 0 0,2 4-96 0 0,3 5-64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7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10594 0 0,'1'0'410'0'0,"0"0"0"0"0,1 0 0 0 0,-1 1 0 0 0,0-1 0 0 0,1 0 0 0 0,-1 1 0 0 0,0-1 0 0 0,0 1 0 0 0,0-1 0 0 0,1 1 0 0 0,-1-1-1 0 0,0 1 1 0 0,0 0 0 0 0,1 1 0 0 0,28 22 1948 0 0,-15-10-1804 0 0,24 30 1 0 0,-34-37-529 0 0,4 4 28 0 0,-9-11-54 0 0,1 0 0 0 0,-1-1 0 0 0,0 1 0 0 0,1 0 0 0 0,-1 0 1 0 0,0 0-1 0 0,0 0 0 0 0,1-1 0 0 0,-1 1 0 0 0,0 0 0 0 0,0 0 0 0 0,1-1 0 0 0,-1 1 0 0 0,0 0 0 0 0,0 0 0 0 0,0-1 0 0 0,1 1 0 0 0,-1 0 0 0 0,0 0 0 0 0,0-1 0 0 0,0 1 0 0 0,0 0 0 0 0,0-1 0 0 0,0 1 1 0 0,1 0-1 0 0,-1-1 0 0 0,0 1 0 0 0,0 0 0 0 0,0-1 0 0 0,0 1 0 0 0,0 0 0 0 0,0-1 0 0 0,-1 1 0 0 0,1 0 0 0 0,0-1 0 0 0,0 1 0 0 0,0 0 0 0 0,0-1 0 0 0,1-17-45 0 0,2 1-1 0 0,0-1 1 0 0,8-26-1 0 0,-11 41 54 0 0,1 0 1 0 0,0 0-1 0 0,0 0 1 0 0,0 0-1 0 0,1 0 1 0 0,-1 0-1 0 0,1 0 0 0 0,0 0 1 0 0,-1 0-1 0 0,1 1 1 0 0,0-1-1 0 0,1 1 0 0 0,-1 0 1 0 0,0-1-1 0 0,1 1 1 0 0,-1 0-1 0 0,1 0 1 0 0,0 1-1 0 0,0-1 0 0 0,-1 0 1 0 0,1 1-1 0 0,0 0 1 0 0,0 0-1 0 0,1 0 0 0 0,-1 0 1 0 0,0 0-1 0 0,6 0 1 0 0,-7 1 41 0 0,0 1 0 0 0,0-1 0 0 0,0 1 0 0 0,0 0 0 0 0,0-1 0 0 0,0 1 0 0 0,0 0 0 0 0,0 0 0 0 0,0 1 0 0 0,0-1 0 0 0,-1 0 0 0 0,1 1 0 0 0,0-1 0 0 0,-1 1 0 0 0,1-1 0 0 0,-1 1 0 0 0,1 0 0 0 0,-1-1 0 0 0,0 1 0 0 0,0 0 0 0 0,1 3 0 0 0,21 45 562 0 0,-22-45-577 0 0,9 25-393 0 0,7 42 1 0 0,-7-23-2820 0 0,-4-30-3502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7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43 3225 0 0,'-1'1'89'0'0,"0"-1"1"0"0,0 1-1 0 0,1 0 1 0 0,-1-1 0 0 0,0 1-1 0 0,0 0 1 0 0,1 0-1 0 0,-1 0 1 0 0,0-1 0 0 0,1 1-1 0 0,-1 0 1 0 0,1 0-1 0 0,-1 0 1 0 0,1 0-1 0 0,0 0 1 0 0,-1 0 0 0 0,1 0-1 0 0,0 0 1 0 0,0 0-1 0 0,0 1 1 0 0,0-1 0 0 0,-1 0-1 0 0,1 0 1 0 0,1 0-1 0 0,-1 0 1 0 0,0 0-1 0 0,0 0 1 0 0,0 0 0 0 0,1 1-1 0 0,5 37 2465 0 0,-3-31-2015 0 0,1 0 0 0 0,0 0 0 0 0,0-1 1 0 0,1 1-1 0 0,-1-1 0 0 0,2 0 0 0 0,-1-1 0 0 0,1 1 1 0 0,0-1-1 0 0,8 6 0 0 0,-11-9-364 0 0,0 0 0 0 0,0-1 0 0 0,0 0 0 0 0,1 1 0 0 0,-1-1-1 0 0,1 0 1 0 0,-1-1 0 0 0,1 1 0 0 0,0-1 0 0 0,0 1 0 0 0,0-1 0 0 0,-1 0 0 0 0,1-1 0 0 0,0 1 0 0 0,0-1-1 0 0,0 1 1 0 0,0-1 0 0 0,0-1 0 0 0,0 1 0 0 0,0 0 0 0 0,0-1 0 0 0,0 0 0 0 0,7-2 0 0 0,-8 2-122 0 0,-1 0 0 0 0,0 0 0 0 0,0 0 0 0 0,0-1 0 0 0,0 1 1 0 0,0-1-1 0 0,-1 1 0 0 0,1-1 0 0 0,0 1 0 0 0,-1-1 1 0 0,1 0-1 0 0,-1 0 0 0 0,0 0 0 0 0,1 0 0 0 0,-1 0 0 0 0,0 0 1 0 0,0 0-1 0 0,0 0 0 0 0,-1-1 0 0 0,2-2 0 0 0,-2 1 25 0 0,1-1 0 0 0,-1 1 1 0 0,0-1-1 0 0,0 1 0 0 0,0-1 0 0 0,-1 1 0 0 0,0 0 0 0 0,1-1 0 0 0,-2 1 0 0 0,-1-5 0 0 0,-1-2-134 0 0,0 0 1 0 0,-1 1-1 0 0,-1 0 0 0 0,0 0 0 0 0,0 0 0 0 0,-1 0 0 0 0,-11-11 0 0 0,-7-2-1395 0 0,14 15 191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8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8754 0 0,'6'-8'6383'0'0,"-5"8"-6163"0"0,13-1 2773 0 0,12 11-763 0 0,-10 7-1687 0 0,0 0-1 0 0,-2 1 1 0 0,20 32-1 0 0,-27-41-499 0 0,-6-4 273 0 0,-9-11-133 0 0,-10-14 50 0 0,14 14-232 0 0,1 0 0 0 0,0-1 0 0 0,0 1 0 0 0,0-1 0 0 0,1 0 0 0 0,0 0 0 0 0,1 0 0 0 0,-1 0 0 0 0,1 0 0 0 0,0-12 0 0 0,2 13-368 0 0,-1-1 1 0 0,1 1 0 0 0,0 0 0 0 0,0 0-1 0 0,0 0 1 0 0,1 1 0 0 0,5-12 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8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2761 0 0,'1'15'2724'0'0,"0"-1"1"0"0,2 1-1 0 0,5 21 1 0 0,5 26 1213 0 0,-12-41-3266 0 0,-1-13-1043 0 0,1 1 1 0 0,0-1-1 0 0,3 16 0 0 0,-2-20-1004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8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14283 0 0,'0'0'1527'0'0,"-15"38"1186"0"0,5 2-1567 0 0,9-34-1487 0 0,1 0-1 0 0,0 0 1 0 0,0 1-1 0 0,0-1 0 0 0,1 0 1 0 0,0 0-1 0 0,0 0 1 0 0,0 0-1 0 0,1 0 0 0 0,0 0 1 0 0,0-1-1 0 0,6 12 1 0 0,0-1 219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8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 14283 0 0,'-4'-4'8441'0'0,"7"47"-8227"0"0,2-1 1 0 0,13 51 0 0 0,-11-69-400 0 0,0 0 0 0 0,1-1 1 0 0,2 0-1 0 0,0 0 0 0 0,19 29 0 0 0,0-20-4284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9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8290 0 0,'66'-19'4887'0'0,"9"0"-4317"0"0,2 3-5732 0 0,90-6 0 0 0,-140 19 4996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5:5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59 6913 0 0,'-1'0'144'0'0,"0"1"0"0"0,0-1-1 0 0,0 0 1 0 0,1 1-1 0 0,-1-1 1 0 0,0 1-1 0 0,1-1 1 0 0,-1 1-1 0 0,0 0 1 0 0,1-1 0 0 0,-1 1-1 0 0,0 0 1 0 0,1-1-1 0 0,-1 1 1 0 0,1 0-1 0 0,-1 0 1 0 0,1-1-1 0 0,0 1 1 0 0,-1 0-1 0 0,1 0 1 0 0,0 0 0 0 0,0 0-1 0 0,-1-1 1 0 0,1 1-1 0 0,0 0 1 0 0,0 0-1 0 0,0 0 1 0 0,0 0-1 0 0,0 0 1 0 0,0 0 0 0 0,1 1-1 0 0,1 33 1407 0 0,-1-31-1407 0 0,0 0 0 0 0,0 0 0 0 0,0-1 0 0 0,0 1 0 0 0,1 0-1 0 0,-1-1 1 0 0,1 1 0 0 0,0-1 0 0 0,0 0 0 0 0,0 0 0 0 0,0 1-1 0 0,1-1 1 0 0,-1-1 0 0 0,1 1 0 0 0,0 0 0 0 0,3 2-1 0 0,-4-4-61 0 0,0 0-1 0 0,0 0 0 0 0,0 0 1 0 0,1 0-1 0 0,-1-1 0 0 0,0 1 1 0 0,0-1-1 0 0,0 1 0 0 0,1-1 1 0 0,-1 0-1 0 0,0 0 0 0 0,0 0 0 0 0,1 0 1 0 0,-1 0-1 0 0,0 0 0 0 0,0-1 1 0 0,0 1-1 0 0,1-1 0 0 0,-1 0 1 0 0,0 1-1 0 0,0-1 0 0 0,0 0 1 0 0,0 0-1 0 0,0 0 0 0 0,0-1 1 0 0,0 1-1 0 0,0 0 0 0 0,2-4 0 0 0,5-3 241 0 0,0-1-1 0 0,-1-1 0 0 0,0 1 1 0 0,-1-2-1 0 0,0 1 0 0 0,6-13 1 0 0,-7 12-100 0 0,0 1 0 0 0,0 0 0 0 0,1 0 0 0 0,1 0 0 0 0,0 1 0 0 0,12-11 1 0 0,-20 19-198 0 0,1 0 0 0 0,0 1 1 0 0,0-1-1 0 0,0 0 0 0 0,0 1 1 0 0,-1-1-1 0 0,1 1 0 0 0,0-1 1 0 0,0 1-1 0 0,0 0 0 0 0,0-1 0 0 0,0 1 1 0 0,0 0-1 0 0,0 0 0 0 0,0 0 1 0 0,0-1-1 0 0,0 1 0 0 0,0 0 1 0 0,0 0-1 0 0,0 1 0 0 0,0-1 1 0 0,0 0-1 0 0,0 0 0 0 0,0 0 1 0 0,0 1-1 0 0,0-1 0 0 0,0 0 1 0 0,0 1-1 0 0,0-1 0 0 0,0 1 1 0 0,0-1-1 0 0,0 1 0 0 0,-1 0 0 0 0,1-1 1 0 0,0 1-1 0 0,0 0 0 0 0,-1-1 1 0 0,1 1-1 0 0,0 0 0 0 0,-1 0 1 0 0,1 0-1 0 0,-1 0 0 0 0,1-1 1 0 0,-1 1-1 0 0,1 0 0 0 0,-1 0 1 0 0,0 0-1 0 0,1 1 0 0 0,3 8 26 0 0,-1 0 0 0 0,0 1 0 0 0,3 17 0 0 0,-3-17 7 0 0,3 21-4 0 0,-1 0 1 0 0,-1 0-1 0 0,-2 1 1 0 0,-1 38-1 0 0,-2-56-11 0 0,0 1 0 0 0,-1 0 0 0 0,-1-1 0 0 0,-1 1 0 0 0,0-1 0 0 0,-1 0-1 0 0,0 0 1 0 0,-1 0 0 0 0,-1-1 0 0 0,-13 22 0 0 0,13-27-2 0 0,0-1-1 0 0,0 0 1 0 0,-1-1-1 0 0,0 0 1 0 0,0 0-1 0 0,-1 0 1 0 0,0-1 0 0 0,0-1-1 0 0,-17 9 1 0 0,19-11-159 0 0,0 0 0 0 0,-1 0 0 0 0,1-1 0 0 0,-1 0 0 0 0,1 0 1 0 0,-1-1-1 0 0,1 1 0 0 0,-1-2 0 0 0,0 1 0 0 0,0-1 0 0 0,1 0 1 0 0,-1-1-1 0 0,0 0 0 0 0,-9-2 0 0 0,6-2-1924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00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83 7906 0 0,'1'-2'-14'0'0,"-1"2"-71"0"0,-9-5 13 0 0,-21 2 827 0 0,5 2 4750 0 0,56-4-800 0 0,188-34-126 0 0,-134 24-4996 0 0,-21 5-1557 0 0,-22 7-4231 0 0,-34 3 4317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00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 7114 0 0,'-4'-4'12457'0'0,"8"8"-12132"0"0,-1 1 0 0 0,0 0 0 0 0,1 0 0 0 0,-2 0 0 0 0,1 0 0 0 0,0 0 0 0 0,-1 1 0 0 0,0 0 0 0 0,0-1 0 0 0,-1 1 1 0 0,2 11-1 0 0,0 12 308 0 0,0 35 1 0 0,-1-16-400 0 0,-1-23-227 0 0,1 0-1 0 0,2 0 1 0 0,0 0-1 0 0,1-1 1 0 0,2 1-1 0 0,13 34 1 0 0,-5-29-165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27.1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58 540 7834 0 0,'0'-5'378'0'0,"-1"1"0"0"0,0-1 0 0 0,0 0 0 0 0,-1 1 0 0 0,1-1 0 0 0,-1 1 0 0 0,0-1 0 0 0,0 1 0 0 0,0 0 1 0 0,-1 0-1 0 0,1 0 0 0 0,-1 0 0 0 0,-4-4 0 0 0,4 5-168 0 0,0-1 0 0 0,0 0 0 0 0,1 0 0 0 0,-1 1 0 0 0,1-2 0 0 0,0 1 1 0 0,0 0-1 0 0,0 0 0 0 0,0-1 0 0 0,1 1 0 0 0,0-1 0 0 0,0 1 0 0 0,0-1 0 0 0,0-7 0 0 0,14-103 2621 0 0,0-15-1394 0 0,-11 86-1513 0 0,-5-58 1 0 0,1 88-724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28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25 185 3225 0 0,'-1'0'265'0'0,"0"0"0"0"0,0 1 0 0 0,0-1 0 0 0,0 0 0 0 0,0 0 0 0 0,0 0 0 0 0,0 0 0 0 0,0 0 0 0 0,-1-1 0 0 0,1 1 0 0 0,0 0 0 0 0,0 0 0 0 0,0-1 0 0 0,0 1 0 0 0,0 0 0 0 0,0-1 0 0 0,0 1 0 0 0,0-1 0 0 0,1 0 0 0 0,-1 1 0 0 0,0-1 0 0 0,0 0 0 0 0,-1 0 0 0 0,2 0-87 0 0,1 0 0 0 0,-1 0 1 0 0,0 0-1 0 0,0 0 1 0 0,0 1-1 0 0,1-1 0 0 0,-1 0 1 0 0,0 0-1 0 0,1 0 1 0 0,-1 1-1 0 0,1-1 0 0 0,-1 0 1 0 0,1 1-1 0 0,-1-1 0 0 0,1 0 1 0 0,0 1-1 0 0,-1-1 1 0 0,1 1-1 0 0,0-1 0 0 0,1 0 1 0 0,4-4 264 0 0,1 0 0 0 0,-1 1 0 0 0,1 0 0 0 0,15-5 0 0 0,9 0-323 0 0,2 2 0 0 0,-1 1 1 0 0,1 2-1 0 0,0 1 0 0 0,47 1 0 0 0,61 0-135 0 0,260-39-1 0 0,-256 21 956 0 0,234-4 0 0 0,176 17 876 0 0,-417 3-1464 0 0,53 5 602 0 0,-57 2-758 0 0,-95-2-159 0 0,73 10 1 0 0,-99-10-42 0 0,0 0 0 0 0,0-1 1 0 0,0-1-1 0 0,-1 0 1 0 0,23-5-1 0 0,-22 3-6 0 0,0 1 1 0 0,0 1-1 0 0,1 0 0 0 0,-1 0 0 0 0,20 3 1 0 0,-12 1 9 0 0,0-1 0 0 0,0-1 0 0 0,1 0 0 0 0,36-5 0 0 0,-3 3 1 0 0,-53 1-2 0 0,0 0 0 0 0,1 0 1 0 0,-1 0-1 0 0,1 1 1 0 0,-1-1-1 0 0,0 1 0 0 0,1 0 1 0 0,-1-1-1 0 0,0 1 1 0 0,0 0-1 0 0,0 1 1 0 0,0-1-1 0 0,0 0 0 0 0,0 0 1 0 0,0 1-1 0 0,0-1 1 0 0,0 1-1 0 0,0 0 0 0 0,2 3 1 0 0,-4-4-132 0 0,0-1 0 0 0,0 0 1 0 0,1 1-1 0 0,-1-1 0 0 0,0 0 0 0 0,0 1 0 0 0,0-1 1 0 0,0 0-1 0 0,20-14-8400 0 0,-19 12 8672 0 0,0 1 0 0 0,0-1 1 0 0,0 1-1 0 0,0-1 0 0 0,0 1 0 0 0,1 0 0 0 0,-1-1 0 0 0,0 1 1 0 0,1 0-1 0 0,-1 0 0 0 0,1 0 0 0 0,-1 0 0 0 0,1 0 0 0 0,-1 0 1 0 0,1 0-1 0 0,0 1 0 0 0,-1-1 0 0 0,1 0 0 0 0,0 1 0 0 0,2-1 1 0 0,-3 2 54 0 0,0 0 1 0 0,0-1 0 0 0,1 1 0 0 0,-1 0 0 0 0,0 0 0 0 0,0-1 0 0 0,0 1 0 0 0,0 0 0 0 0,0 0 0 0 0,-1 0-1 0 0,1 1 1 0 0,0-1 0 0 0,0 0 0 0 0,-1 0 0 0 0,1 0 0 0 0,-1 0 0 0 0,1 1 0 0 0,-1-1 0 0 0,1 0-1 0 0,-1 1 1 0 0,1 1 0 0 0,6 53 3258 0 0,-7-28-3982 0 0,-10 153 1244 0 0,10-61-3555 0 0,1-89-4314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28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1066 6913 0 0,'-22'10'8402'0'0,"22"-10"-8321"0"0,4-30 4086 0 0,1 3-4076 0 0,0-296 1165 0 0,-6 77-596 0 0,18 26-245 0 0,-12 186-1359 0 0,2 1-1 0 0,0 0 1 0 0,3 0 0 0 0,18-45 0 0 0,-19 64-2150 0 0,-4 9 1511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29.7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12 282 2304 0 0,'-1'-1'121'0'0,"1"1"0"0"0,-1 0 0 0 0,0-1 0 0 0,1 1-1 0 0,-1-1 1 0 0,0 0 0 0 0,1 1 0 0 0,-1-1 0 0 0,0 1-1 0 0,1-1 1 0 0,-1 0 0 0 0,1 0 0 0 0,0 1 0 0 0,-1-1-1 0 0,1 0 1 0 0,-1 0 0 0 0,1 1 0 0 0,0-1-1 0 0,0 0 1 0 0,-1 0 0 0 0,1 0 0 0 0,0 1 0 0 0,0-1-1 0 0,0 0 1 0 0,0 0 0 0 0,0-1 0 0 0,1 0 66 0 0,-1 0 0 0 0,1 1 1 0 0,0-1-1 0 0,0 1 0 0 0,-1-1 1 0 0,1 1-1 0 0,0-1 0 0 0,0 1 1 0 0,1-1-1 0 0,-1 1 0 0 0,0 0 1 0 0,2-2-1 0 0,7-4 515 0 0,-1 0 0 0 0,1 0 0 0 0,13-5 0 0 0,-15 8-373 0 0,36-19 348 0 0,0 3-1 0 0,2 1 0 0 0,1 2 0 0 0,0 2 0 0 0,96-16 0 0 0,251-6-217 0 0,-238 27-406 0 0,603-22 3080 0 0,-159 39-2788 0 0,-159 1-174 0 0,-379-8-162 0 0,-8-2 21 0 0,0 3-1 0 0,0 2 1 0 0,101 20 0 0 0,-151-22-22 0 0,0-1-1 0 0,0 1 1 0 0,-1 0-1 0 0,1-1 1 0 0,0 0 0 0 0,0 0-1 0 0,0 0 1 0 0,0 0-1 0 0,-1 0 1 0 0,1-1-1 0 0,0 0 1 0 0,0 0-1 0 0,-1 0 1 0 0,1 0 0 0 0,0-1-1 0 0,-1 1 1 0 0,7-5-1 0 0,-30 18-1063 0 0,0 0-1 0 0,1 2 0 0 0,0 0 1 0 0,2 1-1 0 0,-23 23 0 0 0,38-36 956 0 0,-1 2-568 0 0,-2 0 1 0 0,1 0 0 0 0,0 0 0 0 0,-1-1-1 0 0,0 1 1 0 0,1-1 0 0 0,-10 4-1 0 0,11-5 39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0.0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0,'12'25'15046'0'0,"-3"-16"-14465"0"0,-4-3-401 0 0,-1 1 0 0 0,0-1 0 0 0,0 1 0 0 0,-1 0 0 0 0,0 0 1 0 0,0 0-1 0 0,3 15 0 0 0,6 58 1695 0 0,-5-30-1349 0 0,31 217-418 0 0,-34-217-81 0 0,-2 0 0 0 0,-3 0 0 0 0,-9 69 0 0 0,-28 75-3175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1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332 93 8666 0 0,'-3'-7'259'0'0,"1"1"0"0"0,-1 0 0 0 0,0 0-1 0 0,-1 0 1 0 0,0 1 0 0 0,0-1 0 0 0,0 1 0 0 0,0 0 0 0 0,-1 0 0 0 0,0 0 0 0 0,0 1-1 0 0,0-1 1 0 0,-10-5 0 0 0,11 8-17 0 0,0 1 0 0 0,0-1 1 0 0,0 0-1 0 0,0 1 0 0 0,0 0 0 0 0,-1 0 0 0 0,1 0 0 0 0,0 1 0 0 0,-1 0 0 0 0,1-1 0 0 0,0 2 0 0 0,-1-1 1 0 0,1 0-1 0 0,0 1 0 0 0,-1 0 0 0 0,1 0 0 0 0,0 0 0 0 0,0 0 0 0 0,0 1 0 0 0,0-1 0 0 0,0 1 0 0 0,-4 3 0 0 0,-4 2-75 0 0,1 1 0 0 0,0 0 0 0 0,0 1 0 0 0,1 0 0 0 0,0 1 0 0 0,1 0 0 0 0,0 1 0 0 0,0 0 0 0 0,2 0 0 0 0,-1 0 0 0 0,1 1 0 0 0,1 1 0 0 0,-9 22 0 0 0,8-17-180 0 0,1 0 0 0 0,1 0-1 0 0,1 0 1 0 0,1 1 0 0 0,0 0-1 0 0,2 0 1 0 0,0 0 0 0 0,1 0-1 0 0,3 28 1 0 0,-2-40-12 0 0,0 0 0 0 0,1 0 0 0 0,0-1 0 0 0,1 1 0 0 0,-1 0 0 0 0,1-1 0 0 0,0 0 0 0 0,1 0 1 0 0,-1 0-1 0 0,1 0 0 0 0,1 0 0 0 0,-1-1 0 0 0,1 1 0 0 0,0-1 0 0 0,0 0 0 0 0,0-1 0 0 0,1 1 0 0 0,-1-1 0 0 0,1 0 0 0 0,0-1 0 0 0,1 1 0 0 0,6 2 1 0 0,-3-2-16 0 0,1-1 0 0 0,-1 0 0 0 0,1 0 0 0 0,0-1 0 0 0,0 0 1 0 0,0-1-1 0 0,0 0 0 0 0,0-1 0 0 0,0 0 0 0 0,0-1 0 0 0,0 0 1 0 0,0 0-1 0 0,16-5 0 0 0,-25 5 48 0 0,0 0-1 0 0,1 1 1 0 0,-1-1-1 0 0,0 0 1 0 0,0 0-1 0 0,0 0 1 0 0,0 0-1 0 0,0 0 1 0 0,0-1 0 0 0,-1 1-1 0 0,1-1 1 0 0,0 1-1 0 0,-1-1 1 0 0,1 0-1 0 0,-1 1 1 0 0,1-1-1 0 0,-1 0 1 0 0,0 0 0 0 0,2-3-1 0 0,-2 1 21 0 0,0 1 0 0 0,0 0 0 0 0,-1-1-1 0 0,1 1 1 0 0,-1-1 0 0 0,0 1 0 0 0,0-1 0 0 0,0 1 0 0 0,0-1-1 0 0,-1 1 1 0 0,0-6 0 0 0,-3-3 44 0 0,0 1 0 0 0,0-1 0 0 0,-1 1 0 0 0,0 0 0 0 0,-1 1-1 0 0,-9-14 1 0 0,14 23-69 0 0,1 0-1 0 0,-1 0 1 0 0,1 0 0 0 0,-1 0-1 0 0,1 0 1 0 0,-1 0-1 0 0,1 0 1 0 0,-1 0-1 0 0,1 0 1 0 0,0 0-1 0 0,-1 0 1 0 0,1 0 0 0 0,0 0-1 0 0,0-1 1 0 0,0 1-1 0 0,0 0 1 0 0,0 0-1 0 0,0 0 1 0 0,0 0 0 0 0,1 0-1 0 0,-1 0 1 0 0,0-1-1 0 0,1 1 1 0 0,-1 0-1 0 0,0 0 1 0 0,2-1-1 0 0,-1 0-5 0 0,1-1-1 0 0,0 1 0 0 0,0 0 0 0 0,1 0 0 0 0,-1 0 0 0 0,0 0 0 0 0,1 0 0 0 0,-1 0 0 0 0,6-2 1 0 0,6-3-36 0 0,1 1 1 0 0,30-8 0 0 0,-44 14 38 0 0,5-2-4 0 0,0 0 0 0 0,-1 1 0 0 0,1 0 0 0 0,0 0 0 0 0,-1 1 0 0 0,1 0 1 0 0,0 0-1 0 0,0 0 0 0 0,0 0 0 0 0,-1 1 0 0 0,1 0 0 0 0,0 0 0 0 0,5 3 0 0 0,-7-2 27 0 0,1 0 0 0 0,-1 1 0 0 0,0-1 0 0 0,0 1 0 0 0,-1 0 0 0 0,1 0 1 0 0,-1 0-1 0 0,1 1 0 0 0,-1-1 0 0 0,0 1 0 0 0,0 0 0 0 0,-1 0 0 0 0,1 0 0 0 0,-1 0 0 0 0,0 0 1 0 0,2 6-1 0 0,2 7 87 0 0,0 0 0 0 0,-2 0 0 0 0,0 1 0 0 0,-1-1 0 0 0,-1 1 0 0 0,0 18 1 0 0,2 6-605 0 0,-1-31-986 0 0,-2-8 97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1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27 8754 0 0,'12'-26'4341'0'0,"-21"37"-2143"0"0,-1 4-1874 0 0,1-1 1 0 0,0 2 0 0 0,1-1 0 0 0,1 1 0 0 0,1 0 0 0 0,0 1 0 0 0,1-1-1 0 0,1 1 1 0 0,0 0 0 0 0,1 0 0 0 0,0 27 0 0 0,3-41-316 0 0,0-1 0 0 0,0 1 0 0 0,0-1 0 0 0,1 1-1 0 0,0-1 1 0 0,-1 1 0 0 0,1-1 0 0 0,0 0 0 0 0,0 1 0 0 0,2 3 0 0 0,-2-5-49 0 0,-1-1 1 0 0,1 1-1 0 0,-1 0 1 0 0,1-1-1 0 0,0 1 0 0 0,0 0 1 0 0,-1-1-1 0 0,1 1 1 0 0,0-1-1 0 0,0 1 0 0 0,0-1 1 0 0,-1 1-1 0 0,1-1 0 0 0,0 0 1 0 0,0 1-1 0 0,0-1 1 0 0,0 0-1 0 0,0 0 0 0 0,0 0 1 0 0,1 1-1 0 0,1-2-60 0 0,-1 1-1 0 0,1-1 1 0 0,0 0 0 0 0,-1 0 0 0 0,1 0-1 0 0,-1 0 1 0 0,1 0 0 0 0,-1 0-1 0 0,1-1 1 0 0,-1 1 0 0 0,0-1-1 0 0,0 0 1 0 0,0 0 0 0 0,0 1-1 0 0,0-1 1 0 0,0-1 0 0 0,3-3 0 0 0,8-13-86 0 0,-1-1 1 0 0,-1 0 0 0 0,14-33 0 0 0,-14 28 1257 0 0,26-44 1 0 0,-36 69-1008 0 0,-1-1 0 0 0,0 1 0 0 0,0 0 0 0 0,0-1 0 0 0,0 1 0 0 0,1 0 1 0 0,-1-1-1 0 0,0 1 0 0 0,0 0 0 0 0,1 0 0 0 0,-1-1 0 0 0,0 1 0 0 0,1 0 0 0 0,-1 0 0 0 0,0-1 0 0 0,1 1 0 0 0,-1 0 1 0 0,0 0-1 0 0,1 0 0 0 0,-1 0 0 0 0,0-1 0 0 0,1 1 0 0 0,-1 0 0 0 0,0 0 0 0 0,1 0 0 0 0,-1 0 0 0 0,1 0 0 0 0,-1 0 1 0 0,0 0-1 0 0,1 0 0 0 0,-1 0 0 0 0,0 0 0 0 0,1 0 0 0 0,-1 0 0 0 0,1 0 0 0 0,-1 1 0 0 0,1-1 0 0 0,9 14 997 0 0,1 23-449 0 0,-11-37-610 0 0,1 2 25 0 0,3 18 129 0 0,0 0 1 0 0,2 0-1 0 0,1-1 1 0 0,0 0-1 0 0,11 20 1 0 0,-15-34-413 0 0,0 0 1 0 0,1 0-1 0 0,-1-1 0 0 0,1 1 1 0 0,0-1-1 0 0,1 0 1 0 0,-1 0-1 0 0,1 0 0 0 0,7 4 1 0 0,-7-5-315 0 0,0-1 0 0 0,0 0 0 0 0,0 0 1 0 0,1 0-1 0 0,-1-1 0 0 0,1 1 0 0 0,-1-1 0 0 0,1-1 1 0 0,-1 1-1 0 0,1-1 0 0 0,8 0 0 0 0,-9 0 96 0 0,0-1-1 0 0,0 1 1 0 0,-1-1 0 0 0,1 0-1 0 0,0 0 1 0 0,-1 0-1 0 0,1 0 1 0 0,-1-1-1 0 0,1 0 1 0 0,-1 0 0 0 0,0 0-1 0 0,1-1 1 0 0,-1 1-1 0 0,-1-1 1 0 0,8-6-1 0 0,-2-3 474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2.0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13 6913 0 0,'0'0'1'0'0,"0"0"0"0"0,0-1 0 0 0,0 1 0 0 0,0-1-1 0 0,0 1 1 0 0,0 0 0 0 0,0-1 0 0 0,0 1 0 0 0,0-1-1 0 0,0 1 1 0 0,0 0 0 0 0,0-1 0 0 0,0 1 0 0 0,0-1-1 0 0,0 1 1 0 0,0 0 0 0 0,0-1 0 0 0,-1 1 0 0 0,1 0-1 0 0,0-1 1 0 0,0 1 0 0 0,0 0 0 0 0,-1-1 0 0 0,1 1-1 0 0,0 0 1 0 0,0-1 0 0 0,-1 1 0 0 0,1 0 0 0 0,0 0-1 0 0,-1-1 1 0 0,1 1 0 0 0,0 0 0 0 0,-1 0 0 0 0,1 0-1 0 0,-1-1 1 0 0,1 1 0 0 0,0 0 0 0 0,-1 0 0 0 0,1 0-1 0 0,0 0 1 0 0,-1 0 0 0 0,1 0 0 0 0,-1 0 0 0 0,1 0-1 0 0,0 0 1 0 0,-1 0 0 0 0,1 0 0 0 0,-1 0 0 0 0,0 0-1 0 0,-25 17-4762 0 0,26-19 5004 0 0,1 2-242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2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21 11522 0 0,'-7'-9'278'0'0,"-7"-3"3862"0"0,15 22-2610 0 0,57 177 3195 0 0,3 14-4103 0 0,-22-55-1673 0 0,-31-120-849 0 0,-3-9-5331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2.4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4 296 6913 0 0,'-1'-1'33'0'0,"1"0"0"0"0,-1 0 0 0 0,1 0-1 0 0,0 0 1 0 0,-1 0 0 0 0,1 0 0 0 0,0-1-1 0 0,0 1 1 0 0,-1 0 0 0 0,1 0-1 0 0,0 0 1 0 0,0 0 0 0 0,0 0 0 0 0,0 0-1 0 0,1-1 1 0 0,-1 1 0 0 0,0 0-1 0 0,0 0 1 0 0,1 0 0 0 0,-1 0 0 0 0,0 0-1 0 0,1 0 1 0 0,-1 0 0 0 0,1 0 0 0 0,0 0-1 0 0,-1 0 1 0 0,1 0 0 0 0,0 0-1 0 0,-1 1 1 0 0,1-1 0 0 0,0 0 0 0 0,0 0-1 0 0,2-1 1 0 0,36-25 1458 0 0,-31 22-831 0 0,145-87 3103 0 0,4 4-6295 0 0,-135 76 2466 0 0,1 2-1 0 0,29-10 1 0 0,-34 15-37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2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2 291 2304 0 0,'0'1'33'0'0,"0"0"0"0"0,-1 0 0 0 0,1 0 0 0 0,0 0 0 0 0,0-1 0 0 0,-1 1 0 0 0,1 0 0 0 0,0 0 0 0 0,0 0 0 0 0,0 0 0 0 0,0 0 0 0 0,1 0 0 0 0,-1 0 0 0 0,0-1 0 0 0,0 1-1 0 0,0 0 1 0 0,1 0 0 0 0,-1 0 0 0 0,0 0 0 0 0,1-1 0 0 0,-1 1 0 0 0,1 0 0 0 0,-1 0 0 0 0,1-1 0 0 0,-1 1 0 0 0,1 0 0 0 0,1 0 175 0 0,0-1 1 0 0,0 0 0 0 0,0 1 0 0 0,0-1-1 0 0,0 0 1 0 0,0 0 0 0 0,0-1-1 0 0,-1 1 1 0 0,1 0 0 0 0,0 0-1 0 0,0-1 1 0 0,3 0 0 0 0,5-3 212 0 0,0 0 0 0 0,0 0 0 0 0,-1-1 0 0 0,1 0 0 0 0,-1 0 0 0 0,0-1 0 0 0,-1-1 0 0 0,1 1 0 0 0,-1-1 0 0 0,0-1 0 0 0,-1 1 0 0 0,0-1 0 0 0,0-1 0 0 0,-1 1 0 0 0,8-15 0 0 0,-10 17-378 0 0,0 0 0 0 0,-1 0 0 0 0,0 0 0 0 0,-1 0 0 0 0,1-1 0 0 0,-1 0-1 0 0,0 1 1 0 0,-1-1 0 0 0,1 0 0 0 0,-1 0 0 0 0,-1 0 0 0 0,1 0 0 0 0,-1 0-1 0 0,-1 0 1 0 0,1 0 0 0 0,-1 1 0 0 0,0-1 0 0 0,-1 0 0 0 0,1 0 0 0 0,-1 0-1 0 0,-1 1 1 0 0,1-1 0 0 0,-1 1 0 0 0,-7-11 0 0 0,9 16 7 0 0,0-1 1 0 0,1 1-1 0 0,-2-1 1 0 0,1 1-1 0 0,0 0 0 0 0,0 0 1 0 0,0-1-1 0 0,0 1 1 0 0,-1 0-1 0 0,1 0 1 0 0,-1 0-1 0 0,1 0 0 0 0,-1 0 1 0 0,1 1-1 0 0,-1-1 1 0 0,1 0-1 0 0,-1 1 1 0 0,1-1-1 0 0,-1 1 0 0 0,0 0 1 0 0,1-1-1 0 0,-1 1 1 0 0,0 0-1 0 0,0 0 1 0 0,1 0-1 0 0,-1 0 0 0 0,0 0 1 0 0,1 1-1 0 0,-1-1 1 0 0,0 0-1 0 0,1 1 1 0 0,-1 0-1 0 0,0-1 0 0 0,1 1 1 0 0,-1 0-1 0 0,1-1 1 0 0,-1 1-1 0 0,1 0 1 0 0,0 0-1 0 0,-1 0 0 0 0,1 0 1 0 0,0 1-1 0 0,0-1 1 0 0,-1 0-1 0 0,-1 3 1 0 0,-2 3 214 0 0,0-1 0 0 0,0 1 0 0 0,0 0 0 0 0,0 0 0 0 0,1 1 1 0 0,1-1-1 0 0,-6 17 0 0 0,6-12-44 0 0,0 0-1 0 0,1 0 1 0 0,1 1 0 0 0,0-1 0 0 0,1 0 0 0 0,0 1-1 0 0,1-1 1 0 0,1 1 0 0 0,0-1 0 0 0,0 0 0 0 0,1 0-1 0 0,0 0 1 0 0,1 0 0 0 0,10 18 0 0 0,-11-23-292 0 0,1 0 1 0 0,0 0-1 0 0,0 0 1 0 0,1-1-1 0 0,0 0 1 0 0,0 0-1 0 0,1 0 1 0 0,-1 0-1 0 0,1-1 1 0 0,0 0-1 0 0,1 0 1 0 0,-1-1-1 0 0,1 0 1 0 0,0 0-1 0 0,0 0 1 0 0,0-1-1 0 0,1 0 1 0 0,-1 0-1 0 0,1-1 1 0 0,-1 0-1 0 0,1-1 1 0 0,0 1 0 0 0,0-1-1 0 0,8-1 1 0 0,21-2-7033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3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115 53 5985 0 0,'-1'-1'192'0'0,"0"0"-1"0"0,0 0 1 0 0,0 0-1 0 0,0 1 0 0 0,0-1 1 0 0,0 0-1 0 0,0 1 1 0 0,0-1-1 0 0,0 1 1 0 0,0-1-1 0 0,-1 1 0 0 0,1-1 1 0 0,0 1-1 0 0,0 0 1 0 0,0-1-1 0 0,-1 1 1 0 0,1 0-1 0 0,0 0 0 0 0,0 0 1 0 0,-1 0-1 0 0,1 0 1 0 0,0 0-1 0 0,-2 1 1 0 0,1 0 154 0 0,-1 0-1 0 0,1 0 1 0 0,0 0 0 0 0,-1 0 0 0 0,1 1 0 0 0,0-1 0 0 0,0 1 0 0 0,0-1 0 0 0,0 1 0 0 0,-3 3 0 0 0,0 1 276 0 0,1-1 1 0 0,0 1-1 0 0,0 0 0 0 0,0 1 1 0 0,1-1-1 0 0,-1 1 1 0 0,-2 10-1 0 0,-2 12-77 0 0,-5 34 1 0 0,12-55-543 0 0,0 0 1 0 0,0 1 0 0 0,1-1 0 0 0,0 0 0 0 0,0 1-1 0 0,1-1 1 0 0,1 0 0 0 0,-1 0 0 0 0,4 10-1 0 0,-5-16-3 0 0,1-1 0 0 0,0 1 0 0 0,-1 0-1 0 0,1-1 1 0 0,0 1 0 0 0,0 0-1 0 0,0-1 1 0 0,0 0 0 0 0,0 1-1 0 0,0-1 1 0 0,0 1 0 0 0,1-1 0 0 0,-1 0-1 0 0,0 0 1 0 0,1 0 0 0 0,-1 0-1 0 0,1 0 1 0 0,-1 0 0 0 0,1 0 0 0 0,0 0-1 0 0,-1-1 1 0 0,1 1 0 0 0,0-1-1 0 0,1 1 1 0 0,0-1-16 0 0,1 0 0 0 0,-1 0 1 0 0,0 0-1 0 0,0-1 0 0 0,0 0 0 0 0,0 1 0 0 0,0-1 1 0 0,0 0-1 0 0,0 0 0 0 0,-1-1 0 0 0,1 1 0 0 0,5-4 1 0 0,1-1-68 0 0,0-1 0 0 0,0 0 0 0 0,0-1 0 0 0,-1 0 0 0 0,0-1 0 0 0,9-12 0 0 0,-4 2-99 0 0,-2 0 0 0 0,13-27 1 0 0,-21 39 185 0 0,0-1 0 0 0,0 1 1 0 0,-1-1-1 0 0,0 0 1 0 0,0 0-1 0 0,-1 0 0 0 0,0-1 1 0 0,0 1-1 0 0,-1-13 0 0 0,-1 17 31 0 0,0 0-1 0 0,-1 0 0 0 0,1 0 0 0 0,-1 1 0 0 0,1-1 1 0 0,-1 0-1 0 0,0 1 0 0 0,0 0 0 0 0,-1-1 0 0 0,1 1 1 0 0,-1 0-1 0 0,0 0 0 0 0,0 0 0 0 0,0 1 0 0 0,0-1 0 0 0,0 1 1 0 0,0-1-1 0 0,-1 1 0 0 0,1 0 0 0 0,-1 0 0 0 0,1 1 1 0 0,-6-2-1 0 0,4 1-292 0 0,0 0-1 0 0,1 0 1 0 0,-1 1 0 0 0,0 0 0 0 0,0 0 0 0 0,0 0 0 0 0,0 0-1 0 0,0 1 1 0 0,0 0 0 0 0,0 0 0 0 0,0 0 0 0 0,0 1-1 0 0,0 0 1 0 0,0 0 0 0 0,0 0 0 0 0,0 0 0 0 0,-7 4 0 0 0,4 2-1132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4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11979 0 0,'2'-2'241'0'0,"0"1"0"0"0,1 0 0 0 0,-1 0 0 0 0,0 0 0 0 0,1 0 0 0 0,-1 1 0 0 0,1-1 1 0 0,-1 1-1 0 0,1 0 0 0 0,0-1 0 0 0,-1 1 0 0 0,1 0 0 0 0,-1 0 0 0 0,1 1 0 0 0,-1-1 1 0 0,1 0-1 0 0,-1 1 0 0 0,1 0 0 0 0,-1-1 0 0 0,1 1 0 0 0,-1 0 0 0 0,4 2 0 0 0,7 4 542 0 0,-1 1-1 0 0,0 0 0 0 0,12 11 0 0 0,14 8-288 0 0,10-6-1074 0 0,-13-13-3554 0 0,-26-6 2584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4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136 0 9218 0 0,'0'0'707'0'0,"-3"12"2404"0"0,-4 10-1421 0 0,-2 1 0 0 0,-1-1 0 0 0,-15 24-1 0 0,-43 61-1604 0 0,55-87-906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4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11522 0 0,'-1'15'1086'0'0,"0"0"0"0"0,1 0 0 0 0,0 0 0 0 0,5 26 0 0 0,-2-13-26 0 0,-2-15-608 0 0,-1-8-663 0 0,0 0-1 0 0,0-1 1 0 0,1 1 0 0 0,0 0 0 0 0,0-1 0 0 0,0 1-1 0 0,4 8 1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4.5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37 3225 0 0,'-1'-12'288'0'0,"1"6"-288"0"0,0 0 0 0 0,1-4 2800 0 0,1 9-2800 0 0,-1-1-136 0 0,4 2-32 0 0,1 3-8 0 0,1 1 176 0 0,0-1 0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5.0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149 231 4609 0 0,'-4'-2'-55'0'0,"2"0"301"0"0,1 1 1 0 0,0 0-1 0 0,-1 0 0 0 0,1 0 1 0 0,-1 0-1 0 0,1 0 0 0 0,-1 0 0 0 0,0 0 1 0 0,1 0-1 0 0,-1 1 0 0 0,0-1 1 0 0,0 1-1 0 0,1-1 0 0 0,-1 1 1 0 0,0 0-1 0 0,0 0 0 0 0,0-1 0 0 0,1 1 1 0 0,-1 0-1 0 0,0 1 0 0 0,0-1 1 0 0,0 0-1 0 0,0 1 0 0 0,1-1 1 0 0,-1 1-1 0 0,0-1 0 0 0,0 1 0 0 0,1 0 1 0 0,-1-1-1 0 0,-2 3 0 0 0,-3 2 190 0 0,1-1 0 0 0,0 2 0 0 0,-1-1-1 0 0,2 1 1 0 0,-1 0 0 0 0,1 0-1 0 0,-1 1 1 0 0,2 0 0 0 0,-1 0 0 0 0,1 0-1 0 0,0 0 1 0 0,-3 10 0 0 0,3-10-385 0 0,1 1-1 0 0,1-1 1 0 0,0 1 0 0 0,0-1 0 0 0,0 1-1 0 0,1 0 1 0 0,0-1 0 0 0,0 1-1 0 0,1 0 1 0 0,0 0 0 0 0,1 0 0 0 0,0 0-1 0 0,1 8 1 0 0,-1-14-70 0 0,-1 0 0 0 0,1 0 0 0 0,0 1 1 0 0,0-1-1 0 0,0 0 0 0 0,0 0 0 0 0,0 0 0 0 0,0 0 0 0 0,1-1 1 0 0,-1 1-1 0 0,0 0 0 0 0,1 0 0 0 0,0-1 0 0 0,-1 1 0 0 0,1-1 1 0 0,0 1-1 0 0,0-1 0 0 0,0 0 0 0 0,0 0 0 0 0,0 0 0 0 0,2 1 1 0 0,0-1-136 0 0,-1 0 0 0 0,1-1 1 0 0,-1 1-1 0 0,1-1 0 0 0,-1 0 1 0 0,1 0-1 0 0,-1-1 0 0 0,1 1 0 0 0,-1 0 1 0 0,0-1-1 0 0,1 0 0 0 0,5-2 1 0 0,-1 0-443 0 0,0-1 0 0 0,-1 1 0 0 0,1-2 0 0 0,-1 1 0 0 0,0-1 0 0 0,0 0 0 0 0,0 0 0 0 0,0-1 1 0 0,-1 0-1 0 0,8-10 0 0 0,-6 5-91 0 0,-2-1 1 0 0,1 1-1 0 0,-2-1 0 0 0,0 0 1 0 0,0 0-1 0 0,-1 0 0 0 0,0-1 1 0 0,-1 0-1 0 0,2-25 1 0 0,-3 0 378 0 0,-2-1 1 0 0,-4-38 0 0 0,-1-25 7060 0 0,5 147 758 0 0,2-1-3367 0 0,2 4-3386 0 0,3-1 0 0 0,15 63-1 0 0,-12-70-712 0 0,28 95-1594 0 0,-31-115-262 0 0,1-1 1 0 0,15 26-1 0 0,-14-30 1188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5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1 241 5985 0 0,'0'1'47'0'0,"1"-1"1"0"0,-1 0-1 0 0,0 1 0 0 0,1-1 0 0 0,-1 0 0 0 0,0 1 1 0 0,1-1-1 0 0,-1 0 0 0 0,1 0 0 0 0,-1 1 0 0 0,0-1 1 0 0,1 0-1 0 0,-1 0 0 0 0,1 0 0 0 0,-1 1 0 0 0,1-1 1 0 0,-1 0-1 0 0,1 0 0 0 0,-1 0 0 0 0,1 0 0 0 0,-1 0 1 0 0,1 0-1 0 0,-1 0 0 0 0,1 0 0 0 0,-1 0 0 0 0,0-1 0 0 0,1 1 1 0 0,-1 0-1 0 0,1 0 0 0 0,-1 0 0 0 0,1 0 0 0 0,0-1 1 0 0,22-5 1333 0 0,-20 5-1211 0 0,9-3 209 0 0,-1 0-1 0 0,0-1 1 0 0,-1 0 0 0 0,1 0 0 0 0,-1-1-1 0 0,0-1 1 0 0,0 0 0 0 0,-1 0-1 0 0,0-1 1 0 0,15-16 0 0 0,-21 20-263 0 0,0 1-1 0 0,0-1 1 0 0,0 1 0 0 0,-1-1 0 0 0,1 0-1 0 0,-1 0 1 0 0,0 0 0 0 0,0 0 0 0 0,-1-1-1 0 0,1 1 1 0 0,-1 0 0 0 0,0-1 0 0 0,0 1-1 0 0,0-1 1 0 0,-1 1 0 0 0,0-1-1 0 0,1 1 1 0 0,-2-1 0 0 0,1 1 0 0 0,0-1-1 0 0,-1 1 1 0 0,0-1 0 0 0,0 1 0 0 0,0-1-1 0 0,-1 1 1 0 0,0 0 0 0 0,1 0 0 0 0,-1 0-1 0 0,-1 0 1 0 0,1 0 0 0 0,-4-4 0 0 0,6 7-99 0 0,-1-1 0 0 0,0 1 0 0 0,0 0 0 0 0,1 0 0 0 0,-1 0 0 0 0,0 0 0 0 0,0 0 1 0 0,0 1-1 0 0,0-1 0 0 0,0 0 0 0 0,0 0 0 0 0,-1 1 0 0 0,1-1 0 0 0,0 0 0 0 0,0 1 0 0 0,0-1 1 0 0,-1 1-1 0 0,1 0 0 0 0,0-1 0 0 0,0 1 0 0 0,-1 0 0 0 0,1 0 0 0 0,0 0 0 0 0,-1 0 0 0 0,1 0 1 0 0,-2 0-1 0 0,0 1 56 0 0,1 0 1 0 0,0 0-1 0 0,0 0 0 0 0,0 0 1 0 0,0 1-1 0 0,0-1 1 0 0,0 0-1 0 0,1 1 1 0 0,-1 0-1 0 0,0-1 1 0 0,1 1-1 0 0,-1 0 0 0 0,-1 3 1 0 0,-2 2 127 0 0,1 0 0 0 0,0 1-1 0 0,1-1 1 0 0,0 1 0 0 0,0-1 0 0 0,0 1 0 0 0,-2 15-1 0 0,5-18-135 0 0,0 1-1 0 0,0 0 0 0 0,1 0 0 0 0,0 0 1 0 0,0 0-1 0 0,0-1 0 0 0,0 1 0 0 0,1 0 1 0 0,0-1-1 0 0,0 1 0 0 0,1-1 0 0 0,0 0 1 0 0,0 0-1 0 0,0 0 0 0 0,0 0 0 0 0,1-1 1 0 0,4 6-1 0 0,-2-4-52 0 0,1 1 1 0 0,0-2-1 0 0,-1 1 1 0 0,2-1-1 0 0,-1 0 1 0 0,1 0-1 0 0,0-1 0 0 0,0 0 1 0 0,0-1-1 0 0,15 5 1 0 0,6-1-274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2.2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174 449 2304 0 0,'-71'-13'1994'0'0,"58"10"-474"0"0,0 0 0 0 0,-1-1 0 0 0,2-1 0 0 0,-1 0 0 0 0,0-1 0 0 0,-11-7 0 0 0,24 13-1365 0 0,1-1 0 0 0,-1 1 1 0 0,0-1-1 0 0,1 1 0 0 0,-1-1 0 0 0,1 1 0 0 0,-1-1 1 0 0,1 1-1 0 0,-1 0 0 0 0,1-1 0 0 0,-1 1 1 0 0,1 0-1 0 0,-1 0 0 0 0,1-1 0 0 0,-1 1 0 0 0,1 0 1 0 0,-1 0-1 0 0,1 0 0 0 0,0 0 0 0 0,-1-1 1 0 0,1 1-1 0 0,-1 0 0 0 0,1 0 0 0 0,0 0 1 0 0,-1 0-1 0 0,1 1 0 0 0,0-1 0 0 0,29-4-211 0 0,-28 3 292 0 0,485-56 127 0 0,193-20-782 0 0,-451 53 391 0 0,1635-112-156 0 0,-1456 113 176 0 0,1298-45 223 0 0,-1149 77 691 0 0,-406-5-595 0 0,468 14 888 0 0,-104-15-509 0 0,-381-2-1753 0 0,118-6-2919 0 0,-195 3-3377 0 0,-45 2 7208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3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8017 0 7834 0 0,'1'23'1423'0'0,"2"0"1"0"0,9 42 0 0 0,1-4 763 0 0,21 175 1402 0 0,11 118-2617 0 0,5 41-508 0 0,55 511 1565 0 0,-32-254-1730 0 0,88 366 278 0 0,-44-315-461 0 0,-74-366 15 0 0,42 237 133 0 0,-64-482 7 0 0,-5 1 0 0 0,10 171 0 0 0,-26-239-389 0 0,1 1 1 0 0,1-1-1 0 0,1 0 0 0 0,12 44 0 0 0,-12-58 118 0 0,-1 0 0 0 0,0 1 0 0 0,0-1 0 0 0,-1 1 0 0 0,-1 0 0 0 0,0-1 0 0 0,0 1 0 0 0,-4 21 0 0 0,2-30 17 0 0,1 0-1 0 0,-1 0 1 0 0,0 0 0 0 0,0 0-1 0 0,-1 0 1 0 0,1 0 0 0 0,0-1 0 0 0,-1 1-1 0 0,1-1 1 0 0,-1 1 0 0 0,0-1-1 0 0,0 0 1 0 0,0 0 0 0 0,0-1 0 0 0,0 1-1 0 0,-4 1 1 0 0,-57 21 339 0 0,57-22-343 0 0,-80 21 102 0 0,0-3 0 0 0,-147 14 0 0 0,-182-12 31 0 0,-371-3-142 0 0,-1-32 0 0 0,-828-33-461 0 0,771 7 185 0 0,167 4 121 0 0,-43 42 169 0 0,0 33-2 0 0,437-22-23 0 0,-245 28 456 0 0,124-8 217 0 0,335-33-665 0 0,-114-8 0 0 0,150 0-534 0 0,1-1 0 0 0,0-2-1 0 0,1-1 1 0 0,0-2 0 0 0,-48-19 0 0 0,44 11-7110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3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44 10594 0 0,'-10'-44'4558'0'0,"-1"76"-2989"0"0,6 1-863 0 0,3 1 1 0 0,0-1 0 0 0,3 35-1 0 0,0 6-183 0 0,48 1774 2164 0 0,-17-1184-2566 0 0,-3-41-10 0 0,-5-367-11 0 0,76 339 0 0 0,114 270 1016 0 0,-214-864-1115 0 0,39 123-96 0 0,-32-106 156 0 0,0-1 0 0 0,1-1 1 0 0,1 1-1 0 0,21 29 0 0 0,-29-46-76 0 0,-1 1 1 0 0,0 0-1 0 0,1-1 0 0 0,-1 1 0 0 0,0-1 0 0 0,1 1 1 0 0,-1 0-1 0 0,1-1 0 0 0,-1 1 0 0 0,1-1 0 0 0,-1 1 1 0 0,1-1-1 0 0,0 0 0 0 0,-1 1 0 0 0,1-1 0 0 0,-1 0 1 0 0,1 1-1 0 0,0-1 0 0 0,-1 0 0 0 0,1 1 0 0 0,0-1 0 0 0,-1 0 1 0 0,1 0-1 0 0,0 0 0 0 0,-1 0 0 0 0,1 0 0 0 0,1 0 1 0 0,-1-1-226 0 0,-1 0 0 0 0,1 0 1 0 0,0 0-1 0 0,0 0 0 0 0,-1 0 0 0 0,1 0 1 0 0,-1-1-1 0 0,1 1 0 0 0,-1 0 1 0 0,1 0-1 0 0,-1-1 0 0 0,0 1 0 0 0,0 0 1 0 0,1-3-1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4.6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1785 65 8754 0 0,'-2'-12'1333'0'0,"1"0"0"0"0,0 1-1 0 0,5-18 6171 0 0,4 55-6718 0 0,5 53-318 0 0,-5-1 0 0 0,0 82 0 0 0,-15 158-457 0 0,6-312 0 0 0,0 23-35 0 0,-19 277-107 0 0,13-246 100 0 0,-3-2 0 0 0,-2 1 0 0 0,-22 62-1 0 0,19-83 39 0 0,-2 0 0 0 0,-1-1-1 0 0,-2-1 1 0 0,-37 50 0 0 0,13-28 210 0 0,-87 87 1 0 0,82-99-44 0 0,-3-3 0 0 0,-1-2 0 0 0,-2-3 0 0 0,-2-2 0 0 0,-1-2 0 0 0,-99 41 0 0 0,-390 114 623 0 0,520-181-784 0 0,-330 90-1160 0 0,341-95 837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5.3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 11979 0 0,'-3'6'6013'0'0,"3"33"-4764"0"0,9 202 153 0 0,0-1-1104 0 0,-4-180-294 0 0,27 118-1 0 0,-14-114 7 0 0,4-1-1 0 0,2 0 1 0 0,3-2-1 0 0,2-1 1 0 0,63 94-1 0 0,-45-87 34 0 0,2-2 0 0 0,4-2 0 0 0,2-3 0 0 0,81 69 1 0 0,-33-47 33 0 0,4-5 0 0 0,159 89 1 0 0,-199-129-6 0 0,2-4 0 0 0,1-2 1 0 0,1-3-1 0 0,2-3 1 0 0,0-4-1 0 0,1-3 1 0 0,1-3-1 0 0,1-3 0 0 0,0-4 1 0 0,0-3-1 0 0,0-3 1 0 0,130-14-1 0 0,-135 3 73 0 0,343-50 44 0 0,-392 55-253 0 0,-11 3-101 0 0,-1-1 0 0 0,0 1 0 0 0,0-2 0 0 0,0 0 0 0 0,0 0 0 0 0,0-1 1 0 0,15-8-1 0 0,-24 12 107 0 0,0-1 1 0 0,0 0 0 0 0,0 1 0 0 0,-1-1 0 0 0,1 0 0 0 0,0 1 0 0 0,0-1 0 0 0,-1 0 0 0 0,1 0 0 0 0,-1 0 0 0 0,1 1 0 0 0,-1-1 0 0 0,1 0-1 0 0,-1 0 1 0 0,1 0 0 0 0,-1 0 0 0 0,0 0 0 0 0,1 0 0 0 0,-1 0 0 0 0,0 0 0 0 0,0 0 0 0 0,0 0 0 0 0,0 0 0 0 0,0-2 0 0 0,-5-9 39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6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189 37 5985 0 0,'24'-23'1595'0'0,"-9"10"1941"0"0,-69 76 2454 0 0,-17 43-3861 0 0,31-44-1394 0 0,37-59-728 0 0,-6 11 169 0 0,-1 0-1 0 0,2 1 1 0 0,0 0 0 0 0,-11 28 0 0 0,18-39-148 0 0,0-1 0 0 0,0 0 1 0 0,0 0-1 0 0,0 1 0 0 0,1-1 1 0 0,-1 0-1 0 0,1 1 0 0 0,0-1 0 0 0,0 0 1 0 0,1 1-1 0 0,-1-1 0 0 0,0 1 1 0 0,1-1-1 0 0,0 0 0 0 0,0 0 0 0 0,0 1 1 0 0,0-1-1 0 0,1 0 0 0 0,-1 0 1 0 0,1 0-1 0 0,0 0 0 0 0,-1-1 0 0 0,2 1 1 0 0,-1 0-1 0 0,0-1 0 0 0,0 1 1 0 0,1-1-1 0 0,-1 0 0 0 0,1 0 0 0 0,5 3 1 0 0,11 6 12 0 0,1-2 1 0 0,1 0-1 0 0,41 12 1 0 0,-7-3-48 0 0,-33-10 19 0 0,0 1 0 0 0,33 20 0 0 0,-49-26-4 0 0,0 0 0 0 0,-1 1 0 0 0,0 0 0 0 0,0 0 0 0 0,0 0 0 0 0,-1 1 1 0 0,1-1-1 0 0,-1 1 0 0 0,0 0 0 0 0,-1 1 0 0 0,1-1 0 0 0,-1 0 0 0 0,0 1 1 0 0,4 11-1 0 0,-6-15 12 0 0,-1 0 0 0 0,1 1 0 0 0,-1-1 0 0 0,0 0 0 0 0,0 0 0 0 0,0 0 0 0 0,0 1 0 0 0,0-1 0 0 0,0 0 0 0 0,0 0 0 0 0,-1 0 0 0 0,1 0 0 0 0,-1 1 0 0 0,0-1 0 0 0,0 0 0 0 0,0 0 0 0 0,0 0 0 0 0,-1 2 0 0 0,-1 0 16 0 0,0-1 1 0 0,0 1-1 0 0,0-1 0 0 0,0 0 1 0 0,-1 0-1 0 0,1-1 0 0 0,-1 1 0 0 0,-6 3 1 0 0,-2 0 66 0 0,1-1 0 0 0,-1-1 0 0 0,0 0 1 0 0,0 0-1 0 0,-20 2 0 0 0,26-5-214 0 0,0 0-1 0 0,0 0 1 0 0,-1-1 0 0 0,1 0 0 0 0,0 0-1 0 0,0-1 1 0 0,0 1 0 0 0,0-1-1 0 0,-1-1 1 0 0,1 1 0 0 0,0-1 0 0 0,-7-3-1 0 0,1-5-487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6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 10138 0 0,'4'-7'3714'0'0,"-3"7"-3617"0"0,-1 0 1 0 0,0 0 0 0 0,0 0 0 0 0,1 0-1 0 0,-1 0 1 0 0,0 0 0 0 0,0 0 0 0 0,1 0 292 0 0,0 0-292 0 0,13-1 3232 0 0,-11 3-3091 0 0,0 0-1 0 0,1-1 1 0 0,-1 1 0 0 0,0 1-1 0 0,0-1 1 0 0,-1 0 0 0 0,1 1-1 0 0,0-1 1 0 0,-1 1 0 0 0,0 0-1 0 0,1 0 1 0 0,-1 0 0 0 0,0 0-1 0 0,0 0 1 0 0,1 5 0 0 0,22 53 385 0 0,-23-57-541 0 0,17 57 248 0 0,-3 1-1 0 0,13 102 1 0 0,-13 33-2791 0 0,-14-165-5271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6.9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54 11002 0 0,'-2'-1'90'0'0,"0"0"-1"0"0,1 1 0 0 0,-1-1 1 0 0,1 0-1 0 0,-1 0 0 0 0,1-1 1 0 0,0 1-1 0 0,-1 0 1 0 0,1 0-1 0 0,0-1 0 0 0,0 1 1 0 0,0-1-1 0 0,-1 1 0 0 0,2-1 1 0 0,-3-2-1 0 0,3 3-43 0 0,0 0 0 0 0,0 0 0 0 0,0 0 0 0 0,0 0 1 0 0,0 1-1 0 0,0-1 0 0 0,1 0 0 0 0,-1 0 0 0 0,0 0 0 0 0,0 0 0 0 0,1 0 0 0 0,-1 1 1 0 0,0-1-1 0 0,1 0 0 0 0,-1 0 0 0 0,1 0 0 0 0,-1 1 0 0 0,1-1 0 0 0,-1 0 0 0 0,1 1 1 0 0,0-1-1 0 0,-1 1 0 0 0,1-1 0 0 0,0 0 0 0 0,-1 1 0 0 0,1-1 0 0 0,0 1 0 0 0,0 0 1 0 0,-1-1-1 0 0,1 1 0 0 0,0 0 0 0 0,0-1 0 0 0,0 1 0 0 0,0 0 0 0 0,1 0 0 0 0,6-3 149 0 0,0 1-1 0 0,0 1 0 0 0,0 0 0 0 0,0 0 1 0 0,1 0-1 0 0,-1 1 0 0 0,1 1 0 0 0,-1-1 1 0 0,0 1-1 0 0,17 4 0 0 0,4 3 433 0 0,46 18 1 0 0,-63-21-435 0 0,1 0 1 0 0,0 2-1 0 0,-1-1 1 0 0,0 1-1 0 0,-1 1 1 0 0,0 0-1 0 0,0 1 1 0 0,0 0-1 0 0,-1 1 1 0 0,14 17-1 0 0,-18-19-127 0 0,-1 0-1 0 0,0 0 1 0 0,-1 1-1 0 0,1-1 1 0 0,-2 1 0 0 0,1 0-1 0 0,-1 0 1 0 0,-1 0-1 0 0,1 1 1 0 0,-2-1 0 0 0,1 0-1 0 0,-1 1 1 0 0,-1 0-1 0 0,1-1 1 0 0,-2 1 0 0 0,-1 12-1 0 0,-1-7-47 0 0,-1-1 0 0 0,0 0-1 0 0,-1 0 1 0 0,0 0 0 0 0,-1-1-1 0 0,-1 1 1 0 0,0-2 0 0 0,-1 1 0 0 0,0-1-1 0 0,-1 0 1 0 0,0-1 0 0 0,-1 1-1 0 0,-12 9 1 0 0,-7 5-420 0 0,-1-1 1 0 0,-1-2-1 0 0,-60 35 0 0 0,52-37-498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9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 3225 0 0,'-1'-14'13780'0'0,"10"31"-9113"0"0,0 2-5316 0 0,20 57 1898 0 0,24 103 0 0 0,6 85-683 0 0,-33-139-472 0 0,-22-108-79 0 0,6 30-182 0 0,-9-44 108 0 0,-1 0 1 0 0,0-1-1 0 0,0 1 0 0 0,0 0 1 0 0,0 0-1 0 0,0 0 0 0 0,0 0 1 0 0,-1 0-1 0 0,1 0 0 0 0,-1 0 1 0 0,0-1-1 0 0,-1 5 0 0 0,-5-1-429 0 0,-2-3-93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9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1 131 7834 0 0,'7'-8'260'0'0,"0"0"0"0"0,0 1 0 0 0,1 1 1 0 0,0-1-1 0 0,0 1 0 0 0,0 1 1 0 0,1-1-1 0 0,18-7 0 0 0,6 0 1269 0 0,40-12 0 0 0,-58 21-1204 0 0,3-2 365 0 0,0 2 0 0 0,0 0 0 0 0,1 0 0 0 0,-1 2 0 0 0,1 0 0 0 0,0 2 0 0 0,22 1 0 0 0,-36-1-599 0 0,0 1-1 0 0,0-1 0 0 0,-1 1 1 0 0,1 0-1 0 0,0 1 0 0 0,0-1 1 0 0,-1 1-1 0 0,1 0 0 0 0,-1 0 0 0 0,1 1 1 0 0,-1-1-1 0 0,0 1 0 0 0,0 0 1 0 0,0 0-1 0 0,0 0 0 0 0,-1 0 1 0 0,1 1-1 0 0,-1 0 0 0 0,0-1 0 0 0,0 1 1 0 0,0 1-1 0 0,0-1 0 0 0,-1 0 1 0 0,0 1-1 0 0,0-1 0 0 0,0 1 1 0 0,0-1-1 0 0,-1 1 0 0 0,0 0 0 0 0,0 0 1 0 0,0 0-1 0 0,0 5 0 0 0,-1 5-92 0 0,0-1-1 0 0,-1 1 1 0 0,0 0-1 0 0,-1-1 1 0 0,-1 0-1 0 0,-1 1 0 0 0,0-1 1 0 0,0 0-1 0 0,-1-1 1 0 0,-1 1-1 0 0,-1-1 1 0 0,0 0-1 0 0,-10 15 0 0 0,-7 6-833 0 0,-1-2 0 0 0,-1 0 0 0 0,-45 41 0 0 0,40-45-2197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9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 10594 0 0,'4'4'272'0'0,"0"0"-1"0"0,0-1 0 0 0,0 0 0 0 0,1 0 1 0 0,-1 0-1 0 0,1 0 0 0 0,-1-1 0 0 0,1 1 1 0 0,0-1-1 0 0,0-1 0 0 0,0 1 0 0 0,0-1 1 0 0,0 1-1 0 0,1-1 0 0 0,-1-1 1 0 0,0 1-1 0 0,1-1 0 0 0,-1 0 0 0 0,0 0 1 0 0,9-2-1 0 0,1 0-211 0 0,1-1 0 0 0,0 0 0 0 0,-1-1-1 0 0,0-1 1 0 0,24-11 0 0 0,5-5-1848 0 0,-20 13 1441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0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9218 0 0,'2'-10'367'0'0,"3"-16"1927"0"0,0 1-1 0 0,12-27 1 0 0,-8 76 1043 0 0,54 397-283 0 0,-12-65-2975 0 0,-38-292-1790 0 0,-6-38-5895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1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54 4609 0 0,'1'-1'148'0'0,"-1"0"0"0"0,0 0-1 0 0,1 1 1 0 0,-1-1 0 0 0,1 1 0 0 0,-1-1-1 0 0,1 0 1 0 0,-1 1 0 0 0,1-1 0 0 0,-1 1-1 0 0,1-1 1 0 0,-1 1 0 0 0,1-1 0 0 0,0 1-1 0 0,-1-1 1 0 0,1 1 0 0 0,0 0 0 0 0,-1-1-1 0 0,1 1 1 0 0,0 0 0 0 0,0 0 0 0 0,-1 0-1 0 0,1-1 1 0 0,0 1 0 0 0,1 0 0 0 0,28-12 2094 0 0,-2 4-1048 0 0,0 1-1 0 0,0 2 1 0 0,1 0-1 0 0,0 2 1 0 0,0 1 0 0 0,31 2-1 0 0,-41 1-944 0 0,0 1-1 0 0,0 0 0 0 0,0 2 1 0 0,0 0-1 0 0,-1 1 1 0 0,0 1-1 0 0,0 0 0 0 0,0 2 1 0 0,-1 0-1 0 0,20 12 1 0 0,-32-17-240 0 0,0 1 1 0 0,0-1 0 0 0,-1 1 0 0 0,0 0 0 0 0,0 0-1 0 0,0 0 1 0 0,0 0 0 0 0,0 1 0 0 0,-1 0-1 0 0,0-1 1 0 0,0 1 0 0 0,0 1 0 0 0,-1-1 0 0 0,1 0-1 0 0,2 10 1 0 0,-5-10-7 0 0,1-1 0 0 0,-1 1 0 0 0,0 0 0 0 0,0-1 0 0 0,0 1 0 0 0,-1 0 0 0 0,1 0 0 0 0,-1-1 0 0 0,0 1 0 0 0,-1-1 0 0 0,1 1 0 0 0,-1-1 0 0 0,0 1 0 0 0,0-1 0 0 0,0 0 0 0 0,-1 0 0 0 0,1 0 0 0 0,-1 0 0 0 0,-5 5 0 0 0,-8 9 42 0 0,-1-2 1 0 0,-1 0 0 0 0,0-2-1 0 0,-1 0 1 0 0,0 0-1 0 0,-1-2 1 0 0,-26 12 0 0 0,-56 18-1027 0 0,0-14-3628 0 0,85-24-1625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1.5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219 26 4609 0 0,'0'-1'189'0'0,"1"1"0"0"0,0-1-1 0 0,-1 0 1 0 0,1 1 0 0 0,0-1 0 0 0,-1 0-1 0 0,1 0 1 0 0,-1 0 0 0 0,1 1 0 0 0,-1-1 0 0 0,1 0-1 0 0,-1 0 1 0 0,0 0 0 0 0,1 0 0 0 0,-1 0 0 0 0,0 0-1 0 0,-4-8 3063 0 0,3 9-3081 0 0,1 0 0 0 0,-1 0 0 0 0,1 0 0 0 0,0-1 0 0 0,-1 1 1 0 0,1 0-1 0 0,-1 0 0 0 0,-2-1 270 0 0,0 1-1 0 0,1 0 1 0 0,-1-1 0 0 0,0 1 0 0 0,1 0 0 0 0,-1 0 0 0 0,0 1-1 0 0,0-1 1 0 0,1 0 0 0 0,-1 1 0 0 0,-3 1 0 0 0,-6 3-77 0 0,0 1 0 0 0,0 0 1 0 0,1 1-1 0 0,-1 1 0 0 0,1 0 1 0 0,1 0-1 0 0,0 1 0 0 0,0 0 0 0 0,1 1 1 0 0,0 0-1 0 0,0 0 0 0 0,-7 13 1 0 0,11-15-349 0 0,0-1 0 0 0,0 1 0 0 0,1 0 0 0 0,1 0 0 0 0,-1 1 0 0 0,1-1 0 0 0,0 1 0 0 0,1-1 0 0 0,0 1 0 0 0,1 0 0 0 0,-1 0 0 0 0,2 0 0 0 0,-1 0 1 0 0,1 0-1 0 0,1 0 0 0 0,0 0 0 0 0,0-1 0 0 0,5 19 0 0 0,-6-25-24 0 0,1 0 0 0 0,-1 0 0 0 0,1 0 1 0 0,0 0-1 0 0,0 0 0 0 0,0 0 0 0 0,0 0 0 0 0,1 0 1 0 0,-1 0-1 0 0,0 0 0 0 0,1-1 0 0 0,-1 1 0 0 0,1 0 1 0 0,0-1-1 0 0,0 1 0 0 0,-1-1 0 0 0,1 0 0 0 0,0 0 0 0 0,0 0 1 0 0,0 0-1 0 0,0 0 0 0 0,0 0 0 0 0,1 0 0 0 0,-1 0 1 0 0,0-1-1 0 0,0 1 0 0 0,0-1 0 0 0,4 0 0 0 0,-3 0-30 0 0,0-1-1 0 0,0 1 0 0 0,0-1 1 0 0,0 0-1 0 0,0 0 0 0 0,0 0 1 0 0,0 0-1 0 0,-1-1 0 0 0,1 1 1 0 0,0-1-1 0 0,-1 0 1 0 0,0 0-1 0 0,1 0 0 0 0,-1 0 1 0 0,0 0-1 0 0,0 0 0 0 0,0 0 1 0 0,0-1-1 0 0,0 1 0 0 0,2-5 1 0 0,0-1-170 0 0,-1 0 1 0 0,0 0 0 0 0,0 0 0 0 0,-1-1 0 0 0,0 1 0 0 0,0-1 0 0 0,-1 1 0 0 0,0-1-1 0 0,0 1 1 0 0,-1-1 0 0 0,-1 0 0 0 0,1 1 0 0 0,-1-1 0 0 0,-1 1 0 0 0,-3-15 0 0 0,0 3-1127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2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183 437 11979 0 0,'-1'-2'243'0'0,"0"0"0"0"0,0 1 0 0 0,0 0 0 0 0,-1-1 0 0 0,1 1 0 0 0,0-1 0 0 0,-1 1 0 0 0,1 0 0 0 0,-1 0 0 0 0,0 0 0 0 0,1 0 0 0 0,-1 0 0 0 0,0 0 0 0 0,1 0 0 0 0,-1 1 1 0 0,0-1-1 0 0,0 1 0 0 0,0-1 0 0 0,0 1 0 0 0,0 0 0 0 0,1 0 0 0 0,-1-1 0 0 0,0 1 0 0 0,0 0 0 0 0,0 1 0 0 0,0-1 0 0 0,0 0 0 0 0,0 1 0 0 0,0-1 0 0 0,1 1 0 0 0,-1-1 1 0 0,-3 3-1 0 0,-3-1-26 0 0,1 2 1 0 0,-1-1 0 0 0,1 1-1 0 0,0 0 1 0 0,1 0 0 0 0,-11 9-1 0 0,10-6-167 0 0,1 0 0 0 0,0 0 0 0 0,1 0 0 0 0,0 1-1 0 0,0-1 1 0 0,0 1 0 0 0,1 1 0 0 0,1-1 0 0 0,-1 0 0 0 0,1 1-1 0 0,1 0 1 0 0,-3 11 0 0 0,4-15-74 0 0,0-1 0 0 0,0 1 1 0 0,0 0-1 0 0,1 0 0 0 0,0 1 0 0 0,0-1 0 0 0,0 0 0 0 0,1 0 0 0 0,0 0 0 0 0,0 0 0 0 0,0-1 1 0 0,0 1-1 0 0,1 0 0 0 0,0 0 0 0 0,0-1 0 0 0,0 1 0 0 0,0-1 0 0 0,1 1 0 0 0,0-1 0 0 0,0 0 1 0 0,0 0-1 0 0,0 0 0 0 0,6 5 0 0 0,-8-8-42 0 0,1 0 0 0 0,-1 0-1 0 0,1 0 1 0 0,-1-1 0 0 0,0 1 0 0 0,1 0 0 0 0,-1-1-1 0 0,1 1 1 0 0,-1 0 0 0 0,1-1 0 0 0,0 0 0 0 0,-1 1-1 0 0,1-1 1 0 0,0 0 0 0 0,-1 0 0 0 0,1 0-1 0 0,-1 0 1 0 0,1 0 0 0 0,0 0 0 0 0,-1-1 0 0 0,4 0-1 0 0,-2 0-104 0 0,0-1 0 0 0,0 1 0 0 0,0-1 0 0 0,0 0 0 0 0,-1 0 0 0 0,1 0 0 0 0,0 0 0 0 0,-1-1 0 0 0,0 1-1 0 0,3-4 1 0 0,3-4-329 0 0,-1-1-1 0 0,0 0 0 0 0,-1 0 0 0 0,8-20 0 0 0,-5 4-59 0 0,-1 0 0 0 0,-1-1 0 0 0,-1 1 0 0 0,-1-2 0 0 0,-2 1 0 0 0,0 0 0 0 0,-3-30 0 0 0,-1 17 577 0 0,-9-48 0 0 0,-17-35 3329 0 0,25 119-2996 0 0,-15-46 2106 0 0,16 49-2284 0 0,0 0 1 0 0,1 0 0 0 0,-1 0 0 0 0,0 1 0 0 0,0-1-1 0 0,0 0 1 0 0,-1 1 0 0 0,1-1 0 0 0,0 1 0 0 0,0-1-1 0 0,-1 1 1 0 0,1 0 0 0 0,-1-1 0 0 0,1 1 0 0 0,-1 0 0 0 0,0 0-1 0 0,1 0 1 0 0,-1 0 0 0 0,0 0 0 0 0,0 1 0 0 0,0-1-1 0 0,-3-1 1 0 0,3 3-122 0 0,1-1 0 0 0,0 1 0 0 0,-1-1 0 0 0,1 1 1 0 0,0 0-1 0 0,-1-1 0 0 0,1 1 0 0 0,0 0 0 0 0,0 0 0 0 0,-1 0 0 0 0,1 0 0 0 0,0 0 0 0 0,0 0 0 0 0,0 0 0 0 0,0 0 0 0 0,1 0 0 0 0,-1 0 0 0 0,0 1 0 0 0,0-1 0 0 0,1 0 1 0 0,-1 1-1 0 0,1-1 0 0 0,-1 0 0 0 0,1 1 0 0 0,-1-1 0 0 0,1 1 0 0 0,0-1 0 0 0,0 1 0 0 0,0-1 0 0 0,0 1 0 0 0,0-1 0 0 0,0 2 0 0 0,-1 6 7 0 0,1-1 0 0 0,0 0 0 0 0,1 0 0 0 0,2 13 0 0 0,7 10-49 0 0,1-1-1 0 0,1 1 0 0 0,2-2 0 0 0,1 0 0 0 0,23 33 0 0 0,21 42-214 0 0,5 26-4270 0 0,-52-99-2466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2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 8754 0 0,'3'3'358'0'0,"-1"-1"1"0"0,1 1 0 0 0,-1 0-1 0 0,0 0 1 0 0,0 1-1 0 0,0-1 1 0 0,-1 0-1 0 0,1 1 1 0 0,-1-1 0 0 0,1 1-1 0 0,-1-1 1 0 0,0 1-1 0 0,0 4 1 0 0,5 12 829 0 0,-5-17-1118 0 0,5 12 521 0 0,1-1 0 0 0,0 0 0 0 0,9 14-1 0 0,-14-25-454 0 0,1 0-1 0 0,-1 0 1 0 0,0 0-1 0 0,1-1 0 0 0,0 1 1 0 0,0-1-1 0 0,-1 0 1 0 0,6 4-1 0 0,-6-6-111 0 0,-1 1 0 0 0,0 0 0 0 0,1-1 0 0 0,-1 0 0 0 0,0 1 0 0 0,1-1 0 0 0,-1 0-1 0 0,1 1 1 0 0,-1-1 0 0 0,1 0 0 0 0,-1 0 0 0 0,0 0 0 0 0,1 0 0 0 0,-1-1 0 0 0,1 1 0 0 0,-1 0 0 0 0,1-1-1 0 0,-1 1 1 0 0,0 0 0 0 0,1-1 0 0 0,1-1 0 0 0,3-3 33 0 0,-1 0 0 0 0,1 0 0 0 0,-1-1 0 0 0,-1 0 1 0 0,1 0-1 0 0,-1 0 0 0 0,0 0 0 0 0,-1-1 0 0 0,1 0 0 0 0,-1 0 0 0 0,3-11 0 0 0,11-19 218 0 0,-12 28-69 0 0,0 1 1 0 0,0 0-1 0 0,1 0 0 0 0,0 0 0 0 0,14-12 0 0 0,-19 19-173 0 0,0-1-1 0 0,1 1 0 0 0,-1 0 0 0 0,0 0 0 0 0,1 0 0 0 0,-1 0 0 0 0,1 1 0 0 0,-1-1 0 0 0,1 0 0 0 0,0 1 0 0 0,-1-1 0 0 0,1 1 0 0 0,0-1 1 0 0,-1 1-1 0 0,1 0 0 0 0,0 0 0 0 0,-1 0 0 0 0,1 0 0 0 0,0 0 0 0 0,-1 0 0 0 0,1 0 0 0 0,0 0 0 0 0,-1 1 0 0 0,1-1 0 0 0,0 1 1 0 0,-1-1-1 0 0,1 1 0 0 0,-1 0 0 0 0,1-1 0 0 0,-1 1 0 0 0,1 0 0 0 0,-1 0 0 0 0,1 0 0 0 0,-1 0 0 0 0,0 0 0 0 0,0 1 0 0 0,1-1 1 0 0,-1 0-1 0 0,0 1 0 0 0,0-1 0 0 0,1 2 0 0 0,4 7 62 0 0,0 0 1 0 0,-1 1 0 0 0,1 0-1 0 0,-2 0 1 0 0,0 0-1 0 0,0 0 1 0 0,-1 1-1 0 0,0-1 1 0 0,-1 1-1 0 0,-1 0 1 0 0,0 0 0 0 0,0 14-1 0 0,-2 3 42 0 0,0-1 0 0 0,-2 1-1 0 0,-13 54 1 0 0,9-57-397 0 0,-1-1 0 0 0,-1 0 1 0 0,-2-1-1 0 0,0 0 0 0 0,-1 0 0 0 0,-2-2 0 0 0,-17 24 0 0 0,8-16-7786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3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75 429 6449 0 0,'-8'2'-3'0'0,"-1"0"-1"0"0,0-1 1 0 0,0 0-1 0 0,1-1 0 0 0,-1 0 1 0 0,-10-1-1 0 0,19 0 102 0 0,0 1 0 0 0,-1 0 0 0 0,1 0 1 0 0,0-1-1 0 0,-1 1 0 0 0,1 0 0 0 0,0-1 0 0 0,0 1 0 0 0,0 0 0 0 0,-1-1 1 0 0,1 1-1 0 0,0 0 0 0 0,0-1 0 0 0,0 1 0 0 0,0-1 0 0 0,0 1 0 0 0,0 0 0 0 0,0-1 1 0 0,0 1-1 0 0,0-1 0 0 0,0 1 0 0 0,0 0 0 0 0,0-1 0 0 0,0 1 0 0 0,0-1 1 0 0,0 1-1 0 0,0 0 0 0 0,0-1 0 0 0,0 1 0 0 0,0 0 0 0 0,1-1 0 0 0,-1 1 0 0 0,0-1 1 0 0,9-21 1913 0 0,-5 10-462 0 0,-2-3-520 0 0,-1 1 1 0 0,0-1 0 0 0,-2-25-1 0 0,-1 22-596 0 0,2 0-1 0 0,2-18 0 0 0,4-1-194 0 0,20-70 0 0 0,-7 46-5696 0 0,-10 35-459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0 218 5529 0 0,'7'-1'1051'0'0,"-1"-1"0"0"0,0 0 0 0 0,-1 0 0 0 0,12-6-1 0 0,10-4 143 0 0,18-2-855 0 0,1 1 0 0 0,71-9 0 0 0,99 1 1052 0 0,-65 7-959 0 0,-17 5-1454 0 0,241 12-1 0 0,-243 1 1272 0 0,137-16 0 0 0,129-31 506 0 0,-301 31-709 0 0,350-20 773 0 0,2 28 219 0 0,-386 4-996 0 0,-31 0 110 0 0,-9-1-98 0 0,0 1 0 0 0,0 1 0 0 0,0 1 0 0 0,0 1 0 0 0,31 8 0 0 0,-52-11-92 0 0,-1 0 1 0 0,1 1-1 0 0,0 0 1 0 0,-1-1 0 0 0,1 1-1 0 0,0 0 1 0 0,-1 0 0 0 0,1 0-1 0 0,-1 0 1 0 0,0 0 0 0 0,1 0-1 0 0,-1 0 1 0 0,0 0-1 0 0,1 0 1 0 0,-1 1 0 0 0,1 1-1 0 0,-2-3-26 0 0,0 1-1 0 0,0 0 0 0 0,0-1 0 0 0,1 1 0 0 0,-1 0 0 0 0,0 0 0 0 0,0-1 0 0 0,0 1 1 0 0,-1 0-1 0 0,1 0 0 0 0,0-1 0 0 0,0 1 0 0 0,0 0 0 0 0,0-1 0 0 0,-1 1 0 0 0,1 0 1 0 0,0-1-1 0 0,-1 1 0 0 0,1 0 0 0 0,-1-1 0 0 0,1 1 0 0 0,0-1 0 0 0,-1 1 0 0 0,1 0 0 0 0,-2 0 1 0 0,-4 4-761 0 0,-1 0 0 0 0,0 0 0 0 0,0-1 0 0 0,-15 8 1 0 0,21-12 720 0 0,-14 8-3575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4.5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9218 0 0,'5'9'949'0'0,"0"0"0"0"0,1-1 0 0 0,11 12 1 0 0,15 23 1753 0 0,-18-12-1947 0 0,0 0 0 0 0,-3 1-1 0 0,9 38 1 0 0,2 3-2920 0 0,-15-50 1190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5.2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32 513 10594 0 0,'3'-3'313'0'0,"-1"0"-1"0"0,1-1 0 0 0,-1 1 1 0 0,0-1-1 0 0,0 0 0 0 0,-1 0 1 0 0,1 0-1 0 0,-1 0 0 0 0,0 0 1 0 0,0 0-1 0 0,0 0 0 0 0,0 0 1 0 0,-1-7-1 0 0,-1-56 2517 0 0,0 60-2772 0 0,-26-180 2214 0 0,6 66-1871 0 0,18 66-4291 0 0,4 40-2268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5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17 586 6449 0 0,'-3'-7'476'0'0,"0"-1"0"0"0,0 1 0 0 0,1-1-1 0 0,0 0 1 0 0,1 0 0 0 0,0 0-1 0 0,0 0 1 0 0,1 0 0 0 0,0 0 0 0 0,1-9-1 0 0,-2-4 511 0 0,2-42 294 0 0,3 1-1 0 0,2 0 0 0 0,4 0 1 0 0,17-65-1 0 0,-26 124-1484 0 0,3-12 185 0 0,0-1-1 0 0,10-21 0 0 0,1 15-7553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6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47 133 1376 0 0,'-47'28'2043'0'0,"75"-29"3044"0"0,135-49 234 0 0,-105 30-3882 0 0,0 3-1 0 0,86-15 1 0 0,4 12-880 0 0,0 6 0 0 0,179 7 0 0 0,355 34-559 0 0,-465-24 0 0 0,20 0 0 0 0,210-1 626 0 0,-402-3-604 0 0,80 3 30 0 0,-112-1-48 0 0,0 0-1 0 0,0 2 1 0 0,0-1-1 0 0,0 1 1 0 0,0 1-1 0 0,-1 1 1 0 0,16 7-1 0 0,-19-7-387 0 0,-8-5 190 0 0,-1 1-1 0 0,1 0 0 0 0,0-1 0 0 0,0 1 1 0 0,0 0-1 0 0,1-1 0 0 0,-1 1 0 0 0,0-1 0 0 0,0 0 1 0 0,0 1-1 0 0,0-1 0 0 0,0 0 0 0 0,0 0 0 0 0,1 0 1 0 0,-1 1-1 0 0,0-1 0 0 0,0 0 0 0 0,0-1 1 0 0,1 1-1 0 0,-1 0 0 0 0,0 0 0 0 0,0 0 0 0 0,0-1 1 0 0,0 1-1 0 0,0-1 0 0 0,0 1 0 0 0,0-1 0 0 0,0 1 1 0 0,0-1-1 0 0,0 1 0 0 0,0-1 0 0 0,0 0 1 0 0,0 0-1 0 0,0 0 0 0 0,1 0 0 0 0,30-16-2204 0 0,-26 14 2384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6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5529 0 0,'10'2'1448'0'0,"0"0"1"0"0,-1 0-1 0 0,1 1 0 0 0,-1 1 1 0 0,0-1-1 0 0,17 10 0 0 0,-21-8-1079 0 0,1-1 0 0 0,-1 0-1 0 0,-1 1 1 0 0,1 0 0 0 0,0 0-1 0 0,-1 1 1 0 0,0-1 0 0 0,-1 1-1 0 0,1 0 1 0 0,-1 0 0 0 0,0 0-1 0 0,0 0 1 0 0,-1 1 0 0 0,3 11-1 0 0,2 12-19 0 0,6 62 0 0 0,-9-62-73 0 0,61 375 86 0 0,-48-327-3000 0 0,-12-57-4566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7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57 9674 0 0,'1'-2'219'0'0,"-1"0"0"0"0,1 0 1 0 0,-1 0-1 0 0,0 0 0 0 0,1-1 0 0 0,-1 1 1 0 0,0 0-1 0 0,0 0 0 0 0,-1-1 0 0 0,1 1 0 0 0,0 0 1 0 0,-1 0-1 0 0,1 0 0 0 0,-1 0 0 0 0,0 0 0 0 0,1-1 1 0 0,-1 1-1 0 0,0 0 0 0 0,-1 1 0 0 0,1-1 1 0 0,0 0-1 0 0,-2-2 0 0 0,2 3-73 0 0,-1 0 0 0 0,1 1-1 0 0,0-1 1 0 0,-1 0 0 0 0,1 1 0 0 0,-1-1 0 0 0,1 1 0 0 0,-1-1 0 0 0,1 1-1 0 0,-1 0 1 0 0,0-1 0 0 0,1 1 0 0 0,-1 0 0 0 0,1 0 0 0 0,-1 0-1 0 0,1 1 1 0 0,-1-1 0 0 0,0 0 0 0 0,1 0 0 0 0,-1 1 0 0 0,1-1-1 0 0,-1 1 1 0 0,1 0 0 0 0,-1-1 0 0 0,1 1 0 0 0,0 0 0 0 0,-1 0-1 0 0,1 0 1 0 0,0 0 0 0 0,0 0 0 0 0,-2 1 0 0 0,-7 8-4 0 0,0-1 0 0 0,0 2 0 0 0,1-1 1 0 0,1 1-1 0 0,0 0 0 0 0,1 1 0 0 0,0 0 0 0 0,0 0 1 0 0,1 0-1 0 0,1 1 0 0 0,0 0 0 0 0,1 0 0 0 0,0 0 1 0 0,1 1-1 0 0,-2 19 0 0 0,5-27-217 0 0,0 0-1 0 0,1-1 1 0 0,-1 1 0 0 0,1 0-1 0 0,0 0 1 0 0,0-1 0 0 0,1 1-1 0 0,0-1 1 0 0,0 1 0 0 0,0-1-1 0 0,1 0 1 0 0,-1 0 0 0 0,1 0-1 0 0,1 0 1 0 0,-1-1 0 0 0,1 1-1 0 0,-1-1 1 0 0,1 1 0 0 0,0-1-1 0 0,1-1 1 0 0,-1 1 0 0 0,1-1-1 0 0,0 1 1 0 0,0-1 0 0 0,0-1-1 0 0,0 1 1 0 0,0-1 0 0 0,0 0-1 0 0,1 0 1 0 0,-1 0 0 0 0,1-1-1 0 0,0 0 1 0 0,-1 0 0 0 0,1 0-1 0 0,0-1 1 0 0,-1 1 0 0 0,1-1-1 0 0,0-1 1 0 0,0 1 0 0 0,-1-1-1 0 0,1 0 1 0 0,0-1 0 0 0,-1 1-1 0 0,1-1 1 0 0,-1 0 0 0 0,9-5-1 0 0,-10 5 24 0 0,0 0 0 0 0,0 0 0 0 0,-1 0 0 0 0,1 0 0 0 0,-1-1 0 0 0,1 1 0 0 0,-1-1 0 0 0,0 0 0 0 0,0 0 0 0 0,-1 0 0 0 0,1 0 0 0 0,0-1 0 0 0,-1 1 0 0 0,0-1 0 0 0,0 0 0 0 0,0 1 0 0 0,0-1 0 0 0,-1 0 0 0 0,1 0 0 0 0,-1 0 0 0 0,0 0 0 0 0,0 0 0 0 0,0-1 0 0 0,-1 1 0 0 0,0 0 0 0 0,0 0 0 0 0,0 0 0 0 0,0-1 0 0 0,0 1 0 0 0,-1 0 0 0 0,-1-6 0 0 0,1 8 129 0 0,1 0 1 0 0,-1 0-1 0 0,1 0 1 0 0,0 0-1 0 0,0 1 1 0 0,0-1-1 0 0,0 0 1 0 0,0 0-1 0 0,0 0 1 0 0,0 0-1 0 0,1 1 1 0 0,-1-1-1 0 0,1 0 1 0 0,-1 0-1 0 0,1 1 1 0 0,0-1-1 0 0,0 0 1 0 0,0 1-1 0 0,-1-1 1 0 0,2 1-1 0 0,-1-1 1 0 0,0 1-1 0 0,0-1 1 0 0,0 1-1 0 0,1 0 1 0 0,-1-1-1 0 0,3 0 1 0 0,0 0-27 0 0,0 0 0 0 0,1 0 0 0 0,-1 1 1 0 0,1 0-1 0 0,0 0 0 0 0,-1 0 0 0 0,1 1 0 0 0,0-1 1 0 0,8 1-1 0 0,-5 0 14 0 0,1 0 0 0 0,-1 1 0 0 0,0 0 0 0 0,0 0 0 0 0,0 0 0 0 0,0 1 0 0 0,-1 1 0 0 0,1-1 0 0 0,11 6 0 0 0,-15-5 14 0 0,1 0 1 0 0,-1 0-1 0 0,0 0 1 0 0,0 0 0 0 0,-1 1-1 0 0,1 0 1 0 0,-1-1-1 0 0,0 1 1 0 0,0 1 0 0 0,0-1-1 0 0,0 0 1 0 0,-1 1-1 0 0,1-1 1 0 0,-1 1 0 0 0,-1 0-1 0 0,3 6 1 0 0,1 7-164 0 0,2 7 419 0 0,16 35-1 0 0,-20-53-853 0 0,1-1 0 0 0,0 0 0 0 0,0 1 0 0 0,0-1 0 0 0,9 9 0 0 0,-13-15 328 0 0,1 1 0 0 0,-1-1 0 0 0,1 0 0 0 0,-1 0-1 0 0,1 0 1 0 0,-1 0 0 0 0,1 0 0 0 0,0 0 0 0 0,-1 0-1 0 0,1 0 1 0 0,-1 0 0 0 0,1 0 0 0 0,-1 0 0 0 0,1 0 0 0 0,-1 0-1 0 0,1 0 1 0 0,-1-1 0 0 0,1 1 0 0 0,-1 0 0 0 0,1 0-1 0 0,-1 0 1 0 0,1-1 0 0 0,-1 1 0 0 0,4-4-1530 0 0,11-14-2449 0 0,-12 14 3136 0 0,61-57-3005 0 0,-48 44 4039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7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 15 456 0 0,'10'-15'15598'0'0,"-19"22"-15410"0"0,-1 0 0 0 0,1 1 0 0 0,0 0 0 0 0,1 0-1 0 0,0 1 1 0 0,0 0 0 0 0,1 0 0 0 0,0 1 0 0 0,1 0 0 0 0,0 0 0 0 0,0 1 0 0 0,1 0-1 0 0,1 0 1 0 0,0 0 0 0 0,-5 19 0 0 0,9-29-205 0 0,-1 0 1 0 0,1 0-1 0 0,0-1 0 0 0,0 1 0 0 0,0 0 1 0 0,-1 0-1 0 0,1 0 0 0 0,0 0 0 0 0,0 0 0 0 0,0 0 1 0 0,0 0-1 0 0,1-1 0 0 0,-1 1 0 0 0,0 0 1 0 0,0 0-1 0 0,0 0 0 0 0,1 0 0 0 0,-1 0 1 0 0,0-1-1 0 0,1 1 0 0 0,-1 0 0 0 0,1 0 1 0 0,-1-1-1 0 0,1 1 0 0 0,-1 0 0 0 0,1 0 1 0 0,-1-1-1 0 0,1 1 0 0 0,0-1 0 0 0,1 2 0 0 0,-1-2-59 0 0,1 0-1 0 0,0 0 0 0 0,-1 0 0 0 0,1 0 0 0 0,0 0 0 0 0,-1 0 1 0 0,1 0-1 0 0,0-1 0 0 0,-1 1 0 0 0,1 0 0 0 0,0-1 0 0 0,-1 0 0 0 0,1 1 1 0 0,2-2-1 0 0,4-3-277 0 0,0 0 0 0 0,0 0 1 0 0,0 0-1 0 0,11-12 0 0 0,48-72 620 0 0,-67 88-180 0 0,1 0 0 0 0,-1 1 0 0 0,1-1 0 0 0,-1 0-1 0 0,1 1 1 0 0,0-1 0 0 0,-1 1 0 0 0,1-1 0 0 0,0 1 0 0 0,-1-1 0 0 0,1 1 0 0 0,0-1 0 0 0,-1 1 0 0 0,1 0 0 0 0,0-1 0 0 0,0 1 0 0 0,-1 0 0 0 0,1 0 0 0 0,0 0 0 0 0,0-1 0 0 0,0 1 0 0 0,0 0-1 0 0,-1 0 1 0 0,1 0 0 0 0,0 0 0 0 0,0 0 0 0 0,0 0 0 0 0,-1 1 0 0 0,1-1 0 0 0,0 0 0 0 0,0 0 0 0 0,0 1 0 0 0,-1-1 0 0 0,1 0 0 0 0,0 1 0 0 0,0-1 0 0 0,-1 1 0 0 0,1-1 0 0 0,0 1 0 0 0,-1-1-1 0 0,1 1 1 0 0,-1-1 0 0 0,1 1 0 0 0,-1-1 0 0 0,1 1 0 0 0,-1 0 0 0 0,1 0 0 0 0,0 0 0 0 0,3 7 62 0 0,1-1-1 0 0,-2 1 1 0 0,1 0-1 0 0,2 8 1 0 0,2 4-10 0 0,-6-17-217 0 0,1 1-1 0 0,-1 0 1 0 0,1-1-1 0 0,-1 0 0 0 0,1 1 1 0 0,0-1-1 0 0,0 0 1 0 0,1-1-1 0 0,4 5 0 0 0,-5-6-379 0 0,0 1-1 0 0,1 0 1 0 0,-1-1-1 0 0,1 0 0 0 0,-1 0 1 0 0,1 0-1 0 0,3 1 1 0 0,8 0-5663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7.8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 6449 0 0,'8'-17'5020'0'0,"-8"17"-4943"0"0,15 32 5527 0 0,25 109-935 0 0,-27-92-4654 0 0,1 0 0 0 0,31 72 1 0 0,-34-100-660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7.9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1 135 10594 0 0,'5'-5'402'0'0,"0"0"-1"0"0,0 0 1 0 0,1 1-1 0 0,-1 0 0 0 0,1 0 1 0 0,7-3-1 0 0,37-19-1334 0 0,1 3 0 0 0,56-17 0 0 0,-77 29 866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58.2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1 278 1840 0 0,'10'-5'5'0'0,"0"0"-1"0"0,0 0 0 0 0,0 0 1 0 0,-1-2-1 0 0,0 1 0 0 0,0-1 0 0 0,-1 0 1 0 0,0-1-1 0 0,0 0 0 0 0,0 0 0 0 0,-1 0 1 0 0,8-14-1 0 0,-10 16 70 0 0,-1-1 0 0 0,0 0-1 0 0,0 0 1 0 0,0 0 0 0 0,-1 0 0 0 0,0-1 0 0 0,-1 0 0 0 0,0 1-1 0 0,0-1 1 0 0,0 0 0 0 0,-1 0 0 0 0,0 0 0 0 0,-1 0-1 0 0,1 0 1 0 0,-2 0 0 0 0,1 0 0 0 0,-4-14 0 0 0,4 20 40 0 0,0 1 1 0 0,0 0-1 0 0,-1-1 1 0 0,1 1 0 0 0,-1-1-1 0 0,0 1 1 0 0,1 0-1 0 0,-1-1 1 0 0,0 1-1 0 0,0 0 1 0 0,0 0-1 0 0,0-1 1 0 0,0 1 0 0 0,0 0-1 0 0,0 0 1 0 0,0 0-1 0 0,0 0 1 0 0,0 0-1 0 0,0 1 1 0 0,-2-2 0 0 0,1 2 63 0 0,1 0 0 0 0,0-1 0 0 0,0 1 0 0 0,0 0 0 0 0,-1 0 0 0 0,1 1 0 0 0,0-1 0 0 0,0 0 0 0 0,0 0 0 0 0,0 1 0 0 0,-1-1 0 0 0,1 0 0 0 0,0 1 0 0 0,0-1 0 0 0,0 1 0 0 0,0-1 0 0 0,0 1 1 0 0,0 0-1 0 0,-1 1 0 0 0,-3 2 397 0 0,0 0 0 0 0,0 1 0 0 0,1 0 1 0 0,0 0-1 0 0,0 0 0 0 0,0 1 0 0 0,-4 10 1 0 0,2-5-94 0 0,1 1 0 0 0,1 0 0 0 0,0 0 0 0 0,1 0 0 0 0,0 0 1 0 0,1 1-1 0 0,0-1 0 0 0,1 1 0 0 0,0 0 0 0 0,3 23 1 0 0,-2-30-433 0 0,1-1 1 0 0,0 0 0 0 0,0 1 0 0 0,1-1 0 0 0,0 0 0 0 0,0 0 0 0 0,0 0 0 0 0,0 0 0 0 0,1 0 0 0 0,0-1 0 0 0,0 1-1 0 0,0-1 1 0 0,0 0 0 0 0,1 0 0 0 0,0 0 0 0 0,0 0 0 0 0,0 0 0 0 0,0-1 0 0 0,0 0 0 0 0,1 0 0 0 0,0 0 0 0 0,-1 0 0 0 0,1-1-1 0 0,0 0 1 0 0,0 0 0 0 0,1 0 0 0 0,7 1 0 0 0,36 4-2337 0 0,-22-7-4341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0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 8754 0 0,'1'2'309'0'0,"0"1"0"0"0,0-1 0 0 0,0 1 0 0 0,-1-1 0 0 0,1 1 0 0 0,-1 0 0 0 0,1-1 0 0 0,-1 7 0 0 0,0-6-85 0 0,4 97 1575 0 0,-4 0 0 0 0,-4 1 1 0 0,-20 108-1 0 0,23-205-1868 0 0,-4 23-1646 0 0,5-26 1668 0 0,0-1 0 0 0,0 0 0 0 0,0 1 0 0 0,0-1-1 0 0,0 0 1 0 0,0 1 0 0 0,0-1 0 0 0,0 0 0 0 0,0 1 0 0 0,0-1 0 0 0,0 0 0 0 0,0 1-1 0 0,0-1 1 0 0,-1 0 0 0 0,1 1 0 0 0,0-1 0 0 0,0 0 0 0 0,0 1 0 0 0,-1-1 0 0 0,1 0-1 0 0,0 0 1 0 0,0 1 0 0 0,-1-1 0 0 0,1 0 0 0 0,0 0 0 0 0,0 0 0 0 0,-1 1 0 0 0,1-1-1 0 0,0 0 1 0 0,-1 0 0 0 0,1 0 0 0 0,0 0 0 0 0,-1 0 0 0 0,1 0 0 0 0,0 0 0 0 0,-1 1-1 0 0,1-1 1 0 0,0 0 0 0 0,-1 0 0 0 0,1 0 0 0 0,0 0 0 0 0,-1 0 0 0 0,1-1-1 0 0,0 1 1 0 0,-1 0 0 0 0,1 0 0 0 0,0 0 0 0 0,-1 0 0 0 0,1 0 0 0 0,0 0 0 0 0,-1 0-1 0 0,1-1 1 0 0,0 1 0 0 0,0 0 0 0 0,-1 0 0 0 0,1 0 0 0 0,0-1 0 0 0,0 1 0 0 0,-1 0-1 0 0,1 0 1 0 0,0-1 0 0 0,0 1 0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0.6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1 414 3225 0 0,'6'-40'1677'0'0,"3"1"0"0"0,1 1 0 0 0,27-65 0 0 0,-32 88-880 0 0,1 0 1 0 0,1 1 0 0 0,1-1-1 0 0,0 1 1 0 0,10-13-1 0 0,-16 25-629 0 0,-1-1 0 0 0,1 1 0 0 0,0 0 0 0 0,0 0 0 0 0,0 0 0 0 0,0 0 0 0 0,0 0 0 0 0,0 0 0 0 0,1 0 0 0 0,-1 1 0 0 0,1-1 0 0 0,-1 1 0 0 0,1 0 0 0 0,-1 0 0 0 0,1 0 0 0 0,0 0 0 0 0,0 0 0 0 0,-1 0 0 0 0,1 1 0 0 0,0-1 0 0 0,0 1 0 0 0,0 0 0 0 0,0 0 0 0 0,0 0 0 0 0,-1 0 0 0 0,1 1 0 0 0,0-1 0 0 0,0 1 0 0 0,0 0 0 0 0,-1-1 0 0 0,1 1 0 0 0,0 0 0 0 0,-1 1 0 0 0,1-1 0 0 0,3 2 0 0 0,7 6 195 0 0,-1 1 1 0 0,0 0 0 0 0,-1 0 0 0 0,0 1-1 0 0,17 23 1 0 0,43 69 160 0 0,-40-54-171 0 0,-16-26-273 0 0,-9-11-59 0 0,1-1-1 0 0,1 0 1 0 0,0 0-1 0 0,0-1 1 0 0,1 0-1 0 0,1 0 1 0 0,18 15-1 0 0,-27-25-22 0 0,0 1-1 0 0,0 0 0 0 0,0-1 1 0 0,1 1-1 0 0,-1 0 1 0 0,0-1-1 0 0,0 1 1 0 0,0-1-1 0 0,1 0 0 0 0,-1 1 1 0 0,0-1-1 0 0,1 0 1 0 0,-1 0-1 0 0,0 0 1 0 0,1 0-1 0 0,-1 0 0 0 0,0 0 1 0 0,1 0-1 0 0,-1 0 1 0 0,0-1-1 0 0,0 1 1 0 0,1 0-1 0 0,1-2 0 0 0,-1 1-16 0 0,0-1 0 0 0,0 1-1 0 0,-1-1 1 0 0,1 0 0 0 0,0 1-1 0 0,-1-1 1 0 0,0 0 0 0 0,1 0-1 0 0,-1 0 1 0 0,0 0 0 0 0,0 0-1 0 0,1-4 1 0 0,3-8-138 0 0,-1-1 1 0 0,-1 1-1 0 0,2-24 1 0 0,-3 24 59 0 0,2-13 66 0 0,0-9-18 0 0,1 0 1 0 0,2 1-1 0 0,2 1 0 0 0,1-1 0 0 0,20-44 0 0 0,-30 77 73 0 0,1 0-1 0 0,0 0 1 0 0,0 0 0 0 0,0 1 0 0 0,0-1 0 0 0,0 0 0 0 0,0 1-1 0 0,0-1 1 0 0,1 1 0 0 0,-1-1 0 0 0,1 1 0 0 0,-1-1-1 0 0,1 1 1 0 0,-1 0 0 0 0,1 0 0 0 0,0 0 0 0 0,-1 0 0 0 0,1 0-1 0 0,0 0 1 0 0,4-1 0 0 0,-5 3-1 0 0,1-1 1 0 0,0 0-1 0 0,0 1 1 0 0,-1-1-1 0 0,1 1 1 0 0,0 0-1 0 0,-1 0 1 0 0,1-1 0 0 0,-1 1-1 0 0,1 0 1 0 0,-1 0-1 0 0,1 1 1 0 0,-1-1-1 0 0,0 0 1 0 0,1 0-1 0 0,-1 1 1 0 0,0-1-1 0 0,0 0 1 0 0,0 1-1 0 0,0-1 1 0 0,0 1-1 0 0,-1 0 1 0 0,2 2-1 0 0,19 39 219 0 0,28 88 0 0 0,-1-4-786 0 0,-11-45-2046 0 0,-24-52-5034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1.0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139 164 5065 0 0,'9'-18'1622'0'0,"12"-37"1"0"0,-19 50-1109 0 0,-1 0 0 0 0,1 1 1 0 0,-1-1-1 0 0,0 0 0 0 0,-1 0 0 0 0,0 0 1 0 0,1 0-1 0 0,-1 0 0 0 0,-1 1 1 0 0,1-1-1 0 0,-1 0 0 0 0,0 0 1 0 0,-2-8-1 0 0,3 12-383 0 0,-1 1 0 0 0,1-1 1 0 0,-1 0-1 0 0,1 0 0 0 0,0 0 0 0 0,-1 0 0 0 0,0 1 1 0 0,1-1-1 0 0,-1 0 0 0 0,1 1 0 0 0,-1-1 1 0 0,0 0-1 0 0,1 1 0 0 0,-1-1 0 0 0,0 1 0 0 0,0-1 1 0 0,0 1-1 0 0,1-1 0 0 0,-1 1 0 0 0,0 0 0 0 0,0-1 1 0 0,0 1-1 0 0,0 0 0 0 0,0 0 0 0 0,-1-1 1 0 0,0 2 23 0 0,0-1 0 0 0,0 0 0 0 0,0 1 0 0 0,0-1 0 0 0,0 1 1 0 0,1 0-1 0 0,-1-1 0 0 0,0 1 0 0 0,0 0 0 0 0,1 0 1 0 0,-4 2-1 0 0,-1 2 135 0 0,0 1-1 0 0,0-1 1 0 0,0 1 0 0 0,-8 12 0 0 0,-1 3-177 0 0,1 2-1 0 0,1-1 1 0 0,-15 37 0 0 0,24-51-89 0 0,1 0 0 0 0,0 1 0 0 0,1-1 0 0 0,0 1 0 0 0,0 0 0 0 0,1 0 0 0 0,0 0 0 0 0,0 0 1 0 0,1 0-1 0 0,0 0 0 0 0,1 0 0 0 0,0-1 0 0 0,4 16 0 0 0,-5-21-52 0 0,1-1 0 0 0,0 0 1 0 0,-1 1-1 0 0,1-1 0 0 0,0 0 0 0 0,1 0 1 0 0,-1 1-1 0 0,0-1 0 0 0,0 0 0 0 0,1 0 1 0 0,0 0-1 0 0,-1-1 0 0 0,1 1 0 0 0,0 0 1 0 0,0-1-1 0 0,0 1 0 0 0,0-1 0 0 0,0 1 1 0 0,0-1-1 0 0,0 0 0 0 0,0 0 0 0 0,0 0 1 0 0,1 0-1 0 0,-1 0 0 0 0,1-1 0 0 0,-1 1 1 0 0,0-1-1 0 0,1 1 0 0 0,-1-1 0 0 0,1 0 1 0 0,-1 0-1 0 0,3 0 0 0 0,0-1-35 0 0,0 0-1 0 0,-1 0 1 0 0,0-1-1 0 0,1 0 1 0 0,-1 0 0 0 0,0 0-1 0 0,0 0 1 0 0,0 0-1 0 0,0-1 1 0 0,0 0 0 0 0,0 1-1 0 0,-1-2 1 0 0,1 1-1 0 0,-1 0 1 0 0,0-1 0 0 0,3-3-1 0 0,0-3-100 0 0,0 0 0 0 0,0 0 0 0 0,-1-1 0 0 0,0 0-1 0 0,-1 0 1 0 0,0 0 0 0 0,4-19 0 0 0,-4 7 509 0 0,-1-1 0 0 0,0-42-1 0 0,-4 58 577 0 0,7 10 116 0 0,-6 25-11444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1.3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3225 0 0,'9'33'7309'0'0,"7"32"-902"0"0,6 1-3633 0 0,-13-45-2837 0 0,0 0 0 0 0,1-1-1 0 0,1 0 1 0 0,1-1 0 0 0,1 0 0 0 0,0-1 0 0 0,19 19-1 0 0,-15-21 11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1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1 7370 0 0,'0'0'568'0'0,"17"20"3713"0"0,-6-2-3091 0 0,0 0-1 0 0,-2 0 1 0 0,0 1 0 0 0,-1 1 0 0 0,-1-1 0 0 0,6 30 0 0 0,-9-26-746 0 0,0 1 0 0 0,-1 0 0 0 0,-2 0 0 0 0,0 0 0 0 0,-4 34 0 0 0,0-37-439 0 0,0-1 0 0 0,-1 1 0 0 0,-1-1 0 0 0,0 0 0 0 0,-2 0-1 0 0,0-1 1 0 0,-2 0 0 0 0,0 0 0 0 0,-1-1 0 0 0,-1 0 0 0 0,0-1 0 0 0,-1 0 0 0 0,-1-1 0 0 0,-1 0-1 0 0,-16 14 1 0 0,13-17-1078 0 0,-1-3-4367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1.7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 11522 0 0,'0'-1'143'0'0,"1"0"-1"0"0,-1 0 1 0 0,0 0-1 0 0,1 0 1 0 0,0 0-1 0 0,-1 0 0 0 0,1 0 1 0 0,-1 0-1 0 0,1 0 1 0 0,0 0-1 0 0,0 0 1 0 0,0 1-1 0 0,-1-1 0 0 0,1 0 1 0 0,0 1-1 0 0,0-1 1 0 0,0 1-1 0 0,0-1 1 0 0,0 1-1 0 0,0-1 0 0 0,0 1 1 0 0,0 0-1 0 0,0-1 1 0 0,1 1-1 0 0,-1 0 1 0 0,0 0-1 0 0,0 0 0 0 0,0 0 1 0 0,0 0-1 0 0,0 0 1 0 0,2 0-1 0 0,-2 1 56 0 0,1 1 0 0 0,0 0 0 0 0,-1-1 0 0 0,1 1 1 0 0,-1 0-1 0 0,1-1 0 0 0,-1 1 0 0 0,0 0 0 0 0,0 0 0 0 0,0 0 0 0 0,0 0 0 0 0,0 0 0 0 0,0 1 0 0 0,-1-1 0 0 0,1 3 0 0 0,11 55-1977 0 0,-10-42 1769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2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53 4145 0 0,'-2'40'3616'0'0,"0"28"419"0"0,2-64-3821 0 0,0 1-1 0 0,1-1 1 0 0,0 0-1 0 0,0 0 1 0 0,0 0 0 0 0,0 0-1 0 0,0 0 1 0 0,1 0-1 0 0,0 0 1 0 0,0 0-1 0 0,0-1 1 0 0,5 7-1 0 0,-7-9-146 0 0,1 0 0 0 0,-1-1 0 0 0,1 1-1 0 0,-1 0 1 0 0,1 0 0 0 0,0-1-1 0 0,-1 1 1 0 0,1-1 0 0 0,0 1-1 0 0,-1 0 1 0 0,1-1 0 0 0,0 1 0 0 0,0-1-1 0 0,0 0 1 0 0,-1 1 0 0 0,1-1-1 0 0,0 0 1 0 0,0 1 0 0 0,0-1-1 0 0,0 0 1 0 0,0 0 0 0 0,0 0 0 0 0,0 0-1 0 0,0 0 1 0 0,0 0 0 0 0,-1 0-1 0 0,1 0 1 0 0,0 0 0 0 0,0 0-1 0 0,0 0 1 0 0,0 0 0 0 0,0-1-1 0 0,0 1 1 0 0,0-1 0 0 0,-1 1 0 0 0,1 0-1 0 0,0-1 1 0 0,0 1 0 0 0,0-1-1 0 0,-1 1 1 0 0,1-1 0 0 0,0 0-1 0 0,-1 1 1 0 0,1-1 0 0 0,-1 0 0 0 0,1 0-1 0 0,0 1 1 0 0,-1-1 0 0 0,0 0-1 0 0,1 0 1 0 0,-1 0 0 0 0,1 0-1 0 0,-1-1 1 0 0,2-2 116 0 0,0 0 0 0 0,0-1 0 0 0,-1 1 0 0 0,1-1 0 0 0,-1 0 0 0 0,0 1 0 0 0,-1-1 0 0 0,1 0 0 0 0,-1-5 0 0 0,-2-2-140 0 0,-1 0 0 0 0,0 0 0 0 0,-1 0 0 0 0,0 1 0 0 0,0 0 0 0 0,-2 0 0 0 0,1 0 0 0 0,-1 0 0 0 0,-1 1 0 0 0,0 0 0 0 0,0 1 0 0 0,-11-11 0 0 0,3 9-2302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2.3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89 9218 0 0,'3'2'797'0'0,"0"0"1"0"0,0-1-1 0 0,0 1 0 0 0,1-1 0 0 0,-1 0 1 0 0,1 0-1 0 0,-1 0 0 0 0,1 0 0 0 0,3 0 1 0 0,18 6 899 0 0,-18-4-1409 0 0,0 0 1 0 0,-1 1-1 0 0,1 0 1 0 0,-1 0-1 0 0,0 1 0 0 0,0 0 1 0 0,0 0-1 0 0,-1 0 1 0 0,0 1-1 0 0,0-1 0 0 0,8 13 1 0 0,-26-41 745 0 0,8 16-949 0 0,1 0 0 0 0,0-1 0 0 0,0 0 0 0 0,-4-12 0 0 0,0-23-1137 0 0,8 12-4628 0 0,2 3-1666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2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3225 0 0,'0'12'1981'0'0,"1"-1"1"0"0,1 0-1 0 0,0 1 1 0 0,5 16-1 0 0,19 46 2087 0 0,1 2-3699 0 0,-18-47-2763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2.7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0 12899 0 0,'-1'0'181'0'0,"0"0"0"0"0,1 0 0 0 0,-1 0 0 0 0,0 0 0 0 0,1 1 0 0 0,-1-1 0 0 0,0 0 0 0 0,1 0 0 0 0,-1 0 0 0 0,0 0 0 0 0,1 1 0 0 0,-1-1 1 0 0,1 0-1 0 0,-1 1 0 0 0,0-1 0 0 0,1 0 0 0 0,-1 1 0 0 0,1-1 0 0 0,-1 1 0 0 0,1-1 0 0 0,-1 1 0 0 0,1-1 0 0 0,-1 1 0 0 0,1-1 0 0 0,0 1 0 0 0,-1-1 0 0 0,1 2 0 0 0,-1 21 2036 0 0,20 28-2048 0 0,-16-46-229 0 0,47 129-5251 0 0,-41-102 5179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3.3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14747 0 0,'4'7'3961'0'0,"6"18"-2285"0"0,-4 21-967 0 0,-2 1-1 0 0,-1 1 1 0 0,-8 92 0 0 0,1 50-790 0 0,19-56-2103 0 0,-10-94-5359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3.7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0 179 6913 0 0,'208'-81'2787'0'0,"-107"40"-2061"0"0,-62 24-369 0 0,35-13 536 0 0,-66 28-632 0 0,-1 0 0 0 0,0 0 0 0 0,1 1 0 0 0,-1 0 0 0 0,1 0 0 0 0,-1 1 0 0 0,15 0 0 0 0,-19 1-162 0 0,-1-1-1 0 0,1 1 0 0 0,-1 0 0 0 0,1 0 1 0 0,-1 0-1 0 0,0 0 0 0 0,1 1 1 0 0,-1-1-1 0 0,0 1 0 0 0,0-1 0 0 0,0 1 1 0 0,0 0-1 0 0,0 0 0 0 0,-1 0 1 0 0,1 0-1 0 0,0 0 0 0 0,-1 0 0 0 0,1 0 1 0 0,-1 0-1 0 0,0 1 0 0 0,0-1 1 0 0,0 0-1 0 0,0 1 0 0 0,0-1 0 0 0,0 5 1 0 0,3 8 218 0 0,-2-1 1 0 0,0 1-1 0 0,0 20 1 0 0,-1-19-48 0 0,1 9-118 0 0,-1-6-43 0 0,0 0 1 0 0,6 25-1 0 0,-7-44-104 0 0,0 0 0 0 0,0 0 0 0 0,0 0 0 0 0,0 1 1 0 0,0-1-1 0 0,0 0 0 0 0,1 0 0 0 0,-1 0 0 0 0,0 1 0 0 0,0-1 0 0 0,0 0 0 0 0,0 0 0 0 0,0 0 1 0 0,0 0-1 0 0,0 0 0 0 0,0 1 0 0 0,1-1 0 0 0,-1 0 0 0 0,0 0 0 0 0,0 0 0 0 0,0 0 1 0 0,0 0-1 0 0,1 0 0 0 0,-1 0 0 0 0,0 0 0 0 0,0 1 0 0 0,0-1 0 0 0,0 0 0 0 0,1 0 1 0 0,-1 0-1 0 0,0 0 0 0 0,0 0 0 0 0,0 0 0 0 0,1 0 0 0 0,-1 0 0 0 0,0 0 0 0 0,0 0 1 0 0,0 0-1 0 0,0 0 0 0 0,1 0 0 0 0,-1 0 0 0 0,0-1 0 0 0,0 1 0 0 0,0 0 0 0 0,1 0 0 0 0,10-8 542 0 0,6-12 519 0 0,14-30 447 0 0,-21 31-1195 0 0,2 2 0 0 0,19-26-1 0 0,-28 39-271 0 0,0 0-1 0 0,0 1 0 0 0,1 0 0 0 0,0 0 0 0 0,-1 0 0 0 0,1 0 1 0 0,0 0-1 0 0,0 1 0 0 0,0 0 0 0 0,1-1 0 0 0,-1 2 0 0 0,0-1 1 0 0,1 0-1 0 0,-1 1 0 0 0,1 0 0 0 0,6-1 0 0 0,-7 2-6 0 0,-1 1-1 0 0,1-1 1 0 0,-1 1-1 0 0,1 0 0 0 0,-1 0 1 0 0,0 0-1 0 0,1 0 1 0 0,-1 1-1 0 0,0-1 1 0 0,0 1-1 0 0,0 0 0 0 0,0 0 1 0 0,0 0-1 0 0,0 0 1 0 0,0 0-1 0 0,-1 1 1 0 0,1-1-1 0 0,-1 1 0 0 0,0 0 1 0 0,1-1-1 0 0,-1 1 1 0 0,-1 0-1 0 0,1 0 1 0 0,0 1-1 0 0,1 4 0 0 0,4 9 122 0 0,0-1 0 0 0,-2 1 0 0 0,7 31 0 0 0,-8-23-93 0 0,-1 1 0 0 0,-1 0 1 0 0,-1 0-1 0 0,-2-1 0 0 0,0 1 0 0 0,-2 0 0 0 0,-1 0 0 0 0,-1-1 0 0 0,-1 0 0 0 0,-1 0 0 0 0,-15 36 0 0 0,1-15-489 0 0,-2-1 0 0 0,-1-1 0 0 0,-3-1 0 0 0,-63 77 0 0 0,72-99-8091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4.2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69 7370 0 0,'-6'5'5292'0'0,"18"-4"-2668"0"0,21-4-437 0 0,190-30 1786 0 0,-57 10-1806 0 0,-99 8-4175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4.6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6 11522 0 0,'-1'-5'9370'0'0,"12"45"-8485"0"0,-2 0 0 0 0,-2 1 0 0 0,4 61 0 0 0,-6-48-1373 0 0,18 84 1 0 0,-11-98-5190 0 0,1-3-1957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5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11979 0 0,'11'-42'6458'0'0,"-8"48"-3766"0"0,0 8-2323 0 0,-5 178 978 0 0,-1-126-1976 0 0,3 0 1 0 0,11 94-1 0 0,-7-137-806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6.2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8 147 6913 0 0,'-2'-6'649'0'0,"0"-1"0"0"0,1 0 0 0 0,-1 1 0 0 0,2-1 0 0 0,-1 0 0 0 0,1 0-1 0 0,0 0 1 0 0,2-10 0 0 0,-2 13-370 0 0,1-1-1 0 0,-1 1 1 0 0,1 0-1 0 0,0 0 1 0 0,0 0-1 0 0,1-1 0 0 0,-1 1 1 0 0,1 0-1 0 0,0 1 1 0 0,0-1-1 0 0,1 0 1 0 0,-1 1-1 0 0,1-1 1 0 0,3-4-1 0 0,-3 7-137 0 0,-1-1 0 0 0,1 1 0 0 0,-1-1 0 0 0,1 1 0 0 0,0 0-1 0 0,0 0 1 0 0,-1 1 0 0 0,1-1 0 0 0,0 0 0 0 0,0 1 0 0 0,0 0 0 0 0,0-1-1 0 0,0 1 1 0 0,0 0 0 0 0,0 1 0 0 0,0-1 0 0 0,0 0 0 0 0,-1 1 0 0 0,1 0 0 0 0,0 0-1 0 0,0 0 1 0 0,-1 0 0 0 0,1 0 0 0 0,0 0 0 0 0,-1 1 0 0 0,1-1 0 0 0,2 3-1 0 0,9 5 250 0 0,-1 1-1 0 0,1 1 1 0 0,16 17-1 0 0,-21-19-347 0 0,68 78 375 0 0,-61-66-402 0 0,1 0 0 0 0,1-2 0 0 0,1 0 0 0 0,0-1 0 0 0,23 16 0 0 0,-38-32-16 0 0,0 0 1 0 0,0 1-1 0 0,0-1 1 0 0,0-1-1 0 0,0 1 0 0 0,0 0 1 0 0,0-1-1 0 0,1 0 1 0 0,-1 0-1 0 0,1 0 0 0 0,-1-1 1 0 0,1 0-1 0 0,6 0 1 0 0,-8 0 3 0 0,-1-1 1 0 0,0 1 0 0 0,1-1-1 0 0,-1 0 1 0 0,0 1-1 0 0,0-1 1 0 0,0 0 0 0 0,0-1-1 0 0,0 1 1 0 0,0 0 0 0 0,0-1-1 0 0,0 1 1 0 0,0-1-1 0 0,-1 1 1 0 0,1-1 0 0 0,-1 0-1 0 0,1 1 1 0 0,-1-1 0 0 0,0 0-1 0 0,1 0 1 0 0,-1 0 0 0 0,0 0-1 0 0,0-1 1 0 0,0 1-1 0 0,-1 0 1 0 0,1 0 0 0 0,0-5-1 0 0,1-7 25 0 0,0 1 0 0 0,-1-1 0 0 0,-2-26 0 0 0,0 30 31 0 0,0 1 1 0 0,1-1 0 0 0,0 0 0 0 0,1 1 0 0 0,0-1 0 0 0,0 1 0 0 0,1 0 0 0 0,0-1 0 0 0,1 1 0 0 0,4-9 0 0 0,-7 17-48 0 0,0 0-1 0 0,1 0 1 0 0,-1 0 0 0 0,1 0 0 0 0,-1 1-1 0 0,1-1 1 0 0,0 0 0 0 0,-1 0-1 0 0,1 0 1 0 0,0 1 0 0 0,-1-1-1 0 0,1 0 1 0 0,0 1 0 0 0,0-1-1 0 0,0 1 1 0 0,0-1 0 0 0,-1 1 0 0 0,1-1-1 0 0,0 1 1 0 0,0 0 0 0 0,0-1-1 0 0,0 1 1 0 0,0 0 0 0 0,0 0-1 0 0,0 0 1 0 0,0-1 0 0 0,0 1-1 0 0,2 1 1 0 0,-1-1 9 0 0,0 1 1 0 0,0 0-1 0 0,0 0 0 0 0,0 0 0 0 0,0 0 1 0 0,0 0-1 0 0,0 1 0 0 0,0-1 1 0 0,0 1-1 0 0,-1-1 0 0 0,1 1 0 0 0,1 2 1 0 0,4 4 26 0 0,0 1 0 0 0,-1 0 0 0 0,0 1 0 0 0,5 12 0 0 0,4 16 101 0 0,14 63 0 0 0,-23-75-656 0 0,1-1 0 0 0,1 1 0 0 0,1-1-1 0 0,1-1 1 0 0,1 0 0 0 0,21 33 0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6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 6913 0 0,'1'0'99'0'0,"-1"-1"0"0"0,0 1 0 0 0,0 0 0 0 0,1-1 0 0 0,-1 1 0 0 0,0 0 0 0 0,1-1 0 0 0,-1 1 0 0 0,0 0 0 0 0,1-1 0 0 0,-1 1 0 0 0,1 0 0 0 0,-1 0 0 0 0,0 0 0 0 0,1-1-1 0 0,-1 1 1 0 0,1 0 0 0 0,-1 0 0 0 0,1 0 0 0 0,-1 0 0 0 0,0 0 0 0 0,1 0 0 0 0,-1 0 0 0 0,1 0 0 0 0,-1 0 0 0 0,1 0 0 0 0,-1 0 0 0 0,1 0 0 0 0,-1 0 0 0 0,1 0 0 0 0,-1 0-1 0 0,0 0 1 0 0,1 1 0 0 0,-1-1 0 0 0,1 0 0 0 0,-1 0 0 0 0,0 1 0 0 0,1-1 0 0 0,-1 0 0 0 0,1 0 0 0 0,-1 1 0 0 0,1 0 0 0 0,9 25 3832 0 0,-4 34 653 0 0,-6-32-3678 0 0,1-13-808 0 0,-1 0 0 0 0,0 0 0 0 0,-2 0 0 0 0,1 0 0 0 0,-5 14 0 0 0,3-22-1852 0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6.5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 8290 0 0,'0'-11'736'0'0,"0"4"-584"0"0,1 2 1560 0 0,1 2-767 0 0,-1-2 7 0 0,2 4-880 0 0,0 2-168 0 0,0 10-40 0 0,0 6-8 0 0,0 6 144 0 0,3 6 0 0 0,2 2-64 0 0,1 1 64 0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6.9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3913 0 0,'2'-1'217'0'0,"-1"0"1"0"0,1 0 0 0 0,0 0-1 0 0,0 0 1 0 0,0 0-1 0 0,-1 1 1 0 0,1-1 0 0 0,0 1-1 0 0,0-1 1 0 0,0 1 0 0 0,0 0-1 0 0,0-1 1 0 0,0 1-1 0 0,0 0 1 0 0,0 0 0 0 0,0 0-1 0 0,0 1 1 0 0,0-1-1 0 0,0 0 1 0 0,2 2 0 0 0,0-1 221 0 0,-1 1 1 0 0,1 0 0 0 0,-1 0-1 0 0,0 0 1 0 0,0 0 0 0 0,0 1-1 0 0,0-1 1 0 0,0 1 0 0 0,-1 0 0 0 0,3 3-1 0 0,5 8 1071 0 0,0 0-1 0 0,-1 1 1 0 0,11 27-1 0 0,-17-36-1434 0 0,46 120 3038 0 0,-36-90-2904 0 0,-13-36-209 0 0,0 1 0 0 0,0 0 0 0 0,0-1 0 0 0,1 1 0 0 0,-1-1 1 0 0,0 1-1 0 0,0 0 0 0 0,0-1 0 0 0,1 1 0 0 0,-1-1 0 0 0,0 1 0 0 0,1-1 0 0 0,-1 1 0 0 0,1-1 0 0 0,-1 1 0 0 0,0-1 0 0 0,1 0 0 0 0,-1 1 0 0 0,1-1 0 0 0,-1 0 0 0 0,1 1 0 0 0,-1-1 1 0 0,1 0-1 0 0,0 1 0 0 0,0-1 0 0 0,9-9-81 0 0,5-31-261 0 0,-13 35 239 0 0,1-4-27 0 0,44-117-1218 0 0,-41 112 1435 0 0,1 1 1 0 0,0 0 0 0 0,0 1-1 0 0,1 0 1 0 0,1 0-1 0 0,0 1 1 0 0,12-12 0 0 0,-20 22-50 0 0,0 0 0 0 0,0 0 0 0 0,1 0 0 0 0,-1 1 0 0 0,0-1 0 0 0,0 0 0 0 0,0 0 0 0 0,1 1 0 0 0,-1-1 0 0 0,0 1 0 0 0,1-1 0 0 0,-1 1 0 0 0,1-1 0 0 0,-1 1 0 0 0,1 0 0 0 0,-1 0 0 0 0,0 0 0 0 0,1 0 0 0 0,-1 0 0 0 0,1 0 0 0 0,-1 0 0 0 0,1 0 0 0 0,-1 0 0 0 0,0 1 0 0 0,1-1 0 0 0,-1 1 0 0 0,1-1 0 0 0,-1 1 0 0 0,0-1 0 0 0,0 1 0 0 0,1 0 0 0 0,-1 0 0 0 0,0 0 0 0 0,0 0 0 0 0,0-1 0 0 0,0 1 0 0 0,0 1 0 0 0,0-1 0 0 0,0 0 0 0 0,1 2 0 0 0,5 6-6 0 0,0 1 0 0 0,-1 0 0 0 0,0 1 1 0 0,5 12-1 0 0,0 1-158 0 0,0-6-765 0 0,1 0-1 0 0,21 25 0 0 0,-18-26-6468 0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7.1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1 135 1376 0 0,'19'-10'14169'0'0,"-18"11"-13828"0"0,21 31 904 0 0,15 18 1123 0 0,-34-47-2243 0 0,-1-1 1 0 0,1 1 0 0 0,-1-1-1 0 0,1 0 1 0 0,0 1 0 0 0,0-2-1 0 0,0 1 1 0 0,1 0-1 0 0,-1 0 1 0 0,0-1 0 0 0,1 0-1 0 0,-1 0 1 0 0,1 0 0 0 0,4 1-1 0 0,-7-2-95 0 0,0 0-1 0 0,0 0 0 0 0,0 0 1 0 0,0 0-1 0 0,0 0 0 0 0,-1 0 1 0 0,1 0-1 0 0,0 0 1 0 0,0 0-1 0 0,0-1 0 0 0,0 1 1 0 0,0 0-1 0 0,-1-1 0 0 0,1 1 1 0 0,0-1-1 0 0,0 1 1 0 0,-1 0-1 0 0,1-1 0 0 0,0 0 1 0 0,-1 1-1 0 0,1-1 0 0 0,0 1 1 0 0,-1-1-1 0 0,1 0 1 0 0,0 0-1 0 0,0-1 19 0 0,0 0-1 0 0,0-1 1 0 0,0 1 0 0 0,-1 0 0 0 0,1 0 0 0 0,-1 0-1 0 0,1-1 1 0 0,-1 1 0 0 0,0-4 0 0 0,0-2 17 0 0,0-1-1 0 0,-1 1 1 0 0,0-1 0 0 0,-4-10 0 0 0,1 4-24 0 0,-2-1 1 0 0,0 1-1 0 0,-12-21 0 0 0,16 31-83 0 0,-1-1-1 0 0,-1 1 1 0 0,1 0-1 0 0,-1 0 0 0 0,0 1 1 0 0,0-1-1 0 0,-1 1 1 0 0,1-1-1 0 0,-1 2 1 0 0,0-1-1 0 0,0 0 0 0 0,-6-3 1 0 0,9 7-181 0 0,0-1-1 0 0,1 1 1 0 0,-1-1 0 0 0,0 1-1 0 0,1-1 1 0 0,-1 1 0 0 0,0 0-1 0 0,0 0 1 0 0,1 0 0 0 0,-1 0 0 0 0,0 0-1 0 0,0 0 1 0 0,1 0 0 0 0,-1 1-1 0 0,-2 0 1 0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7.4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0 147 6913 0 0,'11'-1'765'0'0,"0"0"0"0"0,0 0-1 0 0,0 1 1 0 0,0 1 0 0 0,0 0-1 0 0,0 1 1 0 0,0 0-1 0 0,0 0 1 0 0,-1 1 0 0 0,1 1-1 0 0,-1-1 1 0 0,0 2-1 0 0,0-1 1 0 0,0 2 0 0 0,-1-1-1 0 0,1 1 1 0 0,14 13-1 0 0,-44-89 2333 0 0,17 59-3100 0 0,1-1 0 0 0,1 0-1 0 0,-1 0 1 0 0,2-23 0 0 0,6-1-6684 0 0,-1 18-653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7.6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13363 0 0,'6'10'579'0'0,"-1"0"1"0"0,0 1-1 0 0,-1 0 1 0 0,0-1 0 0 0,0 1-1 0 0,-1 1 1 0 0,-1-1-1 0 0,0 0 1 0 0,0 1-1 0 0,-1 16 1 0 0,-2 47 1200 0 0,-6-3-3474 0 0,6-69 1474 0 0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7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4 10138 0 0,'-3'-2'896'0'0,"1"1"-712"0"0,4 2 200 0 0,-4-1 49 0 0,1 2 7 0 0,-1 3 0 0 0,-2-1-784 0 0,-1 5-152 0 0,2 2-33 0 0,0 4-7 0 0,0 2 408 0 0,5 1 128 0 0,1-3-80 0 0,3-1 80 0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8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11 6913 0 0,'11'-11'6356'0'0,"-12"32"395"0"0,0-13-8271 0 0,-5 97 4493 0 0,-3 87-938 0 0,10-152-2837 0 0,1 0 1 0 0,13 71-1 0 0,-10-91-6794 0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8.5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1 197 4145 0 0,'0'-2'4'0'0,"0"1"-1"0"0,0 0 1 0 0,0-1 0 0 0,0 1-1 0 0,0 0 1 0 0,0-1 0 0 0,1 1-1 0 0,-1 0 1 0 0,1-1 0 0 0,-1 1-1 0 0,1 0 1 0 0,-1-1 0 0 0,1 1-1 0 0,0 0 1 0 0,-1 0 0 0 0,1 0-1 0 0,0 0 1 0 0,0 0 0 0 0,0 0-1 0 0,0 0 1 0 0,0 0 0 0 0,0 0-1 0 0,0 0 1 0 0,0 0 0 0 0,0 0-1 0 0,2 0 1 0 0,38-26-364 0 0,-36 25 506 0 0,23-14 867 0 0,50-20 0 0 0,-55 28 476 0 0,1 0-1 0 0,0 1 1 0 0,0 2-1 0 0,1 0 1 0 0,27-1-1 0 0,-48 5-1268 0 0,0 1 1 0 0,0 0-1 0 0,-1 0 0 0 0,1 0 0 0 0,0 1 1 0 0,0-1-1 0 0,0 1 0 0 0,-1 0 0 0 0,1 0 0 0 0,0 0 1 0 0,-1 1-1 0 0,1-1 0 0 0,-1 1 0 0 0,1 0 0 0 0,-1 0 1 0 0,0 0-1 0 0,0 0 0 0 0,0 1 0 0 0,5 4 1 0 0,-2 1 53 0 0,0 1 0 0 0,0 0 0 0 0,-1 0 0 0 0,-1 0 0 0 0,7 18 0 0 0,-3-10-287 0 0,-8-16 16 0 0,0-1 0 0 0,1 1-1 0 0,-1 0 1 0 0,0-1 0 0 0,1 1 0 0 0,-1-1 0 0 0,0 1-1 0 0,1-1 1 0 0,-1 1 0 0 0,1-1 0 0 0,-1 1-1 0 0,1-1 1 0 0,-1 1 0 0 0,1-1 0 0 0,-1 1 0 0 0,1-1-1 0 0,0 0 1 0 0,-1 1 0 0 0,1-1 0 0 0,0 0-1 0 0,-1 0 1 0 0,1 1 0 0 0,0-1 0 0 0,-1 0 0 0 0,1 0-1 0 0,0 0 1 0 0,-1 0 0 0 0,1 0 0 0 0,1 0-1 0 0,22-10 178 0 0,18-27 386 0 0,-40 35-509 0 0,37-46 201 0 0,-32 38-204 0 0,1 0 1 0 0,-1 1 0 0 0,1 0-1 0 0,1 0 1 0 0,0 1-1 0 0,10-8 1 0 0,-18 16-38 0 0,-1-1-1 0 0,0 1 1 0 0,1 0 0 0 0,-1 0 0 0 0,1-1 0 0 0,-1 1 0 0 0,0 0-1 0 0,1 0 1 0 0,-1 0 0 0 0,1 0 0 0 0,-1 0 0 0 0,1 0 0 0 0,-1 0-1 0 0,1 0 1 0 0,-1 0 0 0 0,0 0 0 0 0,1 0 0 0 0,-1 0 0 0 0,1 0-1 0 0,-1 0 1 0 0,1 0 0 0 0,-1 0 0 0 0,1 0 0 0 0,-1 1 0 0 0,0-1-1 0 0,1 0 1 0 0,-1 0 0 0 0,0 0 0 0 0,1 1 0 0 0,-1-1 0 0 0,1 0-1 0 0,-1 1 1 0 0,10 18 400 0 0,-1 31 160 0 0,-8-41-443 0 0,6 39 88 0 0,-2 1 0 0 0,-2-1 0 0 0,-3 1 0 0 0,-6 56 0 0 0,3-79-218 0 0,-1 0 1 0 0,-1-1-1 0 0,-2 0 0 0 0,0 0 0 0 0,-2 0 0 0 0,0-1 1 0 0,-2 0-1 0 0,-1 0 0 0 0,-21 31 0 0 0,17-35-556 0 0,-1 0 0 0 0,-1-1 1 0 0,0-1-1 0 0,-32 24 0 0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08.8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11 9218 0 0,'-1'0'3946'0'0,"24"1"4336"0"0,4 3-5790 0 0,31 2-1906 0 0,-47-7-865 0 0,1 0 0 0 0,-1-1-1 0 0,0 0 1 0 0,0 0 0 0 0,14-6 0 0 0,-6 2-7911 0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7.1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20 100 7346 0 0,'-2'-5'191'0'0,"-1"0"1"0"0,1 0-1 0 0,0 0 1 0 0,0-1-1 0 0,0 1 1 0 0,1-1-1 0 0,-1 1 1 0 0,0-12-1 0 0,1-24 5641 0 0,4 117 12 0 0,11 47-4200 0 0,0 14-1420 0 0,-9-78-374 0 0,13 427 113 0 0,-18-481-270 0 0,-4 38-436 0 0,4-42 394 0 0,-1 1 1 0 0,1 0-1 0 0,-1-1 0 0 0,1 1 1 0 0,-1-1-1 0 0,1 1 0 0 0,-1-1 1 0 0,0 1-1 0 0,0-1 1 0 0,0 1-1 0 0,0-1 0 0 0,-2 2 1 0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7.4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3 243 10594 0 0,'-1'-27'805'0'0,"0"-5"704"0"0,4 16 2332 0 0,-2 15-3758 0 0,-1 1 0 0 0,0 0 0 0 0,1-1 0 0 0,-1 1 0 0 0,1 0 0 0 0,-1 0 1 0 0,1-1-1 0 0,-1 1 0 0 0,0 0 0 0 0,1 0 0 0 0,-1 0 0 0 0,1 0 0 0 0,-1-1 0 0 0,1 1 0 0 0,-1 0 0 0 0,1 0 1 0 0,-1 0-1 0 0,1 0 0 0 0,-1 0 0 0 0,1 0 0 0 0,-1 0 0 0 0,1 1 0 0 0,-1-1 0 0 0,1 0 0 0 0,-1 0 0 0 0,1 0 1 0 0,-1 0-1 0 0,1 1 0 0 0,-1-1 0 0 0,0 0 0 0 0,1 0 0 0 0,-1 1 0 0 0,1-1 0 0 0,-1 0 0 0 0,0 1 0 0 0,1-1 1 0 0,-1 0-1 0 0,1 2 0 0 0,15 13 419 0 0,-2 5-304 0 0,-1 1 0 0 0,-1 1-1 0 0,-1 0 1 0 0,0 1-1 0 0,7 25 1 0 0,22 47-11 0 0,-27-69-159 0 0,33 48 1 0 0,-42-68-22 0 0,1 0-1 0 0,0 0 1 0 0,0 0 0 0 0,0-1-1 0 0,1 0 1 0 0,0 0 0 0 0,0 0-1 0 0,0-1 1 0 0,1 1 0 0 0,-1-2-1 0 0,1 1 1 0 0,0-1 0 0 0,7 3-1 0 0,-12-6 24 0 0,-1 1 0 0 0,1-1 0 0 0,0 0 0 0 0,-1 0 0 0 0,1 1 0 0 0,-1-1 0 0 0,1 0 0 0 0,0 0 0 0 0,-1-1 0 0 0,1 1 0 0 0,-1 0 0 0 0,1-1 0 0 0,0 1 0 0 0,-1 0 0 0 0,1-1 0 0 0,-1 0-1 0 0,1 1 1 0 0,-1-1 0 0 0,0 0 0 0 0,1 0 0 0 0,1-1 0 0 0,-1-1 15 0 0,0 1 0 0 0,1-1 0 0 0,-1 1 0 0 0,0-1 0 0 0,-1 0 0 0 0,1 0 1 0 0,0 0-1 0 0,-1 0 0 0 0,2-6 0 0 0,1-6 89 0 0,0 0 0 0 0,-2 0 0 0 0,2-24 0 0 0,-4 35-110 0 0,2-62 346 0 0,-13-126 1 0 0,-2-2-900 0 0,13 193 395 0 0,0 0-1 0 0,0 0 1 0 0,0-1 0 0 0,0 1-1 0 0,0 0 1 0 0,0 0 0 0 0,1-1-1 0 0,-1 1 1 0 0,0 0 0 0 0,1 0-1 0 0,-1-1 1 0 0,1 1 0 0 0,-1 0-1 0 0,1 0 1 0 0,-1 0 0 0 0,1 0-1 0 0,0 0 1 0 0,1-2 0 0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7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5 207 13827 0 0,'0'0'41'0'0,"-1"-1"0"0"0,1 1-1 0 0,0 0 1 0 0,-1-1 0 0 0,1 1 0 0 0,0-1 0 0 0,-1 1 0 0 0,1-1 0 0 0,0 1-1 0 0,0 0 1 0 0,-1-1 0 0 0,1 1 0 0 0,0-1 0 0 0,0 1 0 0 0,0-1 0 0 0,0 1-1 0 0,0-1 1 0 0,0 1 0 0 0,0-1 0 0 0,0 1 0 0 0,0-1 0 0 0,0 1-1 0 0,0-1 1 0 0,0 1 0 0 0,0-1 0 0 0,0 1 0 0 0,0-1 0 0 0,0 1 0 0 0,1-1-1 0 0,-1 1 1 0 0,0-1 0 0 0,0 1 0 0 0,1-1 0 0 0,-1 1 0 0 0,0 0-1 0 0,1-1 1 0 0,-1 1 0 0 0,0-1 0 0 0,1 1 0 0 0,-1 0 0 0 0,0-1 0 0 0,1 1-1 0 0,0 0 1 0 0,21-25 79 0 0,-18 20 90 0 0,12-12 269 0 0,0 2-1 0 0,1-1 0 0 0,1 2 1 0 0,27-17-1 0 0,42-16-7795 0 0,-51 29 3338 0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8.6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369 236 3225 0 0,'-4'-7'496'0'0,"1"1"1"0"0,-1-1 0 0 0,-1 1-1 0 0,1-1 1 0 0,-1 1 0 0 0,0 1-1 0 0,-1-1 1 0 0,1 1 0 0 0,-1 0-1 0 0,-8-6 1 0 0,11 9-272 0 0,-1 0 0 0 0,1 0 0 0 0,-1 1 0 0 0,0-1 0 0 0,0 1 0 0 0,0 0 0 0 0,1 0 0 0 0,-1 0 0 0 0,0 0 0 0 0,0 1 0 0 0,0-1 0 0 0,0 1 0 0 0,0 0 0 0 0,0 0 0 0 0,0 1 0 0 0,0-1 0 0 0,0 1 0 0 0,0 0 0 0 0,0 0 0 0 0,0 0 0 0 0,-5 3 0 0 0,-5 3-14 0 0,1 1 0 0 0,0 1 0 0 0,1-1 0 0 0,0 2 0 0 0,0 0 0 0 0,1 0 0 0 0,0 1 0 0 0,1 1 0 0 0,0 0 0 0 0,-13 21 0 0 0,12-16 30 0 0,0 1 1 0 0,2 0 0 0 0,0 1-1 0 0,1 0 1 0 0,1 0 0 0 0,0 1-1 0 0,-4 30 1 0 0,10-45-265 0 0,0 0 0 0 0,0 1 1 0 0,1-1-1 0 0,0 1 0 0 0,0-1 0 0 0,0 1 1 0 0,1-1-1 0 0,0 1 0 0 0,0-1 0 0 0,0 0 1 0 0,1 1-1 0 0,-1-1 0 0 0,1 0 0 0 0,1 0 1 0 0,-1 0-1 0 0,1 0 0 0 0,-1-1 0 0 0,8 9 1 0 0,-5-8-9 0 0,0-1 1 0 0,0 1-1 0 0,1-1 1 0 0,-1 0-1 0 0,1-1 1 0 0,0 0-1 0 0,0 0 1 0 0,0 0-1 0 0,1 0 1 0 0,-1-1-1 0 0,1 0 1 0 0,-1-1-1 0 0,1 1 1 0 0,0-1-1 0 0,6 0 1 0 0,0 0-46 0 0,-1-1-1 0 0,0 0 1 0 0,1-1 0 0 0,-1 0 0 0 0,0-1 0 0 0,0 0 0 0 0,0-1 0 0 0,0 0 0 0 0,0-1-1 0 0,-1 0 1 0 0,1-1 0 0 0,-1-1 0 0 0,0 1 0 0 0,-1-2 0 0 0,1 0 0 0 0,-1 0 0 0 0,-1 0-1 0 0,1-1 1 0 0,-1-1 0 0 0,12-15 0 0 0,-4 3-262 0 0,-1-1 1 0 0,-1-1-1 0 0,-1 0 0 0 0,-1-1 0 0 0,-1-1 1 0 0,-1 0-1 0 0,-2 0 0 0 0,10-36 0 0 0,-6 13 262 0 0,2-6 774 0 0,16-102 1 0 0,-33 145 1956 0 0,4 26 2481 0 0,58 312-3482 0 0,-33-160-1556 0 0,-22-140-98 0 0,1-1 0 0 0,10 27 0 0 0,-13-43 0 0 0,1-1 0 0 0,0 0 0 0 0,1 0 0 0 0,-1-1 0 0 0,2 1 0 0 0,-1-1 0 0 0,1 0 0 0 0,13 13 0 0 0,-18-20 0 0 0,0 0-1 0 0,-1-1 1 0 0,1 1-1 0 0,0 0 1 0 0,0-1 0 0 0,0 1-1 0 0,0-1 1 0 0,-1 1 0 0 0,1-1-1 0 0,0 1 1 0 0,0-1-1 0 0,0 1 1 0 0,0-1 0 0 0,0 0-1 0 0,0 1 1 0 0,1-1 0 0 0,-1 0-1 0 0,0 0 1 0 0,0 0-1 0 0,0 0 1 0 0,0 0 0 0 0,0 0-1 0 0,0 0 1 0 0,0-1 0 0 0,0 1-1 0 0,0 0 1 0 0,1-1-1 0 0,0 0-3 0 0,0 0 0 0 0,0-1 0 0 0,-1 1 0 0 0,1-1-1 0 0,0 1 1 0 0,-1-1 0 0 0,1 0 0 0 0,-1 1 0 0 0,0-1-1 0 0,0 0 1 0 0,1 0 0 0 0,0-3 0 0 0,4-9-28 0 0,-1 0 0 0 0,-1 0 0 0 0,4-17 0 0 0,-7 24 22 0 0,33-115-78 0 0,-30 110 79 0 0,1 0 0 0 0,0 0 1 0 0,1 0-1 0 0,0 1 1 0 0,1 0-1 0 0,0 0 0 0 0,15-16 1 0 0,-20 25 9 0 0,-1 1 0 0 0,0-1 0 0 0,1 1 1 0 0,-1 0-1 0 0,1 0 0 0 0,-1 0 0 0 0,1 0 0 0 0,0 0 0 0 0,0 0 1 0 0,-1 0-1 0 0,1 0 0 0 0,0 1 0 0 0,0-1 0 0 0,0 1 0 0 0,0-1 1 0 0,0 1-1 0 0,-1 0 0 0 0,1 0 0 0 0,0 0 0 0 0,4 0 0 0 0,-4 1 4 0 0,1-1 0 0 0,0 1-1 0 0,-1 0 1 0 0,1 1-1 0 0,-1-1 1 0 0,1 0-1 0 0,-1 1 1 0 0,0-1 0 0 0,1 1-1 0 0,-1 0 1 0 0,0 0-1 0 0,3 4 1 0 0,5 6 23 0 0,-1 1 1 0 0,0 1-1 0 0,-1-1 0 0 0,8 19 0 0 0,-9-18-5 0 0,1 2-91 0 0,1 0 1 0 0,1-1-1 0 0,0 0 0 0 0,22 23 1 0 0,-24-29-648 0 0,2-1 0 0 0,-1 0 1 0 0,1 0-1 0 0,18 9 0 0 0,-4-3-6303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8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288 186 5985 0 0,'-1'-11'483'0'0,"0"-1"0"0"0,0 1 1 0 0,-1 0-1 0 0,0-1 0 0 0,-1 1 0 0 0,0 0 0 0 0,-9-18 0 0 0,10 24-63 0 0,-1-1 0 0 0,0 1 0 0 0,0 0-1 0 0,0 0 1 0 0,0 0 0 0 0,-1 1 0 0 0,0-1 0 0 0,0 1 0 0 0,0 0 0 0 0,-1 0-1 0 0,1 0 1 0 0,-1 0 0 0 0,0 1 0 0 0,0 0 0 0 0,0 0 0 0 0,-9-3 0 0 0,11 5-323 0 0,-1 0 0 0 0,1 1 0 0 0,-1 0 0 0 0,1 0 0 0 0,-1 0 1 0 0,1 0-1 0 0,-1 0 0 0 0,1 1 0 0 0,0 0 0 0 0,-1 0 0 0 0,1 0 1 0 0,-1 0-1 0 0,1 0 0 0 0,0 0 0 0 0,0 1 0 0 0,0 0 0 0 0,0-1 0 0 0,0 1 1 0 0,0 0-1 0 0,0 1 0 0 0,1-1 0 0 0,-1 0 0 0 0,-3 5 0 0 0,-7 7 583 0 0,1 1-1 0 0,-21 32 0 0 0,28-40-647 0 0,-2 4-117 0 0,1 1-1 0 0,0-1 1 0 0,1 1 0 0 0,0 0 0 0 0,0 0 0 0 0,-2 16 0 0 0,6-24 43 0 0,0 0 0 0 0,1 0-1 0 0,-1 0 1 0 0,1 0 0 0 0,0 0 0 0 0,0 0 0 0 0,1 0-1 0 0,-1 0 1 0 0,1 0 0 0 0,2 6 0 0 0,-2-7 25 0 0,0-1 1 0 0,0 0 0 0 0,0 0-1 0 0,1 0 1 0 0,-1 0 0 0 0,1 0-1 0 0,-1 0 1 0 0,1-1-1 0 0,0 1 1 0 0,-1 0 0 0 0,1-1-1 0 0,0 1 1 0 0,0-1 0 0 0,0 0-1 0 0,0 0 1 0 0,1 0 0 0 0,-1 0-1 0 0,0 0 1 0 0,4 1 0 0 0,-2-1-134 0 0,0-1 0 0 0,1 1 0 0 0,-1-1 0 0 0,0 0 0 0 0,1-1 0 0 0,-1 1 1 0 0,0-1-1 0 0,1 0 0 0 0,-1 0 0 0 0,0 0 0 0 0,0 0 0 0 0,0-1 0 0 0,0 1 1 0 0,0-1-1 0 0,0 0 0 0 0,-1-1 0 0 0,1 1 0 0 0,0-1 0 0 0,4-4 0 0 0,6-5-238 0 0,0-1 0 0 0,-1 0 0 0 0,13-17-1 0 0,-3-3 108 0 0,-18 25 672 0 0,1-1 1 0 0,0 2 0 0 0,0-1 0 0 0,10-10 0 0 0,-15 18-304 0 0,0-1 0 0 0,0 1 1 0 0,-1 0-1 0 0,1-1 0 0 0,0 1 0 0 0,0 0 0 0 0,0 0 1 0 0,0 0-1 0 0,-1 0 0 0 0,1 0 0 0 0,0 0 1 0 0,0 0-1 0 0,0 0 0 0 0,0 0 0 0 0,-1 0 0 0 0,1 0 1 0 0,0 0-1 0 0,0 1 0 0 0,0-1 0 0 0,-1 0 0 0 0,1 1 1 0 0,0-1-1 0 0,0 0 0 0 0,-1 1 0 0 0,1-1 1 0 0,0 1-1 0 0,-1-1 0 0 0,1 1 0 0 0,0-1 0 0 0,-1 1 1 0 0,1 0-1 0 0,-1-1 0 0 0,1 1 0 0 0,-1 0 0 0 0,1 0 1 0 0,-1-1-1 0 0,0 1 0 0 0,1 1 0 0 0,18 33 780 0 0,-18-33-811 0 0,2 6-32 0 0,0-1 1 0 0,1 0-1 0 0,0 0 1 0 0,1-1-1 0 0,-1 1 1 0 0,1-1-1 0 0,9 9 1 0 0,14 4-6165 0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39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7370 0 0,'0'0'666'0'0,"15"28"4588"0"0,-7-5-3860 0 0,-2 1 1 0 0,0 0 0 0 0,4 46 0 0 0,-7-42-1281 0 0,1-1 1 0 0,12 43-1 0 0,-15-83-228 0 0,1 1-1 0 0,0 0 1 0 0,1 1-1 0 0,1-1 0 0 0,-1 0 1 0 0,2 1-1 0 0,6-12 1 0 0,-7 15 206 0 0,1 0 1 0 0,1 1-1 0 0,-1 0 1 0 0,1 0-1 0 0,0 1 1 0 0,1 0-1 0 0,0 0 1 0 0,0 0-1 0 0,0 1 1 0 0,0 0-1 0 0,1 0 1 0 0,11-4-1 0 0,-15 7-9 0 0,0 1 0 0 0,-1 0 0 0 0,1 0 0 0 0,0 0 0 0 0,-1 0-1 0 0,1 1 1 0 0,0 0 0 0 0,0-1 0 0 0,0 1 0 0 0,-1 1-1 0 0,1-1 1 0 0,0 1 0 0 0,0-1 0 0 0,-1 1 0 0 0,1 0 0 0 0,0 0-1 0 0,-1 1 1 0 0,1-1 0 0 0,-1 1 0 0 0,1 0 0 0 0,-1 0 0 0 0,0 0-1 0 0,0 0 1 0 0,0 0 0 0 0,0 1 0 0 0,0-1 0 0 0,0 1-1 0 0,-1 0 1 0 0,1 0 0 0 0,-1 0 0 0 0,3 4 0 0 0,4 10-117 0 0,-1 1 1 0 0,0 0 0 0 0,-1 0 0 0 0,-1 0-1 0 0,-1 1 1 0 0,0 0 0 0 0,2 24 0 0 0,0-5-2567 0 0,-3-19-4448 0 0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0.1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3 123 7370 0 0,'-1'-1'221'0'0,"1"0"1"0"0,-1-1 0 0 0,1 1 0 0 0,0 0 0 0 0,0 0 0 0 0,0-1 0 0 0,0 1 0 0 0,0 0 0 0 0,0 0 0 0 0,0-1 0 0 0,0 1 0 0 0,0 0 0 0 0,1 0-1 0 0,-1-1 1 0 0,0 1 0 0 0,1 0 0 0 0,-1 0 0 0 0,1 0 0 0 0,-1 0 0 0 0,1 0 0 0 0,0 0 0 0 0,-1 0 0 0 0,1 0 0 0 0,0 0 0 0 0,0 0 0 0 0,0 0-1 0 0,0 0 1 0 0,0 0 0 0 0,0 0 0 0 0,2-1 0 0 0,-1 1 47 0 0,0-1-1 0 0,0 1 0 0 0,0 0 1 0 0,0 0-1 0 0,0-1 0 0 0,1 1 1 0 0,-1 1-1 0 0,1-1 0 0 0,-1 0 1 0 0,0 0-1 0 0,1 1 0 0 0,-1 0 1 0 0,1-1-1 0 0,3 1 1 0 0,-2 1-101 0 0,1 0 1 0 0,-1 1-1 0 0,0-1 1 0 0,0 1-1 0 0,0 0 1 0 0,0 0-1 0 0,0 0 1 0 0,0 0-1 0 0,0 1 1 0 0,-1 0 0 0 0,1-1-1 0 0,-1 1 1 0 0,0 1-1 0 0,0-1 1 0 0,0 0-1 0 0,0 1 1 0 0,0-1-1 0 0,-1 1 1 0 0,0 0-1 0 0,0 0 1 0 0,0 0-1 0 0,0 0 1 0 0,2 8 0 0 0,2 8-105 0 0,-1 1 0 0 0,-1 0 0 0 0,3 36 0 0 0,-4-29 114 0 0,-2-19-166 0 0,3 14-13 0 0,5-69 137 0 0,-4 27-143 0 0,0 1 1 0 0,0-1 0 0 0,2 1-1 0 0,0 0 1 0 0,2 0-1 0 0,0 1 1 0 0,0 0 0 0 0,2 1-1 0 0,0 0 1 0 0,1 0-1 0 0,0 2 1 0 0,1-1 0 0 0,1 1-1 0 0,21-16 1 0 0,-33 28 2 0 0,1 0 1 0 0,-1 1-1 0 0,0-1 1 0 0,1 1-1 0 0,-1-1 1 0 0,0 1-1 0 0,1 0 1 0 0,0 0-1 0 0,-1 0 1 0 0,1 0-1 0 0,0 1 1 0 0,-1-1-1 0 0,1 1 1 0 0,0-1-1 0 0,0 1 1 0 0,-1 0-1 0 0,1 0 1 0 0,0 0-1 0 0,0 1 1 0 0,0-1-1 0 0,-1 1 1 0 0,1-1-1 0 0,0 1 1 0 0,3 1-1 0 0,1 2-21 0 0,-1 1-1 0 0,0-1 0 0 0,0 1 0 0 0,0 0 0 0 0,-1 0 0 0 0,0 1 0 0 0,9 11 0 0 0,17 13-358 0 0,-26-27-263 0 0,0 0 0 0 0,1 0-1 0 0,-1 0 1 0 0,1-1 0 0 0,0 1-1 0 0,-1-1 1 0 0,12 2 0 0 0,-9-3-360 0 0,1 0 1 0 0,0-1 0 0 0,-1 0 0 0 0,1 0-1 0 0,-1 0 1 0 0,1-2 0 0 0,-1 1-1 0 0,1-1 1 0 0,-1 0 0 0 0,9-3 0 0 0,-5 0-1320 0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0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152 2 1376 0 0,'-6'0'222'0'0,"0"-1"0"0"0,-1 1 0 0 0,1-1-1 0 0,0 2 1 0 0,-1-1 0 0 0,1 1 0 0 0,0 0-1 0 0,-1 0 1 0 0,1 1 0 0 0,0-1 0 0 0,0 2-1 0 0,0-1 1 0 0,0 1 0 0 0,1-1 0 0 0,-1 1 0 0 0,-5 5-1 0 0,8-6 127 0 0,0 0 1 0 0,0 0-1 0 0,0 0 0 0 0,0 0 0 0 0,1 0 0 0 0,-1 1 0 0 0,1 0 0 0 0,0-1 0 0 0,-1 1 1 0 0,1 0-1 0 0,1 0 0 0 0,-1 0 0 0 0,0 0 0 0 0,1 0 0 0 0,-1 1 0 0 0,1-1 0 0 0,0 0 0 0 0,0 1 1 0 0,0-1-1 0 0,1 1 0 0 0,-1-1 0 0 0,1 1 0 0 0,0-1 0 0 0,0 1 0 0 0,0-1 0 0 0,0 1 1 0 0,1-1-1 0 0,0 1 0 0 0,-1-1 0 0 0,3 6 0 0 0,-2-7-256 0 0,0 0-1 0 0,0 0 1 0 0,0 0 0 0 0,1 0-1 0 0,-1 0 1 0 0,1 0-1 0 0,-1-1 1 0 0,1 1 0 0 0,-1 0-1 0 0,1-1 1 0 0,0 1-1 0 0,0-1 1 0 0,0 0 0 0 0,0 0-1 0 0,0 0 1 0 0,0 0 0 0 0,3 1-1 0 0,0 0-518 0 0,1 0-1 0 0,-1-1 1 0 0,1 0-1 0 0,-1-1 1 0 0,1 1 0 0 0,5-1-1 0 0,3-1-4933 0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6:40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28 11522 0 0,'-1'-2'359'0'0,"0"0"0"0"0,0 0-1 0 0,0 0 1 0 0,0 0-1 0 0,0 0 1 0 0,1 0-1 0 0,-1-11 4823 0 0,4 25-2844 0 0,2 29-1753 0 0,-2 0 0 0 0,-2 1-1 0 0,-8 72 1 0 0,2-14-194 0 0,5 9-128 0 0,20 166 0 0 0,6-111-7704 0 0,-19-126-25 0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2.8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10 10138 0 0,'0'0'144'0'0,"-1"-1"-1"0"0,1 0 1 0 0,-1 1 0 0 0,1-1-1 0 0,-1 0 1 0 0,1 1 0 0 0,-1-1-1 0 0,1 1 1 0 0,-1-1 0 0 0,0 1-1 0 0,1-1 1 0 0,-1 1 0 0 0,0 0-1 0 0,1-1 1 0 0,-1 1 0 0 0,0 0-1 0 0,0 0 1 0 0,1-1 0 0 0,-1 1-1 0 0,0 0 1 0 0,0 0-1 0 0,1 0 1 0 0,-1 0 0 0 0,0 0-1 0 0,0 0 1 0 0,1 0 0 0 0,-1 0-1 0 0,0 0 1 0 0,0 0 0 0 0,0 0-1 0 0,1 1 1 0 0,-1-1 0 0 0,0 0-1 0 0,1 1 1 0 0,-1-1 0 0 0,0 0-1 0 0,0 1 1 0 0,1-1 0 0 0,-1 1-1 0 0,1-1 1 0 0,-1 1 0 0 0,0-1-1 0 0,1 1 1 0 0,-1-1-1 0 0,1 1 1 0 0,-1 0 0 0 0,1-1-1 0 0,0 1 1 0 0,-1 1 0 0 0,-1 2 191 0 0,0 0 1 0 0,1 0-1 0 0,-1 0 1 0 0,1 0-1 0 0,0 0 0 0 0,0 0 1 0 0,0 8-1 0 0,-3 598 2386 0 0,3-587-2879 0 0,1-15-182 0 0,-1-1 0 0 0,1 0 0 0 0,1 1 0 0 0,-1-1 0 0 0,1 1 0 0 0,0-1 1 0 0,1 0-1 0 0,0 0 0 0 0,3 10 0 0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3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0 308 3225 0 0,'1'-10'648'0'0,"-1"1"1"0"0,1-1 0 0 0,1 0 0 0 0,0 1 0 0 0,0 0 0 0 0,1-1-1 0 0,0 1 1 0 0,0 0 0 0 0,1 0 0 0 0,0 1 0 0 0,1-1-1 0 0,0 1 1 0 0,12-15 0 0 0,-15 22-437 0 0,0 0 0 0 0,0 0-1 0 0,-1 0 1 0 0,1 0 0 0 0,0 1 0 0 0,0-1 0 0 0,0 1-1 0 0,0-1 1 0 0,0 1 0 0 0,0 0 0 0 0,1 0 0 0 0,-1 0 0 0 0,0 0-1 0 0,0 0 1 0 0,0 0 0 0 0,0 1 0 0 0,0-1 0 0 0,0 1-1 0 0,0-1 1 0 0,0 1 0 0 0,0 0 0 0 0,-1-1 0 0 0,3 3 0 0 0,46 25 2389 0 0,-45-25-2407 0 0,18 13 143 0 0,0 1-1 0 0,-1 1 1 0 0,-1 1-1 0 0,-1 1 1 0 0,-1 1-1 0 0,-1 1 1 0 0,20 29 0 0 0,-16-19-223 0 0,31 34 1 0 0,-45-58-104 0 0,-1 0-1 0 0,1-1 0 0 0,0 0 1 0 0,1 0-1 0 0,-1-1 1 0 0,1 0-1 0 0,1 0 0 0 0,-1-1 1 0 0,15 5-1 0 0,-22-9-8 0 0,1 0 0 0 0,0 0 0 0 0,0 0 1 0 0,0 0-1 0 0,0-1 0 0 0,1 0 0 0 0,-1 1 0 0 0,0-1 0 0 0,0 0 0 0 0,0 0 1 0 0,0-1-1 0 0,0 1 0 0 0,0-1 0 0 0,0 0 0 0 0,0 1 0 0 0,0-1 0 0 0,0 0 1 0 0,0-1-1 0 0,0 1 0 0 0,3-3 0 0 0,-3 2 29 0 0,1-2 0 0 0,-1 1 1 0 0,1 0-1 0 0,-1-1 0 0 0,-1 0 0 0 0,1 1 0 0 0,0-1 1 0 0,-1 0-1 0 0,0-1 0 0 0,0 1 0 0 0,0 0 0 0 0,1-5 1 0 0,2-9 24 0 0,-1 1 1 0 0,0-1 0 0 0,-2 0 0 0 0,0 0 0 0 0,-1-31 0 0 0,-3 6-234 0 0,3 0 0 0 0,6-46 0 0 0,-5 76-348 0 0,0 1 0 0 0,0 0 0 0 0,2 0-1 0 0,-1 0 1 0 0,1 0 0 0 0,1 1 0 0 0,0 0 0 0 0,1 0-1 0 0,0 0 1 0 0,1 0 0 0 0,15-18 0 0 0,-20 27 496 0 0,-1 1 1 0 0,1-1 0 0 0,0 0 0 0 0,0 1 0 0 0,0-1-1 0 0,0 1 1 0 0,0 0 0 0 0,0 0 0 0 0,0 0 0 0 0,1 0 0 0 0,-1 0-1 0 0,0 0 1 0 0,0 0 0 0 0,1 1 0 0 0,-1-1 0 0 0,1 1-1 0 0,-1 0 1 0 0,0 0 0 0 0,1 0 0 0 0,3 0 0 0 0,11 3 28 0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3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0 920 0 0,'-11'5'10280'0'0,"9"8"-10022"0"0,-19 116 5933 0 0,6 1-3594 0 0,11-75-2663 0 0,3-1 0 0 0,9 98 0 0 0,-7-139-879 0 0,3 19-235 0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4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1 207 3225 0 0,'1'-8'907'0'0,"0"0"1"0"0,1 0-1 0 0,0 0 1 0 0,1 0-1 0 0,-1 0 1 0 0,2 0-1 0 0,-1 1 1 0 0,9-15-1 0 0,-10 20-632 0 0,0 0-1 0 0,-1 0 1 0 0,1 0 0 0 0,0 0-1 0 0,0 0 1 0 0,0 0 0 0 0,1 0-1 0 0,-1 1 1 0 0,0 0-1 0 0,0-1 1 0 0,1 1 0 0 0,-1 0-1 0 0,1 0 1 0 0,-1 0 0 0 0,1 0-1 0 0,0 0 1 0 0,-1 1-1 0 0,1-1 1 0 0,0 1 0 0 0,0 0-1 0 0,-1 0 1 0 0,1 0 0 0 0,0 0-1 0 0,-1 0 1 0 0,1 1-1 0 0,0-1 1 0 0,-1 1 0 0 0,1-1-1 0 0,0 1 1 0 0,3 2 0 0 0,6 3-149 0 0,-1 0 1 0 0,-1 1-1 0 0,1 0 1 0 0,-1 0-1 0 0,0 1 1 0 0,-1 1-1 0 0,10 10 1 0 0,-7-7 134 0 0,0-1 1 0 0,1 0 0 0 0,19 13-1 0 0,-27-21-229 0 0,0 0-1 0 0,-1-1 1 0 0,1 0-1 0 0,0 0 1 0 0,0-1-1 0 0,0 1 1 0 0,0-1 0 0 0,0 0-1 0 0,1 0 1 0 0,-1-1-1 0 0,0 1 1 0 0,0-1-1 0 0,1 0 1 0 0,-1-1-1 0 0,6 0 1 0 0,-9 0-32 0 0,1 0 0 0 0,-1 0 0 0 0,1 0 0 0 0,-1 0 0 0 0,0 0 0 0 0,1-1 0 0 0,-1 1 0 0 0,0-1 0 0 0,0 1 0 0 0,0-1 0 0 0,0 0 0 0 0,0 0 0 0 0,-1 0 0 0 0,1 0 0 0 0,0 0 0 0 0,-1 0 0 0 0,1 0 0 0 0,0-3 0 0 0,21-51 0 0 0,-12 27 0 0 0,-5 17 7 0 0,1-6 50 0 0,2 1 1 0 0,13-21 0 0 0,-20 35-49 0 0,-1 0-1 0 0,1 1 1 0 0,0-1-1 0 0,1 0 1 0 0,-1 0 0 0 0,0 1-1 0 0,1 0 1 0 0,0-1-1 0 0,-1 1 1 0 0,1 0 0 0 0,0 0-1 0 0,0 1 1 0 0,0-1-1 0 0,0 0 1 0 0,0 1-1 0 0,1 0 1 0 0,-1 0 0 0 0,0 0-1 0 0,7-1 1 0 0,-7 2 20 0 0,0 1 1 0 0,0 0 0 0 0,0-1-1 0 0,0 1 1 0 0,0 1-1 0 0,0-1 1 0 0,0 0 0 0 0,0 1-1 0 0,-1-1 1 0 0,1 1-1 0 0,0 0 1 0 0,-1 0 0 0 0,1 0-1 0 0,-1 0 1 0 0,0 0-1 0 0,0 1 1 0 0,3 3 0 0 0,32 49 227 0 0,-32-47-222 0 0,15 30 64 0 0,-2 2-1 0 0,22 67 0 0 0,14 30-738 0 0,-48-124-640 0 0,2 0-4087 0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4.4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54 7370 0 0,'-1'0'135'0'0,"0"0"1"0"0,1 0-1 0 0,-1 0 1 0 0,0 0-1 0 0,0 0 1 0 0,1 0-1 0 0,-1 0 1 0 0,0 0-1 0 0,1 0 1 0 0,-1 0-1 0 0,0 0 1 0 0,1 0-1 0 0,-1 0 0 0 0,0 1 1 0 0,1-1-1 0 0,-1 0 1 0 0,0 0-1 0 0,1 1 1 0 0,-1-1-1 0 0,0 0 1 0 0,1 1-1 0 0,-1-1 1 0 0,1 1-1 0 0,-1-1 1 0 0,1 1-1 0 0,-1-1 1 0 0,1 1-1 0 0,-1-1 1 0 0,1 1-1 0 0,-1 1 1 0 0,-15 17 2458 0 0,12-12-2385 0 0,1-1-1 0 0,0 1 1 0 0,-1 0-1 0 0,2 0 0 0 0,-1 0 1 0 0,1 0-1 0 0,1 0 1 0 0,-1 1-1 0 0,1-1 0 0 0,0 1 1 0 0,1-1-1 0 0,0 1 1 0 0,0-1-1 0 0,0 1 0 0 0,1-1 1 0 0,0 1-1 0 0,1-1 1 0 0,3 11-1 0 0,-3-10-185 0 0,1-1 0 0 0,0 1 0 0 0,0 0 0 0 0,1-1 0 0 0,0 1 0 0 0,1-1 0 0 0,-1 0 0 0 0,1-1 0 0 0,1 1 0 0 0,-1-1 0 0 0,1 0 0 0 0,0 0 0 0 0,1-1 0 0 0,-1 0 0 0 0,1 0 0 0 0,9 5 0 0 0,-8-6 49 0 0,0 0 1 0 0,0-1-1 0 0,0 0 1 0 0,1 0-1 0 0,-1-1 0 0 0,1 0 1 0 0,0-1-1 0 0,-1 0 1 0 0,1 0-1 0 0,0-1 1 0 0,10 0-1 0 0,-15-1-30 0 0,-1 1-1 0 0,1-1 0 0 0,0 0 1 0 0,-1 0-1 0 0,1-1 0 0 0,0 1 1 0 0,-1-1-1 0 0,0 0 0 0 0,1 0 1 0 0,-1 0-1 0 0,0 0 0 0 0,0 0 1 0 0,0-1-1 0 0,0 1 0 0 0,-1-1 1 0 0,1 0-1 0 0,-1 0 0 0 0,1 0 1 0 0,-1 0-1 0 0,0 0 0 0 0,0-1 1 0 0,0 1-1 0 0,-1-1 0 0 0,1 1 1 0 0,-1-1-1 0 0,0 1 0 0 0,1-8 1 0 0,0-1 77 0 0,0 0-1 0 0,-1 0 1 0 0,0 0 0 0 0,-1 0 0 0 0,-1 0 0 0 0,0 0 0 0 0,-1 0 0 0 0,0 0-1 0 0,0 0 1 0 0,-2 0 0 0 0,1 1 0 0 0,-7-15 0 0 0,6 17-145 0 0,0 1 0 0 0,0-1 0 0 0,-1 1 0 0 0,0 0 0 0 0,0 0 0 0 0,-1 1 0 0 0,0 0 0 0 0,0 0 0 0 0,-1 0 0 0 0,0 0 0 0 0,0 1 0 0 0,-1 1 0 0 0,1-1 0 0 0,-1 1 0 0 0,0 0 0 0 0,-11-4 0 0 0,14 8-257 0 0,-1-1 1 0 0,1 1 0 0 0,-1 0 0 0 0,1 1 0 0 0,-1-1 0 0 0,1 1 0 0 0,-1 0-1 0 0,1 1 1 0 0,-1-1 0 0 0,0 1 0 0 0,1 0 0 0 0,0 0 0 0 0,-10 4-1 0 0,-8 5-6217 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4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411 13 5985 0 0,'-3'-2'304'0'0,"-1"0"0"0"0,1 1-1 0 0,-1-1 1 0 0,0 1-1 0 0,0 0 1 0 0,1 0 0 0 0,-1 0-1 0 0,0 1 1 0 0,0-1-1 0 0,0 1 1 0 0,0 0 0 0 0,0 0-1 0 0,0 0 1 0 0,0 1 0 0 0,0-1-1 0 0,0 1 1 0 0,-4 2-1 0 0,-12 1 939 0 0,0 2-1 0 0,0 0 1 0 0,1 2-1 0 0,-35 18 0 0 0,44-20-1065 0 0,0 0 1 0 0,0 0-1 0 0,0 1 0 0 0,1 1 1 0 0,0-1-1 0 0,1 1 0 0 0,0 1 0 0 0,0 0 1 0 0,1 0-1 0 0,-7 11 0 0 0,12-18-166 0 0,1 1 0 0 0,0 0 0 0 0,0-1 0 0 0,0 1 0 0 0,0 0 0 0 0,1 0 0 0 0,-1-1 0 0 0,1 1-1 0 0,-1 0 1 0 0,1 0 0 0 0,0 0 0 0 0,0-1 0 0 0,0 1 0 0 0,1 0 0 0 0,-1 0 0 0 0,1 0 0 0 0,-1 0 0 0 0,1-1 0 0 0,0 1 0 0 0,0 0-1 0 0,0-1 1 0 0,1 1 0 0 0,-1-1 0 0 0,1 1 0 0 0,-1-1 0 0 0,1 0 0 0 0,0 1 0 0 0,0-1 0 0 0,0 0 0 0 0,2 2 0 0 0,8 7-13 0 0,1-1 0 0 0,1 0 0 0 0,-1 0 0 0 0,18 8 0 0 0,-6-3 12 0 0,-6-4 159 0 0,-2 1 0 0 0,0 1 0 0 0,0 0 0 0 0,-1 1 0 0 0,23 27 0 0 0,-36-37-116 0 0,0-1 1 0 0,0 1-1 0 0,-1 0 0 0 0,1 1 0 0 0,-1-1 0 0 0,0 0 1 0 0,0 1-1 0 0,0-1 0 0 0,0 1 0 0 0,-1-1 1 0 0,0 1-1 0 0,0 0 0 0 0,0 0 0 0 0,-1-1 0 0 0,1 1 1 0 0,-1 0-1 0 0,-1 0 0 0 0,1 0 0 0 0,0 0 0 0 0,-1-1 1 0 0,0 1-1 0 0,0 0 0 0 0,-1-1 0 0 0,1 1 1 0 0,-1-1-1 0 0,0 1 0 0 0,0-1 0 0 0,0 0 0 0 0,-1 1 1 0 0,-5 5-1 0 0,-1 1 29 0 0,0-1 1 0 0,0-1-1 0 0,-1 0 1 0 0,-1 0-1 0 0,1-1 1 0 0,-2 0-1 0 0,1-1 1 0 0,-1-1-1 0 0,0 1 1 0 0,-23 7-1 0 0,13-6-167 0 0,0-2 1 0 0,-1 0-1 0 0,0-1 1 0 0,0-2-1 0 0,-33 2 1 0 0,33-5-1693 0 0,2-3-5837 0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9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0,'3'6'4014'0'0,"6"26"-1593"0"0,21 102 566 0 0,17 178 0 0 0,-23 140-2189 0 0,-6 140-565 0 0,46-4 106 0 0,-16-258-56 0 0,-43-272-468 0 0,-3 0 1 0 0,-2 1-1 0 0,-14 96 0 0 0,5-118-2887 0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10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60 283 1816 0 0,'-59'-8'2324'0'0,"131"7"1000"0"0,689-10 2161 0 0,-256-2-3524 0 0,1174-71-1418 0 0,154-12-883 0 0,-656 51-3843 0 0,-1062 40 4321 0 0,101-8-1025 0 0,-160 6-2781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11.1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6732 0 1376 0 0,'0'1'103'0'0,"0"0"0"0"0,0 0 0 0 0,1 0 0 0 0,-1 0 0 0 0,0 0 0 0 0,0 0 0 0 0,0 0-1 0 0,0 0 1 0 0,0 0 0 0 0,0 0 0 0 0,-1 1 0 0 0,1-1 0 0 0,0 0 0 0 0,0-1 0 0 0,-1 1 0 0 0,1 0 0 0 0,0 0-1 0 0,-1 0 1 0 0,1 0 0 0 0,-2 1 0 0 0,-14 24 2696 0 0,8-13-1773 0 0,3-3-438 0 0,1 0 0 0 0,0 1 1 0 0,1-1-1 0 0,0 1 0 0 0,1 0 1 0 0,0 0-1 0 0,1 0 1 0 0,0 0-1 0 0,0 0 0 0 0,1 0 1 0 0,1 0-1 0 0,0 0 0 0 0,2 12 1 0 0,6 17 253 0 0,2 0 0 0 0,18 47-1 0 0,-1-4 175 0 0,-6 10-500 0 0,-4 0 1 0 0,9 138-1 0 0,15 88 392 0 0,86 456-500 0 0,-112-613-336 0 0,8-1 0 0 0,48 168 0 0 0,60 226-608 0 0,-129-532 418 0 0,-1-1 1 0 0,-1 25 0 0 0,-46-68 247 0 0,-14 5-208 0 0,1 3 0 0 0,-1 2 1 0 0,-94-5-1 0 0,148 16 60 0 0,-1045-29-3145 0 0,-1342 193-3451 0 0,1956-119 6414 0 0,172-20-187 0 0,-45-7-19 0 0,89-8 168 0 0,-118 4 217 0 0,21-1 22 0 0,66-4 379 0 0,-41 3 480 0 0,52 1-494 0 0,-167 18 162 0 0,178-10 1002 0 0,130-23-4835 0 0,76 0-1175 0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12.2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21 168 5985 0 0,'-1'1'69'0'0,"-1"0"0"0"0,0 0 0 0 0,1 1 1 0 0,-1-1-1 0 0,1 1 0 0 0,0-1 0 0 0,0 1 0 0 0,-1-1 0 0 0,1 1 0 0 0,0 0 0 0 0,0 0 0 0 0,1 0 0 0 0,-1-1 0 0 0,0 1 0 0 0,0 0 0 0 0,1 0 0 0 0,-1 0 0 0 0,1 0 1 0 0,0 0-1 0 0,0 0 0 0 0,0 0 0 0 0,0 0 0 0 0,0 0 0 0 0,0 0 0 0 0,0 0 0 0 0,0 0 0 0 0,1 0 0 0 0,-1 0 0 0 0,1 0 0 0 0,0 0 0 0 0,-1 0 0 0 0,1-1 0 0 0,0 1 1 0 0,0 0-1 0 0,0 0 0 0 0,0-1 0 0 0,1 1 0 0 0,-1 0 0 0 0,0-1 0 0 0,1 0 0 0 0,-1 1 0 0 0,1-1 0 0 0,-1 0 0 0 0,1 0 0 0 0,0 1 0 0 0,-1-1 0 0 0,1 0 0 0 0,0-1 1 0 0,0 1-1 0 0,0 0 0 0 0,3 0 0 0 0,15 4 135 0 0,1 0 0 0 0,-1-2 0 0 0,1-1 0 0 0,26 1 0 0 0,87-9-718 0 0,-32 0 33 0 0,204 6 237 0 0,211-9 339 0 0,576-36-2242 0 0,519-15 2380 0 0,-3-49-102 0 0,-572 75 345 0 0,-665 45 812 0 0,-314-8-1352 0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7:59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60 1840 0 0,'-5'-10'-914'0'0,"-5"-9"3416"0"0,2-11 6345 0 0,28 64-4470 0 0,1 18-3427 0 0,-3 0 0 0 0,-2 2 0 0 0,15 86 0 0 0,-18-75-574 0 0,28 149 286 0 0,36 151 985 0 0,-67-336-3946 0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0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62 3681 0 0,'15'-9'557'0'0,"-1"1"-1"0"0,1 1 1 0 0,1 0 0 0 0,-1 1-1 0 0,1 0 1 0 0,0 1 0 0 0,0 1 0 0 0,1 1-1 0 0,-1 0 1 0 0,1 1 0 0 0,0 1 0 0 0,0 1-1 0 0,-1 0 1 0 0,22 3 0 0 0,-33-2-431 0 0,-1 0 1 0 0,0 0-1 0 0,1 0 0 0 0,-1 0 1 0 0,0 1-1 0 0,0-1 0 0 0,0 1 1 0 0,0 0-1 0 0,0 0 0 0 0,-1 1 1 0 0,1-1-1 0 0,0 1 0 0 0,-1 0 1 0 0,0 0-1 0 0,0 0 0 0 0,0 0 1 0 0,0 0-1 0 0,0 1 0 0 0,-1 0 1 0 0,1-1-1 0 0,-1 1 0 0 0,0 0 1 0 0,2 7-1 0 0,-2-5 18 0 0,-1 0 0 0 0,0 0 0 0 0,0 0 0 0 0,-1 0 0 0 0,1 0 0 0 0,-2 1 0 0 0,1-1 0 0 0,-1 0 0 0 0,0 0 0 0 0,0 0 0 0 0,0 0 0 0 0,-1 0 0 0 0,0 0 0 0 0,0 0 0 0 0,0 0 0 0 0,-4 5 0 0 0,-3 5 145 0 0,-1-1 0 0 0,-1 0 0 0 0,0 0 0 0 0,-1-1 0 0 0,0-1 0 0 0,-1 0 1 0 0,0-1-1 0 0,-20 14 0 0 0,-16 8-476 0 0,-63 32 0 0 0,57-34-1078 0 0,37-21 122 0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1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24 7834 0 0,'0'-2'269'0'0,"0"1"0"0"0,-1-1 0 0 0,1 0 0 0 0,0 0 0 0 0,-1 1-1 0 0,1-1 1 0 0,-1 0 0 0 0,0 1 0 0 0,1-1 0 0 0,-1 1 0 0 0,-7-4 2983 0 0,4 17-1782 0 0,-3 85 679 0 0,7 144 1 0 0,1-25-1535 0 0,-2-154-684 0 0,3-56-350 0 0,2-39-449 0 0,-2-32-530 0 0,-6-79 0 0 0,0-35 1912 0 0,5 154-41 0 0,2 1 0 0 0,0-1 0 0 0,1 1 0 0 0,2-1 0 0 0,9-24 0 0 0,-15 47-392 0 0,1 0 1 0 0,-1 0-1 0 0,1 1 0 0 0,0-1 1 0 0,0 0-1 0 0,-1 0 0 0 0,1 1 0 0 0,0-1 1 0 0,1 1-1 0 0,-1-1 0 0 0,0 1 0 0 0,0 0 1 0 0,1-1-1 0 0,-1 1 0 0 0,0 0 1 0 0,1 0-1 0 0,2-2 0 0 0,-3 3-40 0 0,0 0 1 0 0,0 0-1 0 0,0 0 0 0 0,0 0 0 0 0,0 0 1 0 0,0 0-1 0 0,0 0 0 0 0,0 0 0 0 0,0 0 0 0 0,0 0 1 0 0,0 1-1 0 0,0-1 0 0 0,0 0 0 0 0,0 1 1 0 0,0-1-1 0 0,0 1 0 0 0,0-1 0 0 0,0 1 1 0 0,0 0-1 0 0,0-1 0 0 0,-1 1 0 0 0,2 1 1 0 0,6 6 81 0 0,-2 0 1 0 0,1 1 0 0 0,-1 0-1 0 0,9 17 1 0 0,-7-12-199 0 0,19 31 179 0 0,47 73-85 0 0,-61-100-20 0 0,1 0 0 0 0,1-1 0 0 0,0-1 0 0 0,20 17 0 0 0,-34-32 3 0 0,1 0-1 0 0,-1 0 1 0 0,1 0 0 0 0,-1 0-1 0 0,1 0 1 0 0,-1 0 0 0 0,1-1-1 0 0,0 1 1 0 0,-1 0 0 0 0,1-1-1 0 0,0 1 1 0 0,-1-1 0 0 0,1 0-1 0 0,0 0 1 0 0,0 1 0 0 0,0-1-1 0 0,-1 0 1 0 0,1 0 0 0 0,0-1-1 0 0,2 1 1 0 0,-1-2 2 0 0,1 1-1 0 0,-1 0 1 0 0,0-1-1 0 0,0 1 1 0 0,-1-1-1 0 0,1 0 1 0 0,0 0 0 0 0,0 0-1 0 0,-1 0 1 0 0,4-4-1 0 0,4-6 10 0 0,0-1 1 0 0,-1 0-1 0 0,13-25 0 0 0,-17 30-12 0 0,28-64-1 0 0,4-8 0 0 0,-33 72 0 0 0,0 1 0 0 0,1 0 0 0 0,0 1 0 0 0,0-1 0 0 0,1 1 0 0 0,0 0 0 0 0,12-10 0 0 0,-17 15 5 0 0,0 0 1 0 0,0 0 0 0 0,1 0-1 0 0,-1 1 1 0 0,0-1-1 0 0,0 1 1 0 0,0-1 0 0 0,1 1-1 0 0,-1-1 1 0 0,0 1-1 0 0,1 0 1 0 0,-1 0 0 0 0,0-1-1 0 0,1 1 1 0 0,-1 0-1 0 0,0 0 1 0 0,1 0 0 0 0,-1 0-1 0 0,0 1 1 0 0,1-1-1 0 0,-1 0 1 0 0,0 1-1 0 0,2 0 1 0 0,0 0 22 0 0,-1 0 0 0 0,0 1 0 0 0,1 0 1 0 0,-1 0-1 0 0,0-1 0 0 0,0 1 0 0 0,0 0 0 0 0,0 1 0 0 0,-1-1 0 0 0,4 4 0 0 0,2 8 119 0 0,0-1-1 0 0,-1 1 1 0 0,7 20-1 0 0,-10-24-111 0 0,22 65 127 0 0,-14-39-266 0 0,2 0 0 0 0,0-1 0 0 0,3-1 1 0 0,27 47-1 0 0,-37-74-182 0 0,-1 0 1 0 0,2 0 0 0 0,-1 0-1 0 0,1-1 1 0 0,7 6-1 0 0,-1-3-733 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1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5985 0 0,'0'-1'56'0'0,"0"1"0"0"0,1 0 0 0 0,-1-1 0 0 0,1 1 0 0 0,-1 0 0 0 0,0-1 0 0 0,1 1 0 0 0,-1 0 0 0 0,1 0 0 0 0,-1-1 0 0 0,1 1 0 0 0,-1 0-1 0 0,1 0 1 0 0,-1 0 0 0 0,1 0 0 0 0,-1-1 0 0 0,1 1 0 0 0,-1 0 0 0 0,1 0 0 0 0,-1 0 0 0 0,1 0 0 0 0,-1 0 0 0 0,1 0 0 0 0,0 1 0 0 0,3 15 2915 0 0,-4-15-2840 0 0,2 16 1386 0 0,-2 0 0 0 0,0 0-1 0 0,-4 22 1 0 0,1 27 173 0 0,3-39-1352 0 0,2 0 0 0 0,1-1 1 0 0,1 1-1 0 0,2-1 1 0 0,9 32-1 0 0,-11-49-280 0 0,0 1 1 0 0,0-1 0 0 0,1 0-1 0 0,0-1 1 0 0,0 1-1 0 0,1-1 1 0 0,10 12-1 0 0,-11-16 1 0 0,-1 0-1 0 0,1 0 0 0 0,0 0 0 0 0,0 0 1 0 0,0-1-1 0 0,1 0 0 0 0,-1 0 0 0 0,1 0 0 0 0,0-1 1 0 0,-1 0-1 0 0,1 0 0 0 0,0 0 0 0 0,8 0 1 0 0,-9-1-7 0 0,0 0 0 0 0,-1-1 0 0 0,1 0 0 0 0,0 0 0 0 0,0 0 0 0 0,-1-1 0 0 0,1 0 0 0 0,0 0 0 0 0,-1 0 0 0 0,1 0 0 0 0,-1-1 0 0 0,1 1 0 0 0,-1-1 0 0 0,0 0 0 0 0,6-4 0 0 0,-4 2-23 0 0,-1-1 1 0 0,0 1-1 0 0,0-1 0 0 0,0 0 1 0 0,-1 0-1 0 0,1-1 1 0 0,-1 1-1 0 0,0-1 1 0 0,5-11-1 0 0,-4 6 0 0 0,-1 0-1 0 0,1-1 1 0 0,-2 1 0 0 0,0-1-1 0 0,0 0 1 0 0,-1 0-1 0 0,0 0 1 0 0,-1 0-1 0 0,-1 0 1 0 0,0 0 0 0 0,-3-20-1 0 0,0 17-21 0 0,0 1 0 0 0,-2 0-1 0 0,0 0 1 0 0,0 1 0 0 0,-2-1-1 0 0,1 1 1 0 0,-2 0 0 0 0,1 1-1 0 0,-2 0 1 0 0,0 0 0 0 0,0 1-1 0 0,-1 0 1 0 0,-1 0 0 0 0,1 1-1 0 0,-2 1 1 0 0,1 0 0 0 0,-1 0-1 0 0,-19-9 1 0 0,29 17-88 0 0,-1 0-1 0 0,0 0 1 0 0,1 0 0 0 0,-1 0-1 0 0,0 0 1 0 0,0 1-1 0 0,0-1 1 0 0,0 1 0 0 0,1 0-1 0 0,-1 0 1 0 0,0 0 0 0 0,-5 1-1 0 0,-1 1-760 0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1.9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185 29 4345 0 0,'1'-1'86'0'0,"-1"1"0"0"0,0-1 1 0 0,1 0-1 0 0,-1 0 0 0 0,1 0 0 0 0,-1 1 0 0 0,0-1 1 0 0,1 0-1 0 0,-1 0 0 0 0,0 0 0 0 0,0 0 0 0 0,0 0 0 0 0,0 0 1 0 0,0 0-1 0 0,0 0 0 0 0,0 1 0 0 0,0-1 0 0 0,0 0 1 0 0,0 0-1 0 0,0 0 0 0 0,-1 0 0 0 0,1 0 0 0 0,0 0 1 0 0,-1 1-1 0 0,1-1 0 0 0,0 0 0 0 0,-1 0 0 0 0,1 0 1 0 0,-1 1-1 0 0,0-1 0 0 0,0-1 0 0 0,-1 2 231 0 0,0 0 0 0 0,0 0-1 0 0,0 0 1 0 0,0 0-1 0 0,0 0 1 0 0,0 1 0 0 0,0-1-1 0 0,1 1 1 0 0,-1-1 0 0 0,0 1-1 0 0,0 0 1 0 0,0-1-1 0 0,1 1 1 0 0,-1 0 0 0 0,-2 2-1 0 0,-8 4 393 0 0,0 1-1 0 0,0 0 1 0 0,1 1-1 0 0,0 0 1 0 0,1 1-1 0 0,0 0 1 0 0,-13 17-1 0 0,17-20-558 0 0,1 1 0 0 0,-1-1 0 0 0,2 1 0 0 0,-1 0 0 0 0,1 1 0 0 0,0-1 0 0 0,1 1 0 0 0,0-1 0 0 0,1 1 0 0 0,-1 0 0 0 0,2 0 0 0 0,-2 14 0 0 0,3-18-160 0 0,1-1 1 0 0,0 0-1 0 0,-1 0 0 0 0,2 0 0 0 0,-1 0 1 0 0,0 0-1 0 0,1 0 0 0 0,0 0 1 0 0,0 0-1 0 0,0-1 0 0 0,0 1 1 0 0,1-1-1 0 0,-1 1 0 0 0,1-1 1 0 0,0 0-1 0 0,0 0 0 0 0,0 0 1 0 0,7 4-1 0 0,6 5-141 0 0,1-2 1 0 0,31 16-1 0 0,-32-18 75 0 0,-2 0-27 0 0,10 3-41 0 0,-1 2 0 0 0,31 22 0 0 0,-49-32 141 0 0,-1 1 0 0 0,1 0 0 0 0,-1 0-1 0 0,1 0 1 0 0,-1 1 0 0 0,0-1 0 0 0,-1 1 0 0 0,1 0 0 0 0,-1 0 0 0 0,0 0-1 0 0,0 1 1 0 0,0-1 0 0 0,-1 1 0 0 0,0 0 0 0 0,0-1 0 0 0,1 10 0 0 0,-2-12 102 0 0,-1 0 0 0 0,0 0 0 0 0,-1 0 1 0 0,1 0-1 0 0,0-1 0 0 0,-1 1 0 0 0,0 0 1 0 0,1 0-1 0 0,-1-1 0 0 0,0 1 0 0 0,0 0 1 0 0,-1-1-1 0 0,1 1 0 0 0,-1-1 0 0 0,-2 4 1 0 0,-1-1 93 0 0,1 0-1 0 0,-1 0 1 0 0,1-1 0 0 0,-1 0 0 0 0,-1 0 0 0 0,-8 5 0 0 0,-4 0 162 0 0,1-1 0 0 0,-1 0 0 0 0,-31 7 0 0 0,30-9-291 0 0,-1-2-1 0 0,1 0 1 0 0,-31 1 0 0 0,3-8-6664 0 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7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0 119 10594 0 0,'30'-14'240'0'0,"0"2"0"0"0,1 1-1 0 0,0 1 1 0 0,60-11 0 0 0,-42 10 370 0 0,47-13 300 0 0,-55 13-4622 0 0,-26 7-408 0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7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8410 0 0,'32'42'2988'0'0,"-27"-30"-2348"0"0,0 1 1 0 0,0 0-1 0 0,-2 0 0 0 0,1 0 0 0 0,2 26 0 0 0,-1 71 427 0 0,-4-54-704 0 0,114 1452 812 0 0,-93-1274 89 0 0,-14 375 0 0 0,-10-174 825 0 0,2-426-2023 0 0,1 0 1 0 0,0-1-1 0 0,0 1 1 0 0,1 0-1 0 0,5 13 1 0 0,-7-21-60 0 0,0 0-1 0 0,1 0 1 0 0,-1 0 0 0 0,1 1 0 0 0,0-1 0 0 0,0 0-1 0 0,-1 0 1 0 0,1 0 0 0 0,0 0 0 0 0,0 0-1 0 0,0 0 1 0 0,0-1 0 0 0,0 1 0 0 0,0 0 0 0 0,0 0-1 0 0,0-1 1 0 0,0 1 0 0 0,2 0 0 0 0,-1 0-8 0 0,-1-1 1 0 0,1 0 0 0 0,-1 0-1 0 0,1-1 1 0 0,-1 1-1 0 0,1 0 1 0 0,-1 0 0 0 0,1-1-1 0 0,-1 1 1 0 0,0-1 0 0 0,1 1-1 0 0,-1-1 1 0 0,0 0 0 0 0,1 1-1 0 0,-1-1 1 0 0,0 0-1 0 0,0 0 1 0 0,1 0 0 0 0,-1 0-1 0 0,1-2 1 0 0,30-28 38 0 0,-27 24-23 0 0,1 1 1 0 0,1-1 0 0 0,-1 1-1 0 0,1 1 1 0 0,0-1-1 0 0,1 1 1 0 0,-1 0-1 0 0,1 1 1 0 0,0-1-1 0 0,0 2 1 0 0,1-1-1 0 0,9-2 1 0 0,135-22-383 0 0,-82 17 242 0 0,12 2 19 0 0,0 3 1 0 0,0 4-1 0 0,88 10 1 0 0,-50-3-205 0 0,420 21-525 0 0,-26-19 707 0 0,-127-20 70 0 0,-177 2 30 0 0,459-25 189 0 0,573-42 376 0 0,-578 15-170 0 0,534-30-10 0 0,-962 89-249 0 0,363-17 782 0 0,-506 11-2963 0 0,-50 4-5595 0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8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0 254 3681 0 0,'8'-5'204'0'0,"0"0"-1"0"0,0 0 1 0 0,0 1 0 0 0,0 0 0 0 0,1 1 0 0 0,-1 0 0 0 0,1 0-1 0 0,0 1 1 0 0,11-2 0 0 0,8-2 232 0 0,71-19 781 0 0,127-13 0 0 0,106 5 241 0 0,-192 21-975 0 0,476-41 1330 0 0,-332 37-1313 0 0,-52 4-322 0 0,350-7 284 0 0,-499 17-363 0 0,246 4 358 0 0,-98 0-277 0 0,368 27 457 0 0,-566-27-538 0 0,1139 87 1982 0 0,-665-27-582 0 0,-80-8-406 0 0,-419-53-1115 0 0,79 4-2017 0 0,-77-5 1681 0 0,-1 0 0 0 0,1-1 0 0 0,0-1 0 0 0,-1 1 1 0 0,0-1-1 0 0,18-7 0 0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09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 3681 0 0,'-2'204'9202'0'0,"12"336"-3704"0"0,87 449-3792 0 0,-82-870-1283 0 0,37 409 1040 0 0,-46-354-1168 0 0,17 224 586 0 0,-22-393-942 0 0,10 64 508 0 0,-10-63-632 0 0,0-1 0 0 0,1 1-1 0 0,0-1 1 0 0,0 0 0 0 0,0 0 0 0 0,1 0 0 0 0,0 0-1 0 0,0 0 1 0 0,0 0 0 0 0,4 4 0 0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13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28 552 2304 0 0,'-1'0'108'0'0,"-1"0"-1"0"0,0 1 0 0 0,1-1 1 0 0,-1 1-1 0 0,1-1 0 0 0,-1 1 1 0 0,1 0-1 0 0,0 0 0 0 0,-1 0 1 0 0,1-1-1 0 0,0 1 0 0 0,-1 1 1 0 0,1-1-1 0 0,0 0 0 0 0,0 0 1 0 0,0 0-1 0 0,0 1 0 0 0,0-1 1 0 0,-1 3-1 0 0,2-3-33 0 0,0-1 0 0 0,1 1 0 0 0,-1 0 0 0 0,0 0 0 0 0,1 0 0 0 0,-1 0 0 0 0,1 0 0 0 0,-1 0 0 0 0,1-1 0 0 0,-1 1 1 0 0,1 0-1 0 0,0 0 0 0 0,-1-1 0 0 0,1 1 0 0 0,0 0 0 0 0,0-1 0 0 0,-1 1 0 0 0,1-1 0 0 0,0 1 0 0 0,0-1 0 0 0,0 1 0 0 0,0-1 0 0 0,-1 0 0 0 0,1 1 0 0 0,0-1 0 0 0,0 0 0 0 0,0 0 1 0 0,0 0-1 0 0,0 0 0 0 0,0 1 0 0 0,0-1 0 0 0,1-1 0 0 0,25 5 618 0 0,1-1 0 0 0,-1-1 1 0 0,37-3-1 0 0,4 0-271 0 0,392-15 296 0 0,-52-11 314 0 0,-140 12-761 0 0,269-21-26 0 0,462-37 401 0 0,-791 52-635 0 0,520-41-9 0 0,-422 44 16 0 0,1114-96 198 0 0,-1012 70-279 0 0,-213 24 64 0 0,29 2-3 0 0,75-10 59 0 0,-11 1-64 0 0,25-3 420 0 0,-88 7 592 0 0,-35 4-1629 0 0,-162 15-4356 0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29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5985 0 0,'0'-1'6975'0'0,"0"13"-5473"0"0,2 20-1133 0 0,9 30 633 0 0,-4 1-1 0 0,1 121 1 0 0,4 486 929 0 0,-12-650-1874 0 0,132 1442 1035 0 0,2-464-121 0 0,35 324-707 0 0,-69 4-208 0 0,-92-1068-75 0 0,25 501 52 0 0,63 1757-105 0 0,-32-838-160 0 0,98-7 0 0 0,-44-863 138 0 0,-52-389 60 0 0,0 9 34 0 0,20 49 0 0 0,-37-228 0 0 0,-7-28 106 0 0,28 162 204 0 0,-29-169-115 0 0,5 32 114 0 0,-40-206-307 0 0,60 582 748 0 0,-64-570-679 0 0,0-30-50 0 0,-1 0 0 0 0,-1 0 0 0 0,-1 0 0 0 0,-6 38 0 0 0,3-49-1057 0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2.0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58 215 4145 0 0,'-7'-14'258'0'0,"1"-1"0"0"0,0 1 0 0 0,1-1 1 0 0,1-1-1 0 0,0 1 0 0 0,-2-25 0 0 0,2 16 2107 0 0,-12-37 0 0 0,24 94 2280 0 0,1 29-3106 0 0,-1-7-765 0 0,32 258 1242 0 0,-26-179-4628 0 0,-8-64-1032 0 0,-2-33-2122 0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2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1 133 8290 0 0,'0'-4'31'0'0,"0"0"0"0"0,1 0 0 0 0,0 1 0 0 0,-1-1 0 0 0,1 0 0 0 0,1 1 0 0 0,-1-1 0 0 0,1 1 0 0 0,-1 0 0 0 0,1-1 0 0 0,0 1 0 0 0,0 0 0 0 0,0 0 0 0 0,1 0 0 0 0,-1 0 0 0 0,1 0 0 0 0,0 1 0 0 0,-1-1 0 0 0,1 1 0 0 0,0 0 0 0 0,1 0 0 0 0,-1 0 0 0 0,0 0 0 0 0,5-2 0 0 0,10-6 180 0 0,0 1 0 0 0,1 0 0 0 0,39-11 0 0 0,-52 18-224 0 0,0 1 1 0 0,0-1 0 0 0,0 1-1 0 0,0 0 1 0 0,0 1-1 0 0,0-1 1 0 0,0 1-1 0 0,0 0 1 0 0,0 1 0 0 0,0-1-1 0 0,0 1 1 0 0,0 0-1 0 0,0 1 1 0 0,0 0-1 0 0,0 0 1 0 0,-1 0 0 0 0,1 0-1 0 0,5 4 1 0 0,-9-4-1 0 0,1 0 1 0 0,-1 0-1 0 0,0 0 1 0 0,0 0-1 0 0,-1 0 1 0 0,1 0-1 0 0,0 0 1 0 0,-1 0 0 0 0,1 1-1 0 0,-1-1 1 0 0,0 1-1 0 0,0-1 1 0 0,0 1-1 0 0,0 0 1 0 0,0-1-1 0 0,0 1 1 0 0,-1 0-1 0 0,0 0 1 0 0,1 4-1 0 0,-3 17 80 0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2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68 7370 0 0,'-1'1'464'0'0,"1"-1"-426"0"0,0 0 1 0 0,0 0 0 0 0,0 0-1 0 0,0 0 1 0 0,0 0 0 0 0,0 0-1 0 0,0 0 1 0 0,0 1 0 0 0,0-1-1 0 0,0 0 1 0 0,0 0 0 0 0,0 0-1 0 0,0 0 1 0 0,0 0 0 0 0,0 0-1 0 0,0 0 1 0 0,0 1 0 0 0,0-1-1 0 0,0 0 1 0 0,0 0 0 0 0,1 1 541 0 0,-1-1-542 0 0,0 0 1 0 0,0 0 0 0 0,0 0-1 0 0,0 0 1 0 0,0 0 0 0 0,0 1-1 0 0,1-1 1 0 0,-1 0 0 0 0,0 0-1 0 0,0 0 1 0 0,0 0 0 0 0,0 0-1 0 0,12 1 1758 0 0,14-5 572 0 0,49-24-714 0 0,17-6-6704 0 0,-68 27 3204 0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2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77 4609 0 0,'0'-3'253'0'0,"1"0"0"0"0,-1 0 0 0 0,0 0 0 0 0,0 0 1 0 0,-1 1-1 0 0,1-1 0 0 0,-1 0 0 0 0,1 0 0 0 0,-1 0 0 0 0,0 0 0 0 0,0 0 0 0 0,0 1 1 0 0,0-1-1 0 0,-1 0 0 0 0,1 1 0 0 0,-1-1 0 0 0,0 1 0 0 0,1-1 0 0 0,-1 1 0 0 0,0 0 0 0 0,-3-3 1 0 0,3 4-42 0 0,0-1 1 0 0,1 1-1 0 0,-1 0 1 0 0,0 0 0 0 0,0-1-1 0 0,0 1 1 0 0,0 0-1 0 0,0 1 1 0 0,0-1 0 0 0,0 0-1 0 0,0 0 1 0 0,0 1-1 0 0,0-1 1 0 0,-1 1 0 0 0,1 0-1 0 0,0 0 1 0 0,0 0-1 0 0,0 0 1 0 0,-1 0 0 0 0,1 0-1 0 0,0 1 1 0 0,0-1-1 0 0,0 1 1 0 0,0-1 0 0 0,0 1-1 0 0,0 0 1 0 0,-1 0-1 0 0,2 0 1 0 0,-4 1 0 0 0,-5 6-156 0 0,-1 0 0 0 0,2 1 0 0 0,-1 0 0 0 0,1 1 0 0 0,1 0 0 0 0,0 0 0 0 0,0 1 0 0 0,1 0 0 0 0,0 0 0 0 0,-7 18 0 0 0,10-20-62 0 0,0-1 1 0 0,1 1 0 0 0,0 0 0 0 0,0 1 0 0 0,1-1-1 0 0,1 0 1 0 0,-1 1 0 0 0,1-1 0 0 0,1 1 0 0 0,0-1 0 0 0,0 1-1 0 0,1-1 1 0 0,0 1 0 0 0,1-1 0 0 0,3 10 0 0 0,-5-17-18 0 0,1 0 1 0 0,0 1 0 0 0,0-1 0 0 0,0 0-1 0 0,0 0 1 0 0,1 0 0 0 0,-1 0-1 0 0,1 0 1 0 0,-1 0 0 0 0,1 0-1 0 0,0 0 1 0 0,0-1 0 0 0,-1 1 0 0 0,1-1-1 0 0,0 1 1 0 0,0-1 0 0 0,1 0-1 0 0,-1 1 1 0 0,0-1 0 0 0,0 0 0 0 0,1-1-1 0 0,-1 1 1 0 0,0 0 0 0 0,1-1-1 0 0,-1 1 1 0 0,1-1 0 0 0,-1 0 0 0 0,0 1-1 0 0,1-1 1 0 0,-1-1 0 0 0,1 1-1 0 0,-1 0 1 0 0,1-1 0 0 0,-1 1-1 0 0,1-1 1 0 0,-1 1 0 0 0,0-1 0 0 0,1 0-1 0 0,-1 0 1 0 0,0 0 0 0 0,0-1-1 0 0,0 1 1 0 0,0 0 0 0 0,0-1 0 0 0,0 1-1 0 0,0-1 1 0 0,0 0 0 0 0,-1 0-1 0 0,1 1 1 0 0,-1-1 0 0 0,1 0 0 0 0,-1 0-1 0 0,0-1 1 0 0,1 1 0 0 0,-1 0-1 0 0,1-3 1 0 0,3-9 257 0 0,-1-1 0 0 0,0 1-1 0 0,-1-1 1 0 0,-1 0 0 0 0,0 1 0 0 0,0-20 0 0 0,-1 16 472 0 0,0 0 1 0 0,2 0-1 0 0,7-31 1 0 0,-5 38-144 0 0,-3 9-27 0 0,-1 7-195 0 0,-1-4-211 0 0,2 2-107 0 0,15 38-1997 0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3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5 278 5065 0 0,'-1'-2'316'0'0,"0"1"0"0"0,1-1-1 0 0,-1 1 1 0 0,1 0 0 0 0,-1-1 0 0 0,1 1 0 0 0,0-1-1 0 0,0 1 1 0 0,-1-1 0 0 0,1 1 0 0 0,0-1-1 0 0,0 1 1 0 0,1-1 0 0 0,-1 1 0 0 0,0-1 0 0 0,0 1-1 0 0,1-1 1 0 0,-1 1 0 0 0,1-1 0 0 0,-1 1-1 0 0,2-3 1 0 0,-2 4-156 0 0,1-1 0 0 0,0 0-1 0 0,-1 0 1 0 0,1 1 0 0 0,0-1 0 0 0,0 1-1 0 0,-1-1 1 0 0,1 1 0 0 0,0-1 0 0 0,0 1-1 0 0,0-1 1 0 0,0 1 0 0 0,-1-1 0 0 0,1 1-1 0 0,0 0 1 0 0,0 0 0 0 0,0 0 0 0 0,0-1-1 0 0,0 1 1 0 0,0 0 0 0 0,0 0 0 0 0,0 0-1 0 0,0 0 1 0 0,0 0 0 0 0,0 1 0 0 0,0-1-1 0 0,0 0 1 0 0,0 0 0 0 0,-1 1 0 0 0,1-1-1 0 0,0 0 1 0 0,0 1 0 0 0,1 0 0 0 0,-1-1-135 0 0,-1 1 0 0 0,0-1-1 0 0,1 0 1 0 0,-1 1 0 0 0,0-1 0 0 0,0 0 0 0 0,1 1 0 0 0,-1-1 0 0 0,0 0 0 0 0,0 1 0 0 0,0-1 0 0 0,1 0 0 0 0,-1 1-1 0 0,0-1 1 0 0,0 1 0 0 0,0-1 0 0 0,0 0 0 0 0,0 1 0 0 0,0-1 0 0 0,0 1 0 0 0,0-1 0 0 0,0 1 0 0 0,0-1 0 0 0,0 0-1 0 0,0 1 1 0 0,0-1 0 0 0,0 1 0 0 0,0 0 13 0 0,0-1 0 0 0,0 1 0 0 0,-1-1-1 0 0,1 0 1 0 0,0 1 0 0 0,0-1 0 0 0,0 1 0 0 0,0-1-1 0 0,0 1 1 0 0,0-1 0 0 0,1 1 0 0 0,-1-1 0 0 0,0 0-1 0 0,0 1 1 0 0,0-1 0 0 0,0 1 0 0 0,0-1 0 0 0,1 0-1 0 0,-1 1 1 0 0,0-1 0 0 0,0 1 0 0 0,1-1-1 0 0,-1 0 1 0 0,0 1 0 0 0,0-1 0 0 0,1 0 0 0 0,-1 1-1 0 0,1-1 1 0 0,-1 0 0 0 0,0 0 0 0 0,1 1 0 0 0,-1-1-1 0 0,0 0 1 0 0,1 0 0 0 0,-1 0 0 0 0,1 0 0 0 0,-1 1-1 0 0,1-1 1 0 0,-1 0 0 0 0,0 0 0 0 0,1 0 0 0 0,-1 0-1 0 0,1 0 1 0 0,-1 0 0 0 0,1 0 0 0 0,-1 0 0 0 0,1 0-1 0 0,-1 0 1 0 0,1-1 0 0 0,-2-3 37 0 0,0 3-67 0 0,1 0 0 0 0,-1 0 0 0 0,1 0 0 0 0,-1 0 0 0 0,1 0 0 0 0,0 0 0 0 0,0 0 0 0 0,-1 0 0 0 0,1-1 0 0 0,0 1 0 0 0,0 0 0 0 0,0 0 0 0 0,0 0 0 0 0,0 0 0 0 0,0 0 0 0 0,0-1 0 0 0,1 1 0 0 0,0-2 0 0 0,1 4 39 0 0,0 1 1 0 0,0-1-1 0 0,1 0 1 0 0,-1 1 0 0 0,0 0-1 0 0,0-1 1 0 0,-1 1-1 0 0,1 0 1 0 0,0 0 0 0 0,-1 0-1 0 0,1 0 1 0 0,1 3-1 0 0,16 22 50 0 0,30 30 0 0 0,-29-36-34 0 0,-2 1 1 0 0,21 32 0 0 0,-38-53-51 0 0,0 0 1 0 0,-1 0 0 0 0,1 0-1 0 0,-1 0 1 0 0,1 0 0 0 0,-1 0-1 0 0,0 0 1 0 0,1 0 0 0 0,-1 0-1 0 0,0 0 1 0 0,0 0 0 0 0,0 0 0 0 0,1 0-1 0 0,-1 0 1 0 0,0 0 0 0 0,-1 2-1 0 0,1-3 5 0 0,0 0 0 0 0,0 1 0 0 0,0-1 0 0 0,-1 0 0 0 0,1 1-1 0 0,0-1 1 0 0,0 0 0 0 0,-1 0 0 0 0,1 1 0 0 0,0-1 0 0 0,0 0 0 0 0,-1 0-1 0 0,1 1 1 0 0,0-1 0 0 0,-1 0 0 0 0,1 0 0 0 0,0 0 0 0 0,-1 0 0 0 0,1 0-1 0 0,-1 1 1 0 0,1-1 0 0 0,0 0 0 0 0,-1 0 0 0 0,1 0 0 0 0,0 0-1 0 0,-1 0 1 0 0,1 0 0 0 0,-1 0 0 0 0,-1-1 25 0 0,0 1-1 0 0,1 0 1 0 0,-1-1-1 0 0,0 1 1 0 0,1-1-1 0 0,-1 0 1 0 0,0 1-1 0 0,1-1 1 0 0,-1 0 0 0 0,1 0-1 0 0,-1 0 1 0 0,1 0-1 0 0,0 0 1 0 0,-1 0-1 0 0,1-1 1 0 0,0 1-1 0 0,0 0 1 0 0,-2-3 0 0 0,-1-5 4 0 0,0-1 0 0 0,0 0 0 0 0,1 0 0 0 0,1 0 0 0 0,-1 0 1 0 0,1 0-1 0 0,1 0 0 0 0,0 0 0 0 0,1-1 0 0 0,0 1 0 0 0,0 0 1 0 0,1-1-1 0 0,1 1 0 0 0,3-16 0 0 0,3-4-137 0 0,1 0-1 0 0,1 1 0 0 0,21-45 1 0 0,-23 59-623 0 0,0-1 0 0 0,1 1-1 0 0,1 0 1 0 0,18-22 0 0 0,-10 20-6443 0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4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16 392 6913 0 0,'-5'-24'90'0'0,"-5"-28"1873"0"0,11 15 5883 0 0,0 37-7792 0 0,9 8 1292 0 0,9 15-514 0 0,9 25-123 0 0,-2 1-1 0 0,-2 0 1 0 0,19 62 0 0 0,26 56-374 0 0,-56-141-279 0 0,2 0 0 0 0,0-1-1 0 0,2-1 1 0 0,22 27 0 0 0,-27-37-27 0 0,-8-9 14 0 0,0 1 1 0 0,0-1-1 0 0,1 0 0 0 0,0 0 1 0 0,0-1-1 0 0,0 1 0 0 0,0-1 0 0 0,1 0 1 0 0,0 0-1 0 0,8 3 0 0 0,-13-7-22 0 0,-1 0-1 0 0,1 0 1 0 0,0 0-1 0 0,-1 0 1 0 0,1 0-1 0 0,0 0 1 0 0,-1 0-1 0 0,1-1 1 0 0,0 1-1 0 0,-1 0 1 0 0,1 0-1 0 0,0-1 1 0 0,-1 1-1 0 0,1 0 1 0 0,0-1-1 0 0,-1 1 1 0 0,1-1-1 0 0,-1 1 1 0 0,1-1-1 0 0,-1 1 1 0 0,1-1-1 0 0,-1 1 1 0 0,1-1-1 0 0,-1 1 0 0 0,0-1 1 0 0,1 0-1 0 0,-1 1 1 0 0,0-1-1 0 0,1 1 1 0 0,-1-1-1 0 0,0 0 1 0 0,0 0-1 0 0,1-1 1 0 0,6-28 327 0 0,-6 23-282 0 0,26-183 623 0 0,-8 48-642 0 0,1 28-453 0 0,6 1-1 0 0,61-169 0 0 0,-83 270 186 0 0,-2 7-3 0 0,0 0-1 0 0,0-1 1 0 0,0 1 0 0 0,1 0-1 0 0,0 0 1 0 0,0 0-1 0 0,4-5 1 0 0,-3 7-805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5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183 137 3225 0 0,'30'-19'775'0'0,"-24"17"-205"0"0,-1-1 0 0 0,1-1 0 0 0,-1 1 0 0 0,0-1 0 0 0,0 0 0 0 0,-1 0 0 0 0,8-8 0 0 0,-12 11-339 0 0,1 0 0 0 0,0 0-1 0 0,-1 0 1 0 0,0-1-1 0 0,1 1 1 0 0,-1 0-1 0 0,0 0 1 0 0,1-1-1 0 0,-1 1 1 0 0,0 0-1 0 0,0 0 1 0 0,0-1-1 0 0,0 1 1 0 0,0 0-1 0 0,0-1 1 0 0,-1 1 0 0 0,1 0-1 0 0,0 0 1 0 0,-1-1-1 0 0,1 1 1 0 0,0 0-1 0 0,-1 0 1 0 0,0 0-1 0 0,1 0 1 0 0,-1-1-1 0 0,-1 0 1 0 0,-25-28 5945 0 0,22 24-5734 0 0,4 5-428 0 0,-1 0 0 0 0,1 0 0 0 0,-1 0 0 0 0,0 0 0 0 0,1 0 0 0 0,-1 0 0 0 0,0 0 0 0 0,1 0 0 0 0,-1 1 0 0 0,0-1 0 0 0,0 1 0 0 0,0-1 0 0 0,0 1 0 0 0,0 0 0 0 0,1-1 0 0 0,-1 1 0 0 0,0 0 0 0 0,0 0 0 0 0,0 1 0 0 0,0-1 0 0 0,0 0 0 0 0,0 1 0 0 0,0-1 0 0 0,1 1 0 0 0,-1-1 0 0 0,0 1 0 0 0,0 0 0 0 0,1 0 0 0 0,-1 0 0 0 0,0 0 0 0 0,1 0 0 0 0,-1 0 0 0 0,1 0 0 0 0,-1 1 0 0 0,-1 2 0 0 0,-8 6 135 0 0,1 0 0 0 0,1 1-1 0 0,-14 20 1 0 0,15-20-118 0 0,4-6-31 0 0,-14 20-11 0 0,0 0 0 0 0,-21 43 0 0 0,35-62 9 0 0,1 1 0 0 0,0 0 0 0 0,1 0 0 0 0,-1 0 1 0 0,1 1-1 0 0,1-1 0 0 0,-1 0 0 0 0,1 1 0 0 0,0-1 0 0 0,1 1 1 0 0,0-1-1 0 0,0 1 0 0 0,1-1 0 0 0,0 1 0 0 0,0-1 1 0 0,3 10-1 0 0,0-11-11 0 0,-1 1 0 0 0,1-1 0 0 0,0 0 0 0 0,1 0 0 0 0,0-1 0 0 0,0 1 1 0 0,0-1-1 0 0,0 0 0 0 0,1-1 0 0 0,0 1 0 0 0,0-1 0 0 0,0 0 0 0 0,0-1 0 0 0,1 1 0 0 0,-1-1 1 0 0,1 0-1 0 0,13 3 0 0 0,-14-4 2 0 0,0 0 0 0 0,0 0 0 0 0,0-1 0 0 0,0 0-1 0 0,1 0 1 0 0,-1 0 0 0 0,0-1 0 0 0,0 0 0 0 0,1 0 0 0 0,-1-1 0 0 0,0 0 0 0 0,1 0 0 0 0,-1 0 0 0 0,0 0 0 0 0,0-1 0 0 0,0 0 0 0 0,0-1 0 0 0,0 1 0 0 0,-1-1 0 0 0,11-7 0 0 0,-14 8 6 0 0,0 1 1 0 0,0-1-1 0 0,-1 1 0 0 0,1-1 1 0 0,0 0-1 0 0,-1 0 1 0 0,0 0-1 0 0,1 0 1 0 0,-1 0-1 0 0,0 0 1 0 0,0 0-1 0 0,0 0 1 0 0,0-1-1 0 0,0 1 0 0 0,-1 0 1 0 0,1-1-1 0 0,-1 1 1 0 0,1 0-1 0 0,-1-1 1 0 0,0 1-1 0 0,0-1 1 0 0,0 1-1 0 0,0-1 0 0 0,0 1 1 0 0,-1 0-1 0 0,1-1 1 0 0,-1 1-1 0 0,-1-4 1 0 0,-2-2-38 0 0,-1-1 0 0 0,0 0-1 0 0,-1 1 1 0 0,0 0 0 0 0,-13-13 0 0 0,14 15 24 0 0,0 1 1 0 0,0-1-1 0 0,0 0 0 0 0,0 0 1 0 0,1-1-1 0 0,0 1 0 0 0,1-1 0 0 0,-6-13 1 0 0,9 18 15 0 0,0 1 0 0 0,0-1 0 0 0,0 0 0 0 0,0 1 1 0 0,1-1-1 0 0,-1 1 0 0 0,1-1 0 0 0,-1 1 1 0 0,1-1-1 0 0,-1 1 0 0 0,1-1 0 0 0,0 1 0 0 0,0 0 1 0 0,0-1-1 0 0,-1 1 0 0 0,1 0 0 0 0,1 0 0 0 0,-1-1 1 0 0,0 1-1 0 0,0 0 0 0 0,0 0 0 0 0,1 0 1 0 0,-1 0-1 0 0,0 1 0 0 0,1-1 0 0 0,-1 0 0 0 0,1 0 1 0 0,-1 1-1 0 0,1-1 0 0 0,-1 1 0 0 0,1 0 1 0 0,-1-1-1 0 0,3 1 0 0 0,9-4-22 0 0,0 2-1 0 0,24-3 1 0 0,-30 4 22 0 0,-2 1 3 0 0,-1-1 0 0 0,1 1 1 0 0,-1 0-1 0 0,0 0 1 0 0,1 1-1 0 0,-1-1 1 0 0,1 1-1 0 0,-1 0 1 0 0,0 0-1 0 0,1 1 1 0 0,-1-1-1 0 0,0 1 0 0 0,0 0 1 0 0,0 0-1 0 0,0 0 1 0 0,0 1-1 0 0,-1-1 1 0 0,1 1-1 0 0,-1 0 1 0 0,0 0-1 0 0,4 4 1 0 0,0 2 2 0 0,-1 1 0 0 0,0-1 0 0 0,0 1 0 0 0,-1 0 0 0 0,0 1 0 0 0,-1-1 0 0 0,4 16 0 0 0,6 23 183 0 0,-2 2 0 0 0,8 83 0 0 0,-20-122-1183 0 0,0-7-34 0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5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292 55 1840 0 0,'-4'-14'759'0'0,"4"11"134"0"0,-1-1 1 0 0,0 1-1 0 0,0-1 1 0 0,-1 1-1 0 0,1 0 1 0 0,-1-1-1 0 0,0 1 1 0 0,-1-3-1 0 0,2 5-716 0 0,0 0 0 0 0,0 1 0 0 0,0-1 0 0 0,0 0 0 0 0,0 1 0 0 0,0-1 0 0 0,0 1 0 0 0,-1-1-1 0 0,1 1 1 0 0,0-1 0 0 0,0 1 0 0 0,0 0 0 0 0,0-1 0 0 0,-1 1 0 0 0,1 0 0 0 0,0 0 0 0 0,0 0 0 0 0,-1 0 0 0 0,1 0 0 0 0,0 0 0 0 0,0 1-1 0 0,0-1 1 0 0,0 0 0 0 0,-1 0 0 0 0,1 1 0 0 0,0-1 0 0 0,0 1 0 0 0,0-1 0 0 0,0 1 0 0 0,-1 0 0 0 0,-15 8 556 0 0,1 0-1 0 0,0 1 1 0 0,0 1 0 0 0,2 0 0 0 0,-1 1 0 0 0,-20 22-1 0 0,25-23-641 0 0,0 0-1 0 0,1 0 0 0 0,0 1 0 0 0,1 0 0 0 0,1 1 1 0 0,0 0-1 0 0,0 0 0 0 0,-8 28 0 0 0,14-38-96 0 0,0 0 0 0 0,0 0 0 0 0,1 1 0 0 0,-1-1 1 0 0,1 0-1 0 0,0 1 0 0 0,0-1 0 0 0,0 0 0 0 0,1 0 0 0 0,-1 1 0 0 0,1-1 0 0 0,-1 0 0 0 0,1 0 0 0 0,0 1 1 0 0,1-1-1 0 0,-1 0 0 0 0,0 0 0 0 0,1 0 0 0 0,0-1 0 0 0,-1 1 0 0 0,1 0 0 0 0,0 0 0 0 0,1-1 0 0 0,-1 0 1 0 0,0 1-1 0 0,1-1 0 0 0,-1 0 0 0 0,1 0 0 0 0,0 0 0 0 0,5 3 0 0 0,9 3-54 0 0,-1-1-1 0 0,1-1 1 0 0,0 0-1 0 0,31 5 1 0 0,1 2 4 0 0,-43-11 50 0 0,-1 0 1 0 0,0 0 0 0 0,0 0-1 0 0,0 1 1 0 0,0 0-1 0 0,0 0 1 0 0,0 0 0 0 0,-1 1-1 0 0,1-1 1 0 0,-1 1 0 0 0,0 0-1 0 0,0 1 1 0 0,3 4 0 0 0,-6-7 3 0 0,1 0 0 0 0,-1 0 1 0 0,-1 0-1 0 0,1 1 0 0 0,0-1 1 0 0,0 0-1 0 0,-1 0 0 0 0,1 1 0 0 0,-1-1 1 0 0,0 0-1 0 0,0 1 0 0 0,0-1 1 0 0,0 0-1 0 0,0 1 0 0 0,0-1 1 0 0,-1 0-1 0 0,1 1 0 0 0,-1-1 1 0 0,0 0-1 0 0,1 1 0 0 0,-1-1 1 0 0,0 0-1 0 0,0 0 0 0 0,0 0 1 0 0,-1 0-1 0 0,1 0 0 0 0,0 0 1 0 0,-1 0-1 0 0,0-1 0 0 0,1 1 1 0 0,-1 0-1 0 0,0-1 0 0 0,-3 3 1 0 0,-7 5 97 0 0,1 0 1 0 0,-1-1-1 0 0,-1-1 1 0 0,0 0-1 0 0,0 0 1 0 0,0-2-1 0 0,-1 1 1 0 0,-22 4-1 0 0,29-8-184 0 0,-1 0 0 0 0,1 0 0 0 0,-1-1 0 0 0,0-1-1 0 0,0 1 1 0 0,1-1 0 0 0,-1 0 0 0 0,0-1 0 0 0,0 0-1 0 0,1 0 1 0 0,-1-1 0 0 0,0 0 0 0 0,1 0 0 0 0,0-1-1 0 0,-1 0 1 0 0,1 0 0 0 0,-10-6 0 0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6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391 74 1376 0 0,'-167'8'3932'0'0,"83"-2"-670"0"0,69-6-2532 0 0,0 1 0 0 0,0 0 0 0 0,1 1 0 0 0,-1 1 0 0 0,1 0 0 0 0,-1 1 0 0 0,-16 7 0 0 0,31-11-711 0 0,0 0-1 0 0,-1 0 1 0 0,1 0 0 0 0,0 0 0 0 0,0 0 0 0 0,-1 1-1 0 0,1-1 1 0 0,0 0 0 0 0,0 0 0 0 0,0 0 0 0 0,-1 0 0 0 0,1 0-1 0 0,0 0 1 0 0,0 0 0 0 0,-1 1 0 0 0,1-1 0 0 0,0 0-1 0 0,0 0 1 0 0,0 0 0 0 0,0 0 0 0 0,-1 1 0 0 0,1-1-1 0 0,0 0 1 0 0,0 0 0 0 0,0 1 0 0 0,0-1 0 0 0,0 0 0 0 0,0 0-1 0 0,0 0 1 0 0,-1 1 0 0 0,1-1 0 0 0,0 0 0 0 0,0 0-1 0 0,0 1 1 0 0,0-1 0 0 0,0 0 0 0 0,0 0 0 0 0,0 1-1 0 0,0-1 1 0 0,0 0 0 0 0,0 0 0 0 0,0 1 0 0 0,1-1 0 0 0,-1 0-1 0 0,0 0 1 0 0,0 1 0 0 0,0-1 0 0 0,15 5 149 0 0,21-2-286 0 0,692-19 84 0 0,-303 3 151 0 0,437-55 1371 0 0,-676 48-634 0 0,208 7-218 0 0,-319 14-672 0 0,-71-1-304 0 0,-6 1-288 0 0,-3 1 284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7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1 145 5065 0 0,'6'-138'9459'0'0,"-6"137"-9400"0"0,0 1 0 0 0,-1 0 0 0 0,1 0-1 0 0,0 0 1 0 0,0 0 0 0 0,0 0-1 0 0,0-1 1 0 0,0 1 0 0 0,0 0-1 0 0,0 0 1 0 0,0 0 0 0 0,0 0-1 0 0,2-4 1292 0 0,-2 4-1291 0 0,0 0 0 0 0,0 0-1 0 0,0 0 1 0 0,1 0 0 0 0,-1 0-1 0 0,0 0 1 0 0,0 0 0 0 0,0 0-1 0 0,0 0 1 0 0,0 0 0 0 0,1 0-1 0 0,-1 0 1 0 0,0 0 0 0 0,0 0-1 0 0,0 0 1 0 0,0 0 0 0 0,1 0-1 0 0,-1 0 1 0 0,0 0 0 0 0,0 0 0 0 0,0 0-1 0 0,0 0 1 0 0,0 0 0 0 0,1 1-1 0 0,10 11 1220 0 0,10 19-448 0 0,-12-10-508 0 0,0 1 0 0 0,-1 0 0 0 0,-2 1 0 0 0,5 23 0 0 0,10 98 50 0 0,-4-21-821 0 0,3-36-1585 0 0,-12-63 407 0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8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44 3681 0 0,'-1'0'140'0'0,"1"0"1"0"0,-1-1 0 0 0,1 1-1 0 0,-1 0 1 0 0,1 0 0 0 0,-1 0-1 0 0,1 0 1 0 0,-1-1 0 0 0,1 1-1 0 0,-1 0 1 0 0,1 0 0 0 0,-1-1-1 0 0,1 1 1 0 0,0 0 0 0 0,-1-1-1 0 0,1 1 1 0 0,-1-1 0 0 0,1 1-1 0 0,0-1 1 0 0,-1 1-1 0 0,1 0 1 0 0,0-1 0 0 0,0 1-1 0 0,-1-1 1 0 0,8-7 2742 0 0,16-1-818 0 0,-2 3-1481 0 0,1 2-1 0 0,0 0 0 0 0,-1 2 0 0 0,1 0 0 0 0,30 2 1 0 0,-43 1-456 0 0,0 0 1 0 0,-1 0-1 0 0,0 1 1 0 0,1 0 0 0 0,-1 1-1 0 0,0 0 1 0 0,10 5-1 0 0,-14-6-104 0 0,1 1-1 0 0,-1 0 1 0 0,0-1 0 0 0,0 2-1 0 0,0-1 1 0 0,-1 1-1 0 0,1-1 1 0 0,-1 1 0 0 0,0 0-1 0 0,0 0 1 0 0,0 0-1 0 0,0 1 1 0 0,2 5 0 0 0,-3-6-24 0 0,-1 1 1 0 0,0-1-1 0 0,0 0 1 0 0,0 1-1 0 0,-1-1 1 0 0,1 0 0 0 0,-1 1-1 0 0,0-1 1 0 0,-1 1-1 0 0,1-1 1 0 0,-1 1-1 0 0,0-1 1 0 0,0 0 0 0 0,0 1-1 0 0,0-1 1 0 0,-1 0-1 0 0,1 0 1 0 0,-1 0-1 0 0,-1 0 1 0 0,1 0 0 0 0,0-1-1 0 0,-1 1 1 0 0,0-1-1 0 0,1 1 1 0 0,-1-1-1 0 0,-4 4 1 0 0,-6 5 76 0 0,0-1 1 0 0,-1 0-1 0 0,0 0 1 0 0,0-1-1 0 0,-20 9 1 0 0,15-9-369 0 0,-37 11 1 0 0,23-10-4565 0 0,16-7-328 0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8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9674 0 0,'3'-1'154'0'0,"-1"1"0"0"0,1 0 0 0 0,0 0 0 0 0,-1 0 0 0 0,1 0 0 0 0,-1 0-1 0 0,1 1 1 0 0,-1-1 0 0 0,1 1 0 0 0,-1 0 0 0 0,1-1 0 0 0,-1 1 0 0 0,1 0 0 0 0,-1 0 0 0 0,0 1 0 0 0,0-1 0 0 0,0 0 0 0 0,1 1 0 0 0,-1-1-1 0 0,0 1 1 0 0,-1 0 0 0 0,1 0 0 0 0,0 0 0 0 0,0 0 0 0 0,-1 0 0 0 0,1 0 0 0 0,-1 0 0 0 0,1 3 0 0 0,5 4 369 0 0,-1 2 1 0 0,-1-1 0 0 0,0 0-1 0 0,0 1 1 0 0,-1 0 0 0 0,0 0-1 0 0,-1 1 1 0 0,0-1 0 0 0,1 16-1 0 0,1 40-700 0 0,-4 0-3402 0 0,-1-53 2224 0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8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6 6913 0 0,'-3'-3'609'0'0,"2"0"-481"0"0,2 3-128 0 0,1 0 320 0 0,-1 0 48 0 0,1 0 8 0 0,-1 0 0 0 0,4 2-376 0 0,0-1 0 0 0,1 4 0 0 0,0 2 0 0 0,1 3-64 0 0,1 0 64 0 0,-2 2 0 0 0,-1 1 0 0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9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 33 1840 0 0,'-1'-2'181'0'0,"-1"0"0"0"0,1 0 0 0 0,0 0 0 0 0,-1 0 0 0 0,1 0 0 0 0,-1 0 0 0 0,0 0 0 0 0,1 1 0 0 0,-1-1 0 0 0,0 1 0 0 0,0-1 0 0 0,0 1 0 0 0,0 0 0 0 0,0-1 0 0 0,-1 1 0 0 0,1 0 0 0 0,0 1-1 0 0,-4-2 1 0 0,1 1 246 0 0,0 0 0 0 0,0 1 0 0 0,0-1 0 0 0,0 1 0 0 0,0 1 0 0 0,0-1 0 0 0,0 1 0 0 0,-9 1 0 0 0,2 2 247 0 0,-1 0-1 0 0,0 1 0 0 0,1 0 1 0 0,0 1-1 0 0,0 0 1 0 0,-12 10-1 0 0,3-1-137 0 0,1 1-1 0 0,-18 18 1 0 0,33-29-521 0 0,0 1 1 0 0,0-1-1 0 0,0 1 1 0 0,1 0 0 0 0,-1 1-1 0 0,2-1 1 0 0,-1 1-1 0 0,1-1 1 0 0,0 1 0 0 0,0 0-1 0 0,-2 10 1 0 0,4-16-42 0 0,1 1 0 0 0,0-1 1 0 0,0 0-1 0 0,-1 0 0 0 0,1 0 1 0 0,0 1-1 0 0,0-1 0 0 0,0 0 0 0 0,0 0 1 0 0,1 0-1 0 0,-1 1 0 0 0,0-1 1 0 0,0 0-1 0 0,1 0 0 0 0,-1 0 1 0 0,1 0-1 0 0,-1 0 0 0 0,1 1 1 0 0,-1-1-1 0 0,1 0 0 0 0,0 0 0 0 0,-1 0 1 0 0,1 0-1 0 0,0-1 0 0 0,0 1 1 0 0,1 1-1 0 0,0-1-31 0 0,0 0 0 0 0,0 0 0 0 0,0-1 1 0 0,0 1-1 0 0,0-1 0 0 0,0 1 0 0 0,0-1 0 0 0,1 0 0 0 0,-1 0 0 0 0,0 0 0 0 0,0 0 1 0 0,0 0-1 0 0,4-1 0 0 0,3-1-49 0 0,1 0 1 0 0,-1-1-1 0 0,1 0 1 0 0,-1-1-1 0 0,13-6 1 0 0,-8 0 229 0 0,-1 0 1 0 0,0 0 0 0 0,0-2 0 0 0,-1 1 0 0 0,0-2-1 0 0,-1 1 1 0 0,0-2 0 0 0,10-17 0 0 0,-1 4 1683 0 0,-20 27-1748 0 0,1-1 0 0 0,-1 1 0 0 0,0 0 0 0 0,0-1 0 0 0,1 1 0 0 0,-1 0 0 0 0,0-1 0 0 0,0 1 0 0 0,1 0 0 0 0,-1 0 0 0 0,0-1 0 0 0,1 1 0 0 0,-1 0 0 0 0,0 0 0 0 0,1-1 0 0 0,-1 1 0 0 0,1 0 0 0 0,-1 0 0 0 0,0 0 0 0 0,1 0 0 0 0,-1-1 0 0 0,1 1 0 0 0,-1 0 0 0 0,0 0 0 0 0,1 0 0 0 0,-1 0 0 0 0,1 0 0 0 0,-1 0 0 0 0,1 0 0 0 0,-1 0 0 0 0,0 1 0 0 0,1-1 0 0 0,-1 0 0 0 0,1 0 0 0 0,-1 0 0 0 0,0 0 0 0 0,1 0 0 0 0,-1 1 0 0 0,1-1 0 0 0,-1 0 0 0 0,0 0 0 0 0,1 1 0 0 0,-1-1 0 0 0,0 0 0 0 0,1 0 0 0 0,-1 1 0 0 0,0-1 0 0 0,0 0 0 0 0,1 1 0 0 0,-1-1 0 0 0,0 1 0 0 0,0-1 0 0 0,0 0 0 0 0,0 1 0 0 0,1-1 0 0 0,-1 1 0 0 0,0-1 0 0 0,0 0 0 0 0,0 1 0 0 0,0-1 0 0 0,0 1 0 0 0,11 39 791 0 0,-6-20-198 0 0,-1-9-581 0 0,2 0 1 0 0,-1 0-1 0 0,2-1 1 0 0,-1 0 0 0 0,1 0-1 0 0,13 13 1 0 0,11 9-6452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39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41 2304 0 0,'0'-2'548'0'0,"0"-1"0"0"0,0 1 0 0 0,-1-1 0 0 0,1 0 0 0 0,0 1 0 0 0,-1-1 0 0 0,1 1 0 0 0,-1-1 0 0 0,0 1 0 0 0,0 0 0 0 0,-2-4-1 0 0,2 5-374 0 0,1 0 0 0 0,-1 1 0 0 0,0-1 0 0 0,0 0-1 0 0,0 1 1 0 0,0-1 0 0 0,1 1 0 0 0,-1-1 0 0 0,0 1-1 0 0,0-1 1 0 0,0 1 0 0 0,0 0 0 0 0,0 0 0 0 0,0-1-1 0 0,0 1 1 0 0,0 0 0 0 0,0 0 0 0 0,-1 0 0 0 0,1 0-1 0 0,0 0 1 0 0,0 0 0 0 0,0 0 0 0 0,0 1 0 0 0,0-1-1 0 0,0 0 1 0 0,0 1 0 0 0,0-1 0 0 0,0 0 0 0 0,0 1-1 0 0,0-1 1 0 0,1 1 0 0 0,-2 0 0 0 0,-9 4 101 0 0,1 1 0 0 0,1 0 0 0 0,-1 1 0 0 0,1 0 0 0 0,0 0 1 0 0,0 1-1 0 0,1 0 0 0 0,0 0 0 0 0,-8 13 0 0 0,12-16-146 0 0,0 0 0 0 0,0 1 0 0 0,1 0 0 0 0,0-1 0 0 0,0 1 0 0 0,0 0 0 0 0,1 1 1 0 0,0-1-1 0 0,1 0 0 0 0,-1 1 0 0 0,1-1 0 0 0,0 1 0 0 0,0-1 0 0 0,1 1 0 0 0,0 0 0 0 0,0-1 0 0 0,3 12 0 0 0,-3-15-135 0 0,1 1 0 0 0,1-1 1 0 0,-1 1-1 0 0,0-1 0 0 0,1 0 0 0 0,0 1 0 0 0,0-1 0 0 0,0 0 0 0 0,0 0 0 0 0,0-1 0 0 0,0 1 0 0 0,1 0 1 0 0,0-1-1 0 0,2 3 0 0 0,3 1-46 0 0,1-1 1 0 0,-1 0-1 0 0,16 6 0 0 0,-18-9 34 0 0,1 1 0 0 0,-1 0 0 0 0,0 0 0 0 0,0 0 0 0 0,0 1 0 0 0,-1 0 0 0 0,1 0 0 0 0,-1 1 0 0 0,8 8 0 0 0,-12-13 27 0 0,-1 1 0 0 0,1-1 0 0 0,-1 1 0 0 0,0 0 0 0 0,1-1-1 0 0,-1 1 1 0 0,0 0 0 0 0,1-1 0 0 0,-1 1 0 0 0,0 0 0 0 0,0-1 0 0 0,1 1 0 0 0,-1 0-1 0 0,0-1 1 0 0,0 1 0 0 0,0 0 0 0 0,0-1 0 0 0,0 1 0 0 0,0 0 0 0 0,0 0 0 0 0,0-1 0 0 0,-1 1-1 0 0,1 0 1 0 0,0-1 0 0 0,0 1 0 0 0,0 0 0 0 0,-1-1 0 0 0,1 1 0 0 0,0 0 0 0 0,-1-1 0 0 0,0 2-1 0 0,-1-1 50 0 0,1 1 0 0 0,-1 0 0 0 0,0-1-1 0 0,0 1 1 0 0,0-1 0 0 0,-1 0 0 0 0,1 0 0 0 0,0 0-1 0 0,-4 2 1 0 0,-50 10 887 0 0,56-13-942 0 0,-49 4-326 0 0,16-4-4769 0 0,4-2-1546 0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44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132 184 2761 0 0,'-60'-15'3330'0'0,"43"12"-616"0"0,0 0 0 0 0,-20-14 5344 0 0,37 17-7977 0 0,18-6 1285 0 0,23-4-1225 0 0,96-14 587 0 0,153-8 0 0 0,-239 26-607 0 0,90-23 1 0 0,3-1 142 0 0,-133 28-232 0 0,0 0-22 0 0,-1 0-1 0 0,1 1 1 0 0,0 0-1 0 0,0 1 0 0 0,1 0 1 0 0,-1 0-1 0 0,0 1 1 0 0,16 4-1 0 0,-27-5-97 0 0,1 1 0 0 0,-1-1 0 0 0,1 0 0 0 0,-1 1 0 0 0,1-1 0 0 0,-1 0 0 0 0,1 1 0 0 0,-1-1 0 0 0,1 0 0 0 0,-1 1 1 0 0,0-1-1 0 0,1 1 0 0 0,-1-1 0 0 0,0 1 0 0 0,0-1 0 0 0,1 0 0 0 0,-1 1 0 0 0,0 0 0 0 0,0-1 0 0 0,0 1 0 0 0,1-1 0 0 0,-1 1 0 0 0,0-1 0 0 0,0 1 0 0 0,0-1 0 0 0,0 1 0 0 0,0-1 0 0 0,0 1 0 0 0,0-1 1 0 0,0 1-1 0 0,0 0 0 0 0,-1-1 0 0 0,1 1 0 0 0,0-1 0 0 0,0 1 0 0 0,0-1 0 0 0,-1 1 0 0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45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93 4145 0 0,'-4'-11'954'0'0,"1"1"0"0"0,-1-1 1 0 0,-10-17-1 0 0,-10-5 9235 0 0,28 45-5398 0 0,5 39-4496 0 0,4 68-61 0 0,5 0 0 0 0,35 126-1 0 0,-47-222-205 0 0,94 318 867 0 0,-87-309-514 0 0,1 0-3186 0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45.8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95 2761 0 0,'1'-4'5'0'0,"10"-46"1945"0"0,-11 48-1744 0 0,1 1 0 0 0,-1-1 0 0 0,0 1 0 0 0,0-1 0 0 0,0 1 0 0 0,0-1 1 0 0,0 1-1 0 0,0-1 0 0 0,0 1 0 0 0,-1-1 0 0 0,1 0 0 0 0,0 1 0 0 0,-1-1 0 0 0,1 1 0 0 0,-1 0 0 0 0,0-1 0 0 0,1 1 0 0 0,-1-1 1 0 0,0 1-1 0 0,0 0 0 0 0,0 0 0 0 0,0-1 0 0 0,0 1 0 0 0,0 0 0 0 0,0 0 0 0 0,-1 0 0 0 0,-1-1 0 0 0,1 1-37 0 0,1 1 1 0 0,0 0-1 0 0,-1 0 0 0 0,1 0 1 0 0,-1 0-1 0 0,1 0 0 0 0,-1 1 0 0 0,1-1 1 0 0,0 0-1 0 0,-1 0 0 0 0,1 1 0 0 0,0-1 1 0 0,-1 1-1 0 0,1 0 0 0 0,0-1 0 0 0,-1 1 1 0 0,1 0-1 0 0,0 0 0 0 0,0-1 0 0 0,0 1 1 0 0,-2 2-1 0 0,-24 27 747 0 0,20-22-599 0 0,-7 9-97 0 0,0 1-1 0 0,2 0 0 0 0,1 1 0 0 0,0 0 0 0 0,1 1 1 0 0,1 0-1 0 0,1 0 0 0 0,0 1 0 0 0,2 0 1 0 0,1 0-1 0 0,-4 29 0 0 0,4-12 95 0 0,2 0-1 0 0,2-1 1 0 0,1 1 0 0 0,2 0 0 0 0,12 66-1 0 0,-9-85-183 0 0,0 0 0 0 0,1 0 0 0 0,1-1 0 0 0,1 0 0 0 0,0 0-1 0 0,2 0 1 0 0,0-1 0 0 0,0-1 0 0 0,2 0 0 0 0,0 0 0 0 0,22 21 0 0 0,13 6 300 0 0,1-2 0 0 0,67 44 1 0 0,-66-50-192 0 0,-45-33-192 0 0,4 5 50 0 0,0-2 1 0 0,0 1 0 0 0,1-1 0 0 0,0-1 0 0 0,15 7-1 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46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80 160 456 0 0,'-27'-55'1972'0'0,"23"45"-865"0"0,0 1 1 0 0,0 0 0 0 0,0 1 0 0 0,-2-1 0 0 0,1 1 0 0 0,-1 0 0 0 0,-7-8-1 0 0,7-6 6304 0 0,8 21-7159 0 0,0 0-1 0 0,1 0 1 0 0,-1 0-1 0 0,0 1 1 0 0,1-1 0 0 0,-1 1-1 0 0,0-1 1 0 0,1 1-1 0 0,-1 0 1 0 0,4 0 0 0 0,2 1-191 0 0,-1 0 0 0 0,0 0 1 0 0,0 1-1 0 0,1 0 0 0 0,-1 0 1 0 0,-1 0-1 0 0,1 1 0 0 0,0 0 1 0 0,-1 0-1 0 0,1 1 0 0 0,-1 0 1 0 0,0 0-1 0 0,0 1 0 0 0,-1-1 1 0 0,1 1-1 0 0,5 6 0 0 0,10 13-57 0 0,0 1 1 0 0,23 38-1 0 0,-23-32 98 0 0,-7-11-93 0 0,-1 1-1 0 0,-1 0 1 0 0,0 1-1 0 0,-2 1 1 0 0,-1 0-1 0 0,0 0 1 0 0,-2 1-1 0 0,-1-1 1 0 0,-1 2-1 0 0,3 28 1 0 0,-7-36 55 0 0,0 0 1 0 0,-1-1 0 0 0,-2 1 0 0 0,1-1 0 0 0,-2 1 0 0 0,0-1 0 0 0,-1 1 0 0 0,0-1-1 0 0,-2-1 1 0 0,0 1 0 0 0,0-1 0 0 0,-2 0 0 0 0,1 0 0 0 0,-2-1 0 0 0,0 0 0 0 0,-12 13-1 0 0,-64 60 826 0 0,41-45-277 0 0,38-36-709 0 0,-9 12 523 0 0,15-18-494 0 0,0 1 1 0 0,0-1-1 0 0,0 1 0 0 0,0 0 1 0 0,0-1-1 0 0,0 1 0 0 0,0-1 1 0 0,0 1-1 0 0,1-1 1 0 0,-1 0-1 0 0,0 1 0 0 0,0-1 1 0 0,0 1-1 0 0,1-1 0 0 0,-1 1 1 0 0,0-1-1 0 0,0 1 0 0 0,1-1 1 0 0,-1 0-1 0 0,1 1 0 0 0,-1-1 1 0 0,0 0-1 0 0,1 1 1 0 0,-1-1-1 0 0,1 0 0 0 0,-1 1 1 0 0,0-1-1 0 0,1 0 0 0 0,-1 0 1 0 0,1 0-1 0 0,-1 1 0 0 0,1-1 1 0 0,-1 0-1 0 0,1 0 0 0 0,-1 0 1 0 0,1 0-1 0 0,-1 0 0 0 0,1 0 1 0 0,-1 0-1 0 0,1 0 1 0 0,0 0-1 0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49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13 274 10594 0 0,'-2'-2'353'0'0,"1"0"1"0"0,0 0-1 0 0,-1 0 0 0 0,1 0 0 0 0,0 0 1 0 0,0 0-1 0 0,0-1 0 0 0,1 1 0 0 0,-1 0 0 0 0,0-1 1 0 0,1 1-1 0 0,0-1 0 0 0,-1-3 0 0 0,1 5-239 0 0,0 1 1 0 0,0-1-1 0 0,1 1 0 0 0,-1-1 1 0 0,0 1-1 0 0,0 0 0 0 0,0-1 0 0 0,1 1 1 0 0,-1-1-1 0 0,0 1 0 0 0,1 0 1 0 0,-1-1-1 0 0,0 1 0 0 0,1 0 0 0 0,-1-1 1 0 0,0 1-1 0 0,1 0 0 0 0,-1-1 1 0 0,1 1-1 0 0,-1 0 0 0 0,0 0 1 0 0,1-1-1 0 0,-1 1 0 0 0,2 0 0 0 0,20 1 815 0 0,-19 1-830 0 0,1-1 0 0 0,-1 1 0 0 0,0-1-1 0 0,0 1 1 0 0,0 0 0 0 0,0 0-1 0 0,-1 0 1 0 0,1 0 0 0 0,-1 1-1 0 0,1-1 1 0 0,-1 1 0 0 0,0 0 0 0 0,0 0-1 0 0,0-1 1 0 0,0 1 0 0 0,0 1-1 0 0,-1-1 1 0 0,1 0 0 0 0,-1 0-1 0 0,0 0 1 0 0,0 1 0 0 0,1 6 0 0 0,2 9 155 0 0,-1 1 0 0 0,2 36 0 0 0,-5-39-67 0 0,4 40-144 0 0,2-1 0 0 0,3 0 1 0 0,18 64-1 0 0,-19-91-33 0 0,2-1 0 0 0,1-1-1 0 0,1 0 1 0 0,1 0 0 0 0,2-1 0 0 0,1-1 0 0 0,34 43 0 0 0,-37-53 7 0 0,-2-1 57 0 0,1 0 1 0 0,0 0-1 0 0,1-1 0 0 0,1-1 1 0 0,0 0-1 0 0,26 16 0 0 0,-39-28-57 0 0,0 1-1 0 0,0-1 0 0 0,0 1 0 0 0,0-1 0 0 0,0 0 1 0 0,0 1-1 0 0,0-1 0 0 0,1 0 0 0 0,-1 0 1 0 0,0 0-1 0 0,0 0 0 0 0,0 0 0 0 0,0 0 0 0 0,0 0 1 0 0,0-1-1 0 0,0 1 0 0 0,0 0 0 0 0,1 0 1 0 0,-1-1-1 0 0,0 1 0 0 0,0-1 0 0 0,1 0 1 0 0,0-1 5 0 0,1 1 1 0 0,-1-1 0 0 0,0 0 0 0 0,0 0 0 0 0,0-1-1 0 0,0 1 1 0 0,0 0 0 0 0,2-5 0 0 0,3-6 80 0 0,-1 0 0 0 0,9-25 0 0 0,-12 27 8 0 0,13-36 100 0 0,-2-2-1 0 0,9-68 1 0 0,4-105 347 0 0,-3 21-275 0 0,-11 104-197 0 0,25-125-180 0 0,-30 205 185 0 0,-2 12-1646 0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0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290 124 3225 0 0,'0'-6'328'0'0,"-1"0"1"0"0,1 1 0 0 0,-1-1-1 0 0,0 1 1 0 0,0-1 0 0 0,-1 1-1 0 0,0 0 1 0 0,1-1 0 0 0,-2 1 0 0 0,1 0-1 0 0,-1 0 1 0 0,0 0 0 0 0,0 1-1 0 0,0-1 1 0 0,0 1 0 0 0,-1 0-1 0 0,0 0 1 0 0,-6-6 0 0 0,6 7-45 0 0,1 1 1 0 0,-1-1 0 0 0,0 1 0 0 0,0 0 0 0 0,0 0-1 0 0,0 0 1 0 0,0 1 0 0 0,-1 0 0 0 0,1-1 0 0 0,0 1-1 0 0,-1 1 1 0 0,1-1 0 0 0,-1 1 0 0 0,1-1 0 0 0,-1 1-1 0 0,1 1 1 0 0,-1-1 0 0 0,1 1 0 0 0,-1-1 0 0 0,1 1-1 0 0,0 1 1 0 0,-1-1 0 0 0,-4 3 0 0 0,-2 0-93 0 0,1 2 1 0 0,0-1 0 0 0,1 1-1 0 0,-1 1 1 0 0,1-1-1 0 0,0 2 1 0 0,1-1 0 0 0,0 1-1 0 0,0 1 1 0 0,1-1-1 0 0,-10 16 1 0 0,14-20-181 0 0,1-1 0 0 0,0 1 0 0 0,0 0 0 0 0,0 0 0 0 0,0 0 0 0 0,1 0 0 0 0,0 1 0 0 0,-1-1 0 0 0,2 0 0 0 0,-1 0 0 0 0,0 1 0 0 0,1-1 0 0 0,0 1 1 0 0,0-1-1 0 0,0 0 0 0 0,1 1 0 0 0,-1-1 0 0 0,1 0 0 0 0,0 1 0 0 0,0-1 0 0 0,1 0 0 0 0,-1 0 0 0 0,1 0 0 0 0,0 0 0 0 0,0 0 0 0 0,0 0 0 0 0,1-1 0 0 0,-1 1 0 0 0,1-1 0 0 0,0 1 0 0 0,0-1 0 0 0,4 4 0 0 0,-2-3 130 0 0,0-1 0 0 0,0 1 0 0 0,0-1 0 0 0,1 0 0 0 0,-1 0 0 0 0,1-1 0 0 0,0 1 0 0 0,0-1 0 0 0,0-1 0 0 0,0 1 0 0 0,0-1 0 0 0,0 0-1 0 0,9 0 1 0 0,-13 0-112 0 0,0-1 0 0 0,1 0 0 0 0,-1 0-1 0 0,0-1 1 0 0,1 1 0 0 0,-1 0-1 0 0,0-1 1 0 0,1 0 0 0 0,-1 1-1 0 0,0-1 1 0 0,0 0 0 0 0,0 0 0 0 0,0 0-1 0 0,0 0 1 0 0,0-1 0 0 0,0 1-1 0 0,0-1 1 0 0,0 1 0 0 0,0-1 0 0 0,-1 1-1 0 0,1-1 1 0 0,-1 0 0 0 0,1 0-1 0 0,-1 0 1 0 0,0 0 0 0 0,0 0 0 0 0,0 0-1 0 0,0 0 1 0 0,0 0 0 0 0,0 0-1 0 0,0-1 1 0 0,-1 1 0 0 0,1 0-1 0 0,-1 0 1 0 0,0-1 0 0 0,1 1 0 0 0,-1 0-1 0 0,0-1 1 0 0,-1-2 0 0 0,1 3-30 0 0,-1 2-15 0 0,1 0-60 0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0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313 51 5817 0 0,'8'-22'113'0'0,"-8"20"120"0"0,0 1 0 0 0,0 0 0 0 0,0 0 0 0 0,0 0 0 0 0,0 0 0 0 0,-1 0 0 0 0,1 0 0 0 0,0 0 0 0 0,-1 0 0 0 0,1 0 0 0 0,0 0 0 0 0,-1 0 0 0 0,1 0 0 0 0,-1 0 0 0 0,0 0 0 0 0,1 0 0 0 0,-1 0 0 0 0,0 0-1 0 0,0 1 1 0 0,1-1 0 0 0,-1 0 0 0 0,-1 0 0 0 0,0 0 65 0 0,1 0-1 0 0,-1 1 0 0 0,0-1 1 0 0,0 1-1 0 0,1-1 0 0 0,-1 1 0 0 0,0-1 1 0 0,0 1-1 0 0,0 0 0 0 0,0 0 0 0 0,1 0 1 0 0,-1 0-1 0 0,0 0 0 0 0,0 1 1 0 0,0-1-1 0 0,0 0 0 0 0,1 1 0 0 0,-1-1 1 0 0,0 1-1 0 0,1 0 0 0 0,-1 0 0 0 0,0 0 1 0 0,1-1-1 0 0,-1 1 0 0 0,1 1 1 0 0,-3 0-1 0 0,-9 11 13 0 0,0 0 0 0 0,0 1 1 0 0,2 1-1 0 0,-1 0 0 0 0,-15 28 0 0 0,6-8-163 0 0,12-22-115 0 0,-84 140 193 0 0,85-137-210 0 0,0 0-1 0 0,2 1 1 0 0,0 0 0 0 0,0 0 0 0 0,2 1-1 0 0,0-1 1 0 0,-2 34 0 0 0,6-42 0 0 0,1-1 0 0 0,0 0 0 0 0,0 1 0 0 0,1-1 1 0 0,0 0-1 0 0,1 1 0 0 0,-1-1 0 0 0,2-1 0 0 0,-1 1 0 0 0,1 0 0 0 0,0-1 1 0 0,1 0-1 0 0,0 0 0 0 0,0 0 0 0 0,0 0 0 0 0,1-1 0 0 0,0 0 0 0 0,11 9 0 0 0,-10-10 24 0 0,0 1 0 0 0,0-1-1 0 0,1 0 1 0 0,0 0 0 0 0,0-1-1 0 0,0 0 1 0 0,0-1-1 0 0,1 0 1 0 0,-1 0 0 0 0,1-1-1 0 0,0 0 1 0 0,0 0 0 0 0,0-1-1 0 0,0 0 1 0 0,0-1 0 0 0,0 0-1 0 0,14-2 1 0 0,-19 2-33 0 0,-1-1 0 0 0,1 0-1 0 0,0 0 1 0 0,0 0 0 0 0,0-1 0 0 0,-1 1 0 0 0,1-1 0 0 0,-1 0 0 0 0,1 0-1 0 0,-1 0 1 0 0,0 0 0 0 0,0-1 0 0 0,0 1 0 0 0,0-1 0 0 0,0 0 0 0 0,0 0-1 0 0,-1 0 1 0 0,1 0 0 0 0,-1 0 0 0 0,0-1 0 0 0,0 1 0 0 0,1-5-1 0 0,-1 4-5 0 0,-1-1 0 0 0,1 0 0 0 0,-1 0 0 0 0,-1 0 0 0 0,1 0 0 0 0,-1 0-1 0 0,0-1 1 0 0,0 1 0 0 0,0 0 0 0 0,-1 0 0 0 0,0 0 0 0 0,0 0-1 0 0,0 0 1 0 0,0 0 0 0 0,-1 1 0 0 0,-4-9 0 0 0,-35-55-174 0 0,32 57 4 0 0,1-2-1 0 0,0 1 1 0 0,1-1-1 0 0,1 0 1 0 0,0 0-1 0 0,-6-19 1 0 0,12 30 157 0 0,0 0 0 0 0,0 0 0 0 0,0 0 0 0 0,0 0 0 0 0,0 0 0 0 0,1 0-1 0 0,-1 0 1 0 0,1 0 0 0 0,-1 0 0 0 0,1 0 0 0 0,0 0 0 0 0,-1 0 0 0 0,1 0 0 0 0,0 1 0 0 0,0-1 0 0 0,1 0 0 0 0,-1 0 0 0 0,0 1 0 0 0,1-1 0 0 0,-1 1 0 0 0,0 0 0 0 0,1-1-1 0 0,0 1 1 0 0,-1 0 0 0 0,3-2 0 0 0,7-4-5 0 0,0 1 0 0 0,23-11 0 0 0,-22 12-32 0 0,-1-1 50 0 0,0 0 0 0 0,1 2 0 0 0,0-1 0 0 0,0 1 0 0 0,0 1 0 0 0,1 0 0 0 0,-1 1 0 0 0,1 0 0 0 0,-1 1 0 0 0,1 1 0 0 0,0 0 0 0 0,24 3 0 0 0,-34-2 12 0 0,-1 0 1 0 0,1 0 0 0 0,-1 0-1 0 0,1 1 1 0 0,-1-1 0 0 0,0 1-1 0 0,0-1 1 0 0,0 1 0 0 0,0 0-1 0 0,0 0 1 0 0,0 0 0 0 0,0 0-1 0 0,-1 0 1 0 0,1 0 0 0 0,-1 1-1 0 0,1-1 1 0 0,-1 1-1 0 0,0-1 1 0 0,0 1 0 0 0,0-1-1 0 0,0 1 1 0 0,-1-1 0 0 0,1 1-1 0 0,0 4 1 0 0,1 8 144 0 0,0 1 0 0 0,-1 0 0 0 0,-2 16 0 0 0,1-17 30 0 0,1 39 24 0 0,2-1 0 0 0,2 0 0 0 0,3 0 1 0 0,19 69-1 0 0,-19-85-3393 0 0,-5-21-271 0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1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41 1840 0 0,'1'-2'212'0'0,"-1"0"-1"0"0,1 1 0 0 0,-1-1 0 0 0,0 0 0 0 0,0 0 1 0 0,0 1-1 0 0,0-1 0 0 0,0 0 0 0 0,-1 0 0 0 0,1 1 1 0 0,0-1-1 0 0,-1 0 0 0 0,1 1 0 0 0,-1-1 0 0 0,1 0 1 0 0,-2-1-1 0 0,1 2 34 0 0,0 0 0 0 0,1 0-1 0 0,-1 1 1 0 0,0-1 0 0 0,0 0 0 0 0,1 1 0 0 0,-1-1 0 0 0,0 1 0 0 0,0-1-1 0 0,0 1 1 0 0,0-1 0 0 0,0 1 0 0 0,0-1 0 0 0,0 1 0 0 0,0 0 0 0 0,0 0-1 0 0,0 0 1 0 0,0-1 0 0 0,0 1 0 0 0,0 0 0 0 0,0 0 0 0 0,0 0 0 0 0,0 0-1 0 0,0 1 1 0 0,0-1 0 0 0,0 0 0 0 0,0 0 0 0 0,0 1 0 0 0,0-1 0 0 0,-1 1-1 0 0,-4 2 198 0 0,0 0 0 0 0,1 1 0 0 0,-1 0 0 0 0,1 0-1 0 0,0 0 1 0 0,0 0 0 0 0,0 1 0 0 0,1 0 0 0 0,0 0-1 0 0,0 0 1 0 0,0 0 0 0 0,0 1 0 0 0,1-1 0 0 0,-3 8-1 0 0,2-6-371 0 0,1 0-1 0 0,0 0 0 0 0,0 0 0 0 0,1 0 1 0 0,-1 1-1 0 0,2-1 0 0 0,-1 1 0 0 0,1 0 0 0 0,1-1 1 0 0,-1 1-1 0 0,2 13 0 0 0,0-15-58 0 0,0-1 0 0 0,1 0 0 0 0,0 1 0 0 0,0-1 0 0 0,0 0 0 0 0,1 0 0 0 0,-1-1-1 0 0,1 1 1 0 0,0-1 0 0 0,1 1 0 0 0,-1-1 0 0 0,1 0 0 0 0,4 4 0 0 0,7 4 87 0 0,0 0-1 0 0,25 14 1 0 0,-30-21-70 0 0,-1 0-1 0 0,0 1 1 0 0,0 0-1 0 0,-1 1 1 0 0,1 0 0 0 0,-1 0-1 0 0,-1 1 1 0 0,1 0-1 0 0,-1 0 1 0 0,8 13 0 0 0,-14-19-16 0 0,0 0 1 0 0,0 0-1 0 0,0 0 1 0 0,0 1-1 0 0,-1-1 1 0 0,1 0 0 0 0,-1 0-1 0 0,1 1 1 0 0,-1-1-1 0 0,0 0 1 0 0,0 0-1 0 0,0 1 1 0 0,0-1 0 0 0,0 0-1 0 0,-1 0 1 0 0,1 1-1 0 0,-1-1 1 0 0,1 0 0 0 0,-1 0-1 0 0,-2 5 1 0 0,1-4 39 0 0,-1 1 1 0 0,1-1-1 0 0,-1 1 1 0 0,0-1-1 0 0,0 0 1 0 0,-1 0-1 0 0,1 0 1 0 0,-1 0-1 0 0,1-1 1 0 0,-6 3-1 0 0,-7 3 110 0 0,0 0 0 0 0,-1-1-1 0 0,0-1 1 0 0,-21 4-1 0 0,-22 1-2303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1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9218 0 0,'21'19'11456'0'0,"27"22"-9894"0"0,-1-2-1297 0 0,43 41-53 0 0,111 125 0 0 0,-193-195-212 0 0,13 14 10 0 0,36 33 0 0 0,-50-51-6 0 0,1 0-1 0 0,-1 0 0 0 0,1-1 1 0 0,0 0-1 0 0,0 0 0 0 0,1-1 0 0 0,0 0 1 0 0,-1-1-1 0 0,17 4 0 0 0,-21-6 40 0 0,-7-2 37 0 0,-4-3 11 0 0,6 4-10 0 0,-3 0-13 0 0,-3 1-35 0 0,1 1-1 0 0,-1-1 1 0 0,1 1-1 0 0,0 1 1 0 0,-1-1-1 0 0,1 1 1 0 0,0 0 0 0 0,1 0-1 0 0,-1 1 1 0 0,0-1-1 0 0,1 1 1 0 0,-8 8 0 0 0,-11 10 83 0 0,-27 35-1 0 0,23-25-13 0 0,-120 157 187 0 0,73-86-305 0 0,52-71-1413 0 0,21-29 708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2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26 186 8754 0 0,'-9'-24'1458'0'0,"6"18"17"0"0,0 0 0 0 0,1 0 1 0 0,0 0-1 0 0,0-1 0 0 0,0 1 0 0 0,0-11 0 0 0,17 45 914 0 0,-8-15-2199 0 0,42 91 109 0 0,15 31 50 0 0,-57-122-349 0 0,25 48 16 0 0,2-2 0 0 0,2-1 0 0 0,58 70 0 0 0,-89-123 33 0 0,0 1 0 0 0,0-1 0 0 0,1 0 0 0 0,-1-1 0 0 0,1 1 0 0 0,1-1 0 0 0,-1 0 0 0 0,1-1 0 0 0,9 5 0 0 0,-14-7-35 0 0,0-1 0 0 0,0 1-1 0 0,0-1 1 0 0,0 0 0 0 0,0 1-1 0 0,0-1 1 0 0,0 0 0 0 0,0 0-1 0 0,1-1 1 0 0,-1 1 0 0 0,0 0 0 0 0,0-1-1 0 0,0 1 1 0 0,0-1 0 0 0,-1 1-1 0 0,1-1 1 0 0,0 0 0 0 0,0 0-1 0 0,0 0 1 0 0,0 0 0 0 0,-1 0-1 0 0,1 0 1 0 0,-1-1 0 0 0,1 1 0 0 0,-1 0-1 0 0,1-1 1 0 0,-1 1 0 0 0,0-1-1 0 0,1 0 1 0 0,-1 1 0 0 0,0-1-1 0 0,0 0 1 0 0,0 0 0 0 0,-1 0 0 0 0,1 1-1 0 0,0-1 1 0 0,-1 0 0 0 0,1-3-1 0 0,45-158 671 0 0,-11 34-629 0 0,-14 62-78 0 0,98-277-622 0 0,-114 335 228 0 0,-1 3-21 0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2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 5065 0 0,'8'-13'6928'0'0,"-8"13"-6724"0"0,1 0 0 0 0,-1 0-1 0 0,0 0 1 0 0,1 0 0 0 0,-1 0 0 0 0,1 0-1 0 0,-1 0 1 0 0,1 0 0 0 0,-1 0 0 0 0,1 0-1 0 0,0 0 1 0 0,25 0 1739 0 0,-25 0-2043 0 0,38 0 2090 0 0,79-1 1835 0 0,-1-11-3316 0 0,-110 11-897 0 0,0 1 0 0 0,0 0 0 0 0,0 1 0 0 0,0-1-1 0 0,1 1 1 0 0,7 3 0 0 0,-14-4 336 0 0,5 1-1420 0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8:53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1 456 0 0,'-7'4'19844'0'0,"6"10"-19273"0"0,0 0 0 0 0,1 0 0 0 0,3 17 0 0 0,-2-13-292 0 0,0-1-1 0 0,-2 26 1 0 0,-1-23-253 0 0,2 0 0 0 0,0 0 0 0 0,1 0 0 0 0,1 0 1 0 0,0 0-1 0 0,2-1 0 0 0,0 1 0 0 0,2-1 0 0 0,0 0 1 0 0,1 0-1 0 0,0 0 0 0 0,2-1 0 0 0,17 28 0 0 0,-15-30-399 0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19.08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793 624 11522 0 0,'10'-6'379'0'0,"0"0"0"0"0,1 1 0 0 0,0 0 0 0 0,0 0 0 0 0,0 1 0 0 0,21-4-1 0 0,1-1-177 0 0,-6 1-57 0 0,-1 0 2 0 0,-1 0 1 0 0,0-1-1 0 0,40-23 1 0 0,-64 32-137 0 0,0 0 1 0 0,-1-1-1 0 0,1 1 0 0 0,0-1 1 0 0,0 1-1 0 0,0-1 1 0 0,0 1-1 0 0,-1-1 1 0 0,1 0-1 0 0,0 1 1 0 0,-1-1-1 0 0,1 0 1 0 0,0 0-1 0 0,-1 1 1 0 0,1-1-1 0 0,-1 0 1 0 0,1 0-1 0 0,-1 0 1 0 0,0 0-1 0 0,1 0 1 0 0,-1 1-1 0 0,0-1 1 0 0,1 0-1 0 0,-1 0 0 0 0,0 0 1 0 0,0 0-1 0 0,0-2 1 0 0,-1 2-2 0 0,1 0-1 0 0,-1-1 1 0 0,0 1 0 0 0,0 0-1 0 0,0 0 1 0 0,0 0 0 0 0,0 0-1 0 0,0 0 1 0 0,0 0 0 0 0,0 0 0 0 0,0 0-1 0 0,0 0 1 0 0,0 0 0 0 0,-1 1-1 0 0,1-1 1 0 0,-2 0 0 0 0,-7-3-40 0 0,0 0 1 0 0,0 0 0 0 0,-19-2 0 0 0,-4 1-447 0 0,0 2-1 0 0,0 1 1 0 0,-1 1 0 0 0,1 3 0 0 0,0 0 0 0 0,-63 14 0 0 0,51-6 51 0 0,1 3 0 0 0,0 2 0 0 0,1 1 0 0 0,-59 32 0 0 0,91-42 820 0 0,1 1 0 0 0,0 0-1 0 0,0 0 1 0 0,-13 13-1 0 0,22-18-310 0 0,-1-1 0 0 0,1 0 0 0 0,0 0-1 0 0,0 1 1 0 0,0-1 0 0 0,0 1 0 0 0,0-1 0 0 0,0 1 0 0 0,0-1-1 0 0,1 1 1 0 0,-1 0 0 0 0,1-1 0 0 0,-1 1 0 0 0,1 0 0 0 0,-1-1-1 0 0,1 1 1 0 0,0 2 0 0 0,0-3-62 0 0,1 0 0 0 0,0 1 0 0 0,-1-1 1 0 0,1 0-1 0 0,0 1 0 0 0,0-1 0 0 0,-1 0 0 0 0,1 0 0 0 0,0 0 0 0 0,0 0 0 0 0,0 0 0 0 0,1 0 1 0 0,-1 0-1 0 0,0 0 0 0 0,0-1 0 0 0,0 1 0 0 0,1 0 0 0 0,-1-1 0 0 0,0 1 0 0 0,1-1 0 0 0,-1 1 1 0 0,0-1-1 0 0,1 1 0 0 0,-1-1 0 0 0,2 0 0 0 0,7 2-41 0 0,1 0-1 0 0,-1-1 1 0 0,0 0 0 0 0,1-1 0 0 0,-1 0-1 0 0,1-1 1 0 0,-1 0 0 0 0,0-1 0 0 0,1 0 0 0 0,-1 0-1 0 0,11-5 1 0 0,18-7 288 0 0,53-29 0 0 0,-72 33-212 0 0,43-21-6 0 0,98-67 0 0 0,-139 83-153 0 0,-1-1 1 0 0,-1-1-1 0 0,-1 0 1 0 0,-1-2-1 0 0,0 0 1 0 0,-1-1 0 0 0,26-42-1 0 0,-41 60 100 0 0,-1-1 0 0 0,1 1 0 0 0,-1-1 0 0 0,0 0 0 0 0,0 0 0 0 0,0 1 0 0 0,0-1 0 0 0,0 0-1 0 0,0 0 1 0 0,-1 0 0 0 0,0 0 0 0 0,1 0 0 0 0,-1 0 0 0 0,0 0 0 0 0,-1 0 0 0 0,1 0 0 0 0,0 0 0 0 0,-2-5 0 0 0,1 6 1 0 0,-1 0 1 0 0,1-1 0 0 0,-1 1 0 0 0,1 0-1 0 0,-1 0 1 0 0,0 0 0 0 0,0 1 0 0 0,0-1 0 0 0,0 0-1 0 0,0 1 1 0 0,0-1 0 0 0,0 1 0 0 0,-1 0 0 0 0,1 0-1 0 0,0-1 1 0 0,-1 2 0 0 0,1-1 0 0 0,-1 0 0 0 0,1 0-1 0 0,-1 1 1 0 0,-4-1 0 0 0,-8-1 1 0 0,0 1 0 0 0,0 1 0 0 0,0 0 0 0 0,0 1 0 0 0,0 1 0 0 0,0 0 0 0 0,-27 8 0 0 0,-6 5 0 0 0,-46 21 0 0 0,-8 12 396 0 0,-149 96-1 0 0,-23 12 302 0 0,206-122 736 0 0,74-40-1441 0 0,0 1 0 0 0,0-1 1 0 0,0 0-1 0 0,6-9 1 0 0,12-11-645 0 0,87-88-1760 0 0,-6-5 0 0 0,135-196 0 0 0,-231 299 2469 0 0,-17 22 160 0 0,-18 22 89 0 0,-44 58 395 0 0,-69 111 0 0 0,-43 105 1660 0 0,82-113-861 0 0,85-156-1252 0 0,2-1 0 0 0,2 2 0 0 0,1-1 0 0 0,-6 38 0 0 0,14-64-203 0 0,1 0 1 0 0,1 0-1 0 0,-1 0 1 0 0,1 0 0 0 0,0 0-1 0 0,1 0 1 0 0,0 0-1 0 0,0 0 1 0 0,0 0 0 0 0,4 10-1 0 0,-3-13-32 0 0,0-1 0 0 0,-1 0 0 0 0,2 1 0 0 0,-1-1 0 0 0,0 0 0 0 0,1 0 0 0 0,-1 0 0 0 0,1 0 0 0 0,0 0 0 0 0,0-1 0 0 0,0 1 0 0 0,0-1 0 0 0,0 0 0 0 0,1 0 0 0 0,-1 0 0 0 0,0 0 0 0 0,1-1 0 0 0,0 1 0 0 0,-1-1 0 0 0,7 1 1 0 0,3 1-130 0 0,-1-2 0 0 0,1 0 0 0 0,-1 0 0 0 0,1-1 0 0 0,-1-1 1 0 0,0 0-1 0 0,1-1 0 0 0,-1 0 0 0 0,0-1 0 0 0,0 0 1 0 0,16-6-1 0 0,4-5-316 0 0,0 0 0 0 0,53-33 0 0 0,213-167-1849 0 0,-130 88 1412 0 0,-151 114 826 0 0,101-77-239 0 0,-103 76 332 0 0,-1-1 0 0 0,0 0 1 0 0,-1-1-1 0 0,0-1 0 0 0,12-20 0 0 0,-25 37-55 0 0,0-1 0 0 0,0 0 0 0 0,0 0 0 0 0,0 0 0 0 0,0 0 0 0 0,0 0 0 0 0,0 0 0 0 0,0 0 0 0 0,0 0 0 0 0,0 0 0 0 0,0 0 0 0 0,0 0 0 0 0,-1 0 0 0 0,1-1 0 0 0,0 1 0 0 0,0 0 0 0 0,0 0 0 0 0,0 0 0 0 0,0 0 0 0 0,0 0 0 0 0,0 0 0 0 0,0 0 0 0 0,0 0 0 0 0,0 0 0 0 0,0 0 0 0 0,0 0 0 0 0,0 0 0 0 0,0 0 0 0 0,0 0 0 0 0,0 0 0 0 0,-1 0 0 0 0,1 0 0 0 0,0 0 0 0 0,0 0 0 0 0,0-1 0 0 0,0 1 0 0 0,0 0 0 0 0,0 0 0 0 0,0 0 0 0 0,0 0 0 0 0,0 0 0 0 0,0 0 0 0 0,0 0 0 0 0,0 0 0 0 0,0 0 0 0 0,0 0 0 0 0,0 0 0 0 0,0-1 0 0 0,-12 10-98 0 0,-18 14 144 0 0,-191 144 786 0 0,75-60-215 0 0,106-76-464 0 0,-144 105 393 0 0,141-107-161 0 0,-1-2-1 0 0,-66 28 0 0 0,100-50-264 0 0,6-3-61 0 0,0 0 0 0 0,0 0-1 0 0,0-1 1 0 0,0 1 0 0 0,0-1 0 0 0,0 0-1 0 0,0 0 1 0 0,-1 0 0 0 0,1 0 0 0 0,0-1-1 0 0,-8 0 1 0 0,11 0-49 0 0,1 0 0 0 0,0-1 1 0 0,-1 1-1 0 0,1 0 0 0 0,0 0 0 0 0,0 0 0 0 0,-1-1 0 0 0,1 1 1 0 0,0 0-1 0 0,0-1 0 0 0,-1 1 0 0 0,1 0 0 0 0,0-1 1 0 0,0 1-1 0 0,0 0 0 0 0,0-1 0 0 0,0 1 0 0 0,-1 0 0 0 0,1-1 1 0 0,0 1-1 0 0,0 0 0 0 0,0-1 0 0 0,0 1 0 0 0,0 0 1 0 0,0-1-1 0 0,0 1 0 0 0,0 0 0 0 0,0-1 0 0 0,0 1 0 0 0,0-1 1 0 0,1 1-1 0 0,-1 0 0 0 0,0-1 0 0 0,0 1 0 0 0,0 0 1 0 0,0-1-1 0 0,1 1 0 0 0,-1 0 0 0 0,0 0 0 0 0,0-1 0 0 0,0 1 1 0 0,1 0-1 0 0,-1 0 0 0 0,0-1 0 0 0,1 1 0 0 0,12-17-490 0 0,-12 17 481 0 0,126-126-4047 0 0,159-120 1 0 0,-275 237 3947 0 0,22-19-331 0 0,0 0 392 0 0,0 1-1 0 0,2 2 0 0 0,70-39 1 0 0,-104 63 106 0 0,0 1 0 0 0,0-1 1 0 0,0 0-1 0 0,0 1 0 0 0,0-1 1 0 0,0 1-1 0 0,0-1 0 0 0,0 1 1 0 0,1 0-1 0 0,-1 0 1 0 0,0-1-1 0 0,0 1 0 0 0,0 0 1 0 0,0 0-1 0 0,1 0 0 0 0,-1 0 1 0 0,0 0-1 0 0,0 0 0 0 0,0 1 1 0 0,1-1-1 0 0,-1 0 0 0 0,1 1 1 0 0,-2 0 14 0 0,1-1 1 0 0,-1 1 0 0 0,0 0 0 0 0,0 0 0 0 0,1 0 0 0 0,-1 0 0 0 0,0 0 0 0 0,0-1 0 0 0,0 1 0 0 0,0 0 0 0 0,0 0 0 0 0,0 0-1 0 0,-1 0 1 0 0,1 0 0 0 0,0-1 0 0 0,0 1 0 0 0,0 0 0 0 0,-1 0 0 0 0,1 0 0 0 0,-1-1 0 0 0,0 2 0 0 0,-4 8 424 0 0,0 0 1 0 0,-1-1-1 0 0,-9 11 1 0 0,-106 110 2582 0 0,7-6-852 0 0,113-124-2209 0 0,0 1-1 0 0,1-1 1 0 0,-1 1 0 0 0,0-1-1 0 0,1 1 1 0 0,-1 0-1 0 0,1-1 1 0 0,-1 1 0 0 0,1 0-1 0 0,-1 0 1 0 0,1-1 0 0 0,0 1-1 0 0,-1 0 1 0 0,1 0-1 0 0,0 0 1 0 0,-1-1 0 0 0,1 1-1 0 0,0 0 1 0 0,0 0 0 0 0,0 0-1 0 0,0 0 1 0 0,0-1-1 0 0,0 1 1 0 0,0 1 0 0 0,1-2 3 0 0,0 1 1 0 0,-1-1-1 0 0,1 1 1 0 0,0-1-1 0 0,0 0 0 0 0,-1 0 1 0 0,1 1-1 0 0,0-1 1 0 0,0 0-1 0 0,0 0 1 0 0,-1 0-1 0 0,1 0 1 0 0,0 0-1 0 0,0 0 1 0 0,0 0-1 0 0,0 0 0 0 0,-1-1 1 0 0,1 1-1 0 0,1 0 1 0 0,51-18 219 0 0,-47 16-429 0 0,193-92-2390 0 0,-136 61 1590 0 0,96-36 0 0 0,-157 68 1017 0 0,0 0 0 0 0,1 0 1 0 0,-1 0-1 0 0,1 1 0 0 0,-1-1 1 0 0,1 1-1 0 0,-1-1 0 0 0,1 1 1 0 0,-1 0-1 0 0,1 0 0 0 0,-1 0 1 0 0,1 1-1 0 0,-1-1 0 0 0,1 0 0 0 0,-1 1 1 0 0,1 0-1 0 0,-1 0 0 0 0,0-1 1 0 0,3 3-1 0 0,-4-2-3 0 0,0 0-1 0 0,0 0 1 0 0,0 1 0 0 0,0-1-1 0 0,0 0 1 0 0,-1 1 0 0 0,1-1 0 0 0,0 1-1 0 0,-1-1 1 0 0,1 1 0 0 0,-1-1-1 0 0,0 1 1 0 0,1-1 0 0 0,-1 1-1 0 0,0-1 1 0 0,0 1 0 0 0,0 0-1 0 0,0-1 1 0 0,0 1 0 0 0,0-1-1 0 0,-1 1 1 0 0,1 0 0 0 0,0-1 0 0 0,-1 1-1 0 0,1-1 1 0 0,-1 1 0 0 0,0-1-1 0 0,1 0 1 0 0,-1 1 0 0 0,0-1-1 0 0,-1 2 1 0 0,-20 36 422 0 0,-2-1-1 0 0,-2-2 1 0 0,-1 0-1 0 0,-36 36 1 0 0,5-5-317 0 0,12-15-220 0 0,26-30-327 0 0,0 1 1 0 0,2 0-1 0 0,0 1 0 0 0,-20 38 0 0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26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5065 0 0,'0'0'390'0'0,"32"4"4637"0"0,79-1-2301 0 0,-85-3-3298 0 0,-8 0-2638 0 0,-3-1-839 0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26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2761 0 0,'-2'1'1393'0'0,"3"0"-1145"0"0,-1 0 0 0 0,1-1-1 0 0,-1 1 1 0 0,1-1-1 0 0,-1 1 1 0 0,1 0 0 0 0,0-1-1 0 0,-1 1 1 0 0,1-1 0 0 0,0 1-1 0 0,-1-1 1 0 0,1 0 0 0 0,0 1-1 0 0,0-1 1 0 0,0 0 0 0 0,-1 1-1 0 0,1-1 1 0 0,0 0 0 0 0,0 0-1 0 0,0 0 1 0 0,0 0 0 0 0,-1 0-1 0 0,1 0 1 0 0,1 0 0 0 0,24 2 580 0 0,74-10-841 0 0,-87 7-354 0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27.0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6449 0 0,'2'1'180'0'0,"-1"-1"1"0"0,0 1-1 0 0,1 0 0 0 0,-1-1 0 0 0,0 1 0 0 0,1-1 0 0 0,-1 0 0 0 0,0 1 0 0 0,1-1 0 0 0,-1 0 0 0 0,1 0 1 0 0,-1 0-1 0 0,1 0 0 0 0,-1 0 0 0 0,0 0 0 0 0,2-1 0 0 0,30-5 2013 0 0,-21 4-1446 0 0,25-2-1205 0 0,-26 4-3845 0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27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4145 0 0,'0'3'7562'0'0,"5"-3"-7213"0"0,57-6 321 0 0,43-1-5704 0 0,-85 7 1711 0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27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6449 0 0,'4'-2'344'0'0,"0"0"0"0"0,0 0 1 0 0,0 1-1 0 0,0-1 0 0 0,0 1 0 0 0,0 0 0 0 0,0 0 0 0 0,0 1 0 0 0,7-1 0 0 0,8-2 891 0 0,75-17 279 0 0,-28 7-6181 0 0,-30 4 1792 0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1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0 220 2304 0 0,'2'-13'448'0'0,"1"-1"0"0"0,1 0-1 0 0,0 1 1 0 0,1-1 0 0 0,0 1-1 0 0,1 1 1 0 0,0-1 0 0 0,10-12-1 0 0,-13 19-9 0 0,0 1-1 0 0,1 0 0 0 0,0 0 0 0 0,0 0 0 0 0,0 0 0 0 0,1 1 1 0 0,-1 0-1 0 0,10-7 0 0 0,-13 10-266 0 0,0 1-1 0 0,0-1 1 0 0,1 0 0 0 0,-1 1 0 0 0,0-1 0 0 0,1 1 0 0 0,-1 0-1 0 0,0-1 1 0 0,0 1 0 0 0,1 0 0 0 0,-1 0 0 0 0,0 0-1 0 0,1 0 1 0 0,-1 0 0 0 0,1 0 0 0 0,-1 0 0 0 0,0 0 0 0 0,2 1-1 0 0,-1 0-45 0 0,0 0 0 0 0,-1 0 0 0 0,1 0 0 0 0,-1 0-1 0 0,1 1 1 0 0,-1-1 0 0 0,1 0 0 0 0,-1 1 0 0 0,0-1 0 0 0,0 1-1 0 0,0-1 1 0 0,0 1 0 0 0,0 0 0 0 0,0-1 0 0 0,0 1 0 0 0,1 3-1 0 0,4 16 355 0 0,0-1 0 0 0,-2 1 0 0 0,4 35-1 0 0,1 3-81 0 0,1 7-265 0 0,-7-39-69 0 0,1 0 0 0 0,11 36 0 0 0,-15-62-62 0 0,0-1 0 0 0,0 1 0 0 0,0-1 0 0 0,0 0-1 0 0,0 1 1 0 0,0-1 0 0 0,1 1 0 0 0,-1-1 0 0 0,0 1 0 0 0,0-1 0 0 0,0 0 0 0 0,0 1 0 0 0,1-1 0 0 0,-1 1 0 0 0,0-1-1 0 0,0 0 1 0 0,1 1 0 0 0,-1-1 0 0 0,0 0 0 0 0,1 1 0 0 0,-1-1 0 0 0,0 0 0 0 0,1 0 0 0 0,-1 1 0 0 0,0-1 0 0 0,1 0 0 0 0,-1 0-1 0 0,1 0 1 0 0,-1 1 0 0 0,0-1 0 0 0,1 0 0 0 0,-1 0 0 0 0,1 0 0 0 0,0 0 0 0 0,8-13 75 0 0,5-33 87 0 0,-13 41-146 0 0,12-54 136 0 0,17-59 102 0 0,-25 103-221 0 0,0 1 1 0 0,1 0-1 0 0,0 0 0 0 0,1 1 0 0 0,15-22 0 0 0,-20 33-33 0 0,-1 0-1 0 0,0 0 1 0 0,1 0-1 0 0,0 0 0 0 0,-1 1 1 0 0,1-1-1 0 0,0 0 1 0 0,0 1-1 0 0,0-1 1 0 0,0 1-1 0 0,0 0 0 0 0,1-1 1 0 0,-1 1-1 0 0,0 0 1 0 0,0 1-1 0 0,1-1 0 0 0,-1 0 1 0 0,1 1-1 0 0,-1-1 1 0 0,1 1-1 0 0,-1 0 0 0 0,0-1 1 0 0,1 1-1 0 0,-1 0 1 0 0,5 1-1 0 0,-4 0 1 0 0,-1 0-1 0 0,1 1 1 0 0,-1-1-1 0 0,1 0 1 0 0,-1 1-1 0 0,1 0 0 0 0,-1-1 1 0 0,0 1-1 0 0,0 0 1 0 0,0 0-1 0 0,0 0 1 0 0,0 1-1 0 0,0-1 1 0 0,-1 0-1 0 0,1 1 1 0 0,-1-1-1 0 0,0 1 1 0 0,1-1-1 0 0,-1 1 1 0 0,0 0-1 0 0,1 5 1 0 0,3 15 85 0 0,3 35 0 0 0,-7-41-42 0 0,2-1 0 0 0,-1 0 1 0 0,2 0-1 0 0,0-1 0 0 0,7 19 0 0 0,-11-33-39 0 0,1 1-1 0 0,-1-1 0 0 0,1 0 1 0 0,0 0-1 0 0,-1 1 1 0 0,1-1-1 0 0,0 0 0 0 0,0 0 1 0 0,-1 0-1 0 0,1 0 1 0 0,0 0-1 0 0,0 0 1 0 0,0 0-1 0 0,1 0 0 0 0,-1 0 1 0 0,0 0-1 0 0,0-1 1 0 0,0 1-1 0 0,1 0 0 0 0,1 0 1 0 0,-2-1 5 0 0,0 0 0 0 0,0 0 0 0 0,0-1 1 0 0,0 1-1 0 0,0 0 0 0 0,0 0 0 0 0,0-1 1 0 0,0 1-1 0 0,0-1 0 0 0,0 1 0 0 0,0-1 1 0 0,0 1-1 0 0,0-1 0 0 0,0 1 0 0 0,0-1 1 0 0,0 0-1 0 0,-1 0 0 0 0,1 1 0 0 0,0-1 1 0 0,0-1-1 0 0,5-6 74 0 0,0-1 1 0 0,-1 0-1 0 0,0 0 1 0 0,5-12-1 0 0,-7 13-54 0 0,0 3 3 0 0,55-112 332 0 0,-48 100-317 0 0,0 0 1 0 0,1 1 0 0 0,1 0 0 0 0,23-22 0 0 0,-33 36-42 0 0,1-1 0 0 0,0 1 0 0 0,0-1 0 0 0,0 1 0 0 0,1 0 0 0 0,-1 0-1 0 0,0 0 1 0 0,1 1 0 0 0,0-1 0 0 0,-1 1 0 0 0,1 0 0 0 0,5-2 0 0 0,-8 3-5 0 0,1 0 1 0 0,0 0-1 0 0,-1 0 0 0 0,1 1 0 0 0,0-1 0 0 0,-1 0 1 0 0,1 1-1 0 0,-1-1 0 0 0,1 1 0 0 0,-1-1 0 0 0,1 1 1 0 0,-1-1-1 0 0,1 1 0 0 0,-1 0 0 0 0,1 0 0 0 0,-1 0 1 0 0,0 0-1 0 0,0 0 0 0 0,1 0 0 0 0,-1 0 0 0 0,0 1 1 0 0,0-1-1 0 0,0 0 0 0 0,0 1 0 0 0,0-1 1 0 0,-1 0-1 0 0,1 1 0 0 0,0-1 0 0 0,-1 1 0 0 0,2 2 1 0 0,5 20-138 0 0,-1 0 1 0 0,-1 0 0 0 0,-1 0 0 0 0,1 33-1 0 0,8 48-542 0 0,-4-70-1168 0 0,0 0-4716 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1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65 1376 0 0,'-7'-18'9988'0'0,"7"18"-9840"0"0,-6 13 361 0 0,0 0 0 0 0,1 0 0 0 0,1 1 0 0 0,0-1 0 0 0,1 1 0 0 0,1 0 0 0 0,0 0 0 0 0,0 0 0 0 0,1 1 0 0 0,3 25 0 0 0,-2-33-388 0 0,2 1-1 0 0,-1-1 1 0 0,1 0-1 0 0,0 0 1 0 0,0 0-1 0 0,0 0 1 0 0,1-1-1 0 0,0 1 1 0 0,1-1-1 0 0,5 9 1 0 0,-5-11-45 0 0,-1 0 0 0 0,1 0 0 0 0,-1-1 0 0 0,1 0 0 0 0,0 1 0 0 0,0-2 0 0 0,0 1 0 0 0,1 0 0 0 0,-1-1 0 0 0,1 0 0 0 0,-1 0 0 0 0,1 0 0 0 0,0 0 0 0 0,0-1 0 0 0,0 0 0 0 0,7 1 1 0 0,-6-1-26 0 0,0-1 0 0 0,0 0 0 0 0,0 0 0 0 0,0 0 1 0 0,0-1-1 0 0,0 0 0 0 0,0 0 0 0 0,0 0 1 0 0,-1-1-1 0 0,1 0 0 0 0,-1 0 0 0 0,1 0 0 0 0,-1-1 1 0 0,0 0-1 0 0,1 0 0 0 0,-1 0 0 0 0,-1-1 1 0 0,1 0-1 0 0,-1 1 0 0 0,1-2 0 0 0,-1 1 1 0 0,0 0-1 0 0,0-1 0 0 0,-1 0 0 0 0,4-6 0 0 0,-3 5-26 0 0,-1 0 0 0 0,0 0 0 0 0,0-1 0 0 0,-1 0-1 0 0,0 1 1 0 0,0-1 0 0 0,0 0 0 0 0,-1 0-1 0 0,0 0 1 0 0,0 0 0 0 0,-1 0 0 0 0,0 0 0 0 0,0 0-1 0 0,-1 0 1 0 0,1 0 0 0 0,-2 0 0 0 0,1 0 0 0 0,-1 0-1 0 0,0 0 1 0 0,-6-12 0 0 0,2 8-52 0 0,0 0-1 0 0,-2 0 1 0 0,1 1-1 0 0,-1-1 1 0 0,-1 2-1 0 0,0-1 1 0 0,0 1 0 0 0,-12-8-1 0 0,-26-13-3579 0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2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1 149 5185 0 0,'4'-2'252'0'0,"1"1"1"0"0,-1 1-1 0 0,1-1 0 0 0,-1 1 1 0 0,1 0-1 0 0,-1 0 0 0 0,1 0 1 0 0,-1 0-1 0 0,1 1 0 0 0,-1 0 1 0 0,0 0-1 0 0,1 0 0 0 0,-1 1 1 0 0,0-1-1 0 0,0 1 0 0 0,0 0 1 0 0,0 0-1 0 0,0 0 0 0 0,0 1 1 0 0,0 0-1 0 0,-1-1 0 0 0,1 1 1 0 0,4 5-1 0 0,6 8 1397 0 0,-1 0 1 0 0,-1 1-1 0 0,21 35 1 0 0,-5-6-1056 0 0,-25-43-487 0 0,-1 1 0 0 0,1-1 1 0 0,0 1-1 0 0,0-1 0 0 0,0 0 0 0 0,0 0 0 0 0,0 0 0 0 0,1-1 0 0 0,0 1 0 0 0,-1-1 0 0 0,6 2 1 0 0,-8-3-45 0 0,1-1 1 0 0,-1 0 0 0 0,1 1-1 0 0,-1-1 1 0 0,0 0 0 0 0,1 0 0 0 0,-1 0-1 0 0,1 0 1 0 0,-1 0 0 0 0,1-1 0 0 0,-1 1-1 0 0,1 0 1 0 0,-1-1 0 0 0,0 1-1 0 0,1-1 1 0 0,-1 1 0 0 0,0-1 0 0 0,1 0-1 0 0,-1 1 1 0 0,0-1 0 0 0,0 0 0 0 0,1 0-1 0 0,-1 0 1 0 0,0 0 0 0 0,0 0-1 0 0,0 0 1 0 0,0 0 0 0 0,0 0 0 0 0,-1-1-1 0 0,1 1 1 0 0,0 0 0 0 0,-1-1 0 0 0,1 1-1 0 0,0 0 1 0 0,0-2 0 0 0,7-19 158 0 0,0 1 0 0 0,-1-1 1 0 0,-1 0-1 0 0,5-43 0 0 0,-7 39-328 0 0,1 0 1 0 0,1 1-1 0 0,13-37 0 0 0,-8 37-681 0 0,1 2-243 0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2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0 322 6913 0 0,'15'3'563'0'0,"-1"-1"-1"0"0,1 0 0 0 0,0-1 0 0 0,0-1 0 0 0,0 0 0 0 0,0-1 0 0 0,-1-1 0 0 0,1 0 0 0 0,0-1 0 0 0,-1-1 1 0 0,1 0-1 0 0,-1-1 0 0 0,-1 0 0 0 0,24-13 0 0 0,-27 13-399 0 0,0-2-1 0 0,0 0 1 0 0,0 0 0 0 0,-1 0-1 0 0,0-1 1 0 0,-1-1 0 0 0,1 1-1 0 0,-2-2 1 0 0,1 1 0 0 0,-1-1-1 0 0,-1 0 1 0 0,0 0 0 0 0,0-1 0 0 0,-1 1-1 0 0,0-1 1 0 0,-1-1 0 0 0,0 1-1 0 0,3-23 1 0 0,-6 31-147 0 0,0-1-1 0 0,-1 1 1 0 0,0-1 0 0 0,0 1-1 0 0,0 0 1 0 0,0-1-1 0 0,0 1 1 0 0,-1-1 0 0 0,1 1-1 0 0,-1-1 1 0 0,0 1 0 0 0,0 0-1 0 0,0-1 1 0 0,-1 1 0 0 0,1 0-1 0 0,-1 0 1 0 0,0 0 0 0 0,0 0-1 0 0,0 0 1 0 0,0 1-1 0 0,0-1 1 0 0,-5-3 0 0 0,5 4 17 0 0,-1 0 1 0 0,1 1-1 0 0,-1 0 1 0 0,0-1-1 0 0,0 1 1 0 0,0 0 0 0 0,0 0-1 0 0,0 1 1 0 0,0-1-1 0 0,0 1 1 0 0,0-1-1 0 0,0 1 1 0 0,0 0-1 0 0,0 0 1 0 0,0 1 0 0 0,0-1-1 0 0,0 0 1 0 0,0 1-1 0 0,0 0 1 0 0,0 0-1 0 0,0 0 1 0 0,1 0-1 0 0,-1 0 1 0 0,0 0-1 0 0,0 1 1 0 0,-3 2 0 0 0,-1 0 17 0 0,-1 2 1 0 0,1-1-1 0 0,0 1 1 0 0,0 0-1 0 0,1 0 1 0 0,0 1 0 0 0,0 0-1 0 0,0 0 1 0 0,1 0-1 0 0,0 1 1 0 0,1 0-1 0 0,-1 0 1 0 0,2 0 0 0 0,-1 0-1 0 0,1 0 1 0 0,0 1-1 0 0,1 0 1 0 0,0 0-1 0 0,0 0 1 0 0,0 11 0 0 0,1-12-79 0 0,1 0 0 0 0,1-1 0 0 0,-1 1 0 0 0,1 0 0 0 0,0-1 0 0 0,1 1 0 0 0,0 0 0 0 0,0-1 0 0 0,1 0 0 0 0,0 0 0 0 0,0 0 0 0 0,0 0 0 0 0,1 0 0 0 0,0 0 0 0 0,1-1 0 0 0,-1 0 0 0 0,1 0 0 0 0,0 0 0 0 0,1-1 0 0 0,-1 1 0 0 0,1-1 0 0 0,0-1 0 0 0,1 1 0 0 0,6 3 0 0 0,1-1-374 0 0,0 0 0 0 0,0-1 0 0 0,0-1 0 0 0,1 0 0 0 0,-1-1 0 0 0,1-1 0 0 0,0 0 1 0 0,0-1-1 0 0,27 0 0 0 0,-7-3-5474 0 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2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68 2761 0 0,'1'-3'82'0'0,"-1"0"0"0"0,1 0 0 0 0,-1 0 1 0 0,0 0-1 0 0,0 0 0 0 0,0 0 1 0 0,0 0-1 0 0,0 1 0 0 0,-2-4 0 0 0,2 4 251 0 0,-1 0 0 0 0,0-1 0 0 0,0 1 0 0 0,0 1 0 0 0,-1-1 0 0 0,1 0 0 0 0,0 0 0 0 0,-1 0 0 0 0,1 1 0 0 0,-1-1 0 0 0,0 1-1 0 0,1-1 1 0 0,-1 1 0 0 0,0-1 0 0 0,0 1 0 0 0,0 0 0 0 0,0 0 0 0 0,0 0 0 0 0,0 0 0 0 0,0 1 0 0 0,0-1 0 0 0,0 0 0 0 0,-1 1-1 0 0,1-1 1 0 0,0 1 0 0 0,0 0 0 0 0,-1 0 0 0 0,1 0 0 0 0,-4 0 0 0 0,1 1-129 0 0,-1-1 0 0 0,1 1-1 0 0,0 0 1 0 0,0 0 0 0 0,1 0 0 0 0,-1 1 0 0 0,0-1 0 0 0,0 1 0 0 0,1 0 0 0 0,-1 1-1 0 0,1-1 1 0 0,-1 1 0 0 0,1 0 0 0 0,0 0 0 0 0,0 0 0 0 0,0 1 0 0 0,1-1-1 0 0,-1 1 1 0 0,1 0 0 0 0,0 0 0 0 0,-3 4 0 0 0,4-4-80 0 0,0-1-1 0 0,0 1 1 0 0,1-1 0 0 0,-1 1 0 0 0,1-1-1 0 0,0 1 1 0 0,0 0 0 0 0,0-1 0 0 0,1 1-1 0 0,-1 0 1 0 0,1 0 0 0 0,0 0 0 0 0,0-1-1 0 0,0 1 1 0 0,0 0 0 0 0,1 0 0 0 0,-1 0-1 0 0,1-1 1 0 0,0 1 0 0 0,0 0 0 0 0,1-1-1 0 0,-1 1 1 0 0,1-1 0 0 0,0 1 0 0 0,0-1-1 0 0,0 0 1 0 0,0 1 0 0 0,3 2 0 0 0,4 3-43 0 0,0-1 1 0 0,0 0 0 0 0,1-1-1 0 0,17 11 1 0 0,-18-14-11 0 0,-1 2-1 0 0,0-1 1 0 0,0 1 0 0 0,-1 0-1 0 0,1 1 1 0 0,-1 0 0 0 0,12 15-1 0 0,-18-21-74 0 0,0 1-1 0 0,-1-1 0 0 0,1 1 1 0 0,0-1-1 0 0,-1 1 1 0 0,1 0-1 0 0,-1-1 0 0 0,1 1 1 0 0,-1-1-1 0 0,0 1 0 0 0,1 0 1 0 0,-1-1-1 0 0,0 1 1 0 0,0 0-1 0 0,0 0 0 0 0,-1-1 1 0 0,1 1-1 0 0,0 0 1 0 0,-2 2-1 0 0,1-1 29 0 0,-1 1 0 0 0,1-1-1 0 0,-1 0 1 0 0,0 0 0 0 0,0 0 0 0 0,-1 0 0 0 0,1-1 0 0 0,-6 6-1 0 0,-4 2-286 0 0,0-1 0 0 0,-2 0 0 0 0,-18 10 0 0 0,24-15-307 0 0,-16 9-6985 0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3.6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3 299 7370 0 0,'-1'3'386'0'0,"1"0"0"0"0,-1 0 0 0 0,1 0 0 0 0,0 0 1 0 0,0 0-1 0 0,0 0 0 0 0,0 0 0 0 0,0 0 1 0 0,1 0-1 0 0,-1 0 0 0 0,1 0 0 0 0,0 0 0 0 0,0 0 1 0 0,0-1-1 0 0,0 1 0 0 0,1 0 0 0 0,1 3 0 0 0,-2-5-294 0 0,0 0 0 0 0,0 0-1 0 0,0 0 1 0 0,0 0-1 0 0,0 0 1 0 0,0 0-1 0 0,0-1 1 0 0,0 1 0 0 0,0 0-1 0 0,1-1 1 0 0,-1 1-1 0 0,0-1 1 0 0,0 1-1 0 0,0-1 1 0 0,1 0 0 0 0,-1 1-1 0 0,0-1 1 0 0,1 0-1 0 0,-1 0 1 0 0,0 0-1 0 0,1 0 1 0 0,-1 0 0 0 0,0 0-1 0 0,1 0 1 0 0,-1-1-1 0 0,0 1 1 0 0,0 0-1 0 0,1-1 1 0 0,-1 1 0 0 0,0-1-1 0 0,0 1 1 0 0,0-1-1 0 0,1 0 1 0 0,-1 1-1 0 0,0-1 1 0 0,0 0 0 0 0,0 0-1 0 0,0 0 1 0 0,0 0-1 0 0,0-1 1 0 0,8-6 50 0 0,0-1 1 0 0,-1 0 0 0 0,0-1-1 0 0,-1 0 1 0 0,0 0-1 0 0,-1-1 1 0 0,0 1 0 0 0,0-1-1 0 0,-1-1 1 0 0,6-20-1 0 0,-5 13-104 0 0,-2 0-1 0 0,0-1 0 0 0,-1 0 1 0 0,-1 0-1 0 0,-1-37 0 0 0,-1 53-39 0 0,0 1 0 0 0,-1-1-1 0 0,1 0 1 0 0,-1 1-1 0 0,0-1 1 0 0,0 0 0 0 0,-1 1-1 0 0,1-1 1 0 0,-1 1 0 0 0,0 0-1 0 0,0 0 1 0 0,0-1-1 0 0,0 1 1 0 0,0 0 0 0 0,-4-3-1 0 0,5 5 22 0 0,-1 0 1 0 0,1 0-1 0 0,0 0 0 0 0,-1 0 0 0 0,1 0 0 0 0,-1 1 0 0 0,1-1 0 0 0,-1 0 0 0 0,0 1 0 0 0,1-1 0 0 0,-1 1 0 0 0,1 0 0 0 0,-1 0 1 0 0,0-1-1 0 0,1 1 0 0 0,-1 0 0 0 0,0 0 0 0 0,1 0 0 0 0,-1 1 0 0 0,0-1 0 0 0,1 0 0 0 0,-1 1 0 0 0,1-1 0 0 0,-1 1 0 0 0,1-1 1 0 0,-1 1-1 0 0,1 0 0 0 0,-1 0 0 0 0,1 0 0 0 0,-1 0 0 0 0,1 0 0 0 0,0 0 0 0 0,-1 0 0 0 0,1 0 0 0 0,0 0 0 0 0,-2 3 0 0 0,0-1-4 0 0,0 0 0 0 0,0 1 0 0 0,0 0 0 0 0,0 0 0 0 0,0-1 0 0 0,1 2 0 0 0,0-1 0 0 0,0 0 0 0 0,0 0 0 0 0,0 1 0 0 0,0-1 0 0 0,1 1 0 0 0,0 0 0 0 0,0-1 0 0 0,1 1-1 0 0,-1 9 1 0 0,1-7 21 0 0,1 0 0 0 0,0 0 0 0 0,1 0 0 0 0,-1 0 0 0 0,1-1 0 0 0,1 1 0 0 0,-1 0 0 0 0,1-1 0 0 0,0 0 0 0 0,6 9 0 0 0,1-1 16 0 0,0-1 0 0 0,0 0 0 0 0,1-1 1 0 0,1 0-1 0 0,0-1 0 0 0,1 0 1 0 0,0-1-1 0 0,1 0 0 0 0,15 7 1 0 0,-18-11-361 0 0,0-1 1 0 0,0 0 0 0 0,1-1 0 0 0,-1 0 0 0 0,1-1 0 0 0,0 0 0 0 0,0-1-1 0 0,0 0 1 0 0,1-1 0 0 0,-1 0 0 0 0,0-1 0 0 0,0 0 0 0 0,1-1 0 0 0,-1-1-1 0 0,23-5 1 0 0,-14-1-5909 0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3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9674 0 0,'0'0'109'0'0,"-1"0"-1"0"0,0 0 1 0 0,0 0-1 0 0,0 0 1 0 0,1 0-1 0 0,-1 0 1 0 0,0 0-1 0 0,0 0 1 0 0,1 0-1 0 0,-1 0 1 0 0,0 0-1 0 0,0 1 1 0 0,1-1-1 0 0,-1 0 1 0 0,0 0-1 0 0,0 1 1 0 0,1-1-1 0 0,-1 1 1 0 0,0-1-1 0 0,1 0 1 0 0,-1 1-1 0 0,1-1 1 0 0,-1 1-1 0 0,1 0 1 0 0,-1-1-1 0 0,1 1 1 0 0,-1-1-1 0 0,1 1 1 0 0,-1 0-1 0 0,1-1 1 0 0,0 1-1 0 0,-1 0 1 0 0,1 0-1 0 0,4 28 3568 0 0,-3-27-3679 0 0,11 54 2541 0 0,10 107 1 0 0,3 15-3585 0 0,-19-151-97 0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4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1 299 920 0 0,'11'-3'2138'0'0,"0"-1"0"0"0,0 0 0 0 0,17-9 0 0 0,-16 6-606 0 0,0 0 0 0 0,20-18 0 0 0,-22 17-1293 0 0,-1-1 0 0 0,-1 0 0 0 0,1 0 0 0 0,-1-1 0 0 0,-1 0 0 0 0,0 0 0 0 0,0-1 0 0 0,-1 0 0 0 0,0 0 0 0 0,-1-1 0 0 0,-1 1 0 0 0,1-1 0 0 0,-2 0 0 0 0,3-13 0 0 0,-6 22-237 0 0,1 0-1 0 0,-1 0 0 0 0,0 0 1 0 0,0 0-1 0 0,0 0 1 0 0,0 0-1 0 0,0 0 1 0 0,-1 0-1 0 0,0 1 0 0 0,1-1 1 0 0,-1 0-1 0 0,0 0 1 0 0,-2-4-1 0 0,2 5 1 0 0,0 1-1 0 0,0-1 1 0 0,-1 1-1 0 0,1 0 1 0 0,0-1-1 0 0,-1 1 1 0 0,1 0-1 0 0,0 0 1 0 0,-1 0-1 0 0,1 0 1 0 0,-1 0-1 0 0,0 0 1 0 0,1 1-1 0 0,-1-1 1 0 0,0 0-1 0 0,1 1 1 0 0,-3-1-1 0 0,0 0 50 0 0,0 1-1 0 0,0 0 1 0 0,0 0-1 0 0,0 0 1 0 0,0 1-1 0 0,0-1 1 0 0,0 1-1 0 0,0 0 1 0 0,1 0-1 0 0,-1 0 1 0 0,0 1-1 0 0,0-1 1 0 0,1 1-1 0 0,-1 0 1 0 0,1 0-1 0 0,0 0 1 0 0,-1 1-1 0 0,-3 3 1 0 0,0 0 4 0 0,1 0-1 0 0,0 0 1 0 0,1 1 0 0 0,-1-1-1 0 0,1 1 1 0 0,0 1 0 0 0,1-1-1 0 0,0 1 1 0 0,0 0 0 0 0,0 0-1 0 0,1 0 1 0 0,1 0 0 0 0,-1 0 0 0 0,1 1-1 0 0,1 0 1 0 0,-1-1 0 0 0,1 1-1 0 0,1-1 1 0 0,0 1 0 0 0,0 0-1 0 0,1 0 1 0 0,0-1 0 0 0,4 16-1 0 0,-3-14-330 0 0,1-1-1 0 0,1 0 0 0 0,0 0 1 0 0,0 0-1 0 0,1-1 1 0 0,0 1-1 0 0,1-1 0 0 0,-1 0 1 0 0,1-1-1 0 0,1 1 0 0 0,0-1 1 0 0,0 0-1 0 0,0-1 0 0 0,1 0 1 0 0,0 0-1 0 0,0-1 1 0 0,0 0-1 0 0,1 0 0 0 0,0 0 1 0 0,18 5-1 0 0,4-2-835 0 0,1-1 0 0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4.6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40 6449 0 0,'0'-2'310'0'0,"0"0"-1"0"0,0 0 0 0 0,0 0 0 0 0,0 0 0 0 0,0 0 0 0 0,-1 0 1 0 0,1 0-1 0 0,-1 0 0 0 0,1 0 0 0 0,-1 1 0 0 0,0-1 0 0 0,0 0 1 0 0,0 0-1 0 0,0 1 0 0 0,-2-4 0 0 0,3 5-76 0 0,-1-1 1 0 0,0 0-1 0 0,0 1 1 0 0,0-1-1 0 0,0 1 1 0 0,0-1-1 0 0,1 1 0 0 0,-1-1 1 0 0,0 1-1 0 0,0 0 1 0 0,0-1-1 0 0,0 1 1 0 0,0 0-1 0 0,-1 0 0 0 0,1 0 1 0 0,0 0-1 0 0,0 0 1 0 0,0 0-1 0 0,0 0 1 0 0,0 0-1 0 0,-1 0 0 0 0,-1 1 27 0 0,0 1 0 0 0,0-1 0 0 0,-1 0 0 0 0,2 1 0 0 0,-1-1 0 0 0,0 1 0 0 0,0 0 0 0 0,0 0 0 0 0,1 0-1 0 0,-1 0 1 0 0,1 0 0 0 0,0 1 0 0 0,0-1 0 0 0,0 1 0 0 0,0 0 0 0 0,-3 5 0 0 0,-1 4-262 0 0,0 1-1 0 0,1 0 1 0 0,1 0 0 0 0,0 0-1 0 0,1 0 1 0 0,0 1 0 0 0,1-1 0 0 0,1 1-1 0 0,0 15 1 0 0,1-21-414 0 0,0-1 1 0 0,0 0-1 0 0,1 0 0 0 0,0 0 1 0 0,1 0-1 0 0,0 0 0 0 0,0 0 1 0 0,0 0-1 0 0,1 0 0 0 0,0-1 1 0 0,0 1-1 0 0,1-1 0 0 0,-1 0 1 0 0,1 0-1 0 0,1 0 0 0 0,-1 0 1 0 0,1-1-1 0 0,11 10 0 0 0,0-4-4483 0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5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6449 0 0,'15'-1'12056'0'0,"-15"0"-11852"0"0,5 16 394 0 0,0 0 0 0 0,0 0 0 0 0,-2 0 0 0 0,0 0 1 0 0,2 30-1 0 0,-4 88-351 0 0,-1-19-1021 0 0,1-85-1034 0 0,1-2-5416 0 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5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1 237 5065 0 0,'0'-4'136'0'0,"-1"-1"0"0"0,1 1-1 0 0,1-1 1 0 0,-1 1 0 0 0,1-1-1 0 0,-1 1 1 0 0,1-1 0 0 0,0 1 0 0 0,1 0-1 0 0,-1-1 1 0 0,1 1 0 0 0,4-7 0 0 0,2-1 700 0 0,0 0 1 0 0,18-19 0 0 0,-24 29-798 0 0,9-10 294 0 0,1 1 0 0 0,0 0 0 0 0,0 1-1 0 0,1 0 1 0 0,0 1 0 0 0,1 1-1 0 0,18-9 1 0 0,-20 11-879 0 0,0 2 0 0 0,-1 0 0 0 0,2 0 0 0 0,-1 1 0 0 0,23-2 0 0 0,-18 3-3218 0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5.6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0 130 2304 0 0,'0'0'8'0'0,"17"-53"4538"0"0,-16 51-4125 0 0,0-1 0 0 0,0 1 0 0 0,1-1 1 0 0,-1 1-1 0 0,0 0 0 0 0,1-1 0 0 0,0 1 0 0 0,-1 0 0 0 0,1 0 0 0 0,0 0 0 0 0,0 0 0 0 0,0 1 1 0 0,0-1-1 0 0,0 1 0 0 0,1-1 0 0 0,-1 1 0 0 0,0-1 0 0 0,3 0 0 0 0,-3 2-223 0 0,0 0 0 0 0,0 0 0 0 0,-1 0 0 0 0,1 1 0 0 0,0-1 0 0 0,-1 0 0 0 0,1 1 0 0 0,0-1 0 0 0,-1 1 0 0 0,1-1 0 0 0,-1 1 0 0 0,1 0 0 0 0,-1 0 0 0 0,1 0 0 0 0,-1 0 0 0 0,1 0 0 0 0,-1 0 0 0 0,0 0 0 0 0,0 0 0 0 0,2 3 0 0 0,25 31 960 0 0,-23-28-749 0 0,4 6-245 0 0,0 0-1 0 0,-1 1 0 0 0,-1 1 1 0 0,0-1-1 0 0,-1 1 0 0 0,0 0 1 0 0,-1 0-1 0 0,-1 1 0 0 0,-1-1 0 0 0,3 31 1 0 0,-9-46 161 0 0,-3-8-96 0 0,-6-10 30 0 0,7 9-279 0 0,0 0-1 0 0,1 0 1 0 0,0-1-1 0 0,0 0 1 0 0,1 0-1 0 0,1 0 1 0 0,-1 0 0 0 0,2 0-1 0 0,-1-1 1 0 0,1 1-1 0 0,1 0 1 0 0,0-1-1 0 0,0 1 1 0 0,1-1-1 0 0,1 1 1 0 0,0 0-1 0 0,0 0 1 0 0,1 0-1 0 0,0 0 1 0 0,0 0-1 0 0,1 0 1 0 0,7-12 0 0 0,3 3-683 0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5.9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0 5841 0 0,'-15'22'2051'0'0,"11"-15"-1491"0"0,-8 11 1006 0 0,1 0 0 0 0,1 1 1 0 0,-10 26-1 0 0,18-39-1229 0 0,0-1-1 0 0,1 1 1 0 0,-1 0 0 0 0,1 0 0 0 0,1-1 0 0 0,-1 1 0 0 0,1 9 0 0 0,1-12-209 0 0,-1 0 0 0 0,1 0-1 0 0,-1 0 1 0 0,1-1 0 0 0,0 1 0 0 0,0 0 0 0 0,0 0 0 0 0,0-1 0 0 0,1 1 0 0 0,-1-1 0 0 0,1 1 0 0 0,-1-1 0 0 0,1 1 0 0 0,0-1 0 0 0,4 4 0 0 0,-5-5-95 0 0,0 0 1 0 0,0 0-1 0 0,0 0 0 0 0,0 0 1 0 0,1 0-1 0 0,-1-1 0 0 0,0 1 1 0 0,1 0-1 0 0,-1 0 1 0 0,0-1-1 0 0,1 1 0 0 0,-1-1 1 0 0,1 0-1 0 0,-1 1 0 0 0,0-1 1 0 0,1 0-1 0 0,-1 0 1 0 0,1 0-1 0 0,-1 0 0 0 0,1 0 1 0 0,-1 0-1 0 0,1 0 0 0 0,-1 0 1 0 0,1 0-1 0 0,-1-1 1 0 0,1 1-1 0 0,-1-1 0 0 0,0 1 1 0 0,1-1-1 0 0,-1 0 0 0 0,0 1 1 0 0,1-1-1 0 0,-1 0 1 0 0,0 0-1 0 0,0 0 0 0 0,0 0 1 0 0,0 0-1 0 0,0 0 0 0 0,0 0 1 0 0,0 0-1 0 0,0 0 1 0 0,0-1-1 0 0,1-2 0 0 0,1 0 14 0 0,0-2-1 0 0,-1 1 0 0 0,1 0 1 0 0,-1 0-1 0 0,0-1 0 0 0,-1 1 0 0 0,1-1 1 0 0,-1 0-1 0 0,0 1 0 0 0,0-7 1 0 0,-1 4-116 0 0,-1-1 0 0 0,0 1 0 0 0,0 0 0 0 0,0 0 0 0 0,-1 1 1 0 0,0-1-1 0 0,-1 0 0 0 0,-4-8 0 0 0,-12-13-6237 0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6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4145 0 0,'8'-1'411'0'0,"-1"1"-1"0"0,1-1 1 0 0,-1 1 0 0 0,1 1-1 0 0,0 0 1 0 0,-1 0 0 0 0,1 0-1 0 0,7 4 1 0 0,-13-5-246 0 0,0 1 0 0 0,0 0-1 0 0,0-1 1 0 0,0 1 0 0 0,0 0 0 0 0,0 0-1 0 0,-1 0 1 0 0,1 0 0 0 0,0 1 0 0 0,-1-1 0 0 0,1 0-1 0 0,-1 1 1 0 0,1-1 0 0 0,-1 1 0 0 0,0-1-1 0 0,0 1 1 0 0,0 0 0 0 0,1 0 0 0 0,-2-1 0 0 0,1 1-1 0 0,0 0 1 0 0,0 0 0 0 0,-1 0 0 0 0,1 0-1 0 0,-1 0 1 0 0,1 0 0 0 0,-1 0 0 0 0,0 0 0 0 0,0 0-1 0 0,0 0 1 0 0,0 0 0 0 0,0 0 0 0 0,0 0-1 0 0,-1 4 1 0 0,-15 34 1474 0 0,-2 9-37 0 0,18-47-1515 0 0,-1 1 0 0 0,0 0 0 0 0,1-1 1 0 0,0 1-1 0 0,0 0 0 0 0,0-1 0 0 0,0 1 0 0 0,0 0 1 0 0,0 0-1 0 0,1-1 0 0 0,-1 1 0 0 0,1-1 0 0 0,0 1 1 0 0,0 0-1 0 0,1 2 0 0 0,-2-4-77 0 0,0-1-1 0 0,0 1 1 0 0,1 0 0 0 0,-1-1 0 0 0,0 1-1 0 0,0 0 1 0 0,1-1 0 0 0,-1 1 0 0 0,1-1-1 0 0,-1 1 1 0 0,0-1 0 0 0,1 1 0 0 0,-1-1-1 0 0,1 1 1 0 0,-1-1 0 0 0,1 1 0 0 0,0-1-1 0 0,-1 1 1 0 0,1-1 0 0 0,-1 0 0 0 0,1 1-1 0 0,0-1 1 0 0,-1 0 0 0 0,1 0-1 0 0,0 1 1 0 0,-1-1 0 0 0,1 0 0 0 0,0 0-1 0 0,-1 0 1 0 0,1 0 0 0 0,0 0 0 0 0,0 0-1 0 0,-1 0 1 0 0,1 0 0 0 0,0 0 0 0 0,-1 0-1 0 0,1-1 1 0 0,0 1 0 0 0,-1 0 0 0 0,1 0-1 0 0,0-1 1 0 0,-1 1 0 0 0,1 0 0 0 0,-1-1-1 0 0,1 1 1 0 0,0 0 0 0 0,-1-1 0 0 0,1 1-1 0 0,-1-1 1 0 0,1 1 0 0 0,-1-1 0 0 0,0 1-1 0 0,1-1 1 0 0,-1 0 0 0 0,1 1 0 0 0,-1-1-1 0 0,0 1 1 0 0,1-2 0 0 0,2-4 35 0 0,0 1 0 0 0,0 0 1 0 0,-1-1-1 0 0,0 0 0 0 0,2-6 1 0 0,2-11-121 0 0,1 1 0 0 0,1 0 1 0 0,1 0-1 0 0,13-24 1 0 0,-18 38 11 0 0,1 0 0 0 0,0 0 0 0 0,1 1 0 0 0,0-1 0 0 0,0 1 0 0 0,0 1 0 0 0,1-1 0 0 0,0 1 0 0 0,0 0 0 0 0,1 0 0 0 0,-1 1 0 0 0,1 0 0 0 0,12-5 0 0 0,-18 9 84 0 0,1 0 0 0 0,-1 0 0 0 0,0 1 1 0 0,1-1-1 0 0,-1 1 0 0 0,1-1 0 0 0,-1 1 1 0 0,1 0-1 0 0,0 0 0 0 0,-1 0 0 0 0,1 1 0 0 0,-1-1 1 0 0,1 0-1 0 0,-1 1 0 0 0,1 0 0 0 0,-1-1 1 0 0,0 1-1 0 0,1 0 0 0 0,1 2 0 0 0,1 0 127 0 0,-1 0 0 0 0,0 0 0 0 0,0 0 0 0 0,0 1 0 0 0,0 0 0 0 0,0-1 0 0 0,-1 1 0 0 0,6 9 1 0 0,-2-1 161 0 0,0 1 0 0 0,-1 0 0 0 0,0 0 1 0 0,-1 0-1 0 0,0 1 0 0 0,2 13 1 0 0,0 11-51 0 0,-6-26-274 0 0,1 0-1 0 0,0 0 1 0 0,1-1 0 0 0,0 1-1 0 0,1-1 1 0 0,0 0-1 0 0,10 19 1 0 0,-6-20-243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6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10 4609 0 0,'-3'-9'7091'0'0,"3"9"-6975"0"0,-18 10 3366 0 0,-19 24-769 0 0,32-28-2417 0 0,0 0 0 0 0,0 0 0 0 0,1 0 0 0 0,0 1 0 0 0,0 0 1 0 0,1 0-1 0 0,0 0 0 0 0,-4 13 0 0 0,6-17-268 0 0,1 0-1 0 0,0 0 1 0 0,-1 0-1 0 0,1-1 1 0 0,1 1 0 0 0,-1 0-1 0 0,0 0 1 0 0,1 0-1 0 0,-1 0 1 0 0,1 0-1 0 0,0 0 1 0 0,0-1 0 0 0,0 1-1 0 0,0 0 1 0 0,1-1-1 0 0,-1 1 1 0 0,1-1-1 0 0,0 1 1 0 0,-1-1 0 0 0,1 0-1 0 0,0 1 1 0 0,0-1-1 0 0,0 0 1 0 0,1 0-1 0 0,-1-1 1 0 0,3 3 0 0 0,26 14 241 0 0,-26-15-186 0 0,1-1 1 0 0,-1 1 0 0 0,0 1-1 0 0,0-1 1 0 0,0 1 0 0 0,0 0-1 0 0,0 0 1 0 0,-1 0 0 0 0,5 6-1 0 0,-9-9-77 0 0,0 0-1 0 0,0 0 1 0 0,0 0-1 0 0,0-1 1 0 0,0 1-1 0 0,0 0 1 0 0,0 0-1 0 0,0 0 1 0 0,-1-1 0 0 0,1 1-1 0 0,0 0 1 0 0,0 0-1 0 0,-1-1 1 0 0,1 1-1 0 0,-1 0 1 0 0,1 0-1 0 0,0-1 1 0 0,-1 1-1 0 0,0 0 1 0 0,1-1-1 0 0,-1 1 1 0 0,1-1-1 0 0,-1 1 1 0 0,0-1 0 0 0,1 1-1 0 0,-1-1 1 0 0,0 1-1 0 0,1-1 1 0 0,-1 0-1 0 0,0 1 1 0 0,0-1-1 0 0,1 0 1 0 0,-2 1-1 0 0,-28 12-46 0 0,-51 14-1021 0 0,61-21 552 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7.4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8754 0 0,'0'-1'245'0'0,"0"-1"1"0"0,0 1 0 0 0,0 0-1 0 0,0-1 1 0 0,0 1-1 0 0,0-1 1 0 0,1 1 0 0 0,-1 0-1 0 0,1 0 1 0 0,-1-1-1 0 0,1 1 1 0 0,-1 0-1 0 0,1 0 1 0 0,0-1 0 0 0,-1 1-1 0 0,3-1 1 0 0,4 2 2974 0 0,1 14-2099 0 0,5 37 27 0 0,-3 0-1 0 0,-1 1 1 0 0,2 103-1 0 0,-7-90-794 0 0,8 140-2904 0 0,-11-172-4564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7.8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1 206 2761 0 0,'2'-3'36'0'0,"0"-1"0"0"0,0 1 0 0 0,0 0 1 0 0,1-1-1 0 0,-1 1 0 0 0,1 0 1 0 0,0 0-1 0 0,0 1 0 0 0,0-1 1 0 0,0 1-1 0 0,0-1 0 0 0,5-1 0 0 0,48-22 594 0 0,-28 14-374 0 0,197-75 2631 0 0,-65 46 5345 0 0,-160 41-8173 0 0,-5 14 1772 0 0,-17 29-526 0 0,2-6-582 0 0,15-24-646 0 0,1 0-1 0 0,0 0 1 0 0,1 0 0 0 0,0 1-1 0 0,1-1 1 0 0,0 1 0 0 0,2 0 0 0 0,-1-1-1 0 0,2 1 1 0 0,1 16 0 0 0,-1-24-75 0 0,1-1 0 0 0,-1 1 0 0 0,1 0-1 0 0,-1-1 1 0 0,2 0 0 0 0,-1 1 0 0 0,1-1 0 0 0,-1 0 0 0 0,1 0 0 0 0,1 0-1 0 0,5 7 1 0 0,-5-9 29 0 0,-1 0-1 0 0,1 0 1 0 0,-1-1-1 0 0,1 1 1 0 0,0-1 0 0 0,0 0-1 0 0,0 0 1 0 0,0 0-1 0 0,0-1 1 0 0,1 1-1 0 0,-1-1 1 0 0,0 0-1 0 0,1 0 1 0 0,-1-1-1 0 0,1 1 1 0 0,8-1-1 0 0,-8 0 47 0 0,0 0 0 0 0,0-1-1 0 0,1 1 1 0 0,-1-1 0 0 0,0 0-1 0 0,0-1 1 0 0,0 1 0 0 0,0-1-1 0 0,0 0 1 0 0,0 0-1 0 0,0-1 1 0 0,-1 0 0 0 0,1 1-1 0 0,-1-1 1 0 0,0-1 0 0 0,0 1-1 0 0,0-1 1 0 0,4-4 0 0 0,-4 2-19 0 0,1 0 1 0 0,-1 0 0 0 0,0 0-1 0 0,-1-1 1 0 0,1 0 0 0 0,-1 0-1 0 0,-1 0 1 0 0,1 0 0 0 0,-1 0-1 0 0,0 0 1 0 0,1-15 0 0 0,-2 13-47 0 0,-1 1 1 0 0,0-1-1 0 0,0 1 1 0 0,-1-1-1 0 0,0 1 1 0 0,0-1-1 0 0,-1 1 1 0 0,0 0-1 0 0,-1 0 1 0 0,-5-13-1 0 0,5 16-26 0 0,1 0 0 0 0,-1 0-1 0 0,0 0 1 0 0,-1 1 0 0 0,1-1-1 0 0,-1 1 1 0 0,0 0-1 0 0,0 0 1 0 0,0 0 0 0 0,-1 0-1 0 0,1 1 1 0 0,-1 0 0 0 0,0 0-1 0 0,0 0 1 0 0,0 0 0 0 0,-7-2-1 0 0,5 3-596 0 0,0 0 0 0 0,0 1 0 0 0,0 0 0 0 0,0 0 0 0 0,-13 0 0 0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8.1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11522 0 0,'1'0'136'0'0,"0"-1"-1"0"0,0 0 0 0 0,1 1 0 0 0,-1 0 0 0 0,0-1 0 0 0,1 1 0 0 0,-1 0 1 0 0,0 0-1 0 0,1-1 0 0 0,-1 1 0 0 0,0 0 0 0 0,1 1 0 0 0,-1-1 1 0 0,0 0-1 0 0,1 0 0 0 0,-1 0 0 0 0,0 1 0 0 0,0-1 0 0 0,1 1 0 0 0,-1-1 1 0 0,0 1-1 0 0,2 0 0 0 0,0 1 195 0 0,-1 0 1 0 0,1 0-1 0 0,0 1 0 0 0,-1-1 1 0 0,0 1-1 0 0,0-1 0 0 0,1 1 1 0 0,2 5-1 0 0,0 2 305 0 0,0 1 0 0 0,0-1 0 0 0,-1 1 0 0 0,4 16 0 0 0,23 158 1068 0 0,-13-56-1855 0 0,-10-93-520 0 0,-2 0-206 0 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8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4 320 1840 0 0,'-1'-2'59'0'0,"1"0"-1"0"0,-1 0 1 0 0,1 1-1 0 0,-1-1 1 0 0,1 0-1 0 0,0 0 1 0 0,0 0-1 0 0,0 0 1 0 0,0 0-1 0 0,0 0 1 0 0,0 0-1 0 0,1 0 0 0 0,-1 0 1 0 0,1 0-1 0 0,-1 1 1 0 0,1-1-1 0 0,0 0 1 0 0,0 0-1 0 0,0 1 1 0 0,-1-1-1 0 0,3-2 1 0 0,24-38 942 0 0,-26 40-1000 0 0,12-15 440 0 0,1 1 0 0 0,0 0 0 0 0,2 1-1 0 0,0 1 1 0 0,22-16 0 0 0,93-54 2479 0 0,-119 77-2668 0 0,41-19 1656 0 0,-50 25-1640 0 0,0 0-1 0 0,0 0 1 0 0,0 0-1 0 0,0 0 1 0 0,0 0-1 0 0,0 1 1 0 0,0-1-1 0 0,0 1 1 0 0,0 0-1 0 0,0 0 1 0 0,0 0-1 0 0,1 0 1 0 0,-1 1 0 0 0,0-1-1 0 0,0 1 1 0 0,4 1-1 0 0,-6-1-134 0 0,1 0-1 0 0,-1 1 1 0 0,0-1-1 0 0,1 0 1 0 0,-1 1-1 0 0,0-1 1 0 0,0 1-1 0 0,0-1 0 0 0,0 1 1 0 0,0 0-1 0 0,0 0 1 0 0,-1-1-1 0 0,1 1 1 0 0,0 0-1 0 0,-1 0 1 0 0,0-1-1 0 0,1 1 1 0 0,-1 0-1 0 0,0 3 1 0 0,-1 42 745 0 0,0-31-481 0 0,0 14 70 0 0,-1-10-305 0 0,1-1-1 0 0,1 1 0 0 0,1 0 1 0 0,0-1-1 0 0,2 1 0 0 0,0-1 0 0 0,7 21 1 0 0,-10-38-159 0 0,1-1 0 0 0,-1 1-1 0 0,1-1 1 0 0,-1 0 0 0 0,1 1 0 0 0,-1-1 0 0 0,1 0 0 0 0,0 1 0 0 0,0-1 0 0 0,-1 0 0 0 0,1 0 0 0 0,0 0-1 0 0,0 0 1 0 0,0 0 0 0 0,1 0 0 0 0,-1 0 0 0 0,0 0 0 0 0,0 0 0 0 0,0 0 0 0 0,1-1 0 0 0,-1 1 0 0 0,0-1-1 0 0,1 1 1 0 0,2 0 0 0 0,-2-1-4 0 0,0 0-1 0 0,0-1 0 0 0,0 1 1 0 0,-1 0-1 0 0,1-1 0 0 0,0 0 1 0 0,0 1-1 0 0,0-1 0 0 0,0 0 1 0 0,-1 0-1 0 0,1 0 0 0 0,0 0 1 0 0,-1 0-1 0 0,1-1 0 0 0,2-2 1 0 0,4-4-12 0 0,0-2 1 0 0,0 1 0 0 0,-1-1-1 0 0,10-18 1 0 0,2-10-58 0 0,-9 17 216 0 0,1 0 0 0 0,18-27-1 0 0,-26 44-120 0 0,0-1 0 0 0,1 1 0 0 0,0 0 0 0 0,-1 0 0 0 0,2 0 0 0 0,-1 1-1 0 0,0-1 1 0 0,1 1 0 0 0,-1 0 0 0 0,1 0 0 0 0,0 1 0 0 0,0-1 0 0 0,0 1-1 0 0,0 0 1 0 0,8-2 0 0 0,-12 4-21 0 0,1 1 1 0 0,-1-1-1 0 0,1 0 0 0 0,-1 0 0 0 0,1 0 1 0 0,-1 1-1 0 0,0-1 0 0 0,1 1 0 0 0,-1-1 0 0 0,1 1 1 0 0,-1 0-1 0 0,0-1 0 0 0,0 1 0 0 0,1 0 1 0 0,-1 0-1 0 0,0 0 0 0 0,0 0 0 0 0,0 0 1 0 0,0 0-1 0 0,0 0 0 0 0,0 0 0 0 0,0 0 0 0 0,-1 1 1 0 0,1-1-1 0 0,0 0 0 0 0,0 1 0 0 0,0 1 1 0 0,14 40-74 0 0,-14-42 66 0 0,6 29-387 0 0,22 67 278 0 0,-1-35-7010 0 0,-15-39 547 0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8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0 412 1376 0 0,'8'-37'4064'0'0,"-7"29"-2795"0"0,0 0-1 0 0,1 0 1 0 0,0 1-1 0 0,0-1 0 0 0,1 1 1 0 0,6-13-1 0 0,-7 17-947 0 0,1-1-1 0 0,0 0 0 0 0,0 0 1 0 0,0 1-1 0 0,1 0 0 0 0,-1 0 1 0 0,1 0-1 0 0,7-5 0 0 0,19-11 511 0 0,0-1-1 0 0,44-40 0 0 0,-66 53-823 0 0,-1 0 1 0 0,0 0-1 0 0,0-1 1 0 0,-1 0-1 0 0,0-1 1 0 0,0 1-1 0 0,-1-1 0 0 0,0 0 1 0 0,-1 0-1 0 0,0-1 1 0 0,0 1-1 0 0,-1-1 0 0 0,-1 0 1 0 0,3-11-1 0 0,-5 19-9 0 0,0 1 0 0 0,1-1 0 0 0,-1 1 0 0 0,0-1 0 0 0,0 1 1 0 0,0 0-1 0 0,0-1 0 0 0,0 1 0 0 0,-1-1 0 0 0,1 1 0 0 0,0-1 0 0 0,-1 1 0 0 0,1 0 0 0 0,-1-1 0 0 0,1 1 0 0 0,-1 0 0 0 0,0-1 0 0 0,1 1 0 0 0,-2-1 0 0 0,1 1 7 0 0,0 1 0 0 0,1-1 0 0 0,-1 1 0 0 0,0 0 0 0 0,0-1 0 0 0,0 1 0 0 0,0 0 0 0 0,0-1 0 0 0,1 1 0 0 0,-1 0 0 0 0,0 0 1 0 0,0 0-1 0 0,0 0 0 0 0,0 0 0 0 0,0 0 0 0 0,0 0 0 0 0,0 0 0 0 0,0 1 0 0 0,1-1 0 0 0,-1 0 0 0 0,0 0 0 0 0,-1 1 0 0 0,-3 1 57 0 0,0 1-1 0 0,0-1 1 0 0,1 1 0 0 0,-1 0-1 0 0,1 0 1 0 0,0 0 0 0 0,0 1 0 0 0,-6 5-1 0 0,3-1 16 0 0,1 1 0 0 0,0 0 0 0 0,0-1 0 0 0,1 2 0 0 0,0-1 0 0 0,0 1-1 0 0,1-1 1 0 0,1 1 0 0 0,0 0 0 0 0,0 1 0 0 0,1-1 0 0 0,0 0 0 0 0,0 1-1 0 0,1 0 1 0 0,1 20 0 0 0,1-24-70 0 0,0-1 0 0 0,0 1 0 0 0,0 0 0 0 0,1-1 0 0 0,0 1 0 0 0,1-1 0 0 0,-1 1 0 0 0,1-1 0 0 0,0 0 0 0 0,1 0 0 0 0,-1 0 0 0 0,1-1 0 0 0,0 1 0 0 0,1-1 0 0 0,-1 0 0 0 0,1 0 0 0 0,0-1 0 0 0,0 1 0 0 0,1-1 0 0 0,-1 0 0 0 0,1 0-1 0 0,0-1 1 0 0,0 0 0 0 0,0 0 0 0 0,12 4 0 0 0,-7-4-503 0 0,1 0-1 0 0,0-1 1 0 0,-1 0-1 0 0,1-1 1 0 0,0 0-1 0 0,23-2 1 0 0,-4-2-6226 0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39.5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46 5065 0 0,'2'-6'256'0'0,"6"-16"3442"0"0,-8 21-3442 0 0,1 1 1 0 0,-1-1-1 0 0,0 0 0 0 0,0 0 1 0 0,0 1-1 0 0,1-1 0 0 0,-1 0 0 0 0,0 0 1 0 0,0 1-1 0 0,0-1 0 0 0,0 0 1 0 0,0 0-1 0 0,0 1 0 0 0,0-1 0 0 0,-1 0 1 0 0,1 0-1 0 0,0 1 0 0 0,0-1 1 0 0,-1 0-1 0 0,1 1 0 0 0,0-1 1 0 0,-1 0-1 0 0,0 1-104 0 0,0-1-1 0 0,0 1 1 0 0,1 0 0 0 0,-1 0 0 0 0,0 0 0 0 0,0 1 0 0 0,0-1-1 0 0,0 0 1 0 0,1 0 0 0 0,-1 0 0 0 0,0 1 0 0 0,0-1 0 0 0,0 0-1 0 0,1 1 1 0 0,-1-1 0 0 0,0 0 0 0 0,1 1 0 0 0,-1-1-1 0 0,0 1 1 0 0,1-1 0 0 0,-1 1 0 0 0,0 0 0 0 0,1-1 0 0 0,-1 2-1 0 0,-16 16 824 0 0,17-17-895 0 0,-8 8 182 0 0,1 0 1 0 0,1 0-1 0 0,-1 1 0 0 0,2 0 0 0 0,-1 1 0 0 0,-6 19 0 0 0,11-26-234 0 0,0 0 0 0 0,0-1-1 0 0,0 1 1 0 0,1 0 0 0 0,-1 0-1 0 0,1 0 1 0 0,0 0 0 0 0,1 0-1 0 0,-1 0 1 0 0,1 0 0 0 0,-1 0-1 0 0,1 0 1 0 0,0-1 0 0 0,1 1-1 0 0,-1 0 1 0 0,1 0 0 0 0,-1-1-1 0 0,1 1 1 0 0,0-1 0 0 0,0 0-1 0 0,1 1 1 0 0,-1-1 0 0 0,4 3-1 0 0,8 7-22 0 0,0-2-1 0 0,0 1 0 0 0,1-2 1 0 0,1 0-1 0 0,23 11 1 0 0,-23-14-4 0 0,-1 1 1 0 0,-1 1-1 0 0,1 1 1 0 0,-1 0 0 0 0,-1 0-1 0 0,17 18 1 0 0,-28-26 1 0 0,-1-1-1 0 0,0 0 1 0 0,0 1 0 0 0,0 0 0 0 0,0-1 0 0 0,0 1-1 0 0,0 0 1 0 0,0-1 0 0 0,0 1 0 0 0,-1 0 0 0 0,1 0 0 0 0,-1 0-1 0 0,1 0 1 0 0,-1 0 0 0 0,0 0 0 0 0,0-1 0 0 0,0 1-1 0 0,0 0 1 0 0,0 0 0 0 0,0 0 0 0 0,0 0 0 0 0,-1 0-1 0 0,0 2 1 0 0,-1 0 9 0 0,1 0 0 0 0,-1-1 0 0 0,0 0 0 0 0,0 1 1 0 0,-1-1-1 0 0,1 0 0 0 0,-1 0 0 0 0,0 0 0 0 0,1-1 0 0 0,-1 1 0 0 0,-4 2 0 0 0,0 0 3 0 0,0 0 1 0 0,0-1 0 0 0,-1 0-1 0 0,1 0 1 0 0,-1-1 0 0 0,0 0-1 0 0,0 0 1 0 0,0 0 0 0 0,0-1-1 0 0,-15 1 1 0 0,7-7-2201 0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0.0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5985 0 0,'1'-1'273'0'0,"0"0"0"0"0,1 0-1 0 0,-1 1 1 0 0,1-1-1 0 0,-1 0 1 0 0,1 1 0 0 0,-1-1-1 0 0,1 1 1 0 0,-1 0-1 0 0,1-1 1 0 0,0 1 0 0 0,-1 0-1 0 0,1 0 1 0 0,-1 0-1 0 0,1 0 1 0 0,0 0 0 0 0,-1 0-1 0 0,1 1 1 0 0,-1-1 0 0 0,1 0-1 0 0,-1 1 1 0 0,1 0-1 0 0,-1-1 1 0 0,1 1 0 0 0,-1 0-1 0 0,1-1 1 0 0,-1 1-1 0 0,0 0 1 0 0,0 0 0 0 0,1 0-1 0 0,-1 0 1 0 0,0 0 0 0 0,0 1-1 0 0,0-1 1 0 0,0 0-1 0 0,0 1 1 0 0,0-1 0 0 0,0 2-1 0 0,4 6 476 0 0,-1 1-1 0 0,-1 0 1 0 0,0-1-1 0 0,0 1 1 0 0,1 12-1 0 0,5 17-324 0 0,-6-32-336 0 0,1 0-1 0 0,0 0 1 0 0,0 0 0 0 0,0-1 0 0 0,1 0 0 0 0,0 1 0 0 0,0-2 0 0 0,0 1 0 0 0,13 9 0 0 0,-16-13-77 0 0,0 0 0 0 0,0-1 1 0 0,0 0-1 0 0,1 1 0 0 0,-1-1 0 0 0,0 0 1 0 0,1 0-1 0 0,-1 0 0 0 0,1-1 0 0 0,-1 1 1 0 0,1-1-1 0 0,0 1 0 0 0,-1-1 1 0 0,1 0-1 0 0,-1 0 0 0 0,1 0 0 0 0,0 0 1 0 0,-1 0-1 0 0,1-1 0 0 0,-1 1 1 0 0,1-1-1 0 0,-1 0 0 0 0,1 0 0 0 0,-1 0 1 0 0,1 0-1 0 0,-1 0 0 0 0,0 0 0 0 0,1-1 1 0 0,-1 1-1 0 0,0-1 0 0 0,0 1 1 0 0,3-4-1 0 0,3-4 41 0 0,1-1 0 0 0,-1 0 0 0 0,-1-1 0 0 0,0 0 0 0 0,0 0 1 0 0,-1 0-1 0 0,7-19 0 0 0,-2 2-28 0 0,-2-1 1 0 0,7-32 0 0 0,-15 50-23 0 0,0-8-3 0 0,3 21 6 0 0,4 13 9 0 0,3 11 111 0 0,8 37 0 0 0,-15-46-80 0 0,1 0 0 0 0,0-1 0 0 0,1 1 0 0 0,0-1 1 0 0,2-1-1 0 0,0 1 0 0 0,0-1 0 0 0,17 21 0 0 0,-23-34-145 0 0,-1 0-1 0 0,1-1 0 0 0,-1 1 1 0 0,1-1-1 0 0,0 1 0 0 0,0-1 1 0 0,0 0-1 0 0,0 1 0 0 0,0-1 0 0 0,0 0 1 0 0,0 0-1 0 0,0-1 0 0 0,0 1 1 0 0,0 0-1 0 0,1-1 0 0 0,-1 1 0 0 0,0-1 1 0 0,0 0-1 0 0,1 1 0 0 0,-1-1 1 0 0,0 0-1 0 0,5-1 0 0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0.5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4609 0 0,'14'-7'10002'0'0,"-10"8"-8788"0"0,4 1-803 0 0,0 1-1 0 0,-1 0 1 0 0,0 1 0 0 0,1 0 0 0 0,-1 0 0 0 0,-1 0 0 0 0,1 1 0 0 0,-1 0 0 0 0,1 0-1 0 0,-1 1 1 0 0,-1-1 0 0 0,9 12 0 0 0,-8-9-359 0 0,-1-1 0 0 0,0 1 0 0 0,0 0 1 0 0,-1 0-1 0 0,-1 1 0 0 0,1-1 0 0 0,-1 1 0 0 0,0 0 0 0 0,-1 0 0 0 0,0 0 1 0 0,-1 0-1 0 0,0 0 0 0 0,0 0 0 0 0,-1 1 0 0 0,0-1 0 0 0,0 0 0 0 0,-1 0 1 0 0,-3 13-1 0 0,4-22-47 0 0,0 1-1 0 0,0 0 1 0 0,0 0 0 0 0,0-1 0 0 0,-1 1-1 0 0,1 0 1 0 0,0-1 0 0 0,0 1 0 0 0,-1 0-1 0 0,1 0 1 0 0,0-1 0 0 0,-1 1 0 0 0,1 0-1 0 0,-1-1 1 0 0,1 1 0 0 0,0-1 0 0 0,-1 1-1 0 0,0-1 1 0 0,1 1 0 0 0,-1-1 0 0 0,1 1-1 0 0,-1-1 1 0 0,0 1 0 0 0,1-1 0 0 0,-1 0-1 0 0,0 1 1 0 0,1-1 0 0 0,-2 1 0 0 0,0-2 9 0 0,1 1 1 0 0,0 0 0 0 0,0-1-1 0 0,0 1 1 0 0,0-1 0 0 0,0 1-1 0 0,0-1 1 0 0,0 1 0 0 0,0-1-1 0 0,0 0 1 0 0,0 1 0 0 0,0-1-1 0 0,0 0 1 0 0,0 0 0 0 0,-1-1-1 0 0,-3-4 45 0 0,1 0 0 0 0,0 0 0 0 0,0 0 0 0 0,0 0-1 0 0,-2-7 1 0 0,4 3-162 0 0,-1 0 1 0 0,2 0-1 0 0,-1-1 0 0 0,1 1 0 0 0,1 0 0 0 0,0-1 0 0 0,1 1 0 0 0,0 0 1 0 0,0-1-1 0 0,1 1 0 0 0,0 0 0 0 0,1 0 0 0 0,0 0 0 0 0,1 0 0 0 0,8-16 1 0 0,3-3-7524 0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0.9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177 48 1376 0 0,'-15'-24'1333'0'0,"13"22"-757"0"0,1 0-1 0 0,-1 0 1 0 0,0 0-1 0 0,0 0 1 0 0,0 0 0 0 0,-1 1-1 0 0,1-1 1 0 0,0 1-1 0 0,-1 0 1 0 0,1 0-1 0 0,-1 0 1 0 0,1 0 0 0 0,-1 0-1 0 0,1 0 1 0 0,-1 1-1 0 0,0-1 1 0 0,1 1 0 0 0,-1-1-1 0 0,0 1 1 0 0,1 0-1 0 0,-1 0 1 0 0,-3 1-1 0 0,2 0-332 0 0,0 0-1 0 0,0 0 0 0 0,-1 1 0 0 0,1-1 0 0 0,0 1 0 0 0,0 0 0 0 0,0 0 1 0 0,1 0-1 0 0,-1 1 0 0 0,0-1 0 0 0,1 1 0 0 0,0 0 0 0 0,0 0 0 0 0,0 0 0 0 0,0 1 1 0 0,0-1-1 0 0,0 1 0 0 0,1-1 0 0 0,0 1 0 0 0,0 0 0 0 0,0 0 0 0 0,0 0 1 0 0,0 0-1 0 0,1 0 0 0 0,-2 7 0 0 0,-2 11-69 0 0,0 0 0 0 0,1 0-1 0 0,-1 36 1 0 0,5-58-165 0 0,-3 71 499 0 0,9 127-1 0 0,-1-155-995 0 0,12 48 0 0 0,-9-61-1730 0 0,1-1 1 0 0,17 38 0 0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1.0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12 247 1840 0 0,'-2'-2'64'0'0,"1"0"0"0"0,0-1 0 0 0,-1 1 0 0 0,1 0 0 0 0,0-1 0 0 0,1 1 0 0 0,-1-1 0 0 0,0 1 0 0 0,1-1-1 0 0,-1 0 1 0 0,1 1 0 0 0,0-1 0 0 0,0 1 0 0 0,0-1 0 0 0,0 0 0 0 0,0 1 0 0 0,1-3 0 0 0,1-1 239 0 0,0 0 0 0 0,-1 0 1 0 0,2 1-1 0 0,-1-1 0 0 0,1 1 1 0 0,0 0-1 0 0,5-7 0 0 0,-2 3 86 0 0,0 1-1 0 0,1 0 1 0 0,0 1-1 0 0,0 0 1 0 0,1 0-1 0 0,0 0 1 0 0,1 1-1 0 0,15-9 1 0 0,12 0-1035 0 0,70-19 0 0 0,-40 15-388 0 0,-45 12-1409 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1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3 5065 0 0,'-10'-2'11553'0'0,"0"8"-11141"0"0,0 1 0 0 0,0 1-1 0 0,1-1 1 0 0,0 2 0 0 0,1-1 0 0 0,0 1-1 0 0,0 0 1 0 0,0 1 0 0 0,-6 13 0 0 0,10-18-339 0 0,1 1-1 0 0,-1 0 1 0 0,2 0 0 0 0,-1 0 0 0 0,1 0 0 0 0,0 1 0 0 0,0-1 0 0 0,0 0 0 0 0,1 1 0 0 0,0 0 0 0 0,0-1-1 0 0,1 1 1 0 0,0-1 0 0 0,0 1 0 0 0,1 0 0 0 0,0-1 0 0 0,0 1 0 0 0,4 12 0 0 0,-5-18-72 0 0,0 0 0 0 0,0 0 0 0 0,1 0 0 0 0,-1 0 0 0 0,1 0 1 0 0,-1 0-1 0 0,1-1 0 0 0,-1 1 0 0 0,1 0 0 0 0,-1 0 0 0 0,1 0 0 0 0,0-1 1 0 0,0 1-1 0 0,-1 0 0 0 0,1-1 0 0 0,0 1 0 0 0,0 0 0 0 0,0-1 0 0 0,0 1 0 0 0,-1-1 1 0 0,1 0-1 0 0,0 1 0 0 0,0-1 0 0 0,0 0 0 0 0,0 1 0 0 0,0-1 0 0 0,0 0 1 0 0,0 0-1 0 0,0 0 0 0 0,0 0 0 0 0,0 0 0 0 0,0 0 0 0 0,0 0 0 0 0,0 0 1 0 0,0 0-1 0 0,0-1 0 0 0,0 1 0 0 0,0 0 0 0 0,0-1 0 0 0,0 1 0 0 0,0 0 0 0 0,0-1 1 0 0,0 1-1 0 0,0-1 0 0 0,0 0 0 0 0,-1 1 0 0 0,1-1 0 0 0,0 0 0 0 0,0 1 1 0 0,-1-1-1 0 0,2-1 0 0 0,3-3 20 0 0,0 0 1 0 0,-1 0-1 0 0,1 0 1 0 0,-1-1-1 0 0,0 1 1 0 0,4-9-1 0 0,16-40 17 0 0,-16 34-21 0 0,1 1 0 0 0,0 0 1 0 0,19-26-1 0 0,-27 43-15 0 0,0 1 0 0 0,-1 0-1 0 0,1 0 1 0 0,0-1 0 0 0,0 1 0 0 0,0 0 0 0 0,0 0 0 0 0,1 0 0 0 0,-1 0 0 0 0,0 1 0 0 0,0-1-1 0 0,1 0 1 0 0,-1 0 0 0 0,0 1 0 0 0,1-1 0 0 0,-1 1 0 0 0,0-1 0 0 0,4 0 0 0 0,-4 1 2 0 0,0 0 0 0 0,0 1 0 0 0,0-1 0 0 0,0 0 0 0 0,0 1 0 0 0,0-1 0 0 0,0 0 0 0 0,-1 1 0 0 0,1 0 0 0 0,0-1 0 0 0,0 1 0 0 0,0-1 0 0 0,0 1 0 0 0,-1 0 0 0 0,1-1 0 0 0,0 1 0 0 0,0 0 0 0 0,-1 0 0 0 0,1 0 0 0 0,0 1 0 0 0,4 7 30 0 0,-1 0 1 0 0,0 0-1 0 0,-1 0 1 0 0,4 16-1 0 0,-2-8-14 0 0,-2-7-145 0 0,1-1-1 0 0,0 1 1 0 0,0-1 0 0 0,1 0 0 0 0,0-1-1 0 0,0 1 1 0 0,1-1 0 0 0,0 0 0 0 0,1 0-1 0 0,-1-1 1 0 0,15 12 0 0 0,-4-8-1301 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1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52 3681 0 0,'-8'-11'3525'0'0,"6"6"-2503"0"0,-1 1 1 0 0,0 0-1 0 0,0-1 0 0 0,0 1 1 0 0,0 1-1 0 0,-1-1 0 0 0,-3-3 1 0 0,5 6-911 0 0,1 0 1 0 0,0 1 0 0 0,0-1-1 0 0,-1 1 1 0 0,1-1 0 0 0,0 1-1 0 0,-1 0 1 0 0,1-1 0 0 0,0 1-1 0 0,-1 0 1 0 0,1 0 0 0 0,0 0-1 0 0,-1 0 1 0 0,1 0 0 0 0,0 0-1 0 0,-1 1 1 0 0,1-1 0 0 0,0 0-1 0 0,-1 1 1 0 0,1-1 0 0 0,0 1-1 0 0,-1-1 1 0 0,1 1 0 0 0,0-1-1 0 0,0 1 1 0 0,0 0 0 0 0,0 0-1 0 0,0 0 1 0 0,0-1 0 0 0,0 1-1 0 0,0 0 1 0 0,-1 2 0 0 0,-10 8 170 0 0,2 1 1 0 0,0 0 0 0 0,0 1-1 0 0,1 0 1 0 0,0 0 0 0 0,2 1 0 0 0,-1 0-1 0 0,-10 30 1 0 0,15-35-218 0 0,0-1-1 0 0,1 1 1 0 0,0 0 0 0 0,0 0-1 0 0,1 0 1 0 0,0 0 0 0 0,0 0 0 0 0,1 1-1 0 0,0-1 1 0 0,1 0 0 0 0,0 0-1 0 0,1 0 1 0 0,0 0 0 0 0,0 0-1 0 0,0 0 1 0 0,8 15 0 0 0,-7-20-73 0 0,-1 0-1 0 0,1 0 1 0 0,0 0 0 0 0,1-1-1 0 0,-1 1 1 0 0,1-1 0 0 0,-1 0-1 0 0,1 1 1 0 0,0-2 0 0 0,0 1-1 0 0,1 0 1 0 0,-1-1 0 0 0,0 0-1 0 0,1 0 1 0 0,0 0 0 0 0,-1-1-1 0 0,1 1 1 0 0,0-1-1 0 0,0 0 1 0 0,-1-1 0 0 0,1 1-1 0 0,0-1 1 0 0,0 0 0 0 0,0 0-1 0 0,9-2 1 0 0,4 0-146 0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2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18 255 7370 0 0,'-16'13'715'0'0,"16"-13"-668"0"0,0 0 1 0 0,0 1-1 0 0,0-1 0 0 0,-1 1 1 0 0,1-1-1 0 0,0 0 0 0 0,0 1 1 0 0,0-1-1 0 0,0 1 1 0 0,0-1-1 0 0,0 1 0 0 0,0-1 1 0 0,0 0-1 0 0,0 1 1 0 0,0-1-1 0 0,0 1 0 0 0,0-1 1 0 0,0 1-1 0 0,0-1 0 0 0,0 0 1 0 0,0 1-1 0 0,0-1 1 0 0,1 1-1 0 0,-1-1 0 0 0,0 1 1 0 0,2 0 106 0 0,0 1 0 0 0,0-1 0 0 0,0 1 0 0 0,0-1 0 0 0,0 0 0 0 0,0 0 0 0 0,0 0 0 0 0,0 0 0 0 0,0 0 0 0 0,1 0 0 0 0,-1-1 0 0 0,0 1 0 0 0,0-1-1 0 0,3 1 1 0 0,1 0 151 0 0,-1 0 1 0 0,1-1-1 0 0,-1 0 0 0 0,1 0 0 0 0,-1 0 0 0 0,1 0 0 0 0,0-1 0 0 0,-1 0 0 0 0,0 0 0 0 0,1-1 0 0 0,-1 0 0 0 0,0 0 0 0 0,8-3 0 0 0,-5 0-159 0 0,-1 1 1 0 0,0-1 0 0 0,0-1-1 0 0,0 1 1 0 0,-1-1 0 0 0,1 0-1 0 0,-2-1 1 0 0,7-7 0 0 0,-3 0-378 0 0,1-1 0 0 0,-2 0 0 0 0,0 0 0 0 0,0-1 1 0 0,-2 0-1 0 0,0 0 0 0 0,-1 0 0 0 0,4-22 0 0 0,-8 35 49 0 0,0-1 1 0 0,-1 0-1 0 0,0 0 0 0 0,1 0 0 0 0,-1 0 0 0 0,-1 0 0 0 0,1 0 0 0 0,-1 0 0 0 0,1 0 1 0 0,-3-7-1 0 0,2 11 134 0 0,1-1 1 0 0,0 0 0 0 0,-1 0-1 0 0,1 0 1 0 0,-1 1-1 0 0,0-1 1 0 0,1 0-1 0 0,-1 1 1 0 0,1-1 0 0 0,-1 0-1 0 0,0 1 1 0 0,0-1-1 0 0,1 1 1 0 0,-1-1 0 0 0,0 1-1 0 0,0-1 1 0 0,1 1-1 0 0,-1 0 1 0 0,-2-1-1 0 0,1 1 55 0 0,1 0-1 0 0,-1 0 1 0 0,0 0-1 0 0,0 0 1 0 0,0 0-1 0 0,1 0 1 0 0,-1 1-1 0 0,0-1 1 0 0,0 1-1 0 0,1-1 1 0 0,-1 1-1 0 0,0 0 1 0 0,-2 1-1 0 0,-2 1 261 0 0,-1 1 0 0 0,1 0-1 0 0,1 0 1 0 0,-1 0-1 0 0,1 1 1 0 0,-1 0 0 0 0,1 0-1 0 0,1 0 1 0 0,-1 0 0 0 0,1 1-1 0 0,-5 7 1 0 0,7-10-83 0 0,1 1 0 0 0,-1-1 1 0 0,1 1-1 0 0,0-1 0 0 0,0 1 0 0 0,0 0 1 0 0,0-1-1 0 0,1 1 0 0 0,0 0 0 0 0,-1 0 1 0 0,1 0-1 0 0,0-1 0 0 0,1 1 1 0 0,-1 0-1 0 0,1 0 0 0 0,0-1 0 0 0,0 1 1 0 0,0 0-1 0 0,0-1 0 0 0,1 1 0 0 0,-1-1 1 0 0,4 6-1 0 0,-2-3-169 0 0,0 0 0 0 0,1 0 0 0 0,0-1 1 0 0,0 1-1 0 0,0-1 0 0 0,1 1 0 0 0,0-1 1 0 0,0-1-1 0 0,0 1 0 0 0,0-1 0 0 0,1 0 0 0 0,0 0 1 0 0,0 0-1 0 0,0-1 0 0 0,0 0 0 0 0,0 0 0 0 0,1-1 1 0 0,-1 0-1 0 0,14 3 0 0 0,1-2-730 0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2.1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 19812 0 0,'-9'1'1761'0'0,"4"1"-1409"0"0,5-1-280 0 0,3-1-72 0 0,2 0 112 0 0,-1-1 8 0 0,2-1 0 0 0,2-1 0 0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8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13363 0 0,'4'26'5490'0'0,"3"40"-3531"0"0,1 6-1529 0 0,19 139 417 0 0,41 242-3144 0 0,-59-412 501 0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8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 7370 0 0,'3'-4'184'0'0,"1"0"0"0"0,0 0 1 0 0,0 0-1 0 0,0 0 0 0 0,0 1 0 0 0,0 0 1 0 0,1 0-1 0 0,-1 0 0 0 0,6-2 1 0 0,50-20 1657 0 0,-46 20-1615 0 0,0-1 138 0 0,-1 2 0 0 0,1 0 0 0 0,0 0 0 0 0,0 1 0 0 0,1 1 0 0 0,-1 0 0 0 0,0 1-1 0 0,19 1 1 0 0,-28 1-448 0 0,1-1 0 0 0,0 1-1 0 0,-1 0 1 0 0,1 1 0 0 0,-1-1 0 0 0,1 1-1 0 0,-1 0 1 0 0,1 0 0 0 0,-1 1 0 0 0,0 0-1 0 0,0 0 1 0 0,0 0 0 0 0,-1 0 0 0 0,1 1-1 0 0,-1 0 1 0 0,0 0 0 0 0,0 0 0 0 0,0 0-1 0 0,0 1 1 0 0,-1-1 0 0 0,0 1 0 0 0,0 0-1 0 0,3 6 1 0 0,4 15-963 0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8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1 198 10594 0 0,'0'-3'944'0'0,"1"0"-751"0"0,1 0-193 0 0,1 0 0 0 0,2-1 304 0 0,-1-1 24 0 0,4-6 8 0 0,2-4 0 0 0,6-5-56 0 0,3-1-16 0 0,3 0 0 0 0,2 1 0 0 0,2 3-1016 0 0,0 0-208 0 0,0 5-33 0 0,1 0-15 0 0,0 1 792 0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9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78 126 5985 0 0,'-2'-1'183'0'0,"0"0"0"0"0,0 1-1 0 0,0-1 1 0 0,0 1 0 0 0,0 0-1 0 0,0 0 1 0 0,0 0 0 0 0,0 0-1 0 0,0 0 1 0 0,0 0 0 0 0,0 0-1 0 0,0 1 1 0 0,0-1 0 0 0,1 1-1 0 0,-1-1 1 0 0,0 1 0 0 0,0 0-1 0 0,0-1 1 0 0,0 1 0 0 0,1 0-1 0 0,-1 0 1 0 0,0 1 0 0 0,1-1-1 0 0,-1 0 1 0 0,1 1 0 0 0,0-1-1 0 0,-1 0 1 0 0,1 1 0 0 0,0 0-1 0 0,0-1 1 0 0,0 1 0 0 0,0 0-1 0 0,0-1 1 0 0,-1 4 0 0 0,-2 3 78 0 0,1 0 1 0 0,0 0-1 0 0,1 0 1 0 0,0 0 0 0 0,0 1-1 0 0,1-1 1 0 0,0 1-1 0 0,0-1 1 0 0,1 0 0 0 0,0 1-1 0 0,1-1 1 0 0,0 1 0 0 0,0-1-1 0 0,1 0 1 0 0,0 1-1 0 0,0-1 1 0 0,5 12 0 0 0,-5-15-200 0 0,0-1 1 0 0,0 1-1 0 0,0 0 1 0 0,1-1-1 0 0,0 1 1 0 0,0-1-1 0 0,0 0 1 0 0,0 0-1 0 0,0 0 1 0 0,1 0 0 0 0,0 0-1 0 0,0-1 1 0 0,0 0-1 0 0,0 0 1 0 0,0 0-1 0 0,1 0 1 0 0,-1-1-1 0 0,1 0 1 0 0,0 1 0 0 0,0-2-1 0 0,0 1 1 0 0,0-1-1 0 0,0 1 1 0 0,0-1-1 0 0,0-1 1 0 0,0 1-1 0 0,0-1 1 0 0,0 0 0 0 0,8 0-1 0 0,-8-1-17 0 0,0 0-1 0 0,0 0 1 0 0,1 0-1 0 0,-1-1 1 0 0,-1 0-1 0 0,1 0 1 0 0,0 0-1 0 0,0-1 1 0 0,-1 1-1 0 0,1-1 1 0 0,-1 0-1 0 0,0 0 1 0 0,0-1 0 0 0,0 1-1 0 0,0-1 1 0 0,-1 0-1 0 0,1 0 1 0 0,-1 0-1 0 0,0 0 1 0 0,0-1-1 0 0,-1 1 1 0 0,1-1-1 0 0,-1 0 1 0 0,3-7-1 0 0,-3 4-25 0 0,0 1 0 0 0,-1-1-1 0 0,1 1 1 0 0,-1-1-1 0 0,-1 0 1 0 0,1 0 0 0 0,-2 1-1 0 0,1-1 1 0 0,-1 0-1 0 0,0 0 1 0 0,0 1 0 0 0,-1-1-1 0 0,0 1 1 0 0,0-1-1 0 0,-7-12 1 0 0,-4-1-174 0 0,0 0 0 0 0,-2 1 0 0 0,-1 0-1 0 0,-24-24 1 0 0,14 15-881 0 0,7 8-291 0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49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1 225 6913 0 0,'4'-1'73'0'0,"1"0"-1"0"0,-1 0 0 0 0,1 1 1 0 0,-1 0-1 0 0,1 0 0 0 0,-1 0 0 0 0,1 0 1 0 0,0 0-1 0 0,-1 1 0 0 0,1 0 0 0 0,-1 0 1 0 0,1 0-1 0 0,-1 1 0 0 0,0-1 0 0 0,1 1 1 0 0,-1 0-1 0 0,0 0 0 0 0,0 1 1 0 0,0-1-1 0 0,-1 1 0 0 0,1 0 0 0 0,0 0 1 0 0,3 5-1 0 0,6 6 198 0 0,-2 1 1 0 0,0 1-1 0 0,0 0 1 0 0,11 25-1 0 0,14 20 526 0 0,-36-60-665 0 0,1 0 0 0 0,0 0 1 0 0,0 0-1 0 0,0 0 0 0 0,0 0 1 0 0,0 0-1 0 0,0 0 0 0 0,0 0 1 0 0,0 0-1 0 0,0 0 1 0 0,0-1-1 0 0,1 1 0 0 0,-1 0 1 0 0,0-1-1 0 0,0 1 0 0 0,8-5 2932 0 0,-9-11-336 0 0,-6-17-1486 0 0,-21-139 3031 0 0,24 85-5830 0 0,4 62-1301 0 0,6-39 1 0 0,3 24-4417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0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26 6449 0 0,'5'-24'10786'0'0,"-7"39"-5096"0"0,-1-16-5637 0 0,0 0-21 0 0,1 0-1 0 0,0 0 1 0 0,0 0-1 0 0,1 0 1 0 0,-1 0-1 0 0,0-1 1 0 0,0 1-1 0 0,1-1 1 0 0,-1 1-1 0 0,-1-3 1 0 0,2 4 69 0 0,1 0-11 0 0,0 2-9 0 0,0-2-1 0 0,2 0-73 0 0,0 1-1 0 0,-1 0 1 0 0,1 0-1 0 0,-1 0 1 0 0,0 0-1 0 0,1 0 1 0 0,-1 0-1 0 0,0 0 1 0 0,0 1-1 0 0,1-1 1 0 0,0 2-1 0 0,-1-2-4 0 0,8 9 27 0 0,0 0 0 0 0,-1 1 0 0 0,0 0 0 0 0,-1 0 0 0 0,0 0 0 0 0,-1 1 0 0 0,0 0 0 0 0,-1 0 0 0 0,6 20 0 0 0,-2-8-42 0 0,67 200-92 0 0,10 29-18 0 0,-70-216 112 0 0,1 0-1 0 0,2-2 1 0 0,1 0-1 0 0,38 49 1 0 0,-50-73 11 0 0,1-2 0 0 0,0 1 0 0 0,14 11 0 0 0,-20-18 0 0 0,1-1 0 0 0,0 1 0 0 0,0-1 0 0 0,0 0 0 0 0,0 0 0 0 0,0 0 0 0 0,0 0 0 0 0,0-1 0 0 0,1 1 0 0 0,-1-1 0 0 0,0 0 0 0 0,1-1 0 0 0,5 1 0 0 0,-8-1 5 0 0,0 0 0 0 0,1-1-1 0 0,-1 0 1 0 0,0 1 0 0 0,0-1 0 0 0,0 0-1 0 0,-1 0 1 0 0,1 0 0 0 0,0 0 0 0 0,0 0-1 0 0,0-1 1 0 0,-1 1 0 0 0,1 0 0 0 0,0-1-1 0 0,-1 1 1 0 0,0-1 0 0 0,1 0 0 0 0,-1 1-1 0 0,0-1 1 0 0,0 0 0 0 0,0 0 0 0 0,0 0-1 0 0,1-2 1 0 0,16-49 161 0 0,-8-4 23 0 0,-2-1 0 0 0,-3 0-1 0 0,-2 0 1 0 0,-5-67 0 0 0,-1 54-326 0 0,4 0-1 0 0,11-76 1 0 0,-11 138-11 0 0,1 1 0 0 0,0 0-1 0 0,1-1 1 0 0,0 1 0 0 0,0 1 0 0 0,0-1-1 0 0,7-10 1 0 0,-9 16 37 0 0,0 1 1 0 0,0 0-1 0 0,0 0 0 0 0,0-1 0 0 0,0 1 0 0 0,0 0 0 0 0,1 0 1 0 0,-1 0-1 0 0,0 0 0 0 0,0 0 0 0 0,1 0 0 0 0,-1 1 1 0 0,1-1-1 0 0,-1 0 0 0 0,1 1 0 0 0,-1-1 0 0 0,1 1 1 0 0,1-1-1 0 0,-1 1-86 0 0,0 0 0 0 0,-1 1 0 0 0,1-1 1 0 0,0 1-1 0 0,0-1 0 0 0,-1 1 0 0 0,1-1 0 0 0,0 1 1 0 0,-1 0-1 0 0,1 0 0 0 0,0 0 0 0 0,-1 0 0 0 0,1 0 1 0 0,-1 0-1 0 0,0 0 0 0 0,1 1 0 0 0,-1-1 0 0 0,0 0 1 0 0,0 1-1 0 0,1 1 0 0 0,11 15-1575 0 0,-1 4 1058 0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1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47 2304 0 0,'-1'-11'-781'0'0,"-6"-16"12463"0"0,0 36-7597 0 0,5-3-3569 0 0,-3 10-309 0 0,1 0 0 0 0,0 0-1 0 0,1 0 1 0 0,1 1 0 0 0,1-1-1 0 0,0 1 1 0 0,2 22-1 0 0,-1-34-155 0 0,1 0-1 0 0,-1 1 0 0 0,1-1 1 0 0,0 0-1 0 0,1 0 0 0 0,-1 0 1 0 0,1 0-1 0 0,0 0 0 0 0,0 0 1 0 0,1 0-1 0 0,-1 0 0 0 0,1-1 1 0 0,0 1-1 0 0,0-1 0 0 0,1 0 1 0 0,-1 0-1 0 0,1 0 0 0 0,0-1 1 0 0,0 1-1 0 0,0-1 0 0 0,0 0 1 0 0,1 0-1 0 0,-1 0 0 0 0,1 0 1 0 0,0-1-1 0 0,0 0 0 0 0,9 3 0 0 0,-13-5-50 0 0,0 1 0 0 0,0-1 0 0 0,0 1 0 0 0,1-1 0 0 0,-1 0 0 0 0,0 1 0 0 0,0-1 0 0 0,1 0 0 0 0,-1 0 0 0 0,0 0 0 0 0,1 0 0 0 0,-1 0 0 0 0,0 0 0 0 0,1 0 0 0 0,-1 0 0 0 0,0 0 0 0 0,1-1 0 0 0,-1 1 0 0 0,0-1 0 0 0,0 1 0 0 0,0-1 0 0 0,1 1 0 0 0,-1-1 0 0 0,0 0 0 0 0,0 1 0 0 0,0-1 0 0 0,0 0 0 0 0,0 0 0 0 0,0 0 0 0 0,0 0 0 0 0,0 0 0 0 0,-1 0 0 0 0,1 0 0 0 0,0 0 0 0 0,0 0 0 0 0,-1 0 0 0 0,1-1 0 0 0,-1 1 0 0 0,1 0 0 0 0,-1 0 0 0 0,1-1 0 0 0,-1 1 0 0 0,0 0 0 0 0,0-2 0 0 0,1-2 0 0 0,-2 0 0 0 0,1 0 0 0 0,0 1 0 0 0,-1-1 0 0 0,0 0 0 0 0,0 0 0 0 0,0 1 0 0 0,-1-1 0 0 0,0 1 0 0 0,1-1 0 0 0,-4-3 0 0 0,1 0-24 0 0,0 1-1 0 0,0-1 1 0 0,1 0-1 0 0,0 0 1 0 0,0 0-1 0 0,1 0 1 0 0,0 0-1 0 0,0-1 1 0 0,1 1-1 0 0,0 0 1 0 0,1-14-1 0 0,0 18 11 0 0,1-1 0 0 0,0 1-1 0 0,0 0 1 0 0,0 0-1 0 0,0-1 1 0 0,1 1-1 0 0,0 0 1 0 0,0 0 0 0 0,0 0-1 0 0,0 1 1 0 0,0-1-1 0 0,1 0 1 0 0,0 1 0 0 0,0 0-1 0 0,0-1 1 0 0,0 1-1 0 0,0 0 1 0 0,1 1-1 0 0,-1-1 1 0 0,1 1 0 0 0,0-1-1 0 0,0 1 1 0 0,8-3-1 0 0,-8 3 4 0 0,1 0-1 0 0,0 0 0 0 0,0 0 1 0 0,0 1-1 0 0,0 0 0 0 0,0 0 0 0 0,1 0 1 0 0,-1 1-1 0 0,0 0 0 0 0,0 0 1 0 0,0 0-1 0 0,1 0 0 0 0,-1 1 0 0 0,0 0 1 0 0,0 0-1 0 0,0 0 0 0 0,0 1 1 0 0,8 3-1 0 0,-7-2 18 0 0,-1 1 0 0 0,0-1 0 0 0,0 1 0 0 0,-1 0 0 0 0,1 0 0 0 0,-1 0 0 0 0,0 0 0 0 0,0 1 0 0 0,0 0 0 0 0,0 0 0 0 0,-1 0 0 0 0,0 0 0 0 0,0 0 0 0 0,-1 1 0 0 0,4 9 0 0 0,11 40 536 0 0,-13-39-240 0 0,0 0 1 0 0,2 0 0 0 0,0 0 0 0 0,0 0 0 0 0,17 25 0 0 0,-23-40-334 0 0,1 0 1 0 0,-1 0-1 0 0,1-1 1 0 0,-1 1-1 0 0,1 0 1 0 0,-1 0-1 0 0,1-1 1 0 0,0 1-1 0 0,-1 0 1 0 0,1-1-1 0 0,0 1 1 0 0,0-1-1 0 0,-1 1 1 0 0,1-1-1 0 0,0 0 1 0 0,0 1-1 0 0,0-1 1 0 0,0 0-1 0 0,0 1 1 0 0,0-1-1 0 0,0 0 1 0 0,-1 0-1 0 0,2 0 1 0 0,1-1-663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1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42 456 0 0,'1'0'-92'0'0,"39"-42"17968"0"0,-49 61-16867 0 0,2-6-439 0 0,-7 12-14 0 0,5-11-454 0 0,1 1-1 0 0,0 0 0 0 0,1 0 1 0 0,1 0-1 0 0,0 1 0 0 0,1 0 1 0 0,-5 28-1 0 0,9-41-101 0 0,1-1 1 0 0,0 1-1 0 0,0 0 1 0 0,0 0-1 0 0,1 0 1 0 0,-1-1-1 0 0,1 1 1 0 0,-1 0-1 0 0,1-1 1 0 0,0 1-1 0 0,0 0 1 0 0,0-1-1 0 0,0 1 1 0 0,1-1-1 0 0,-1 1 1 0 0,1-1-1 0 0,-1 0 1 0 0,1 0-1 0 0,0 0 1 0 0,0 0-1 0 0,0 0 0 0 0,0 0 1 0 0,0 0-1 0 0,3 1 1 0 0,4 2-1 0 0,0-1 0 0 0,1 0 0 0 0,-1 0 0 0 0,1-1 1 0 0,14 2-1 0 0,-16-3-1 0 0,0 0 1 0 0,-1 0 0 0 0,1 0 0 0 0,-1 1-1 0 0,1 0 1 0 0,-1 0 0 0 0,0 1 0 0 0,8 5 0 0 0,-14-8 1 0 0,0 0 0 0 0,-1 0 0 0 0,1-1 0 0 0,-1 1 0 0 0,1 0 0 0 0,-1 0 0 0 0,1 0 0 0 0,-1 0 0 0 0,0 0 0 0 0,1 0 0 0 0,-1 0 0 0 0,0 0 0 0 0,0 0 0 0 0,1 0 1 0 0,-1 0-1 0 0,0 0 0 0 0,0 0 0 0 0,0 0 0 0 0,0 0 0 0 0,-1 0 0 0 0,1 0 0 0 0,0 0 0 0 0,0 0 0 0 0,-1 0 0 0 0,1 0 0 0 0,0 0 0 0 0,-1 0 0 0 0,1 0 0 0 0,-1 0 1 0 0,1-1-1 0 0,-1 1 0 0 0,1 0 0 0 0,-1 0 0 0 0,0 0 0 0 0,0-1 0 0 0,1 1 0 0 0,-1 0 0 0 0,0-1 0 0 0,0 1 0 0 0,-1 0 0 0 0,-39 29 66 0 0,35-27-60 0 0,-59 35-1613 0 0,45-27-5451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4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36 6449 0 0,'1'-1'380'0'0,"1"0"0"0"0,-1-1 0 0 0,0 1 0 0 0,0 0 0 0 0,1 0-1 0 0,-1 0 1 0 0,1 0 0 0 0,-1 0 0 0 0,1 0 0 0 0,0 0 0 0 0,-1 0 0 0 0,27-3 11622 0 0,-27 3-11997 0 0,0 0 0 0 0,0 0 1 0 0,0 0-1 0 0,0 0 0 0 0,0 0 0 0 0,0 0 1 0 0,0 0-1 0 0,0 0 0 0 0,0 0 1 0 0,-1 0-1 0 0,1 0 0 0 0,0-1 0 0 0,0-1 1 0 0,-3 2 184 0 0,2 1-166 0 0,-1 0-1 0 0,1 0 0 0 0,0 0 1 0 0,-1 0-1 0 0,1 0 1 0 0,0 0-1 0 0,-1-1 0 0 0,1 1 1 0 0,0 0-1 0 0,-1 0 0 0 0,1 0 1 0 0,0 0-1 0 0,-1 0 0 0 0,1 0 1 0 0,0 0-1 0 0,-1 0 0 0 0,1 0 1 0 0,0 0-1 0 0,-1 1 0 0 0,1-1 1 0 0,0 0-1 0 0,-1 0 1 0 0,1 0-1 0 0,0 0 0 0 0,-1 0 1 0 0,1 1-1 0 0,0-1 0 0 0,0 0 1 0 0,-1 0-1 0 0,1 0 0 0 0,0 1 1 0 0,0-1-1 0 0,-1 0 0 0 0,1 1 1 0 0,-48 79 179 0 0,3 3 0 0 0,-60 158 0 0 0,71-171-136 0 0,34-70-65 0 0,-1 1 0 0 0,1-1 0 0 0,0 1 0 0 0,0-1 0 0 0,0 1 1 0 0,-1 0-1 0 0,1-1 0 0 0,0 1 0 0 0,0-1 0 0 0,0 1 0 0 0,0 0 0 0 0,0-1 0 0 0,0 1 0 0 0,0-1 1 0 0,0 1-1 0 0,0 0 0 0 0,0-1 0 0 0,0 1 0 0 0,1-1 0 0 0,-1 1 0 0 0,0-1 0 0 0,0 1 0 0 0,1 0 0 0 0,-1-1 1 0 0,0 1-1 0 0,1-1 0 0 0,-1 1 0 0 0,0-1 0 0 0,1 0 0 0 0,-1 1 0 0 0,1-1 0 0 0,-1 1 0 0 0,1-1 0 0 0,-1 0 1 0 0,1 1-1 0 0,-1-1 0 0 0,1 0 0 0 0,-1 1 0 0 0,1-1 0 0 0,-1 0 0 0 0,1 0 0 0 0,-1 0 0 0 0,1 1 1 0 0,0-1-1 0 0,0 0 0 0 0,38 5 109 0 0,-19-3-82 0 0,36 15-29 0 0,0 3 0 0 0,-1 3 0 0 0,52 29 0 0 0,74 31 0 0 0,-173-80 24 0 0,-1 1-268 0 0,-1-2 0 0 0,1 1 1 0 0,0-1-1 0 0,0 0 0 0 0,1 0 0 0 0,-1-1 1 0 0,0 0-1 0 0,1 0 0 0 0,12-1 1 0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4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73 353 6449 0 0,'-10'-6'886'0'0,"0"-1"-1"0"0,-1 2 0 0 0,-10-5 0 0 0,0 0 3456 0 0,52 31 422 0 0,16 24-3654 0 0,-19-18-348 0 0,212 219 899 0 0,-236-241-1640 0 0,1-1 1 0 0,-1 1-1 0 0,1-1 1 0 0,0 0 0 0 0,0 0-1 0 0,0-1 1 0 0,0 1 0 0 0,1-1-1 0 0,6 3 1 0 0,-10-6 13 0 0,1 1 1 0 0,-1-1-1 0 0,0 1 0 0 0,0-1 1 0 0,0 0-1 0 0,0 1 0 0 0,0-1 0 0 0,0 0 1 0 0,1-1-1 0 0,-1 1 0 0 0,0 0 1 0 0,0-1-1 0 0,0 1 0 0 0,0-1 0 0 0,0 1 1 0 0,0-1-1 0 0,0 0 0 0 0,0 0 1 0 0,0 0-1 0 0,0 0 0 0 0,0 0 1 0 0,-1-1-1 0 0,1 1 0 0 0,0 0 0 0 0,-1-1 1 0 0,1 1-1 0 0,-1-1 0 0 0,0 0 1 0 0,1 1-1 0 0,0-3 0 0 0,3-5 54 0 0,0 0 0 0 0,0 0 0 0 0,-1 0 0 0 0,0 0 0 0 0,-1-1 0 0 0,0 0 0 0 0,-1 1 0 0 0,0-1 0 0 0,1-13 0 0 0,1-96 297 0 0,-4 90-298 0 0,1-36 39 0 0,9-67 0 0 0,-6 101-241 0 0,2-1 1 0 0,2 1 0 0 0,0 1 0 0 0,16-37-1 0 0,-11 45-223 0 0,-13 22 231 0 0,1-1-1 0 0,-1 0 1 0 0,1 1-1 0 0,0-1 1 0 0,-1 0-1 0 0,1 1 1 0 0,0-1 0 0 0,-1 1-1 0 0,1-1 1 0 0,0 1-1 0 0,-1-1 1 0 0,1 1 0 0 0,0 0-1 0 0,0-1 1 0 0,0 1-1 0 0,-1 0 1 0 0,1 0-1 0 0,0-1 1 0 0,0 1 0 0 0,0 0-1 0 0,0 0 1 0 0,0 0-1 0 0,-1 0 1 0 0,1 0 0 0 0,0 0-1 0 0,0 0 1 0 0,1 1-1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5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1 129 6449 0 0,'67'-7'6420'0'0,"36"-16"-1919"0"0,-65 13-3192 0 0,13-4 642 0 0,54-25 1 0 0,-58 21-3324 0 0,1 1-3875 0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19:56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10138 0 0,'0'0'464'0'0,"8"27"4227"0"0,6 84 1111 0 0,-7 1-4280 0 0,-2-10-1724 0 0,6-19-538 0 0,-1-45 350 0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0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6449 0 0,'0'0'499'0'0,"15"21"3198"0"0,42 63 666 0 0,-42-56-3858 0 0,-1 1 0 0 0,19 52 1 0 0,-33-80-506 0 0,-1-1 1 0 0,1 1 0 0 0,0-1 0 0 0,0 1 0 0 0,0-1-1 0 0,1 0 1 0 0,-1 1 0 0 0,0-1 0 0 0,0 1 0 0 0,0-1 0 0 0,0 1-1 0 0,0-1 1 0 0,0 1 0 0 0,1-1 0 0 0,-1 0 0 0 0,0 1-1 0 0,0-1 1 0 0,1 1 0 0 0,-1-1 0 0 0,0 0 0 0 0,1 1-1 0 0,-1-1 1 0 0,0 0 0 0 0,1 1 0 0 0,-1-1 0 0 0,0 0 0 0 0,1 0-1 0 0,-1 0 1 0 0,1 1 0 0 0,-1-1 0 0 0,1 0 0 0 0,-1 0-1 0 0,0 0 1 0 0,1 0 0 0 0,-1 0 0 0 0,1 1 0 0 0,-1-1 0 0 0,1 0-1 0 0,-1 0 1 0 0,1 0 0 0 0,11-20-131 0 0,1-32 241 0 0,-10 32-19 0 0,1 0 0 0 0,1 1-1 0 0,0 0 1 0 0,1 0 0 0 0,2 0-1 0 0,0 1 1 0 0,20-34 0 0 0,-27 50-87 0 0,0 0-1 0 0,1 0 1 0 0,-1 1 0 0 0,0-1 0 0 0,1 1 0 0 0,0-1 0 0 0,-1 1 0 0 0,1 0 0 0 0,0-1 0 0 0,0 1-1 0 0,-1 0 1 0 0,1 0 0 0 0,0 0 0 0 0,0 0 0 0 0,0 1 0 0 0,3-2 0 0 0,-3 2 4 0 0,-1 0 0 0 0,1 0 1 0 0,0 0-1 0 0,-1 1 0 0 0,1-1 0 0 0,-1 0 1 0 0,1 0-1 0 0,-1 1 0 0 0,1-1 0 0 0,-1 1 1 0 0,0 0-1 0 0,1-1 0 0 0,-1 1 0 0 0,1 0 1 0 0,-1 0-1 0 0,0 0 0 0 0,2 1 1 0 0,1 2 80 0 0,-1 0 1 0 0,1 0 0 0 0,-1 1 0 0 0,0-1 0 0 0,0 0 0 0 0,-1 1 0 0 0,1 0 0 0 0,-1 0-1 0 0,0 0 1 0 0,-1 0 0 0 0,3 7 0 0 0,4 35 690 0 0,-7-33-704 0 0,1 0 0 0 0,1 0 0 0 0,1 0 0 0 0,-1 0 0 0 0,2-1 0 0 0,10 22 0 0 0,-15-35-81 0 0,0 0-1 0 0,0 1 0 0 0,0-1 1 0 0,1 1-1 0 0,-1-1 1 0 0,0 0-1 0 0,0 1 0 0 0,1-1 1 0 0,-1 1-1 0 0,0-1 0 0 0,0 0 1 0 0,1 1-1 0 0,-1-1 1 0 0,0 0-1 0 0,1 0 0 0 0,-1 1 1 0 0,0-1-1 0 0,1 0 0 0 0,-1 0 1 0 0,0 1-1 0 0,1-1 1 0 0,-1 0-1 0 0,1 0 0 0 0,-1 0 1 0 0,1 0-1 0 0,-1 0 0 0 0,0 0 1 0 0,1 1-1 0 0,-1-1 1 0 0,1 0-1 0 0,-1 0 0 0 0,1 0 1 0 0,-1 0-1 0 0,1-1 0 0 0,0 1 1 0 0,10-15-140 0 0,3-33 32 0 0,-12 41 142 0 0,1-4 10 0 0,0 0 1 0 0,1 0-1 0 0,1 0 0 0 0,0 0 1 0 0,0 1-1 0 0,12-17 0 0 0,-15 25-22 0 0,-1 0 1 0 0,1 0-1 0 0,-1 0 0 0 0,1 0 1 0 0,0 0-1 0 0,0 1 0 0 0,0-1 1 0 0,0 1-1 0 0,0-1 0 0 0,0 1 0 0 0,0 0 1 0 0,1 0-1 0 0,-1 0 0 0 0,0 0 1 0 0,1 0-1 0 0,-1 0 0 0 0,1 1 1 0 0,-1-1-1 0 0,1 1 0 0 0,-1-1 1 0 0,1 1-1 0 0,-1 0 0 0 0,1 0 0 0 0,-1 0 1 0 0,1 1-1 0 0,-1-1 0 0 0,1 1 1 0 0,-1-1-1 0 0,1 1 0 0 0,-1 0 1 0 0,0 0-1 0 0,1 0 0 0 0,-1 0 1 0 0,0 0-1 0 0,0 0 0 0 0,0 1 0 0 0,3 2 1 0 0,5 4-66 0 0,0 2 1 0 0,0-1 0 0 0,-1 1-1 0 0,-1 0 1 0 0,0 1-1 0 0,0 0 1 0 0,10 20 0 0 0,-9-16-1098 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0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11 126 2761 0 0,'-4'-17'287'0'0,"-2"-4"5285"0"0,8 38-644 0 0,1-3-4555 0 0,0 0-1 0 0,1-1 1 0 0,1 1-1 0 0,0-1 1 0 0,1 0-1 0 0,1 0 1 0 0,9 15-1 0 0,-13-25-284 0 0,-1 1 0 0 0,1-1 0 0 0,0 1 0 0 0,0-1-1 0 0,0 0 1 0 0,0-1 0 0 0,1 1 0 0 0,-1 0 0 0 0,1-1 0 0 0,0 0-1 0 0,0 0 1 0 0,6 3 0 0 0,-6-4-52 0 0,-1-1 0 0 0,0 1 0 0 0,0-1 1 0 0,0 0-1 0 0,0 0 0 0 0,0 0 0 0 0,1 0 0 0 0,-1 0 0 0 0,0-1 0 0 0,0 1 0 0 0,0-1 0 0 0,0 0 0 0 0,0 0 0 0 0,0 0 0 0 0,0-1 1 0 0,0 1-1 0 0,0-1 0 0 0,-1 1 0 0 0,5-5 0 0 0,-3 4-1 0 0,0-1 0 0 0,-1 0 0 0 0,0 0 0 0 0,1 0 0 0 0,-1-1 0 0 0,0 1 1 0 0,-1-1-1 0 0,1 0 0 0 0,-1 0 0 0 0,0 0 0 0 0,0 0 0 0 0,0 0 0 0 0,0 0 0 0 0,0 0 0 0 0,-1-1 0 0 0,0 1 0 0 0,0 0 0 0 0,0-1 1 0 0,-1 1-1 0 0,1-1 0 0 0,-1 1 0 0 0,0-1 0 0 0,-1 1 0 0 0,1-1 0 0 0,-1 1 0 0 0,0-1 0 0 0,0 1 0 0 0,0-1 0 0 0,0 1 0 0 0,-1 0 1 0 0,0 0-1 0 0,0-1 0 0 0,-3-5 0 0 0,0 2-116 0 0,0 0 1 0 0,0 0-1 0 0,-1 1 0 0 0,1-1 1 0 0,-2 1-1 0 0,1 0 0 0 0,-1 1 1 0 0,0 0-1 0 0,0 0 0 0 0,-1 0 1 0 0,0 1-1 0 0,0 0 1 0 0,0 0-1 0 0,-1 1 0 0 0,-12-5 1 0 0,8 7-4385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1.3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6449 0 0,'3'-2'304'0'0,"-1"1"0"0"0,1 0 0 0 0,0 0 0 0 0,-1 1 0 0 0,1-1 0 0 0,0 1 1 0 0,-1-1-1 0 0,1 1 0 0 0,0 0 0 0 0,0 0 0 0 0,-1 0 0 0 0,1 0 0 0 0,0 0 0 0 0,0 1 0 0 0,-1-1 0 0 0,1 1 0 0 0,0 0 0 0 0,-1 0 0 0 0,1 0 0 0 0,-1 0 0 0 0,1 0 0 0 0,3 3 0 0 0,5 4 733 0 0,-1 0 1 0 0,0 0-1 0 0,16 20 1 0 0,-20-21-667 0 0,1 0 1 0 0,0 0 0 0 0,0-1 0 0 0,0 0 0 0 0,1 0 0 0 0,8 5 0 0 0,-15-11-326 0 0,0 1-1 0 0,0 0 1 0 0,0-1 0 0 0,0 1 0 0 0,0-1 0 0 0,1 1-1 0 0,-1-1 1 0 0,0 1 0 0 0,0-1 0 0 0,1 0-1 0 0,-1 0 1 0 0,0 0 0 0 0,0 1 0 0 0,1-1-1 0 0,-1 0 1 0 0,0-1 0 0 0,0 1 0 0 0,1 0-1 0 0,-1 0 1 0 0,0 0 0 0 0,0-1 0 0 0,1 1-1 0 0,-1-1 1 0 0,0 1 0 0 0,0-1 0 0 0,0 1-1 0 0,0-1 1 0 0,0 0 0 0 0,1 0 0 0 0,-1 1-1 0 0,-1-1 1 0 0,1 0 0 0 0,0 0 0 0 0,0 0-1 0 0,0 0 1 0 0,0 0 0 0 0,-1 0 0 0 0,1 0-1 0 0,0 0 1 0 0,-1 0 0 0 0,1-1 0 0 0,-1 1-1 0 0,1 0 1 0 0,-1 0 0 0 0,0 0 0 0 0,1-3-1 0 0,1-6 63 0 0,-1-1 0 0 0,0 0 0 0 0,0 0 0 0 0,-2-18 0 0 0,0 12-92 0 0,2 0-108 0 0,0-1 1 0 0,4-19-1 0 0,2 6-6066 0 0,-2 13-924 0 0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1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0 278 3681 0 0,'8'-4'417'0'0,"0"-1"1"0"0,0 0 0 0 0,-1-1-1 0 0,0 1 1 0 0,0-2 0 0 0,0 1-1 0 0,-1-1 1 0 0,0 0 0 0 0,6-9-1 0 0,-2 4 128 0 0,-3 4-154 0 0,-1 0 1 0 0,-1-1 0 0 0,1 0-1 0 0,-1 0 1 0 0,-1 0-1 0 0,0 0 1 0 0,0 0 0 0 0,3-15-1 0 0,-6 20-305 0 0,0 0-1 0 0,0 0 1 0 0,-1 0-1 0 0,1 0 1 0 0,-1 0-1 0 0,0-1 0 0 0,0 1 1 0 0,0 0-1 0 0,0 0 1 0 0,-1 0-1 0 0,0 0 1 0 0,0 0-1 0 0,0 0 1 0 0,0 0-1 0 0,-1 0 1 0 0,1 1-1 0 0,-1-1 1 0 0,0 0-1 0 0,0 1 1 0 0,-1-1-1 0 0,1 1 1 0 0,-1 0-1 0 0,-3-4 1 0 0,6 6-37 0 0,-1 1 0 0 0,0-1 1 0 0,1 1-1 0 0,-1-1 0 0 0,1 0 1 0 0,-1 1-1 0 0,0 0 0 0 0,1-1 1 0 0,-1 1-1 0 0,0-1 1 0 0,0 1-1 0 0,1 0 0 0 0,-1-1 1 0 0,0 1-1 0 0,0 0 0 0 0,0 0 1 0 0,1 0-1 0 0,-1 0 0 0 0,0 0 1 0 0,0 0-1 0 0,0 0 0 0 0,1 0 1 0 0,-1 0-1 0 0,0 0 1 0 0,0 0-1 0 0,0 0 0 0 0,1 0 1 0 0,-1 1-1 0 0,-1-1 0 0 0,1 1 66 0 0,-1 1 0 0 0,1-1-1 0 0,0 0 1 0 0,0 0 0 0 0,0 1-1 0 0,0-1 1 0 0,0 1 0 0 0,0-1-1 0 0,0 1 1 0 0,0-1 0 0 0,1 1 0 0 0,-1-1-1 0 0,0 3 1 0 0,-1 3 168 0 0,0 1 0 0 0,0 0 0 0 0,1-1 0 0 0,0 1-1 0 0,0 9 1 0 0,3-5-355 0 0,1-1-1 0 0,0 1 0 0 0,0-1 0 0 0,1 0 1 0 0,0 0-1 0 0,1 0 0 0 0,1-1 0 0 0,-1 1 0 0 0,2-1 1 0 0,-1 0-1 0 0,1-1 0 0 0,1 0 0 0 0,0 0 1 0 0,0 0-1 0 0,14 10 0 0 0,-6-7-6234 0 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1.8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112 21 2304 0 0,'0'-1'134'0'0,"0"0"0"0"0,0 1-1 0 0,0-1 1 0 0,0 0-1 0 0,0 0 1 0 0,-1 0-1 0 0,1 1 1 0 0,0-1-1 0 0,0 0 1 0 0,-1 0 0 0 0,1 0-1 0 0,0 1 1 0 0,-1-1-1 0 0,1 0 1 0 0,-1 0-1 0 0,1 1 1 0 0,-1-1-1 0 0,1 1 1 0 0,-1-1 0 0 0,0 0-1 0 0,1 1 1 0 0,-1-1-1 0 0,0 1 1 0 0,1-1-1 0 0,-1 1 1 0 0,0 0-1 0 0,0-1 1 0 0,1 1 0 0 0,-1 0-1 0 0,0-1 1 0 0,0 1-1 0 0,0 0 1 0 0,1 0-1 0 0,-3 0 1 0 0,1 1 350 0 0,-1 0 0 0 0,0 1 0 0 0,1-1 0 0 0,-1 1 0 0 0,1 0 0 0 0,0 0 0 0 0,0 0 0 0 0,-1 0 0 0 0,-2 4 0 0 0,-2 3-290 0 0,0 0 1 0 0,0 0-1 0 0,1 1 1 0 0,0 0 0 0 0,1 0-1 0 0,0 0 1 0 0,1 1 0 0 0,0 0-1 0 0,1 0 1 0 0,0 0 0 0 0,0 0-1 0 0,0 12 1 0 0,2-17-110 0 0,0 1 0 0 0,0 0 0 0 0,1 0 0 0 0,0-1 0 0 0,1 1 0 0 0,-1 0 0 0 0,1 0 0 0 0,1-1 0 0 0,-1 1 0 0 0,1-1 0 0 0,0 1 0 0 0,0-1 0 0 0,1 0 0 0 0,0 0 0 0 0,0 0 0 0 0,1 0 0 0 0,-1 0 0 0 0,1-1 0 0 0,1 1 0 0 0,-1-1 0 0 0,7 6 0 0 0,-1-4 108 0 0,1-1-1 0 0,0 0 0 0 0,17 7 0 0 0,29 16 1005 0 0,-54-27-1140 0 0,0 0 1 0 0,0 0-1 0 0,0 1 0 0 0,0-1 0 0 0,0 1 1 0 0,-1 0-1 0 0,1 0 0 0 0,-1 0 0 0 0,1 0 1 0 0,-1 0-1 0 0,0 0 0 0 0,2 6 0 0 0,-3-6-14 0 0,0 0-1 0 0,-1 0 0 0 0,1 0 1 0 0,-1 0-1 0 0,0 0 1 0 0,0 0-1 0 0,0 0 0 0 0,0 0 1 0 0,0 0-1 0 0,0 0 0 0 0,-1 0 1 0 0,0 0-1 0 0,0 0 0 0 0,0 0 1 0 0,0 0-1 0 0,0-1 0 0 0,0 1 1 0 0,-3 3-1 0 0,-3 5-30 0 0,0-1 0 0 0,0 0-1 0 0,-11 10 1 0 0,15-16-19 0 0,-18 19-67 0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2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29 9674 0 0,'0'0'16'0'0,"-1"0"0"0"0,1 0 0 0 0,0-1 0 0 0,0 1 0 0 0,0 0 0 0 0,0 0 0 0 0,0 0 0 0 0,0 0 0 0 0,-1-1 0 0 0,1 1 0 0 0,0 0 0 0 0,0 0 0 0 0,0 0 1 0 0,0-1-1 0 0,0 1 0 0 0,0 0 0 0 0,0 0 0 0 0,0 0 0 0 0,0-1 0 0 0,0 1 0 0 0,0 0 0 0 0,0 0 0 0 0,0-1 0 0 0,0 1 0 0 0,0 0 0 0 0,0 0 0 0 0,0 0 0 0 0,0-1 0 0 0,0 1 0 0 0,1 0 0 0 0,-1 0 0 0 0,0 0 0 0 0,0 0 0 0 0,0-1 0 0 0,0 1 0 0 0,0 0 0 0 0,0 0 0 0 0,1 0 0 0 0,-1 0 0 0 0,0-1 0 0 0,0 1 0 0 0,0 0 0 0 0,0 0 1 0 0,1 0-1 0 0,-1 0 0 0 0,0 0 0 0 0,0 0 0 0 0,0 0 0 0 0,1 0 0 0 0,-1 0 0 0 0,0 0 0 0 0,0-1 0 0 0,1 1 0 0 0,-1 0 0 0 0,0 0 0 0 0,0 0 0 0 0,0 0 0 0 0,1 0 0 0 0,-1 1 0 0 0,0-1 0 0 0,0 0 0 0 0,0 0 0 0 0,1 0 0 0 0,15 1 1960 0 0,-13 1-1667 0 0,0 0 0 0 0,0 1 0 0 0,0-1 0 0 0,-1 1-1 0 0,1-1 1 0 0,-1 1 0 0 0,0 0 0 0 0,0 0 0 0 0,0 0 0 0 0,0 0 0 0 0,0 1 0 0 0,-1-1-1 0 0,2 4 1 0 0,14 51 1211 0 0,-12-40-952 0 0,7 31-270 0 0,18 59 403 0 0,-25-95-650 0 0,0-1 0 0 0,0 0 0 0 0,1 0 0 0 0,1 0 0 0 0,0-1 0 0 0,9 11 0 0 0,-16-21-63 0 0,0 0 0 0 0,1 0 0 0 0,-1 0 0 0 0,1 0 0 0 0,0-1 0 0 0,-1 1 0 0 0,1 0-1 0 0,0 0 1 0 0,-1-1 0 0 0,1 1 0 0 0,0 0 0 0 0,0-1 0 0 0,-1 1 0 0 0,1-1 0 0 0,0 1 0 0 0,0-1-1 0 0,0 1 1 0 0,0-1 0 0 0,0 1 0 0 0,0-1 0 0 0,0 0 0 0 0,0 0 0 0 0,0 0 0 0 0,0 1 0 0 0,0-1-1 0 0,0 0 1 0 0,0 0 0 0 0,0 0 0 0 0,0-1 0 0 0,0 1 0 0 0,0 0 0 0 0,0 0 0 0 0,0 0 0 0 0,0-1-1 0 0,0 1 1 0 0,0 0 0 0 0,-1-1 0 0 0,1 1 0 0 0,0-1 0 0 0,0 1 0 0 0,0-1 0 0 0,0 0 0 0 0,-1 1-1 0 0,1-1 1 0 0,0 0 0 0 0,0 1 0 0 0,-1-1 0 0 0,1 0 0 0 0,0-1 0 0 0,4-7-157 0 0,-1 1 1 0 0,0 0 0 0 0,0-1-1 0 0,4-14 1 0 0,-3 7 87 0 0,23-61 96 0 0,-9 20 174 0 0,34-68-1 0 0,-50 120-122 0 0,0 0-1 0 0,0 0 1 0 0,0 0-1 0 0,0 1 1 0 0,1-1-1 0 0,0 1 1 0 0,0 0-1 0 0,0 0 1 0 0,0 0-1 0 0,1 0 1 0 0,6-3-1 0 0,-9 6-7 0 0,0 0 0 0 0,0 0-1 0 0,0 0 1 0 0,0 1 0 0 0,0-1-1 0 0,0 1 1 0 0,1-1 0 0 0,-1 1-1 0 0,0 0 1 0 0,0 0 0 0 0,0 0-1 0 0,1 0 1 0 0,-1 0 0 0 0,0 0-1 0 0,0 1 1 0 0,0-1 0 0 0,0 1-1 0 0,0 0 1 0 0,0-1 0 0 0,0 1-1 0 0,0 0 1 0 0,0 0-1 0 0,0 0 1 0 0,0 1 0 0 0,0-1-1 0 0,0 0 1 0 0,-1 1 0 0 0,1-1-1 0 0,-1 1 1 0 0,1-1 0 0 0,2 4-1 0 0,10 16 84 0 0,0 0-1 0 0,-2 1 0 0 0,0 0 1 0 0,-2 1-1 0 0,0 0 0 0 0,10 40 1 0 0,11 20-134 0 0,-4-25-970 0 0,-19-44 25 0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2.7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1 139 1840 0 0,'1'0'82'0'0,"0"1"0"0"0,0-1-1 0 0,0 1 1 0 0,0-1 0 0 0,0 1 0 0 0,0-1-1 0 0,0 1 1 0 0,0 0 0 0 0,0-1-1 0 0,-1 1 1 0 0,1 0 0 0 0,0 0-1 0 0,0 0 1 0 0,-1 0 0 0 0,1 0 0 0 0,0 0-1 0 0,-1 0 1 0 0,1 0 0 0 0,-1 0-1 0 0,1 0 1 0 0,-1 0 0 0 0,1 1-1 0 0,10 34 3142 0 0,-7-22-1991 0 0,-1-7-688 0 0,0 1 1 0 0,0-1 0 0 0,1 0-1 0 0,0 0 1 0 0,1 0-1 0 0,-1 0 1 0 0,1-1 0 0 0,0 0-1 0 0,1 0 1 0 0,0 0 0 0 0,7 6-1 0 0,-11-10-443 0 0,1-1 0 0 0,-1 1 0 0 0,1-1 1 0 0,-1 1-1 0 0,1-1 0 0 0,-1 0 0 0 0,1 0 0 0 0,0 0 0 0 0,0 0 0 0 0,-1-1 0 0 0,1 1 0 0 0,0-1 0 0 0,0 0 0 0 0,0 0 0 0 0,0 0 0 0 0,-1 0 0 0 0,1 0 1 0 0,0 0-1 0 0,0-1 0 0 0,0 1 0 0 0,0-1 0 0 0,-1 0 0 0 0,1 0 0 0 0,0 0 0 0 0,-1 0 0 0 0,1-1 0 0 0,-1 1 0 0 0,1-1 0 0 0,-1 1 0 0 0,0-1 1 0 0,0 0-1 0 0,0 0 0 0 0,1 0 0 0 0,-2 0 0 0 0,3-3 0 0 0,0 2 57 0 0,-1-1 0 0 0,0 0 0 0 0,0-1 0 0 0,-1 1 0 0 0,1 0 0 0 0,-1-1 0 0 0,0 0 0 0 0,0 1 0 0 0,0-1 0 0 0,-1 0 0 0 0,1 0 0 0 0,-1 0 0 0 0,-1 0 0 0 0,2-8 0 0 0,-3 5-4 0 0,1 0-1 0 0,-1 0 1 0 0,0 0-1 0 0,0 1 0 0 0,-1-1 1 0 0,0 0-1 0 0,0 1 1 0 0,-8-15-1 0 0,6 13-114 0 0,-1 0-1 0 0,0 1 1 0 0,0 0 0 0 0,-1 0-1 0 0,0 0 1 0 0,0 0-1 0 0,-1 1 1 0 0,0 0 0 0 0,0 1-1 0 0,-1-1 1 0 0,0 1-1 0 0,0 1 1 0 0,-1 0 0 0 0,1 0-1 0 0,-15-6 1 0 0,20 10-149 0 0,1 1 1 0 0,0-1-1 0 0,-1 1 0 0 0,1-1 1 0 0,-1 1-1 0 0,0 0 0 0 0,1 0 1 0 0,-1 0-1 0 0,1 0 0 0 0,-1 0 1 0 0,1 0-1 0 0,-1 1 0 0 0,1-1 1 0 0,-1 1-1 0 0,1 0 0 0 0,0 0 1 0 0,-1 0-1 0 0,1 0 0 0 0,0 0 1 0 0,0 0-1 0 0,-4 3 0 0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3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58 8290 0 0,'0'-4'-152'0'0,"-2"-27"2654"0"0,1 30-2211 0 0,1 0-1 0 0,0 0 1 0 0,0 0-1 0 0,0 1 1 0 0,0-1-1 0 0,0 0 1 0 0,1 0-1 0 0,-1 0 1 0 0,0 0-1 0 0,0 0 1 0 0,1 0-1 0 0,-1 0 1 0 0,0 0-1 0 0,1 1 1 0 0,-1-1-1 0 0,1 0 1 0 0,-1 0-1 0 0,1 0 1 0 0,-1 1-1 0 0,1-1 1 0 0,-1 0-1 0 0,1 1 1 0 0,0-1-1 0 0,0 0 1 0 0,-1 1-1 0 0,2-1 1 0 0,-1 1-147 0 0,0 0 0 0 0,0 1 0 0 0,0-1 0 0 0,0 1 1 0 0,0-1-1 0 0,-1 1 0 0 0,1-1 0 0 0,0 1 0 0 0,0 0 0 0 0,0-1 0 0 0,-1 1 0 0 0,1 0 0 0 0,0 0 1 0 0,-1 0-1 0 0,1-1 0 0 0,-1 1 0 0 0,1 0 0 0 0,-1 0 0 0 0,1 0 0 0 0,-1 0 0 0 0,0 0 1 0 0,1 2-1 0 0,9 24 547 0 0,-10-27-638 0 0,34 125 757 0 0,16 49-2626 0 0,-40-146-5910 0 0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3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1 343 4609 0 0,'57'-39'2885'0'0,"-44"27"-2093"0"0,1 0 0 0 0,-2-1 0 0 0,0-1 0 0 0,-1 0 0 0 0,0-1 0 0 0,-1 0 0 0 0,9-18 0 0 0,-15 24-464 0 0,0 1-1 0 0,0-1 0 0 0,-1 0 1 0 0,-1 0-1 0 0,1-1 0 0 0,1-16 1 0 0,-4 21-170 0 0,0 0 0 0 0,0 0 1 0 0,0-1-1 0 0,-1 1 0 0 0,1 0 1 0 0,-1 0-1 0 0,0 0 0 0 0,-1 0 1 0 0,1 1-1 0 0,-1-1 0 0 0,0 0 1 0 0,-1 1-1 0 0,-3-7 1 0 0,6 10-125 0 0,-1-1 1 0 0,0 1-1 0 0,0 0 1 0 0,0-1-1 0 0,0 1 1 0 0,0 0-1 0 0,0 0 1 0 0,0 0-1 0 0,0 0 1 0 0,0 0-1 0 0,-1 0 1 0 0,1 0-1 0 0,0 0 1 0 0,0 1-1 0 0,-1-1 0 0 0,1 0 1 0 0,-1 1-1 0 0,1-1 1 0 0,-1 1-1 0 0,1 0 1 0 0,-1-1-1 0 0,1 1 1 0 0,-1 0-1 0 0,-2 0 1 0 0,2 0 10 0 0,0 1 1 0 0,0 0-1 0 0,-1 0 1 0 0,1 0-1 0 0,0 0 1 0 0,0 0-1 0 0,0 0 1 0 0,0 1-1 0 0,0-1 1 0 0,0 0-1 0 0,0 1 1 0 0,0 0-1 0 0,1-1 1 0 0,-2 3-1 0 0,-4 5 39 0 0,0 1 1 0 0,1-1-1 0 0,0 1 0 0 0,0 0 0 0 0,-4 15 0 0 0,4-12-117 0 0,1 1-1 0 0,1 1 0 0 0,1-1 0 0 0,0 0 0 0 0,0 1 1 0 0,2-1-1 0 0,0 1 0 0 0,1 28 0 0 0,1-36 32 0 0,0 0 0 0 0,1 0-1 0 0,-1-1 1 0 0,1 1 0 0 0,1-1 0 0 0,-1 1 0 0 0,1-1-1 0 0,0 0 1 0 0,1 0 0 0 0,-1 0 0 0 0,1-1-1 0 0,0 1 1 0 0,1-1 0 0 0,-1 0 0 0 0,1 0-1 0 0,0 0 1 0 0,0-1 0 0 0,1 1 0 0 0,-1-1-1 0 0,1-1 1 0 0,8 5 0 0 0,-3-2-235 0 0,0-1 1 0 0,0 0-1 0 0,0-1 0 0 0,1-1 0 0 0,16 4 1 0 0,-5-6-6432 0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3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15 456 0 0,'-2'-1'150'0'0,"1"0"-1"0"0,0-1 1 0 0,-1 1 0 0 0,1 0-1 0 0,-1 0 1 0 0,0 0 0 0 0,1 0-1 0 0,-1 0 1 0 0,0 0 0 0 0,1 0-1 0 0,-1 1 1 0 0,0-1-1 0 0,0 1 1 0 0,0-1 0 0 0,0 1-1 0 0,0 0 1 0 0,1 0 0 0 0,-1-1-1 0 0,0 1 1 0 0,0 1 0 0 0,-2-1-1 0 0,0 1 335 0 0,0 0 0 0 0,0 1 0 0 0,0-1-1 0 0,1 1 1 0 0,-1 0 0 0 0,1 0 0 0 0,-1 0-1 0 0,1 0 1 0 0,-5 4 0 0 0,-1 2-1 0 0,1 0 0 0 0,-1 1 1 0 0,2 0-1 0 0,-1 1 0 0 0,1-1 1 0 0,0 1-1 0 0,1 1 0 0 0,1-1 1 0 0,-1 1-1 0 0,1 0 0 0 0,1 0 1 0 0,0 1-1 0 0,1-1 0 0 0,0 1 1 0 0,1 0-1 0 0,0-1 0 0 0,1 1 1 0 0,0 18-1 0 0,1-26-406 0 0,1-1 0 0 0,0 1-1 0 0,-1 0 1 0 0,1-1 0 0 0,1 0-1 0 0,-1 1 1 0 0,0-1 0 0 0,1 0-1 0 0,-1 1 1 0 0,1-1 0 0 0,0 0-1 0 0,0 0 1 0 0,0 0 0 0 0,6 4-1 0 0,-1-1 60 0 0,1 0 0 0 0,-1 0 0 0 0,2-1 0 0 0,8 5 0 0 0,-8-6 78 0 0,-1 1 0 0 0,0 1-1 0 0,1-1 1 0 0,9 10 0 0 0,-17-13-201 0 0,0-1 1 0 0,0 1-1 0 0,0-1 0 0 0,0 1 0 0 0,0 0 0 0 0,0 0 0 0 0,0-1 0 0 0,-1 1 0 0 0,1 0 0 0 0,-1 0 0 0 0,1 0 0 0 0,-1 0 0 0 0,0 0 0 0 0,1 0 1 0 0,-1 0-1 0 0,0 0 0 0 0,-1 0 0 0 0,1 0 0 0 0,0 0 0 0 0,0 0 0 0 0,-1 0 0 0 0,1-1 0 0 0,-1 1 0 0 0,0 0 0 0 0,1 0 0 0 0,-1 0 0 0 0,-2 2 1 0 0,-2 6-326 0 0,-1 0 0 0 0,0-1 0 0 0,-12 13 0 0 0,16-19 34 0 0,-16 18-6676 0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4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10138 0 0,'0'-1'128'0'0,"0"1"0"0"0,-1-1 0 0 0,1 1 0 0 0,0-1 0 0 0,0 1 0 0 0,0-1 1 0 0,0 1-1 0 0,0-1 0 0 0,0 1 0 0 0,0-1 0 0 0,0 1 0 0 0,0-1 0 0 0,0 1 0 0 0,0-1 0 0 0,1 1 0 0 0,-1-1 0 0 0,0 1 0 0 0,0-1 0 0 0,0 1 0 0 0,1-1 0 0 0,-1 1 0 0 0,0-1 0 0 0,0 1 0 0 0,1-1 0 0 0,-1 1 0 0 0,1 0 0 0 0,-1-1 1 0 0,0 1-1 0 0,1-1 0 0 0,-1 1 0 0 0,1 0 0 0 0,-1 0 0 0 0,1-1 0 0 0,-1 1 0 0 0,1 0 0 0 0,-1 0 0 0 0,1-1 0 0 0,-1 1 0 0 0,1 0 0 0 0,-1 0 0 0 0,1 0 0 0 0,-1 0 0 0 0,1 0 0 0 0,-1 0 0 0 0,1 0 0 0 0,-1 0 0 0 0,1 0 0 0 0,-1 0 1 0 0,1 0-1 0 0,-1 0 0 0 0,1 0 0 0 0,-1 1 0 0 0,1-1 0 0 0,-1 0 0 0 0,1 0 0 0 0,-1 1 0 0 0,1-1 0 0 0,-1 0 0 0 0,1 0 0 0 0,-1 1 0 0 0,1-1 0 0 0,-1 1 0 0 0,0-1 0 0 0,1 0 0 0 0,-1 1 0 0 0,5 3 185 0 0,-1 0-1 0 0,1 1 0 0 0,-1-1 0 0 0,-1 1 0 0 0,1 0 1 0 0,-1 0-1 0 0,0 0 0 0 0,0 0 0 0 0,0 1 1 0 0,2 6-1 0 0,19 65 426 0 0,-15-47-531 0 0,55 148 35 0 0,-6-65-3465 0 0,-45-90 2135 0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4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1 329 4609 0 0,'0'0'39'0'0,"0"-1"-1"0"0,0 0 1 0 0,0 0 0 0 0,0 0-1 0 0,1 1 1 0 0,-1-1 0 0 0,0 0-1 0 0,0 0 1 0 0,1 1-1 0 0,-1-1 1 0 0,1 0 0 0 0,-1 0-1 0 0,1 1 1 0 0,-1-1 0 0 0,1 1-1 0 0,-1-1 1 0 0,1 0 0 0 0,-1 1-1 0 0,1-1 1 0 0,0 1 0 0 0,-1-1-1 0 0,2 0 1 0 0,22-16 938 0 0,-17 13-771 0 0,36-27 1109 0 0,78-51 1517 0 0,-99 68-1876 0 0,1 2-1 0 0,0 0 1 0 0,40-12 0 0 0,-61 23-840 0 0,0 0-1 0 0,0 0 1 0 0,1 0 0 0 0,-1 0-1 0 0,0 1 1 0 0,1-1 0 0 0,-1 1-1 0 0,1 0 1 0 0,-1 0-1 0 0,0 0 1 0 0,1 0 0 0 0,-1 0-1 0 0,1 0 1 0 0,-1 1 0 0 0,1-1-1 0 0,-1 1 1 0 0,5 1-1 0 0,-7 0 35 0 0,1-1-1 0 0,0 0 1 0 0,0 1-1 0 0,0-1 0 0 0,-1 1 1 0 0,1-1-1 0 0,-1 1 0 0 0,1-1 1 0 0,-1 1-1 0 0,0-1 1 0 0,1 1-1 0 0,-1-1 0 0 0,0 1 1 0 0,0-1-1 0 0,0 1 1 0 0,0 0-1 0 0,-1-1 0 0 0,1 1 1 0 0,0-1-1 0 0,0 1 0 0 0,-1-1 1 0 0,1 1-1 0 0,-1-1 1 0 0,0 1-1 0 0,1-1 0 0 0,-3 3 1 0 0,3-3-71 0 0,-1 1-1 0 0,0 0 1 0 0,1 0 0 0 0,-1 0 0 0 0,1 0 0 0 0,0 0-1 0 0,0 0 1 0 0,-1 0 0 0 0,1 0 0 0 0,0 0-1 0 0,1 0 1 0 0,-1 0 0 0 0,0 0 0 0 0,1-1 0 0 0,-1 1-1 0 0,1 0 1 0 0,-1 0 0 0 0,1 0 0 0 0,0 0 0 0 0,0 0-1 0 0,2 2 1 0 0,-1-1-55 0 0,1 0 0 0 0,0 0-1 0 0,0-1 1 0 0,0 1 0 0 0,0-1 0 0 0,0 0-1 0 0,0 0 1 0 0,1 0 0 0 0,-1 0 0 0 0,7 2 0 0 0,2 0-40 0 0,1 0 1 0 0,0-1 0 0 0,0-1-1 0 0,0 0 1 0 0,23 0 0 0 0,-33-1 20 0 0,0-1 0 0 0,0 0 0 0 0,0-1 1 0 0,0 1-1 0 0,-1 0 0 0 0,1-1 0 0 0,0 1 0 0 0,0-1 0 0 0,0 0 1 0 0,0 0-1 0 0,-1 0 0 0 0,1-1 0 0 0,0 1 0 0 0,-1-1 1 0 0,1 1-1 0 0,-1-1 0 0 0,0 0 0 0 0,1 0 0 0 0,-1 0 0 0 0,2-2 1 0 0,-2 1 10 0 0,0 0 0 0 0,-1 0-1 0 0,1-1 1 0 0,-1 1 0 0 0,0 0 0 0 0,0-1 0 0 0,0 1 0 0 0,0 0 0 0 0,-1-1 0 0 0,0 1 0 0 0,1-1 0 0 0,-1 1 0 0 0,0-1 0 0 0,-1-5 0 0 0,-1-2 16 0 0,0 1-1 0 0,-1-1 1 0 0,0 1-1 0 0,0 0 1 0 0,-1 0 0 0 0,-1 0-1 0 0,0 0 1 0 0,0 1 0 0 0,-1 0-1 0 0,-6-9 1 0 0,-24-17 55 0 0,34 33-206 0 0,1 1 1 0 0,-1-1-1 0 0,0 1 1 0 0,0 0 0 0 0,0 0-1 0 0,0 0 1 0 0,-1 0-1 0 0,1 0 1 0 0,0 0 0 0 0,0 1-1 0 0,-1-1 1 0 0,1 1-1 0 0,0-1 1 0 0,-1 1 0 0 0,1 0-1 0 0,0 0 1 0 0,-1 0-1 0 0,-3 1 1 0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5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3681 0 0,'4'-28'1125'0'0,"-3"22"86"0"0,0 1 0 0 0,1-1 0 0 0,-1 1 0 0 0,1 0 0 0 0,1-1 0 0 0,-1 1 0 0 0,1 0 0 0 0,-1 0 0 0 0,7-7 0 0 0,-9 12-1117 0 0,1-1 0 0 0,-1 1 0 0 0,0 0 1 0 0,0-1-1 0 0,1 1 0 0 0,-1 0 0 0 0,0-1 1 0 0,1 1-1 0 0,-1 0 0 0 0,0 0 0 0 0,1 0 0 0 0,-1-1 1 0 0,1 1-1 0 0,-1 0 0 0 0,0 0 0 0 0,1 0 1 0 0,-1 0-1 0 0,1 0 0 0 0,-1 0 0 0 0,0 0 1 0 0,1-1-1 0 0,-1 1 0 0 0,1 0 0 0 0,-1 1 1 0 0,1-1-1 0 0,-1 0 0 0 0,0 0 0 0 0,1 0 1 0 0,-1 0-1 0 0,1 0 0 0 0,-1 0 0 0 0,1 1 1 0 0,10 12 1507 0 0,3 21-450 0 0,38 199 282 0 0,-7-25-2284 0 0,-42-197 657 0 0,7 23-6338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5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0 357 2761 0 0,'37'-11'1258'0'0,"-2"-1"1"0"0,1-1 0 0 0,-2-2-1 0 0,0-2 1 0 0,51-33 0 0 0,-29 10-149 0 0,-1-2 0 0 0,57-56 0 0 0,-50 40 5999 0 0,-56 87-6759 0 0,-5-27-103 0 0,3 17-38 0 0,25 96 549 0 0,-26-105-749 0 0,1 1 1 0 0,0-1-1 0 0,1 0 0 0 0,0 0 0 0 0,1 0 1 0 0,0-1-1 0 0,1 0 0 0 0,10 11 0 0 0,-17-20-8 0 0,0 1-1 0 0,0-1 0 0 0,0 0 0 0 0,1 1 1 0 0,-1-1-1 0 0,0 0 0 0 0,1 0 0 0 0,-1 1 0 0 0,0-1 1 0 0,1 0-1 0 0,-1 0 0 0 0,0 0 0 0 0,1 1 1 0 0,-1-1-1 0 0,0 0 0 0 0,1 0 0 0 0,-1 0 0 0 0,1 0 1 0 0,-1 0-1 0 0,0 0 0 0 0,1 0 0 0 0,-1 0 1 0 0,1 0-1 0 0,-1 0 0 0 0,0 0 0 0 0,1 0 0 0 0,-1 0 1 0 0,0 0-1 0 0,1 0 0 0 0,-1 0 0 0 0,1-1 1 0 0,-1 1-1 0 0,9-13-3 0 0,1-27-11 0 0,-9 34 13 0 0,2-5 8 0 0,0-5 51 0 0,1 0 0 0 0,7-19 1 0 0,-10 32-49 0 0,0-1 0 0 0,1 1 0 0 0,-1 0 0 0 0,1 0 0 0 0,0-1 0 0 0,0 1 0 0 0,0 1 0 0 0,0-1 0 0 0,1 0 0 0 0,-1 0 0 0 0,1 1 0 0 0,0 0 0 0 0,-1-1 0 0 0,1 1 0 0 0,0 0 0 0 0,5-2 0 0 0,-7 4-1 0 0,0-1 1 0 0,1 1-1 0 0,-1 0 1 0 0,0 0-1 0 0,1 0 1 0 0,-1 0-1 0 0,0 0 0 0 0,1 0 1 0 0,-1 0-1 0 0,0 0 1 0 0,1 0-1 0 0,-1 1 1 0 0,0-1-1 0 0,0 0 1 0 0,1 1-1 0 0,-1 0 0 0 0,0-1 1 0 0,0 1-1 0 0,0-1 1 0 0,1 1-1 0 0,-1 0 1 0 0,0 0-1 0 0,0 0 1 0 0,0 0-1 0 0,0 0 0 0 0,-1 0 1 0 0,1 0-1 0 0,0 0 1 0 0,0 0-1 0 0,-1 0 1 0 0,1 0-1 0 0,1 3 1 0 0,2 5 28 0 0,1 0 1 0 0,-2 0 0 0 0,5 13 0 0 0,-5-12 39 0 0,6 16 89 0 0,2 0 1 0 0,18 34-1 0 0,-22-48-601 0 0,1 0 0 0 0,0-1 0 0 0,1 0 0 0 0,0 0 0 0 0,0-1 0 0 0,21 17 0 0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5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1 323 2761 0 0,'2'-8'799'0'0,"0"1"0"0"0,1-1 0 0 0,-1 0 1 0 0,2 1-1 0 0,-1-1 0 0 0,1 1 0 0 0,0 0 1 0 0,1 1-1 0 0,-1-1 0 0 0,8-7 0 0 0,5-10 1620 0 0,-11 15-2167 0 0,-1-1 0 0 0,0 0 0 0 0,0 0 0 0 0,-1-1 0 0 0,0 1 0 0 0,-1-1 0 0 0,0 1 0 0 0,-1-1 0 0 0,0 0 0 0 0,-1 0 0 0 0,0 0 0 0 0,-1-1 0 0 0,0 1 0 0 0,0 0 0 0 0,-1 0 0 0 0,-4-13 0 0 0,5 23-240 0 0,0 0 1 0 0,0 0-1 0 0,0 0 1 0 0,0 0 0 0 0,-1 1-1 0 0,1-1 1 0 0,0 0-1 0 0,-1 0 1 0 0,1 1 0 0 0,-1-1-1 0 0,1 0 1 0 0,-1 0-1 0 0,1 1 1 0 0,-1-1 0 0 0,1 0-1 0 0,-1 1 1 0 0,0-1-1 0 0,1 1 1 0 0,-1-1-1 0 0,0 1 1 0 0,1-1 0 0 0,-1 1-1 0 0,-1-1 1 0 0,1 1 11 0 0,0 0 0 0 0,0 0 0 0 0,0 0 0 0 0,1 1 0 0 0,-1-1 0 0 0,0 0 0 0 0,0 1 0 0 0,1-1 0 0 0,-1 0 0 0 0,0 1 0 0 0,0-1 0 0 0,1 1 0 0 0,-1-1 0 0 0,0 1 0 0 0,1-1 0 0 0,-1 1 0 0 0,1 0 0 0 0,-1-1-1 0 0,0 2 1 0 0,-2 3 150 0 0,0 0 0 0 0,0 0-1 0 0,0 0 1 0 0,1 0-1 0 0,-4 10 1 0 0,4-8-164 0 0,0 1 1 0 0,1 0 0 0 0,-1-1-1 0 0,2 1 1 0 0,-1 0 0 0 0,1-1-1 0 0,0 1 1 0 0,1 0 0 0 0,-1 0-1 0 0,2-1 1 0 0,-1 1 0 0 0,1 0-1 0 0,0-1 1 0 0,1 0 0 0 0,-1 1-1 0 0,2-1 1 0 0,-1 0 0 0 0,1 0-1 0 0,0-1 1 0 0,0 1 0 0 0,1-1-1 0 0,0 0 1 0 0,0 0 0 0 0,0-1-1 0 0,1 1 1 0 0,-1-1 0 0 0,2 0-1 0 0,-1-1 1 0 0,0 1 0 0 0,1-1-1 0 0,0-1 1 0 0,0 1 0 0 0,0-1-1 0 0,0 0 1 0 0,0-1 0 0 0,1 1-1 0 0,-1-2 1 0 0,10 2 0 0 0,3-1-1093 0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6.2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0 4609 0 0,'-6'2'531'0'0,"0"0"-1"0"0,0 0 1 0 0,1 1-1 0 0,-1 0 1 0 0,1 0 0 0 0,0 0-1 0 0,0 1 1 0 0,0-1 0 0 0,0 1-1 0 0,1 0 1 0 0,-1 1-1 0 0,-4 5 1 0 0,1-1 363 0 0,1 0 0 0 0,0 0 0 0 0,1 1 0 0 0,-1 0 1 0 0,-6 16-1 0 0,12-23-793 0 0,0-1 0 0 0,0 0 1 0 0,1 0-1 0 0,-1 1 0 0 0,1-1 1 0 0,0 0-1 0 0,-1 0 0 0 0,1 1 1 0 0,0-1-1 0 0,0 0 1 0 0,0 1-1 0 0,1-1 0 0 0,-1 0 1 0 0,1 1-1 0 0,-1-1 0 0 0,1 0 1 0 0,0 0-1 0 0,-1 0 0 0 0,1 1 1 0 0,0-1-1 0 0,1 0 0 0 0,-1 0 1 0 0,0 0-1 0 0,1-1 1 0 0,-1 1-1 0 0,1 0 0 0 0,-1 0 1 0 0,1-1-1 0 0,0 1 0 0 0,2 1 1 0 0,7 4-88 0 0,0 0 1 0 0,1 0 0 0 0,0-1 0 0 0,18 6-1 0 0,12 7-493 0 0,-37-17 471 0 0,-1 1 0 0 0,1 0 0 0 0,0 1 0 0 0,-1-1 0 0 0,0 1 0 0 0,0 0 0 0 0,0 0 0 0 0,0 0 0 0 0,-1 0 0 0 0,1 1 0 0 0,-1 0 0 0 0,0-1 0 0 0,0 1 0 0 0,-1 0 0 0 0,0 1 0 0 0,0-1 0 0 0,0 0 0 0 0,2 10 0 0 0,-3-7 51 0 0,-1 0 0 0 0,1 0 0 0 0,-1-1 0 0 0,-1 1 1 0 0,1 0-1 0 0,-2 0 0 0 0,1-1 0 0 0,-1 1 0 0 0,0-1 1 0 0,0 1-1 0 0,-1-1 0 0 0,0 0 0 0 0,-5 9 0 0 0,-1 0 421 0 0,0-1 0 0 0,-19 25 1 0 0,25-37-520 0 0,1 1 0 0 0,-1-1 1 0 0,0 0-1 0 0,0 0 1 0 0,0 0-1 0 0,-1-1 1 0 0,1 1-1 0 0,-1-1 1 0 0,1 1-1 0 0,-1-1 1 0 0,0 0-1 0 0,0-1 1 0 0,0 1-1 0 0,0-1 1 0 0,0 1-1 0 0,0-1 1 0 0,-6 0-1 0 0,3-1-789 0 0,3-4-11 0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6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2761 0 0,'1'0'452'0'0,"-1"-1"-226"0"0,1 1 0 0 0,-1 0 0 0 0,1 0 1 0 0,-1 0-1 0 0,1 0 0 0 0,-1 0 0 0 0,1 0 0 0 0,-1 0 1 0 0,1 0-1 0 0,6 2 2940 0 0,-6-1-2940 0 0,12 17 3882 0 0,4 35-112 0 0,-9-28-3127 0 0,-4-14-556 0 0,1-1 0 0 0,0 1 0 0 0,1-1 0 0 0,0 0 0 0 0,12 14 0 0 0,-14-19-240 0 0,0-1 0 0 0,0 0 0 0 0,0 0 0 0 0,0 0 0 0 0,1-1 0 0 0,-1 1 0 0 0,1-1 0 0 0,0 0 0 0 0,0 0 0 0 0,0-1 0 0 0,0 0 0 0 0,1 0 0 0 0,7 3 0 0 0,-9-5-47 0 0,-1 0-1 0 0,0 0 0 0 0,0 0 0 0 0,0 0 0 0 0,0 0 0 0 0,0-1 0 0 0,0 1 0 0 0,0-1 0 0 0,0 0 0 0 0,0 0 0 0 0,-1 0 0 0 0,1 0 1 0 0,0-1-1 0 0,0 1 0 0 0,-1-1 0 0 0,1 1 0 0 0,-1-1 0 0 0,1 0 0 0 0,-1 0 0 0 0,0 0 0 0 0,0 0 0 0 0,0-1 0 0 0,0 1 0 0 0,0-1 1 0 0,0 1-1 0 0,-1-1 0 0 0,1 1 0 0 0,-1-1 0 0 0,0 0 0 0 0,2-4 0 0 0,2-5 3 0 0,-1 0 1 0 0,-1 0-1 0 0,1 0 1 0 0,-2-1-1 0 0,3-23 1 0 0,-5 31 16 0 0,0-1 1 0 0,1 1-1 0 0,0 0 1 0 0,0 0-1 0 0,0 0 1 0 0,3-8-1 0 0,-4 13-34 0 0,1-1 0 0 0,-1 0 1 0 0,0 1-1 0 0,1-1 0 0 0,-1 1 0 0 0,1-1 1 0 0,-1 0-1 0 0,1 1 0 0 0,-1-1 0 0 0,1 1 0 0 0,-1-1 1 0 0,1 1-1 0 0,0 0 0 0 0,-1-1 0 0 0,1 1 1 0 0,0 0-1 0 0,-1-1 0 0 0,1 1 0 0 0,0 0 1 0 0,-1 0-1 0 0,2-1 0 0 0,-1 1 3 0 0,1 0 0 0 0,-1 1 0 0 0,1-1 0 0 0,-1 0 0 0 0,1 1 0 0 0,-1-1-1 0 0,1 1 1 0 0,-1-1 0 0 0,0 1 0 0 0,1 0 0 0 0,-1-1 0 0 0,0 1 0 0 0,0 0 0 0 0,1 0 0 0 0,0 1 0 0 0,22 18-3 0 0,-19-15-206 0 0,-1-1-1 0 0,2 1 0 0 0,-1-1 0 0 0,0 0 0 0 0,1 0 0 0 0,0-1 1 0 0,0 0-1 0 0,0 0 0 0 0,0 0 0 0 0,0-1 0 0 0,1 0 1 0 0,-1 0-1 0 0,10 2 0 0 0,1-4-779 0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7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0 177 3225 0 0,'1'-1'264'0'0,"-1"0"0"0"0,1 0 0 0 0,0 0 0 0 0,-1 0 0 0 0,1 0 0 0 0,0 0 0 0 0,0 0 0 0 0,0 0 0 0 0,-1 0 0 0 0,1 0 0 0 0,0 1 0 0 0,0-1 0 0 0,1 0 0 0 0,-1 1 0 0 0,0-1 0 0 0,0 1 0 0 0,0-1 0 0 0,0 1 1 0 0,0-1-1 0 0,1 1 0 0 0,1-1 0 0 0,27-6 3618 0 0,-23 7-3463 0 0,-1 0-1 0 0,1 0 1 0 0,-1 1 0 0 0,1 0-1 0 0,-1 0 1 0 0,0 1 0 0 0,0 0-1 0 0,0 0 1 0 0,0 0 0 0 0,0 1-1 0 0,0 0 1 0 0,0 0 0 0 0,-1 0-1 0 0,1 1 1 0 0,-1 0 0 0 0,0 0-1 0 0,0 0 1 0 0,5 7 0 0 0,-1-2-243 0 0,-1 0-1 0 0,-1 0 1 0 0,0 0 0 0 0,0 1 0 0 0,-1 0 0 0 0,0 1-1 0 0,-1-1 1 0 0,0 1 0 0 0,4 13 0 0 0,-9-17 381 0 0,-6-13-7 0 0,-5-15 5 0 0,9 10-508 0 0,1 0 0 0 0,-1-1 0 0 0,2 1 0 0 0,0-1 0 0 0,0 0 0 0 0,1 1 0 0 0,0-1 0 0 0,1 1 0 0 0,1 0 0 0 0,3-12 0 0 0,2 0-484 0 0,0 1 0 0 0,2 0 1 0 0,22-39-1 0 0,-12 32-195 0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7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10 12443 0 0,'-1'0'112'0'0,"1"-1"0"0"0,0 0 1 0 0,-1 1-1 0 0,1-1 0 0 0,-1 1 0 0 0,1-1 1 0 0,0 1-1 0 0,-1-1 0 0 0,1 1 0 0 0,-1-1 1 0 0,1 1-1 0 0,-1-1 0 0 0,0 1 1 0 0,1 0-1 0 0,-1-1 0 0 0,1 1 0 0 0,-1 0 1 0 0,0 0-1 0 0,1-1 0 0 0,-1 1 1 0 0,0 0-1 0 0,1 0 0 0 0,-1 0 0 0 0,0 0 1 0 0,1 0-1 0 0,-1 0 0 0 0,0 0 1 0 0,1 0-1 0 0,-1 0 0 0 0,0 0 0 0 0,1 0 1 0 0,-1 0-1 0 0,0 1 0 0 0,1-1 1 0 0,-1 0-1 0 0,1 0 0 0 0,-1 1 0 0 0,0-1 1 0 0,1 0-1 0 0,-1 1 0 0 0,1-1 1 0 0,-1 1-1 0 0,1-1 0 0 0,-1 0 0 0 0,0 2 1 0 0,-26 22 1811 0 0,18-8-1590 0 0,0-1-1 0 0,0 2 1 0 0,2-1 0 0 0,0 1-1 0 0,1 0 1 0 0,0 0-1 0 0,2 1 1 0 0,-3 21 0 0 0,1-2-180 0 0,3 0 0 0 0,2 75 0 0 0,3-91-91 0 0,0 0 1 0 0,2 0-1 0 0,0 0 1 0 0,1 0-1 0 0,1-1 1 0 0,2 0-1 0 0,15 33 0 0 0,-5-21-886 0 0,0-2 0 0 0,2 0 0 0 0,43 47 0 0 0,-48-59-6514 0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7.9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0 402 3225 0 0,'0'-6'81'0'0,"1"1"0"0"0,0-1 0 0 0,0 1 1 0 0,1-1-1 0 0,-1 1 0 0 0,1-1 0 0 0,0 1 1 0 0,0 0-1 0 0,1 0 0 0 0,0 0 0 0 0,0 0 1 0 0,0 0-1 0 0,6-6 0 0 0,6-6 433 0 0,1 1 0 0 0,19-15 0 0 0,-21 18-398 0 0,36-27 1590 0 0,98-60 0 0 0,-4 5-808 0 0,-132 85-230 0 0,-21 16 1181 0 0,-21 17 2157 0 0,26-18-3853 0 0,0 0 0 0 0,0 0 0 0 0,1 0 0 0 0,0 0 0 0 0,0 1 0 0 0,0-1 0 0 0,0 1 0 0 0,1 0 0 0 0,0 0 0 0 0,1 0 1 0 0,-1 0-1 0 0,1 0 0 0 0,-1 12 0 0 0,1-4-280 0 0,1-1 1 0 0,1 0-1 0 0,0 0 1 0 0,0 0 0 0 0,7 21-1 0 0,-8-32 120 0 0,0 0-1 0 0,0 0 0 0 0,1 0 1 0 0,-1 0-1 0 0,1-1 0 0 0,0 1 1 0 0,0 0-1 0 0,-1 0 1 0 0,1-1-1 0 0,0 1 0 0 0,1 0 1 0 0,-1-1-1 0 0,0 1 1 0 0,0-1-1 0 0,1 0 0 0 0,-1 1 1 0 0,0-1-1 0 0,1 0 0 0 0,0 0 1 0 0,-1 0-1 0 0,1 0 1 0 0,-1 0-1 0 0,1 0 0 0 0,0 0 1 0 0,0 0-1 0 0,0-1 0 0 0,2 1 1 0 0,-1-1 3 0 0,-1 0 0 0 0,0 0 0 0 0,0-1 0 0 0,1 0 0 0 0,-1 1 0 0 0,0-1 0 0 0,0 0 0 0 0,0 0 0 0 0,0 0 0 0 0,0 0 0 0 0,0-1 0 0 0,0 1 1 0 0,0 0-1 0 0,-1-1 0 0 0,1 1 0 0 0,0-1 0 0 0,-1 0 0 0 0,1 1 0 0 0,-1-1 0 0 0,0 0 0 0 0,0 0 0 0 0,0 0 0 0 0,2-3 0 0 0,1-5 89 0 0,0 0 0 0 0,0 0 0 0 0,-1-1 1 0 0,0 1-1 0 0,-1-1 0 0 0,0 0 0 0 0,1-17 0 0 0,-2 14 400 0 0,1 0 0 0 0,0 0 0 0 0,7-21 0 0 0,-8 34-439 0 0,-1 0 0 0 0,0 0 0 0 0,0 1 0 0 0,1-1 0 0 0,-1 0 0 0 0,0 0 0 0 0,1 1 0 0 0,-1-1 0 0 0,1 0 0 0 0,-1 1 0 0 0,1-1 0 0 0,-1 1 0 0 0,1-1 0 0 0,-1 1 0 0 0,1-1 0 0 0,0 1 0 0 0,-1-1 0 0 0,1 1 0 0 0,0-1 0 0 0,-1 1 0 0 0,1 0 0 0 0,0-1 0 0 0,0 1 0 0 0,-1 0 0 0 0,1 0 0 0 0,0-1 0 0 0,1 1 0 0 0,0 0-15 0 0,-1 1 0 0 0,1-1 1 0 0,0 0-1 0 0,0 1 0 0 0,-1-1 0 0 0,1 1 0 0 0,0 0 1 0 0,-1-1-1 0 0,1 1 0 0 0,0 0 0 0 0,2 2 0 0 0,4 4-7 0 0,1 0-1 0 0,-1 0 1 0 0,8 10-1 0 0,-13-13 97 0 0,5 3-565 0 0,0 0-1 0 0,0 0 0 0 0,0-1 1 0 0,1 0-1 0 0,0 0 1 0 0,0-1-1 0 0,14 6 0 0 0,-6-4-6444 0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8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19 3225 0 0,'-4'-1'16'0'0,"-3"-2"916"0"0,0 0 0 0 0,1 0 0 0 0,-2 1 0 0 0,1 0 0 0 0,0 1 0 0 0,0-1 0 0 0,-8 1 0 0 0,12 1-658 0 0,1 0-1 0 0,-1 1 1 0 0,1-1 0 0 0,-1 1-1 0 0,1 0 1 0 0,0 0-1 0 0,0 0 1 0 0,-1 0-1 0 0,1 0 1 0 0,0 0 0 0 0,0 0-1 0 0,0 1 1 0 0,0-1-1 0 0,0 1 1 0 0,0 0 0 0 0,1-1-1 0 0,-1 1 1 0 0,0 0-1 0 0,1 0 1 0 0,0 0 0 0 0,-1 0-1 0 0,1 0 1 0 0,0 0-1 0 0,0 1 1 0 0,-2 4-1 0 0,-2 7 140 0 0,-1 1-1 0 0,2 1 1 0 0,0-1-1 0 0,1 1 0 0 0,0 0 1 0 0,1-1-1 0 0,1 1 0 0 0,1 0 1 0 0,1 19-1 0 0,0-28-429 0 0,0 0 1 0 0,1 0-1 0 0,-1 0 1 0 0,1 0-1 0 0,0 0 0 0 0,1 0 1 0 0,0-1-1 0 0,0 1 1 0 0,0-1-1 0 0,5 6 0 0 0,-5-8-181 0 0,0 0 0 0 0,1-1-1 0 0,-1 0 1 0 0,1 1-1 0 0,-1-1 1 0 0,1-1 0 0 0,0 1-1 0 0,0 0 1 0 0,0-1-1 0 0,0 0 1 0 0,1 0 0 0 0,-1 0-1 0 0,1-1 1 0 0,-1 1-1 0 0,1-1 1 0 0,6 1 0 0 0,5 0-1017 0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08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0 291 1824 0 0,'5'-2'357'0'0,"0"-1"-1"0"0,0 0 0 0 0,0 0 1 0 0,0 0-1 0 0,-1 0 0 0 0,1 0 1 0 0,-1-1-1 0 0,0 0 0 0 0,0 0 0 0 0,-1 0 1 0 0,1-1-1 0 0,-1 1 0 0 0,0-1 1 0 0,5-9-1 0 0,-2 3 665 0 0,-1 0 1 0 0,-1-1-1 0 0,1 1 1 0 0,-2-1-1 0 0,4-20 1 0 0,-4 16-644 0 0,0 0 1 0 0,-2 0-1 0 0,0 0 1 0 0,0-1-1 0 0,-2 1 1 0 0,-2-17-1 0 0,3 33-350 0 0,0 0-1 0 0,0 0 0 0 0,0-1 1 0 0,0 1-1 0 0,0 0 0 0 0,0-1 0 0 0,0 1 1 0 0,0 0-1 0 0,0 0 0 0 0,0-1 1 0 0,0 1-1 0 0,0 0 0 0 0,0-1 1 0 0,0 1-1 0 0,0 0 0 0 0,-1 0 0 0 0,1-1 1 0 0,0 1-1 0 0,0 0 0 0 0,0 0 1 0 0,0-1-1 0 0,-1 1 0 0 0,1 0 1 0 0,0 0-1 0 0,0 0 0 0 0,-1-1 0 0 0,1 1 1 0 0,0 0-1 0 0,0 0 0 0 0,-1 0 1 0 0,1 0-1 0 0,0 0 0 0 0,0-1 0 0 0,-1 1 1 0 0,-5 9 931 0 0,-1 16 290 0 0,4 0-608 0 0,1 0 1 0 0,1 0-1 0 0,2 27 0 0 0,0-43-572 0 0,0 0 0 0 0,0-1 0 0 0,0 1 0 0 0,1-1 0 0 0,1 1 0 0 0,-1-1 0 0 0,1 0 0 0 0,1 0 0 0 0,-1 0 0 0 0,1-1 0 0 0,1 1 0 0 0,7 10 0 0 0,-8-14-157 0 0,0 0 1 0 0,1-1-1 0 0,-1 1 1 0 0,1-1-1 0 0,-1 0 1 0 0,1 0-1 0 0,0 0 0 0 0,0-1 1 0 0,0 0-1 0 0,1 0 1 0 0,-1 0-1 0 0,1-1 1 0 0,-1 1-1 0 0,1-1 1 0 0,-1 0-1 0 0,9-1 1 0 0,20-1-7459 0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1.7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67 5065 0 0,'6'-9'7731'0'0,"7"3"-5008"0"0,23-1-2889 0 0,-21 5 1222 0 0,56-16 234 0 0,-38 9-2538 0 0,47-7 0 0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2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2745 0 0,'2'-24'14558'0'0,"0"52"-12678"0"0,-2-24-1536 0 0,1 22 85 0 0,8 114 1792 0 0,4-48-9127 0 0,-8-70 333 0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2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83 10594 0 0,'22'-10'3393'0'0,"6"0"-676"0"0,33-9-1 0 0,31-2-2246 0 0,-15 3-3964 0 0,-60 14-2532 0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2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12 10594 0 0,'-4'-11'7371'0'0,"13"24"-3391"0"0,-3-1-5213 0 0,27 122-796 0 0,-25-110 1110 0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2.9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5529 0 0,'31'-13'5885'0'0,"47"-8"-845"0"0,2 6-5471 0 0,-60 12-5270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3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0,'3'8'1152'0'0,"0"0"0"0"0,0 1-1 0 0,-1 0 1 0 0,0-1 0 0 0,2 13 0 0 0,2 57-108 0 0,-4-46-1793 0 0,8 46 0 0 0,-4-51 205 0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3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9218 0 0,'-6'7'2777'0'0,"30"-10"383"0"0,-14 1-3048 0 0,11 1 693 0 0,0 2 0 0 0,0 0 0 0 0,0 2-1 0 0,40 9 1 0 0,-3 0-2938 0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3.8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10594 0 0,'-1'0'175'0'0,"1"1"0"0"0,-1-1 0 0 0,1 0 0 0 0,-1 1 0 0 0,1-1 0 0 0,-1 1 0 0 0,1-1 0 0 0,0 1 0 0 0,-1-1 0 0 0,1 1 0 0 0,0-1 0 0 0,-1 1 0 0 0,1-1 0 0 0,0 1 0 0 0,0-1-1 0 0,0 1 1 0 0,-1 0 0 0 0,1-1 0 0 0,0 1 0 0 0,0-1 0 0 0,0 1 0 0 0,0-1 0 0 0,0 1 0 0 0,0 0 0 0 0,0 0 0 0 0,0 23 1496 0 0,0-18-871 0 0,-1 64 2255 0 0,4 34-4394 0 0,-2-63 260 0 0,0-18 856 0 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4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 8754 0 0,'26'-6'4141'0'0,"1"0"-2010"0"0,51-8 1126 0 0,-66 13-3624 0 0,0 0 0 0 0,0 0 0 0 0,0 1 1 0 0,17 2-1 0 0,-17 2 169 0 0,-12-2 198 0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14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7370 0 0,'1'5'6640'0'0,"0"5"-3367"0"0,-2 24-712 0 0,0-9-1536 0 0,-1-7-993 0 0,2 1 0 0 0,0 0 0 0 0,4 23-1 0 0,0-21-7512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23.8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125 128 7834 0 0,'-1'-3'342'0'0,"1"1"0"0"0,-1-1 0 0 0,0 0 0 0 0,0 0 0 0 0,0 1 0 0 0,0-1 0 0 0,0 1 0 0 0,0-1 0 0 0,-1 1 0 0 0,-2-4 0 0 0,3 4 209 0 0,-1-1 1 0 0,1 1-1 0 0,0 0 0 0 0,-1-1 0 0 0,1 1 0 0 0,0-1 0 0 0,0 0 0 0 0,0 1 0 0 0,1-1 0 0 0,-1-3 0 0 0,-3 6 249 0 0,19-19 3288 0 0,-13 15-4097 0 0,-4-4 1668 0 0,4-8-1806 0 0,0 0 275 0 0,-3 16-122 0 0,1-1 0 0 0,-1 1 0 0 0,1 0 0 0 0,-1 0 0 0 0,1 0 0 0 0,-1 0-1 0 0,1 0 1 0 0,-1-1 0 0 0,1 1 0 0 0,-1 0 0 0 0,1 0 0 0 0,-1 0 0 0 0,0 0 0 0 0,1 1 0 0 0,-1-1 0 0 0,1 0-1 0 0,-1 0 1 0 0,1 0 0 0 0,-1 0 0 0 0,1 0 0 0 0,-1 1 0 0 0,1-1 0 0 0,-1 0 0 0 0,1 0 0 0 0,-1 1 0 0 0,1-1-1 0 0,0 0 1 0 0,-1 1 0 0 0,1-1 0 0 0,-1 1 0 0 0,1-1 0 0 0,-1 1 0 0 0,-1 2 5 0 0,0 0-1 0 0,-1-1 1 0 0,1 1 0 0 0,0 1 0 0 0,1-1-1 0 0,-1 0 1 0 0,1 0 0 0 0,-1 1-1 0 0,1-1 1 0 0,0 1 0 0 0,0-1 0 0 0,0 1-1 0 0,1-1 1 0 0,-1 1 0 0 0,1 5 0 0 0,-3 7 9 0 0,-22 106 88 0 0,5 2 1 0 0,6 0-1 0 0,1 154 0 0 0,14-248-111 0 0,1 1-1 0 0,1-1 0 0 0,2-1 1 0 0,1 1-1 0 0,1-1 0 0 0,2 0 0 0 0,19 45 1 0 0,-23-63-2 0 0,1 1-1 0 0,0-1 1 0 0,1 0 0 0 0,0-1 0 0 0,1 1 0 0 0,0-1 0 0 0,1-1 0 0 0,0 0 0 0 0,0 0-1 0 0,1 0 1 0 0,0-1 0 0 0,0-1 0 0 0,1 0 0 0 0,0 0 0 0 0,0-1 0 0 0,1-1-1 0 0,0 0 1 0 0,0 0 0 0 0,0-1 0 0 0,17 3 0 0 0,-18-5-63 0 0,0-1 0 0 0,0 0 0 0 0,0-1 0 0 0,0-1 0 0 0,0 1 0 0 0,0-2 0 0 0,0 1 0 0 0,11-5 0 0 0,17-5-391 0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24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35 170 6913 0 0,'-1'0'170'0'0,"-20"4"418"0"0,21-4-456 0 0,-1 0 0 0 0,1 0 0 0 0,-1 0 0 0 0,1 0 0 0 0,-1 0 1 0 0,0 0-1 0 0,1 0 0 0 0,-1 0 0 0 0,1 1 0 0 0,-1-1 1 0 0,1 0-1 0 0,-1 0 0 0 0,1 1 0 0 0,-1-1 0 0 0,1 0 0 0 0,0 1 1 0 0,-1-1-1 0 0,1 0 0 0 0,-1 1 0 0 0,1-1 0 0 0,0 1 0 0 0,-1-1 1 0 0,1 0-1 0 0,0 1 0 0 0,-1-1 0 0 0,1 1 0 0 0,0-1 0 0 0,0 1 1 0 0,-1 0-1 0 0,3 0 120 0 0,0-1 1 0 0,0 0-1 0 0,1 1 1 0 0,-1-1-1 0 0,0 0 1 0 0,0 0-1 0 0,0 0 1 0 0,0-1-1 0 0,0 1 1 0 0,0 0-1 0 0,0-1 0 0 0,0 0 1 0 0,2 0-1 0 0,-1 0 69 0 0,191-55 5634 0 0,22-5-4243 0 0,-151 48-1935 0 0,35-9 537 0 0,-35 2-6711 0 0,-45 13-837 0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0:2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23 10594 0 0,'-12'-5'844'0'0,"-28"-10"413"0"0,38 15-987 0 0,0-1 0 0 0,1 1 0 0 0,-1-1 0 0 0,0 1-1 0 0,1 0 1 0 0,-1-1 0 0 0,0 1 0 0 0,0 0-1 0 0,0 0 1 0 0,1 0 0 0 0,-1 1 0 0 0,0-1 0 0 0,0 0-1 0 0,1 1 1 0 0,-1-1 0 0 0,0 1 0 0 0,1-1-1 0 0,-2 2 1 0 0,2-1-161 0 0,1-1 0 0 0,0 1 0 0 0,0-1 0 0 0,0 1 1 0 0,0-1-1 0 0,0 1 0 0 0,0-1 0 0 0,0 1 0 0 0,0-1 0 0 0,0 1 0 0 0,0 0 0 0 0,0-1 0 0 0,0 1 0 0 0,0-1 0 0 0,0 1 0 0 0,1-1 0 0 0,-1 1 0 0 0,0-1 1 0 0,0 1-1 0 0,1-1 0 0 0,-1 1 0 0 0,0-1 0 0 0,1 1 0 0 0,-1-1 0 0 0,0 0 0 0 0,1 1 0 0 0,-1-1 0 0 0,1 1 0 0 0,-1-1 0 0 0,1 0 0 0 0,0 1 1 0 0,19 16 522 0 0,-17-15-357 0 0,25 24-89 0 0,0 1 0 0 0,-1 2-1 0 0,-2 0 1 0 0,-1 1 0 0 0,-2 2-1 0 0,-1 0 1 0 0,32 67-1 0 0,-16-16-24 0 0,-4 1 0 0 0,27 110-1 0 0,-38-108-46 0 0,12 100 0 0 0,-28-138 36 0 0,-3 0 0 0 0,-1 0-1 0 0,-9 84 1 0 0,6-118-150 0 0,-2 1 0 0 0,0-1 0 0 0,-5 15 0 0 0,-6 2 0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1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 14771 0 0,'-8'-5'2894'0'0,"12"20"-924"0"0,97 446 1198 0 0,-26 12-3210 0 0,-58-360 162 0 0,47 161-941 0 0,-56-243 266 0 0,-3-7-1346 0 0,-1-3-5220 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12 184 1376 0 0,'-1'0'108'0'0,"0"-1"0"0"0,0 0 0 0 0,0 0 0 0 0,0 0 0 0 0,1 0 0 0 0,-1 1 0 0 0,0-1 0 0 0,1 0 0 0 0,-1 0 0 0 0,1 0 0 0 0,-1 0 0 0 0,1-1 0 0 0,-1 1 0 0 0,1 0 0 0 0,-1 0 0 0 0,1 0 0 0 0,0 0 0 0 0,0 0 0 0 0,0 0 0 0 0,0-1 0 0 0,0 1 0 0 0,0 0 0 0 0,0 0 0 0 0,0 0 0 0 0,0 0 0 0 0,0-1 0 0 0,1 1 0 0 0,-1 0 0 0 0,0 0-1 0 0,1 0 1 0 0,0-1 0 0 0,2-2 644 0 0,0 0-1 0 0,0 0 0 0 0,0 1 1 0 0,1-1-1 0 0,0 1 0 0 0,5-4 1 0 0,-2 1-977 0 0,12-8 1462 0 0,1 1 0 0 0,0 0 0 0 0,1 2 0 0 0,0 0-1 0 0,44-15 1 0 0,-46 19-804 0 0,-1 2 0 0 0,1 1-1 0 0,0 0 1 0 0,0 1-1 0 0,0 1 1 0 0,1 1 0 0 0,34 2-1 0 0,-50-1-450 0 0,0 1 0 0 0,0 0 0 0 0,0-1 0 0 0,-1 1 0 0 0,1 1 0 0 0,0-1 0 0 0,-1 1 0 0 0,1-1 0 0 0,-1 1 0 0 0,0 0 0 0 0,1 0 0 0 0,-1 0 0 0 0,5 6 0 0 0,7 15-5480 0 0,-7-3-946 0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1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1 183 10138 0 0,'1'-2'273'0'0,"1"-1"0"0"0,0 1-1 0 0,0 0 1 0 0,-1-1 0 0 0,1 1-1 0 0,1 0 1 0 0,-1 0 0 0 0,0 1 0 0 0,0-1-1 0 0,5-2 1 0 0,4-5 777 0 0,13-14 578 0 0,3-3 622 0 0,32-25 0 0 0,-51 45-2390 0 0,1 0 0 0 0,-1 1 1 0 0,1 0-1 0 0,0 0 0 0 0,0 1 1 0 0,0 0-1 0 0,1 0 0 0 0,-1 1 0 0 0,12-2 1 0 0,-18 5-467 0 0,0-1 1 0 0,0 1-1 0 0,0 0 1 0 0,0 0-1 0 0,0 0 1 0 0,0 0-1 0 0,0 0 1 0 0,0 1 0 0 0,0-1-1 0 0,0 1 1 0 0,0 0-1 0 0,0 0 1 0 0,-1 0-1 0 0,1 0 1 0 0,3 2-1 0 0,0 3-327 0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1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8754 0 0,'0'0'102'0'0,"0"1"0"0"0,1-1 0 0 0,-1 1 0 0 0,1-1 0 0 0,-1 1 0 0 0,1-1 0 0 0,-1 1 0 0 0,1-1 1 0 0,-1 1-1 0 0,1-1 0 0 0,0 0 0 0 0,-1 1 0 0 0,1-1 0 0 0,-1 0 0 0 0,1 0 0 0 0,0 1 0 0 0,-1-1 0 0 0,1 0 0 0 0,0 0 0 0 0,-1 0 1 0 0,1 0-1 0 0,0 0 0 0 0,0 0 0 0 0,-1 0 0 0 0,1 0 0 0 0,0 0 0 0 0,0-1 0 0 0,28 0 2566 0 0,-24 0-2388 0 0,15-1 478 0 0,0-1-1 0 0,-1-1 1 0 0,1-1 0 0 0,-1-1-1 0 0,0 0 1 0 0,0-2-1 0 0,20-10 1 0 0,13-11-2155 0 0,53-40-1 0 0,-76 49 216 0 0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2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10138 0 0,'15'-13'6164'0'0,"-14"13"-6062"0"0,0 0-1 0 0,0-1 1 0 0,0 1 0 0 0,0 0 0 0 0,0 0 0 0 0,0 0 0 0 0,0 0-1 0 0,0 0 1 0 0,0 0 0 0 0,0 0 0 0 0,1 0 0 0 0,-1 0 0 0 0,0 0 0 0 0,0 1-1 0 0,0-1 1 0 0,0 0 0 0 0,0 1 0 0 0,0-1 0 0 0,-1 1 0 0 0,1-1 0 0 0,0 1-1 0 0,0-1 1 0 0,0 1 0 0 0,1 1 0 0 0,4 2 55 0 0,-1 1-1 0 0,0 0 1 0 0,0 0-1 0 0,-1 0 1 0 0,1 0-1 0 0,-1 1 1 0 0,0 0-1 0 0,-1-1 1 0 0,5 11-1 0 0,24 62 294 0 0,-25-59-295 0 0,10 37-62 0 0,-12-40-72 0 0,-1 0 0 0 0,2-1 0 0 0,0 1 0 0 0,1-1 0 0 0,13 21 0 0 0,-20-35-23 0 0,0 0 0 0 0,1 0 0 0 0,0 0 1 0 0,-1 0-1 0 0,1 0 0 0 0,-1 0 0 0 0,1 0 0 0 0,0 0 1 0 0,0 0-1 0 0,0-1 0 0 0,-1 1 0 0 0,1 0 1 0 0,0-1-1 0 0,0 1 0 0 0,0 0 0 0 0,0-1 1 0 0,0 1-1 0 0,0-1 0 0 0,0 0 0 0 0,0 1 1 0 0,1-1-1 0 0,-1 0 0 0 0,0 1 0 0 0,0-1 1 0 0,0 0-1 0 0,2 0 0 0 0,-2-1-4 0 0,0 0 0 0 0,0 1-1 0 0,1-1 1 0 0,-1 0 0 0 0,0 0-1 0 0,0 0 1 0 0,0 0 0 0 0,0 0-1 0 0,0 0 1 0 0,0 0 0 0 0,-1-1 0 0 0,1 1-1 0 0,0 0 1 0 0,0 0 0 0 0,-1-1-1 0 0,1 1 1 0 0,0-2 0 0 0,3-10-57 0 0,0-1 0 0 0,-1 1 1 0 0,2-16-1 0 0,-5 27 54 0 0,10-62-416 0 0,25-135 792 0 0,-33 193-265 0 0,-1 0 0 0 0,1-1-1 0 0,1 1 1 0 0,-1 0 0 0 0,1 0 0 0 0,0 0 0 0 0,1 1 0 0 0,-1-1 0 0 0,8-7 0 0 0,-10 11-67 0 0,1 1 0 0 0,0-1 0 0 0,0 1 0 0 0,0-1 0 0 0,0 1 0 0 0,0 0 0 0 0,0 0 0 0 0,0 0 1 0 0,0 0-1 0 0,0 1 0 0 0,1-1 0 0 0,-1 0 0 0 0,0 1 0 0 0,0 0 0 0 0,1-1 0 0 0,-1 1 1 0 0,0 0-1 0 0,1 0 0 0 0,-1 0 0 0 0,0 1 0 0 0,1-1 0 0 0,-1 0 0 0 0,0 1 0 0 0,1 0 1 0 0,-1-1-1 0 0,0 1 0 0 0,0 0 0 0 0,0 0 0 0 0,4 3 0 0 0,2 1 4 0 0,-1 0 0 0 0,1 0-1 0 0,-1 1 1 0 0,0 0-1 0 0,-1 1 1 0 0,0-1 0 0 0,0 1-1 0 0,0 1 1 0 0,-1-1 0 0 0,0 1-1 0 0,8 15 1 0 0,2 10 28 0 0,18 58-1 0 0,-24-64-56 0 0,7 22-57 0 0,-10-25-272 0 0,2 0 0 0 0,0-1 0 0 0,2-1 0 0 0,23 41 0 0 0,-21-47-752 0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3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30 9674 0 0,'-1'-1'170'0'0,"-1"0"0"0"0,1 0 0 0 0,0 0 0 0 0,0 0 0 0 0,0 0 0 0 0,0 0 0 0 0,-12-21 8987 0 0,24 49-7857 0 0,19 41-842 0 0,-2 2 0 0 0,27 104 0 0 0,-33-99-436 0 0,-13-44-22 0 0,1 4 0 0 0,0 0 0 0 0,3-1 0 0 0,1 0 0 0 0,1-2 0 0 0,22 36 0 0 0,-34-64-1 0 0,0 0 1 0 0,0-1 0 0 0,0 1-1 0 0,0-1 1 0 0,1 0-1 0 0,0 1 1 0 0,0-2-1 0 0,0 1 1 0 0,0 0-1 0 0,0-1 1 0 0,0 0 0 0 0,1 0-1 0 0,5 2 1 0 0,-9-3-13 0 0,1-1 1 0 0,0 0-1 0 0,-1 1 1 0 0,1-1 0 0 0,0 0-1 0 0,0 0 1 0 0,0 0-1 0 0,-1 0 1 0 0,1 0-1 0 0,0-1 1 0 0,0 1-1 0 0,-1-1 1 0 0,1 1 0 0 0,0-1-1 0 0,-1 1 1 0 0,1-1-1 0 0,0 0 1 0 0,-1 0-1 0 0,1 0 1 0 0,-1 0 0 0 0,0 0-1 0 0,1 0 1 0 0,-1 0-1 0 0,0 0 1 0 0,1-1-1 0 0,-1 1 1 0 0,0 0-1 0 0,0-1 1 0 0,0 1 0 0 0,0-1-1 0 0,0 1 1 0 0,-1-1-1 0 0,1 0 1 0 0,0 1-1 0 0,-1-1 1 0 0,1 0 0 0 0,0-2-1 0 0,6-26-124 0 0,0-1 0 0 0,1-30 0 0 0,8-36 176 0 0,-10 71 98 0 0,1 1 0 0 0,21-47 0 0 0,-25 65-89 0 0,0 1 0 0 0,0 0 0 0 0,0 0 0 0 0,1 0 0 0 0,0 1 0 0 0,0-1 0 0 0,1 1 0 0 0,-1 0 0 0 0,1 0 0 0 0,0 1 0 0 0,1-1 0 0 0,-1 1 0 0 0,1 0 0 0 0,0 1 0 0 0,0-1 0 0 0,9-3 0 0 0,-11 6-24 0 0,-1 1 1 0 0,0-1-1 0 0,0 1 1 0 0,0 0-1 0 0,0 0 0 0 0,1 1 1 0 0,-1-1-1 0 0,0 0 1 0 0,0 1-1 0 0,0 0 0 0 0,0 0 1 0 0,0 0-1 0 0,0 0 1 0 0,0 0-1 0 0,0 1 0 0 0,0-1 1 0 0,-1 1-1 0 0,1 0 1 0 0,0 0-1 0 0,-1 0 0 0 0,0 0 1 0 0,1 0-1 0 0,-1 0 1 0 0,0 1-1 0 0,0-1 0 0 0,2 4 1 0 0,6 8 24 0 0,0 0 0 0 0,-1 1 1 0 0,9 21-1 0 0,21 45-69 0 0,-10-17-619 0 0,3-1 1 0 0,47 68-1 0 0,-63-108-1 0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3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25 2761 0 0,'1'0'206'0'0,"-1"0"-112"0"0,0-1 0 0 0,0 1 0 0 0,0 0 0 0 0,0-1 0 0 0,0 1 0 0 0,-1 0 0 0 0,1-1 0 0 0,0 1 0 0 0,0 0 0 0 0,0-1 0 0 0,0 1 0 0 0,0 0 0 0 0,0-1 0 0 0,0 1 0 0 0,-1 0 0 0 0,1-1 0 0 0,0 1 0 0 0,0 0 0 0 0,-1 0 0 0 0,1-1 0 0 0,0 1 0 0 0,0 0 0 0 0,-1 0 0 0 0,1-1 0 0 0,0 1 0 0 0,0 0 0 0 0,-1 0 0 0 0,1 0 0 0 0,0-1 0 0 0,-1 1 0 0 0,1 0 0 0 0,0 0 0 0 0,-1 0 0 0 0,1 0 0 0 0,-1 0 0 0 0,0 0 0 0 0,-12-6 1849 0 0,5 4-1469 0 0,0 0-1 0 0,-1 0 0 0 0,1 0 1 0 0,0 1-1 0 0,-1 0 0 0 0,1 1 1 0 0,-1 0-1 0 0,1 0 0 0 0,0 1 0 0 0,-1 0 1 0 0,1 1-1 0 0,0 0 0 0 0,-1 0 1 0 0,1 0-1 0 0,0 1 0 0 0,1 0 0 0 0,-1 1 1 0 0,-11 7-1 0 0,9-4-297 0 0,1 0-1 0 0,1 0 1 0 0,-1 1 0 0 0,1 1-1 0 0,1-1 1 0 0,-1 1 0 0 0,1 0-1 0 0,1 1 1 0 0,0 0 0 0 0,0 0-1 0 0,1 0 1 0 0,1 1 0 0 0,-5 12-1 0 0,0 4-23 0 0,1 0-1 0 0,2 1 0 0 0,-4 38 0 0 0,8-54-109 0 0,2 1 1 0 0,-1-1-1 0 0,2 1 0 0 0,0-1 0 0 0,0 0 0 0 0,1 1 0 0 0,1-1 0 0 0,0 0 0 0 0,0 0 0 0 0,6 13 0 0 0,-7-22-135 0 0,-1 0 0 0 0,1 0-1 0 0,0 0 1 0 0,-1 0-1 0 0,1-1 1 0 0,0 1-1 0 0,1-1 1 0 0,-1 1-1 0 0,0-1 1 0 0,1 0-1 0 0,-1 0 1 0 0,1 0-1 0 0,0 0 1 0 0,4 2 0 0 0,-5-3 48 0 0,-1-1 0 0 0,0 0 1 0 0,1 1-1 0 0,-1-1 0 0 0,1 0 1 0 0,-1 0-1 0 0,0 0 0 0 0,1 0 1 0 0,-1-1-1 0 0,1 1 0 0 0,-1 0 1 0 0,0 0-1 0 0,1-1 0 0 0,-1 1 1 0 0,0-1-1 0 0,1 1 0 0 0,-1-1 1 0 0,0 0-1 0 0,0 0 0 0 0,0 1 1 0 0,1-1-1 0 0,-1 0 0 0 0,0 0 1 0 0,0 0-1 0 0,0 0 0 0 0,0 0 1 0 0,-1 0-1 0 0,1 0 0 0 0,0-1 1 0 0,0 1-1 0 0,-1 0 0 0 0,1 0 1 0 0,0-1-1 0 0,-1 1 0 0 0,1-3 0 0 0,10-25-190 0 0,-1-1 0 0 0,-1 0 0 0 0,-2 0 0 0 0,-1-1-1 0 0,4-58 1 0 0,12-56 3032 0 0,-21 140-2541 0 0,0-1-1 0 0,1 1 0 0 0,0 0 1 0 0,0 0-1 0 0,1 0 1 0 0,-1 0-1 0 0,4-5 1 0 0,-5 9-219 0 0,0 0 1 0 0,-1 0-1 0 0,1 0 1 0 0,0 0-1 0 0,0 0 1 0 0,-1 1-1 0 0,1-1 1 0 0,0 0-1 0 0,0 0 1 0 0,0 1-1 0 0,0-1 1 0 0,0 1-1 0 0,0-1 1 0 0,0 1-1 0 0,0-1 1 0 0,0 1-1 0 0,0 0 1 0 0,0-1-1 0 0,1 1 1 0 0,-1 0-1 0 0,0 0 1 0 0,0 0-1 0 0,0 0 1 0 0,0 0-1 0 0,0 0 1 0 0,1 0-1 0 0,-1 0 1 0 0,0 0-1 0 0,0 1 1 0 0,0-1-1 0 0,0 0 1 0 0,0 1-1 0 0,0-1 1 0 0,0 1-1 0 0,0-1 1 0 0,0 1-1 0 0,0-1 1 0 0,0 1-1 0 0,2 1 1 0 0,10 11 38 0 0,0 0 0 0 0,0 0 0 0 0,-1 2 1 0 0,-1-1-1 0 0,-1 2 0 0 0,13 22 0 0 0,-11-17-57 0 0,1 0 0 0 0,2-1 0 0 0,15 18 0 0 0,-20-29-103 0 0,1 1-1 0 0,0-1 1 0 0,0-1 0 0 0,0 0 0 0 0,18 9-1 0 0,12 2-6498 0 0,-22-12-451 0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3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1376 0 0,'9'-26'226'0'0,"-7"23"649"0"0,-1-1-1 0 0,1 1 1 0 0,0 0-1 0 0,1 0 1 0 0,-1 0 0 0 0,0 0-1 0 0,1 1 1 0 0,5-5-1 0 0,-7 6-429 0 0,0 0-1 0 0,1 0 0 0 0,-1 0 0 0 0,1 0 0 0 0,0 0 1 0 0,-1 1-1 0 0,1-1 0 0 0,0 1 0 0 0,-1-1 0 0 0,1 1 1 0 0,0 0-1 0 0,0-1 0 0 0,-1 1 0 0 0,1 0 0 0 0,0 0 1 0 0,0 0-1 0 0,-1 0 0 0 0,4 1 0 0 0,-3 0-320 0 0,1 0 0 0 0,-1 0-1 0 0,1 0 1 0 0,-1 0-1 0 0,0 0 1 0 0,1 1 0 0 0,-1-1-1 0 0,0 1 1 0 0,3 3-1 0 0,4 3 244 0 0,-1 2-1 0 0,-1-1 0 0 0,1 1 0 0 0,-2 0 1 0 0,1 1-1 0 0,6 15 0 0 0,27 74-97 0 0,-31-75-230 0 0,-2-3-12 0 0,-4-13-6 0 0,0-1 0 0 0,0 1-1 0 0,1 0 1 0 0,0-1 0 0 0,5 8 0 0 0,-3-16 5 0 0,-1-9 38 0 0,5-17 96 0 0,-9 23-132 0 0,13-43 251 0 0,28-73 278 0 0,-38 109-530 0 0,1 1 1 0 0,0 0-1 0 0,0 0 1 0 0,1 0 0 0 0,0 0-1 0 0,0 1 1 0 0,1 0-1 0 0,0 0 1 0 0,11-8-1 0 0,-16 14-5 0 0,0 1-1 0 0,-1 0 0 0 0,1 0 0 0 0,0 0 1 0 0,0 0-1 0 0,0 0 0 0 0,0 0 0 0 0,-1 0 1 0 0,1 0-1 0 0,0 1 0 0 0,0-1 1 0 0,1 1-1 0 0,-1 0 0 0 0,0-1 0 0 0,0 1 1 0 0,0 0-1 0 0,0 0 0 0 0,0 0 0 0 0,0 1 1 0 0,4 0-1 0 0,-3 0-2 0 0,0 0 1 0 0,-1 1-1 0 0,1-1 0 0 0,0 1 0 0 0,-1 0 1 0 0,1 0-1 0 0,-1 0 0 0 0,0 0 1 0 0,0 0-1 0 0,0 0 0 0 0,0 1 1 0 0,3 3-1 0 0,3 7-7 0 0,-1 1 0 0 0,-1-1 0 0 0,0 1 0 0 0,6 21 0 0 0,-1 0-198 0 0,4 13-6492 0 0,-4-19-824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4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41 4145 0 0,'-16'-33'6676'0'0,"14"32"-6174"0"0,1 0 1 0 0,0 0 0 0 0,0 0 0 0 0,0 1-1 0 0,-1-1 1 0 0,1 1 0 0 0,0-1-1 0 0,-1 1 1 0 0,1-1 0 0 0,-1 1 0 0 0,1 0-1 0 0,-1 0 1 0 0,1-1 0 0 0,0 1-1 0 0,-1 0 1 0 0,-1 1 0 0 0,-17 3-199 0 0,14-1-116 0 0,1 0 0 0 0,0 0 0 0 0,-1 0 0 0 0,1 1 0 0 0,0 0 0 0 0,1 0 1 0 0,-1 0-1 0 0,1 1 0 0 0,0-1 0 0 0,0 1 0 0 0,0 0 0 0 0,1 0 0 0 0,-1 1 0 0 0,-2 5 0 0 0,-3 7-38 0 0,1 0 0 0 0,1 1 0 0 0,-7 21 0 0 0,9-18-74 0 0,0-1 0 0 0,1 1 0 0 0,1 0 0 0 0,1 0 0 0 0,1 0 0 0 0,1 1 0 0 0,5 35 1 0 0,-4-48-83 0 0,1 0 1 0 0,1-1-1 0 0,-1 0 1 0 0,2 1-1 0 0,-1-1 1 0 0,1-1-1 0 0,1 1 1 0 0,9 14-1 0 0,-10-18-40 0 0,1 0-1 0 0,-1 0 1 0 0,1 0-1 0 0,0 0 0 0 0,1-1 1 0 0,-1 1-1 0 0,1-1 1 0 0,0-1-1 0 0,0 1 1 0 0,0-1-1 0 0,1 0 1 0 0,-1 0-1 0 0,10 2 1 0 0,5 0-485 0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4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22 461 6913 0 0,'5'-2'421'0'0,"-1"0"-1"0"0,1 0 1 0 0,-1 0-1 0 0,0-1 0 0 0,0 0 1 0 0,0 0-1 0 0,0 0 0 0 0,-1 0 1 0 0,1 0-1 0 0,-1-1 1 0 0,5-5-1 0 0,-5 5-143 0 0,8-10 462 0 0,0 0 1 0 0,0-1-1 0 0,-2-1 1 0 0,0 1-1 0 0,0-1 1 0 0,-2-1 0 0 0,0 0-1 0 0,-1 0 1 0 0,4-18-1 0 0,-6 19-641 0 0,0 0-1 0 0,-2 0 0 0 0,0 0 0 0 0,-1 0 1 0 0,-1 0-1 0 0,0 0 0 0 0,-1 0 1 0 0,0 0-1 0 0,-2 0 0 0 0,-6-22 0 0 0,9 35-75 0 0,-1 0 0 0 0,0 0 0 0 0,0 1 0 0 0,0-1 0 0 0,-1 1 0 0 0,1-1-1 0 0,-1 1 1 0 0,1 0 0 0 0,-1-1 0 0 0,0 1 0 0 0,0 0 0 0 0,0 0 0 0 0,0 0-1 0 0,-2-1 1 0 0,2 2 9 0 0,0 0 0 0 0,1 0 0 0 0,-1 0 0 0 0,0 1-1 0 0,0-1 1 0 0,1 1 0 0 0,-1-1 0 0 0,0 1 0 0 0,0 0 0 0 0,0 0-1 0 0,0 0 1 0 0,1 0 0 0 0,-1 0 0 0 0,0 0 0 0 0,0 0 0 0 0,-3 1-1 0 0,1 1 25 0 0,-1-1 0 0 0,1 1 0 0 0,-1 1 0 0 0,1-1 0 0 0,0 0 0 0 0,0 1 0 0 0,0 0 0 0 0,0 0 0 0 0,1 0 0 0 0,-1 1 0 0 0,1-1 0 0 0,0 1 0 0 0,0 0 0 0 0,0 0 0 0 0,-3 4-1 0 0,0 4-24 0 0,-1 1-1 0 0,1 0 0 0 0,1 0 0 0 0,0 0 1 0 0,1 1-1 0 0,1-1 0 0 0,0 1 0 0 0,1 0 0 0 0,0 0 1 0 0,1 0-1 0 0,0 0 0 0 0,2 0 0 0 0,-1 0 1 0 0,2 0-1 0 0,3 16 0 0 0,-3-18-29 0 0,1-1 0 0 0,1 1 0 0 0,0-1 0 0 0,0 0 0 0 0,1-1 0 0 0,0 1 0 0 0,1-1 0 0 0,1 0 0 0 0,-1 0 0 0 0,1-1 0 0 0,1 0 0 0 0,0 0-1 0 0,0-1 1 0 0,1 0 0 0 0,0 0 0 0 0,0-1 0 0 0,0 0 0 0 0,16 7 0 0 0,-8-5-77 0 0,1-2-1 0 0,27 8 0 0 0,11-1-6066 0 0,-14-7-959 0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12899 0 0,'1'-1'224'0'0,"0"0"1"0"0,0 0-1 0 0,0 0 1 0 0,0 0-1 0 0,1 0 0 0 0,-1 0 1 0 0,0 0-1 0 0,1 0 1 0 0,-1 1-1 0 0,0-1 1 0 0,1 0-1 0 0,-1 1 1 0 0,1-1-1 0 0,-1 1 1 0 0,1 0-1 0 0,-1-1 1 0 0,1 1-1 0 0,0 0 0 0 0,-1 0 1 0 0,1 0-1 0 0,-1 0 1 0 0,1 0-1 0 0,-1 0 1 0 0,1 0-1 0 0,0 1 1 0 0,1 0-1 0 0,2 0 56 0 0,-1 0 1 0 0,0 0-1 0 0,1 0 0 0 0,-1 1 1 0 0,0-1-1 0 0,0 1 0 0 0,1 0 1 0 0,3 4-1 0 0,1 1-162 0 0,0 2 0 0 0,-1-1 0 0 0,0 1 0 0 0,-1 1-1 0 0,0-1 1 0 0,-1 1 0 0 0,9 18 0 0 0,32 83 128 0 0,-15-29-244 0 0,-20-54-62 0 0,-7-16 25 0 0,0 0 0 0 0,0 0 0 0 0,1-1 0 0 0,0 0 0 0 0,1 0 0 0 0,0 0 0 0 0,17 18 0 0 0,-23-29 31 0 0,-1 0-1 0 0,0 0 1 0 0,0 1 0 0 0,0-1 0 0 0,0 0-1 0 0,1 0 1 0 0,-1 0 0 0 0,0 0 0 0 0,0 0-1 0 0,0 0 1 0 0,1 0 0 0 0,-1 0 0 0 0,0 0 0 0 0,0 0-1 0 0,0 0 1 0 0,1 1 0 0 0,-1-1 0 0 0,0 0-1 0 0,0-1 1 0 0,0 1 0 0 0,1 0 0 0 0,-1 0-1 0 0,0 0 1 0 0,0 0 0 0 0,0 0 0 0 0,1 0 0 0 0,-1 0-1 0 0,0 0 1 0 0,0 0 0 0 0,0 0 0 0 0,1 0-1 0 0,-1 0 1 0 0,0-1 0 0 0,0 1 0 0 0,0 0-1 0 0,0 0 1 0 0,1 0 0 0 0,-1 0 0 0 0,0-1 0 0 0,0 1-1 0 0,0 0 1 0 0,5-13-29 0 0,-1-15-31 0 0,-4 28 52 0 0,4-52-137 0 0,12-94-187 0 0,-13 130 413 0 0,0 1 1 0 0,1 0 0 0 0,1 0-1 0 0,0 1 1 0 0,1-1 0 0 0,1 1-1 0 0,9-15 1 0 0,-13 25-38 0 0,-1 0 0 0 0,1 1 0 0 0,-1 0 0 0 0,1-1 0 0 0,0 1 0 0 0,0 0 0 0 0,0 0 0 0 0,1 1 0 0 0,-1-1 0 0 0,1 1 0 0 0,-1 0 0 0 0,1 0 0 0 0,0 0 0 0 0,0 0 0 0 0,8-2 0 0 0,-9 3-26 0 0,0 1-1 0 0,0 0 0 0 0,0 0 0 0 0,0 0 1 0 0,0 1-1 0 0,0-1 0 0 0,0 1 1 0 0,-1-1-1 0 0,1 1 0 0 0,0 0 0 0 0,0 0 1 0 0,0 0-1 0 0,-1 1 0 0 0,1-1 0 0 0,0 1 1 0 0,-1-1-1 0 0,1 1 0 0 0,-1 0 1 0 0,0 0-1 0 0,0 0 0 0 0,0 0 0 0 0,0 0 1 0 0,3 4-1 0 0,17 25 73 0 0,-2 0 0 0 0,0 2 0 0 0,-3 0-1 0 0,23 57 1 0 0,-21-44-63 0 0,45 77 0 0 0,-60-116-71 0 0,17 24-80 0 0,-21-29 103 0 0,1-1-1 0 0,0 0 1 0 0,0 0 0 0 0,0 0-1 0 0,0 0 1 0 0,0 0 0 0 0,0 0 0 0 0,0 0-1 0 0,0 0 1 0 0,0-1 0 0 0,0 1-1 0 0,0 0 1 0 0,0-1 0 0 0,1 1 0 0 0,-1 0-1 0 0,0-1 1 0 0,0 0 0 0 0,1 1-1 0 0,-1-1 1 0 0,2 1 0 0 0,-2-2 18 0 0,0 0 0 0 0,0 1 1 0 0,-1-1-1 0 0,1 0 0 0 0,0 1 0 0 0,0-1 1 0 0,-1 0-1 0 0,1 0 0 0 0,0 0 0 0 0,-1 1 1 0 0,1-1-1 0 0,-1 0 0 0 0,1 0 0 0 0,-1 0 1 0 0,1 0-1 0 0,-1 0 0 0 0,0 0 0 0 0,0 0 1 0 0,1-2-1 0 0,4-28-73 0 0,-3 22-95 0 0,5-30-318 0 0,26-112-62 0 0,-27 127 739 0 0,1 1-1 0 0,2 0 1 0 0,0 1-1 0 0,16-27 1 0 0,-20 42-101 0 0,0-1-1 0 0,0 1 1 0 0,1 0 0 0 0,0 0 0 0 0,0 1 0 0 0,1-1-1 0 0,0 2 1 0 0,0-1 0 0 0,0 1 0 0 0,1 0 0 0 0,0 0-1 0 0,0 1 1 0 0,0 0 0 0 0,11-4 0 0 0,-14 7-62 0 0,-1 0 0 0 0,1 0 0 0 0,0 0-1 0 0,0 0 1 0 0,-1 1 0 0 0,1-1 0 0 0,0 1 0 0 0,0 1 0 0 0,0-1 0 0 0,0 1 0 0 0,-1-1 0 0 0,1 1-1 0 0,0 1 1 0 0,-1-1 0 0 0,1 1 0 0 0,0 0 0 0 0,-1 0 0 0 0,0 0 0 0 0,0 0 0 0 0,1 1 0 0 0,-1 0-1 0 0,-1 0 1 0 0,1 0 0 0 0,0 0 0 0 0,-1 0 0 0 0,0 1 0 0 0,6 6 0 0 0,3 10-19 0 0,0 0 0 0 0,-2 1-1 0 0,0 0 1 0 0,-1 1 0 0 0,7 26 0 0 0,15 36-1716 0 0,-17-56-3790 0 0,-2 0-1815 0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1 415 6913 0 0,'10'-6'930'0'0,"0"0"0"0"0,0-1 0 0 0,0 0 0 0 0,-1-1 0 0 0,0 0-1 0 0,0-1 1 0 0,13-18 0 0 0,-11 13-358 0 0,-1-1-1 0 0,0-1 1 0 0,-1 0 0 0 0,10-26-1 0 0,-13 25-198 0 0,-1 0 0 0 0,-1 0 0 0 0,-1-1 0 0 0,0 1 0 0 0,-1-1 0 0 0,-1 0 0 0 0,-1 0 0 0 0,-1 1 0 0 0,-5-34 0 0 0,6 49-347 0 0,0 1 0 0 0,0 0-1 0 0,0 0 1 0 0,0-1-1 0 0,-1 1 1 0 0,1 0-1 0 0,0 0 1 0 0,-1 0-1 0 0,1-1 1 0 0,-1 1 0 0 0,0 0-1 0 0,1 0 1 0 0,-1 0-1 0 0,0 0 1 0 0,1 0-1 0 0,-1 0 1 0 0,0 0-1 0 0,0 0 1 0 0,0 0 0 0 0,0 1-1 0 0,0-1 1 0 0,-1-1-1 0 0,1 2-26 0 0,0 0 0 0 0,0 0-1 0 0,0 0 1 0 0,-1 0 0 0 0,1 0 0 0 0,0 0-1 0 0,0 0 1 0 0,0 1 0 0 0,0-1 0 0 0,0 0-1 0 0,0 0 1 0 0,0 1 0 0 0,0-1 0 0 0,0 1-1 0 0,0-1 1 0 0,0 1 0 0 0,0-1 0 0 0,0 1-1 0 0,-1 1 1 0 0,-3 3-87 0 0,0-1-1 0 0,0 1 1 0 0,0 0 0 0 0,1 1-1 0 0,0-1 1 0 0,-6 10-1 0 0,5-5-183 0 0,1 0-1 0 0,-1 0 0 0 0,2 0 1 0 0,-1 0-1 0 0,1 1 0 0 0,1-1 1 0 0,0 1-1 0 0,1 0 0 0 0,-1-1 1 0 0,2 1-1 0 0,0 0 0 0 0,1 14 1 0 0,2-8 106 0 0,1 0-1 0 0,0-1 1 0 0,1 1 0 0 0,1-1 0 0 0,0-1 0 0 0,2 1 0 0 0,9 16 0 0 0,-9-18 307 0 0,8 14 420 0 0,31 43 0 0 0,-43-65-536 0 0,1 0-1 0 0,0 0 0 0 0,1 0 1 0 0,-1-1-1 0 0,1 0 1 0 0,0 0-1 0 0,1 0 1 0 0,-1-1-1 0 0,1 0 0 0 0,0 0 1 0 0,0-1-1 0 0,11 4 1 0 0,-17-6-67 0 0,0-1 1 0 0,1 1-1 0 0,-1-1 1 0 0,1 0-1 0 0,-1 0 0 0 0,1 0 1 0 0,-1 0-1 0 0,1 0 1 0 0,-1 0-1 0 0,1 0 1 0 0,-1 0-1 0 0,1-1 1 0 0,-1 1-1 0 0,1-1 1 0 0,-1 1-1 0 0,1-1 0 0 0,-1 1 1 0 0,0-1-1 0 0,1 0 1 0 0,-1 0-1 0 0,0 1 1 0 0,2-2-1 0 0,-1-1-26 0 0,0 1 1 0 0,0-1-1 0 0,0 1 1 0 0,-1-1-1 0 0,1 1 0 0 0,-1-1 1 0 0,1 0-1 0 0,-1 0 0 0 0,0 0 1 0 0,1-4-1 0 0,1-7 225 0 0,0-1 0 0 0,-1 0 1 0 0,0-23-1 0 0,-2 34 66 0 0,1-53 1135 0 0,2-46 835 0 0,-2 90-1908 0 0,1 1-1 0 0,0 0 1 0 0,1 0 0 0 0,0 0 0 0 0,10-23-1 0 0,-12 33-247 0 0,0-1-1 0 0,0 1 0 0 0,0-1 1 0 0,1 1-1 0 0,-1 0 0 0 0,1 0 1 0 0,-1 0-1 0 0,1-1 0 0 0,0 1 1 0 0,0 1-1 0 0,-1-1 1 0 0,2 0-1 0 0,-1 0 0 0 0,0 1 1 0 0,0-1-1 0 0,0 1 0 0 0,1 0 1 0 0,-1 0-1 0 0,1 0 0 0 0,-1 0 1 0 0,1 0-1 0 0,-1 0 0 0 0,1 0 1 0 0,-1 1-1 0 0,6-1 0 0 0,-3 2-6 0 0,0 0-1 0 0,0 0 0 0 0,0 0 1 0 0,-1 1-1 0 0,1-1 1 0 0,0 1-1 0 0,-1 0 0 0 0,1 0 1 0 0,-1 1-1 0 0,0 0 1 0 0,0-1-1 0 0,0 1 0 0 0,4 4 1 0 0,8 9 25 0 0,-1 0 1 0 0,0 1 0 0 0,-1 0 0 0 0,-1 2 0 0 0,0-1-1 0 0,-2 1 1 0 0,16 36 0 0 0,24 37 52 0 0,-49-89-111 0 0,-1 0 0 0 0,1 0-1 0 0,0 0 1 0 0,1-1 0 0 0,-1 1-1 0 0,0 0 1 0 0,1-1-1 0 0,0 0 1 0 0,-1 0 0 0 0,1 0-1 0 0,0 0 1 0 0,0 0 0 0 0,0 0-1 0 0,1-1 1 0 0,3 2 0 0 0,-5-2-6 0 0,1-1 0 0 0,-1 0 1 0 0,0 0-1 0 0,0 0 1 0 0,0 0-1 0 0,1-1 0 0 0,-1 1 1 0 0,0 0-1 0 0,0-1 1 0 0,0 0-1 0 0,0 1 0 0 0,0-1 1 0 0,0 0-1 0 0,0 0 1 0 0,0 0-1 0 0,0 0 0 0 0,0-1 1 0 0,0 1-1 0 0,-1 0 1 0 0,1-1-1 0 0,-1 1 0 0 0,1-1 1 0 0,-1 0-1 0 0,1 1 1 0 0,1-4-1 0 0,4-7 17 0 0,0-1 0 0 0,0 1-1 0 0,-1-1 1 0 0,-1 0 0 0 0,0 0 0 0 0,4-20-1 0 0,-4 13 100 0 0,16-36-1 0 0,-18 48-18 0 0,1 0 0 0 0,1 1 0 0 0,-1 0 0 0 0,1 0 0 0 0,0 0 0 0 0,1 0 0 0 0,-1 1 0 0 0,2 0 0 0 0,10-9 0 0 0,-15 14-52 0 0,0 0 0 0 0,0-1 0 0 0,1 1 1 0 0,-1 0-1 0 0,0 0 0 0 0,1 1 0 0 0,-1-1 0 0 0,0 0 0 0 0,1 1 0 0 0,-1 0 1 0 0,1-1-1 0 0,-1 1 0 0 0,0 0 0 0 0,1 0 0 0 0,3 1 0 0 0,-3 0-18 0 0,0 0-1 0 0,0 0 1 0 0,0 0-1 0 0,0 0 1 0 0,0 1-1 0 0,0 0 1 0 0,0-1 0 0 0,-1 1-1 0 0,1 0 1 0 0,-1 0-1 0 0,0 0 1 0 0,1 1-1 0 0,-1-1 1 0 0,4 6-1 0 0,5 9 54 0 0,0 1 0 0 0,-1 1 0 0 0,-1-1-1 0 0,9 27 1 0 0,-9-21-368 0 0,1-1 0 0 0,18 31 0 0 0,-14-34-266 0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 18460 0 0,'-9'-18'1314'0'0,"9"18"-1274"0"0,0 0 1 0 0,0-1 0 0 0,-1 1-1 0 0,1 0 1 0 0,0 0 0 0 0,0 0 0 0 0,-1 0-1 0 0,1 0 1 0 0,0 0 0 0 0,-1 0 0 0 0,1 0-1 0 0,0 0 1 0 0,0 0 0 0 0,-1 0 0 0 0,1 0-1 0 0,0 0 1 0 0,-1 0 0 0 0,1 0-1 0 0,0 1 1 0 0,0-1 0 0 0,-1 0 0 0 0,1 0-1 0 0,0 0 1 0 0,0 0 0 0 0,-1 0 0 0 0,1 1-1 0 0,0-1 1 0 0,0 0 0 0 0,0 0 0 0 0,-1 0-1 0 0,1 1 1 0 0,0-1 0 0 0,0 0-1 0 0,0 0 1 0 0,-1 1 0 0 0,0 2 127 0 0,-1-1 0 0 0,1 1 0 0 0,0 0 0 0 0,0 0 0 0 0,0 0 0 0 0,0 0 0 0 0,0 0 0 0 0,0 1 0 0 0,1 3 0 0 0,0 39 183 0 0,2-1 1 0 0,2 1-1 0 0,18 77 1 0 0,-10-56-233 0 0,58 276 712 0 0,-41-232-1114 0 0,44 112-1 0 0,-36-144-374 0 0,-9-29-3474 0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6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35 296 3225 0 0,'-6'0'-264'0'0,"-22"-6"12023"0"0,56-5-10070 0 0,263-81 3909 0 0,136-73-6543 0 0,-379 144 927 0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7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16 563 9218 0 0,'-15'9'840'0'0,"19"-10"403"0"0,30-10 780 0 0,-22 7-2114 0 0,212-71 1343 0 0,28-7-891 0 0,-113 45-98 0 0,2 6 1 0 0,1 7-1 0 0,160-7 0 0 0,54 17 322 0 0,107-7-401 0 0,-160-3-186 0 0,820-42 222 0 0,-606 53 578 0 0,530-16 1906 0 0,-179 2-2408 0 0,-478 19-296 0 0,352-2 0 0 0,-59 1 103 0 0,-262 3-54 0 0,209 0 273 0 0,666-10 637 0 0,-810 4-865 0 0,536-3 276 0 0,-815 18-243 0 0,328 7 241 0 0,-2 27-263 0 0,-80 23-344 0 0,-413-54 22 0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11979 0 0,'38'23'5927'0'0,"-31"-18"-5699"0"0,0 0 0 0 0,0 0 0 0 0,-1 1-1 0 0,0-1 1 0 0,0 1 0 0 0,0 1-1 0 0,-1-1 1 0 0,0 1 0 0 0,8 14-1 0 0,-1 2 155 0 0,15 47 0 0 0,-21-52-381 0 0,0-1-1 0 0,1 0 1 0 0,1-1-1 0 0,0 1 0 0 0,19 25 1 0 0,-26-41-58 0 0,0 1 0 0 0,0-1 0 0 0,1 1 0 0 0,-1-1 0 0 0,0 1 0 0 0,1-1 1 0 0,-1 0-1 0 0,1 1 0 0 0,-1-1 0 0 0,1 0 0 0 0,0 0 0 0 0,-1 0 0 0 0,1-1 0 0 0,0 1 0 0 0,0 0 0 0 0,0 0 1 0 0,0-1-1 0 0,0 0 0 0 0,2 1 0 0 0,-3-1-18 0 0,1 0 0 0 0,-1-1-1 0 0,0 1 1 0 0,1-1 0 0 0,-1 1 0 0 0,1-1 0 0 0,-1 0 0 0 0,0 1 0 0 0,0-1 0 0 0,1 0-1 0 0,-1 0 1 0 0,0 0 0 0 0,0 0 0 0 0,0 0 0 0 0,0 0 0 0 0,0 0 0 0 0,0 0 0 0 0,0-1 0 0 0,1-1-1 0 0,4-8-271 0 0,-1 0-1 0 0,0 0 1 0 0,0-1-1 0 0,4-21 1 0 0,-6 21 499 0 0,4-12-193 0 0,3-12 216 0 0,2 0 0 0 0,18-39 0 0 0,-26 67 0 0 0,0 0 0 0 0,0 0-1 0 0,0 1 1 0 0,1-1 0 0 0,1 1-1 0 0,-1 0 1 0 0,1 1 0 0 0,0-1-1 0 0,0 1 1 0 0,1 1 0 0 0,0-1-1 0 0,0 1 1 0 0,0 0 0 0 0,16-7-1 0 0,-19 10-141 0 0,1 0 0 0 0,-1 1 0 0 0,1 0 0 0 0,-1 0 0 0 0,1 0 0 0 0,0 0 0 0 0,-1 1 0 0 0,1 0 0 0 0,0 0 0 0 0,-1 0 0 0 0,1 1 0 0 0,0-1 0 0 0,-1 1 0 0 0,1 0 0 0 0,-1 1 0 0 0,9 2 0 0 0,-6 0 59 0 0,0 0 1 0 0,-1 0-1 0 0,1 1 1 0 0,-1-1 0 0 0,0 2-1 0 0,0-1 1 0 0,-1 0-1 0 0,1 1 1 0 0,5 9 0 0 0,5 9 157 0 0,-1 1 0 0 0,-2 0 0 0 0,0 1 0 0 0,11 36 0 0 0,-6-4-458 0 0,-15-45 107 0 0,1 0 1 0 0,0 1-1 0 0,1-2 0 0 0,0 1 1 0 0,1 0-1 0 0,0-1 0 0 0,1 0 1 0 0,12 16-1 0 0,-18-27 68 0 0,-1 0 0 0 0,1 0-1 0 0,0 0 1 0 0,-1-1 0 0 0,1 1 0 0 0,0 0-1 0 0,0-1 1 0 0,0 1 0 0 0,0 0-1 0 0,0-1 1 0 0,-1 1 0 0 0,1-1 0 0 0,0 0-1 0 0,0 1 1 0 0,0-1 0 0 0,0 0-1 0 0,1 1 1 0 0,-1-1 0 0 0,0 0 0 0 0,0 0-1 0 0,0 0 1 0 0,0 0 0 0 0,0 0-1 0 0,0 0 1 0 0,0 0 0 0 0,2-1 0 0 0,-1 0-24 0 0,-1 0 0 0 0,1 0 0 0 0,0 0 0 0 0,-1 0 1 0 0,1 0-1 0 0,-1-1 0 0 0,1 1 0 0 0,-1-1 0 0 0,1 1 1 0 0,-1-1-1 0 0,0 1 0 0 0,2-5 0 0 0,3-4-62 0 0,-1-1 0 0 0,-1-1 0 0 0,6-17-1 0 0,6-30 181 0 0,-5 15 599 0 0,2 1 1 0 0,2 0 0 0 0,29-57 0 0 0,-43 97-612 0 0,1-1 0 0 0,0 1 1 0 0,0 0-1 0 0,0 0 0 0 0,0 0 1 0 0,1 1-1 0 0,-1-1 0 0 0,1 1 1 0 0,0-1-1 0 0,-1 1 0 0 0,1 0 1 0 0,0 0-1 0 0,1 0 0 0 0,3-2 1 0 0,-5 3-34 0 0,0 1-1 0 0,-1 0 1 0 0,1 0 0 0 0,0 0 0 0 0,0 0-1 0 0,-1 0 1 0 0,1 0 0 0 0,0 1 0 0 0,-1-1-1 0 0,1 0 1 0 0,0 1 0 0 0,-1 0 0 0 0,1-1 0 0 0,-1 1-1 0 0,1 0 1 0 0,-1-1 0 0 0,1 1 0 0 0,-1 0-1 0 0,1 0 1 0 0,-1 0 0 0 0,0 1 0 0 0,0-1-1 0 0,0 0 1 0 0,1 0 0 0 0,-1 1 0 0 0,0-1-1 0 0,0 1 1 0 0,-1-1 0 0 0,1 1 0 0 0,0-1-1 0 0,0 1 1 0 0,0 1 0 0 0,14 28 254 0 0,22 64 0 0 0,-28-68-247 0 0,0 0 1 0 0,3-1-1 0 0,0 0 1 0 0,17 26-1 0 0,-11-26-1308 0 0,29 33-1 0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 6449 0 0,'-9'8'6840'0'0,"9"-7"-6577"0"0,-4 19 2662 0 0,4 20-938 0 0,2-28-1622 0 0,0-1-1 0 0,0 1 1 0 0,1-1 0 0 0,0 1-1 0 0,1-1 1 0 0,1 0 0 0 0,0 0-1 0 0,8 13 1 0 0,-9-18-316 0 0,-1 0-1 0 0,1-1 0 0 0,1 0 0 0 0,-1 1 1 0 0,1-1-1 0 0,0 0 0 0 0,0-1 1 0 0,0 0-1 0 0,0 1 0 0 0,1-1 1 0 0,0-1-1 0 0,0 1 0 0 0,0-1 1 0 0,0-1-1 0 0,1 1 0 0 0,6 1 0 0 0,-12-3-42 0 0,0-1 0 0 0,0 1 0 0 0,0-1 0 0 0,0 0 0 0 0,0 0-1 0 0,0 0 1 0 0,1 1 0 0 0,-1-1 0 0 0,0 0 0 0 0,0 0-1 0 0,0 0 1 0 0,0-1 0 0 0,1 1 0 0 0,-1 0 0 0 0,0 0 0 0 0,0-1-1 0 0,0 1 1 0 0,0-1 0 0 0,0 1 0 0 0,0-1 0 0 0,0 1-1 0 0,0-1 1 0 0,0 1 0 0 0,0-1 0 0 0,0 0 0 0 0,0 0-1 0 0,1-1 1 0 0,-1 0 14 0 0,0 0-1 0 0,-1 0 0 0 0,1 0 0 0 0,-1 0 1 0 0,1 0-1 0 0,-1 0 0 0 0,0 0 0 0 0,1 0 1 0 0,-1-1-1 0 0,0 1 0 0 0,-1 0 0 0 0,1 0 1 0 0,-1-4-1 0 0,-2-5 65 0 0,0-1 0 0 0,-1 1 0 0 0,0 0 0 0 0,-7-14 0 0 0,1 7-50 0 0,0 2 1 0 0,-1-1 0 0 0,-18-19-1 0 0,25 31-101 0 0,-1 0 0 0 0,0 0-1 0 0,0 0 1 0 0,0 0 0 0 0,-1 1 0 0 0,0 0-1 0 0,0 0 1 0 0,0 0 0 0 0,0 1-1 0 0,0 0 1 0 0,-1 0 0 0 0,-10-3 0 0 0,1 6-788 0 0,2 3-218 0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9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285 539 11522 0 0,'1'-1'197'0'0,"0"-1"-1"0"0,-1 0 1 0 0,1 0-1 0 0,0 0 1 0 0,0-1-1 0 0,-1 1 0 0 0,0 0 1 0 0,1 0-1 0 0,-1 0 1 0 0,0 0-1 0 0,0 0 1 0 0,0-1-1 0 0,0 1 0 0 0,0 0 1 0 0,-1 0-1 0 0,1 0 1 0 0,-1 0-1 0 0,1 0 1 0 0,-1 0-1 0 0,0 0 0 0 0,0 0 1 0 0,1 0-1 0 0,-2 0 1 0 0,1 0-1 0 0,0 0 1 0 0,0 0-1 0 0,-1 1 0 0 0,1-1 1 0 0,0 0-1 0 0,-1 1 1 0 0,0 0-1 0 0,1-1 1 0 0,-1 1-1 0 0,0 0 0 0 0,-3-2 1 0 0,0 0 85 0 0,0 1 1 0 0,1 0-1 0 0,-1 0 1 0 0,0 0-1 0 0,0 0 1 0 0,0 1-1 0 0,-1 0 1 0 0,1 0-1 0 0,0 1 1 0 0,0-1-1 0 0,0 1 1 0 0,-1 0 0 0 0,1 0-1 0 0,-6 2 1 0 0,1 1-201 0 0,-1 0 1 0 0,1 1 0 0 0,0 1 0 0 0,1 0 0 0 0,-1 0-1 0 0,1 1 1 0 0,0 0 0 0 0,0 0 0 0 0,0 1 0 0 0,1 0-1 0 0,0 1 1 0 0,-9 11 0 0 0,12-13-83 0 0,0 1 0 0 0,-1-1 0 0 0,2 1 0 0 0,-1 0 0 0 0,1 0 0 0 0,0 1 0 0 0,1-1 0 0 0,0 1 1 0 0,0 0-1 0 0,0 0 0 0 0,1 0 0 0 0,1 0 0 0 0,-1 1 0 0 0,1-1 0 0 0,0 0 0 0 0,1 14 0 0 0,1-19-33 0 0,-1 0-1 0 0,1 0 1 0 0,0 0-1 0 0,0 0 1 0 0,0 0-1 0 0,1 0 1 0 0,-1 0-1 0 0,1 0 1 0 0,-1 0-1 0 0,1-1 1 0 0,0 1-1 0 0,0-1 1 0 0,0 1-1 0 0,0-1 1 0 0,1 0-1 0 0,-1 0 1 0 0,6 4-1 0 0,-7-5-19 0 0,1 0 0 0 0,0 0 0 0 0,0 0 1 0 0,0-1-1 0 0,0 1 0 0 0,-1 0 0 0 0,1-1 0 0 0,0 1 0 0 0,0-1 0 0 0,0 0 0 0 0,0 0 1 0 0,0 1-1 0 0,1-1 0 0 0,-1-1 0 0 0,0 1 0 0 0,0 0 0 0 0,0 0 0 0 0,0-1 0 0 0,0 1 1 0 0,-1-1-1 0 0,1 0 0 0 0,0 1 0 0 0,0-1 0 0 0,0 0 0 0 0,0 0 0 0 0,-1 0 0 0 0,1-1 1 0 0,2-1-1 0 0,3-4-344 0 0,0-1 0 0 0,0 0 0 0 0,-1 0 0 0 0,-1-1 0 0 0,1 1 0 0 0,-1-1 0 0 0,-1-1 0 0 0,1 1 0 0 0,-2 0 1 0 0,1-1-1 0 0,-1 0 0 0 0,-1 0 0 0 0,0 0 0 0 0,0 0 0 0 0,0-11 0 0 0,0-9-1130 0 0,-1 1 0 0 0,-2-1 0 0 0,-8-57 0 0 0,-27-108 1893 0 0,0-5 9474 0 0,49 250-5441 0 0,21 51-3732 0 0,-12-39-180 0 0,74 196 484 0 0,-8-26-1200 0 0,-40-74-2794 0 0,-40-124-5238 0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39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1 354 6449 0 0,'1'6'474'0'0,"0"1"-1"0"0,1 0 1 0 0,0-1-1 0 0,0 1 1 0 0,0-1-1 0 0,1 1 1 0 0,0-1-1 0 0,0 0 0 0 0,5 6 1 0 0,-2-1 724 0 0,2 0 0 0 0,-1-1-1 0 0,2 0 1 0 0,9 9 0 0 0,-17-17-1011 0 0,1 0-1 0 0,0-1 1 0 0,0 1 0 0 0,0 0 0 0 0,0-1-1 0 0,0 0 1 0 0,0 1 0 0 0,0-1-1 0 0,0 0 1 0 0,0 0 0 0 0,1 0 0 0 0,-1-1-1 0 0,0 1 1 0 0,1 0 0 0 0,-1-1-1 0 0,1 1 1 0 0,-1-1 0 0 0,1 0 0 0 0,-1 0-1 0 0,0 0 1 0 0,1 0 0 0 0,-1-1-1 0 0,1 1 1 0 0,3-1 0 0 0,-2-1-111 0 0,-1 0 1 0 0,1-1 0 0 0,-1 1 0 0 0,0 0-1 0 0,0-1 1 0 0,0 0 0 0 0,0 0 0 0 0,-1 0-1 0 0,1 0 1 0 0,-1 0 0 0 0,1 0-1 0 0,-1-1 1 0 0,0 1 0 0 0,2-6 0 0 0,3-8-12 0 0,0 0 0 0 0,-2 0 0 0 0,1-1-1 0 0,-2 0 1 0 0,-1 0 0 0 0,0 0 0 0 0,-1 0 0 0 0,-1-24 0 0 0,-2 4-191 0 0,-1 0-1 0 0,-15-73 1 0 0,15 102 24 0 0,0 0-1 0 0,-1 0 1 0 0,-1 0 0 0 0,1 0-1 0 0,-8-12 1 0 0,11 20 82 0 0,-1 0 0 0 0,1 0 0 0 0,-1 0-1 0 0,0 0 1 0 0,1 0 0 0 0,-1 0 0 0 0,0 0 0 0 0,1 0-1 0 0,-1 0 1 0 0,0 0 0 0 0,0 0 0 0 0,0 1 0 0 0,0-1-1 0 0,0 0 1 0 0,0 1 0 0 0,0-1 0 0 0,0 0 0 0 0,0 1-1 0 0,0-1 1 0 0,0 1 0 0 0,-1 0 0 0 0,1-1 0 0 0,0 1-1 0 0,0 0 1 0 0,0 0 0 0 0,-1 0 0 0 0,1 0 0 0 0,0 0-1 0 0,0 0 1 0 0,0 0 0 0 0,-1 0 0 0 0,1 0 0 0 0,0 1 0 0 0,0-1-1 0 0,0 0 1 0 0,0 1 0 0 0,-1-1 0 0 0,1 1 0 0 0,0-1-1 0 0,0 1 1 0 0,0-1 0 0 0,0 1 0 0 0,0 0 0 0 0,0 0-1 0 0,0 0 1 0 0,1-1 0 0 0,-1 1 0 0 0,0 0 0 0 0,0 0-1 0 0,1 0 1 0 0,-1 0 0 0 0,0 0 0 0 0,0 2 0 0 0,-3 4 6 0 0,0-1 1 0 0,0 1 0 0 0,1 0 0 0 0,0 1 0 0 0,0-1-1 0 0,1 0 1 0 0,0 1 0 0 0,0 0 0 0 0,1-1 0 0 0,0 1 0 0 0,0 0-1 0 0,1-1 1 0 0,0 11 0 0 0,1-3 69 0 0,1 1 0 0 0,0 0 0 0 0,1-1 0 0 0,0 1-1 0 0,9 21 1 0 0,-7-25 22 0 0,0 0 0 0 0,1-1-1 0 0,1 0 1 0 0,-1-1 0 0 0,2 1 0 0 0,0-1-1 0 0,0-1 1 0 0,0 1 0 0 0,1-2-1 0 0,15 12 1 0 0,-9-9-17 0 0,0-1 0 0 0,0 0 0 0 0,1-1 0 0 0,0-1 0 0 0,1-1 0 0 0,29 9 0 0 0,-15-7-309 0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40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4145 0 0,'10'-2'346'0'0,"0"0"0"0"0,1 1-1 0 0,-1 0 1 0 0,1 1 0 0 0,0 0 0 0 0,-1 0 0 0 0,15 4 0 0 0,19-1 441 0 0,319-13 5752 0 0,0-24-3353 0 0,-46 2-2350 0 0,199 30-1486 0 0,-401 5 16 0 0,9 2-582 0 0,205-4-4845 0 0,-275-6 2299 0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41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15233 1 2761 0 0,'-1'7'1448'0'0,"0"-1"1"0"0,-1 1 0 0 0,1-1-1 0 0,-1 1 1 0 0,0-1 0 0 0,-5 9-1 0 0,-6 22 2199 0 0,9-15-2629 0 0,1-1 1 0 0,1 1 0 0 0,1 0 0 0 0,2 0 0 0 0,2 24 0 0 0,23 110-526 0 0,-9-68-83 0 0,35 177-257 0 0,12-2 0 0 0,119 311 1 0 0,25-67-47 0 0,-153-377-97 0 0,-1 5-43 0 0,-33-75-6 0 0,4 0 0 0 0,2-2 0 0 0,57 92 0 0 0,-83-149 41 0 0,22 36-148 0 0,-22-35 130 0 0,0 1 0 0 0,0-1-1 0 0,0 0 1 0 0,0 0 0 0 0,0 0-1 0 0,-1 0 1 0 0,1 1 0 0 0,-1-1-1 0 0,0 0 1 0 0,1 0-1 0 0,-1 1 1 0 0,0-1 0 0 0,-1 0-1 0 0,1 1 1 0 0,0-1 0 0 0,-1 3-1 0 0,0-4 7 0 0,0-1-1 0 0,0 1 0 0 0,0 0 0 0 0,0-1 0 0 0,0 1 0 0 0,0-1 1 0 0,0 1-1 0 0,0-1 0 0 0,0 1 0 0 0,-1-1 0 0 0,1 0 1 0 0,0 0-1 0 0,0 0 0 0 0,0 1 0 0 0,-1-1 0 0 0,1 0 1 0 0,0 0-1 0 0,0-1 0 0 0,0 1 0 0 0,-3 0 0 0 0,-25-5 57 0 0,-3-3-50 0 0,1-1-1 0 0,-30-14 1 0 0,30 11 55 0 0,-61-16 0 0 0,-32 6-419 0 0,-242-10 0 0 0,-129 34 345 0 0,181 3 37 0 0,-805 13 774 0 0,82 0-1125 0 0,0-44 19 0 0,909 19 321 0 0,-881-42-96 0 0,-681-67 234 0 0,1111 79-228 0 0,-663 42-1 0 0,-46 25 107 0 0,1188-30-54 0 0,-345-5-390 0 0,375 3 296 0 0,-575-28-764 0 0,474 19 875 0 0,-409-22-108 0 0,-1 37 43 0 0,-38 47-82 0 0,-1 6 1547 0 0,363-34-1038 0 0,-117 14 72 0 0,341-33-413 0 0,-56 7 62 0 0,0 4-1 0 0,-128 38 0 0 0,183-41-252 0 0,-129 39 731 0 0,135-44-1280 0 0,0-1 1 0 0,-1-1 0 0 0,-51 1 0 0 0,77-6 393 0 0,0 0 1 0 0,0 0-1 0 0,0 0 0 0 0,0 0 1 0 0,0-1-1 0 0,0 1 0 0 0,0-1 1 0 0,0 0-1 0 0,0 0 0 0 0,0 0 1 0 0,1 0-1 0 0,-1 0 0 0 0,0-1 1 0 0,1 1-1 0 0,-1-1 0 0 0,-3-3 1 0 0,-4-7-1417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1:41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3225 0 0,'-1'0'99'0'0,"1"0"0"0"0,-1 0 0 0 0,1 0 0 0 0,0 0 0 0 0,-1 0 0 0 0,1 0 0 0 0,0 0 0 0 0,-1 0 0 0 0,1 0 0 0 0,0 0 0 0 0,-1 0 0 0 0,1 0 0 0 0,0 1 0 0 0,-1-1 0 0 0,1 0 1 0 0,0 0-1 0 0,0 0 0 0 0,-1 1 0 0 0,1-1 0 0 0,0 0 0 0 0,0 0 0 0 0,-1 1 0 0 0,1-1 0 0 0,0 0 0 0 0,0 1 0 0 0,-1-1 0 0 0,1 0 0 0 0,0 1 0 0 0,0-1 0 0 0,0 0 0 0 0,0 1 0 0 0,0-1 0 0 0,0 0 1 0 0,0 1-1 0 0,0-1 0 0 0,0 0 0 0 0,0 1 0 0 0,0-1 0 0 0,0 1 0 0 0,0-1 0 0 0,0 0 0 0 0,0 1 0 0 0,0-1 0 0 0,0 1 0 0 0,-1 24 2652 0 0,1-21-2542 0 0,11 403 7751 0 0,31 203-5547 0 0,-23-364-1567 0 0,18 185-97 0 0,31-3-2177 0 0,-51-347-6127 0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1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25 5985 0 0,'-1'-3'557'0'0,"-1"0"0"0"0,1 0 0 0 0,-1 0-1 0 0,0 1 1 0 0,0-1 0 0 0,0 1 0 0 0,-10-4 3639 0 0,12 7-4132 0 0,4 18 1711 0 0,19 54-1029 0 0,21 117 1 0 0,-4 79 1639 0 0,4 19-1018 0 0,-35-234-1504 0 0,-4-22-171 0 0,1 0-1 0 0,13 37 1 0 0,-15-60-1147 0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6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41 223 7370 0 0,'-3'-1'78'0'0,"0"-1"0"0"0,1 1 0 0 0,-1-1 1 0 0,1 0-1 0 0,-1 0 0 0 0,1 0 0 0 0,0 0 0 0 0,0 0 1 0 0,0 0-1 0 0,0-1 0 0 0,0 1 0 0 0,0-1 1 0 0,1 1-1 0 0,-1-1 0 0 0,1 0 0 0 0,0 1 1 0 0,0-1-1 0 0,0 0 0 0 0,0 0 0 0 0,0 0 1 0 0,0 0-1 0 0,1 0 0 0 0,0 0 0 0 0,-1 0 1 0 0,1 0-1 0 0,0 0 0 0 0,1 0 0 0 0,-1 0 1 0 0,0 0-1 0 0,1 0 0 0 0,0 0 0 0 0,-1 0 0 0 0,1 0 1 0 0,1 0-1 0 0,-1 1 0 0 0,0-1 0 0 0,0 0 1 0 0,4-3-1 0 0,0-2 236 0 0,1 1 0 0 0,-1 0 0 0 0,1 1 1 0 0,1-1-1 0 0,-1 1 0 0 0,1 1 0 0 0,0-1 0 0 0,1 1 0 0 0,15-8 1 0 0,-1 1 552 0 0,1 2-1 0 0,31-11 1 0 0,-47 20-808 0 0,-1-1 0 0 0,0 1-1 0 0,1 1 1 0 0,-1-1-1 0 0,1 1 1 0 0,-1 0 0 0 0,1 1-1 0 0,-1-1 1 0 0,1 1 0 0 0,-1 0-1 0 0,0 1 1 0 0,0 0-1 0 0,1 0 1 0 0,-1 0 0 0 0,0 1-1 0 0,-1 0 1 0 0,1 0-1 0 0,0 0 1 0 0,-1 1 0 0 0,0-1-1 0 0,0 1 1 0 0,0 1-1 0 0,0-1 1 0 0,-1 1 0 0 0,1 0-1 0 0,4 7 1 0 0,-4-6-1 0 0,0 0 1 0 0,-1 1 0 0 0,0-1-1 0 0,0 1 1 0 0,0 0 0 0 0,-1 0-1 0 0,0 1 1 0 0,-1-1 0 0 0,1 0-1 0 0,-1 1 1 0 0,-1 0 0 0 0,0 0-1 0 0,0-1 1 0 0,0 1 0 0 0,-1 0-1 0 0,0 0 1 0 0,0 0-1 0 0,-1 0 1 0 0,0-1 0 0 0,-1 1-1 0 0,-2 10 1 0 0,-1-8-123 0 0,-1 0-1 0 0,0 0 0 0 0,0-1 1 0 0,-1 0-1 0 0,0 0 1 0 0,0 0-1 0 0,-1-1 1 0 0,0 0-1 0 0,-1-1 1 0 0,-17 13-1 0 0,9-9-110 0 0,0-1 0 0 0,-1 0-1 0 0,0-1 1 0 0,0-1 0 0 0,-26 8-1 0 0,13-11-1876 0 0,18-4 601 0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1 124 10594 0 0,'0'0'67'0'0,"0"-1"1"0"0,0 0-1 0 0,1 0 0 0 0,-1 0 0 0 0,0 0 0 0 0,1 0 0 0 0,-1 1 1 0 0,1-1-1 0 0,-1 0 0 0 0,1 0 0 0 0,-1 1 0 0 0,1-1 1 0 0,0 0-1 0 0,-1 1 0 0 0,1-1 0 0 0,0 1 0 0 0,0-1 0 0 0,-1 1 1 0 0,1-1-1 0 0,0 1 0 0 0,0-1 0 0 0,0 1 0 0 0,1-1 0 0 0,30-15 591 0 0,-22 11-346 0 0,10-5 732 0 0,1 1 1 0 0,0 0-1 0 0,0 1 0 0 0,29-6 0 0 0,47 0-3127 0 0,-78 12 1513 0 0,-2 1 393 0 0,0-1 1 0 0,24-6-1 0 0,-12-1 110 0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6.7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356 250 6913 0 0,'-10'-7'501'0'0,"-1"0"-1"0"0,1 1 0 0 0,-1 1 0 0 0,0-1 1 0 0,0 2-1 0 0,-1 0 0 0 0,0 0 0 0 0,1 1 1 0 0,-22-3-1 0 0,26 6-315 0 0,-1 0 1 0 0,1 0-1 0 0,-1 1 0 0 0,1 0 1 0 0,-1 0-1 0 0,1 1 0 0 0,0 0 1 0 0,0 0-1 0 0,0 0 1 0 0,0 1-1 0 0,0 0 0 0 0,0 1 1 0 0,1 0-1 0 0,-1 0 0 0 0,1 0 1 0 0,0 0-1 0 0,-6 7 1 0 0,3-1-126 0 0,0 0 1 0 0,0 0-1 0 0,1 1 1 0 0,1 0-1 0 0,0 0 1 0 0,0 1 0 0 0,1 0-1 0 0,0 0 1 0 0,2 0-1 0 0,-1 1 1 0 0,1-1-1 0 0,1 1 1 0 0,0 0 0 0 0,1 1-1 0 0,0-1 1 0 0,1 14-1 0 0,1-20-64 0 0,0 1-1 0 0,1 0 1 0 0,0 0-1 0 0,0-1 0 0 0,1 1 1 0 0,-1-1-1 0 0,2 1 1 0 0,-1-1-1 0 0,1 0 0 0 0,0 0 1 0 0,1 0-1 0 0,6 10 1 0 0,-6-12 9 0 0,1 0 0 0 0,-1 0 0 0 0,1-1 0 0 0,0 1 0 0 0,0-1 0 0 0,1 0 0 0 0,-1-1 0 0 0,1 1 0 0 0,0-1 0 0 0,0 0 0 0 0,0 0 0 0 0,0-1 0 0 0,0 0 0 0 0,1 0 0 0 0,-1-1 0 0 0,10 2-1 0 0,-7-1 30 0 0,0-1-1 0 0,0-1 0 0 0,0 1 0 0 0,0-1 0 0 0,0-1 0 0 0,0 0 1 0 0,0 0-1 0 0,0-1 0 0 0,-1 0 0 0 0,1 0 0 0 0,0-1 0 0 0,-1 0 1 0 0,0-1-1 0 0,16-8 0 0 0,-14 5-103 0 0,1-1 0 0 0,-2-1-1 0 0,1 1 1 0 0,-1-1 0 0 0,-1-1 0 0 0,1 0 0 0 0,-2 0-1 0 0,1-1 1 0 0,8-16 0 0 0,3-14-102 0 0,-2-1 0 0 0,-2-1 0 0 0,-1 0 0 0 0,14-81 0 0 0,1-73 1477 0 0,-29 214-431 0 0,0 0 0 0 0,1-1 1 0 0,6 30-1 0 0,-3-21-475 0 0,3 13-336 0 0,1 0-1 0 0,17 48 1 0 0,-17-63-35 0 0,1-1 0 0 0,1 0-1 0 0,1-1 1 0 0,1 0 0 0 0,14 19 0 0 0,-22-35-95 0 0,-1-1-1 0 0,1 0 1 0 0,0 0-1 0 0,0 0 1 0 0,1 0-1 0 0,-1-1 1 0 0,1 1-1 0 0,0-1 1 0 0,0 0-1 0 0,0-1 1 0 0,0 1-1 0 0,0-1 1 0 0,0 0-1 0 0,9 2 1 0 0,-11-4-5 0 0,1 1 1 0 0,-1-1-1 0 0,0 0 1 0 0,0 0 0 0 0,0 0-1 0 0,0-1 1 0 0,0 1-1 0 0,0-1 1 0 0,1 1-1 0 0,-1-1 1 0 0,0 0 0 0 0,-1 0-1 0 0,1 0 1 0 0,0-1-1 0 0,0 1 1 0 0,0-1-1 0 0,-1 1 1 0 0,1-1-1 0 0,-1 0 1 0 0,1 0 0 0 0,-1 0-1 0 0,0 0 1 0 0,0-1-1 0 0,0 1 1 0 0,0-1-1 0 0,0 1 1 0 0,2-5-1 0 0,5-11 282 0 0,-1 0 0 0 0,-1 0 0 0 0,-1-1 0 0 0,0 0 0 0 0,4-27-1 0 0,14-45 553 0 0,-20 82-661 0 0,-1-1-1 0 0,2 1 1 0 0,-1 0 0 0 0,1 1-1 0 0,0-1 1 0 0,1 1 0 0 0,9-10-1 0 0,-14 17-75 0 0,0 0-1 0 0,0 0 0 0 0,-1 0 0 0 0,1 0 0 0 0,0 0 1 0 0,0 0-1 0 0,0 0 0 0 0,1 1 0 0 0,-1-1 0 0 0,0 0 1 0 0,0 1-1 0 0,0-1 0 0 0,1 1 0 0 0,-1-1 0 0 0,0 1 1 0 0,0 0-1 0 0,1-1 0 0 0,-1 1 0 0 0,0 0 0 0 0,1 0 1 0 0,-1 0-1 0 0,0 0 0 0 0,1 0 0 0 0,-1 0 0 0 0,0 0 1 0 0,1 0-1 0 0,-1 1 0 0 0,0-1 0 0 0,1 0 0 0 0,-1 1 1 0 0,0-1-1 0 0,0 1 0 0 0,0 0 0 0 0,1-1 0 0 0,-1 1 1 0 0,0 0-1 0 0,0 0 0 0 0,0 0 0 0 0,0 0 0 0 0,0-1 1 0 0,0 1-1 0 0,0 1 0 0 0,-1-1 0 0 0,1 0 0 0 0,1 1 1 0 0,5 9 75 0 0,-1-1 0 0 0,0 1 0 0 0,0 0 0 0 0,4 14 0 0 0,-1-6 23 0 0,-2-4-246 0 0,2 0-1 0 0,0-1 1 0 0,1 0 0 0 0,0 0 0 0 0,17 16-1 0 0,-14-17-2516 0 0,1-1-1 0 0,24 17 0 0 0,-16-16-3268 0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1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239 91 6913 0 0,'-2'-8'396'0'0,"0"-1"-1"0"0,-1 1 0 0 0,-1 0 1 0 0,1 0-1 0 0,-1 0 0 0 0,-1 0 1 0 0,-5-8-1 0 0,8 15-255 0 0,1-1 1 0 0,0 1-1 0 0,-1-1 0 0 0,1 1 1 0 0,-1 0-1 0 0,1 0 0 0 0,-1-1 0 0 0,0 1 1 0 0,0 0-1 0 0,1 0 0 0 0,-1 1 1 0 0,0-1-1 0 0,0 0 0 0 0,0 1 0 0 0,0-1 1 0 0,0 1-1 0 0,0 0 0 0 0,0-1 1 0 0,0 1-1 0 0,0 0 0 0 0,0 0 1 0 0,0 0-1 0 0,0 1 0 0 0,0-1 0 0 0,0 0 1 0 0,0 1-1 0 0,0-1 0 0 0,0 1 1 0 0,0 0-1 0 0,0 0 0 0 0,1-1 1 0 0,-1 1-1 0 0,0 0 0 0 0,0 1 0 0 0,1-1 1 0 0,-1 0-1 0 0,-1 2 0 0 0,-9 6-19 0 0,0 1-1 0 0,1 1 0 0 0,1 0 1 0 0,-1 0-1 0 0,2 1 1 0 0,-1 1-1 0 0,-12 23 1 0 0,16-26-59 0 0,1 0 1 0 0,0 1-1 0 0,0 0 1 0 0,1-1 0 0 0,1 2-1 0 0,0-1 1 0 0,0 0 0 0 0,1 0-1 0 0,1 1 1 0 0,-1 22 0 0 0,3-29-203 0 0,0 0 1 0 0,0 0 0 0 0,0 0-1 0 0,0 0 1 0 0,1 0 0 0 0,0 0-1 0 0,0 0 1 0 0,0 0 0 0 0,1-1-1 0 0,0 1 1 0 0,-1-1 0 0 0,2 0-1 0 0,-1 0 1 0 0,0 0 0 0 0,1 0-1 0 0,0-1 1 0 0,5 5 0 0 0,-6-6 52 0 0,-1 0 0 0 0,1-1 0 0 0,-1 1 0 0 0,1-1 0 0 0,0 0 0 0 0,-1 0 0 0 0,1 0 0 0 0,0 0 0 0 0,0 0 0 0 0,0-1 0 0 0,0 1 0 0 0,0-1 0 0 0,-1 0 0 0 0,1 0 0 0 0,0 0 0 0 0,0 0 0 0 0,0-1 0 0 0,0 1 0 0 0,0-1 0 0 0,0 1 0 0 0,0-1 0 0 0,-1 0 0 0 0,1 0 0 0 0,0-1 0 0 0,-1 1 0 0 0,1 0 0 0 0,0-1 0 0 0,-1 0 0 0 0,0 1 0 0 0,1-1 0 0 0,3-4 0 0 0,0 0-82 0 0,-1 0-1 0 0,0-1 1 0 0,0 0 0 0 0,0 1 0 0 0,-1-2-1 0 0,1 1 1 0 0,-2 0 0 0 0,6-14 0 0 0,0-7 600 0 0,6-34 0 0 0,-12 42 172 0 0,2 1 0 0 0,0 0 1 0 0,1 0-1 0 0,11-21 0 0 0,-17 39-530 0 0,0 1 0 0 0,0-1-1 0 0,0 0 1 0 0,1 1 0 0 0,-1-1 0 0 0,0 1-1 0 0,0-1 1 0 0,1 1 0 0 0,-1-1 0 0 0,0 1-1 0 0,1-1 1 0 0,-1 1 0 0 0,0-1 0 0 0,1 1-1 0 0,-1 0 1 0 0,1-1 0 0 0,-1 1 0 0 0,1 0-1 0 0,-1-1 1 0 0,1 1 0 0 0,-1 0 0 0 0,1-1-1 0 0,-1 1 1 0 0,1 0 0 0 0,-1 0 0 0 0,1 0-1 0 0,-1-1 1 0 0,1 1 0 0 0,-1 0 0 0 0,1 0-1 0 0,0 0 1 0 0,-1 0 0 0 0,1 0 0 0 0,0 0-1 0 0,0 1 32 0 0,0 0-1 0 0,0 0 1 0 0,0 0-1 0 0,0 0 1 0 0,0 0-1 0 0,0 0 1 0 0,-1 0-1 0 0,1 1 1 0 0,0-1-1 0 0,-1 0 0 0 0,1 0 1 0 0,-1 1-1 0 0,2 1 1 0 0,9 47 1117 0 0,-9-27-975 0 0,2-1 0 0 0,1 0-1 0 0,14 41 1 0 0,-16-55-516 0 0,0 0-1 0 0,1 0 0 0 0,0-1 1 0 0,1 1-1 0 0,-1-1 0 0 0,1 0 1 0 0,1 0-1 0 0,-1-1 0 0 0,1 1 1 0 0,0-1-1 0 0,1 0 0 0 0,-1-1 1 0 0,11 7-1 0 0,1-2-5796 0 0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7.7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94 5065 0 0,'0'-3'239'0'0,"1"1"0"0"0,-1-1 0 0 0,1 1 0 0 0,0-1 0 0 0,0 0-1 0 0,0 1 1 0 0,0-1 0 0 0,0 1 0 0 0,0 0 0 0 0,1-1 0 0 0,-1 1 0 0 0,1 0 0 0 0,0 0 0 0 0,0 0 0 0 0,-1 0-1 0 0,1 0 1 0 0,0 0 0 0 0,1 1 0 0 0,-1-1 0 0 0,0 1 0 0 0,0-1 0 0 0,1 1 0 0 0,2-1 0 0 0,-3 1-27 0 0,0 0 0 0 0,-1 0 0 0 0,1 0 1 0 0,0 1-1 0 0,0-1 0 0 0,-1 1 0 0 0,1-1 0 0 0,0 1 1 0 0,0 0-1 0 0,0 0 0 0 0,0 0 0 0 0,-1 0 1 0 0,1 0-1 0 0,0 0 0 0 0,0 0 0 0 0,0 1 1 0 0,0-1-1 0 0,-1 1 0 0 0,1-1 0 0 0,0 1 0 0 0,-1 0 1 0 0,1 0-1 0 0,0-1 0 0 0,-1 1 0 0 0,1 0 1 0 0,-1 1-1 0 0,1-1 0 0 0,-1 0 0 0 0,1 0 0 0 0,-1 0 1 0 0,0 1-1 0 0,0-1 0 0 0,0 1 0 0 0,2 2 1 0 0,4 12-24 0 0,0 1 0 0 0,-1 0 0 0 0,-1 0 0 0 0,4 26 0 0 0,-4-21 39 0 0,13 42 0 0 0,-17-64-235 0 0,0-1-1 0 0,-1 1 0 0 0,1-1 0 0 0,0 1 1 0 0,-1-1-1 0 0,1 1 0 0 0,-1-1 1 0 0,1 1-1 0 0,-1-1 0 0 0,1 1 1 0 0,-1-1-1 0 0,0 0 0 0 0,1 1 0 0 0,-1-1 1 0 0,0 0-1 0 0,1 1 0 0 0,-1-1 1 0 0,0 0-1 0 0,0 0 0 0 0,0 1 1 0 0,0-1-1 0 0,1 0 0 0 0,-1 0 1 0 0,0 1-1 0 0,0-2 0 0 0,9-29-255 0 0,-9 31 259 0 0,6-24-1 0 0,1 0 0 0 0,1 1-1 0 0,1 0 1 0 0,2 0 0 0 0,0 1-1 0 0,26-38 1 0 0,-37 60 22 0 0,0-1 0 0 0,1 0 0 0 0,-1 1 0 0 0,1-1 0 0 0,0 1 0 0 0,-1-1-1 0 0,1 1 1 0 0,-1-1 0 0 0,1 1 0 0 0,0 0 0 0 0,0-1 0 0 0,-1 1 0 0 0,1 0 0 0 0,0-1 0 0 0,-1 1 0 0 0,1 0 0 0 0,0 0-1 0 0,0 0 1 0 0,-1 0 0 0 0,1 0 0 0 0,0 0 0 0 0,0 0 0 0 0,0 0 0 0 0,-1 0 0 0 0,1 0 0 0 0,0 0 0 0 0,0 0 0 0 0,0 1 0 0 0,2 0 90 0 0,-1 0 0 0 0,1 0 1 0 0,-1 1-1 0 0,0-1 1 0 0,0 1-1 0 0,0 0 1 0 0,0-1-1 0 0,3 5 1 0 0,31 45 1458 0 0,-34-47-1541 0 0,134 229-5446 0 0,-126-219-777 0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64 6913 0 0,'2'-4'-24'0'0,"0"1"-1"0"0,0 0 0 0 0,0 0 0 0 0,1 0 0 0 0,-1 0 1 0 0,1 0-1 0 0,-1 0 0 0 0,1 1 0 0 0,0-1 0 0 0,0 1 1 0 0,0 0-1 0 0,0 0 0 0 0,0 0 0 0 0,5-2 0 0 0,-3 1 411 0 0,1 1 0 0 0,-1-1-1 0 0,1 1 1 0 0,0 0-1 0 0,0 1 1 0 0,0-1-1 0 0,0 1 1 0 0,6 0-1 0 0,-9 1-196 0 0,1 1 0 0 0,-1-1 0 0 0,0 1-1 0 0,0 0 1 0 0,0 0 0 0 0,0 0 0 0 0,0 1 0 0 0,0-1-1 0 0,-1 1 1 0 0,1-1 0 0 0,0 1 0 0 0,-1 0-1 0 0,1 0 1 0 0,-1 0 0 0 0,1 0 0 0 0,-1 1-1 0 0,0-1 1 0 0,0 1 0 0 0,0-1 0 0 0,-1 1-1 0 0,1 0 1 0 0,0-1 0 0 0,0 5 0 0 0,6 10 329 0 0,0 0 0 0 0,8 34 0 0 0,-9-27-190 0 0,55 178 1110 0 0,-54-268-156 0 0,-5 37-1274 0 0,3 1-1 0 0,0-1 1 0 0,19-48-1 0 0,-22 68 24 0 0,1 0 0 0 0,0 1 0 0 0,0 0 0 0 0,1-1 0 0 0,0 2-1 0 0,0-1 1 0 0,1 1 0 0 0,0-1 0 0 0,0 2 0 0 0,0-1 0 0 0,1 1 0 0 0,0 0 0 0 0,1 0-1 0 0,0 1 1 0 0,14-9 0 0 0,-18 13 10 0 0,-1-1-1 0 0,1 1 0 0 0,-1 0 1 0 0,1 0-1 0 0,0 0 1 0 0,-1 0-1 0 0,1 1 1 0 0,0-1-1 0 0,-1 1 0 0 0,1 0 1 0 0,0 0-1 0 0,-1 0 1 0 0,1 1-1 0 0,0-1 0 0 0,0 1 1 0 0,-1 0-1 0 0,7 2 1 0 0,-6 0-310 0 0,0-1 0 0 0,0 1 0 0 0,-1 0 0 0 0,1 0 0 0 0,-1 0 0 0 0,0 0 0 0 0,0 0 0 0 0,0 1 0 0 0,0-1 0 0 0,0 1 0 0 0,-1 0 0 0 0,1 0 0 0 0,2 8 0 0 0,5 8-5863 0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38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0 637 3225 0 0,'4'6'8841'0'0,"-3"-7"-8592"0"0,14-4 480 0 0,0-1 0 0 0,-1-1 1 0 0,1-1-1 0 0,-2 0 0 0 0,1 0 1 0 0,-1-1-1 0 0,15-14 1 0 0,-20 16-680 0 0,-1-1 1 0 0,1 1 0 0 0,-2-1 0 0 0,1-1-1 0 0,-1 1 1 0 0,0-1 0 0 0,-1 0 0 0 0,0 0-1 0 0,0-1 1 0 0,-1 1 0 0 0,0-1 0 0 0,3-16-1 0 0,-6 23-43 0 0,-1 1 0 0 0,1-1-1 0 0,-1 1 1 0 0,0-1-1 0 0,0 1 1 0 0,0-1-1 0 0,-1 1 1 0 0,1-1 0 0 0,0 1-1 0 0,-1-1 1 0 0,0 1-1 0 0,1-1 1 0 0,-1 1-1 0 0,0 0 1 0 0,0-1 0 0 0,-1 1-1 0 0,1 0 1 0 0,0 0-1 0 0,-1 0 1 0 0,1 0 0 0 0,-1 0-1 0 0,-2-3 1 0 0,2 4-3 0 0,0 0 1 0 0,1 0-1 0 0,-1 0 1 0 0,0 0-1 0 0,0 0 1 0 0,0 0-1 0 0,0 1 1 0 0,0-1-1 0 0,0 0 1 0 0,0 1 0 0 0,0 0-1 0 0,0-1 1 0 0,0 1-1 0 0,0 0 1 0 0,0 0-1 0 0,0 0 1 0 0,0 0-1 0 0,0 1 1 0 0,0-1-1 0 0,0 0 1 0 0,0 1-1 0 0,0 0 1 0 0,0-1-1 0 0,0 1 1 0 0,0 0-1 0 0,0 0 1 0 0,1 0 0 0 0,-3 1-1 0 0,-1 2-28 0 0,0-1 0 0 0,0 0-1 0 0,1 1 1 0 0,-1 0 0 0 0,1 0 0 0 0,0 0-1 0 0,0 1 1 0 0,1 0 0 0 0,-1-1 0 0 0,1 1-1 0 0,0 0 1 0 0,0 1 0 0 0,1-1 0 0 0,-1 0-1 0 0,1 1 1 0 0,0-1 0 0 0,1 1 0 0 0,-2 8-1 0 0,2-9 5 0 0,1 0 0 0 0,0-1 0 0 0,1 1 0 0 0,-1 0 0 0 0,1-1 0 0 0,0 1 0 0 0,0-1 0 0 0,0 1 0 0 0,0-1 0 0 0,1 0 0 0 0,0 1 0 0 0,0-1 0 0 0,0 0 0 0 0,0 0 0 0 0,1 0 0 0 0,0-1 0 0 0,0 1 0 0 0,0 0 0 0 0,0-1 0 0 0,0 0 0 0 0,1 0 0 0 0,-1 0 0 0 0,9 5 0 0 0,-4-2 26 0 0,1-1 1 0 0,1 0 0 0 0,-1 0-1 0 0,1-1 1 0 0,0 0 0 0 0,0-1 0 0 0,0 0-1 0 0,0 0 1 0 0,1-1 0 0 0,-1 0 0 0 0,1-1-1 0 0,-1-1 1 0 0,1 1 0 0 0,-1-2-1 0 0,1 1 1 0 0,12-4 0 0 0,-10 1-103 0 0,0 0-1 0 0,0-2 1 0 0,-1 1 0 0 0,1-2 0 0 0,-1 0 0 0 0,-1 0-1 0 0,1-1 1 0 0,-1 0 0 0 0,0-1 0 0 0,-1-1 0 0 0,1 1 0 0 0,11-15-1 0 0,-9 10 1 0 0,-2 0-1 0 0,0-1 0 0 0,-1 0 0 0 0,0 0 0 0 0,-1-1 1 0 0,-1-1-1 0 0,0 1 0 0 0,-1-1 0 0 0,-1 0 0 0 0,0-1 1 0 0,-2 0-1 0 0,1 0 0 0 0,1-24 0 0 0,6-90 926 0 0,-11 114-659 0 0,-2 0 0 0 0,0 0 0 0 0,0 0 0 0 0,-2 0 0 0 0,-7-27 0 0 0,9 42-94 0 0,1 1 0 0 0,0-1 0 0 0,-1 0 1 0 0,0 1-1 0 0,1-1 0 0 0,-1 1 0 0 0,0-1 1 0 0,0 1-1 0 0,0 0 0 0 0,0-1 0 0 0,0 1 1 0 0,0 0-1 0 0,0 0 0 0 0,0 0 0 0 0,-3-2 1 0 0,3 2-17 0 0,0 1 1 0 0,1 0-1 0 0,-1 0 1 0 0,0 0 0 0 0,1 0-1 0 0,-1 0 1 0 0,0 0-1 0 0,1 0 1 0 0,-1 0-1 0 0,0 0 1 0 0,1 0 0 0 0,-1 0-1 0 0,0 0 1 0 0,1 1-1 0 0,-1-1 1 0 0,0 0-1 0 0,1 0 1 0 0,-1 1-1 0 0,1-1 1 0 0,-1 0 0 0 0,0 1-1 0 0,1-1 1 0 0,-1 1-1 0 0,1-1 1 0 0,-1 1-1 0 0,-2 3 79 0 0,0 0 0 0 0,0-1 0 0 0,0 1-1 0 0,1 0 1 0 0,0 0 0 0 0,-1 1 0 0 0,2-1-1 0 0,-1 0 1 0 0,-1 5 0 0 0,-4 17-54 0 0,2 0 0 0 0,1 1 0 0 0,1-1 0 0 0,1 1 0 0 0,1 0 0 0 0,4 36 0 0 0,1-25 90 0 0,3 0 1 0 0,1 0-1 0 0,23 67 0 0 0,0-30-719 0 0,3-2-1 0 0,3-2 0 0 0,73 107 0 0 0,-85-141-1666 0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12 13363 0 0,'-19'-12'581'0'0,"18"26"-456"0"0,2 4-127 0 0,17 569 1122 0 0,-13-544-2271 0 0,2-5-354 0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1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0 138 9674 0 0,'1'1'46'0'0,"-1"-1"-1"0"0,0 0 1 0 0,0 0 0 0 0,0 0 0 0 0,1 0-1 0 0,-1 0 1 0 0,0 1 0 0 0,0-1-1 0 0,1 0 1 0 0,-1 0 0 0 0,0 0 0 0 0,0 0-1 0 0,1 0 1 0 0,-1 0 0 0 0,0 0-1 0 0,0 0 1 0 0,1 0 0 0 0,-1 0-1 0 0,0 0 1 0 0,0 0 0 0 0,1 0 0 0 0,-1 0-1 0 0,0 0 1 0 0,0 0 0 0 0,0-1-1 0 0,1 1 1 0 0,-1 0 0 0 0,0 0-1 0 0,0 0 1 0 0,1 0 0 0 0,-1 0 0 0 0,0 0-1 0 0,0-1 1 0 0,0 1 0 0 0,1 0-1 0 0,-1 0 1 0 0,0 0 0 0 0,0-1 0 0 0,0 1-1 0 0,0 0 1 0 0,0 0 0 0 0,0 0-1 0 0,1-1 1 0 0,-1 1 0 0 0,0 0-1 0 0,0 0 1 0 0,0-1 0 0 0,0 1 0 0 0,0 0-1 0 0,0 0 1 0 0,0-1 0 0 0,0 1-1 0 0,0 0 1 0 0,0 0 0 0 0,0-1-1 0 0,0 1 1 0 0,0 0 0 0 0,0 0 0 0 0,0-1-1 0 0,0 1 1 0 0,0 0 0 0 0,-1 0-1 0 0,1-1 1 0 0,0 1 0 0 0,0 0 0 0 0,0 0-1 0 0,0 0 1 0 0,0-1 0 0 0,-1 1-1 0 0,21 11 2400 0 0,80 115-18 0 0,-68-81-2225 0 0,59 62-1 0 0,-65-81-99 0 0,1-1 1 0 0,53 38-1 0 0,-73-58-31 0 0,0 0-1 0 0,0-1 0 0 0,1 0 0 0 0,0 0 0 0 0,0 0 1 0 0,0-1-1 0 0,0 0 0 0 0,0-1 0 0 0,1 0 0 0 0,-1 0 1 0 0,1-1-1 0 0,-1 0 0 0 0,1 0 0 0 0,-1-1 0 0 0,1 0 1 0 0,0-1-1 0 0,15-2 0 0 0,-19 1 43 0 0,0 1 1 0 0,-1-1-1 0 0,1 0 0 0 0,-1 0 1 0 0,0-1-1 0 0,0 0 1 0 0,1 1-1 0 0,-2-1 0 0 0,1 0 1 0 0,0-1-1 0 0,-1 1 1 0 0,1-1-1 0 0,-1 0 0 0 0,4-5 1 0 0,-3 2-13 0 0,0 0 0 0 0,-1 0 0 0 0,0-1 1 0 0,0 1-1 0 0,0-1 0 0 0,-1 0 0 0 0,0 0 0 0 0,0-8 1 0 0,1-12 0 0 0,-2 0 0 0 0,-2-1 1 0 0,-6-51-1 0 0,7 78-102 0 0,-5-35-452 0 0,-6-79 792 0 0,14 59-2589 0 0,10 3-4040 0 0,-6 39 201 0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1.6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11058 0 0,'31'-5'4044'0'0,"11"-7"-3573"0"0,18-4-2142 0 0,3 6 691 0 0,87-2 0 0 0,-129 11 910 0 0,14-2 17 0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176 297 5529 0 0,'0'-1'120'0'0,"1"0"1"0"0,0-1-1 0 0,0 1 0 0 0,-1 0 1 0 0,1-1-1 0 0,-1 1 0 0 0,1-1 1 0 0,-1 1-1 0 0,0-1 0 0 0,1 1 1 0 0,-1-1-1 0 0,0 1 0 0 0,0-1 1 0 0,0 1-1 0 0,0-3 0 0 0,-18-18 2416 0 0,16 20-2276 0 0,0 0 17 0 0,0 0 0 0 0,0 0 0 0 0,0 0 0 0 0,0 0 0 0 0,0 1 0 0 0,-1-1 0 0 0,1 1 0 0 0,0-1 0 0 0,-1 1 0 0 0,1 0 0 0 0,-1 0 0 0 0,1 0 0 0 0,-1 0 0 0 0,0 1 0 0 0,1-1 0 0 0,-1 1 0 0 0,0 0 0 0 0,-4-1 0 0 0,4 2-155 0 0,0 0 1 0 0,0-1-1 0 0,0 1 1 0 0,0 0-1 0 0,0 1 1 0 0,0-1-1 0 0,0 0 0 0 0,0 1 1 0 0,1 0-1 0 0,-1-1 1 0 0,1 1-1 0 0,-1 0 1 0 0,-3 5-1 0 0,-2 1-64 0 0,1 1 0 0 0,1 0 1 0 0,0 1-1 0 0,0 0 0 0 0,1 0 0 0 0,0 0 0 0 0,-7 19 0 0 0,9-18-61 0 0,0-1 0 0 0,1 1 0 0 0,0-1 0 0 0,0 1 0 0 0,1 0 1 0 0,0 0-1 0 0,1 0 0 0 0,1 0 0 0 0,-1 0 0 0 0,2 0 0 0 0,4 19 0 0 0,-4-25-5 0 0,-1 0-1 0 0,1 0 1 0 0,1-1-1 0 0,-1 1 0 0 0,1-1 1 0 0,-1 0-1 0 0,1 1 1 0 0,1-1-1 0 0,-1-1 1 0 0,0 1-1 0 0,1 0 0 0 0,0-1 1 0 0,0 0-1 0 0,0 0 1 0 0,0 0-1 0 0,0 0 0 0 0,1-1 1 0 0,-1 1-1 0 0,1-1 1 0 0,0 0-1 0 0,-1-1 1 0 0,1 1-1 0 0,0-1 0 0 0,0 0 1 0 0,0 0-1 0 0,0 0 1 0 0,8-1-1 0 0,-1 1-57 0 0,-1-2 1 0 0,1 1-1 0 0,0-2 1 0 0,0 1-1 0 0,-1-2 1 0 0,1 1-1 0 0,-1-2 1 0 0,0 1-1 0 0,0-2 0 0 0,0 1 1 0 0,-1-1-1 0 0,1-1 1 0 0,-1 0-1 0 0,-1-1 1 0 0,1 0-1 0 0,-1 0 0 0 0,0-1 1 0 0,0 0-1 0 0,8-11 1 0 0,-5 5-4 0 0,-1-1 1 0 0,0-1 0 0 0,-1 0 0 0 0,0-1 0 0 0,-2 0-1 0 0,0 0 1 0 0,-1-1 0 0 0,0 1 0 0 0,-2-2 0 0 0,0 1-1 0 0,3-22 1 0 0,2-78 440 0 0,-10 103-92 0 0,0-1 0 0 0,-1 1 1 0 0,-1-1-1 0 0,0 1 1 0 0,-7-23-1 0 0,9 37-189 0 0,0 0-1 0 0,-1-1 1 0 0,1 1 0 0 0,0 0-1 0 0,0 0 1 0 0,-1 0-1 0 0,1 0 1 0 0,-1 0 0 0 0,1 0-1 0 0,-1 0 1 0 0,1 0 0 0 0,-1 0-1 0 0,1 0 1 0 0,-1 0-1 0 0,0 1 1 0 0,0-1 0 0 0,1 0-1 0 0,-1 0 1 0 0,0 0 0 0 0,0 1-1 0 0,-1-1 1 0 0,1 1-15 0 0,1 1 0 0 0,-1 0 0 0 0,0 0 0 0 0,1-1-1 0 0,-1 1 1 0 0,1 0 0 0 0,-1 0 0 0 0,1 0 0 0 0,0 0 0 0 0,-1 0 0 0 0,1 0 0 0 0,0 0 0 0 0,-1 0 0 0 0,1 0 0 0 0,0-1 0 0 0,0 1-1 0 0,0 2 1 0 0,-4 54 633 0 0,6-18-631 0 0,1 0 0 0 0,1-1 0 0 0,3 0 0 0 0,1 0 0 0 0,1 0 1 0 0,29 70-1 0 0,-33-97-82 0 0,0 1 1 0 0,1-1 0 0 0,0 0-1 0 0,1 0 1 0 0,0-1 0 0 0,1 0-1 0 0,0 0 1 0 0,1 0 0 0 0,11 9-1 0 0,-20-19-7 0 0,1 1-1 0 0,0-1 0 0 0,-1 0 0 0 0,1 1 1 0 0,-1-1-1 0 0,1 0 0 0 0,0 0 0 0 0,-1 1 0 0 0,1-1 1 0 0,0 0-1 0 0,0 0 0 0 0,-1 0 0 0 0,1 0 1 0 0,0 0-1 0 0,-1 0 0 0 0,1 0 0 0 0,0 0 1 0 0,-1 0-1 0 0,1 0 0 0 0,0 0 0 0 0,0-1 1 0 0,-1 1-1 0 0,1 0 0 0 0,-1 0 0 0 0,1-1 1 0 0,0 1-1 0 0,-1-1 0 0 0,1 1 0 0 0,-1 0 0 0 0,1-1 1 0 0,0 1-1 0 0,-1-1 0 0 0,1 1 0 0 0,-1-1 1 0 0,0 1-1 0 0,1-1 0 0 0,-1 0 0 0 0,1 1 1 0 0,-1-1-1 0 0,0 1 0 0 0,1-1 0 0 0,-1 0 1 0 0,0 1-1 0 0,0-2 0 0 0,12-37-161 0 0,-9 30 197 0 0,7-29 0 0 0,2 1 0 0 0,19-42 0 0 0,-27 69-19 0 0,1 1 0 0 0,0-1 0 0 0,1 1 0 0 0,0 1 0 0 0,0-1 0 0 0,1 1 1 0 0,0 0-1 0 0,0 1 0 0 0,1 0 0 0 0,0 0 0 0 0,0 0 0 0 0,0 1 0 0 0,14-7 1 0 0,-20 12 1 0 0,0 0 0 0 0,0 0-1 0 0,0 0 1 0 0,0 0 0 0 0,-1 1 0 0 0,1-1 0 0 0,0 1 0 0 0,0-1 0 0 0,0 1 0 0 0,0 0 0 0 0,0 0 0 0 0,0 0 0 0 0,0 0 0 0 0,1 0 0 0 0,-1 0 0 0 0,0 1 0 0 0,-1-1 0 0 0,1 1 0 0 0,0-1 0 0 0,0 1 0 0 0,0 0 0 0 0,0 0 0 0 0,0 0 0 0 0,0 0 0 0 0,-1 0 0 0 0,1 0 0 0 0,0 0 0 0 0,-1 0 0 0 0,1 1 0 0 0,-1-1 0 0 0,3 4 0 0 0,2 3 50 0 0,-1 1 0 0 0,1 1 0 0 0,-1-1 0 0 0,-1 1 0 0 0,4 12 0 0 0,10 18 0 0 0,-7-23-1231 0 0,0 1 0 0 0,1-2 0 0 0,28 29-1 0 0,-21-27-5249 0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2.8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227 48 6913 0 0,'-2'-4'364'0'0,"0"1"0"0"0,0-1 0 0 0,0 1 0 0 0,0 0-1 0 0,-1 0 1 0 0,0 0 0 0 0,1 0 0 0 0,-1 1-1 0 0,0-1 1 0 0,0 1 0 0 0,-1 0 0 0 0,1-1-1 0 0,0 1 1 0 0,-1 1 0 0 0,0-1 0 0 0,-5-2 0 0 0,6 4-178 0 0,0 0 1 0 0,-1 0-1 0 0,1 0 1 0 0,0 0-1 0 0,0 0 1 0 0,0 1 0 0 0,0-1-1 0 0,0 1 1 0 0,-1 0-1 0 0,1 0 1 0 0,0 0 0 0 0,1 0-1 0 0,-1 1 1 0 0,0-1-1 0 0,0 1 1 0 0,0-1-1 0 0,1 1 1 0 0,-1 0 0 0 0,1 0-1 0 0,0 0 1 0 0,-3 3-1 0 0,-7 8 34 0 0,0 0-1 0 0,0 0 0 0 0,2 1 1 0 0,0 1-1 0 0,-16 31 0 0 0,22-39-207 0 0,0 1 0 0 0,1 0 0 0 0,0 0 0 0 0,0 0-1 0 0,1 1 1 0 0,0-1 0 0 0,1 1 0 0 0,-1-1 0 0 0,2 1 0 0 0,-1 0 0 0 0,1-1-1 0 0,1 1 1 0 0,-1-1 0 0 0,4 12 0 0 0,-4-19-80 0 0,0 1 0 0 0,0 0 1 0 0,1 0-1 0 0,-1-1 0 0 0,1 1 0 0 0,-1 0 0 0 0,1-1 0 0 0,0 1 1 0 0,-1-1-1 0 0,1 1 0 0 0,0-1 0 0 0,0 1 0 0 0,0-1 1 0 0,1 1-1 0 0,-1-1 0 0 0,0 0 0 0 0,0 0 0 0 0,1 1 1 0 0,-1-1-1 0 0,1 0 0 0 0,-1 0 0 0 0,1-1 0 0 0,-1 1 0 0 0,1 0 1 0 0,-1 0-1 0 0,1-1 0 0 0,0 1 0 0 0,-1-1 0 0 0,1 1 1 0 0,0-1-1 0 0,0 0 0 0 0,-1 0 0 0 0,1 0 0 0 0,0 0 0 0 0,0 0 1 0 0,-1 0-1 0 0,4-1 0 0 0,-1 0-147 0 0,0 0 0 0 0,0-1 0 0 0,-1 0 0 0 0,1 0 0 0 0,0 0 0 0 0,-1 0 0 0 0,0-1 0 0 0,1 1 0 0 0,-1-1 1 0 0,0 0-1 0 0,0 0 0 0 0,-1 0 0 0 0,1 0 0 0 0,4-7 0 0 0,0-4 169 0 0,0-1 1 0 0,-1 0-1 0 0,0 0 0 0 0,-1-1 1 0 0,3-18-1 0 0,-5 19 364 0 0,1 1-1 0 0,0-1 1 0 0,1 1-1 0 0,0 0 0 0 0,2 0 1 0 0,9-17-1 0 0,-15 30-260 0 0,-1 1 0 0 0,0-1 0 0 0,1 0 0 0 0,-1 0 0 0 0,1 0-1 0 0,0 1 1 0 0,-1-1 0 0 0,1 0 0 0 0,0 1 0 0 0,-1-1 0 0 0,1 1 0 0 0,0-1 0 0 0,0 1-1 0 0,-1-1 1 0 0,1 1 0 0 0,0-1 0 0 0,0 1 0 0 0,0 0 0 0 0,0-1 0 0 0,-1 1 0 0 0,1 0-1 0 0,0 0 1 0 0,0 0 0 0 0,0 0 0 0 0,0 0 0 0 0,0 0 0 0 0,0 0 0 0 0,0 0 0 0 0,1 0 0 0 0,0 1 33 0 0,-1 0 0 0 0,1 0 1 0 0,0 0-1 0 0,0 0 0 0 0,-1 0 1 0 0,1 1-1 0 0,-1-1 0 0 0,1 1 1 0 0,-1-1-1 0 0,0 1 1 0 0,0-1-1 0 0,2 4 0 0 0,4 7 377 0 0,-1 0 0 0 0,10 26-1 0 0,-16-35-378 0 0,4 7-1 0 0,22 51-1446 0 0,-17-45-5083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2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10138 0 0,'0'-1'34'0'0,"0"1"0"0"0,0 0-1 0 0,-1 0 1 0 0,1-1 0 0 0,0 1 0 0 0,0 0 0 0 0,0-1-1 0 0,0 1 1 0 0,0 0 0 0 0,0-1 0 0 0,0 1-1 0 0,0 0 1 0 0,1 0 0 0 0,-1-1 0 0 0,0 1-1 0 0,0 0 1 0 0,0-1 0 0 0,0 1 0 0 0,0 0-1 0 0,0 0 1 0 0,1-1 0 0 0,-1 1 0 0 0,0 0 0 0 0,0 0-1 0 0,0 0 1 0 0,0-1 0 0 0,1 1 0 0 0,-1 0-1 0 0,0 0 1 0 0,0 0 0 0 0,1-1 0 0 0,-1 1-1 0 0,0 0 1 0 0,0 0 0 0 0,1 0 0 0 0,-1 0-1 0 0,0 0 1 0 0,1 0 0 0 0,16-3 961 0 0,18 8 814 0 0,-30-3-1599 0 0,-1 0-1 0 0,0 0 1 0 0,0 0 0 0 0,0 1-1 0 0,0-1 1 0 0,0 1 0 0 0,0 0-1 0 0,-1 0 1 0 0,0 1 0 0 0,1-1-1 0 0,-1 1 1 0 0,0-1 0 0 0,-1 1-1 0 0,1 0 1 0 0,3 8 0 0 0,4 9 143 0 0,-1 0 1 0 0,7 24 0 0 0,-3-8-105 0 0,63 132 220 0 0,-77-173-414 0 0,1 1 0 0 0,-1-1-1 0 0,1 1 1 0 0,1-1 0 0 0,-1 0-1 0 0,0 1 1 0 0,1-1 0 0 0,0 1-1 0 0,1-6 1 0 0,14-44-211 0 0,-10 36 211 0 0,8-32 19 0 0,-5 16 112 0 0,2 1 0 0 0,0-1 1 0 0,2 2-1 0 0,23-41 0 0 0,-34 69-142 0 0,-1 1 0 0 0,0 0-1 0 0,1 0 1 0 0,0 0-1 0 0,-1 0 1 0 0,1 0-1 0 0,0 0 1 0 0,0 0-1 0 0,0 1 1 0 0,0-1-1 0 0,0 1 1 0 0,0-1-1 0 0,1 1 1 0 0,-1 0-1 0 0,0 0 1 0 0,1 0-1 0 0,-1 0 1 0 0,1 0-1 0 0,-1 1 1 0 0,1-1 0 0 0,-1 1-1 0 0,1-1 1 0 0,-1 1-1 0 0,1 0 1 0 0,0 0-1 0 0,-1 0 1 0 0,1 1-1 0 0,2 0 1 0 0,1 0-7 0 0,-1 1 1 0 0,1 1-1 0 0,-1-1 0 0 0,0 1 1 0 0,0 0-1 0 0,0 0 1 0 0,0 0-1 0 0,0 1 0 0 0,-1-1 1 0 0,0 1-1 0 0,7 8 1 0 0,-3-2-3 0 0,-1-1 1 0 0,0 1-1 0 0,-1 1 1 0 0,0-1-1 0 0,0 1 1 0 0,-1 0-1 0 0,5 17 1 0 0,17 84-4022 0 0,-21-81 237 0 0,0-2-2762 0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8.7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 5529 0 0,'0'-1'175'0'0,"0"0"-1"0"0,0 0 1 0 0,0 0-1 0 0,0 1 1 0 0,0-1-1 0 0,0 0 1 0 0,0 0-1 0 0,0 0 1 0 0,1 1-1 0 0,-1-1 1 0 0,0 0 0 0 0,1 0-1 0 0,-1 0 1 0 0,1 1-1 0 0,-1-1 1 0 0,0 0-1 0 0,1 1 1 0 0,-1-1-1 0 0,1 1 1 0 0,0-1-1 0 0,-1 0 1 0 0,1 1-1 0 0,0-1 1 0 0,-1 1-1 0 0,1-1 1 0 0,0 1 0 0 0,-1 0-1 0 0,1-1 1 0 0,0 1-1 0 0,0 0 1 0 0,0 0-1 0 0,-1-1 1 0 0,1 1-1 0 0,1 0 1 0 0,0-1 154 0 0,1 0 0 0 0,-1 0 0 0 0,1 0-1 0 0,-1 1 1 0 0,1-1 0 0 0,-1 1 0 0 0,1 0 0 0 0,-1-1 0 0 0,1 1 0 0 0,0 0 0 0 0,2 1 0 0 0,-2 0-192 0 0,-1 0 0 0 0,0 1 0 0 0,0-1 0 0 0,1 1 0 0 0,-1-1 0 0 0,0 1 0 0 0,-1 0 0 0 0,1 0 0 0 0,0 0 0 0 0,0 0 0 0 0,-1 0 0 0 0,1 0 0 0 0,-1 0 0 0 0,0 0 0 0 0,0 1 0 0 0,1-1 0 0 0,-2 1 0 0 0,1-1 0 0 0,1 4 0 0 0,8 56 242 0 0,-7-37-183 0 0,2 2-160 0 0,-4-13-26 0 0,0-1-1 0 0,2 1 1 0 0,0-1-1 0 0,0 0 1 0 0,2 0-1 0 0,-1 0 1 0 0,13 23-1 0 0,-17-35-12 0 0,0-1 0 0 0,1 1 0 0 0,-1-1-1 0 0,0 1 1 0 0,0-1 0 0 0,1 1 0 0 0,-1-1 0 0 0,1 1 0 0 0,-1-1-1 0 0,0 1 1 0 0,1-1 0 0 0,-1 0 0 0 0,1 1 0 0 0,-1-1-1 0 0,1 0 1 0 0,-1 1 0 0 0,1-1 0 0 0,-1 0 0 0 0,1 0 0 0 0,-1 0-1 0 0,1 1 1 0 0,-1-1 0 0 0,1 0 0 0 0,-1 0 0 0 0,1 0 0 0 0,0 0-1 0 0,-1 0 1 0 0,1 0 0 0 0,-1 0 0 0 0,2 0 0 0 0,-1-1-12 0 0,-1 1 0 0 0,1-1-1 0 0,0 0 1 0 0,0 0 0 0 0,0 0 0 0 0,-1 1 0 0 0,1-1 0 0 0,0 0 0 0 0,-1 0 0 0 0,1 0 0 0 0,-1 0-1 0 0,1 0 1 0 0,-1 0 0 0 0,1-2 0 0 0,10-52-413 0 0,-9 42 405 0 0,-1 9 56 0 0,4-23 197 0 0,1-1 0 0 0,17-44 0 0 0,-21 66-148 0 0,1 0 0 0 0,-1 1-1 0 0,1-1 1 0 0,0 1 0 0 0,0 0 0 0 0,0 0-1 0 0,1 0 1 0 0,0 0 0 0 0,0 0 0 0 0,0 1-1 0 0,1 0 1 0 0,-1 0 0 0 0,1 0 0 0 0,0 0-1 0 0,0 1 1 0 0,0 0 0 0 0,1 0 0 0 0,10-5-1 0 0,-12 7-47 0 0,-1 1-1 0 0,1-1 0 0 0,0 0 0 0 0,0 1 0 0 0,-1 0 0 0 0,1 0 1 0 0,0 0-1 0 0,-1 0 0 0 0,1 1 0 0 0,0-1 0 0 0,-1 1 1 0 0,1 0-1 0 0,0 0 0 0 0,-1 0 0 0 0,1 1 0 0 0,-1-1 0 0 0,0 1 1 0 0,0 0-1 0 0,1 0 0 0 0,-1 0 0 0 0,0 0 0 0 0,0 0 1 0 0,-1 1-1 0 0,1-1 0 0 0,3 6 0 0 0,4 5-299 0 0,-1 0 0 0 0,0 1-1 0 0,-1 0 1 0 0,10 25 0 0 0,2 1-2457 0 0,-8-19-3636 0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49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75 644 6449 0 0,'3'-4'280'0'0,"0"1"0"0"0,0 1 0 0 0,1-1 0 0 0,-1 0 0 0 0,1 1 1 0 0,0 0-1 0 0,5-3 0 0 0,-1 0 373 0 0,-2 1-412 0 0,-1-1 0 0 0,1 0 0 0 0,-1-1-1 0 0,-1 1 1 0 0,1-1 0 0 0,-1 0 0 0 0,0 0-1 0 0,0 0 1 0 0,-1-1 0 0 0,0 1-1 0 0,0-1 1 0 0,0 0 0 0 0,-1 0 0 0 0,0 0-1 0 0,0 0 1 0 0,0-9 0 0 0,0 7-99 0 0,-1-1 0 0 0,0 1 0 0 0,0 0 0 0 0,-1-1 0 0 0,-1 1 0 0 0,0 0 0 0 0,0 0 0 0 0,0-1 0 0 0,-1 1 0 0 0,-1 0 0 0 0,1 0 0 0 0,-7-12 0 0 0,8 18-100 0 0,0 1-1 0 0,-1-1 1 0 0,1 0-1 0 0,-1 1 1 0 0,0-1 0 0 0,1 1-1 0 0,-1 0 1 0 0,-1-1 0 0 0,1 1-1 0 0,0 0 1 0 0,0 0 0 0 0,-1 0-1 0 0,1 1 1 0 0,-1-1 0 0 0,1 1-1 0 0,-1-1 1 0 0,0 1-1 0 0,0 0 1 0 0,0 0 0 0 0,1 0-1 0 0,-1 0 1 0 0,0 0 0 0 0,0 1-1 0 0,0-1 1 0 0,0 1 0 0 0,0 0-1 0 0,0 0 1 0 0,0 0 0 0 0,-1 1-1 0 0,1-1 1 0 0,0 0-1 0 0,1 1 1 0 0,-1 0 0 0 0,0 0-1 0 0,0 0 1 0 0,0 0 0 0 0,0 0-1 0 0,-2 2 1 0 0,0 0 26 0 0,1 0 0 0 0,-1 0 0 0 0,1 1 0 0 0,0-1 0 0 0,0 1 0 0 0,1 0 1 0 0,-1 0-1 0 0,1 0 0 0 0,-1 0 0 0 0,1 1 0 0 0,1-1 0 0 0,-1 1 0 0 0,1 0 0 0 0,-1-1 0 0 0,1 1 0 0 0,1 0 0 0 0,-1 1 1 0 0,1-1-1 0 0,0 0 0 0 0,0 0 0 0 0,0 8 0 0 0,1-5-171 0 0,1-1 0 0 0,0 1-1 0 0,0 0 1 0 0,1-1 0 0 0,0 1 0 0 0,0-1 0 0 0,1 0-1 0 0,0 0 1 0 0,0 0 0 0 0,1 0 0 0 0,0 0 0 0 0,0 0-1 0 0,0-1 1 0 0,1 0 0 0 0,0 0 0 0 0,0 0 0 0 0,1-1 0 0 0,-1 0-1 0 0,1 0 1 0 0,1 0 0 0 0,-1 0 0 0 0,0-1 0 0 0,1 0-1 0 0,0-1 1 0 0,8 4 0 0 0,-4-2-85 0 0,1-1 0 0 0,-1 0 1 0 0,1-1-1 0 0,0 0 0 0 0,0-1 0 0 0,0 0 0 0 0,1 0 1 0 0,-1-2-1 0 0,0 1 0 0 0,0-2 0 0 0,1 0 0 0 0,-1 0 0 0 0,0-1 1 0 0,0 0-1 0 0,14-6 0 0 0,-16 4-105 0 0,0 0 0 0 0,0-1-1 0 0,-1 0 1 0 0,0-1 0 0 0,0 0 0 0 0,0-1 0 0 0,-1 0 0 0 0,0 0-1 0 0,0-1 1 0 0,-1 0 0 0 0,0 0 0 0 0,0 0 0 0 0,-1-1-1 0 0,0 0 1 0 0,-1-1 0 0 0,1 1 0 0 0,-2-1 0 0 0,0 0-1 0 0,0 0 1 0 0,5-20 0 0 0,-1-13-264 0 0,-1 0 1 0 0,-2 0-1 0 0,-2-82 0 0 0,-2 74 1534 0 0,-1 41-738 0 0,-1-48 1446 0 0,1 54-1175 0 0,-1-1 0 0 0,0 1 0 0 0,1-1 1 0 0,-2 1-1 0 0,1 0 0 0 0,0-1 0 0 0,-1 1 0 0 0,0 0 0 0 0,0 0 0 0 0,-3-5 0 0 0,5 9-388 0 0,-1-1-1 0 0,1 1 0 0 0,-1-1 1 0 0,1 1-1 0 0,-1-1 1 0 0,1 1-1 0 0,-1-1 1 0 0,1 1-1 0 0,-1 0 1 0 0,0-1-1 0 0,1 1 0 0 0,-1 0 1 0 0,0 0-1 0 0,1-1 1 0 0,-1 1-1 0 0,0 0 1 0 0,1 0-1 0 0,-1 0 1 0 0,0 0-1 0 0,1 0 1 0 0,-1 0-1 0 0,0 0 0 0 0,0 0 1 0 0,1 0-1 0 0,-1 0 1 0 0,0 0-1 0 0,1 0 1 0 0,-1 1-1 0 0,0-1 1 0 0,1 0-1 0 0,-1 1 0 0 0,0-1 1 0 0,1 0-1 0 0,-1 1 1 0 0,1-1-1 0 0,-1 0 1 0 0,1 1-1 0 0,-1-1 1 0 0,1 1-1 0 0,-1-1 1 0 0,1 1-1 0 0,-1-1 0 0 0,1 1 1 0 0,-1 0-1 0 0,1-1 1 0 0,0 1-1 0 0,-1 0 1 0 0,1-1-1 0 0,0 2 1 0 0,-3 1 139 0 0,1 1-1 0 0,0 0 1 0 0,0 1 0 0 0,0-1 0 0 0,0 0 0 0 0,-1 6 0 0 0,1 5-124 0 0,1 1 0 0 0,1 0 0 0 0,0 0-1 0 0,0 0 1 0 0,6 28 0 0 0,24 80 819 0 0,-14-63-775 0 0,11 56-758 0 0,-11-40-533 0 0,4-2 1 0 0,31 80-1 0 0,-32-110-233 0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25 10138 0 0,'0'-1'141'0'0,"0"0"-1"0"0,-1 0 0 0 0,1 0 1 0 0,0 0-1 0 0,0 1 0 0 0,0-1 1 0 0,0 0-1 0 0,0 0 0 0 0,0 0 1 0 0,0 0-1 0 0,0 1 0 0 0,1-1 1 0 0,-1 0-1 0 0,0 0 0 0 0,0 0 1 0 0,1 1-1 0 0,-1-1 0 0 0,0 0 1 0 0,1 0-1 0 0,-1 1 0 0 0,1-1 1 0 0,-1 0-1 0 0,1 1 1 0 0,-1-1-1 0 0,1 0 0 0 0,0 1 1 0 0,-1-1-1 0 0,1 1 0 0 0,0-1 1 0 0,-1 1-1 0 0,1-1 0 0 0,1 0 1 0 0,-1 2-57 0 0,0-1 1 0 0,0 1-1 0 0,0-1 1 0 0,0 1 0 0 0,0-1-1 0 0,-1 1 1 0 0,1 0-1 0 0,0-1 1 0 0,0 1 0 0 0,-1 0-1 0 0,1 0 1 0 0,0-1-1 0 0,-1 1 1 0 0,1 0-1 0 0,-1 0 1 0 0,1 0 0 0 0,-1 0-1 0 0,1 0 1 0 0,-1 0-1 0 0,0 0 1 0 0,1 0 0 0 0,-1 0-1 0 0,0 0 1 0 0,0 0-1 0 0,0 1 1 0 0,3 16 206 0 0,-1 0 1 0 0,-1 0-1 0 0,-1 0 0 0 0,-4 35 1 0 0,-19 75 31 0 0,6-43-413 0 0,1-8-481 0 0,7-32-1113 0 0,1-1-4076 0 0,6-30 1149 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57 7370 0 0,'0'0'17'0'0,"0"0"0"0"0,0-1 1 0 0,0 1-1 0 0,0 0 0 0 0,0 0 1 0 0,0 0-1 0 0,0 0 0 0 0,0 0 1 0 0,-1 0-1 0 0,1-1 0 0 0,0 1 1 0 0,0 0-1 0 0,0 0 1 0 0,0 0-1 0 0,0 0 0 0 0,0 0 1 0 0,0 0-1 0 0,-1 0 0 0 0,1 0 1 0 0,0 0-1 0 0,0 0 0 0 0,0-1 1 0 0,0 1-1 0 0,0 0 0 0 0,-1 0 1 0 0,1 0-1 0 0,0 0 1 0 0,0 0-1 0 0,0 0 0 0 0,0 0 1 0 0,0 0-1 0 0,-1 0 0 0 0,1 0 1 0 0,0 0-1 0 0,0 0 0 0 0,0 1 1 0 0,0-1-1 0 0,0 0 0 0 0,-1 0 1 0 0,1 0-1 0 0,0 0 1 0 0,0 0-1 0 0,0 0 0 0 0,0 0 1 0 0,0 0-1 0 0,0 0 0 0 0,-1 0 1 0 0,1 0-1 0 0,0 1 0 0 0,0-1 1 0 0,0 0-1 0 0,0 0 0 0 0,0 0 1 0 0,0 0-1 0 0,0 0 1 0 0,0 0-1 0 0,0 1 0 0 0,0-1 1 0 0,-3 16 2509 0 0,7-4-2127 0 0,1 0-1 0 0,-1 0 1 0 0,2 0 0 0 0,0 0-1 0 0,0-1 1 0 0,1 0 0 0 0,14 16-1 0 0,12 21 809 0 0,-14-13-891 0 0,-14-24-211 0 0,1 0 1 0 0,0 0-1 0 0,0-1 0 0 0,1 0 1 0 0,1 0-1 0 0,14 16 0 0 0,-20-25-107 0 0,-1 0 0 0 0,0 0 0 0 0,1 0 0 0 0,-1 0 0 0 0,1 0 0 0 0,-1-1 0 0 0,1 1 0 0 0,0 0 0 0 0,-1-1 0 0 0,1 1 0 0 0,0-1 0 0 0,-1 1 0 0 0,1-1 0 0 0,0 0 0 0 0,0 0 0 0 0,-1 0 0 0 0,1 0 0 0 0,0 0 0 0 0,0 0 0 0 0,-1 0 0 0 0,1 0 0 0 0,2-2 0 0 0,-1 1-2 0 0,0 0-1 0 0,0-1 0 0 0,0 0 0 0 0,0 0 0 0 0,0 0 0 0 0,0 0 0 0 0,-1 0 0 0 0,1-1 0 0 0,-1 1 0 0 0,4-6 0 0 0,2-4 6 0 0,0 0 0 0 0,-1-1 0 0 0,-1 0 0 0 0,7-17 0 0 0,0-10 209 0 0,13-71-1 0 0,-4 16 747 0 0,-22 95-908 0 0,0 0-1 0 0,0-1 0 0 0,0 1 1 0 0,0-1-1 0 0,0 1 1 0 0,0 0-1 0 0,0-1 0 0 0,1 1 1 0 0,-1 0-1 0 0,0-1 1 0 0,0 1-1 0 0,0 0 1 0 0,0-1-1 0 0,1 1 0 0 0,-1 0 1 0 0,0-1-1 0 0,0 1 1 0 0,1 0-1 0 0,-1 0 0 0 0,0-1 1 0 0,1 1-1 0 0,-1 0 1 0 0,0 0-1 0 0,1 0 1 0 0,-1-1-1 0 0,0 1 0 0 0,1 0 1 0 0,-1 0-1 0 0,0 0 1 0 0,1 0-1 0 0,-1 0 0 0 0,1 0 1 0 0,-1 0-1 0 0,0 0 1 0 0,1 0-1 0 0,-1 0 1 0 0,1 0-1 0 0,-1 0 0 0 0,0 0 1 0 0,1 0-1 0 0,-1 0 1 0 0,18 13 696 0 0,10 24-398 0 0,-8 3-436 0 0,-2 0-1 0 0,-1 1 1 0 0,18 74 0 0 0,-14-46-1760 0 0,-8-27-4889 0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0.9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51 8754 0 0,'-4'1'64'0'0,"1"1"-1"0"0,-1-1 1 0 0,1 1-1 0 0,0 0 1 0 0,0 0 0 0 0,0 0-1 0 0,0 1 1 0 0,0-1 0 0 0,0 1-1 0 0,1 0 1 0 0,-1-1 0 0 0,1 1-1 0 0,-1 0 1 0 0,1 0 0 0 0,0 1-1 0 0,1-1 1 0 0,-1 0 0 0 0,-2 7-1 0 0,-4 8 460 0 0,1 1 0 0 0,-5 20 0 0 0,10-30-452 0 0,1-1-1 0 0,-1 1 1 0 0,2-1 0 0 0,-1 1 0 0 0,1-1-1 0 0,0 1 1 0 0,1-1 0 0 0,0 1-1 0 0,0-1 1 0 0,1 0 0 0 0,0 1 0 0 0,1-1-1 0 0,-1 0 1 0 0,2 0 0 0 0,-1 0 0 0 0,1-1-1 0 0,0 1 1 0 0,1-1 0 0 0,0 0 0 0 0,0 0-1 0 0,0-1 1 0 0,1 1 0 0 0,0-1 0 0 0,0 0-1 0 0,12 8 1 0 0,-7-5-272 0 0,0-2 0 0 0,1 0 0 0 0,0 0 0 0 0,0-1 0 0 0,0 0 0 0 0,0-1 0 0 0,1 0 0 0 0,0-1 0 0 0,0-1 0 0 0,0 0 0 0 0,1-1 0 0 0,-1 0 0 0 0,1-1 0 0 0,-1 0 0 0 0,24-3 1 0 0,-32 2 195 0 0,1-1 1 0 0,-1 0-1 0 0,1-1 1 0 0,-1 1-1 0 0,0-1 1 0 0,1 0 0 0 0,-1 0-1 0 0,0-1 1 0 0,0 1-1 0 0,-1-1 1 0 0,1 0-1 0 0,-1 0 1 0 0,1-1 0 0 0,-1 1-1 0 0,0-1 1 0 0,0 0-1 0 0,0 0 1 0 0,-1-1-1 0 0,4-5 1 0 0,-3 4 210 0 0,-1-1 0 0 0,-1 0 0 0 0,1 0-1 0 0,-1 0 1 0 0,0 0 0 0 0,-1 0 0 0 0,1 0 0 0 0,-1 0 0 0 0,-1 0 0 0 0,0-1-1 0 0,0 1 1 0 0,0 0 0 0 0,-1-1 0 0 0,-1-7 0 0 0,-1 0 46 0 0,-1 0 0 0 0,0 0 0 0 0,-1 0 0 0 0,-1 0 0 0 0,0 1 0 0 0,-1 0 0 0 0,0 0 1 0 0,-1 1-1 0 0,-1 0 0 0 0,0 0 0 0 0,-1 1 0 0 0,-13-13 0 0 0,14 16-419 0 0,-1 0 1 0 0,0 1-1 0 0,0 0 0 0 0,-1 1 0 0 0,0 0 1 0 0,-1 0-1 0 0,1 1 0 0 0,-1 1 0 0 0,0 0 1 0 0,-1 1-1 0 0,1 0 0 0 0,-1 1 0 0 0,0 0 1 0 0,-25-1-1 0 0,8 3-4930 0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3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197 19 5529 0 0,'7'-15'609'0'0,"-12"11"513"0"0,-23 12 618 0 0,22-6-1754 0 0,-10 3 356 0 0,1 1 1 0 0,0 1-1 0 0,0 0 1 0 0,1 1-1 0 0,-1 1 1 0 0,2 0-1 0 0,-1 1 0 0 0,-19 19 1 0 0,31-27-273 0 0,1 0 0 0 0,0-1 0 0 0,-1 1 0 0 0,1 0 1 0 0,0 0-1 0 0,0 0 0 0 0,0 0 0 0 0,0-1 0 0 0,0 1 0 0 0,1 1 0 0 0,-1-1 0 0 0,1 0 0 0 0,-1 0 1 0 0,1 0-1 0 0,0 0 0 0 0,-1 0 0 0 0,1 0 0 0 0,0 1 0 0 0,1 1 0 0 0,0-1-8 0 0,0 1-1 0 0,0-1 0 0 0,0 1 1 0 0,0-1-1 0 0,1 0 0 0 0,0 0 1 0 0,0 0-1 0 0,-1 0 0 0 0,2 0 1 0 0,3 5-1 0 0,6 4 32 0 0,0-1 1 0 0,2 0-1 0 0,27 18 1 0 0,-26-19 9 0 0,26 15 162 0 0,25 18 153 0 0,-61-40-380 0 0,-1 1-1 0 0,1 0 1 0 0,-1 0-1 0 0,0 0 1 0 0,0 0-1 0 0,-1 1 1 0 0,1 0-1 0 0,-1-1 1 0 0,0 1-1 0 0,3 7 1 0 0,-6-10-27 0 0,1 0 0 0 0,-1 0 0 0 0,0 0 0 0 0,0 0 0 0 0,0 0 0 0 0,0 0 0 0 0,0 0 0 0 0,0 1 0 0 0,0-1 0 0 0,-1 0 0 0 0,1 0 0 0 0,-1 0 0 0 0,1 0 0 0 0,-1 0 0 0 0,0 0 0 0 0,0 0 0 0 0,0 0 0 0 0,0-1 0 0 0,0 1 1 0 0,0 0-1 0 0,-1 0 0 0 0,1-1 0 0 0,0 1 0 0 0,-1-1 0 0 0,0 1 0 0 0,1-1 0 0 0,-1 0 0 0 0,0 0 0 0 0,0 1 0 0 0,1-1 0 0 0,-5 1 0 0 0,-6 5 51 0 0,-1-1 1 0 0,0 0-1 0 0,-19 5 1 0 0,32-11-65 0 0,-48 12-4466 0 0,24-6-622 0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1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50 10138 0 0,'-16'-5'977'0'0,"15"5"-934"0"0,1 0-1 0 0,0 0 1 0 0,0 0-1 0 0,0-1 1 0 0,0 1-1 0 0,0 0 1 0 0,0 0-1 0 0,0 0 1 0 0,0-1-1 0 0,0 1 1 0 0,-1 0-1 0 0,1 0 1 0 0,0 0-1 0 0,0-1 1 0 0,0 1-1 0 0,0 0 1 0 0,0 0-1 0 0,0 0 1 0 0,0-1-1 0 0,0 1 1 0 0,0 0-1 0 0,0 0 1 0 0,0 0-1 0 0,1-1 1 0 0,-1 1-1 0 0,0 0 1 0 0,0 0-1 0 0,0 0 1 0 0,0 0-1 0 0,0-1 1 0 0,0 1-1 0 0,0 0 1 0 0,0 0-1 0 0,1 0 1 0 0,-1 0-1 0 0,0-1 1 0 0,0 1-1 0 0,1 0 1 0 0,27-17 2537 0 0,-18 12-2668 0 0,-7 3 151 0 0,0 0 0 0 0,1 0 1 0 0,-1 0-1 0 0,1 1 1 0 0,0-1-1 0 0,-1 1 0 0 0,1 0 1 0 0,0 0-1 0 0,0 1 1 0 0,0-1-1 0 0,0 1 0 0 0,0 0 1 0 0,5 0-1 0 0,-6 1 95 0 0,0 0-1 0 0,0 0 0 0 0,0 1 1 0 0,0-1-1 0 0,0 1 1 0 0,0 0-1 0 0,-1-1 0 0 0,1 1 1 0 0,-1 0-1 0 0,0 1 1 0 0,1-1-1 0 0,-1 0 0 0 0,0 1 1 0 0,0-1-1 0 0,0 1 1 0 0,-1 0-1 0 0,3 3 0 0 0,3 8 154 0 0,1 0 0 0 0,-2 1 0 0 0,0 0 0 0 0,0 1 0 0 0,-2-1 0 0 0,5 25-1 0 0,7 102 164 0 0,-9-71-366 0 0,-5-47-751 0 0,1 0-1 0 0,2 0 1 0 0,11 38-1 0 0,-7-41-6298 0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9 133 7370 0 0,'-1'-1'96'0'0,"0"-1"0"0"0,0 0 1 0 0,0 1-1 0 0,0-1 1 0 0,0 0-1 0 0,1 0 1 0 0,-1 0-1 0 0,1 0 1 0 0,-1 0-1 0 0,1 0 0 0 0,0 0 1 0 0,0 0-1 0 0,0 0 1 0 0,0 0-1 0 0,0 0 1 0 0,0 1-1 0 0,0-1 0 0 0,1 0 1 0 0,-1 0-1 0 0,1 0 1 0 0,-1 0-1 0 0,1 0 1 0 0,1-3-1 0 0,1 0 232 0 0,0 1 0 0 0,0 0 0 0 0,1 0-1 0 0,-1 0 1 0 0,1 1 0 0 0,0-1 0 0 0,0 1 0 0 0,6-4 0 0 0,1 1-278 0 0,-1 0 1 0 0,2 0-1 0 0,-1 1 1 0 0,0 0-1 0 0,1 1 1 0 0,0 0-1 0 0,20-2 1 0 0,-24 4-353 0 0,1 1 0 0 0,0 0 0 0 0,0 0 1 0 0,-1 1-1 0 0,1 0 0 0 0,0 1 1 0 0,0 0-1 0 0,-1 0 0 0 0,1 1 0 0 0,-1 0 1 0 0,13 5-1 0 0,-6 3 319 0 0,-3 2 70 0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54 85 4609 0 0,'-15'13'-29'0'0,"12"-11"459"0"0,-1 1 0 0 0,1 0 0 0 0,0-1 1 0 0,0 1-1 0 0,0 0 0 0 0,0 0 0 0 0,1 0 0 0 0,-1 1 0 0 0,1-1 0 0 0,0 1 0 0 0,0-1 0 0 0,0 1 0 0 0,-1 4 0 0 0,3-7-394 0 0,0-1 1 0 0,0 0-1 0 0,0 0 1 0 0,0 1-1 0 0,0-1 1 0 0,0 0-1 0 0,0 1 1 0 0,0-1-1 0 0,0 0 1 0 0,0 0-1 0 0,0 1 0 0 0,0-1 1 0 0,0 0-1 0 0,0 0 1 0 0,1 1-1 0 0,-1-1 1 0 0,0 0-1 0 0,0 0 1 0 0,0 1-1 0 0,0-1 1 0 0,1 0-1 0 0,-1 0 0 0 0,0 0 1 0 0,0 0-1 0 0,0 1 1 0 0,1-1-1 0 0,-1 0 1 0 0,0 0-1 0 0,0 0 1 0 0,1 0-1 0 0,-1 0 1 0 0,0 1-1 0 0,0-1 0 0 0,1 0 1 0 0,-1 0-1 0 0,0 0 1 0 0,0 0-1 0 0,1 0 1 0 0,-1 0-1 0 0,17-2-57 0 0,15-7-1598 0 0,-32 9 1598 0 0,130-42-2269 0 0,22-8 143 0 0,-64 13 2075 0 0,-59 24 72 0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4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0 1376 0 0,'-9'6'7393'0'0,"8"-4"-7041"0"0,-6 16 3375 0 0,1 20-330 0 0,5 41 303 0 0,14 43-2519 0 0,-7-68-1098 0 0,9 59-2621 0 0,-12-95 919 0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5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7 238 3225 0 0,'-3'-33'-677'0'0,"1"14"2259"0"0,1 0 0 0 0,1 0 0 0 0,0 0 0 0 0,1 0 0 0 0,5-25 0 0 0,-5 41-1431 0 0,0-1 1 0 0,0 1-1 0 0,0-1 1 0 0,1 1 0 0 0,-1-1-1 0 0,1 1 1 0 0,0 0-1 0 0,0 0 1 0 0,0 0 0 0 0,0 0-1 0 0,0 0 1 0 0,1 1-1 0 0,0-1 1 0 0,-1 1 0 0 0,1-1-1 0 0,0 1 1 0 0,5-3 0 0 0,-4 3-542 0 0,0 1 1 0 0,0-1 0 0 0,0 1-1 0 0,1 0 1 0 0,-1 0 0 0 0,0 1-1 0 0,1-1 1 0 0,-1 1 0 0 0,0 0-1 0 0,1 0 1 0 0,4 1 0 0 0,4 0-3515 0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2.8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2761 0 0,'-9'13'-127'0'0,"-13"20"2388"0"0,21-31-2077 0 0,0-1-1 0 0,0 1 1 0 0,1 0 0 0 0,-1 0-1 0 0,1 0 1 0 0,-1-1 0 0 0,1 1-1 0 0,-1 0 1 0 0,1 0 0 0 0,0 0 0 0 0,0 0-1 0 0,0 0 1 0 0,0-1 0 0 0,0 1-1 0 0,0 0 1 0 0,1 3 0 0 0,0-4-204 0 0,-1 0 1 0 0,1-1-1 0 0,-1 1 1 0 0,1-1 0 0 0,-1 1-1 0 0,1-1 1 0 0,0 1-1 0 0,-1-1 1 0 0,1 1 0 0 0,0-1-1 0 0,-1 1 1 0 0,1-1-1 0 0,0 0 1 0 0,-1 1 0 0 0,1-1-1 0 0,0 0 1 0 0,0 0-1 0 0,-1 0 1 0 0,1 0 0 0 0,0 1-1 0 0,0-1 1 0 0,1 0-1 0 0,26-1-700 0 0,-3 2 681 0 0,-24-1 33 0 0,0 0 0 0 0,0 0-1 0 0,0 1 1 0 0,0-1 0 0 0,0 0 0 0 0,0 1 0 0 0,0-1-1 0 0,0 1 1 0 0,0-1 0 0 0,-1 1 0 0 0,1-1-1 0 0,0 1 1 0 0,0 0 0 0 0,0-1 0 0 0,-1 1 0 0 0,1 0-1 0 0,0 0 1 0 0,-1-1 0 0 0,1 1 0 0 0,-1 0-1 0 0,1 0 1 0 0,-1 0 0 0 0,1 0 0 0 0,-1 0 0 0 0,0 0-1 0 0,1 1 1 0 0,-1 1-4 0 0,0-1-1 0 0,0 0 1 0 0,0 0 0 0 0,-1 0-1 0 0,1 0 1 0 0,-1 0 0 0 0,1 0 0 0 0,-1 0-1 0 0,0 0 1 0 0,1 0 0 0 0,-1 0-1 0 0,-2 2 1 0 0,0 2-22 0 0,-2 0-1 0 0,1 0 1 0 0,0 0 0 0 0,-1-1 0 0 0,0 0-1 0 0,-10 8 1 0 0,14-12 75 0 0,-1 0 1 0 0,0 0-1 0 0,0 0 0 0 0,1 1 1 0 0,-1-1-1 0 0,1 0 0 0 0,-1 1 1 0 0,1-1-1 0 0,0 1 0 0 0,-1 0 1 0 0,1-1-1 0 0,0 1 0 0 0,0 0 1 0 0,0 0-1 0 0,0-1 0 0 0,-1 5 1 0 0,3-5 115 0 0,-1 0 0 0 0,1 0 1 0 0,-1 0-1 0 0,1 0 0 0 0,-1 1 0 0 0,1-1 1 0 0,0 0-1 0 0,-1 0 0 0 0,1 0 1 0 0,0 0-1 0 0,0-1 0 0 0,0 1 0 0 0,0 0 1 0 0,0 0-1 0 0,0 0 0 0 0,0-1 0 0 0,0 1 1 0 0,0 0-1 0 0,0-1 0 0 0,0 1 1 0 0,0-1-1 0 0,1 1 0 0 0,-1-1 0 0 0,0 0 1 0 0,0 0-1 0 0,0 1 0 0 0,1-1 1 0 0,1 0-1 0 0,28 7-124 0 0,53 5 1 0 0,-62-10-4249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1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14 124 3681 0 0,'-1'-1'134'0'0,"-1"0"1"0"0,1 0 0 0 0,0 0-1 0 0,1 0 1 0 0,-1 0 0 0 0,0 0-1 0 0,0 0 1 0 0,0 0 0 0 0,1 0-1 0 0,-1-1 1 0 0,0 1 0 0 0,1 0-1 0 0,-1 0 1 0 0,1-1 0 0 0,0 1-1 0 0,-1 0 1 0 0,1-1 0 0 0,0 1-1 0 0,0-1 1 0 0,0 1 0 0 0,0 0-1 0 0,0-1 1 0 0,0 1 0 0 0,0-2-1 0 0,2 0 221 0 0,-1 1 0 0 0,0 0 0 0 0,1-1-1 0 0,-1 1 1 0 0,1 0 0 0 0,0 0 0 0 0,0 0 0 0 0,-1 0 0 0 0,1 0-1 0 0,1 0 1 0 0,-1 1 0 0 0,3-2 0 0 0,8-5 107 0 0,0 0 0 0 0,1 1 0 0 0,-1 1-1 0 0,2 0 1 0 0,-1 1 0 0 0,1 1 0 0 0,25-5 0 0 0,-8 4-1613 0 0,-1 2 0 0 0,55 0-1 0 0,-62 4-3251 0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1 3049 0 0,'-4'3'212'0'0,"1"0"0"0"0,0 0 1 0 0,0 1-1 0 0,1-1 1 0 0,-1 1-1 0 0,1-1 0 0 0,0 1 1 0 0,-1 0-1 0 0,2 0 1 0 0,-1 0-1 0 0,0 0 0 0 0,1 0 1 0 0,0 0-1 0 0,0 1 1 0 0,0-1-1 0 0,0 0 0 0 0,1 1 1 0 0,0 6-1 0 0,-1 11 1348 0 0,2 0 0 0 0,3 28-1 0 0,-4-46-1593 0 0,13 86-18 0 0,-9-69-4135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3.5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2 8290 0 0,'-1'-2'736'0'0,"0"2"-520"0"0,1 2-144 0 0,1-1-72 0 0,2 2 96 0 0,1 2-24 0 0,5 1-8 0 0,2 1 8 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5.4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115 916 8290 0 0,'-8'0'283'0'0,"1"1"1"0"0,0 1-1 0 0,-1-1 1 0 0,1 1-1 0 0,0 0 0 0 0,0 1 1 0 0,-10 5-1 0 0,14-7-268 0 0,0 1-1 0 0,0-1 0 0 0,0 1 0 0 0,0 0 0 0 0,0 0 0 0 0,0 0 0 0 0,1 0 1 0 0,-1 0-1 0 0,1 0 0 0 0,-1 1 0 0 0,1-1 0 0 0,0 1 0 0 0,0 0 1 0 0,0 0-1 0 0,1 0 0 0 0,-1-1 0 0 0,0 2 0 0 0,0 3 0 0 0,2-6-5 0 0,0 0 1 0 0,0 0-1 0 0,0 0 0 0 0,0 0 0 0 0,0 1 0 0 0,0-1 0 0 0,0 0 0 0 0,1 0 0 0 0,-1 0 0 0 0,1 0 1 0 0,-1 0-1 0 0,1 0 0 0 0,-1 0 0 0 0,1 0 0 0 0,-1 0 0 0 0,1 0 0 0 0,0-1 0 0 0,-1 1 1 0 0,1 0-1 0 0,0 0 0 0 0,0-1 0 0 0,0 1 0 0 0,0 0 0 0 0,0-1 0 0 0,0 1 0 0 0,0-1 0 0 0,0 1 1 0 0,0-1-1 0 0,0 1 0 0 0,0-1 0 0 0,0 0 0 0 0,0 1 0 0 0,0-1 0 0 0,0 0 0 0 0,0 0 1 0 0,0 0-1 0 0,0 0 0 0 0,0 0 0 0 0,1 0 0 0 0,1-1 0 0 0,50-4 1085 0 0,-49 5-1001 0 0,131-29 1677 0 0,30-5-745 0 0,107-17-672 0 0,-114 20-405 0 0,27 4 46 0 0,32-8 107 0 0,522-87 2033 0 0,-607 103-1835 0 0,-7 1-139 0 0,576-101 225 0 0,-393 62 113 0 0,-96 19-220 0 0,17 3-163 0 0,39-8-14 0 0,111-22 127 0 0,-170 32-136 0 0,864-84 199 0 0,-915 104-278 0 0,629-19 66 0 0,2 43 16 0 0,-152-14 53 0 0,-16-1 322 0 0,-179 20-237 0 0,76 2-67 0 0,1-30 162 0 0,413-83 1143 0 0,-889 88-1710 0 0,-24 3-2309 0 0,-8 2-1193 0 0,6-1-3411 0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4.2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61 375 920 0 0,'-12'2'1514'0'0,"0"0"0"0"0,1 1-1 0 0,-14 7 1190 0 0,33-7-2169 0 0,11 0 2 0 0,321-17 2552 0 0,-187 3-2530 0 0,448-11 798 0 0,90-5-1036 0 0,765-48 1271 0 0,-274 22-7 0 0,-127 4-1191 0 0,323-12 1218 0 0,-691 29-1226 0 0,63-2-61 0 0,-625 29-315 0 0,229-4 64 0 0,-138 7 159 0 0,122 1 54 0 0,-189-2-140 0 0,63 4-1690 0 0,-190 1-3259 0 0,-5 1-1582 0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6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 4145 0 0,'0'-3'596'0'0,"0"0"0"0"0,0 1 1 0 0,0-1-1 0 0,0 0 0 0 0,1 0 1 0 0,-1 0-1 0 0,1 0 0 0 0,0 1 1 0 0,0-1-1 0 0,0 0 0 0 0,0 0 0 0 0,5-5 1256 0 0,-6 8-1713 0 0,0 0 1 0 0,1 0-1 0 0,-1 0 0 0 0,0-1 1 0 0,1 1-1 0 0,-1 0 1 0 0,0 0-1 0 0,1 0 1 0 0,-1 0-1 0 0,0 0 0 0 0,1 0 1 0 0,-1 0-1 0 0,1 0 1 0 0,-1 0-1 0 0,0 1 1 0 0,3 0 975 0 0,-3-1-976 0 0,16 20 1860 0 0,-2 8-1269 0 0,-1 1 0 0 0,-1 0 0 0 0,14 55 0 0 0,9 95 41 0 0,-26-121-746 0 0,2 0 0 0 0,37 107 0 0 0,-43-152-58 0 0,1-1 0 0 0,0 0-1 0 0,10 14 1 0 0,3-3-2418 0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5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1 227 2304 0 0,'0'-11'684'0'0,"0"1"-1"0"0,1-1 1 0 0,0 0-1 0 0,1 1 0 0 0,0-1 1 0 0,1 1-1 0 0,0 0 0 0 0,1 0 1 0 0,0 0-1 0 0,0 0 0 0 0,1 1 1 0 0,10-16-1 0 0,-9 19-367 0 0,-1-1 0 0 0,1 1 0 0 0,1-1-1 0 0,-1 2 1 0 0,1-1 0 0 0,0 1 0 0 0,0 0 0 0 0,1 0 0 0 0,-1 1 0 0 0,1 0 0 0 0,0 1 0 0 0,0-1-1 0 0,1 1 1 0 0,-1 1 0 0 0,17-3 0 0 0,-17 4-117 0 0,0 1-1 0 0,1-1 1 0 0,-1 2-1 0 0,0-1 1 0 0,1 1-1 0 0,-1 1 1 0 0,0-1-1 0 0,0 1 1 0 0,0 1-1 0 0,0 0 1 0 0,0 0-1 0 0,-1 0 1 0 0,1 1-1 0 0,-1 0 0 0 0,13 9 1 0 0,-13-7-190 0 0,1 0 1 0 0,-1 0-1 0 0,0 0 0 0 0,-1 1 0 0 0,1 0 1 0 0,-1 0-1 0 0,-1 1 0 0 0,0-1 1 0 0,0 1-1 0 0,0 1 0 0 0,-1-1 1 0 0,0 0-1 0 0,5 18 0 0 0,-8-22-60 0 0,0-1 1 0 0,-1 0-1 0 0,0 1 0 0 0,1-1 1 0 0,-1 0-1 0 0,-1 1 0 0 0,1-1 0 0 0,0 0 1 0 0,-1 0-1 0 0,0 1 0 0 0,1-1 0 0 0,-1 0 1 0 0,-1 0-1 0 0,1 0 0 0 0,0 0 0 0 0,-1 0 1 0 0,1 0-1 0 0,-1 0 0 0 0,0 0 1 0 0,0 0-1 0 0,0-1 0 0 0,-1 1 0 0 0,1-1 1 0 0,0 0-1 0 0,-1 0 0 0 0,0 0 0 0 0,-3 3 1 0 0,-1-1-355 0 0,-1 1-1 0 0,0-2 1 0 0,0 1 0 0 0,0-1 0 0 0,0 0 0 0 0,0 0 0 0 0,-1-1 0 0 0,1-1-1 0 0,-14 2 1 0 0,6-1-4765 0 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6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69 10594 0 0,'68'-20'5269'0'0,"75"-18"-1012"0"0,-125 34-4558 0 0,0 1 0 0 0,0 1 0 0 0,1 1 0 0 0,-1 1 0 0 0,1 0 0 0 0,19 3 0 0 0,-21 0-6238 0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1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 60 8754 0 0,'-20'-50'6682'0'0,"17"41"-3283"0"0,12 36-2150 0 0,24 76-933 0 0,35 97 224 0 0,-61-185-492 0 0,0-1-1 0 0,1 0 0 0 0,1-1 1 0 0,0 0-1 0 0,1 0 0 0 0,0-1 0 0 0,1 0 1 0 0,0-1-1 0 0,1 0 0 0 0,16 11 1 0 0,-21-17-11 0 0,0 0 0 0 0,1-1 1 0 0,0 0-1 0 0,-1 0 0 0 0,2-1 1 0 0,-1 0-1 0 0,0 0 0 0 0,0-1 1 0 0,10 1-1 0 0,-12-2-24 0 0,0-1 1 0 0,0 0-1 0 0,0 0 1 0 0,0-1 0 0 0,0 1-1 0 0,0-1 1 0 0,0 0-1 0 0,0-1 1 0 0,0 0-1 0 0,0 0 1 0 0,-1 0-1 0 0,1 0 1 0 0,-1-1-1 0 0,6-3 1 0 0,-5 1 13 0 0,-1 0 0 0 0,1 0 1 0 0,-1 0-1 0 0,0-1 0 0 0,0 1 1 0 0,0-1-1 0 0,-1 0 0 0 0,0-1 1 0 0,0 1-1 0 0,-1-1 0 0 0,0 0 1 0 0,0 0-1 0 0,0 0 0 0 0,-1 0 1 0 0,0 0-1 0 0,0 0 0 0 0,-1-1 0 0 0,0 1 1 0 0,0 0-1 0 0,-1-1 0 0 0,0 1 1 0 0,-2-14-1 0 0,2 14-179 0 0,-1 0 1 0 0,-1 1-1 0 0,1-1 1 0 0,-1 0-1 0 0,-1 1 0 0 0,1 0 1 0 0,-1-1-1 0 0,0 1 1 0 0,0 0-1 0 0,-1 0 0 0 0,-4-6 1 0 0,4 8-318 0 0,1 0 1 0 0,-1 1 0 0 0,1-1-1 0 0,-1 1 1 0 0,0 0 0 0 0,-1 0-1 0 0,1 0 1 0 0,0 1 0 0 0,-1 0-1 0 0,0-1 1 0 0,1 1 0 0 0,-1 1-1 0 0,0-1 1 0 0,0 1 0 0 0,0 0-1 0 0,-5-1 1 0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7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38 7370 0 0,'1'-1'224'0'0,"-1"0"1"0"0,0 0-1 0 0,0 0 1 0 0,0-1-1 0 0,0 1 1 0 0,0 0-1 0 0,0 0 1 0 0,0 0-1 0 0,0 0 1 0 0,0-1-1 0 0,-1 1 1 0 0,1 0-1 0 0,0 0 1 0 0,-1 0-1 0 0,1 0 1 0 0,-1 0-1 0 0,1 0 1 0 0,-1 0-1 0 0,1 0 1 0 0,-1 0-1 0 0,0 0 1 0 0,0 0-1 0 0,1 0 1 0 0,-1 0-1 0 0,0 0 1 0 0,0 1-1 0 0,0-1 1 0 0,0 0-1 0 0,0 1 1 0 0,0-1-1 0 0,0 1 1 0 0,0-1-1 0 0,0 1 1 0 0,-2-1-1 0 0,1 0-48 0 0,0 0-1 0 0,0 0 0 0 0,0 1 0 0 0,0-1 1 0 0,0 1-1 0 0,0 0 0 0 0,0-1 0 0 0,0 1 0 0 0,0 0 1 0 0,-1 0-1 0 0,1 1 0 0 0,0-1 0 0 0,0 0 1 0 0,0 1-1 0 0,0-1 0 0 0,0 1 0 0 0,0-1 1 0 0,0 1-1 0 0,-3 2 0 0 0,0 1-167 0 0,1 0 1 0 0,-1 1-1 0 0,1 0 0 0 0,0 0 1 0 0,1 0-1 0 0,-1 0 0 0 0,1 0 1 0 0,0 1-1 0 0,0 0 0 0 0,1-1 1 0 0,-1 1-1 0 0,1 0 0 0 0,1 0 1 0 0,-1 0-1 0 0,1 1 0 0 0,0-1 1 0 0,0 0-1 0 0,1 0 0 0 0,0 1 1 0 0,0-1-1 0 0,1 0 1 0 0,-1 0-1 0 0,1 1 0 0 0,1-1 1 0 0,-1 0-1 0 0,1 0 0 0 0,0 0 1 0 0,0 0-1 0 0,1 0 0 0 0,0-1 1 0 0,0 1-1 0 0,0-1 0 0 0,0 0 1 0 0,1 0-1 0 0,0 0 0 0 0,0 0 1 0 0,1-1-1 0 0,-1 1 0 0 0,1-1 1 0 0,0 0-1 0 0,0 0 0 0 0,0-1 1 0 0,1 0-1 0 0,-1 0 0 0 0,1 0 1 0 0,8 3-1 0 0,-4-4-73 0 0,-1-1-1 0 0,1 0 1 0 0,0 0-1 0 0,-1-1 1 0 0,1-1-1 0 0,0 1 1 0 0,-1-1 0 0 0,1-1-1 0 0,-1 0 1 0 0,12-4-1 0 0,-15 5 53 0 0,1-2 0 0 0,-1 1-1 0 0,0-1 1 0 0,0 1 0 0 0,0-2-1 0 0,0 1 1 0 0,0-1-1 0 0,-1 0 1 0 0,1 0 0 0 0,-1 0-1 0 0,0-1 1 0 0,0 0 0 0 0,-1 0-1 0 0,1 0 1 0 0,4-8 0 0 0,-8 11 18 0 0,0-1 0 0 0,0 0 0 0 0,0 1 1 0 0,0-1-1 0 0,0 0 0 0 0,-1 0 1 0 0,1 0-1 0 0,-1 0 0 0 0,0 1 0 0 0,0-1 1 0 0,0 0-1 0 0,0 0 0 0 0,0 0 0 0 0,-1 0 1 0 0,1 0-1 0 0,-3-5 0 0 0,1 3-39 0 0,-1-1-1 0 0,1 0 0 0 0,-1 1 1 0 0,-1 0-1 0 0,1-1 0 0 0,-1 1 1 0 0,-7-7-1 0 0,3 4-143 0 0,0 0 0 0 0,-1 0 0 0 0,0 1 1 0 0,0 0-1 0 0,-1 1 0 0 0,0 0 0 0 0,0 0 0 0 0,-13-4 0 0 0,16 8-123 0 0,0 0 0 0 0,0 1-1 0 0,0-1 1 0 0,-1 2 0 0 0,1-1 0 0 0,-1 1-1 0 0,1 0 1 0 0,0 0 0 0 0,-1 1-1 0 0,-7 2 1 0 0,3-1-4489 0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8.5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192 435 3225 0 0,'2'-1'50'0'0,"-1"0"0"0"0,1 0 1 0 0,-1-1-1 0 0,0 1 0 0 0,1 0 0 0 0,-1-1 1 0 0,0 1-1 0 0,0-1 0 0 0,0 1 1 0 0,1-4-1 0 0,-1 4 107 0 0,-1 1 1 0 0,0 0-1 0 0,0-1 1 0 0,0 1-1 0 0,0-1 0 0 0,0 1 1 0 0,0-1-1 0 0,0 1 1 0 0,0-1-1 0 0,0 1 1 0 0,0-1-1 0 0,0 1 0 0 0,0 0 1 0 0,0-1-1 0 0,-1 1 1 0 0,1-1-1 0 0,0 1 0 0 0,0-1 1 0 0,-2-1 1101 0 0,1 1-1101 0 0,-1 0 314 0 0,-1 0 1 0 0,1 0 0 0 0,0 0 0 0 0,0 0 0 0 0,-1 1 0 0 0,1-1-1 0 0,0 1 1 0 0,-1-1 0 0 0,1 1 0 0 0,-1 0 0 0 0,1 0-1 0 0,0 0 1 0 0,-1 0 0 0 0,-4 1 0 0 0,-1 1-131 0 0,0 0 1 0 0,-1 1-1 0 0,1 0 1 0 0,0 0-1 0 0,0 0 1 0 0,0 1-1 0 0,1 1 1 0 0,-1-1-1 0 0,1 1 0 0 0,0 0 1 0 0,1 1-1 0 0,-1-1 1 0 0,1 1-1 0 0,0 1 1 0 0,0-1-1 0 0,1 1 1 0 0,-7 11-1 0 0,8-12-328 0 0,0 1 0 0 0,1 0 0 0 0,-1-1 0 0 0,2 1 1 0 0,-1 0-1 0 0,1 0 0 0 0,0 1 0 0 0,0-1 0 0 0,1 0 0 0 0,0 1 0 0 0,0-1 0 0 0,1 1 0 0 0,0-1 0 0 0,0 1 0 0 0,1-1 1 0 0,0 1-1 0 0,0-1 0 0 0,1 0 0 0 0,0 1 0 0 0,4 10 0 0 0,-5-15-44 0 0,0 0 0 0 0,1 0-1 0 0,-1 0 1 0 0,1 0 0 0 0,0 0 0 0 0,0 0 0 0 0,0-1 0 0 0,0 1-1 0 0,1-1 1 0 0,-1 1 0 0 0,1-1 0 0 0,-1 0 0 0 0,1 0 0 0 0,0 0-1 0 0,0 0 1 0 0,0 0 0 0 0,0-1 0 0 0,0 0 0 0 0,0 1 0 0 0,0-1 0 0 0,0 0-1 0 0,1 0 1 0 0,-1-1 0 0 0,0 1 0 0 0,1-1 0 0 0,-1 1 0 0 0,1-1-1 0 0,-1 0 1 0 0,0-1 0 0 0,1 1 0 0 0,-1 0 0 0 0,6-2 0 0 0,0-1-85 0 0,-1 0 0 0 0,1 0 0 0 0,0-1 0 0 0,-1 0 1 0 0,0 0-1 0 0,0-1 0 0 0,0 0 0 0 0,-1-1 1 0 0,0 0-1 0 0,12-11 0 0 0,-13 10 113 0 0,0 0-1 0 0,-1 0 1 0 0,1-1-1 0 0,-1 0 1 0 0,-1 0-1 0 0,0 0 1 0 0,0 0 0 0 0,0-1-1 0 0,-1 1 1 0 0,0-1-1 0 0,-1 0 1 0 0,0 0-1 0 0,0 0 1 0 0,-1 0-1 0 0,-1-1 1 0 0,1 1-1 0 0,-2-10 1 0 0,-2-14 21 0 0,-2 0 0 0 0,-1 0 0 0 0,-15-46 0 0 0,-7-39 252 0 0,21 66 1051 0 0,2-83 0 0 0,5 182-1187 0 0,3-1 0 0 0,2 1-1 0 0,1-1 1 0 0,3-1 0 0 0,19 60-1 0 0,-21-84-233 0 0,0-1-1 0 0,1 0 0 0 0,2 0 0 0 0,0-1 0 0 0,0 0 0 0 0,2-1 0 0 0,1 0 0 0 0,0-1 0 0 0,1 0 0 0 0,1-1 0 0 0,0-1 0 0 0,1 0 1 0 0,32 22-1 0 0,-45-35 30 0 0,0 0 1 0 0,1 0-1 0 0,-1 0 1 0 0,1 0-1 0 0,-1 0 1 0 0,1-1-1 0 0,0 0 1 0 0,-1 0-1 0 0,1 0 1 0 0,0 0-1 0 0,0 0 1 0 0,0-1-1 0 0,0 0 1 0 0,0 0-1 0 0,0 0 1 0 0,6-1-1 0 0,-6 0 37 0 0,0-1 0 0 0,0 0 0 0 0,-1 0 0 0 0,1 0 0 0 0,-1 0 1 0 0,0 0-1 0 0,1-1 0 0 0,-1 1 0 0 0,0-1 0 0 0,0 0 0 0 0,-1 0 0 0 0,1 0 0 0 0,-1-1 0 0 0,1 1 0 0 0,3-7 0 0 0,7-15 158 0 0,15-36 0 0 0,-21 42 88 0 0,1 0 0 0 0,1 1 1 0 0,1 0-1 0 0,16-22 1 0 0,-24 44-145 0 0,-1 0 0 0 0,0 0 1 0 0,-1 0-1 0 0,1 0 0 0 0,-1 1 1 0 0,0-1-1 0 0,0 6 0 0 0,0-6-71 0 0,0 0-1 0 0,1 0 1 0 0,-1 0 0 0 0,1 0-1 0 0,0-1 1 0 0,0 1-1 0 0,0 0 1 0 0,0 0-1 0 0,1-1 1 0 0,0 1-1 0 0,-1-1 1 0 0,1 0 0 0 0,1 1-1 0 0,-1-1 1 0 0,0 0-1 0 0,1 0 1 0 0,0 0-1 0 0,-1 0 1 0 0,1-1-1 0 0,0 1 1 0 0,0-1-1 0 0,1 0 1 0 0,-1 0 0 0 0,0 0-1 0 0,1 0 1 0 0,-1 0-1 0 0,1-1 1 0 0,0 0-1 0 0,0 1 1 0 0,-1-1-1 0 0,1-1 1 0 0,0 1-1 0 0,7 0 1 0 0,-3 0-4 0 0,-1-1 1 0 0,0 0-1 0 0,1 0 0 0 0,-1 0 0 0 0,0-1 1 0 0,0 0-1 0 0,1 0 0 0 0,-1-1 0 0 0,0 0 1 0 0,0 0-1 0 0,0-1 0 0 0,0 0 0 0 0,-1 0 1 0 0,1-1-1 0 0,-1 1 0 0 0,0-1 0 0 0,8-7 1 0 0,-9 5 56 0 0,0-1 0 0 0,0 1 0 0 0,-1-1 0 0 0,0 0 0 0 0,0-1 0 0 0,-1 1 1 0 0,0-1-1 0 0,0 0 0 0 0,0 1 0 0 0,1-10 0 0 0,-1 5 42 0 0,0 1 0 0 0,1 0 0 0 0,9-18 1 0 0,-13 29-83 0 0,0 0 0 0 0,0 0 1 0 0,0-1-1 0 0,0 1 1 0 0,0 0-1 0 0,0 0 0 0 0,1-1 1 0 0,-1 1-1 0 0,0 0 1 0 0,0 0-1 0 0,0 0 0 0 0,0-1 1 0 0,0 1-1 0 0,0 0 1 0 0,1 0-1 0 0,-1 0 1 0 0,0-1-1 0 0,0 1 0 0 0,0 0 1 0 0,1 0-1 0 0,-1 0 1 0 0,0 0-1 0 0,0 0 0 0 0,0 0 1 0 0,1-1-1 0 0,-1 1 1 0 0,0 0-1 0 0,0 0 0 0 0,1 0 1 0 0,-1 0-1 0 0,0 0 1 0 0,0 0-1 0 0,1 0 1 0 0,-1 0-1 0 0,0 0 0 0 0,0 0 1 0 0,0 0-1 0 0,1 0 1 0 0,-1 0-1 0 0,0 0 0 0 0,1 1 1 0 0,4 9 203 0 0,-2 18-37 0 0,-4 8-94 0 0,-3-1 0 0 0,0 1 0 0 0,-2 0 0 0 0,-12 34 1 0 0,-50 137-229 0 0,58-179 65 0 0,-14 35-683 0 0,8-22-5272 0 0,5-11-1282 0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9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440 85 5529 0 0,'-376'11'3412'0'0,"312"-14"-1279"0"0,176-4 1511 0 0,56-22-2549 0 0,29-2-1153 0 0,446 6 1146 0 0,1 47 1184 0 0,131 1-695 0 0,-127-43-578 0 0,-58 1-229 0 0,602 48-559 0 0,-665-7-150 0 0,433-25 248 0 0,550-30 54 0 0,-1058 34-335 0 0,259 7 557 0 0,-139 27-270 0 0,-531-33-298 0 0,-9 1 11 0 0,-1-2 1 0 0,1-1 0 0 0,-1-1 0 0 0,54-10-1 0 0,-84 11-33 0 0,1 0-34 0 0,0-1-1 0 0,0 1 1 0 0,0 0 0 0 0,0-1 0 0 0,0 0-1 0 0,0 0 1 0 0,0 1 0 0 0,-1-1 0 0 0,1 0-1 0 0,0 0 1 0 0,0-1 0 0 0,-1 1-1 0 0,1 0 1 0 0,-1-1 0 0 0,1 1 0 0 0,-1 0-1 0 0,2-3 1 0 0,2-8-249 0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2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960 22 456 0 0,'-2'-13'10705'0'0,"2"11"-10141"0"0,1 2-358 0 0,-1-1 0 0 0,1 1 0 0 0,-1-1 0 0 0,1 1 0 0 0,-1-1 1 0 0,1 1-1 0 0,-1-1 0 0 0,1 1 0 0 0,0 0 0 0 0,-1-1 0 0 0,1 1 0 0 0,0 0 0 0 0,0 0 1 0 0,-1-1-1 0 0,1 1 0 0 0,0 0 0 0 0,-1 0 0 0 0,1 0 0 0 0,0 0 0 0 0,0 0 0 0 0,-1 0 1 0 0,1 0-1 0 0,1 0 0 0 0,1 0-76 0 0,-1 1-1 0 0,0-1 1 0 0,0 1 0 0 0,1-1 0 0 0,-1 1 0 0 0,0 0-1 0 0,0-1 1 0 0,0 1 0 0 0,0 0 0 0 0,0 1 0 0 0,0-1-1 0 0,0 0 1 0 0,0 1 0 0 0,0-1 0 0 0,-1 1-1 0 0,1-1 1 0 0,1 3 0 0 0,2 5 120 0 0,0 0 0 0 0,-1 1 0 0 0,0 0-1 0 0,0 0 1 0 0,-1 0 0 0 0,2 15 0 0 0,7 69 136 0 0,-8-51-268 0 0,4 30 28 0 0,-3 1 1 0 0,-4 0 0 0 0,-2 0-1 0 0,-13 80 1 0 0,8-114-74 0 0,-2-1 0 0 0,-1 1 1 0 0,-3-1-1 0 0,-1-1 0 0 0,-1 0 0 0 0,-3-1 0 0 0,0-1 1 0 0,-3 0-1 0 0,-26 36 0 0 0,28-50-18 0 0,-2 0 1 0 0,0-1-1 0 0,-1-1 0 0 0,-1-1 0 0 0,-1-1 1 0 0,-1-1-1 0 0,0-1 0 0 0,-36 17 0 0 0,-28 9 120 0 0,-103 34 0 0 0,120-51-320 0 0,-93 37 283 0 0,135-49-875 0 0,1 1 1 0 0,0 1 0 0 0,-37 28-1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4.6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 29 6913 0 0,'8'-21'4070'0'0,"-5"13"-633"0"0,-10 19-1743 0 0,-10 16-946 0 0,1 1 0 0 0,-17 41 0 0 0,29-59-644 0 0,0 1 0 0 0,1-1 0 0 0,0 0 0 0 0,1 1-1 0 0,0-1 1 0 0,0 1 0 0 0,1 0 0 0 0,1 0 0 0 0,0 0-1 0 0,2 20 1 0 0,-1-26-113 0 0,1 0 1 0 0,0 0-1 0 0,0 0 0 0 0,0 0 0 0 0,0-1 0 0 0,1 1 1 0 0,0-1-1 0 0,0 0 0 0 0,0 1 0 0 0,0-1 0 0 0,1-1 0 0 0,-1 1 1 0 0,1 0-1 0 0,0-1 0 0 0,0 0 0 0 0,0 0 0 0 0,1 0 1 0 0,5 2-1 0 0,10 5-147 0 0,1-1 0 0 0,0-1-1 0 0,24 6 1 0 0,-25-8 165 0 0,-1 0 0 0 0,26 13 0 0 0,-42-18 17 0 0,1 1 1 0 0,-1 0 0 0 0,0 0-1 0 0,0 0 1 0 0,0 0-1 0 0,0 0 1 0 0,-1 1 0 0 0,1-1-1 0 0,-1 1 1 0 0,1 0-1 0 0,-1 0 1 0 0,0 0 0 0 0,0 0-1 0 0,0 0 1 0 0,0 0-1 0 0,-1 0 1 0 0,1 1 0 0 0,1 6-1 0 0,-3-7 22 0 0,0 0 1 0 0,0 0-1 0 0,0 0 0 0 0,0 0 0 0 0,-1 0 1 0 0,1 0-1 0 0,-1 0 0 0 0,0 0 0 0 0,0 0 1 0 0,0 0-1 0 0,0 0 0 0 0,-1 0 0 0 0,1 0 1 0 0,-1 0-1 0 0,0-1 0 0 0,1 1 0 0 0,-1-1 1 0 0,0 1-1 0 0,-1-1 0 0 0,1 0 0 0 0,-5 4 1 0 0,-9 6-6 0 0,0 0-1 0 0,-1-1 1 0 0,-1-1 0 0 0,0 0 0 0 0,0-1 0 0 0,0-1 0 0 0,-1-1 0 0 0,-1-1 0 0 0,1-1-1 0 0,-1 0 1 0 0,0-1 0 0 0,-29 1 0 0 0,30-5-970 0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3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4 6913 0 0,'0'0'142'0'0,"0"-1"0"0"0,-1 1 0 0 0,1 0 0 0 0,-1-1 0 0 0,1 1 0 0 0,-1 0 0 0 0,1 0-1 0 0,-1-1 1 0 0,1 1 0 0 0,-1 0 0 0 0,1 0 0 0 0,-1 0 0 0 0,1 0 0 0 0,-1 0 0 0 0,1 0-1 0 0,-1 0 1 0 0,1 0 0 0 0,-1 0 0 0 0,1 0 0 0 0,-1 0 0 0 0,1 0 0 0 0,-1 0-1 0 0,1 0 1 0 0,-1 0 0 0 0,0 0 0 0 0,1 1 0 0 0,-1-1 0 0 0,1 0 0 0 0,0 0 0 0 0,-1 1-1 0 0,1-1 1 0 0,-1 0 0 0 0,1 1 0 0 0,-1-1 0 0 0,1 0 0 0 0,0 1 0 0 0,-1-1 0 0 0,1 0-1 0 0,0 1 1 0 0,-1-1 0 0 0,1 1 0 0 0,0-1 0 0 0,0 1 0 0 0,-1-1 0 0 0,1 1-1 0 0,0-1 1 0 0,0 1 0 0 0,0 0 0 0 0,-12 29 724 0 0,11-26-500 0 0,-24 73 1026 0 0,-23 117 1 0 0,41-153-1122 0 0,1 2 0 0 0,3-1-1 0 0,1 0 1 0 0,6 70 0 0 0,0-81-144 0 0,2 0 0 0 0,1-1 0 0 0,2 1-1 0 0,1-1 1 0 0,1-1 0 0 0,1 0 0 0 0,2-1 0 0 0,0 0 0 0 0,3-1-1 0 0,0 0 1 0 0,1-2 0 0 0,1 0 0 0 0,2-1 0 0 0,0-1 0 0 0,2-1-1 0 0,0-1 1 0 0,2-1 0 0 0,0-1 0 0 0,47 26 0 0 0,5-4 121 0 0,1-3 1 0 0,2-4-1 0 0,2-4 1 0 0,0-3-1 0 0,2-4 1 0 0,0-3 0 0 0,93 9-1 0 0,-93-18-237 0 0,22 3-205 0 0,-36-8-6650 0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3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8290 0 0,'1'0'199'0'0,"1"1"0"0"0,-1 0 0 0 0,1 0 0 0 0,-1-1 0 0 0,0 1 0 0 0,0 0 0 0 0,0 0 0 0 0,1 0 0 0 0,-1 0 0 0 0,0 0 0 0 0,0 0 0 0 0,0 1 0 0 0,0-1 0 0 0,-1 0 0 0 0,1 0 0 0 0,1 2 0 0 0,12 24 2075 0 0,-13-27-2151 0 0,7 20 1398 0 0,0 1 0 0 0,6 22 0 0 0,9 27 1287 0 0,-16-55-2193 0 0,-4-9-489 0 0,0 0 1 0 0,0 1 0 0 0,-1-1 0 0 0,0 1 0 0 0,0-1-1 0 0,-1 1 1 0 0,1-1 0 0 0,-1 8 0 0 0,-2-13-127 0 0,0 0 0 0 0,0 0 0 0 0,0 0 0 0 0,0 0 0 0 0,-1 0 0 0 0,1 0 0 0 0,0 0 0 0 0,-1 0 0 0 0,1-1 0 0 0,-1 1 0 0 0,-1 0 0 0 0,2 0 0 0 0,1 0 0 0 0,-1-1 0 0 0,1 1 0 0 0,-1 0 0 0 0,1 0 0 0 0,-1 0 0 0 0,1 0 0 0 0,0 0 0 0 0,-1-1 0 0 0,1 1 0 0 0,0 0 0 0 0,0 0 0 0 0,0 0 0 0 0,0 0 0 0 0,-1 0 0 0 0,2 0 0 0 0,-1 0 0 0 0,0 0 0 0 0,0 0 0 0 0,0 0 0 0 0,0 0 0 0 0,0 0 0 0 0,1 0 0 0 0,-1 0 0 0 0,1 0 0 0 0,-1 0 0 0 0,0-1 0 0 0,1 1 0 0 0,0 1 0 0 0,3 10 0 0 0,-3-3 0 0 0,0 0 0 0 0,1 0 0 0 0,0 0 0 0 0,1-1 0 0 0,4 10 0 0 0,1 7 0 0 0,13 51-120 0 0,11 81 0 0 0,-31-154-105 0 0,-1-1-1 0 0,0 1 1 0 0,1-1-1 0 0,-1 1 1 0 0,0-1 0 0 0,0 1-1 0 0,-1-1 1 0 0,1 0-1 0 0,0 1 1 0 0,-1-1 0 0 0,0 1-1 0 0,1-1 1 0 0,-1 0 0 0 0,0 1-1 0 0,0-1 1 0 0,-1 0-1 0 0,1 0 1 0 0,-3 4 0 0 0,-1-2-1046 0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6.7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 3225 0 0,'3'-1'257'0'0,"-1"0"1"0"0,0 0 0 0 0,1 0 0 0 0,-1 0-1 0 0,1 0 1 0 0,-1 0 0 0 0,1 0 0 0 0,-1 1-1 0 0,1-1 1 0 0,4 1 0 0 0,-5 0 99 0 0,18-4 1688 0 0,1 2 0 0 0,37 0-1 0 0,-41 3-1445 0 0,1 0 1 0 0,-1 2-1 0 0,1 0 0 0 0,-1 1 1 0 0,0 1-1 0 0,22 9 0 0 0,-13-2-62 0 0,-1 0-1 0 0,0 1 0 0 0,42 31 0 0 0,-56-36-404 0 0,0 1-1 0 0,0 1 0 0 0,-1-1 1 0 0,0 2-1 0 0,-1-1 0 0 0,0 2 0 0 0,0-1 1 0 0,-2 1-1 0 0,11 19 0 0 0,-16-26-76 0 0,0 0-1 0 0,0 0 1 0 0,-1 0-1 0 0,1 0 1 0 0,-1 1-1 0 0,-1-1 1 0 0,1 0-1 0 0,-1 1 1 0 0,1-1-1 0 0,-2 1 1 0 0,1-1-1 0 0,0 1 1 0 0,-1-1-1 0 0,0 0 1 0 0,-1 0-1 0 0,-1 7 0 0 0,-1-5 25 0 0,1 1-1 0 0,-2 0 1 0 0,1-1-1 0 0,-1 0 0 0 0,0 0 1 0 0,0 0-1 0 0,-1-1 0 0 0,0 1 1 0 0,-9 6-1 0 0,-6 3 21 0 0,-1-1-1 0 0,0-1 1 0 0,-1 0 0 0 0,0-2-1 0 0,-40 14 1 0 0,29-13-2689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3.8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16 3681 0 0,'-49'-15'9136'0'0,"65"21"-8112"0"0,-1 0 0 0 0,1-1-1 0 0,0-1 1 0 0,19 3 0 0 0,33 2-6653 0 0,-49-8 331 0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1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 4 2761 0 0,'-9'3'-43'0'0,"2"-2"1166"0"0,0 1 1 0 0,1 0-1 0 0,0 0 0 0 0,-1 0 1 0 0,1 1-1 0 0,0 0 1 0 0,-8 6-1 0 0,56-10 2453 0 0,68-11-2363 0 0,-37 0-5239 0 0,-58 9 2135 0 0,5 0-2669 0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5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3225 0 0,'17'-2'5963'0'0,"18"-6"-3467"0"0,23-4-2049 0 0,0 5-2329 0 0,-40 6 1131 0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4.8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 2304 0 0,'3'0'983'0'0,"42"0"8483"0"0,4-1-5776 0 0,12-2-4478 0 0,28-7-4910 0 0,-73 7 1910 0 0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5.1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30 456 0 0,'5'1'447'0'0,"-1"0"0"0"0,1 0 0 0 0,-1 0 0 0 0,1-1 0 0 0,0 0 0 0 0,-1 0 0 0 0,1-1 0 0 0,0 1 0 0 0,-1-1 0 0 0,9-2 0 0 0,10-1 1400 0 0,48-2 2504 0 0,94-10-2838 0 0,-140 13-6203 0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609 0 5065 0 0,'-39'18'3702'0'0,"0"-2"1"0"0,-69 18-1 0 0,-89 10-457 0 0,91-23-2395 0 0,5 1-4028 0 0,83-17-3093 0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8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86 3681 0 0,'-11'-35'939'0'0,"10"30"-264"0"0,0 0 0 0 0,-1 1 0 0 0,1-1 0 0 0,-1 0 0 0 0,0 1 0 0 0,0-1 0 0 0,0 1 0 0 0,0-1 0 0 0,-4-3 0 0 0,1 18 3097 0 0,2 17-2872 0 0,-2 53-769 0 0,-6 218 1013 0 0,12-222-749 0 0,21 144 1 0 0,7-13-337 0 0,-9 1 1 0 0,-8 241 0 0 0,13 364-107 0 0,11 160-445 0 0,-37-469 113 0 0,-5 247-1213 0 0,8-546 2701 0 0,34 247 0 0 0,-12 14 1541 0 0,-20-310-2483 0 0,-2-59-2278 0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9.7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2761 0 0,'8'-9'5487'0'0,"7"-3"-4607"0"0,-15 12-814 0 0,11-6 362 0 0,-1 0 1 0 0,1 1-1 0 0,1 1 0 0 0,-1 0 1 0 0,0 0-1 0 0,1 1 0 0 0,0 1 1 0 0,0 0-1 0 0,0 1 0 0 0,0 0 1 0 0,0 0-1 0 0,0 1 0 0 0,0 1 1 0 0,18 3-1 0 0,12 5-288 0 0,-1 1 1 0 0,70 28-1 0 0,-45-15-11 0 0,44 17-1481 0 0,-67-24-2328 0 0,-2 0-1112 0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0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1 5065 0 0,'-8'20'1330'0'0,"1"0"-1"0"0,1 1 1 0 0,1 0 0 0 0,1 0 0 0 0,1 0-1 0 0,-1 23 1 0 0,-6 31-58 0 0,-30 188 235 0 0,35-202-1201 0 0,2 0-1 0 0,6 83 1 0 0,13 402 5 0 0,-29-219 2 0 0,-2 176 366 0 0,16-267-897 0 0,-8 364-1000 0 0,-9-375 1091 0 0,2-51 20 0 0,11 254 1 0 0,4-412 71 0 0,23 625-1400 0 0,-23-163 1730 0 0,2-67-937 0 0,7 274-254 0 0,-9-518 646 0 0,2 9-28 0 0,4-139-28 0 0,-7-36 282 0 0,0 1 0 0 0,0-1 0 0 0,1 0 0 0 0,-1 0 0 0 0,0 0 0 0 0,1 0 0 0 0,-1 0 0 0 0,0 0 1 0 0,1 0-1 0 0,-1 0 0 0 0,1 0 0 0 0,0 0 0 0 0,-1 0 0 0 0,1 0 0 0 0,0 0 0 0 0,0-1 0 0 0,-1 1 0 0 0,1 0 0 0 0,0 0 0 0 0,0-1 0 0 0,0 1 0 0 0,0-1 0 0 0,0 1 0 0 0,0-1 1 0 0,0 1-1 0 0,0-1 0 0 0,0 1 0 0 0,0-1 0 0 0,1 0 0 0 0,5-4-1729 0 0,-2-1 857 0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1:59:59.3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36 978 5529 0 0,'-3'2'637'0'0,"0"0"0"0"0,1 0-1 0 0,-1 1 1 0 0,1-1 0 0 0,-1 0 0 0 0,1 1-1 0 0,0 0 1 0 0,-3 3 0 0 0,-6 8 2570 0 0,48-8-1559 0 0,3-6-1183 0 0,0-2 0 0 0,0-2 0 0 0,64-13 0 0 0,-30 4-295 0 0,441-50-3 0 0,-209 29-99 0 0,-249 27-48 0 0,540-44 1008 0 0,-20 51-590 0 0,14-41-278 0 0,-466 26-94 0 0,163-15 112 0 0,112-14 320 0 0,-177 16-165 0 0,56-13 265 0 0,-84 11-356 0 0,497-88-99 0 0,193-23 143 0 0,-449 84-85 0 0,-152 19-87 0 0,170-2-114 0 0,96-6 175 0 0,-141-21 41 0 0,-255 37-183 0 0,257-29 31 0 0,-339 54-42 0 0,0 3 0 0 0,0 4 0 0 0,125 17 0 0 0,29 34 159 0 0,11 2-2979 0 0,-216-52-4651 0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5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97 920 0 0,'-5'-17'-782'0'0,"3"13"1793"0"0,1-1 0 0 0,-1 0 1 0 0,1 0-1 0 0,0 0 0 0 0,0 0 1 0 0,1 1-1 0 0,-1-1 0 0 0,1 0 1 0 0,0 0-1 0 0,1 0 0 0 0,-1 0 1 0 0,1 0-1 0 0,1-7 0 0 0,-1 12-946 0 0,-1 0 0 0 0,0 0-1 0 0,0-1 1 0 0,0 1-1 0 0,0 0 1 0 0,1-1 0 0 0,-1 1-1 0 0,0 0 1 0 0,0 0-1 0 0,0 0 1 0 0,1-1 0 0 0,-1 1-1 0 0,0 0 1 0 0,0 0-1 0 0,1 0 1 0 0,-1-1 0 0 0,0 1-1 0 0,1 0 1 0 0,-1 0 0 0 0,0 0-1 0 0,0 0 1 0 0,1 0-1 0 0,-1 0 1 0 0,0 0 0 0 0,1 0-1 0 0,-1 0 1 0 0,0 0-1 0 0,1 0 1 0 0,-1 0 0 0 0,0 0-1 0 0,1 0 1 0 0,-1 0-1 0 0,0 0 1 0 0,1 0 0 0 0,-1 0-1 0 0,13 9 835 0 0,6 16-208 0 0,4 23-210 0 0,-1 1 0 0 0,25 85 0 0 0,11 31 244 0 0,-42-131-725 0 0,-9-21 0 0 0,0 1 0 0 0,-1 0 0 0 0,-1 0 0 0 0,0 0 0 0 0,-1 1 0 0 0,0-1 0 0 0,2 26 0 0 0,-4-75-127 0 0,1-1-1 0 0,2 1 0 0 0,1 0 1 0 0,16-49-1 0 0,58-137-361 0 0,-48 155 1406 0 0,-29 61-825 0 0,0 0 0 0 0,1 0-1 0 0,-1 0 1 0 0,1 1 0 0 0,0 0 0 0 0,0-1 0 0 0,0 1 0 0 0,1 1 0 0 0,-1-1 0 0 0,7-3 0 0 0,-9 6-68 0 0,-1 1 0 0 0,1 0 0 0 0,-1-1 0 0 0,1 1 0 0 0,-1 0 0 0 0,1 0 0 0 0,-1 0 1 0 0,1 0-1 0 0,-1 1 0 0 0,1-1 0 0 0,-1 0 0 0 0,1 1 0 0 0,-1-1 0 0 0,0 1 0 0 0,1-1 0 0 0,-1 1 1 0 0,1 0-1 0 0,-1-1 0 0 0,0 1 0 0 0,0 0 0 0 0,1 0 0 0 0,-1 0 0 0 0,0 0 0 0 0,0 0 1 0 0,0 0-1 0 0,0 0 0 0 0,0 0 0 0 0,0 1 0 0 0,-1-1 0 0 0,2 3 0 0 0,27 47 277 0 0,-25-43-264 0 0,71 171 506 0 0,-1 0-4699 0 0,-69-168 2488 0 0,-6-2-18 0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0.9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0 140 9218 0 0,'22'-15'4932'0'0,"154"-51"812"0"0,6 18-4221 0 0,-113 39-3487 0 0,-49 8 363 0 0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113 61 7834 0 0,'-66'-35'5288'0'0,"19"10"2776"0"0,53 32-6010 0 0,-6-6-2008 0 0,0-1 1 0 0,1 1 0 0 0,-1 0 0 0 0,0-1 0 0 0,1 1 0 0 0,-1-1 0 0 0,0 1 0 0 0,1 0 0 0 0,-1-1 0 0 0,1 1 0 0 0,-1-1 0 0 0,1 1 0 0 0,-1-1 0 0 0,1 0 0 0 0,-1 1 0 0 0,1-1 0 0 0,0 1 0 0 0,-1-1 0 0 0,1 0-1 0 0,0 0 1 0 0,-1 1 0 0 0,1-1 0 0 0,0 0 0 0 0,-1 0 0 0 0,1 0 0 0 0,0 1 0 0 0,-1-1 0 0 0,1 0 0 0 0,0 0 0 0 0,-11 18 22 0 0,9-13-78 0 0,0-1-1 0 0,0 0 1 0 0,1 0-1 0 0,0 1 1 0 0,0-1-1 0 0,0 0 0 0 0,0 1 1 0 0,0-1-1 0 0,1 0 1 0 0,2 8-1 0 0,0 7-37 0 0,2 33-38 0 0,3 24-338 0 0,20 84 0 0 0,-24-139 345 0 0,2-1 0 0 0,1 1 0 0 0,0-1 0 0 0,1-1 0 0 0,2 0 1 0 0,0 0-1 0 0,0-1 0 0 0,27 34 0 0 0,-29-43 34 0 0,0-1 1 0 0,1-1-1 0 0,-1 1 1 0 0,2-1-1 0 0,-1-1 0 0 0,1 0 1 0 0,0 0-1 0 0,0-1 1 0 0,0 0-1 0 0,18 6 0 0 0,-24-10 38 0 0,0 0 0 0 0,0 0 0 0 0,0 0 0 0 0,1 0 0 0 0,-1-1 0 0 0,0 0-1 0 0,0 0 1 0 0,1 0 0 0 0,-1 0 0 0 0,0 0 0 0 0,0-1 0 0 0,0 0-1 0 0,0 0 1 0 0,1 0 0 0 0,-1 0 0 0 0,0-1 0 0 0,-1 0 0 0 0,1 0 0 0 0,0 0-1 0 0,0 0 1 0 0,-1 0 0 0 0,1-1 0 0 0,-1 1 0 0 0,0-1 0 0 0,0 0 0 0 0,0 0-1 0 0,0 0 1 0 0,-1-1 0 0 0,1 1 0 0 0,-1-1 0 0 0,3-5 0 0 0,-3 4 34 0 0,0 0 1 0 0,-1 0-1 0 0,1-1 1 0 0,-1 1 0 0 0,-1-1-1 0 0,1 1 1 0 0,-1-1-1 0 0,0 1 1 0 0,0-1-1 0 0,-1 1 1 0 0,1-1 0 0 0,-1 1-1 0 0,0-1 1 0 0,-1 1-1 0 0,1 0 1 0 0,-1 0-1 0 0,0 0 1 0 0,-1 0-1 0 0,1 0 1 0 0,-6-8 0 0 0,6 10-133 0 0,-1-1 0 0 0,1 1 1 0 0,-1-1-1 0 0,0 1 0 0 0,0 0 0 0 0,0 0 1 0 0,0 0-1 0 0,-1 1 0 0 0,1-1 1 0 0,-1 1-1 0 0,1 0 0 0 0,-6-2 0 0 0,7 3-206 0 0,-1 0 0 0 0,0 0-1 0 0,1 1 1 0 0,-1-1 0 0 0,0 1-1 0 0,0-1 1 0 0,0 1-1 0 0,1 0 1 0 0,-1 0 0 0 0,0 1-1 0 0,0-1 1 0 0,1 1-1 0 0,-1-1 1 0 0,0 1 0 0 0,0 0-1 0 0,1 0 1 0 0,-1 0-1 0 0,1 0 1 0 0,-5 3 0 0 0,6-4 192 0 0,1 0 1 0 0,0 1 0 0 0,-1-1 0 0 0,1 0-1 0 0,0 0 1 0 0,-1 0 0 0 0,1 1 0 0 0,0-1 0 0 0,-1 0-1 0 0,1 1 1 0 0,0-1 0 0 0,-1 0 0 0 0,1 1-1 0 0,0-1 1 0 0,0 0 0 0 0,-1 1 0 0 0,1-1 0 0 0,0 1-1 0 0,0-1 1 0 0,0 0 0 0 0,0 1 0 0 0,0-1-1 0 0,0 1 1 0 0,-1-1 0 0 0,1 0 0 0 0,0 1 0 0 0,0-1-1 0 0,0 1 1 0 0,0-1 0 0 0,1 1 0 0 0,-1 0 93 0 0,0-1 0 0 0,1 1 0 0 0,-1-1 1 0 0,0 1-1 0 0,1-1 0 0 0,-1 1 0 0 0,0-1 1 0 0,1 1-1 0 0,-1-1 0 0 0,1 0 0 0 0,-1 1 1 0 0,1-1-1 0 0,-1 0 0 0 0,1 1 0 0 0,-1-1 0 0 0,1 0 1 0 0,-1 0-1 0 0,1 0 0 0 0,0 1 0 0 0,-1-1 1 0 0,1 0-1 0 0,-1 0 0 0 0,1 0 0 0 0,0 0 1 0 0,-1 0-1 0 0,1 0 0 0 0,-1 0 0 0 0,1 0 1 0 0,0 0-1 0 0,-1 0 0 0 0,1-1 0 0 0,9-3 24 0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1.9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185 40 5529 0 0,'-2'-3'393'0'0,"0"1"-1"0"0,1-1 0 0 0,-1 1 1 0 0,0-1-1 0 0,0 1 1 0 0,-1-1-1 0 0,1 1 1 0 0,0 0-1 0 0,-1 0 0 0 0,1 0 1 0 0,-1 1-1 0 0,0-1 1 0 0,0 1-1 0 0,1-1 1 0 0,-1 1-1 0 0,0 0 0 0 0,0 0 1 0 0,0 0-1 0 0,-1 0 1 0 0,1 1-1 0 0,0-1 1 0 0,0 1-1 0 0,0 0 1 0 0,0 0-1 0 0,0 0 0 0 0,-1 0 1 0 0,1 0-1 0 0,0 1 1 0 0,0 0-1 0 0,0-1 1 0 0,0 1-1 0 0,-5 3 0 0 0,5-3-185 0 0,0 0 0 0 0,0 1 0 0 0,0 0 0 0 0,0-1 0 0 0,1 1 0 0 0,-1 0 0 0 0,1 1 0 0 0,-1-1 0 0 0,1 0 0 0 0,0 1 0 0 0,0-1 0 0 0,-3 5 0 0 0,-3 8-43 0 0,0 0 0 0 0,1 0 1 0 0,1 1-1 0 0,0-1 0 0 0,1 1 0 0 0,1 1 1 0 0,-4 24-1 0 0,7-34-183 0 0,1 0 1 0 0,0 0-1 0 0,0-1 0 0 0,1 1 1 0 0,-1 0-1 0 0,1 0 0 0 0,1-1 1 0 0,-1 1-1 0 0,5 9 1 0 0,-4-12-29 0 0,0 0 1 0 0,0 0 0 0 0,0-1 0 0 0,1 1 0 0 0,0 0 0 0 0,-1-1 0 0 0,1 0 0 0 0,0 0 0 0 0,1 0 0 0 0,-1 0 0 0 0,0 0-1 0 0,1-1 1 0 0,0 0 0 0 0,0 1 0 0 0,-1-1 0 0 0,6 1 0 0 0,-7-2-41 0 0,1 0 1 0 0,-1 0-1 0 0,1 0 1 0 0,-1-1-1 0 0,1 1 1 0 0,-1-1-1 0 0,1 0 1 0 0,-1 0-1 0 0,1 1 1 0 0,-1-2-1 0 0,1 1 1 0 0,-1 0-1 0 0,1 0 1 0 0,-1-1-1 0 0,1 0 1 0 0,-1 1-1 0 0,1-1 0 0 0,-1 0 1 0 0,0 0-1 0 0,4-2 1 0 0,-2 0 30 0 0,0 0-1 0 0,0 0 1 0 0,-1 0-1 0 0,1-1 1 0 0,-1 0 0 0 0,0 1-1 0 0,0-1 1 0 0,0 0 0 0 0,0-1-1 0 0,2-3 1 0 0,0-2 117 0 0,-1 0 1 0 0,0 1-1 0 0,0-2 1 0 0,-1 1 0 0 0,0 0-1 0 0,-1 0 1 0 0,-1-1-1 0 0,1 1 1 0 0,-1-17-1 0 0,-2 19-84 0 0,1 0 0 0 0,-2-1 0 0 0,1 1 0 0 0,-1 0 0 0 0,-1 0 0 0 0,1 0 0 0 0,-1 0 0 0 0,-1 0 0 0 0,1 0 0 0 0,-1 1 0 0 0,-1 0 0 0 0,0 0 0 0 0,1 0 0 0 0,-2 0 0 0 0,1 1 0 0 0,-1 0 0 0 0,0 0 0 0 0,-13-9 0 0 0,8 11-1658 0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02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273 270 4145 0 0,'-31'10'1417'0'0,"-59"12"0"0"0,59-17 998 0 0,0-2 0 0 0,-32 1 0 0 0,43-1 3329 0 0,20-3-5606 0 0,0 0-1 0 0,0 0 1 0 0,-1 1-1 0 0,1-1 1 0 0,0 1-1 0 0,0-1 1 0 0,0 1 473 0 0,0 4-527 0 0,-4 25-53 0 0,3 0 0 0 0,3 58 0 0 0,0-72-21 0 0,0 0 0 0 0,2-1-1 0 0,0 1 1 0 0,1 0 0 0 0,0-1-1 0 0,1 0 1 0 0,12 21 0 0 0,-14-28-23 0 0,1 0 0 0 0,0 0 0 0 0,0 0 0 0 0,1 0 1 0 0,0-1-1 0 0,9 8 0 0 0,-14-14 9 0 0,1 1 1 0 0,0-1-1 0 0,-1 0 1 0 0,1 0-1 0 0,0-1 1 0 0,-1 1-1 0 0,1 0 0 0 0,0 0 1 0 0,0-1-1 0 0,0 1 1 0 0,0-1-1 0 0,0 0 1 0 0,0 1-1 0 0,-1-1 0 0 0,1 0 1 0 0,0 0-1 0 0,0 0 1 0 0,0 0-1 0 0,0-1 1 0 0,0 1-1 0 0,0 0 0 0 0,0-1 1 0 0,0 0-1 0 0,0 1 1 0 0,-1-1-1 0 0,1 0 1 0 0,0 0-1 0 0,0 0 0 0 0,-1 0 1 0 0,1 0-1 0 0,-1 0 1 0 0,1 0-1 0 0,-1-1 1 0 0,1 1-1 0 0,-1 0 0 0 0,0-1 1 0 0,2-2-1 0 0,4-4-7 0 0,1-1-1 0 0,-2 0 0 0 0,1-1 0 0 0,-1 0 1 0 0,0 0-1 0 0,-1 0 0 0 0,-1 0 0 0 0,1-1 1 0 0,-2 0-1 0 0,1 0 0 0 0,-1 0 1 0 0,-1 0-1 0 0,0 0 0 0 0,-1-1 0 0 0,0 1 1 0 0,-1-1-1 0 0,-1-16 0 0 0,-4-13-51 0 0,-2 0-1 0 0,-2 1 1 0 0,-21-61-1 0 0,3 9 27 0 0,-8-58 638 0 0,48 199-436 0 0,3-1-1 0 0,1 0 1 0 0,33 61-1 0 0,-32-76-75 0 0,1-2 0 0 0,1 0 0 0 0,1-1-1 0 0,2-1 1 0 0,41 40 0 0 0,-60-65-89 0 0,0-1 0 0 0,0 1 0 0 0,1-1 0 0 0,0 0 0 0 0,-1 0 0 0 0,1-1 0 0 0,0 1 0 0 0,0-1 0 0 0,1 0 0 0 0,-1-1 0 0 0,0 1 0 0 0,1-1 0 0 0,6 1 0 0 0,-9-2 0 0 0,1 0 0 0 0,-1 0 0 0 0,0 0 0 0 0,0 0 0 0 0,0-1 0 0 0,1 1 0 0 0,-1-1 0 0 0,0 0 0 0 0,0 0 0 0 0,0 0 0 0 0,0-1 0 0 0,0 1 0 0 0,-1 0 0 0 0,1-1 0 0 0,0 0 0 0 0,0 0 0 0 0,-1 0 0 0 0,0 0 0 0 0,1 0 0 0 0,-1 0 0 0 0,0-1 0 0 0,0 1 0 0 0,0-1 0 0 0,2-3 0 0 0,10-19 17 0 0,16-39 1 0 0,-22 44-4 0 0,1 0 1 0 0,0 1 0 0 0,2 1-1 0 0,15-22 1 0 0,-25 39-12 0 0,-1 0-1 0 0,1-1 1 0 0,0 1-1 0 0,0 0 1 0 0,0 0 0 0 0,0 0-1 0 0,1 0 1 0 0,-1 0-1 0 0,0 0 1 0 0,0 0 0 0 0,1 1-1 0 0,-1-1 1 0 0,0 0-1 0 0,1 1 1 0 0,-1-1 0 0 0,1 1-1 0 0,-1-1 1 0 0,0 1-1 0 0,1 0 1 0 0,-1-1 0 0 0,1 1-1 0 0,-1 0 1 0 0,1 0-1 0 0,-1 0 1 0 0,1 0 0 0 0,-1 1-1 0 0,1-1 1 0 0,-1 0-1 0 0,1 1 1 0 0,-1-1 0 0 0,1 0-1 0 0,-1 1 1 0 0,0 0-1 0 0,1-1 1 0 0,1 2 0 0 0,4 4 21 0 0,0-1 0 0 0,0 1 0 0 0,0 1 0 0 0,-1-1 1 0 0,7 10-1 0 0,-8-10-3 0 0,0 0 0 0 0,0 0 0 0 0,1 0 0 0 0,9 7 0 0 0,-12-11-28 0 0,0-1-1 0 0,-1 1 1 0 0,1-1-1 0 0,0 0 1 0 0,0 0-1 0 0,0 0 1 0 0,0 0-1 0 0,0 0 1 0 0,0-1-1 0 0,0 0 1 0 0,1 1-1 0 0,-1-1 1 0 0,0 0-1 0 0,0 0 1 0 0,0-1-1 0 0,0 1 1 0 0,0-1-1 0 0,0 1 1 0 0,0-1-1 0 0,0 0 1 0 0,0 0-1 0 0,0 0 1 0 0,0-1-1 0 0,0 1 1 0 0,0-1-1 0 0,-1 1 1 0 0,1-1-1 0 0,-1 0 1 0 0,1 0-1 0 0,-1 0 1 0 0,4-4-1 0 0,5-8-56 0 0,0 1-1 0 0,-1-1 0 0 0,0-1 0 0 0,11-25 1 0 0,-2 7 23 0 0,-19 32 43 0 0,0 1 0 0 0,0-1 0 0 0,1 0 0 0 0,-1 0 0 0 0,1 1 0 0 0,-1-1 0 0 0,1 0 0 0 0,-1 1 0 0 0,1-1 0 0 0,-1 0 0 0 0,1 1 0 0 0,0-1 0 0 0,-1 1 0 0 0,1-1 0 0 0,0 1 0 0 0,0-1 0 0 0,-1 1 0 0 0,1-1 0 0 0,0 1 0 0 0,0 0 0 0 0,0-1 0 0 0,-1 1 0 0 0,1 0 0 0 0,0 0 0 0 0,1 0 0 0 0,-1 0 4 0 0,0 1 1 0 0,0-1-1 0 0,0 1 1 0 0,-1-1-1 0 0,1 1 1 0 0,0-1 0 0 0,0 1-1 0 0,-1 0 1 0 0,1 0-1 0 0,0-1 1 0 0,-1 1-1 0 0,1 0 1 0 0,-1 0-1 0 0,1 0 1 0 0,-1 0 0 0 0,1 0-1 0 0,-1-1 1 0 0,1 3-1 0 0,3 8 89 0 0,-1 1-1 0 0,4 21 0 0 0,-6-26-57 0 0,6 33 113 0 0,-2 1 1 0 0,-2-1-1 0 0,-1 1 1 0 0,-3 0-1 0 0,-5 42 1 0 0,1-48-1380 0 0,-14 51 0 0 0,11-60-6578 0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8.2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1190 115 4361 0 0,'6'-62'1083'0'0,"2"9"9564"0"0,-3 67-8939 0 0,9 34-1734 0 0,-11-15 337 0 0,-2-1 0 0 0,0 1 0 0 0,-5 33 0 0 0,-19 99-105 0 0,22-154-212 0 0,-15 85-174 0 0,-53 175-1 0 0,53-225 294 0 0,-2-1-1 0 0,-2 0 1 0 0,-2-2 0 0 0,-1 0-1 0 0,-51 67 1 0 0,33-61 161 0 0,-1-3 0 0 0,-63 55-1 0 0,-110 68 685 0 0,173-139-719 0 0,-2-3 0 0 0,-1-2 0 0 0,-1-2 0 0 0,0-1 0 0 0,-79 23 0 0 0,113-41-338 0 0,-19 5 235 0 0,-36 17 1 0 0,59-22-323 0 0,0 0 1 0 0,0 0 0 0 0,0 1 0 0 0,1 0 0 0 0,0 1 0 0 0,0 0 0 0 0,0 0-1 0 0,0 0 1 0 0,-6 9 0 0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0.3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23 5065 0 0,'0'-1'166'0'0,"0"0"0"0"0,0 0 0 0 0,-1-1 0 0 0,1 1 0 0 0,-1 0-1 0 0,1 0 1 0 0,-1 0 0 0 0,1 0 0 0 0,-1 0 0 0 0,1 0 0 0 0,-1 1 0 0 0,0-1 0 0 0,0 0 0 0 0,1 0-1 0 0,-1 0 1 0 0,0 1 0 0 0,0-1 0 0 0,0 0 0 0 0,0 1 0 0 0,0-1 0 0 0,0 1 0 0 0,0-1 0 0 0,0 1-1 0 0,0-1 1 0 0,0 1 0 0 0,0 0 0 0 0,0 0 0 0 0,0-1 0 0 0,-1 1 0 0 0,1 0 0 0 0,0 0 0 0 0,0 0-1 0 0,-2 0 1 0 0,0 0 54 0 0,-1 0-1 0 0,1 0 0 0 0,-1 0 0 0 0,1 1 1 0 0,-1-1-1 0 0,1 1 0 0 0,0-1 1 0 0,-1 1-1 0 0,1 0 0 0 0,-4 2 0 0 0,2 1-129 0 0,0 0 0 0 0,0 0 0 0 0,1 1 0 0 0,-1-1-1 0 0,1 1 1 0 0,0 0 0 0 0,0 1 0 0 0,0-1-1 0 0,1 1 1 0 0,0-1 0 0 0,0 1 0 0 0,0 0 0 0 0,1 0-1 0 0,0 0 1 0 0,0 0 0 0 0,0 1 0 0 0,1-1-1 0 0,0 1 1 0 0,0 9 0 0 0,0-9-85 0 0,1-1 1 0 0,0 1-1 0 0,0-1 0 0 0,1 1 1 0 0,0-1-1 0 0,0 0 0 0 0,0 1 0 0 0,1-1 1 0 0,0 0-1 0 0,0 0 0 0 0,1 0 1 0 0,-1 0-1 0 0,1 0 0 0 0,1-1 1 0 0,-1 1-1 0 0,1-1 0 0 0,0 0 1 0 0,0 0-1 0 0,7 6 0 0 0,1-2-4 0 0,1-1 0 0 0,-1-1-1 0 0,2 0 1 0 0,-1-1 0 0 0,1-1 0 0 0,0 0 0 0 0,0 0-1 0 0,0-2 1 0 0,23 4 0 0 0,30 9 314 0 0,-64-16-312 0 0,-1 1 1 0 0,1 0-1 0 0,0 0 0 0 0,-1 0 1 0 0,1 0-1 0 0,-1 1 0 0 0,1-1 1 0 0,-1 1-1 0 0,0-1 0 0 0,1 1 1 0 0,-1 0-1 0 0,0 0 0 0 0,0 0 1 0 0,3 4-1 0 0,-5-5 6 0 0,1-1 0 0 0,-1 1 0 0 0,0 0 0 0 0,0 0 0 0 0,1-1 0 0 0,-1 1 0 0 0,0 0-1 0 0,0 0 1 0 0,0 0 0 0 0,0 0 0 0 0,0-1 0 0 0,0 1 0 0 0,0 0 0 0 0,0 0 0 0 0,0 0 0 0 0,0 0 0 0 0,0-1 0 0 0,0 1 0 0 0,-1 0 0 0 0,1 1 0 0 0,-1-1 44 0 0,-1 1 0 0 0,1 0 0 0 0,0-1 0 0 0,0 1 0 0 0,-1-1 0 0 0,1 1 0 0 0,-1-1 0 0 0,1 1 0 0 0,-1-1-1 0 0,1 0 1 0 0,-4 2 0 0 0,-19 9 574 0 0,-1 0 0 0 0,0-2 0 0 0,-1-1-1 0 0,-40 9 1 0 0,4-1-1343 0 0,47-11-881 0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29.3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58 23 456 0 0,'-1'0'160'0'0,"-46"-23"12123"0"0,45 36-10205 0 0,-6 36-1966 0 0,10-8 271 0 0,2-1 1 0 0,1 0-1 0 0,2 0 1 0 0,2 0 0 0 0,27 73-1 0 0,-1-24-57 0 0,65 114 1 0 0,-77-164-208 0 0,1-2 1 0 0,2 0 0 0 0,2-1-1 0 0,1-2 1 0 0,1-1 0 0 0,2-2 0 0 0,1-1-1 0 0,2-1 1 0 0,1-2 0 0 0,0-1-1 0 0,2-3 1 0 0,71 34 0 0 0,-41-27 343 0 0,2-3 0 0 0,1-3 0 0 0,1-3 0 0 0,75 11 0 0 0,238 23 212 0 0,-373-53-770 0 0,0 0-470 0 0,-1 0-1 0 0,1-1 1 0 0,19 0-1 0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1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93 154 456 0 0,'-27'-53'5283'0'0,"20"40"-3469"0"0,1-1-1 0 0,-1 1 1 0 0,-1 1 0 0 0,-1 0-1 0 0,-19-24 2335 0 0,30 37-3089 0 0,7 11-186 0 0,10 37-332 0 0,25 96 0 0 0,-9-20-81 0 0,-23-88-486 0 0,1 0 1 0 0,2-1 0 0 0,37 64-1 0 0,-40-81-3094 0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0:31.5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72 3681 0 0,'0'-1'60'0'0,"-1"1"1"0"0,1 0-1 0 0,0 0 0 0 0,0 0 1 0 0,-1 0-1 0 0,1 0 0 0 0,0 0 1 0 0,0 0-1 0 0,0 0 0 0 0,-1 0 1 0 0,1-1-1 0 0,0 1 1 0 0,0 0-1 0 0,0 0 0 0 0,-1 0 1 0 0,1-1-1 0 0,0 1 0 0 0,0 0 1 0 0,0 0-1 0 0,0 0 0 0 0,0-1 1 0 0,0 1-1 0 0,-1 0 1 0 0,1 0-1 0 0,0 0 0 0 0,0-1 1 0 0,0 1-1 0 0,0 0 0 0 0,0 0 1 0 0,0-1-1 0 0,0 1 1 0 0,0 0-1 0 0,0 0 0 0 0,0-1 1 0 0,0 1-1 0 0,0 0 0 0 0,0 0 1 0 0,0-1-1 0 0,0 1 0 0 0,0 0 1 0 0,1 0-1 0 0,-1 0 1 0 0,0-1-1 0 0,0 1 0 0 0,0 0 1 0 0,0 0-1 0 0,0 0 0 0 0,0-1 1 0 0,1 1-1 0 0,-1 0 0 0 0,0 0 1 0 0,17-16 1444 0 0,24-8 256 0 0,-35 21-1511 0 0,0 0 0 0 0,1 0 0 0 0,-1 0 0 0 0,1 1 0 0 0,0 0 0 0 0,-1 1 0 0 0,1-1 0 0 0,0 1 0 0 0,0 1 0 0 0,0-1 1 0 0,0 1-1 0 0,0 0 0 0 0,0 1 0 0 0,0-1 0 0 0,0 2 0 0 0,0-1 0 0 0,-1 1 0 0 0,1 0 0 0 0,0 0 0 0 0,-1 0 0 0 0,0 1 0 0 0,1 0 0 0 0,-1 1 0 0 0,0-1 0 0 0,-1 1 0 0 0,1 0 0 0 0,-1 1 0 0 0,1-1 0 0 0,-1 1 0 0 0,8 10 0 0 0,-7-6-90 0 0,0-1 0 0 0,-1 1 0 0 0,0 0 0 0 0,0 0 0 0 0,-1 0 0 0 0,-1 1 0 0 0,1-1 0 0 0,-1 1 0 0 0,-1 0-1 0 0,3 17 1 0 0,-5-15 2 0 0,0 0 0 0 0,0 1 0 0 0,-1-1 0 0 0,-1 1-1 0 0,0-1 1 0 0,0 0 0 0 0,-2 0 0 0 0,-5 16 0 0 0,5-16 32 0 0,-1-1 1 0 0,-1 1 0 0 0,1-1 0 0 0,-2-1 0 0 0,1 1-1 0 0,-17 18 1 0 0,17-23-416 0 0,1-1-1 0 0,-1 1 0 0 0,-1-1 1 0 0,1 0-1 0 0,-1-1 0 0 0,1 0 1 0 0,-1 0-1 0 0,-1 0 0 0 0,1-1 1 0 0,0 0-1 0 0,-15 4 0 0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8.8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28 5065 0 0,'1'0'528'0'0,"47"-6"6481"0"0,3-1-4168 0 0,90 4-275 0 0,-48-6-8487 0 0,-80 6 1331 0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1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 6449 0 0,'2'-7'7729'0'0,"2"40"-6486"0"0,1 55-1 0 0,-5-59-1260 0 0,1-1 0 0 0,2 0 0 0 0,11 54-1 0 0,-6-60-568 0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4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0 154 5529 0 0,'4'-4'601'0'0,"-1"1"1"0"0,1 0-1 0 0,0 0 0 0 0,0 1 0 0 0,0-1 0 0 0,0 1 1 0 0,6-3-1 0 0,-7 3-175 0 0,27-11 1630 0 0,1 0 0 0 0,46-11-1 0 0,-39 12-2933 0 0,43-18-1 0 0,-30 4-2497 0 0,-36 18 1747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09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0 2761 0 0,'-2'1'383'0'0,"1"-1"1"0"0,-1 1 0 0 0,0 0 0 0 0,1 0 0 0 0,-1 0 0 0 0,1 0 0 0 0,0 0 0 0 0,-1 0 0 0 0,1 0-1 0 0,0 0 1 0 0,0 0 0 0 0,-1 1 0 0 0,1-1 0 0 0,0 1 0 0 0,0-1 0 0 0,1 1 0 0 0,-1-1-1 0 0,0 1 1 0 0,0 1 0 0 0,0 0 102 0 0,1 0 0 0 0,0-1 0 0 0,1 1 0 0 0,-1 0 0 0 0,0 0 0 0 0,1 0 0 0 0,0-1 0 0 0,-1 1 0 0 0,3 3 0 0 0,2 13-277 0 0,36 213-46 0 0,-35-209-1278 0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89 7370 0 0,'8'-7'873'0'0,"1"1"1"0"0,-1-1 0 0 0,2 1-1 0 0,-1 1 1 0 0,0-1 0 0 0,1 2-1 0 0,0-1 1 0 0,13-2 0 0 0,5-2-421 0 0,52-8 0 0 0,-13 9-3865 0 0,-50 6-1313 0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4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0 7370 0 0,'-3'2'213'0'0,"0"0"0"0"0,1-1 0 0 0,-1 1 0 0 0,1 0 0 0 0,-1 1 0 0 0,1-1-1 0 0,0 0 1 0 0,0 1 0 0 0,0-1 0 0 0,0 1 0 0 0,0-1 0 0 0,1 1 0 0 0,-1 0 0 0 0,1 0 0 0 0,0 0 0 0 0,0 0 0 0 0,0 0 0 0 0,0 0 0 0 0,0 0 0 0 0,1 0 0 0 0,-1 1 0 0 0,1-1 0 0 0,0 0 0 0 0,0 0 0 0 0,0 0 0 0 0,0 1 0 0 0,1-1 0 0 0,0 4 0 0 0,3 13 67 0 0,1-1 1 0 0,0 0-1 0 0,13 30 0 0 0,-5-14-688 0 0,-5-12-3014 0 0,1 0-1222 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0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0 108 4145 0 0,'20'-8'2457'0'0,"0"0"0"0"0,0 2 0 0 0,30-6 0 0 0,-29 7-2152 0 0,0 0-1 0 0,0-2 1 0 0,28-12-1 0 0,7-11-4873 0 0,-42 23 2861 0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0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122 1 2280 0 0,'-34'11'148'0'0,"-16"6"1740"0"0,47-16-1382 0 0,1 1 0 0 0,-1-1 1 0 0,1 1-1 0 0,0-1 0 0 0,-1 1 1 0 0,1 0-1 0 0,0 0 1 0 0,0 0-1 0 0,-2 2 0 0 0,2 0-80 0 0,0 0 0 0 0,1 1-1 0 0,-1-1 1 0 0,1 0 0 0 0,0 1-1 0 0,0-1 1 0 0,0 1-1 0 0,0 0 1 0 0,1-1 0 0 0,0 1-1 0 0,0 0 1 0 0,0-1 0 0 0,1 1-1 0 0,-1-1 1 0 0,2 6 0 0 0,3 13 160 0 0,12 34 0 0 0,-16-56-547 0 0,19 73-1935 0 0,-13-46-3711 0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41 5065 0 0,'47'-10'2912'0'0,"-18"2"-1668"0"0,48 0 1859 0 0,11-2-2942 0 0,-71 6-4636 0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1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1 4145 0 0,'-2'1'291'0'0,"1"0"0"0"0,-1 0 0 0 0,0 0 0 0 0,0 0 0 0 0,0 0 0 0 0,1 1 0 0 0,-1-1 0 0 0,1 1 0 0 0,-1-1 0 0 0,1 1 0 0 0,0-1 0 0 0,-1 1 0 0 0,1 0 0 0 0,0 0 0 0 0,0 0 0 0 0,0 0 0 0 0,0 0 0 0 0,1 0 0 0 0,-1 0 0 0 0,0 0 0 0 0,1 0 0 0 0,-1 3 0 0 0,-8 55 3416 0 0,8-50-3097 0 0,-1 17 353 0 0,1 0 0 0 0,3 39 0 0 0,14 53-2170 0 0,-10-79-4836 0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4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1030 129 2761 0 0,'0'-18'202'0'0,"0"0"1"0"0,-2 0 0 0 0,0 1-1 0 0,-7-26 1 0 0,8 43 29 0 0,1-1-1 0 0,0 0 0 0 0,0 0 1 0 0,-1 0-1 0 0,1 1 0 0 0,-1-1 1 0 0,1 0-1 0 0,-1 0 0 0 0,1 1 1 0 0,-1-1-1 0 0,1 1 1 0 0,-1-1-1 0 0,1 0 0 0 0,-1 1 1 0 0,0-1-1 0 0,1 1 0 0 0,-1-1 1 0 0,0 1-1 0 0,0 0 1 0 0,1-1-1 0 0,-1 1 0 0 0,0 0 1 0 0,0-1-1 0 0,-1 1 0 0 0,0 0 69 0 0,-1 0 0 0 0,1 0 0 0 0,0 0-1 0 0,0 0 1 0 0,0 0 0 0 0,-1 1 0 0 0,1-1-1 0 0,0 1 1 0 0,-4 1 0 0 0,-5 4 339 0 0,-1 0 0 0 0,-19 14 0 0 0,20-12-37 0 0,-34 18 623 0 0,-1-2 0 0 0,-79 29 0 0 0,-103 17 421 0 0,189-58-1409 0 0,1 1 0 0 0,-63 32-1 0 0,-64 48 533 0 0,122-67-719 0 0,26-17-2106 0 0,0 0 0 0 0,-29 10 0 0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5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0,'5'84'3441'0'0,"-3"113"-1921"0"0,31 214 1 0 0,-10-168-1435 0 0,-19-198-97 0 0,61 1001 117 0 0,-37-425 131 0 0,-13-359-49 0 0,-2 138-173 0 0,4 54 193 0 0,3-40-130 0 0,9 151 987 0 0,29-4 386 0 0,-15-172-169 0 0,-3-26-50 0 0,-39-358-1233 0 0,2 19-106 0 0,1-1 0 0 0,9 29 0 0 0,-10-43-499 0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35 2304 0 0,'-1'0'135'0'0,"1"0"-1"0"0,-1-1 0 0 0,0 1 0 0 0,1 0 0 0 0,-1-1 0 0 0,1 1 0 0 0,-1 0 0 0 0,1-1 0 0 0,-1 1 0 0 0,1 0 1 0 0,0-1-1 0 0,-1 1 0 0 0,1-1 0 0 0,-1 1 0 0 0,1-1 0 0 0,0 1 0 0 0,-1-1 0 0 0,1 1 0 0 0,0-1 0 0 0,0 1 1 0 0,0-1-1 0 0,-1 0 0 0 0,1 1 0 0 0,0-1 0 0 0,0 1 0 0 0,0-1 0 0 0,0 0 0 0 0,0 1 0 0 0,0-1 0 0 0,0 1 1 0 0,0-1-1 0 0,0 0 0 0 0,0 1 0 0 0,0-1 0 0 0,0 1 0 0 0,1-1 0 0 0,-1 0 0 0 0,0 0 0 0 0,1 0 2 0 0,-1 1 0 0 0,1-1 0 0 0,-1 0 0 0 0,0 0 0 0 0,1 0 0 0 0,0 0 0 0 0,-1 1 0 0 0,1-1 0 0 0,-1 0 0 0 0,1 1 0 0 0,0-1 0 0 0,-1 0 0 0 0,1 1 0 0 0,0-1 0 0 0,0 1 0 0 0,0-1-1 0 0,0 1 1 0 0,-1-1 0 0 0,1 1 0 0 0,0 0 0 0 0,0-1 0 0 0,0 1 0 0 0,0 0 0 0 0,0 0 0 0 0,1 0 0 0 0,62 2 2519 0 0,87 17-1 0 0,-98-11-1697 0 0,1-2-1 0 0,94 0 1 0 0,98-5-338 0 0,-52 3-2583 0 0,-163-5 897 0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16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 17 6913 0 0,'-4'-1'143'0'0,"-45"-13"2087"0"0,46 14-1754 0 0,0-1 1 0 0,0 1-1 0 0,0-1 0 0 0,0 1 0 0 0,0 0 1 0 0,0 0-1 0 0,0 0 0 0 0,0 1 1 0 0,0-1-1 0 0,0 1 0 0 0,0 0 0 0 0,0-1 1 0 0,-4 3-1 0 0,6-2-317 0 0,0 1 0 0 0,0-1 0 0 0,0 0 0 0 0,0 0 0 0 0,0 0 0 0 0,0 1 0 0 0,1-1 0 0 0,-1 0 0 0 0,1 1 0 0 0,-1-1-1 0 0,1 0 1 0 0,-1 1 0 0 0,1-1 0 0 0,0 1 0 0 0,-1-1 0 0 0,1 1 0 0 0,0 2 0 0 0,0 31 516 0 0,1-23-418 0 0,43 919 912 0 0,-15-524-1072 0 0,-4-52 9 0 0,21-8-67 0 0,-8-81-24 0 0,28 489 201 0 0,31 224-216 0 0,-48-577 0 0 0,66 237-58 0 0,-79-425 438 0 0,-27-147-67 0 0,2 0-1 0 0,26 85 1 0 0,-30-133-617 0 0,-5-16 116 0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2.8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37 380 2304 0 0,'-1'-15'1755'0'0,"0"1"0"0"0,-6-25 0 0 0,5 28-892 0 0,-1 0-1 0 0,2-1 1 0 0,0 1-1 0 0,0-1 1 0 0,2-19-1 0 0,0 22-604 0 0,3-19 1313 0 0,-1-53 1 0 0,-3 71-1619 0 0,-1 0 1 0 0,-1-1 0 0 0,1 1 0 0 0,-2 1 0 0 0,0-1-1 0 0,0 0 1 0 0,0 1 0 0 0,-10-18 0 0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4.6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43 617 1376 0 0,'-42'17'5938'0'0,"42"-18"-5731"0"0,0 0 0 0 0,0-1 0 0 0,0 1 0 0 0,0 0 0 0 0,0 0 0 0 0,1 0 0 0 0,-1 0 0 0 0,0 0 0 0 0,1 0 0 0 0,-1 0 0 0 0,1 0 1 0 0,-1 0-1 0 0,1 0 0 0 0,-1 1 0 0 0,1-1 0 0 0,0 0 0 0 0,0 0 0 0 0,0-1 0 0 0,15-16 1020 0 0,-1 0-650 0 0,-12 14-423 0 0,0 0 1 0 0,0 0-1 0 0,0 0 0 0 0,0 1 0 0 0,1-1 0 0 0,-1 1 0 0 0,1 0 0 0 0,5-3 0 0 0,-21 1 4251 0 0,11 4-4381 0 0,-1 0 0 0 0,1 0 1 0 0,0-1-1 0 0,-1 1 0 0 0,1 0 0 0 0,0-1 1 0 0,0 1-1 0 0,0-1 0 0 0,0 1 0 0 0,0-1 0 0 0,0 0 1 0 0,0 1-1 0 0,1-1 0 0 0,-1 0 0 0 0,1 0 1 0 0,-1 1-1 0 0,1-1 0 0 0,-1 0 0 0 0,1 0 0 0 0,0 0 1 0 0,0 1-1 0 0,0-1 0 0 0,0 0 0 0 0,1-2 0 0 0,1 1-16 0 0,-1 0-1 0 0,2 0 1 0 0,-1 0-1 0 0,0 1 1 0 0,0-1-1 0 0,1 0 1 0 0,0 1-1 0 0,-1 0 0 0 0,1 0 1 0 0,0 0-1 0 0,0 0 1 0 0,6-2-1 0 0,45-17 140 0 0,-14 7-92 0 0,-5-1-112 0 0,0 1 0 0 0,2 2 0 0 0,-1 1 0 0 0,65-9 0 0 0,-78 16-95 0 0,1-2 1 0 0,28-11-1 0 0,-37 12 170 0 0,0-1-1 0 0,1 2 1 0 0,0 0-1 0 0,-1 1 1 0 0,1 0-1 0 0,0 2 1 0 0,23-1-1 0 0,11 4 32 0 0,-1-3 0 0 0,1-2 0 0 0,-1-1 0 0 0,51-13 0 0 0,299-33 958 0 0,-382 49-1003 0 0,77-9 140 0 0,-30 3 200 0 0,117 1 1 0 0,-92 5-142 0 0,-57 0-69 0 0,64 6 1 0 0,-80-5-114 0 0,0 0 1 0 0,0 0-1 0 0,-1-2 1 0 0,1 0 0 0 0,0 0-1 0 0,-1-2 1 0 0,19-6-1 0 0,-9 3 21 0 0,38-5 0 0 0,44-3 8 0 0,-53 6 13 0 0,88-3 0 0 0,-113 11-73 0 0,0-2 1 0 0,0-1 0 0 0,41-11-1 0 0,-1 0 0 0 0,30 5 144 0 0,-4 1-300 0 0,-83 7 192 0 0,23-5-32 0 0,-1 2-1 0 0,1 1 0 0 0,64 2 1 0 0,-85 2-37 0 0,-1-1 1 0 0,1 0 0 0 0,-1-1 0 0 0,0 0 0 0 0,1-1-1 0 0,-1-1 1 0 0,20-8 0 0 0,-17 7-212 0 0,-1 0 0 0 0,1 0 0 0 0,0 1-1 0 0,23-2 1 0 0,-23 5-50 0 0,-11 0 6 0 0,0 0 0 0 0,0 1 1 0 0,0 0-1 0 0,-1-1 0 0 0,1 1 0 0 0,0 1 0 0 0,0-1 0 0 0,0 1 1 0 0,-1 0-1 0 0,1 0 0 0 0,0 0 0 0 0,-1 1 0 0 0,1-1 0 0 0,-1 1 1 0 0,1 0-1 0 0,-1 1 0 0 0,6 3 0 0 0,-7-3-161 0 0,1 0 0 0 0,0-1-1 0 0,0 1 1 0 0,0-1 0 0 0,0 0 0 0 0,8 3 0 0 0,-7-3 812 0 0,1-1-1 0 0,0 0 1 0 0,0 0 0 0 0,-1 0 0 0 0,1-1 0 0 0,0 0 0 0 0,0 0 0 0 0,0 0 0 0 0,0-1 0 0 0,0 0 0 0 0,-1 0 0 0 0,1 0 0 0 0,9-4 0 0 0,-9 3-340 0 0,-1 1 0 0 0,1 0 0 0 0,0 1 0 0 0,-1-1 0 0 0,1 1-1 0 0,0 0 1 0 0,0 0 0 0 0,9 2 0 0 0,-9-1-55 0 0,0 0 1 0 0,0-1-1 0 0,-1 0 0 0 0,1 0 0 0 0,0 0 0 0 0,0-1 1 0 0,0 1-1 0 0,10-4 0 0 0,21-14-4081 0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25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51 3737 0 0,'2'-2'36'0'0,"0"0"-1"0"0,0-1 1 0 0,0 1 0 0 0,-1-1 0 0 0,0 1 0 0 0,1-1-1 0 0,5-31 13535 0 0,3 46-13540 0 0,-2 0 1 0 0,0 1-1 0 0,0 0 1 0 0,-1 0-1 0 0,0 1 0 0 0,-2-1 1 0 0,1 1-1 0 0,-2 1 0 0 0,6 26 1 0 0,-6-15-173 0 0,-1 1 0 0 0,-1 0-1 0 0,-2-1 1 0 0,-4 49 0 0 0,0-37-143 0 0,1-1 0 0 0,4 55-1 0 0,1-84-421 0 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3.828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100 504 1840 0 0,'-3'-5'262'0'0,"2"1"-1"0"0,-1-1 0 0 0,0 0 1 0 0,1 0-1 0 0,0 0 0 0 0,0 0 1 0 0,0 0-1 0 0,0-9 0 0 0,0 1 108 0 0,-8-34 707 0 0,5 29 185 0 0,0 0-1 0 0,-5-36 4275 0 0,4 70-3827 0 0,3-5-1652 0 0,0 1 0 0 0,1-1 1 0 0,0 0-1 0 0,0 1 1 0 0,1-1-1 0 0,1 1 0 0 0,0-1 1 0 0,0 1-1 0 0,1-1 1 0 0,1 0-1 0 0,0 1 0 0 0,1-2 1 0 0,4 12-1 0 0,-8-21-62 0 0,0 0 0 0 0,1-1 0 0 0,-1 1 1 0 0,0 0-1 0 0,0 0 0 0 0,0 0 0 0 0,0-1 0 0 0,0 1 0 0 0,0 0 0 0 0,0 0 0 0 0,0 0 0 0 0,-1-1 1 0 0,1 1-1 0 0,0 0 0 0 0,0 0 0 0 0,-1 0 0 0 0,1-1 0 0 0,0 1 0 0 0,-1 0 0 0 0,1-1 0 0 0,-1 1 1 0 0,0 1-1 0 0,1-2 21 0 0,0 0 1 0 0,0 0-1 0 0,-1 1 1 0 0,1-1-1 0 0,0 0 1 0 0,0 0-1 0 0,0 1 0 0 0,-1-1 1 0 0,1 0-1 0 0,0 0 1 0 0,0 0-1 0 0,-1 0 1 0 0,1 1-1 0 0,0-1 1 0 0,0 0-1 0 0,-1 0 1 0 0,1 0-1 0 0,0 0 1 0 0,-1 0-1 0 0,1 0 1 0 0,0 0-1 0 0,-1 0 1 0 0,1 0-1 0 0,0 0 1 0 0,0 0-1 0 0,-1 0 1 0 0,1 0-1 0 0,0 0 1 0 0,-1 0-1 0 0,1 0 1 0 0,0 0-1 0 0,0 0 1 0 0,-1 0-1 0 0,1-1 1 0 0,0 1-1 0 0,-1 0 1 0 0,1 0-1 0 0,0 0 0 0 0,0 0 1 0 0,0-1-1 0 0,-1 1 1 0 0,1 0-1 0 0,0 0 1 0 0,0 0-1 0 0,0-1 1 0 0,-1 1-1 0 0,1 0 1 0 0,0 0-1 0 0,0-1 1 0 0,0 1-1 0 0,0 0 1 0 0,0-1-1 0 0,0 1 1 0 0,-1 0-1 0 0,1 0 1 0 0,0-1-1 0 0,0 1 1 0 0,0 0-1 0 0,0-1 1 0 0,-24-45 124 0 0,18 35-132 0 0,-1 0 0 0 0,-8-23 0 0 0,14 60 125 0 0,4-2-124 0 0,-4-23-19 0 0,1 0 0 0 0,0-1 0 0 0,0 1 0 0 0,0 0 0 0 0,0-1 0 0 0,0 1 1 0 0,0 0-1 0 0,0-1 0 0 0,0 1 0 0 0,1 0 0 0 0,-1-1 0 0 0,0 1 0 0 0,0-1 0 0 0,1 1 0 0 0,-1 0 0 0 0,0-1 0 0 0,0 1 0 0 0,1-1 0 0 0,-1 1 0 0 0,1-1 0 0 0,-1 1 0 0 0,0-1 0 0 0,1 1 0 0 0,-1-1 1 0 0,1 1-1 0 0,-1-1 0 0 0,1 0 0 0 0,0 1 0 0 0,-1-1 0 0 0,1 0 0 0 0,-1 1 0 0 0,1-1 0 0 0,0 0 0 0 0,-1 0 0 0 0,1 0 0 0 0,0 1 0 0 0,-1-1 0 0 0,2 0 0 0 0,1-3 84 0 0,-1-1-1 0 0,0 1 1 0 0,0-1 0 0 0,0 1-1 0 0,0-1 1 0 0,0 0-1 0 0,-1 1 1 0 0,2-7-1 0 0,4-7 359 0 0,-2 5-164 0 0,-4 9-244 0 0,0 0 0 0 0,0 0 1 0 0,0 0-1 0 0,1 0 0 0 0,-1 0 0 0 0,1 0 1 0 0,-1 1-1 0 0,1-1 0 0 0,0 0 1 0 0,0 1-1 0 0,0-1 0 0 0,0 1 1 0 0,4-3-1 0 0,-5 51-871 0 0,-1-46 831 0 0,0 1 0 0 0,0-1-1 0 0,0 1 1 0 0,-1-1 0 0 0,1 0 0 0 0,0 1-1 0 0,0-1 1 0 0,0 1 0 0 0,0-1-1 0 0,0 1 1 0 0,0-1 0 0 0,0 0 0 0 0,0 1-1 0 0,0-1 1 0 0,0 1 0 0 0,1-1 0 0 0,-1 1-1 0 0,0-1 1 0 0,0 0 0 0 0,0 1 0 0 0,0-1-1 0 0,1 1 1 0 0,-1-1 0 0 0,0 0 0 0 0,0 1-1 0 0,1-1 1 0 0,-1 0 0 0 0,0 1-1 0 0,1-1 1 0 0,-1 0 0 0 0,0 1 0 0 0,1-1-1 0 0,-1 0 1 0 0,0 0 0 0 0,1 0 0 0 0,-1 1-1 0 0,1-1 1 0 0,15-10-175 0 0,-8 3 191 0 0,2-1-36 0 0,10-8 86 0 0,33-20 1 0 0,-45 32-41 0 0,0-1-1 0 0,0 2 1 0 0,0-1-1 0 0,1 1 1 0 0,0 1 0 0 0,-1 0-1 0 0,1 0 1 0 0,9-1 0 0 0,8-1-10 0 0,46-13 0 0 0,19-3 0 0 0,-83 18 0 0 0,1 2 0 0 0,0-1 0 0 0,-1 1 0 0 0,1 0 0 0 0,0 1 0 0 0,0 0 0 0 0,-1 0 0 0 0,9 3 0 0 0,-8 0 0 0 0,0-1 0 0 0,0 2 0 0 0,14 8 0 0 0,-16-8 0 0 0,0-1 0 0 0,0-1 0 0 0,0 1 0 0 0,1-1 0 0 0,-1 0 0 0 0,10 2 0 0 0,-17-5-6 0 0,1 0 0 0 0,-1 0 0 0 0,0 0 0 0 0,0 1-1 0 0,0-1 1 0 0,0 0 0 0 0,0 0 0 0 0,0 0 0 0 0,0 0 0 0 0,0 0 0 0 0,0 0 0 0 0,0 0 0 0 0,0 0 0 0 0,0 0 0 0 0,1 0 0 0 0,-1 1 0 0 0,0-1 0 0 0,0 0 0 0 0,0 0 0 0 0,0 0 0 0 0,0 0 0 0 0,0 0 0 0 0,0 0 0 0 0,0 0 0 0 0,0 1 0 0 0,0-1 0 0 0,0 0 0 0 0,0 0 0 0 0,0 0 0 0 0,0 0 0 0 0,0 0-1 0 0,0 0 1 0 0,0 0 0 0 0,-1 0 0 0 0,1 1 0 0 0,0-1 0 0 0,0 0 0 0 0,0 0 0 0 0,0 0 0 0 0,0 0 0 0 0,0 0 0 0 0,0 0 0 0 0,0 0 0 0 0,0 0 0 0 0,0 0 0 0 0,0 0 0 0 0,0 1 0 0 0,-1-1 0 0 0,1 0 0 0 0,0 0 0 0 0,0 0 0 0 0,0 0 0 0 0,0 0 0 0 0,0 0 0 0 0,0 0 0 0 0,0 0 0 0 0,0 0 0 0 0,-1 0-1 0 0,1 0 1 0 0,0 0 0 0 0,0 0 0 0 0,-14 9-148 0 0,-26 13 104 0 0,31-16 7 0 0,-38 20 183 0 0,-1-2-1 0 0,0-2 0 0 0,-92 28 1 0 0,106-56 2052 0 0,170-30-2668 0 0,-14 5 168 0 0,86-38 114 0 0,141-38 1404 0 0,-260 90-907 0 0,172-11-1 0 0,89 21-64 0 0,-400 15 99 0 0,12-1-127 0 0,-116-4-187 0 0,112-5-24 0 0,0 3 0 0 0,-1 1 0 0 0,-41 8-1 0 0,-32 16-63 0 0,47-9-30 0 0,-102 11-1 0 0,146-23-13 0 0,22-1 7 0 0,17 1 0 0 0,-1-4-34 0 0,1 0 1 0 0,0-1-1 0 0,0-1 0 0 0,-1 0 1 0 0,1-1-1 0 0,22-6 0 0 0,8 0 79 0 0,253-33 74 0 0,114-17 356 0 0,-351 48-176 0 0,308-35 1233 0 0,-138 30-1182 0 0,95-2 48 0 0,-250 13-170 0 0,-1-3 0 0 0,113-26 0 0 0,-52 7-19 0 0,-74 11-15 0 0,-48 11-80 0 0,-1 0 0 0 0,1 1 1 0 0,0 1-1 0 0,0 0 0 0 0,0 0 1 0 0,0 2-1 0 0,1-1 0 0 0,16 3 1 0 0,-130 10 179 0 0,49-6-192 0 0,0 3 0 0 0,1 1 0 0 0,0 3 0 0 0,-71 29 0 0 0,-180 52-198 0 0,234-77 180 0 0,17-1-8 0 0,-51 24 0 0 0,21-8 6 0 0,136-50-96 0 0,0 3 0 0 0,64-9 0 0 0,137-12-232 0 0,-204 29 314 0 0,83-9 313 0 0,145-37 0 0 0,-198 28-81 0 0,-56 16-74 0 0,0 0-1 0 0,1 2 1 0 0,0 2 0 0 0,1 0-1 0 0,35-1 1 0 0,-44 8-90 0 0,-20-1-25 0 0,0-1-1 0 0,-1 1 1 0 0,1-1 0 0 0,0 0-1 0 0,0 1 1 0 0,-1-1 0 0 0,1 0 0 0 0,0 1-1 0 0,-1-1 1 0 0,1 0 0 0 0,-1 1-1 0 0,1-1 1 0 0,0 0 0 0 0,-1 0 0 0 0,1 1-1 0 0,-1-1 1 0 0,1 0 0 0 0,-1 0-1 0 0,1 0 1 0 0,0 0 0 0 0,-1 0 0 0 0,1 0-1 0 0,-1 1 1 0 0,1-1 0 0 0,-1 0-1 0 0,1 0 1 0 0,-1-1 0 0 0,1 1 0 0 0,-1 0-1 0 0,0 0 1 0 0,0 0 71 0 0,-3 1 0 0 0,-40 3-2032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36.153"/>
    </inkml:context>
    <inkml:brush xml:id="br0">
      <inkml:brushProperty name="width" value="0.35" units="cm"/>
      <inkml:brushProperty name="height" value="0.35" units="cm"/>
      <inkml:brushProperty name="color" value="#AB008B"/>
    </inkml:brush>
  </inkml:definitions>
  <inkml:trace contextRef="#ctx0" brushRef="#br0">100 338 4609 0 0,'-53'-36'14040'0'0,"30"8"-13293"0"0,20 22-521 0 0,0-1 1 0 0,1 1-1 0 0,0-1 1 0 0,0 0-1 0 0,-2-11 0 0 0,-3-14-26 0 0,18 52 828 0 0,-7-13-1101 0 0,0 1 0 0 0,0-1 0 0 0,0 1 0 0 0,4 14 0 0 0,-4 1-5 0 0,-1 1 1 0 0,1 44 0 0 0,-4-46-199 0 0,1 0 1 0 0,1 0-1 0 0,8 35 1 0 0,-10-55 131 0 0,0 0 0 0 0,1-1 0 0 0,-1 1 0 0 0,1-1-1 0 0,-1 1 1 0 0,1-1 0 0 0,0 1 0 0 0,-1-1 0 0 0,1 1 0 0 0,0-1 0 0 0,0 1 0 0 0,0-1 0 0 0,0 0 0 0 0,0 0-1 0 0,0 1 1 0 0,0-1 0 0 0,1 0 0 0 0,0 1 0 0 0,16-58-5740 0 0,-16 25 4165 0 0,-3-63 1 0 0,-1 77 2505 0 0,0 0 1 0 0,-1 1-1 0 0,-35-46 6532 0 0,38 62-7251 0 0,0 2-47 0 0,0 1-1 0 0,0-1 0 0 0,0 0 1 0 0,0 0-1 0 0,1 0 1 0 0,-1 0-1 0 0,1 1 1 0 0,-1-1-1 0 0,1 0 1 0 0,0 0-1 0 0,0 0 0 0 0,0 0 1 0 0,0 0-1 0 0,0-1 1 0 0,0 1-1 0 0,1 0 1 0 0,-1 0-1 0 0,1-1 0 0 0,-1 1 1 0 0,3 1-1 0 0,-1-1 31 0 0,0 0-1 0 0,0-1 1 0 0,0 1-1 0 0,0-1 1 0 0,1 0 0 0 0,-1 0-1 0 0,0 0 1 0 0,1 0-1 0 0,-1 0 1 0 0,1-1-1 0 0,4 0 1 0 0,5 0 77 0 0,1-1 1 0 0,-1 0 0 0 0,0-1-1 0 0,0 0 1 0 0,18-7-1 0 0,22-4 74 0 0,2 2-1 0 0,-1 3 0 0 0,63-2 1 0 0,28-4 136 0 0,-46 1-368 0 0,158 0-1 0 0,-7 12 243 0 0,50 2 86 0 0,150 7-298 0 0,-243-13 215 0 0,-114 0-26 0 0,113 10-1 0 0,-107-1-108 0 0,1-4 1 0 0,115-15-1 0 0,-170 11-81 0 0,127-1-90 0 0,-101 5 123 0 0,73-9 0 0 0,-51-3 41 0 0,378-40 401 0 0,-182 37-474 0 0,-258 15-19 0 0,-1 0 1 0 0,47 8 0 0 0,-36-3-75 0 0,73-1-83 0 0,-82-4 99 0 0,0 1 0 0 0,0 1 0 0 0,48 10 0 0 0,-68-10 77 0 0,1-1 0 0 0,-1 0 0 0 0,0-1 0 0 0,1-1 0 0 0,23-3 0 0 0,19 0 0 0 0,51-2 0 0 0,-49-104 142 0 0,-68 126 291 0 0,0 27-1030 0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07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274 474 920 0 0,'-8'-4'482'0'0,"-1"1"-1"0"0,0 0 0 0 0,1 0 1 0 0,-1 1-1 0 0,0 1 0 0 0,0-1 1 0 0,-1 1-1 0 0,1 1 0 0 0,0-1 1 0 0,0 2-1 0 0,0-1 1 0 0,0 1-1 0 0,-17 4 0 0 0,10-1 732 0 0,1 1 0 0 0,-1 1 0 0 0,1 0-1 0 0,0 1 1 0 0,1 0 0 0 0,-26 19 0 0 0,40-26-1187 0 0,0 0 0 0 0,0 0 0 0 0,0 0 0 0 0,0 0 0 0 0,0 0 1 0 0,0 0-1 0 0,1 0 183 0 0,-1 0-183 0 0,0 1 0 0 0,0-1 0 0 0,0 0 0 0 0,0 0 0 0 0,0 0 0 0 0,0 0 0 0 0,0 0 1 0 0,0 0-1 0 0,0 0 0 0 0,0 0 0 0 0,0 0 0 0 0,0 0 0 0 0,0 0 0 0 0,0 0 0 0 0,0 1 1 0 0,0-1-1 0 0,0 0 0 0 0,0 0 0 0 0,0 0 0 0 0,0 0 0 0 0,0 0 0 0 0,0 0 0 0 0,0 0 0 0 0,0 0 1 0 0,0 0-1 0 0,0 0 0 0 0,0 0 0 0 0,-1 1 183 0 0,1-1-183 0 0,0 0 0 0 0,0 0 0 0 0,0 0 0 0 0,0 0 1 0 0,0 0-1 0 0,0 0 0 0 0,0 0 0 0 0,0 0 0 0 0,0 0 0 0 0,0 0 0 0 0,-1 0 0 0 0,1 0 0 0 0,11 0 466 0 0,15-5-264 0 0,165-57 1529 0 0,-75 22-1192 0 0,45-15 87 0 0,143-42-116 0 0,-183 59-352 0 0,135-63 1 0 0,74-24-3289 0 0,-327 124 2514 0 0,0 0-452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4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21 6449 0 0,'-4'-17'784'0'0,"4"18"-734"0"0,0-1 1 0 0,1 0-1 0 0,-1 0 1 0 0,0 0-1 0 0,0 1 1 0 0,0-1-1 0 0,0 0 0 0 0,0 0 1 0 0,1 0-1 0 0,-1 1 1 0 0,0-1-1 0 0,0 0 1 0 0,0 0-1 0 0,0 0 1 0 0,1 0-1 0 0,-1 0 0 0 0,0 0 1 0 0,0 0-1 0 0,0 0 1 0 0,1 1-1 0 0,-1-1 1 0 0,0 0-1 0 0,0 0 0 0 0,1 0 1 0 0,-1 0-1 0 0,0 0 1 0 0,0 0-1 0 0,0 0 1 0 0,1 0-1 0 0,-1 0 1 0 0,0 0-1 0 0,0 0 0 0 0,1 0 1 0 0,-1-1-1 0 0,0 1 1 0 0,0 0-1 0 0,0 0 1 0 0,1 0-1 0 0,-1 0 0 0 0,0 0 1 0 0,0 0-1 0 0,0 0 1 0 0,1-1-1 0 0,-1 1 1 0 0,0 0-1 0 0,0 0 1 0 0,0 0-1 0 0,0 0 0 0 0,0-1 1 0 0,1 1-1 0 0,-1 0 1 0 0,0 0-1 0 0,0 0 1 0 0,0-1-1 0 0,0 1 0 0 0,0 0 1 0 0,0 0-1 0 0,0-1 1 0 0,0 1-1 0 0,0 0 1 0 0,0 0-1 0 0,0 0 1 0 0,0-1-1 0 0,0 1 0 0 0,0 0 1 0 0,0 0-1 0 0,0-1 1 0 0,0 1-1 0 0,0 0 1 0 0,1 1 94 0 0,0 0 0 0 0,-1 0 0 0 0,1 0 1 0 0,0 0-1 0 0,-1 0 0 0 0,1 0 1 0 0,-1 0-1 0 0,1 1 0 0 0,-1-1 0 0 0,1 0 1 0 0,-1 1-1 0 0,0-1 0 0 0,0 0 0 0 0,0 0 1 0 0,0 1-1 0 0,1-1 0 0 0,-2 2 0 0 0,-1 28 768 0 0,1-23-578 0 0,-8 70 1101 0 0,-5 88-289 0 0,13-149-1057 0 0,2 0-1 0 0,0 0 1 0 0,1-1-1 0 0,1 1 1 0 0,1-1-1 0 0,0 0 1 0 0,11 28-1 0 0,-13-40-36 0 0,0 1-1 0 0,0-1 0 0 0,1 0 1 0 0,0 1-1 0 0,0-1 0 0 0,0 0 1 0 0,0 0-1 0 0,0-1 1 0 0,1 1-1 0 0,0-1 0 0 0,0 0 1 0 0,0 0-1 0 0,0 0 0 0 0,0 0 1 0 0,0-1-1 0 0,1 1 1 0 0,-1-1-1 0 0,1 0 0 0 0,0-1 1 0 0,0 1-1 0 0,-1-1 1 0 0,8 1-1 0 0,-4-1-59 0 0,1-1-1 0 0,0 0 1 0 0,0-1 0 0 0,-1 0-1 0 0,1 0 1 0 0,0 0 0 0 0,-1-1-1 0 0,1-1 1 0 0,-1 0 0 0 0,0 0-1 0 0,0 0 1 0 0,8-5 0 0 0,12-8-704 0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0.8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99 11 10594 0 0,'-6'0'189'0'0,"0"1"0"0"0,0 0-1 0 0,0 1 1 0 0,0 0-1 0 0,1 0 1 0 0,-1 0 0 0 0,1 0-1 0 0,-1 1 1 0 0,1 0 0 0 0,0 0-1 0 0,-6 5 1 0 0,9-5-38 0 0,-1-1 0 0 0,1 0 0 0 0,0 1 0 0 0,0-1 0 0 0,0 1 0 0 0,0 0 0 0 0,1 0 0 0 0,-1 0 0 0 0,1-1 0 0 0,0 2 0 0 0,0-1 0 0 0,0 0 0 0 0,0 0 0 0 0,0 0 0 0 0,1 0 0 0 0,-1 0 0 0 0,1 1 0 0 0,0-1 0 0 0,0 0 0 0 0,0 1 0 0 0,0-1 0 0 0,2 6 0 0 0,0-1-30 0 0,1 0-1 0 0,0 0 1 0 0,0 0-1 0 0,1 0 1 0 0,0 0-1 0 0,0-1 1 0 0,1 1-1 0 0,0-1 1 0 0,0-1-1 0 0,0 1 1 0 0,1-1-1 0 0,0 0 1 0 0,1 0-1 0 0,-1 0 1 0 0,1-1-1 0 0,0 0 1 0 0,12 6-1 0 0,-2-1-88 0 0,1-1 0 0 0,1-1-1 0 0,0-1 1 0 0,0 0-1 0 0,0-1 1 0 0,28 4-1 0 0,-37-9 28 0 0,0 0-1 0 0,1-1 0 0 0,-1 0 0 0 0,0 0 1 0 0,0-1-1 0 0,0 0 0 0 0,0-1 0 0 0,0 0 1 0 0,0-1-1 0 0,0 0 0 0 0,-1-1 0 0 0,16-7 1 0 0,-21 9-24 0 0,-1 0 0 0 0,1 0-1 0 0,0-1 1 0 0,-1 1 0 0 0,0-1 0 0 0,1 0 0 0 0,-1 0 0 0 0,0 0 0 0 0,0 0 0 0 0,-1-1 0 0 0,1 1 0 0 0,-1-1 0 0 0,0 1 0 0 0,0-1 0 0 0,0 0 0 0 0,0 0-1 0 0,-1 0 1 0 0,1 0 0 0 0,-1 0 0 0 0,0-1 0 0 0,0 1 0 0 0,-1 0 0 0 0,1 0 0 0 0,-1-1 0 0 0,0 1 0 0 0,0 0 0 0 0,0-1 0 0 0,-1 1 0 0 0,0 0 0 0 0,1 0-1 0 0,-4-8 1 0 0,0 2-10 0 0,0 1-1 0 0,0-1 0 0 0,-1 1 0 0 0,-1 0 0 0 0,1 1 0 0 0,-1-1 0 0 0,-1 1 0 0 0,0 1 0 0 0,0-1 0 0 0,0 1 0 0 0,-14-10 1 0 0,16 12-326 0 0,-1 1 0 0 0,0 0 0 0 0,0 0 0 0 0,0 1 1 0 0,-1 0-1 0 0,1 0 0 0 0,-1 0 0 0 0,0 1 0 0 0,0 0 1 0 0,0 0-1 0 0,0 1 0 0 0,0-1 0 0 0,0 2 0 0 0,0-1 1 0 0,0 1-1 0 0,0 0 0 0 0,-12 2 0 0 0,0 3-5456 0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1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 10594 0 0,'1'-1'186'0'0,"0"1"-1"0"0,0-1 0 0 0,0 0 1 0 0,0 0-1 0 0,0 1 1 0 0,0-1-1 0 0,0 1 0 0 0,0-1 1 0 0,0 1-1 0 0,0-1 0 0 0,0 1 1 0 0,0 0-1 0 0,0-1 1 0 0,0 1-1 0 0,1 0 0 0 0,-1 0 1 0 0,0 0-1 0 0,0 0 0 0 0,0 0 1 0 0,1 0-1 0 0,-1 0 1 0 0,0 0-1 0 0,0 0 0 0 0,0 1 1 0 0,2 0-1 0 0,31 10 3094 0 0,-10 3-2054 0 0,0 1 0 0 0,40 33-1 0 0,-45-32-1388 0 0,0-1 0 0 0,1-1 0 0 0,1 0-1 0 0,35 16 1 0 0,-32-21-1329 0 0,0-1-3385 0 0,-1-2-1655 0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33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161 2 10594 0 0,'-5'-1'177'0'0,"1"1"0"0"0,-1 0 0 0 0,1 0-1 0 0,-1 1 1 0 0,1-1 0 0 0,0 1 0 0 0,-1 0 0 0 0,1 0 0 0 0,0 1-1 0 0,0-1 1 0 0,-1 1 0 0 0,1 0 0 0 0,0 0 0 0 0,1 0-1 0 0,-1 0 1 0 0,0 1 0 0 0,1 0 0 0 0,-1 0 0 0 0,1 0-1 0 0,0 0 1 0 0,0 0 0 0 0,0 1 0 0 0,0-1 0 0 0,1 1-1 0 0,-3 3 1 0 0,-4 10 238 0 0,1 0 0 0 0,0 1 0 0 0,1-1-1 0 0,1 1 1 0 0,-7 31 0 0 0,10-35-702 0 0,1 1 0 0 0,0-1 1 0 0,1 1-1 0 0,1-1 0 0 0,0 0 0 0 0,1 1 1 0 0,5 28-1 0 0,-1-26-608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54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6913 0 0,'1'0'196'0'0,"0"1"-1"0"0,0 0 1 0 0,1-1-1 0 0,-1 1 1 0 0,0-1-1 0 0,-1 1 1 0 0,1 0-1 0 0,0 0 1 0 0,0 0-1 0 0,0 0 1 0 0,0-1-1 0 0,-1 1 1 0 0,1 0-1 0 0,0 0 1 0 0,-1 0-1 0 0,1 0 0 0 0,-1 1 1 0 0,1 0-1 0 0,11 24 2079 0 0,-10-22-1679 0 0,58 127 5329 0 0,-48-111-6441 0 0,1 1 1 0 0,1-1-1 0 0,0-1 0 0 0,18 17 1 0 0,-16-19-5623 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1.7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95 68 7834 0 0,'-11'-14'278'0'0,"8"9"104"0"0,0 1 0 0 0,-1-1-1 0 0,0 1 1 0 0,0-1-1 0 0,0 1 1 0 0,0 0 0 0 0,0 1-1 0 0,-1-1 1 0 0,1 1 0 0 0,-1 0-1 0 0,0 0 1 0 0,-8-3-1 0 0,12 6-391 0 0,0 0-1 0 0,0 0 0 0 0,0 0 0 0 0,0 0 0 0 0,0 0 0 0 0,1 1 0 0 0,-1-1 1 0 0,0 0-1 0 0,0 1 0 0 0,0-1 0 0 0,0 0 0 0 0,1 1 0 0 0,-1-1 1 0 0,0 1-1 0 0,0-1 0 0 0,1 1 0 0 0,-1 0 0 0 0,0-1 0 0 0,1 1 0 0 0,-1 0 1 0 0,1-1-1 0 0,-1 1 0 0 0,1 0 0 0 0,-1 0 0 0 0,1 0 0 0 0,-1-1 0 0 0,1 1 1 0 0,0 0-1 0 0,0 0 0 0 0,-1 0 0 0 0,1 0 0 0 0,0 0 0 0 0,0-1 0 0 0,0 1 1 0 0,0 0-1 0 0,0 0 0 0 0,0 0 0 0 0,0 0 0 0 0,0 0 0 0 0,0 1 0 0 0,5 39-2093 0 0,-3-35 2032 0 0,0 0 1 0 0,1 0 0 0 0,0 0 0 0 0,6 9 0 0 0,4 3 17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1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371 356 3225 0 0,'-10'-3'408'0'0,"-1"0"0"0"0,1 1 1 0 0,-1 0-1 0 0,1 0 0 0 0,-1 1 0 0 0,-13 1 1 0 0,-63 5 2014 0 0,76-4-1987 0 0,1 1 0 0 0,0 0 1 0 0,0 0-1 0 0,0 1 0 0 0,0 0 1 0 0,0 1-1 0 0,0 0 0 0 0,1 1 1 0 0,0-1-1 0 0,0 2 0 0 0,-10 7 0 0 0,13-8-124 0 0,0 1 0 0 0,0 0 0 0 0,1 0 0 0 0,-1 0 0 0 0,2 1 0 0 0,-1 0 0 0 0,1 0 0 0 0,0 0 0 0 0,0 0-1 0 0,1 1 1 0 0,0-1 0 0 0,0 1 0 0 0,1 0 0 0 0,-3 15 0 0 0,4-16-229 0 0,0 1-1 0 0,0 0 1 0 0,1 0-1 0 0,0-1 1 0 0,0 1 0 0 0,1 0-1 0 0,0 0 1 0 0,0-1 0 0 0,1 1-1 0 0,4 11 1 0 0,-5-17-97 0 0,0 0-1 0 0,0 0 1 0 0,0 0 0 0 0,0 0 0 0 0,1 0-1 0 0,-1 0 1 0 0,1 0 0 0 0,-1 0 0 0 0,1-1 0 0 0,0 1-1 0 0,0-1 1 0 0,-1 1 0 0 0,1-1 0 0 0,0 0-1 0 0,5 2 1 0 0,-5-2-29 0 0,1 0 1 0 0,0 0-1 0 0,0-1 0 0 0,0 0 0 0 0,1 1 1 0 0,-1-1-1 0 0,0 0 0 0 0,0-1 0 0 0,0 1 1 0 0,0 0-1 0 0,0-1 0 0 0,0 0 0 0 0,0 0 1 0 0,0 0-1 0 0,3-2 0 0 0,5-2-70 0 0,0-1 0 0 0,0 0-1 0 0,-1-1 1 0 0,0 0 0 0 0,-1 0-1 0 0,1-1 1 0 0,-1-1 0 0 0,-1 0-1 0 0,0 0 1 0 0,0 0 0 0 0,-1-1 0 0 0,0 0-1 0 0,-1-1 1 0 0,0 1 0 0 0,0-1-1 0 0,-1 0 1 0 0,-1-1 0 0 0,0 1-1 0 0,0-1 1 0 0,-1 0 0 0 0,-1 0-1 0 0,0 0 1 0 0,0 0 0 0 0,-2 0 0 0 0,1 0-1 0 0,-3-24 1 0 0,-3-3 950 0 0,-1 0 1 0 0,-2 0-1 0 0,-1 1 1 0 0,-2 1 0 0 0,-2-1-1 0 0,-31-61 1 0 0,27 80 234 0 0,12 20-430 0 0,8 14-428 0 0,17 30-109 0 0,2-1 0 0 0,27 42-1 0 0,-3-5 30 0 0,-19-31-228 0 0,5 10-815 0 0,76 110 0 0 0,-84-139-6877 0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2.54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131 305 6913 0 0,'-22'15'1979'0'0,"9"-7"1017"0"0,23-25-897 0 0,-2 6-1774 0 0,0-1 0 0 0,0-1 0 0 0,-1 0-1 0 0,-1 0 1 0 0,0 0 0 0 0,-1 0 0 0 0,-1-1 0 0 0,5-24 0 0 0,-7 30-198 0 0,-1 1 0 0 0,-1-1 0 0 0,0 0 0 0 0,0 1 0 0 0,0-1 0 0 0,-1 0 0 0 0,0 1 0 0 0,0-1 0 0 0,-1 0 0 0 0,0 1 0 0 0,0 0 0 0 0,-1-1 0 0 0,0 1 0 0 0,0 0 0 0 0,-1 1 0 0 0,0-1 0 0 0,0 0 0 0 0,-6-6 0 0 0,9 11-68 0 0,-1 0 1 0 0,1 0-1 0 0,-1 1 0 0 0,1-1 1 0 0,-1 0-1 0 0,0 1 0 0 0,0-1 1 0 0,0 1-1 0 0,0 0 0 0 0,0-1 0 0 0,0 1 1 0 0,0 0-1 0 0,0 0 0 0 0,-1 0 1 0 0,1 1-1 0 0,0-1 0 0 0,0 0 0 0 0,-1 1 1 0 0,-4-1-1 0 0,5 1-11 0 0,0 1 0 0 0,0 0-1 0 0,0-1 1 0 0,0 1 0 0 0,0 0-1 0 0,0 0 1 0 0,0 0 0 0 0,0 0 0 0 0,0 0-1 0 0,0 0 1 0 0,0 1 0 0 0,1-1-1 0 0,-1 1 1 0 0,1-1 0 0 0,-1 1 0 0 0,1 0-1 0 0,-2 2 1 0 0,-4 6 61 0 0,1 0 0 0 0,1 1 0 0 0,0-1 0 0 0,0 1 1 0 0,1 1-1 0 0,-4 15 0 0 0,5-14-71 0 0,0 0 0 0 0,1 1 0 0 0,0-1 0 0 0,1 0 0 0 0,1 0 0 0 0,0 1 0 0 0,1-1 0 0 0,0 0 0 0 0,1 1 0 0 0,6 21 0 0 0,-5-27-32 0 0,0 0 0 0 0,1 0 0 0 0,-1 0 1 0 0,2 0-1 0 0,-1-1 0 0 0,1 1 1 0 0,1-1-1 0 0,-1-1 0 0 0,1 1 0 0 0,0-1 1 0 0,1 0-1 0 0,-1 0 0 0 0,1 0 0 0 0,0-1 1 0 0,1-1-1 0 0,-1 1 0 0 0,11 4 1 0 0,47 16-1707 0 0,-26-15-5813 0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3.6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45 402 6913 0 0,'-6'1'921'0'0,"0"0"-1"0"0,0 0 1 0 0,-1 1-1 0 0,1-1 1 0 0,-7 4-1 0 0,43-7 2855 0 0,299-85 1352 0 0,-223 57-4507 0 0,238-86 237 0 0,-133 41-856 0 0,-85 37-592 0 0,-5 2-1663 0 0,-43 8-3167 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07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164 35 5065 0 0,'-2'-16'-122'0'0,"1"15"429"0"0,1-1 0 0 0,-1 1 1 0 0,1 0-1 0 0,-1 0 1 0 0,1 0-1 0 0,-1-1 1 0 0,0 1-1 0 0,0 0 0 0 0,0 0 1 0 0,0 0-1 0 0,0 0 1 0 0,0 0-1 0 0,-1 0 1 0 0,1 0-130 0 0,0 1-1 0 0,1 0 1 0 0,-1-1 0 0 0,0 1 0 0 0,0 0 0 0 0,0 0 0 0 0,0 0 0 0 0,0 0 0 0 0,1 0 0 0 0,-1 0 0 0 0,0 0 0 0 0,0 0 0 0 0,0 0 0 0 0,0 0 0 0 0,0 0 0 0 0,0 1 0 0 0,1-1-1 0 0,-1 0 1 0 0,0 1 0 0 0,0-1 0 0 0,0 0 0 0 0,1 1 0 0 0,-1-1 0 0 0,0 1 0 0 0,0-1 0 0 0,1 1 0 0 0,-1 0 0 0 0,1-1 0 0 0,-1 1 0 0 0,0 0 0 0 0,1-1 0 0 0,-1 1-1 0 0,1 0 1 0 0,-1 0 0 0 0,1-1 0 0 0,0 1 0 0 0,-1 0 0 0 0,1 1 0 0 0,-34 59 1859 0 0,-45 111 0 0 0,77-167-1940 0 0,1 0-1 0 0,-1 0 1 0 0,1 0-1 0 0,0 0 0 0 0,0 1 1 0 0,1-1-1 0 0,-1 0 1 0 0,1 0-1 0 0,1 0 0 0 0,-1 1 1 0 0,2 8-1 0 0,-1-12-74 0 0,0 0 0 0 0,-1 0-1 0 0,1 0 1 0 0,0 0 0 0 0,0 0-1 0 0,0 0 1 0 0,1-1 0 0 0,-1 1-1 0 0,0 0 1 0 0,0-1 0 0 0,1 1-1 0 0,-1-1 1 0 0,1 0 0 0 0,0 1-1 0 0,-1-1 1 0 0,1 0 0 0 0,0 0 0 0 0,0 0-1 0 0,0 0 1 0 0,-1 0 0 0 0,1-1-1 0 0,0 1 1 0 0,0-1 0 0 0,0 1-1 0 0,0-1 1 0 0,0 1 0 0 0,1-1-1 0 0,-1 0 1 0 0,0 0 0 0 0,0 0-1 0 0,0 0 1 0 0,3-1 0 0 0,7-1-206 0 0,1 0-1 0 0,22-7 1 0 0,-24 6-91 0 0,22-7-506 0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54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132 0 10138 0 0,'-4'1'272'0'0,"1"0"0"0"0,-1 0-1 0 0,0 0 1 0 0,1 0 0 0 0,-1 0 0 0 0,0 1-1 0 0,1 0 1 0 0,-1-1 0 0 0,1 1 0 0 0,0 1-1 0 0,0-1 1 0 0,-3 3 0 0 0,-35 33 2387 0 0,37-34-2612 0 0,0 1 0 0 0,0-1 0 0 0,0 1 0 0 0,1 0 0 0 0,0 0 0 0 0,-1 0 0 0 0,2 0-1 0 0,-1 1 1 0 0,1-1 0 0 0,0 1 0 0 0,0 0 0 0 0,0 0 0 0 0,1-1 0 0 0,0 1 0 0 0,0 0 0 0 0,1 0 0 0 0,-1 0 0 0 0,1 0-1 0 0,1 0 1 0 0,-1 0 0 0 0,1 0 0 0 0,0 0 0 0 0,0 0 0 0 0,1 0 0 0 0,2 7 0 0 0,0-4-17 0 0,1 0 0 0 0,-1-1 0 0 0,1 0-1 0 0,1 0 1 0 0,0 0 0 0 0,0-1 0 0 0,0 0 0 0 0,1 0 0 0 0,0 0 0 0 0,0-1-1 0 0,1 0 1 0 0,-1-1 0 0 0,2 1 0 0 0,-1-1 0 0 0,11 4 0 0 0,-7-4 41 0 0,-1-1 0 0 0,1-1 0 0 0,0 0 0 0 0,0 0 0 0 0,0-1 0 0 0,0-1 1 0 0,0 0-1 0 0,0 0 0 0 0,1-2 0 0 0,-1 1 0 0 0,17-4 0 0 0,-21 3-3 0 0,0-1-1 0 0,0 0 1 0 0,0 0 0 0 0,0-1 0 0 0,0 0-1 0 0,-1 0 1 0 0,1-1 0 0 0,-1 0 0 0 0,0 0-1 0 0,0-1 1 0 0,0 0 0 0 0,-1 0 0 0 0,0 0-1 0 0,0-1 1 0 0,0 0 0 0 0,-1 0 0 0 0,9-13-1 0 0,-12 15-40 0 0,0 1-1 0 0,-1-1 0 0 0,1 0 0 0 0,-1 0 1 0 0,0 0-1 0 0,0 0 0 0 0,-1 0 0 0 0,1 0 1 0 0,-1 0-1 0 0,0 0 0 0 0,0 0 1 0 0,0 0-1 0 0,-1 0 0 0 0,1 0 0 0 0,-1 0 1 0 0,0 1-1 0 0,0-1 0 0 0,0 0 0 0 0,-1 0 1 0 0,1 0-1 0 0,-1 1 0 0 0,0-1 1 0 0,0 1-1 0 0,0 0 0 0 0,-1-1 0 0 0,1 1 1 0 0,-1 0-1 0 0,-4-4 0 0 0,-3-3-18 0 0,0 0 0 0 0,-1 1-1 0 0,0 0 1 0 0,0 1 0 0 0,-1 1 0 0 0,-25-13-1 0 0,7 7-863 0 0,0 2-1 0 0,-1 1 0 0 0,-33-5 0 0 0,39 10-5550 0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7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9674 0 0,'117'75'9370'0'0,"2"-6"-5486"0"0,-37-27-5782 0 0,2-2-4597 0 0,-66-32 218 0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4.99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231 1 11522 0 0,'-5'3'572'0'0,"0"1"0"0"0,-1 0 0 0 0,1 0-1 0 0,0 0 1 0 0,1 0 0 0 0,-1 1 0 0 0,1 0-1 0 0,0 0 1 0 0,0 0 0 0 0,1 0 0 0 0,-5 8-1 0 0,-9 12 738 0 0,-81 110 1420 0 0,70-86-4322 0 0,6 2-3534 0 0,14-28-1620 0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2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10138 0 0,'13'13'4618'0'0,"-7"-8"-3764"0"0,0 0 0 0 0,0 1 0 0 0,-1-1 0 0 0,1 1-1 0 0,-1 1 1 0 0,-1-1 0 0 0,6 10 0 0 0,20 65-1538 0 0,-24-67-407 0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4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14 3 5065 0 0,'-5'-1'224'0'0,"2"0"48"0"0,0 1-272 0 0,2 1 0 0 0,-1 0 0 0 0,2 1 0 0 0,0-1 224 0 0,0 2 0 0 0,2 2-8 0 0,0 1 0 0 0,1 1-216 0 0,4 1 0 0 0,3 0 0 0 0,2 2 0 0 0,2-2 0 0 0,0 0 0 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5.9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316 368 4145 0 0,'-4'-1'277'0'0,"1"0"-1"0"0,-1 0 1 0 0,0 0 0 0 0,1 0-1 0 0,-1 1 1 0 0,0-1 0 0 0,0 1-1 0 0,1 0 1 0 0,-1 0 0 0 0,0 0-1 0 0,0 1 1 0 0,1-1 0 0 0,-6 2-1 0 0,-2 0 214 0 0,-23 1 2889 0 0,-56 12 0 0 0,81-13-2995 0 0,1 0 1 0 0,-1 1-1 0 0,1 0 1 0 0,0 0-1 0 0,0 1 0 0 0,0 0 1 0 0,0 0-1 0 0,0 1 0 0 0,1 0 1 0 0,0 1-1 0 0,0-1 1 0 0,-6 8-1 0 0,12-12-384 0 0,-1 0 0 0 0,1 1 0 0 0,0-1 1 0 0,-1 1-1 0 0,1-1 0 0 0,0 1 0 0 0,0-1 0 0 0,0 1 0 0 0,0 0 0 0 0,1 0 0 0 0,-1-1 1 0 0,0 1-1 0 0,1 0 0 0 0,-1 0 0 0 0,1 0 0 0 0,0 0 0 0 0,-1 0 0 0 0,1 0 1 0 0,0-1-1 0 0,0 1 0 0 0,0 0 0 0 0,0 0 0 0 0,1 0 0 0 0,-1 0 0 0 0,1 0 0 0 0,-1 0 1 0 0,1 0-1 0 0,-1-1 0 0 0,1 1 0 0 0,0 0 0 0 0,0 0 0 0 0,0-1 0 0 0,0 1 1 0 0,0-1-1 0 0,0 1 0 0 0,1-1 0 0 0,-1 1 0 0 0,0-1 0 0 0,1 0 0 0 0,-1 1 1 0 0,1-1-1 0 0,-1 0 0 0 0,1 0 0 0 0,0 0 0 0 0,-1 0 0 0 0,1 0 0 0 0,2 0 0 0 0,4 3-113 0 0,0-1-1 0 0,0 0 0 0 0,1-1 1 0 0,-1 0-1 0 0,0 0 0 0 0,1 0 0 0 0,-1-1 1 0 0,1-1-1 0 0,14 0 0 0 0,-14-1-13 0 0,1 0 1 0 0,0-1-1 0 0,-1 0 0 0 0,0-1 0 0 0,1 0 1 0 0,-1-1-1 0 0,0 0 0 0 0,-1 0 0 0 0,1-1 1 0 0,-1 0-1 0 0,0 0 0 0 0,0-1 0 0 0,14-13 0 0 0,-17 14 111 0 0,-1 0-1 0 0,1-1 0 0 0,-1 1 0 0 0,0-1 0 0 0,0-1 0 0 0,-1 1 0 0 0,0 0 0 0 0,0-1 0 0 0,0 1 0 0 0,-1-1 0 0 0,0 0 0 0 0,0 0 0 0 0,-1 0 0 0 0,0 0 0 0 0,0 0 0 0 0,-1 0 0 0 0,0 0 0 0 0,0-1 0 0 0,-2-11 0 0 0,-4-11 377 0 0,-2 0-1 0 0,-11-30 1 0 0,-4-10 714 0 0,15 30-461 0 0,6 29-320 0 0,0 1 0 0 0,0 0 1 0 0,-1 0-1 0 0,0 0 0 0 0,-1 0 0 0 0,0 0 1 0 0,-9-15-1 0 0,13 24-278 0 0,0 1-1 0 0,0 0 1 0 0,0-1 0 0 0,-1 1-1 0 0,1 0 1 0 0,0-1 0 0 0,0 1-1 0 0,0 0 1 0 0,-1-1 0 0 0,1 1-1 0 0,0 0 1 0 0,0 0 0 0 0,-1-1-1 0 0,1 1 1 0 0,0 0 0 0 0,-1 0-1 0 0,1 0 1 0 0,0-1 0 0 0,-1 1-1 0 0,1 0 1 0 0,0 0 0 0 0,-1 0 0 0 0,1 0-1 0 0,0 0 1 0 0,-1 0 0 0 0,1 0-1 0 0,-1 0 1 0 0,1 0 0 0 0,0 0-1 0 0,-1 0 1 0 0,1 0 0 0 0,0 0-1 0 0,-1 0 1 0 0,1 0 0 0 0,-1 0-1 0 0,1 0 1 0 0,0 0 0 0 0,-1 0-1 0 0,-6 16 221 0 0,2 22-171 0 0,5-17-38 0 0,1 0-1 0 0,2 0 1 0 0,0 0 0 0 0,1 0-1 0 0,1 0 1 0 0,11 30 0 0 0,5 2-876 0 0,33 60 0 0 0,-38-83-1231 0 0,2 1-5012 0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1:46.3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54 308 4753 0 0,'-27'-5'9534'0'0,"47"-5"-8571"0"0,-3 2-493 0 0,0-1 0 0 0,0-1 0 0 0,-1 0 0 0 0,24-20 0 0 0,-35 25-350 0 0,0 0 0 0 0,-1-1 0 0 0,1 1 0 0 0,-1-1-1 0 0,-1 0 1 0 0,1 0 0 0 0,-1 0 0 0 0,0 0 0 0 0,0-1 0 0 0,-1 1-1 0 0,1-1 1 0 0,-2 1 0 0 0,1-1 0 0 0,-1 0 0 0 0,1-12-1 0 0,-1 12 33 0 0,-1 0-1 0 0,0 0 1 0 0,0 0-1 0 0,-1 0 0 0 0,0 0 1 0 0,0 0-1 0 0,-1 0 1 0 0,1 1-1 0 0,-2-1 0 0 0,-2-7 1 0 0,4 12-124 0 0,0 0 0 0 0,-1 0 0 0 0,1 0 0 0 0,-1 0 0 0 0,1 0-1 0 0,-1 0 1 0 0,0 0 0 0 0,0 0 0 0 0,1 1 0 0 0,-1-1 0 0 0,-1 1 0 0 0,1-1 0 0 0,0 1 0 0 0,0 0 0 0 0,0 0 0 0 0,-1 0 0 0 0,1 0 0 0 0,0 0 0 0 0,-1 0 0 0 0,1 1-1 0 0,-1-1 1 0 0,1 1 0 0 0,-1-1 0 0 0,1 1 0 0 0,-1 0 0 0 0,0 0 0 0 0,1 1 0 0 0,-1-1 0 0 0,1 0 0 0 0,-1 1 0 0 0,-2 0 0 0 0,-1 1-13 0 0,0 1 1 0 0,0-1-1 0 0,0 1 1 0 0,0 0-1 0 0,0 1 0 0 0,0-1 1 0 0,1 1-1 0 0,0 1 1 0 0,0-1-1 0 0,0 0 1 0 0,0 1-1 0 0,1 0 1 0 0,0 0-1 0 0,0 1 0 0 0,0-1 1 0 0,0 1-1 0 0,-4 11 1 0 0,4-9 1 0 0,0 0-1 0 0,1 1 1 0 0,0-1 0 0 0,0 1 0 0 0,1 0-1 0 0,0 0 1 0 0,0 0 0 0 0,1 0 0 0 0,1 0 0 0 0,-1 0-1 0 0,1 0 1 0 0,2 15 0 0 0,0-18 1 0 0,1 1-1 0 0,-1-1 1 0 0,1 0 0 0 0,0 0 0 0 0,0 0 0 0 0,1 0 0 0 0,-1 0-1 0 0,1 0 1 0 0,1-1 0 0 0,-1 0 0 0 0,1 0 0 0 0,0 0 0 0 0,0-1-1 0 0,0 1 1 0 0,1-1 0 0 0,0-1 0 0 0,-1 1 0 0 0,1-1 0 0 0,1 0-1 0 0,-1 0 1 0 0,8 2 0 0 0,7 3-399 0 0,1-2-1 0 0,0-1 1 0 0,0 0-1 0 0,0-1 1 0 0,27 0-1 0 0,-13-3-7059 0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5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200 2078 3057 0 0,'16'-15'9194'0'0,"-17"17"-8910"0"0,0-1 0 0 0,0 1 0 0 0,0-1 0 0 0,0 0 0 0 0,0 0 0 0 0,-1 1 1 0 0,1-1-1 0 0,-1 0 0 0 0,1 0 0 0 0,0 0 0 0 0,-1-1 0 0 0,1 1 0 0 0,-3 1 0 0 0,1-1-323 0 0,1 0-1 0 0,-1 1 0 0 0,1 0 0 0 0,-1-1 0 0 0,1 1 1 0 0,-1 0-1 0 0,-3 4 0 0 0,3-2-53 0 0,-19 31 39 0 0,22-35 61 0 0,-1 1 0 0 0,1-1 0 0 0,0 1 0 0 0,-1-1-1 0 0,1 1 1 0 0,0-1 0 0 0,0 1 0 0 0,-1-1-1 0 0,1 1 1 0 0,0-1 0 0 0,0 1 0 0 0,0 0 0 0 0,0-1-1 0 0,0 1 1 0 0,0-1 0 0 0,0 1 0 0 0,0 0 0 0 0,0-1-1 0 0,0 1 1 0 0,0-1 0 0 0,0 1 0 0 0,0 0-1 0 0,0-1 1 0 0,1 1 0 0 0,-1-1 0 0 0,0 1 0 0 0,0-1-1 0 0,1 1 1 0 0,-1-1 0 0 0,0 1 0 0 0,1-1 0 0 0,-1 1-1 0 0,0-1 1 0 0,1 1 0 0 0,-1-1 0 0 0,1 0-1 0 0,-1 1 1 0 0,1-1 0 0 0,-1 0 0 0 0,1 1 0 0 0,-1-1-1 0 0,1 0 1 0 0,-1 1 0 0 0,1-1 0 0 0,0 0 0 0 0,-1 0-1 0 0,1 0 1 0 0,-1 0 0 0 0,1 0 0 0 0,0 0-1 0 0,-1 0 1 0 0,1 0 0 0 0,-1 0 0 0 0,1 0 0 0 0,0 0-1 0 0,0 0 1 0 0,0 0 78 0 0,0 0-1 0 0,-1 0 1 0 0,1 0-1 0 0,0 0 0 0 0,0 0 1 0 0,0 0-1 0 0,0 0 1 0 0,-1 0-1 0 0,1-1 1 0 0,0 1-1 0 0,0 0 1 0 0,0 0-1 0 0,-1-1 1 0 0,1 1-1 0 0,0-1 1 0 0,0 1-1 0 0,-1-1 1 0 0,1 1-1 0 0,0-1 0 0 0,-1 1 1 0 0,1-1-1 0 0,-1 1 1 0 0,1-1-1 0 0,-1 0 1 0 0,1 1-1 0 0,-1-1 1 0 0,1 0-1 0 0,-1 0 1 0 0,1-1-1 0 0,-1 0 43 0 0,1 0 0 0 0,-1 0 0 0 0,0 0 0 0 0,0 0 0 0 0,0 0-1 0 0,0 0 1 0 0,-1 0 0 0 0,1 0 0 0 0,0 0 0 0 0,-1 0 0 0 0,0 1 0 0 0,1-1 0 0 0,-2-3-1 0 0,-19-46 1013 0 0,-27-104-1 0 0,2-59-1244 0 0,24 106 336 0 0,-14-105-57 0 0,33 177-141 0 0,1 1 1 0 0,2 0 0 0 0,2-1-1 0 0,6-38 1 0 0,4-4-105 0 0,-2 8 108 0 0,25-88 0 0 0,-24 123-32 0 0,22-52 0 0 0,-26 74-45 0 0,-1 0-1 0 0,2 1 1 0 0,0 0 0 0 0,0 0-1 0 0,1 1 1 0 0,0 0 0 0 0,12-10-1 0 0,8-5 33 0 0,5-6-37 0 0,75-54 0 0 0,-96 78 39 0 0,1 0 1 0 0,0 0 0 0 0,0 2-1 0 0,0 0 1 0 0,1 0-1 0 0,0 1 1 0 0,0 1 0 0 0,1 1-1 0 0,28-4 1 0 0,27 3 209 0 0,0-4-1 0 0,0-2 1 0 0,90-27 0 0 0,67-39-360 0 0,38-11-244 0 0,-195 68 286 0 0,132-19 1 0 0,135-7 117 0 0,182-17-19 0 0,-467 60 14 0 0,79 8 0 0 0,-80-2 10 0 0,85-4 1 0 0,27-19-9 0 0,64-3 0 0 0,-201 23 46 0 0,0 2 1 0 0,-1 1 0 0 0,1 1-1 0 0,-1 1 1 0 0,0 1-1 0 0,35 16 1 0 0,-15-7 43 0 0,-41-14-91 0 0,0 0 1 0 0,-1 0-1 0 0,1 1 1 0 0,-1 0-1 0 0,1-1 0 0 0,-1 2 1 0 0,0-1-1 0 0,0 1 0 0 0,0-1 1 0 0,-1 1-1 0 0,1 0 1 0 0,-1 0-1 0 0,3 6 0 0 0,5 8 50 0 0,-1 0 0 0 0,8 21 0 0 0,1 2-91 0 0,1 0 36 0 0,-3 0 0 0 0,-1 1 0 0 0,16 68 0 0 0,14 135-38 0 0,-6-27 24 0 0,-17-133-11 0 0,-14-58 13 0 0,-2 1 0 0 0,-1-1 1 0 0,0 1-1 0 0,0 33 0 0 0,-11 152 152 0 0,2-139-124 0 0,-1-25-12 0 0,-3-1-1 0 0,-23 88 1 0 0,27-126-114 0 0,1 4-376 0 0,0 1-133 0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8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54 6913 0 0,'1'-2'193'0'0,"-1"1"-1"0"0,1-1 0 0 0,-1 1 0 0 0,1-1 0 0 0,-1 0 0 0 0,0 1 0 0 0,0-1 0 0 0,0 0 0 0 0,0 1 0 0 0,0-1 0 0 0,0 0 0 0 0,0 1 0 0 0,0-1 0 0 0,-1 1 0 0 0,1-1 0 0 0,0 0 0 0 0,-1 1 0 0 0,0-1 0 0 0,1 1 0 0 0,-1-1 0 0 0,0 1 0 0 0,0-1 0 0 0,0 1 0 0 0,0 0 1 0 0,0-1-1 0 0,0 1 0 0 0,0 0 0 0 0,0 0 0 0 0,-1 0 0 0 0,1 0 0 0 0,0 0 0 0 0,-1 0 0 0 0,1 0 0 0 0,-1 0 0 0 0,1 1 0 0 0,-1-1 0 0 0,1 0 0 0 0,-1 1 0 0 0,1-1 0 0 0,-1 1 0 0 0,0 0 0 0 0,1-1 0 0 0,-1 1 0 0 0,0 0 0 0 0,1 0 0 0 0,-1 0 0 0 0,0 0 0 0 0,1 1 0 0 0,-1-1 1 0 0,-2 1-1 0 0,-6 3-62 0 0,0 1 0 0 0,1 0 0 0 0,-1 1 0 0 0,1 0 1 0 0,0 1-1 0 0,0 0 0 0 0,1 0 0 0 0,0 1 0 0 0,1-1 1 0 0,-1 2-1 0 0,1-1 0 0 0,1 1 0 0 0,0 0 0 0 0,0 1 0 0 0,1 0 1 0 0,0 0-1 0 0,0 0 0 0 0,-5 18 0 0 0,6-14-139 0 0,0-1 0 0 0,1 1 1 0 0,0 0-1 0 0,1 0 0 0 0,1 0 0 0 0,0 0 0 0 0,1 0 0 0 0,0 0 0 0 0,1 0 0 0 0,1 0 1 0 0,0-1-1 0 0,1 1 0 0 0,1 0 0 0 0,6 17 0 0 0,-5-22-1 0 0,0 0 0 0 0,0-1 0 0 0,1 0-1 0 0,0 0 1 0 0,1-1 0 0 0,0 0 0 0 0,0 0 0 0 0,0 0-1 0 0,1-1 1 0 0,0 0 0 0 0,0-1 0 0 0,1 0 0 0 0,-1 0-1 0 0,1 0 1 0 0,0-1 0 0 0,1-1 0 0 0,-1 0 0 0 0,0 0 0 0 0,1 0-1 0 0,0-2 1 0 0,15 3 0 0 0,-14-3-16 0 0,-1 0 1 0 0,1-1-1 0 0,0 0 1 0 0,0 0-1 0 0,0-1 1 0 0,-1 0-1 0 0,1-1 1 0 0,0-1-1 0 0,-1 1 1 0 0,0-2-1 0 0,1 1 1 0 0,-1-1-1 0 0,-1-1 0 0 0,1 0 1 0 0,-1 0-1 0 0,1-1 1 0 0,-2 0-1 0 0,1-1 1 0 0,13-13-1 0 0,-20 19 11 0 0,-1-1-1 0 0,1 0 1 0 0,-1 0 0 0 0,1 1-1 0 0,-1-1 1 0 0,0 0-1 0 0,0 0 1 0 0,0-1-1 0 0,0 1 1 0 0,0 0 0 0 0,0 0-1 0 0,0 0 1 0 0,-1-1-1 0 0,1 1 1 0 0,-1 0 0 0 0,0-1-1 0 0,1 1 1 0 0,-1 0-1 0 0,0-1 1 0 0,-1 1-1 0 0,1 0 1 0 0,0-1 0 0 0,-1 1-1 0 0,1 0 1 0 0,-1-1-1 0 0,1 1 1 0 0,-1 0 0 0 0,0 0-1 0 0,0 0 1 0 0,0 0-1 0 0,-1 0 1 0 0,1 0-1 0 0,0 0 1 0 0,-1 0 0 0 0,-3-3-1 0 0,-5-5-156 0 0,-1 0 0 0 0,-1 1 0 0 0,0 1 0 0 0,-25-14 0 0 0,-2-2 46 0 0,38 23 135 0 0,0 0 0 0 0,-1 0 0 0 0,1 0 0 0 0,0 0 1 0 0,0 0-1 0 0,-1 0 0 0 0,1 0 0 0 0,0 0 1 0 0,0 0-1 0 0,0-1 0 0 0,0 1 0 0 0,1 0 1 0 0,-1-1-1 0 0,0 1 0 0 0,1-1 0 0 0,-1 1 0 0 0,1-1 1 0 0,-1 1-1 0 0,1-1 0 0 0,-1 1 0 0 0,1-1 1 0 0,0 0-1 0 0,0 1 0 0 0,0-1 0 0 0,0 1 0 0 0,0-1 1 0 0,1-2-1 0 0,0 0 13 0 0,1 0 0 0 0,0 0 0 0 0,0 0 0 0 0,1 1-1 0 0,-1-1 1 0 0,1 0 0 0 0,0 1 0 0 0,0-1 0 0 0,3-2 0 0 0,6-6 55 0 0,1 0 1 0 0,0 1-1 0 0,1 1 0 0 0,0 0 1 0 0,1 1-1 0 0,28-13 0 0 0,-36 18-24 0 0,-1 2 0 0 0,1-1 0 0 0,-1 1 0 0 0,1 0 1 0 0,0 0-1 0 0,0 0 0 0 0,0 1 0 0 0,0 0 0 0 0,0 1 0 0 0,0 0 0 0 0,0 0 0 0 0,0 0 0 0 0,0 1 0 0 0,0 0 1 0 0,-1 0-1 0 0,1 1 0 0 0,0 0 0 0 0,0 0 0 0 0,8 4 0 0 0,-10-3 2 0 0,0 1 0 0 0,0 0 1 0 0,0 0-1 0 0,-1 0 0 0 0,1 0 0 0 0,-1 1 1 0 0,0 0-1 0 0,0 0 0 0 0,-1 0 0 0 0,1 0 0 0 0,-1 1 1 0 0,0-1-1 0 0,-1 1 0 0 0,1 0 0 0 0,2 10 0 0 0,1 8 171 0 0,-2 0 0 0 0,3 45 0 0 0,-5-48-717 0 0,0 0-1 0 0,1 0 1 0 0,7 26 0 0 0,-3-29-1519 0 0,0 0-4058 0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155 25 7370 0 0,'1'-1'106'0'0,"-1"0"-1"0"0,0 0 1 0 0,0 0 0 0 0,0-1 0 0 0,0 1 0 0 0,0 0 0 0 0,-1 0 0 0 0,1 0 0 0 0,0 0 0 0 0,0 0 0 0 0,-1 0 0 0 0,1 0 0 0 0,-1 0 0 0 0,1 0 0 0 0,-1 0 0 0 0,1 0 0 0 0,-1 0 0 0 0,0 0-1 0 0,1 0 1 0 0,-2-1 0 0 0,0 1 31 0 0,1 1 0 0 0,0 0 0 0 0,0 0 0 0 0,0 0 0 0 0,0 0-1 0 0,-1-1 1 0 0,1 2 0 0 0,0-1 0 0 0,0 0 0 0 0,-1 0 0 0 0,1 0-1 0 0,0 0 1 0 0,0 1 0 0 0,0-1 0 0 0,0 1 0 0 0,0-1 0 0 0,-1 1-1 0 0,1-1 1 0 0,0 1 0 0 0,-1 0 0 0 0,-5 4 188 0 0,1 0-1 0 0,-1 0 1 0 0,1 0-1 0 0,0 1 1 0 0,1 0-1 0 0,-1 0 1 0 0,1 0 0 0 0,0 1-1 0 0,1 0 1 0 0,0 0-1 0 0,0 0 1 0 0,-3 8-1 0 0,-6 15 71 0 0,-14 49 0 0 0,24-70-376 0 0,1 0 0 0 0,0-1 0 0 0,1 1 1 0 0,-1 13-1 0 0,2-20-24 0 0,0 0 0 0 0,0-1 0 0 0,0 1 1 0 0,1-1-1 0 0,-1 1 0 0 0,0-1 0 0 0,1 1 1 0 0,-1-1-1 0 0,1 1 0 0 0,-1-1 0 0 0,1 1 1 0 0,0-1-1 0 0,0 0 0 0 0,1 3 0 0 0,-1-4-11 0 0,-1 1-1 0 0,1 0 0 0 0,0-1 1 0 0,0 1-1 0 0,0-1 0 0 0,0 0 1 0 0,0 1-1 0 0,0-1 0 0 0,0 0 1 0 0,0 1-1 0 0,0-1 0 0 0,0 0 1 0 0,0 0-1 0 0,0 0 0 0 0,0 0 1 0 0,0 0-1 0 0,0 0 0 0 0,0 0 0 0 0,0 0 1 0 0,0-1-1 0 0,0 1 0 0 0,0 0 1 0 0,0-1-1 0 0,0 1 0 0 0,1-1 1 0 0,2-1-119 0 0,1-1 1 0 0,-1 1 0 0 0,0-1 0 0 0,0 0-1 0 0,0 0 1 0 0,-1 0 0 0 0,1-1-1 0 0,-1 1 1 0 0,0-1 0 0 0,0 0-1 0 0,0 0 1 0 0,0 0 0 0 0,-1 0 0 0 0,4-9-1 0 0,1-1 17 0 0,-2 1 0 0 0,0-2 0 0 0,5-21-1 0 0,-8 22 247 0 0,1 4 2771 0 0,8 26-1182 0 0,-5-6-1698 0 0,-1 0 1 0 0,2 0-1 0 0,-1-1 0 0 0,2 1 0 0 0,-1-2 0 0 0,18 17 1 0 0,-21-22-339 0 0,0 0 0 0 0,0 0 0 0 0,1 0 0 0 0,0 0 1 0 0,-1-1-1 0 0,1 0 0 0 0,0 0 0 0 0,0 0 0 0 0,0-1 1 0 0,0 1-1 0 0,0-1 0 0 0,1-1 0 0 0,-1 1 0 0 0,0-1 1 0 0,0 1-1 0 0,1-1 0 0 0,8-2 0 0 0,4-1-1158 0 0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5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2 4609 0 0,'-1'-1'177'0'0,"0"1"1"0"0,0 0-1 0 0,0 0 1 0 0,0-1-1 0 0,0 1 0 0 0,0 0 1 0 0,0 0-1 0 0,0 0 1 0 0,0 0-1 0 0,1 0 0 0 0,-1 0 1 0 0,0 1-1 0 0,0-1 1 0 0,0 0-1 0 0,0 0 0 0 0,0 1 1 0 0,0-1-1 0 0,0 0 1 0 0,0 1-1 0 0,0-1 0 0 0,1 1 1 0 0,-1-1-1 0 0,0 1 1 0 0,0-1-1 0 0,1 1 0 0 0,-1 0 1 0 0,0-1-1 0 0,1 1 1 0 0,-1 0-1 0 0,0 0 1 0 0,1-1-1 0 0,-1 1 0 0 0,1 0 1 0 0,0 0-1 0 0,-1 0 1 0 0,1 0-1 0 0,-1 0 0 0 0,1 0 1 0 0,0 0-1 0 0,0 1 1 0 0,-2 3 191 0 0,1-1 1 0 0,-1 1 0 0 0,2 0 0 0 0,-1 0-1 0 0,0-1 1 0 0,1 1 0 0 0,0 6 0 0 0,2 4 170 0 0,1 0 0 0 0,1 0 0 0 0,0-1 0 0 0,1 0 0 0 0,1 1 0 0 0,8 14 1 0 0,51 81 641 0 0,-7-15-1408 0 0,-44-66-1277 0 0,-1-1-5002 0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9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3 219 8754 0 0,'-1'-2'69'0'0,"1"0"0"0"0,-1 0 1 0 0,1 0-1 0 0,-1 0 0 0 0,1 0 0 0 0,0 0 0 0 0,0 0 1 0 0,0 0-1 0 0,0 0 0 0 0,1 0 0 0 0,-1 0 0 0 0,1 0 1 0 0,-1 0-1 0 0,1 0 0 0 0,-1 0 0 0 0,1 0 1 0 0,0 0-1 0 0,0 0 0 0 0,0 1 0 0 0,0-1 0 0 0,0 0 1 0 0,1 1-1 0 0,1-3 0 0 0,4-4 264 0 0,1 1-1 0 0,-1 0 1 0 0,14-9 0 0 0,-1 1-146 0 0,51-39 44 0 0,-55 43-1057 0 0,1 1 0 0 0,0 1 0 0 0,1 0 0 0 0,33-10 0 0 0,-29 13 786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0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1 322 7370 0 0,'25'-25'3209'0'0,"-1"-1"0"0"0,30-44 0 0 0,-46 59-2978 0 0,-1-1 0 0 0,0 1 1 0 0,-1-1-1 0 0,0-1 0 0 0,-1 1 0 0 0,-1-1 0 0 0,0 0 1 0 0,0 0-1 0 0,-2 0 0 0 0,3-18 0 0 0,-5 29-220 0 0,0 0-1 0 0,1 1 0 0 0,-1-1 0 0 0,0 1 1 0 0,0-1-1 0 0,0 0 0 0 0,0 1 1 0 0,0-1-1 0 0,-1 1 0 0 0,1-1 1 0 0,0 0-1 0 0,-1 1 0 0 0,1-1 1 0 0,-1 1-1 0 0,0-1 0 0 0,1 1 1 0 0,-1-1-1 0 0,0 1 0 0 0,0 0 1 0 0,0-1-1 0 0,0 1 0 0 0,0 0 1 0 0,0 0-1 0 0,0 0 0 0 0,-1 0 1 0 0,1 0-1 0 0,0 0 0 0 0,0 0 1 0 0,-1 0-1 0 0,1 0 0 0 0,-1 0 1 0 0,1 1-1 0 0,-1-1 0 0 0,-2 0 1 0 0,1 1 21 0 0,1 0-1 0 0,-1 0 1 0 0,1 1 0 0 0,-1-1 0 0 0,1 1 0 0 0,0-1 0 0 0,-1 1 0 0 0,1 0 0 0 0,0 0 0 0 0,-1 0-1 0 0,1 0 1 0 0,0 0 0 0 0,0 0 0 0 0,0 1 0 0 0,0-1 0 0 0,0 1 0 0 0,0 0 0 0 0,0-1 0 0 0,1 1-1 0 0,-1 0 1 0 0,0 0 0 0 0,-1 2 0 0 0,-2 5-8 0 0,0-1 1 0 0,1 1-1 0 0,0 0 0 0 0,0 0 1 0 0,1 1-1 0 0,0-1 0 0 0,1 1 0 0 0,0-1 1 0 0,0 1-1 0 0,1 0 0 0 0,0 0 1 0 0,1 0-1 0 0,0 0 0 0 0,1-1 0 0 0,0 1 1 0 0,3 12-1 0 0,-3-15-13 0 0,1 0 0 0 0,0 1 0 0 0,0-1 0 0 0,1 0-1 0 0,-1 0 1 0 0,2 0 0 0 0,-1-1 0 0 0,1 1 0 0 0,0-1 0 0 0,0 0 0 0 0,1 0 0 0 0,0 0-1 0 0,0-1 1 0 0,0 0 0 0 0,1 1 0 0 0,0-2 0 0 0,0 1 0 0 0,0-1 0 0 0,0 0-1 0 0,1 0 1 0 0,11 4 0 0 0,-6-4-436 0 0,0-1-1 0 0,0 0 1 0 0,22 2 0 0 0,10-2-6606 0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6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1387 5985 0 0,'-14'16'3178'0'0,"14"-16"-3100"0"0,-1-1 0 0 0,1 1 0 0 0,0 0 0 0 0,-1 0 0 0 0,1 0 0 0 0,0 0 0 0 0,0 0-1 0 0,-1-1 1 0 0,1 1 0 0 0,0 0 0 0 0,0 0 0 0 0,-1 0 0 0 0,1-1 0 0 0,0 1 0 0 0,0 0 0 0 0,0 0 0 0 0,0-1 0 0 0,-1 1 0 0 0,1 0 0 0 0,0 0 0 0 0,0-1 0 0 0,0 1 0 0 0,0 0 0 0 0,0-1 0 0 0,0 1 0 0 0,0 0 0 0 0,0-1 0 0 0,0 1 0 0 0,0 0 0 0 0,0 0 0 0 0,0-1 0 0 0,0 1 0 0 0,0 0 0 0 0,0-1 0 0 0,4-44 2980 0 0,-2 33-3085 0 0,11-105 2315 0 0,-4 39-612 0 0,0-113 0 0 0,-16 35-1380 0 0,0 56 73 0 0,14-196 0 0 0,6 42-2158 0 0,-10 143 965 0 0,-2 94-1090 0 0,0 1-4346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19 899 5529 0 0,'-2'-2'96'0'0,"0"-1"-1"0"0,0 1 1 0 0,1-1-1 0 0,-1 1 1 0 0,1-1-1 0 0,-1 0 1 0 0,1 0-1 0 0,0 0 0 0 0,0 0 1 0 0,0 1-1 0 0,0-1 1 0 0,0-1-1 0 0,1 1 1 0 0,-1 0-1 0 0,1 0 1 0 0,0 0-1 0 0,0 0 1 0 0,0 0-1 0 0,1 0 1 0 0,-1 0-1 0 0,1 0 1 0 0,-1 0-1 0 0,3-5 1 0 0,1-6 425 0 0,0 0 1 0 0,1 1 0 0 0,12-23-1 0 0,-7 18-127 0 0,2 1-1 0 0,-1 0 0 0 0,2 1 0 0 0,0 1 1 0 0,1 0-1 0 0,1 0 0 0 0,0 2 0 0 0,1 0 0 0 0,27-17 1 0 0,17-6 673 0 0,95-41 1 0 0,-26 15-567 0 0,-38 13-123 0 0,3 5 1 0 0,163-54 0 0 0,-82 48 9 0 0,195-29 0 0 0,-308 69-273 0 0,67-11 515 0 0,168-7 1 0 0,-253 27-476 0 0,428-1 226 0 0,-148-5-355 0 0,-71-1 19 0 0,-27 4-34 0 0,87 2-45 0 0,-145 4 15 0 0,190 11-42 0 0,-105-4 103 0 0,16 2-20 0 0,-172-2-216 0 0,-31-3 95 0 0,77 15 0 0 0,-135-18 34 0 0,1-1-1 0 0,-1 1 0 0 0,0 0 1 0 0,-1 1-1 0 0,1 0 1 0 0,10 7-1 0 0,-14-8-21 0 0,0 0 0 0 0,0 0 0 0 0,-1 0 1 0 0,1 0-1 0 0,-1 0 0 0 0,0 1 0 0 0,0 0 0 0 0,0-1 0 0 0,0 1 1 0 0,-1 0-1 0 0,1 0 0 0 0,-1 1 0 0 0,2 4 0 0 0,-4-8-67 0 0,0 0-1 0 0,0 0 1 0 0,1 0 0 0 0,-1 0-1 0 0,0 0 1 0 0,0-1 0 0 0,0 1-1 0 0,0 0 1 0 0,0 0-1 0 0,-1 0 1 0 0,1 0 0 0 0,0 0-1 0 0,0 0 1 0 0,0 0-1 0 0,-1-1 1 0 0,0 3 0 0 0,-1 1-1460 0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47.7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 2561 0 0,'0'0'51'0'0,"-1"0"0"0"0,0 0 1 0 0,0 0-1 0 0,1 0 1 0 0,-1 0-1 0 0,0 0 0 0 0,1 0 1 0 0,-1 0-1 0 0,0 0 1 0 0,1 0-1 0 0,-1 1 0 0 0,0-1 1 0 0,1 0-1 0 0,-1 1 0 0 0,0-1 1 0 0,1 0-1 0 0,-1 1 1 0 0,1-1-1 0 0,-1 0 0 0 0,0 1 1 0 0,1-1-1 0 0,-1 1 1 0 0,1-1-1 0 0,0 1 0 0 0,-1 0 1 0 0,1-1-1 0 0,-1 1 1 0 0,1-1-1 0 0,0 1 0 0 0,-1 0 1 0 0,1-1-1 0 0,0 2 1 0 0,-1 0 292 0 0,1 0-1 0 0,0 1 1 0 0,0-1 0 0 0,1 0 0 0 0,-1 0 0 0 0,0 1 0 0 0,1-1 0 0 0,-1 0 0 0 0,1 0 0 0 0,1 3 0 0 0,26 49 5655 0 0,-28-53-5983 0 0,24 40 854 0 0,-1 1 1 0 0,-3 1-1 0 0,-2 1 0 0 0,-1 0 0 0 0,10 47 1 0 0,-11-20-565 0 0,-3 0 1 0 0,7 117-1 0 0,-26 59 256 0 0,-1-39-195 0 0,11-112-226 0 0,-2 106 588 0 0,-3-172-679 0 0,-2 0-1 0 0,-2 0 1 0 0,0-1 0 0 0,-16 48-1 0 0,12-53-1215 0 0,3-12 557 0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2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74 12 10594 0 0,'0'0'115'0'0,"0"0"0"0"0,0-1 0 0 0,0 1-1 0 0,0 0 1 0 0,0-1 0 0 0,0 1 0 0 0,1 0-1 0 0,-1-1 1 0 0,0 1 0 0 0,0 0 0 0 0,0-1-1 0 0,0 1 1 0 0,0 0 0 0 0,0-1 0 0 0,0 1-1 0 0,0 0 1 0 0,-1-1 0 0 0,1 1 0 0 0,0 0 0 0 0,0-1-1 0 0,0 1 1 0 0,0 0 0 0 0,0-1 0 0 0,-1 1-1 0 0,0-2 690 0 0,1 2-690 0 0,-1 0 1 0 0,1 0 0 0 0,0-1 0 0 0,-1 1-1 0 0,1 0 1 0 0,0 0 0 0 0,-1 0 0 0 0,1 0 0 0 0,0 0-1 0 0,-1-1 1 0 0,-12 14 954 0 0,-11 30-927 0 0,18-27-5 0 0,0 0 0 0 0,1 1 0 0 0,1 0 0 0 0,1 0-1 0 0,0 1 1 0 0,1-1 0 0 0,1 0 0 0 0,1 1 0 0 0,0-1 0 0 0,4 23 0 0 0,2 4 175 0 0,3 0-1 0 0,25 79 0 0 0,-27-102-292 0 0,1 0 0 0 0,1-1 0 0 0,0 0 1 0 0,2 0-1 0 0,0-1 0 0 0,17 22 0 0 0,-23-36-18 0 0,-1 0 1 0 0,1 0 0 0 0,-1-1-1 0 0,2 1 1 0 0,-1-1-1 0 0,0 0 1 0 0,1-1-1 0 0,0 1 1 0 0,-1-1 0 0 0,13 4-1 0 0,-13-5 13 0 0,0-1 0 0 0,0 0 0 0 0,0-1-1 0 0,0 1 1 0 0,0-1 0 0 0,0 0 0 0 0,0 0-1 0 0,0-1 1 0 0,0 0 0 0 0,0 1 0 0 0,0-2 0 0 0,0 1-1 0 0,0 0 1 0 0,0-1 0 0 0,0 0 0 0 0,4-3 0 0 0,-6 4-6 0 0,-1 0 1 0 0,1 0 0 0 0,0-1 0 0 0,-1 1 0 0 0,0-1 0 0 0,1 0-1 0 0,-1 0 1 0 0,0 1 0 0 0,0-1 0 0 0,0-1 0 0 0,0 1 0 0 0,0 0-1 0 0,-1 0 1 0 0,1-1 0 0 0,0 1 0 0 0,-1-1 0 0 0,0 1 0 0 0,0-1 0 0 0,0 0-1 0 0,0 1 1 0 0,0-1 0 0 0,0 0 0 0 0,-1 0 0 0 0,1 0 0 0 0,-1 0-1 0 0,0 0 1 0 0,0 1 0 0 0,0-1 0 0 0,0 0 0 0 0,-1-4 0 0 0,-2-6-134 0 0,-2 0 0 0 0,1 0 1 0 0,-1 1-1 0 0,-1-1 0 0 0,-10-17 0 0 0,9 20-133 0 0,1-1 0 0 0,1 0-1 0 0,0-1 1 0 0,-6-21 0 0 0,11 30 261 0 0,0 1 0 0 0,1-1 1 0 0,-1 0-1 0 0,0 1 0 0 0,1-1 0 0 0,0 0 1 0 0,0 1-1 0 0,0-1 0 0 0,0 1 0 0 0,0-1 1 0 0,0 1-1 0 0,1 0 0 0 0,-1-1 0 0 0,1 1 1 0 0,0 0-1 0 0,0 0 0 0 0,-1 0 0 0 0,1 0 1 0 0,1 1-1 0 0,-1-1 0 0 0,0 0 0 0 0,4-1 0 0 0,8-7 75 0 0,0 2 0 0 0,20-10 0 0 0,-32 17-54 0 0,12-6 15 0 0,-1 1 0 0 0,1 0-1 0 0,1 1 1 0 0,-1 1 0 0 0,17-3 0 0 0,-28 6-5 0 0,1 1-1 0 0,-1-1 1 0 0,0 1-1 0 0,0 0 1 0 0,0 0-1 0 0,0 0 1 0 0,1 0-1 0 0,-1 1 1 0 0,0-1-1 0 0,0 1 1 0 0,0 0-1 0 0,0 0 1 0 0,0 0-1 0 0,0 0 1 0 0,0 1-1 0 0,0-1 1 0 0,-1 1-1 0 0,1 0 1 0 0,0-1-1 0 0,-1 1 1 0 0,1 0-1 0 0,-1 1 1 0 0,0-1 0 0 0,0 0-1 0 0,0 1 1 0 0,0-1-1 0 0,0 1 1 0 0,0-1-1 0 0,-1 1 1 0 0,3 5-1 0 0,5 18 659 0 0,0 1 1 0 0,7 41-1 0 0,-2-5-1252 0 0,7-3-5703 0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6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 66 9218 0 0,'1'-5'642'0'0,"1"0"1"0"0,-1-1-1 0 0,0 1 1 0 0,-1 0 0 0 0,1-1-1 0 0,-1 1 1 0 0,-1-7-1 0 0,1 12-435 0 0,0-1 1 0 0,0 0-1 0 0,0 0 0 0 0,-1 0 1 0 0,1 0-1 0 0,0 1 0 0 0,-1-1 1 0 0,1 0-1 0 0,-1 0 0 0 0,1 1 1 0 0,-1-1-1 0 0,1 0 0 0 0,-1 1 1 0 0,1-1-1 0 0,-1 1 0 0 0,0-1 1 0 0,1 0-1 0 0,-1 1 0 0 0,0 0 1 0 0,-1-2-1 0 0,1 2-53 0 0,-1-1 1 0 0,0 1 0 0 0,0 0-1 0 0,1 0 1 0 0,-1-1-1 0 0,0 1 1 0 0,0 0-1 0 0,1 1 1 0 0,-1-1-1 0 0,0 0 1 0 0,0 0-1 0 0,0 1 1 0 0,-2 0-1 0 0,-2 2-45 0 0,0-1 1 0 0,1 1-1 0 0,-1 0 1 0 0,1 1-1 0 0,0-1 0 0 0,0 1 1 0 0,0 0-1 0 0,0 0 0 0 0,1 1 1 0 0,0-1-1 0 0,0 1 0 0 0,-4 6 1 0 0,3-5-106 0 0,1 0 1 0 0,-1 1 0 0 0,2 0 0 0 0,-1 0 0 0 0,1 0 0 0 0,0 0-1 0 0,0 1 1 0 0,1-1 0 0 0,-2 11 0 0 0,4-16-34 0 0,-1 0-1 0 0,1 0 1 0 0,0 0 0 0 0,0 0 0 0 0,0 0 0 0 0,0 0-1 0 0,0 0 1 0 0,0 0 0 0 0,0 0 0 0 0,1 0 0 0 0,-1 0-1 0 0,1 0 1 0 0,0-1 0 0 0,-1 1 0 0 0,1 0 0 0 0,0 0-1 0 0,0 0 1 0 0,0-1 0 0 0,0 1 0 0 0,0 0-1 0 0,1-1 1 0 0,-1 1 0 0 0,0-1 0 0 0,1 1 0 0 0,-1-1-1 0 0,1 0 1 0 0,0 0 0 0 0,-1 1 0 0 0,1-1 0 0 0,0 0-1 0 0,0-1 1 0 0,0 1 0 0 0,-1 0 0 0 0,1 0 0 0 0,0-1-1 0 0,0 1 1 0 0,0-1 0 0 0,0 0 0 0 0,0 1 0 0 0,0-1-1 0 0,4-1 1 0 0,3 1-232 0 0,0 0-1 0 0,-1-1 0 0 0,1 0 1 0 0,0-1-1 0 0,-1 0 1 0 0,1 0-1 0 0,-1-1 1 0 0,10-5-1 0 0,-10 4 203 0 0,-1 1 0 0 0,0-2-1 0 0,-1 1 1 0 0,1-1 0 0 0,-1 0 0 0 0,0-1 0 0 0,0 1-1 0 0,6-9 1 0 0,1-4 653 0 0,19-33 0 0 0,-25 38-91 0 0,-6 12-461 0 0,-1 1 0 0 0,0-1 1 0 0,0 0-1 0 0,0 1 0 0 0,1-1 1 0 0,-1 0-1 0 0,0 1 0 0 0,1-1 1 0 0,-1 0-1 0 0,0 1 0 0 0,1-1 1 0 0,-1 1-1 0 0,1-1 0 0 0,-1 0 1 0 0,1 1-1 0 0,-1-1 0 0 0,1 1 1 0 0,0 0-1 0 0,-1-1 0 0 0,1 1 1 0 0,0-1-1 0 0,-1 1 0 0 0,1 0 1 0 0,0 0-1 0 0,-1-1 0 0 0,1 1 1 0 0,0 0-1 0 0,-1 0 0 0 0,1 0 1 0 0,0 0-1 0 0,0 0 0 0 0,-1 0 1 0 0,1 0-1 0 0,0 0 0 0 0,0 0 0 0 0,-1 0 1 0 0,1 0-1 0 0,0 0 0 0 0,-1 1 1 0 0,1-1-1 0 0,0 0 0 0 0,-1 0 1 0 0,1 1-1 0 0,0-1 0 0 0,-1 0 1 0 0,1 1-1 0 0,0-1 0 0 0,-1 1 1 0 0,1-1-1 0 0,-1 1 0 0 0,1-1 1 0 0,-1 1-1 0 0,1-1 0 0 0,-1 1 1 0 0,0 0-1 0 0,1 0 0 0 0,4 7-45 0 0,0 0-1 0 0,-1 0 0 0 0,6 17 0 0 0,-1-4-132 0 0,-5-15-39 0 0,0 0 0 0 0,0-1 0 0 0,0 0 0 0 0,0 1-1 0 0,1-2 1 0 0,0 1 0 0 0,0-1 0 0 0,1 1 0 0 0,-1-1-1 0 0,1-1 1 0 0,0 1 0 0 0,8 3 0 0 0,-7-4-474 0 0,0 0 0 0 0,1-1 0 0 0,-1 0 0 0 0,1 0 0 0 0,0-1 0 0 0,-1 0 1 0 0,1-1-1 0 0,0 1 0 0 0,0-1 0 0 0,10-2 0 0 0,3-1-4253 0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1.8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8 299 1824 0 0,'2'-47'-116'0'0,"1"-96"3065"0"0,-11 50 4619 0 0,5 77-4113 0 0,1 24-177 0 0,5 28-1306 0 0,4-5-1556 0 0,3 1 1 0 0,0-1 0 0 0,2 0-1 0 0,25 45 1 0 0,18 17-400 0 0,4-2-3521 0 0,-32-51 192 0 0,-15-20-3660 0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3 171 7370 0 0,'-3'-6'5294'0'0,"3"5"-5176"0"0,11-10 2934 0 0,21-13-774 0 0,-26 20-1891 0 0,16-11 249 0 0,13-10-1229 0 0,2 1 0 0 0,54-26 0 0 0,-66 40-1112 0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2:52.4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0 276 920 0 0,'1'1'30'0'0,"-1"0"-1"0"0,1 1 1 0 0,-1-1 0 0 0,1 0-1 0 0,0 0 1 0 0,-1 1-1 0 0,1-1 1 0 0,0 0 0 0 0,0 0-1 0 0,0 0 1 0 0,0 0-1 0 0,0 0 1 0 0,0 0 0 0 0,0 0-1 0 0,0 0 1 0 0,0 0-1 0 0,0-1 1 0 0,1 1 0 0 0,-1 0-1 0 0,0-1 1 0 0,1 1-1 0 0,-1-1 1 0 0,3 1 0 0 0,32 8 1821 0 0,-31-9-1580 0 0,-1 1-1 0 0,0-2 1 0 0,1 1-1 0 0,-1 0 1 0 0,1-1 0 0 0,-1 0-1 0 0,0 0 1 0 0,1 0-1 0 0,-1 0 1 0 0,0-1 0 0 0,0 0-1 0 0,0 0 1 0 0,0 0-1 0 0,0 0 1 0 0,5-5 0 0 0,-3 2 232 0 0,0 0 0 0 0,-1-1 0 0 0,0 0 0 0 0,0 0 0 0 0,0 0 0 0 0,-1-1 1 0 0,1 1-1 0 0,3-12 0 0 0,-2 7-128 0 0,-1-1-1 0 0,-1-1 1 0 0,0 1-1 0 0,-1 0 1 0 0,-1-1 0 0 0,1 0-1 0 0,-2 0 1 0 0,0 0 0 0 0,-1 0-1 0 0,-1-20 1 0 0,1 30-338 0 0,-1 0 0 0 0,1 0 0 0 0,-1 0 0 0 0,0 0 0 0 0,0 1 0 0 0,0-1 0 0 0,0 0 0 0 0,0 0 0 0 0,-1 1 0 0 0,1-1 0 0 0,-1 1 0 0 0,0-1 0 0 0,0 1 0 0 0,1 0 0 0 0,-2 0 0 0 0,1 0 0 0 0,0 0 0 0 0,0 0 0 0 0,-1 0 0 0 0,1 0 0 0 0,0 1 0 0 0,-1-1 0 0 0,0 1 0 0 0,1 0 0 0 0,-1 0 0 0 0,0 0 0 0 0,0 0 0 0 0,0 0 0 0 0,0 1 0 0 0,1-1 0 0 0,-1 1 0 0 0,0 0-1 0 0,0 0 1 0 0,0 0 0 0 0,0 0 0 0 0,-4 1 0 0 0,1-1 62 0 0,0 1-1 0 0,1 1 1 0 0,-1-1-1 0 0,0 1 0 0 0,1 0 1 0 0,-1 0-1 0 0,1 0 0 0 0,0 1 1 0 0,-1 0-1 0 0,1 0 1 0 0,0 0-1 0 0,1 1 0 0 0,-1-1 1 0 0,1 1-1 0 0,-1 1 0 0 0,1-1 1 0 0,-5 7-1 0 0,5-4-28 0 0,-1 1-1 0 0,1 0 0 0 0,1-1 1 0 0,-1 1-1 0 0,1 1 1 0 0,1-1-1 0 0,0 0 1 0 0,0 1-1 0 0,0-1 0 0 0,1 1 1 0 0,0 0-1 0 0,1-1 1 0 0,0 1-1 0 0,0 0 0 0 0,1-1 1 0 0,0 1-1 0 0,1-1 1 0 0,-1 1-1 0 0,2-1 1 0 0,-1 0-1 0 0,8 16 0 0 0,-5-15 4 0 0,0 0-1 0 0,1 0 0 0 0,-1-1 0 0 0,2 0 1 0 0,-1 0-1 0 0,1-1 0 0 0,0 0 1 0 0,1 0-1 0 0,0-1 0 0 0,0 1 1 0 0,0-2-1 0 0,1 1 0 0 0,0-1 0 0 0,0-1 1 0 0,0 1-1 0 0,0-2 0 0 0,1 1 1 0 0,14 3-1 0 0,5-3-255 0 0,0 0 0 0 0,0-2 1 0 0,0-2-1 0 0,46-3 0 0 0,-35 0-736 0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0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21 267 2841 0 0,'0'0'0'0'0,"-1"-1"0"0"0,1 1 0 0 0,-1 0 0 0 0,1-1 0 0 0,0 1 0 0 0,-1 0 0 0 0,1-1 0 0 0,0 1 0 0 0,0 0 0 0 0,-1-1 0 0 0,1 1 0 0 0,0-1 0 0 0,0 1 0 0 0,0 0 0 0 0,0-1 0 0 0,-1 1 0 0 0,1-1 0 0 0,0 1 0 0 0,0-1 0 0 0,0 1 0 0 0,0-1 0 0 0,0 1 0 0 0,0-1 0 0 0,0 1 0 0 0,0-1 0 0 0,0 1 0 0 0,0 0 0 0 0,0-1 0 0 0,1 1 0 0 0,-1-1 0 0 0,0 1 0 0 0,0-1 0 0 0,0 1 0 0 0,0 0 0 0 0,1-1 0 0 0,-1 1 0 0 0,0-1 0 0 0,1 1 0 0 0,-1 0 0 0 0,0-1 0 0 0,1 1 0 0 0,-1 0 0 0 0,0-1 0 0 0,1 1 0 0 0,-1 0 0 0 0,0 0 0 0 0,1-1 0 0 0,-1 1 0 0 0,1 0 0 0 0,-1 0 0 0 0,1 0 0 0 0,1-2 0 0 0,0 1 0 0 0,0-1 0 0 0,0 1 0 0 0,0 0 0 0 0,0 0 0 0 0,1 0 0 0 0,-1 0 0 0 0,0 0 0 0 0,0 0 0 0 0,4 0 0 0 0,-3 1 0 0 0,1-1 0 0 0,-1 0 0 0 0,0 1 0 0 0,-1-1 0 0 0,1-1 0 0 0,0 1 0 0 0,0 0 0 0 0,5-4 0 0 0,-7 5 0 0 0,1-1 0 0 0,-1 0 0 0 0,0 0 0 0 0,1 0 0 0 0,-1 0 0 0 0,0 0 0 0 0,0 0 0 0 0,0 0 0 0 0,0 0 0 0 0,0-1 0 0 0,0 1 0 0 0,0 0 0 0 0,0-1 0 0 0,0 1 0 0 0,0-1 0 0 0,-1 1 0 0 0,1-1 0 0 0,0-2 0 0 0,-2 4 81 0 0,1 0 0 0 0,-1-1 0 0 0,1 1 1 0 0,-1 0-1 0 0,0-1 0 0 0,1 1 1 0 0,-1 0-1 0 0,0 0 0 0 0,1 0 0 0 0,-1-1 1 0 0,0 1-1 0 0,1 0 0 0 0,-1 0 1 0 0,0 0-1 0 0,1 0 0 0 0,-1 0 1 0 0,0 0-1 0 0,1 1 0 0 0,-1-1 0 0 0,0 0 1 0 0,1 0-1 0 0,-1 0 0 0 0,0 1 1 0 0,1-1-1 0 0,-1 0 0 0 0,-1 1 0 0 0,-13 5 2500 0 0,10-4-1919 0 0,0 0-1 0 0,0 0 0 0 0,0 0 0 0 0,0 1 1 0 0,0 0-1 0 0,1 0 0 0 0,-1 0 1 0 0,1 0-1 0 0,0 1 0 0 0,0 0 0 0 0,0 0 1 0 0,0 0-1 0 0,-5 9 0 0 0,9-11-155 0 0,9-4 590 0 0,4-3-901 0 0,128-44 885 0 0,176-38 0 0 0,-219 71-1001 0 0,-70 14-35 0 0,0-2 1 0 0,1-2 0 0 0,-2 0 0 0 0,1-2 0 0 0,-1-1-1 0 0,33-15 1 0 0,-37 10 89 0 0,-17 10-72 0 0,0 0 0 0 0,0 1 0 0 0,1-1 0 0 0,-1 1 0 0 0,1 0 0 0 0,10-2 0 0 0,-12 8-1597 0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4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93 6913 0 0,'0'-17'235'0'0,"0"1"-1"0"0,1-1 0 0 0,4-19 0 0 0,-4 30 43 0 0,-15 60 4386 0 0,-6 29-4043 0 0,12-24-104 0 0,3 1 1 0 0,5 94-1 0 0,24 120 711 0 0,30 49-159 0 0,-45-287-940 0 0,2 0-1 0 0,1-2 1 0 0,1 1 0 0 0,2-2-1 0 0,2 0 1 0 0,38 59 0 0 0,-38-72-275 0 0,1 0 1 0 0,1 0-1 0 0,0-2 1 0 0,2 0-1 0 0,0-2 1 0 0,0 0-1 0 0,2-1 0 0 0,0-2 1 0 0,1 0-1 0 0,0-1 1 0 0,33 10-1 0 0,-22-10-292 0 0,1-1 0 0 0,1-3 0 0 0,-1 0 0 0 0,1-3-1 0 0,1-1 1 0 0,-1-2 0 0 0,59-3 0 0 0,-50-3-4443 0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19 14283 0 0,'-9'-7'912'0'0,"-9"-4"-856"0"0,15 14-9 0 0,5 11 644 0 0,35 112 784 0 0,64 198 411 0 0,-74-250-2336 0 0,4-2 1 0 0,50 89-1 0 0,-70-142-1269 0 0,0-3-4233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4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1 281 11058 0 0,'0'-10'1002'0'0,"3"8"-125"0"0,10 13 521 0 0,-6-4-959 0 0,33 31 1217 0 0,-18-16-1131 0 0,0 0 0 0 0,2-2-1 0 0,0-1 1 0 0,1-1 0 0 0,51 28 0 0 0,10-11 193 0 0,-75-31-609 0 0,0-1 0 0 0,0-1 0 0 0,0 0 0 0 0,0 0 0 0 0,0-1 0 0 0,14 0 1 0 0,-23-1-86 0 0,-1-1 1 0 0,1 1 0 0 0,-1 0 0 0 0,1 0 0 0 0,-1-1 0 0 0,0 1-1 0 0,1-1 1 0 0,-1 1 0 0 0,1-1 0 0 0,-1 1 0 0 0,0-1 0 0 0,0 0-1 0 0,1 0 1 0 0,-1 0 0 0 0,0 1 0 0 0,0-1 0 0 0,0-1 0 0 0,0 1-1 0 0,0 0 1 0 0,0 0 0 0 0,1-2 0 0 0,-1 0 14 0 0,1 0 0 0 0,-1 0 0 0 0,0 0 0 0 0,0 0 0 0 0,0 0 0 0 0,0 0 0 0 0,-1 0 0 0 0,0 0 0 0 0,1-5 0 0 0,-1-5 95 0 0,-1 0 0 0 0,-1 1 0 0 0,-5-25 0 0 0,-10-26-213 0 0,-20-94 563 0 0,35 139-1128 0 0,0 1 0 0 0,0-1 1 0 0,2 0-1 0 0,0 0 0 0 0,1 0 1 0 0,6-31-1 0 0,-2 30-6130 0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5.7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82 337 6913 0 0,'6'-7'240'0'0,"-1"0"-1"0"0,0 0 0 0 0,0 0 0 0 0,-1-1 0 0 0,1 1 1 0 0,-2-1-1 0 0,1 0 0 0 0,-1-1 0 0 0,3-11 0 0 0,-3 5 641 0 0,0 0 0 0 0,0 0 0 0 0,-2 0 1 0 0,1-24-1 0 0,-3 29-638 0 0,0 1-1 0 0,-1-1 1 0 0,0 1 0 0 0,0-1 0 0 0,-1 1 0 0 0,-1 0 0 0 0,1 0 0 0 0,-8-11 0 0 0,10 16-188 0 0,-1 1-1 0 0,0-1 1 0 0,0 1-1 0 0,-1-1 1 0 0,1 1 0 0 0,-1 0-1 0 0,0 0 1 0 0,1 0-1 0 0,-1 1 1 0 0,-1-1 0 0 0,1 1-1 0 0,0-1 1 0 0,0 1-1 0 0,-1 0 1 0 0,0 0-1 0 0,1 0 1 0 0,-1 1 0 0 0,0 0-1 0 0,0-1 1 0 0,0 1-1 0 0,0 0 1 0 0,-4 0 0 0 0,7 1-21 0 0,-1 0 0 0 0,1 0 1 0 0,0 0-1 0 0,0 1 1 0 0,-1-1-1 0 0,1 0 0 0 0,0 0 1 0 0,0 1-1 0 0,0-1 1 0 0,-1 1-1 0 0,1-1 0 0 0,0 1 1 0 0,0 0-1 0 0,0-1 1 0 0,0 1-1 0 0,0 0 0 0 0,0 0 1 0 0,0 0-1 0 0,0-1 0 0 0,0 1 1 0 0,0 0-1 0 0,1 0 1 0 0,-2 2-1 0 0,1-1 0 0 0,0 1 1 0 0,-1 0-1 0 0,1 0 1 0 0,1 0-1 0 0,-1 0 1 0 0,0 1-1 0 0,1-1 1 0 0,-1 0-1 0 0,1 4 1 0 0,0 6-6 0 0,1 1 0 0 0,0 0 0 0 0,5 16 0 0 0,-3-15-53 0 0,1-1-1 0 0,1 1 1 0 0,0-1-1 0 0,1 0 1 0 0,1 0 0 0 0,0-1-1 0 0,1 1 1 0 0,1-2-1 0 0,19 25 1 0 0,-21-29-232 0 0,1 0-1 0 0,0 0 1 0 0,1-1-1 0 0,0 0 1 0 0,0 0-1 0 0,0-1 1 0 0,1 0-1 0 0,0-1 1 0 0,0 0 0 0 0,0-1-1 0 0,0 0 1 0 0,1 0-1 0 0,0-1 1 0 0,13 2-1 0 0,14-2-3396 0 0,1-1-931 0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179 120 920 0 0,'1'-7'372'0'0,"-1"1"0"0"0,0-1 0 0 0,-1 0-1 0 0,0 1 1 0 0,0-1 0 0 0,0 1 0 0 0,-1-1 0 0 0,0 1 0 0 0,0 0-1 0 0,-1-1 1 0 0,0 1 0 0 0,-5-8 0 0 0,8 12-223 0 0,-1 0 0 0 0,0 1-1 0 0,0-1 1 0 0,0 0 0 0 0,-1 1 0 0 0,1-1 0 0 0,0 1 0 0 0,0 0 0 0 0,-1-1 0 0 0,1 1 0 0 0,-1 0-1 0 0,1 0 1 0 0,-1 0 0 0 0,0 0 0 0 0,1 0 0 0 0,-1 0 0 0 0,0 0 0 0 0,0 0 0 0 0,0 1 0 0 0,1-1-1 0 0,-1 1 1 0 0,0-1 0 0 0,0 1 0 0 0,0 0 0 0 0,0 0 0 0 0,0 0 0 0 0,0 0 0 0 0,0 0 0 0 0,0 0-1 0 0,0 1 1 0 0,0-1 0 0 0,1 0 0 0 0,-1 1 0 0 0,0 0 0 0 0,0-1 0 0 0,0 1 0 0 0,1 0 0 0 0,-1 0-1 0 0,0 0 1 0 0,1 0 0 0 0,-1 0 0 0 0,1 0 0 0 0,-1 1 0 0 0,1-1 0 0 0,-3 3 0 0 0,-3 5 219 0 0,-1 0 0 0 0,1 0 0 0 0,0 0 1 0 0,1 1-1 0 0,0 0 0 0 0,1 1 1 0 0,0-1-1 0 0,1 1 0 0 0,0 0 0 0 0,-3 15 1 0 0,3-9-227 0 0,0 0 0 0 0,2 0 0 0 0,0 0 0 0 0,1 1 1 0 0,0-1-1 0 0,3 23 0 0 0,-2-38-177 0 0,1 1 0 0 0,-1 0 1 0 0,0-1-1 0 0,1 1 0 0 0,0-1 0 0 0,-1 1 0 0 0,1-1 0 0 0,0 1 1 0 0,0-1-1 0 0,0 0 0 0 0,1 0 0 0 0,-1 1 0 0 0,1-1 0 0 0,-1 0 1 0 0,1 0-1 0 0,0 0 0 0 0,-1 0 0 0 0,1-1 0 0 0,0 1 0 0 0,0 0 1 0 0,0-1-1 0 0,1 1 0 0 0,-1-1 0 0 0,0 0 0 0 0,1 0 0 0 0,-1 0 1 0 0,0 0-1 0 0,1 0 0 0 0,-1 0 0 0 0,1-1 0 0 0,0 1 0 0 0,-1-1 1 0 0,1 0-1 0 0,-1 0 0 0 0,1 0 0 0 0,0 0 0 0 0,-1 0 0 0 0,1 0 1 0 0,-1-1-1 0 0,1 1 0 0 0,-1-1 0 0 0,1 0 0 0 0,-1 1 0 0 0,1-1 1 0 0,-1-1-1 0 0,0 1 0 0 0,1 0 0 0 0,-1 0 0 0 0,0-1 0 0 0,0 1 1 0 0,0-1-1 0 0,0 0 0 0 0,0 0 0 0 0,0 0 0 0 0,-1 0 0 0 0,1 0 1 0 0,1-3-1 0 0,4-5-161 0 0,0-1 0 0 0,-1 0 1 0 0,0-1-1 0 0,-1 0 0 0 0,7-22 0 0 0,-8 22 202 0 0,0 0 0 0 0,0 0-1 0 0,2 0 1 0 0,-1 1 0 0 0,12-16-1 0 0,-16 26 55 0 0,-1 0 0 0 0,1 0 0 0 0,-1 0-1 0 0,1 0 1 0 0,0 0 0 0 0,0 0 0 0 0,-1 1-1 0 0,1-1 1 0 0,0 0 0 0 0,0 1 0 0 0,0-1-1 0 0,0 0 1 0 0,0 1 0 0 0,0-1-1 0 0,0 1 1 0 0,0 0 0 0 0,0-1 0 0 0,0 1-1 0 0,0 0 1 0 0,0-1 0 0 0,1 1 0 0 0,-1 0-1 0 0,0 0 1 0 0,0 0 0 0 0,2 0 0 0 0,-2 1 0 0 0,1 0 1 0 0,0-1-1 0 0,-1 1 1 0 0,1 0 0 0 0,-1 0-1 0 0,1 0 1 0 0,-1 0 0 0 0,1 0-1 0 0,-1 1 1 0 0,0-1 0 0 0,0 0-1 0 0,1 1 1 0 0,-1-1-1 0 0,1 2 1 0 0,4 8 236 0 0,0-1-1 0 0,-1 1 1 0 0,7 19-1 0 0,-11-27-156 0 0,9 26 401 0 0,-1 0 1 0 0,9 59-1 0 0,-14-57-3601 0 0,-1 39 1 0 0,-3-46-2865 0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20 6913 0 0,'-1'-2'107'0'0,"1"1"-1"0"0,-1 0 1 0 0,1 0-1 0 0,-1 0 1 0 0,0 0-1 0 0,0 0 1 0 0,1 0-1 0 0,-1 0 1 0 0,0 0-1 0 0,0 0 1 0 0,0 0-1 0 0,0 1 1 0 0,0-1-1 0 0,0 0 1 0 0,0 1-1 0 0,0-1 1 0 0,0 0-1 0 0,0 1 1 0 0,0-1-1 0 0,-1 1 1 0 0,1 0-1 0 0,0-1 1 0 0,0 1-1 0 0,-1 0 1 0 0,1 0-1 0 0,0 0 1 0 0,0 0-1 0 0,-1 0 1 0 0,1 0-1 0 0,0 0 1 0 0,0 0-1 0 0,-1 0 1 0 0,1 1-1 0 0,0-1 1 0 0,0 0-1 0 0,0 1 1 0 0,0-1-1 0 0,-1 1 1 0 0,1-1-1 0 0,0 1 1 0 0,0 0-1 0 0,0-1 1 0 0,0 1-1 0 0,0 0 1 0 0,0 0-1 0 0,0 0 1 0 0,-1 1-1 0 0,-3 3 403 0 0,1-1 1 0 0,-1 1-1 0 0,1 0 0 0 0,0 1 0 0 0,0-1 0 0 0,0 1 0 0 0,-5 11 0 0 0,1 7-129 0 0,1 2 0 0 0,0-1 0 0 0,2 1-1 0 0,1 0 1 0 0,2 0 0 0 0,0 0 0 0 0,1 1 0 0 0,2-1-1 0 0,7 50 1 0 0,-7-71-380 0 0,0-1-1 0 0,0 1 1 0 0,1 0 0 0 0,0-1-1 0 0,0 1 1 0 0,0-1-1 0 0,0 1 1 0 0,1-1 0 0 0,-1 0-1 0 0,1 0 1 0 0,0 0-1 0 0,0-1 1 0 0,1 1 0 0 0,-1-1-1 0 0,5 4 1 0 0,-6-6-84 0 0,-1 0 1 0 0,1 0 0 0 0,0 0-1 0 0,0 0 1 0 0,1 0 0 0 0,-1 0-1 0 0,0-1 1 0 0,0 1 0 0 0,0-1-1 0 0,0 0 1 0 0,1 1 0 0 0,-1-1-1 0 0,0 0 1 0 0,0 0 0 0 0,0 0-1 0 0,1-1 1 0 0,-1 1 0 0 0,0-1-1 0 0,0 1 1 0 0,0-1 0 0 0,0 0-1 0 0,0 1 1 0 0,0-1 0 0 0,0 0-1 0 0,0 0 1 0 0,0-1 0 0 0,0 1-1 0 0,0 0 1 0 0,-1-1 0 0 0,1 1-1 0 0,0-1 1 0 0,-1 1 0 0 0,1-1-1 0 0,1-3 1 0 0,2-2-111 0 0,0 1 1 0 0,0-1-1 0 0,-1 0 0 0 0,0-1 0 0 0,-1 1 1 0 0,0-1-1 0 0,0 1 0 0 0,0-1 1 0 0,2-15-1 0 0,0-6 329 0 0,1-42 0 0 0,-1 8 93 0 0,-4 57-94 0 0,3-26 164 0 0,-4 31-255 0 0,0 1-1 0 0,0-1 1 0 0,1 0-1 0 0,-1 0 1 0 0,0 1-1 0 0,0-1 1 0 0,0 0-1 0 0,0 1 1 0 0,1-1-1 0 0,-1 0 1 0 0,0 1-1 0 0,1-1 1 0 0,-1 0-1 0 0,1 1 1 0 0,-1-1-1 0 0,0 0 1 0 0,1 1-1 0 0,0-1 1 0 0,-1 1-1 0 0,1-1 1 0 0,-1 1-1 0 0,1-1 1 0 0,-1 1-1 0 0,1 0 1 0 0,0-1-1 0 0,-1 1 1 0 0,1 0-1 0 0,0-1 1 0 0,0 1-1 0 0,0 0 1 0 0,2 2 70 0 0,-1 0 0 0 0,1 0 0 0 0,-1 0-1 0 0,0 0 1 0 0,1 1 0 0 0,-1-1 0 0 0,0 1 0 0 0,0 0 0 0 0,-1 0 0 0 0,1-1 0 0 0,-1 1 0 0 0,1 0 0 0 0,1 6 0 0 0,2 2 70 0 0,7 9 22 0 0,0 1-1 0 0,2-2 1 0 0,27 31-1 0 0,-32-40-824 0 0,0-1 0 0 0,1-1 0 0 0,1 0 0 0 0,21 13 0 0 0,-6-7-5520 0 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6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0,'3'9'7311'0'0,"5"6"-3484"0"0,29 40-2979 0 0,-19-30 287 0 0,86 156 23 0 0,-44-54-3923 0 0,-47-94 1798 0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27.4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46 104 10594 0 0,'-5'-20'625'0'0,"-8"-27"339"0"0,12 44-715 0 0,0 0 1 0 0,0 0-1 0 0,0 0 0 0 0,-1 0 1 0 0,1 0-1 0 0,-1 1 0 0 0,1-1 1 0 0,-1 1-1 0 0,0-1 1 0 0,0 1-1 0 0,-4-3 0 0 0,6 4-227 0 0,0 1-1 0 0,0 0 1 0 0,0 0 0 0 0,0 0-1 0 0,0 0 1 0 0,-1 0-1 0 0,1 0 1 0 0,0 0 0 0 0,0 0-1 0 0,0 0 1 0 0,0 0-1 0 0,0 0 1 0 0,0 0 0 0 0,-1 0-1 0 0,1 0 1 0 0,0 0-1 0 0,0 0 1 0 0,0 0 0 0 0,0 0-1 0 0,0 0 1 0 0,-1 0-1 0 0,1 0 1 0 0,0 0-1 0 0,0 0 1 0 0,0 0 0 0 0,0 0-1 0 0,0 0 1 0 0,0 0-1 0 0,-1 0 1 0 0,1 0 0 0 0,0 0-1 0 0,0 0 1 0 0,0 0-1 0 0,0 0 1 0 0,0 0 0 0 0,0 0-1 0 0,0 1 1 0 0,-1-1-1 0 0,1 0 1 0 0,0 0 0 0 0,0 0-1 0 0,0 0 1 0 0,0 0-1 0 0,0 0 1 0 0,0 0 0 0 0,0 1-1 0 0,0-1 1 0 0,0 0-1 0 0,0 0 1 0 0,0 0 0 0 0,0 0-1 0 0,0 0 1 0 0,0 0-1 0 0,0 1 1 0 0,0 12-971 0 0,6 13-1238 0 0,14 2 1727 0 0,-6-15 448 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97 6449 0 0,'-24'22'9844'0'0,"39"-26"-8415"0"0,166-79 46 0 0,-138 62-2487 0 0,-20 10-417 0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2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2665 0 0,'-3'-1'112'0'0,"0"-1"32"0"0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3225 0 0,'-8'8'10426'0'0,"13"-2"-7935"0"0,0 4-3548 0 0,10 38 3972 0 0,8 23-872 0 0,7-1-3637 0 0,-20-52-5028 0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1 173 8754 0 0,'0'-1'50'0'0,"0"1"0"0"0,1-1 1 0 0,-1 1-1 0 0,0-1 0 0 0,1 1 0 0 0,-1-1 0 0 0,0 1 1 0 0,1-1-1 0 0,-1 1 0 0 0,1-1 0 0 0,-1 1 1 0 0,1 0-1 0 0,-1-1 0 0 0,1 1 0 0 0,-1 0 1 0 0,1 0-1 0 0,-1-1 0 0 0,1 1 0 0 0,-1 0 0 0 0,1 0 1 0 0,0 0-1 0 0,-1-1 0 0 0,1 1 0 0 0,-1 0 1 0 0,1 0-1 0 0,0 0 0 0 0,-1 0 0 0 0,1 0 0 0 0,-1 0 1 0 0,1 0-1 0 0,0 1 0 0 0,-1-1 0 0 0,1 0 1 0 0,-1 0-1 0 0,1 0 0 0 0,-1 1 0 0 0,1-1 1 0 0,-1 0-1 0 0,2 1 0 0 0,24 8 1382 0 0,-12-2-706 0 0,-1 0 0 0 0,0 1 0 0 0,0 1 0 0 0,-1 0 1 0 0,0 1-1 0 0,-1 0 0 0 0,12 14 0 0 0,-6-7-6 0 0,33 26 0 0 0,-48-42-675 0 0,0 1-1 0 0,-1-1 1 0 0,1 0 0 0 0,0 0-1 0 0,0 1 1 0 0,1-1 0 0 0,-1 0-1 0 0,0-1 1 0 0,0 1 0 0 0,0 0-1 0 0,1-1 1 0 0,-1 1-1 0 0,0-1 1 0 0,1 1 0 0 0,-1-1-1 0 0,0 0 1 0 0,1 0 0 0 0,-1 0-1 0 0,0-1 1 0 0,3 0 0 0 0,-3 0-15 0 0,0 0-1 0 0,-1 0 1 0 0,1 0 0 0 0,0 0 0 0 0,-1-1 0 0 0,1 1 0 0 0,-1-1 0 0 0,0 1 0 0 0,1-1 0 0 0,-1 1 0 0 0,0-1 0 0 0,0 0 0 0 0,0 0 0 0 0,0 1 0 0 0,0-1 0 0 0,-1 0 0 0 0,1 0 0 0 0,0 0 0 0 0,-1 0 0 0 0,0 0 0 0 0,1 0 0 0 0,-1 0 0 0 0,0-3 0 0 0,2-21 42 0 0,-2-1 1 0 0,0 1 0 0 0,-7-42 0 0 0,3 32-1273 0 0,0-41 0 0 0,5 48-356 0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3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22 148 3225 0 0,'3'0'172'0'0,"0"0"0"0"0,0 0 1 0 0,0 0-1 0 0,0 0 0 0 0,-1-1 0 0 0,1 1 1 0 0,0-1-1 0 0,0 0 0 0 0,0 1 1 0 0,-1-1-1 0 0,1-1 0 0 0,0 1 0 0 0,-1 0 1 0 0,1-1-1 0 0,-1 1 0 0 0,0-1 0 0 0,1 0 1 0 0,-1 0-1 0 0,0 0 0 0 0,0 0 1 0 0,0 0-1 0 0,0 0 0 0 0,-1 0 0 0 0,1-1 1 0 0,-1 1-1 0 0,1-1 0 0 0,-1 1 1 0 0,0-1-1 0 0,0 1 0 0 0,0-1 0 0 0,0 0 1 0 0,0 0-1 0 0,-1 1 0 0 0,1-1 1 0 0,-1 0-1 0 0,1-5 0 0 0,-1 5-149 0 0,1 0-1 0 0,-1 0 0 0 0,0 1 1 0 0,0-1-1 0 0,0 0 1 0 0,0 0-1 0 0,-1 0 0 0 0,1 0 1 0 0,-1 0-1 0 0,1 0 1 0 0,-1 0-1 0 0,0 1 1 0 0,0-1-1 0 0,-1 0 0 0 0,1 1 1 0 0,0-1-1 0 0,-1 1 1 0 0,0-1-1 0 0,1 1 1 0 0,-1 0-1 0 0,0-1 0 0 0,0 1 1 0 0,0 0-1 0 0,-1 0 1 0 0,1 1-1 0 0,0-1 0 0 0,-1 0 1 0 0,1 1-1 0 0,-1-1 1 0 0,1 1-1 0 0,-1 0 1 0 0,0 0-1 0 0,0 0 0 0 0,0 0 1 0 0,-3 0-1 0 0,4 1 34 0 0,1 0-1 0 0,-1 0 1 0 0,1 0 0 0 0,0 0-1 0 0,-1 0 1 0 0,1 0-1 0 0,-1 1 1 0 0,1-1 0 0 0,-1 0-1 0 0,1 1 1 0 0,0-1-1 0 0,-1 1 1 0 0,1 0 0 0 0,0-1-1 0 0,0 1 1 0 0,-1 0 0 0 0,1 0-1 0 0,0 0 1 0 0,0 0-1 0 0,0 0 1 0 0,0 0 0 0 0,0 0-1 0 0,0 0 1 0 0,0 0-1 0 0,1 0 1 0 0,-1 1 0 0 0,0-1-1 0 0,0 0 1 0 0,1 1-1 0 0,-1-1 1 0 0,1 0 0 0 0,0 1-1 0 0,-1-1 1 0 0,1 3-1 0 0,-1-2 7 0 0,1 1 0 0 0,0-1 0 0 0,0 0 0 0 0,0 0 0 0 0,0 1 0 0 0,0-1 0 0 0,0 0-1 0 0,1 1 1 0 0,-1-1 0 0 0,1 0 0 0 0,0 0 0 0 0,-1 0 0 0 0,1 0 0 0 0,0 0 0 0 0,0 0-1 0 0,1 0 1 0 0,-1 0 0 0 0,0 0 0 0 0,0 0 0 0 0,1 0 0 0 0,2 2 0 0 0,8 3-54 0 0,1 0 1 0 0,-1-1-1 0 0,1 0 1 0 0,0-1-1 0 0,0 0 1 0 0,1-1-1 0 0,0-1 1 0 0,-1 0-1 0 0,18 1 1 0 0,-8-3-4910 0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4.0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21 5065 0 0,'-7'-6'-1007'0'0,"-11"-9"8795"0"0,26 27-4301 0 0,103 108 1418 0 0,-78-88-4391 0 0,-1 3 0 0 0,41 56-1 0 0,-54-61-348 0 0,-2 0 0 0 0,-1 2-1 0 0,-1 0 1 0 0,-2 1 0 0 0,16 64-1 0 0,-11-13-1090 0 0,10 108-1 0 0,-22-127-6568 0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2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66 10594 0 0,'-4'-9'499'0'0,"-6"-25"68"0"0,9 15 3662 0 0,1 18-4141 0 0,0 1 1 0 0,1 0 0 0 0,-1 0-1 0 0,0-1 1 0 0,1 1 0 0 0,-1 0 0 0 0,0 0-1 0 0,1 0 1 0 0,-1-1 0 0 0,0 1-1 0 0,1 0 1 0 0,-1 0 0 0 0,1 0-1 0 0,-1 0 1 0 0,0 0 0 0 0,1 0-1 0 0,-1 0 1 0 0,1 0 0 0 0,-1 0 0 0 0,0 0-1 0 0,1 0 1 0 0,-1 0 0 0 0,1 0-1 0 0,-1 0 1 0 0,0 0 0 0 0,1 0-1 0 0,-1 1 1 0 0,1-1 0 0 0,-1 0-1 0 0,0 0 1 0 0,1 0 0 0 0,-1 1 0 0 0,0-1-1 0 0,1 0 1 0 0,-1 0 0 0 0,0 1-1 0 0,0-1 1 0 0,1 0 0 0 0,-1 0-1 0 0,1 1 1 0 0,14 12 684 0 0,-7-3-582 0 0,0 0 1 0 0,-1 0-1 0 0,0 1 1 0 0,-1 0-1 0 0,0 1 1 0 0,6 14-1 0 0,21 78 372 0 0,-21-66-365 0 0,-5-15-409 0 0,14 45 389 0 0,30 66-1 0 0,-42-114-842 0 0,1 0 0 0 0,1-1 0 0 0,0 0 0 0 0,2-1 0 0 0,0 0 1 0 0,1-1-1 0 0,27 25 0 0 0,-23-27-5733 0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9 153 11522 0 0,'-9'0'1020'0'0,"10"-5"-205"0"0,17-13 288 0 0,33-17-402 0 0,79-47-5421 0 0,-105 69 3225 0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5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78 6913 0 0,'-1'0'242'0'0,"-1"0"-1"0"0,1 0 1 0 0,-1 0-1 0 0,1 0 0 0 0,-1 0 1 0 0,1 1-1 0 0,0-1 1 0 0,-1 0-1 0 0,1 1 0 0 0,0-1 1 0 0,-1 1-1 0 0,1 0 1 0 0,0-1-1 0 0,0 1 0 0 0,-1 0 1 0 0,1 0-1 0 0,0 0 0 0 0,0 0 1 0 0,0 0-1 0 0,0 0 1 0 0,0 0-1 0 0,0 0 0 0 0,-1 3 1 0 0,1-1 122 0 0,-1 0 0 0 0,1 0 0 0 0,0 0 0 0 0,0 1 0 0 0,1-1 0 0 0,-1 1 0 0 0,1-1 0 0 0,-1 1 0 0 0,1 5 0 0 0,1 3 195 0 0,0 1-1 0 0,1-1 0 0 0,1 0 0 0 0,6 21 1 0 0,-5-24-455 0 0,0 0 0 0 0,0-1 0 0 0,1 1 0 0 0,0-1 0 0 0,0 0 0 0 0,1 0 0 0 0,0-1-1 0 0,0 1 1 0 0,1-1 0 0 0,0-1 0 0 0,1 1 0 0 0,-1-1 0 0 0,1-1 0 0 0,0 1 0 0 0,0-1 0 0 0,1-1 0 0 0,0 0 0 0 0,-1 0 0 0 0,2 0 0 0 0,-1-1 0 0 0,0 0 0 0 0,0-1 0 0 0,15 2 0 0 0,-21-5-131 0 0,1 1 0 0 0,-1 0 0 0 0,0-1 0 0 0,0 0 0 0 0,1 0 1 0 0,-1 0-1 0 0,0 0 0 0 0,0 0 0 0 0,0-1 0 0 0,0 1 0 0 0,0-1 0 0 0,0 0 0 0 0,-1 0 0 0 0,1 0 0 0 0,-1 0 0 0 0,1 0 1 0 0,-1-1-1 0 0,0 1 0 0 0,0-1 0 0 0,0 1 0 0 0,0-1 0 0 0,0 0 0 0 0,0 0 0 0 0,-1 0 0 0 0,1 0 0 0 0,0-4 0 0 0,5-10-237 0 0,-1-1 0 0 0,-1 1 0 0 0,5-27 0 0 0,-9 37 211 0 0,4-23-299 0 0,0-54 0 0 0,-1 4-233 0 0,-4 80 550 0 0,0 0 1 0 0,0-1-1 0 0,0 1 0 0 0,0 0 0 0 0,0-1 0 0 0,0 1 1 0 0,0 0-1 0 0,0-1 0 0 0,0 1 0 0 0,0 0 0 0 0,1-1 0 0 0,-1 1 1 0 0,0 0-1 0 0,0-1 0 0 0,0 1 0 0 0,0 0 0 0 0,0 0 1 0 0,1-1-1 0 0,-1 1 0 0 0,0 0 0 0 0,0 0 0 0 0,0-1 0 0 0,1 1 1 0 0,-1 0-1 0 0,0 0 0 0 0,0 0 0 0 0,1-1 0 0 0,-1 1 0 0 0,0 0 1 0 0,0 0-1 0 0,1 0 0 0 0,-1 0 0 0 0,0 0 0 0 0,1-1 1 0 0,-1 1-1 0 0,0 0 0 0 0,1 0 0 0 0,-1 0 0 0 0,0 0 0 0 0,0 0 1 0 0,1 0-1 0 0,-1 0 0 0 0,0 0 0 0 0,1 0 0 0 0,16 12-1080 0 0,10 20-318 0 0,-12-11-186 0 0,34 34 1 0 0,-34-40 855 0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6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2 294 6913 0 0,'-1'-1'110'0'0,"1"1"-1"0"0,0-1 0 0 0,0 0 0 0 0,0 1 1 0 0,-1-1-1 0 0,1 0 0 0 0,0 1 0 0 0,0-1 1 0 0,0 0-1 0 0,0 1 0 0 0,0-1 0 0 0,0 0 1 0 0,0 1-1 0 0,0-1 0 0 0,1 0 0 0 0,-1 1 1 0 0,0-1-1 0 0,0 0 0 0 0,0 1 0 0 0,1-1 0 0 0,-1 1 1 0 0,0-1-1 0 0,1 0 0 0 0,-1 1 0 0 0,1-1 1 0 0,-1 1-1 0 0,0-1 0 0 0,1 1 0 0 0,-1-1 1 0 0,1 1-1 0 0,0-1 0 0 0,-1 1 0 0 0,2-1 1 0 0,18-14 2425 0 0,-17 14-2370 0 0,0 0 1 0 0,0 0 0 0 0,0 0-1 0 0,0 0 1 0 0,0 1 0 0 0,0-1-1 0 0,0 1 1 0 0,0 0 0 0 0,0 0-1 0 0,0 0 1 0 0,0 0 0 0 0,1 1-1 0 0,-1-1 1 0 0,0 1 0 0 0,0-1-1 0 0,4 3 1 0 0,-1-1-3 0 0,-1 1 1 0 0,-1 0 0 0 0,1 0-1 0 0,0 0 1 0 0,-1 1-1 0 0,0-1 1 0 0,1 1-1 0 0,4 7 1 0 0,5 6 433 0 0,-2 1 1 0 0,0 0 0 0 0,15 34-1 0 0,-24-47-386 0 0,-24-28 1280 0 0,14 11-1409 0 0,1 1-1 0 0,1-2 1 0 0,0 1-1 0 0,1 0 1 0 0,0-1-1 0 0,1 0 1 0 0,0 0-1 0 0,1 0 1 0 0,0 0-1 0 0,1-20 1 0 0,1 15-497 0 0,1 0-1 0 0,0 0 1 0 0,2 1 0 0 0,0-1-1 0 0,1 1 1 0 0,0-1 0 0 0,10-21-1 0 0,9-2-5953 0 0,-9 24 847 0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1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8754 0 0,'0'0'32'0'0,"0"0"1"0"0,0-1-1 0 0,0 1 1 0 0,0 0-1 0 0,0 0 0 0 0,0-1 1 0 0,0 1-1 0 0,0 0 1 0 0,0 0-1 0 0,0 0 0 0 0,0-1 1 0 0,0 1-1 0 0,1 0 1 0 0,-1 0-1 0 0,0-1 0 0 0,0 1 1 0 0,0 0-1 0 0,0 0 1 0 0,0 0-1 0 0,0-1 0 0 0,1 1 1 0 0,-1 0-1 0 0,0 0 1 0 0,0 0-1 0 0,0 0 1 0 0,1 0-1 0 0,-1-1 0 0 0,0 1 1 0 0,0 0-1 0 0,0 0 1 0 0,1 0-1 0 0,-1 0 0 0 0,0 0 1 0 0,0 0-1 0 0,0 0 1 0 0,1 0-1 0 0,-1 0 0 0 0,0 0 1 0 0,0 0-1 0 0,1 0 1 0 0,12 4 1318 0 0,9 12 750 0 0,15 44 979 0 0,-33-51-2869 0 0,1 0 0 0 0,-1-1 0 0 0,1 0 0 0 0,0 0 0 0 0,1 0 0 0 0,0 0 1 0 0,0-1-1 0 0,1 0 0 0 0,0 0 0 0 0,0-1 0 0 0,14 10 0 0 0,-21-16-240 0 0,1 0 1 0 0,-1 0-1 0 0,1 0 0 0 0,-1 0 0 0 0,1 0 1 0 0,-1 0-1 0 0,1 0 0 0 0,-1-1 1 0 0,1 1-1 0 0,-1 0 0 0 0,1 0 0 0 0,-1 0 1 0 0,0 0-1 0 0,1 0 0 0 0,-1-1 1 0 0,1 1-1 0 0,-1 0 0 0 0,1-1 0 0 0,-1 1 1 0 0,0 0-1 0 0,1 0 0 0 0,-1-1 0 0 0,0 1 1 0 0,1-1-1 0 0,-1 1 0 0 0,0 0 1 0 0,0-1-1 0 0,1 1 0 0 0,-1-1 0 0 0,0 1 1 0 0,0-1-1 0 0,0 1 0 0 0,1-1 0 0 0,-1 1 1 0 0,0 0-1 0 0,0-1 0 0 0,0 1 1 0 0,0-1-1 0 0,0 1 0 0 0,0-1 0 0 0,0 0 1 0 0,5-28-677 0 0,-5 22 600 0 0,2-4-140 0 0,15-81-1145 0 0,-15 83 1447 0 0,1-1 0 0 0,0 1-1 0 0,1-1 1 0 0,0 1 0 0 0,0 0 0 0 0,1 1 0 0 0,6-10-1 0 0,-11 17 6 0 0,1 0 0 0 0,0 1 0 0 0,-1-1 0 0 0,1 0 0 0 0,0 0 0 0 0,0 1 0 0 0,-1-1 0 0 0,1 1 0 0 0,0-1 0 0 0,0 0 0 0 0,0 1 0 0 0,0 0 0 0 0,0-1-1 0 0,0 1 1 0 0,0-1 0 0 0,0 1 0 0 0,0 0 0 0 0,0 0 0 0 0,0 0 0 0 0,0 0 0 0 0,0-1 0 0 0,0 1 0 0 0,0 0 0 0 0,2 1 0 0 0,-1-1 53 0 0,0 1-1 0 0,1 0 1 0 0,-1 0 0 0 0,0 0 0 0 0,0 0 0 0 0,1 0-1 0 0,-1 1 1 0 0,0-1 0 0 0,0 1 0 0 0,2 1 0 0 0,6 7 201 0 0,-1 0 1 0 0,0 1-1 0 0,7 12 1 0 0,-9-14-336 0 0,40 41-546 0 0,-30-34-188 0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7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162 82 10594 0 0,'-6'0'107'0'0,"1"-1"-1"0"0,-1 1 0 0 0,0 0 0 0 0,0 1 1 0 0,1-1-1 0 0,-1 1 0 0 0,0 0 0 0 0,1 1 1 0 0,-1-1-1 0 0,1 1 0 0 0,0 0 0 0 0,-1 1 1 0 0,1-1-1 0 0,0 1 0 0 0,0 0 1 0 0,1 0-1 0 0,-6 4 0 0 0,5-1 115 0 0,0-1 0 0 0,0 0 0 0 0,0 1 0 0 0,1 0 0 0 0,-1 0 0 0 0,1 1 0 0 0,1-1 1 0 0,-1 1-1 0 0,1 0 0 0 0,1 0 0 0 0,-1 0 0 0 0,-1 8 0 0 0,2-7-92 0 0,0 1 1 0 0,1 0-1 0 0,-1 0 0 0 0,2 0 1 0 0,-1 0-1 0 0,2 0 0 0 0,-1 0 1 0 0,1 0-1 0 0,0 0 0 0 0,1-1 1 0 0,0 1-1 0 0,0 0 0 0 0,1-1 1 0 0,0 1-1 0 0,1-1 0 0 0,0 0 1 0 0,0 0-1 0 0,0 0 1 0 0,1-1-1 0 0,1 0 0 0 0,-1 0 1 0 0,10 10-1 0 0,-6-10-122 0 0,-1-1 0 0 0,1 0 1 0 0,0 0-1 0 0,1-1 0 0 0,-1-1 0 0 0,1 1 1 0 0,0-1-1 0 0,0-1 0 0 0,0 0 0 0 0,1 0 0 0 0,-1-1 1 0 0,1-1-1 0 0,0 0 0 0 0,19 0 0 0 0,-24-1-12 0 0,1-1 0 0 0,-1 1-1 0 0,0-1 1 0 0,1-1-1 0 0,-1 1 1 0 0,0-1 0 0 0,0 0-1 0 0,0-1 1 0 0,0 1-1 0 0,0-1 1 0 0,-1 0 0 0 0,1-1-1 0 0,-1 1 1 0 0,0-1-1 0 0,0 0 1 0 0,0-1 0 0 0,0 1-1 0 0,-1-1 1 0 0,0 0-1 0 0,0 0 1 0 0,0 0 0 0 0,-1 0-1 0 0,1-1 1 0 0,-1 1-1 0 0,3-10 1 0 0,-2 1 79 0 0,0 1 1 0 0,-1 0-1 0 0,0-1 0 0 0,-2 0 1 0 0,1 1-1 0 0,-2-1 0 0 0,1 0 1 0 0,-2 0-1 0 0,0 1 0 0 0,-1-1 1 0 0,0 0-1 0 0,-1 1 0 0 0,-1 0 1 0 0,0-1-1 0 0,-8-18 0 0 0,8 24-223 0 0,1 0-1 0 0,-1 0 0 0 0,-1 0 0 0 0,0 1 0 0 0,0 0 0 0 0,0 0 0 0 0,-1 0 0 0 0,0 0 1 0 0,0 1-1 0 0,0 0 0 0 0,-1 0 0 0 0,0 1 0 0 0,0 0 0 0 0,-1 0 0 0 0,1 1 0 0 0,-1 0 1 0 0,0 0-1 0 0,0 0 0 0 0,0 1 0 0 0,-1 1 0 0 0,1-1 0 0 0,-1 1 0 0 0,0 1 0 0 0,1 0 1 0 0,-11-1-1 0 0,4 4-1616 0 0,2 3-3363 0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8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39 174 4609 0 0,'0'-1'102'0'0,"0"1"1"0"0,0 0-1 0 0,0-1 1 0 0,-1 1-1 0 0,1 0 1 0 0,0-1-1 0 0,0 1 0 0 0,-1 0 1 0 0,1-1-1 0 0,0 1 1 0 0,0 0-1 0 0,-1-1 1 0 0,1 1-1 0 0,0 0 0 0 0,-1 0 1 0 0,1-1-1 0 0,0 1 1 0 0,-1 0-1 0 0,1 0 1 0 0,-1 0-1 0 0,1 0 0 0 0,0 0 1 0 0,-1-1-1 0 0,1 1 1 0 0,-1 0-1 0 0,1 0 1 0 0,0 0-1 0 0,-1 0 1 0 0,1 0-1 0 0,-1 0 0 0 0,1 0 1 0 0,0 0-1 0 0,-1 0 1 0 0,1 1-1 0 0,-1-1 1 0 0,1 0-1 0 0,0 0 0 0 0,-1 0 1 0 0,1 0-1 0 0,0 1 1 0 0,-1-1-1 0 0,1 0 1 0 0,0 0-1 0 0,-1 0 0 0 0,1 1 1 0 0,0-1-1 0 0,-1 0 1 0 0,1 1-1 0 0,0-1 1 0 0,0 0-1 0 0,-1 1 0 0 0,1-1 1 0 0,0 0-1 0 0,0 1 1 0 0,0-1-1 0 0,-1 0 1 0 0,1 1-1 0 0,0-1 0 0 0,0 1 1 0 0,0-1-1 0 0,0 0 1 0 0,0 1-1 0 0,0-1 1 0 0,0 1-1 0 0,0-1 1 0 0,0 1-1 0 0,-1 35 2784 0 0,10 32-553 0 0,20 79 1 0 0,-5-32-2772 0 0,-24-115 363 0 0,0 1 1 0 0,1-1 0 0 0,-1 1 0 0 0,0 0 0 0 0,0-1-1 0 0,0 1 1 0 0,0-1 0 0 0,0 1 0 0 0,0 0 0 0 0,0-1-1 0 0,0 1 1 0 0,0 0 0 0 0,0-1 0 0 0,0 1 0 0 0,0-1-1 0 0,0 1 1 0 0,0 0 0 0 0,0-1 0 0 0,-1 1 0 0 0,1-1 0 0 0,0 1-1 0 0,0 0 1 0 0,-1-1 0 0 0,0 2 0 0 0,-10-8-1686 0 0,-12-24-1459 0 0,0-24-2030 0 0,9-7 3353 0 0,10 37 3057 0 0,1 0 1 0 0,2-49-1 0 0,1 71-926 0 0,0 0-1 0 0,0-1 0 0 0,0 1 0 0 0,0-1 1 0 0,0 1-1 0 0,1 0 0 0 0,-1 0 0 0 0,1-1 1 0 0,0 1-1 0 0,-1 0 0 0 0,1 0 0 0 0,0 0 1 0 0,0-1-1 0 0,1 1 0 0 0,-1 0 0 0 0,0 1 1 0 0,1-1-1 0 0,-1 0 0 0 0,1 0 0 0 0,0 1 1 0 0,-1-1-1 0 0,1 0 0 0 0,0 1 0 0 0,0 0 1 0 0,3-2-1 0 0,-2 2-24 0 0,1 0 0 0 0,-1 1 0 0 0,0-1 0 0 0,1 1 0 0 0,-1 0 0 0 0,0 0 0 0 0,1 1 0 0 0,-1-1 0 0 0,1 1 0 0 0,-1-1 1 0 0,0 1-1 0 0,0 0 0 0 0,1 0 0 0 0,-1 0 0 0 0,0 1 0 0 0,0-1 0 0 0,4 4 0 0 0,35 20 902 0 0,-25-14-825 0 0,1 0 0 0 0,28 11 0 0 0,-40-19-203 0 0,0-1 0 0 0,0 0-1 0 0,0-1 1 0 0,0 0 0 0 0,0 0 0 0 0,0 0-1 0 0,0-1 1 0 0,0 1 0 0 0,0-2 0 0 0,1 1-1 0 0,-1-1 1 0 0,10-2 0 0 0,-14 3-43 0 0,0-1 1 0 0,-1 0-1 0 0,1 1 1 0 0,-1-1-1 0 0,1 0 1 0 0,-1 0-1 0 0,1 0 0 0 0,-1 0 1 0 0,0 0-1 0 0,1-1 1 0 0,-1 1-1 0 0,0 0 1 0 0,0-1-1 0 0,0 1 1 0 0,0 0-1 0 0,0-1 0 0 0,0 1 1 0 0,-1-1-1 0 0,1 0 1 0 0,0 1-1 0 0,-1-1 1 0 0,1 0-1 0 0,-1 1 1 0 0,0-1-1 0 0,1 0 0 0 0,-1 1 1 0 0,0-1-1 0 0,0 0 1 0 0,0 0-1 0 0,0 1 1 0 0,0-1-1 0 0,-1-2 1 0 0,-1-8 58 0 0,0 0 0 0 0,0 0 0 0 0,-7-18 0 0 0,5 17-97 0 0,-13-47 120 0 0,-2-5-534 0 0,7 21-5560 0 0,5 17-1141 0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39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186 225 5065 0 0,'-22'6'1315'0'0,"1"1"-1"0"0,-1 1 1 0 0,1 1-1 0 0,1 1 1 0 0,0 0-1 0 0,-35 25 1 0 0,55-35-1250 0 0,0 0 0 0 0,0 0-1 0 0,-1 0 1 0 0,1 0 0 0 0,0 0 0 0 0,-1 0 0 0 0,1 1-1 0 0,0-1 1 0 0,0 0 0 0 0,0 0 0 0 0,-1 0 0 0 0,1 1-1 0 0,0-1 1 0 0,0 0 0 0 0,0 0 0 0 0,-1 0 0 0 0,1 1-1 0 0,0-1 1 0 0,0 0 0 0 0,0 1 0 0 0,0-1 0 0 0,0 0-1 0 0,-1 0 1 0 0,1 1 0 0 0,0-1 0 0 0,0 0 0 0 0,0 1-1 0 0,0-1 1 0 0,0 0 0 0 0,0 0 0 0 0,0 1-1 0 0,0-1 1 0 0,0 0 0 0 0,0 1 0 0 0,0-1 0 0 0,0 0-1 0 0,1 1 1 0 0,-1-1 0 0 0,0 0 0 0 0,0 0 0 0 0,0 1-1 0 0,14 4 1382 0 0,19-4-253 0 0,3-7-773 0 0,0-2-1 0 0,0-1 1 0 0,-1-1 0 0 0,38-17 0 0 0,132-72 121 0 0,28-10-391 0 0,-161 84-762 0 0,21-8-3631 0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0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10594 0 0,'-2'0'164'0'0,"1"0"0"0"0,0 0 0 0 0,-1 0-1 0 0,1 0 1 0 0,0 0 0 0 0,-1 0 0 0 0,1 0 0 0 0,0 0-1 0 0,-1 0 1 0 0,1 0 0 0 0,0 1 0 0 0,0-1 0 0 0,-1 1-1 0 0,1-1 1 0 0,0 1 0 0 0,0-1 0 0 0,0 1 0 0 0,0 0-1 0 0,0-1 1 0 0,0 1 0 0 0,0 0 0 0 0,0 0-1 0 0,0 0 1 0 0,0 0 0 0 0,0 0 0 0 0,0 0 0 0 0,0 0-1 0 0,1 0 1 0 0,-1 0 0 0 0,0 0 0 0 0,1 1 0 0 0,-1-1-1 0 0,1 0 1 0 0,0 0 0 0 0,-1 1 0 0 0,1-1 0 0 0,0 0-1 0 0,0 1 1 0 0,-1-1 0 0 0,1 0 0 0 0,0 0-1 0 0,0 1 1 0 0,1-1 0 0 0,-1 2 0 0 0,2 7 496 0 0,1-1 0 0 0,-1 1 0 0 0,2-1 0 0 0,-1 1 0 0 0,6 8 0 0 0,0 3-854 0 0,49 175 1667 0 0,-10-29-866 0 0,-37-135-549 0 0,2-2 0 0 0,0 1 0 0 0,22 32-1 0 0,2-12-616 0 0,-18-33-5674 0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0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45 8290 0 0,'0'-2'232'0'0,"1"0"1"0"0,-1 0-1 0 0,0 0 0 0 0,0 0 1 0 0,0 0-1 0 0,0 0 1 0 0,0 0-1 0 0,-1 0 0 0 0,1 0 1 0 0,0 0-1 0 0,-1 0 1 0 0,0 0-1 0 0,1 0 0 0 0,-1 1 1 0 0,0-1-1 0 0,0 0 1 0 0,0 0-1 0 0,-2-2 0 0 0,2 3-112 0 0,1 1-1 0 0,-1-1 0 0 0,1 1 0 0 0,-1-1 1 0 0,1 1-1 0 0,-1 0 0 0 0,1-1 1 0 0,-1 1-1 0 0,1 0 0 0 0,-1-1 0 0 0,0 1 1 0 0,1 0-1 0 0,-1 0 0 0 0,0-1 0 0 0,1 1 1 0 0,-1 0-1 0 0,0 0 0 0 0,1 0 1 0 0,-1 0-1 0 0,0 0 0 0 0,1 0 0 0 0,-2 0 1 0 0,1 1-34 0 0,0-1 0 0 0,0 1 0 0 0,0-1 0 0 0,-1 1 0 0 0,1 0 0 0 0,0-1 1 0 0,0 1-1 0 0,0 0 0 0 0,0 0 0 0 0,0 0 0 0 0,0 0 0 0 0,1 0 0 0 0,-1 0 1 0 0,0 0-1 0 0,0 0 0 0 0,0 1 0 0 0,-9 18 218 0 0,2-1 0 0 0,0 1 0 0 0,1 0 0 0 0,1 1 0 0 0,-5 25 0 0 0,2-6-77 0 0,-49 248 650 0 0,53-240-715 0 0,1 0 0 0 0,3 1 1 0 0,2-1-1 0 0,7 51 0 0 0,-4-77-57 0 0,1 1 0 0 0,1-1 0 0 0,0-1-1 0 0,2 1 1 0 0,1-1 0 0 0,0 0-1 0 0,1-1 1 0 0,20 29 0 0 0,-11-24 29 0 0,1 0 0 0 0,0-2 0 0 0,2 0 0 0 0,1-1 0 0 0,41 30 0 0 0,-19-21-335 0 0,3-2-1 0 0,0-2 1 0 0,2-2 0 0 0,0-2 0 0 0,2-3 0 0 0,91 24 0 0 0,-111-36-1963 0 0,41 4 1 0 0,-43-10-4035 0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3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7 12899 0 0,'-10'-4'554'0'0,"2"2"1423"0"0,14 7-74 0 0,10 8-1336 0 0,-1 0-1 0 0,-1 1 1 0 0,0 0 0 0 0,-1 2-1 0 0,0-1 1 0 0,-1 1 0 0 0,-1 1 0 0 0,15 30-1 0 0,3 16-515 0 0,25 78 0 0 0,-13-29 75 0 0,4-10-2773 0 0,-32-72-4604 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5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0 176 4145 0 0,'1'-6'118'0'0,"-1"0"0"0"0,1 0 1 0 0,1 0-1 0 0,-1 0 0 0 0,1 0 1 0 0,0 1-1 0 0,0-1 0 0 0,1 0 0 0 0,-1 1 1 0 0,1 0-1 0 0,0 0 0 0 0,1 0 1 0 0,-1 0-1 0 0,1 0 0 0 0,0 1 0 0 0,5-5 1 0 0,3-2 584 0 0,0 1 1 0 0,0 1-1 0 0,1 0 1 0 0,0 0-1 0 0,15-6 1 0 0,-23 12-393 0 0,0 1 1 0 0,0 0-1 0 0,0 0 0 0 0,0 0 0 0 0,0 1 1 0 0,0-1-1 0 0,0 1 0 0 0,1 0 1 0 0,-1 1-1 0 0,0 0 0 0 0,1-1 1 0 0,-1 2-1 0 0,7 0 0 0 0,-9-1-167 0 0,0 1 0 0 0,0 0 0 0 0,0 1 0 0 0,0-1 0 0 0,0 0 0 0 0,-1 1-1 0 0,1-1 1 0 0,-1 1 0 0 0,1 0 0 0 0,-1 0 0 0 0,1 0 0 0 0,-1 0 0 0 0,0 0-1 0 0,0 1 1 0 0,0-1 0 0 0,0 1 0 0 0,-1-1 0 0 0,1 1 0 0 0,0-1 0 0 0,-1 1-1 0 0,0 0 1 0 0,0 0 0 0 0,0 0 0 0 0,1 3 0 0 0,0 4-4 0 0,0 0 0 0 0,-1 1 0 0 0,-1-1 1 0 0,1 0-1 0 0,-1 0 0 0 0,-1 0 0 0 0,0 1 0 0 0,-1-1 0 0 0,1 0 1 0 0,-2 0-1 0 0,0-1 0 0 0,0 1 0 0 0,0 0 0 0 0,-8 11 1 0 0,-8 17-286 0 0,-2-2 0 0 0,-29 39 1 0 0,35-54-150 0 0,-35 51-3966 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1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 6449 0 0,'-17'16'1264'0'0,"2"1"0"0"0,0 1 1 0 0,0 1-1 0 0,2 0 0 0 0,-13 23 0 0 0,22-34-1127 0 0,0 0 0 0 0,1 0 0 0 0,0 0 0 0 0,0 0 0 0 0,1 0 0 0 0,0 1 0 0 0,0-1 0 0 0,1 1 0 0 0,0-1 0 0 0,0 1 0 0 0,1-1 0 0 0,0 1 0 0 0,1 0 0 0 0,0-1 0 0 0,0 1 0 0 0,1-1 0 0 0,3 11 0 0 0,-3-14-128 0 0,0 0 1 0 0,0-1-1 0 0,0 1 1 0 0,1-1-1 0 0,0 0 1 0 0,-1 0-1 0 0,1 0 1 0 0,1 0 0 0 0,-1 0-1 0 0,1-1 1 0 0,-1 1-1 0 0,1-1 1 0 0,0 0-1 0 0,0 0 1 0 0,0-1 0 0 0,1 1-1 0 0,-1-1 1 0 0,8 3-1 0 0,-5-3 13 0 0,-1 0-1 0 0,1-1 1 0 0,-1 0 0 0 0,1 0-1 0 0,-1 0 1 0 0,1-1-1 0 0,-1 0 1 0 0,1 0-1 0 0,0-1 1 0 0,-1 0-1 0 0,1 0 1 0 0,12-5 0 0 0,-13 4-3 0 0,0 0 1 0 0,0-1 0 0 0,1 0 0 0 0,-2 0 0 0 0,1-1-1 0 0,0 1 1 0 0,-1-1 0 0 0,1-1 0 0 0,-1 1 0 0 0,-1-1-1 0 0,1 0 1 0 0,7-9 0 0 0,-10 10-14 0 0,1 0 0 0 0,-1-1 0 0 0,0 1 0 0 0,0-1 0 0 0,0 1 0 0 0,0-1-1 0 0,-1 0 1 0 0,0 0 0 0 0,0 0 0 0 0,0 0 0 0 0,0 0 0 0 0,-1 0 0 0 0,0 0 0 0 0,0 0 0 0 0,-1 0 0 0 0,1 0 0 0 0,-1 0 0 0 0,-2-7 0 0 0,0 3-125 0 0,0 0 0 0 0,-1 0 1 0 0,-1 0-1 0 0,1 0 1 0 0,-1 1-1 0 0,-1 0 0 0 0,1 0 1 0 0,-1 0-1 0 0,-1 1 0 0 0,-11-11 1 0 0,13 13-106 0 0,0 1 1 0 0,0 0 0 0 0,0 0-1 0 0,-1 0 1 0 0,0 1-1 0 0,0 0 1 0 0,0 0 0 0 0,0 0-1 0 0,0 1 1 0 0,0-1 0 0 0,-1 2-1 0 0,1-1 1 0 0,-1 1-1 0 0,0 0 1 0 0,1 0 0 0 0,-10 1-1 0 0,-2 2-5044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6 5985 0 0,'3'-5'737'0'0,"-10"7"107"0"0,-11 7 241 0 0,1 3-70 0 0,1 2-1 0 0,0-1 0 0 0,-17 21 1 0 0,26-26-701 0 0,1-1 0 0 0,0 1 1 0 0,0 1-1 0 0,1-1 0 0 0,0 1 1 0 0,0 0-1 0 0,1 0 1 0 0,-6 18-1 0 0,10-24-282 0 0,-1 0 1 0 0,1-1-1 0 0,0 1 1 0 0,0 0-1 0 0,0-1 1 0 0,0 1-1 0 0,1 0 1 0 0,-1 0-1 0 0,1-1 1 0 0,-1 1-1 0 0,1-1 1 0 0,0 1-1 0 0,0-1 1 0 0,0 1-1 0 0,0-1 1 0 0,1 1-1 0 0,-1-1 1 0 0,1 0-1 0 0,-1 0 1 0 0,1 0-1 0 0,0 0 1 0 0,0 0-1 0 0,0 0 1 0 0,0 0-1 0 0,0 0 1 0 0,0-1-1 0 0,1 1 1 0 0,-1-1-1 0 0,0 0 1 0 0,6 2-1 0 0,7 4-47 0 0,1 0 0 0 0,1-2 0 0 0,29 7 0 0 0,-26-7 278 0 0,-12-3-198 0 0,0 0 0 0 0,0 1 1 0 0,0 0-1 0 0,0 0 1 0 0,0 1-1 0 0,-1 0 1 0 0,9 6-1 0 0,-14-9-89 0 0,0 1 1 0 0,-1-1-1 0 0,1 1 0 0 0,-1-1 1 0 0,1 1-1 0 0,-1-1 0 0 0,0 1 0 0 0,1 0 1 0 0,-1 0-1 0 0,0 0 0 0 0,0 0 1 0 0,0 0-1 0 0,-1 0 0 0 0,1 0 1 0 0,0 0-1 0 0,-1 0 0 0 0,1 0 0 0 0,-1 0 1 0 0,0 1-1 0 0,0-1 0 0 0,0 0 1 0 0,0 0-1 0 0,0 0 0 0 0,0 0 0 0 0,0 1 1 0 0,-1-1-1 0 0,1 0 0 0 0,-1 0 1 0 0,0 0-1 0 0,1 0 0 0 0,-1 0 1 0 0,-2 2-1 0 0,-5 13-1411 0 0,-3 2-4025 0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0,'8'4'916'0'0,"1"1"0"0"0,-1 0 0 0 0,0 1-1 0 0,0 0 1 0 0,0 0 0 0 0,-1 0 0 0 0,0 1-1 0 0,0 0 1 0 0,-1 1 0 0 0,0-1-1 0 0,0 1 1 0 0,6 13 0 0 0,-7-10-713 0 0,0-1 0 0 0,0 2 0 0 0,4 20 0 0 0,-5-15-1284 0 0,-1 0 0 0 0,0 22 1 0 0,-2-26-201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50 9218 0 0,'-4'-17'408'0'0,"1"9"80"0"0,1 1-392 0 0,0 2-96 0 0,1 2 0 0 0,-2 0 616 0 0,0 2 104 0 0,-1-2 17 0 0,0 0 7 0 0,1 3-888 0 0,2 3-176 0 0,2 1-40 0 0,2 3-8 0 0,1 4 368 0 0,3 3 0 0 0,6 1 0 0 0,0 0 0 0 0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2.8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4145 0 0,'9'30'7676'0'0,"1"0"-5102"0"0,51 183 3398 0 0,19-7-8102 0 0,-70-180-4473 0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3 163 2304 0 0,'-1'0'68'0'0,"1"0"0"0"0,0-1 0 0 0,0 1 0 0 0,0-1 0 0 0,-1 1 0 0 0,1 0 0 0 0,0-1 0 0 0,0 1-1 0 0,0-1 1 0 0,0 1 0 0 0,0-1 0 0 0,0 1 0 0 0,0 0 0 0 0,0-1 0 0 0,0 1 0 0 0,0-1-1 0 0,0 1 1 0 0,0-1 0 0 0,0 1 0 0 0,0 0 0 0 0,0-1 0 0 0,0 1 0 0 0,1-1 0 0 0,-1 1-1 0 0,0-1 1 0 0,0 1 0 0 0,1 0 0 0 0,-1-1 0 0 0,0 1 0 0 0,0 0 0 0 0,1-1 0 0 0,-1 1 0 0 0,0 0-1 0 0,1 0 1 0 0,-1-1 0 0 0,0 1 0 0 0,1 0 0 0 0,-1 0 0 0 0,1-1 0 0 0,-1 1 0 0 0,0 0-1 0 0,1 0 1 0 0,-1 0 0 0 0,1 0 0 0 0,19-14 1230 0 0,21-3-722 0 0,1 1 0 0 0,73-18-1 0 0,-65 21 64 0 0,71-29 0 0 0,-117 40-63 0 0,1 0 0 0 0,-1 1 0 0 0,0-1-1 0 0,0 1 1 0 0,1 0 0 0 0,-1 0 0 0 0,1 0 0 0 0,-1 1-1 0 0,8-1 1 0 0,-10 1-378 0 0,0 1-1 0 0,1 0 0 0 0,-1-1 0 0 0,0 1 0 0 0,-1 0 1 0 0,1 0-1 0 0,0 0 0 0 0,0 0 0 0 0,0 0 0 0 0,0 0 1 0 0,-1 0-1 0 0,1 1 0 0 0,-1-1 0 0 0,1 1 1 0 0,-1-1-1 0 0,1 1 0 0 0,-1 0 0 0 0,0-1 0 0 0,0 1 1 0 0,0 0-1 0 0,0 0 0 0 0,1 2 0 0 0,12 25 471 0 0,13 25-3001 0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97 10138 0 0,'-8'-13'425'0'0,"-12"-27"769"0"0,19 38-1015 0 0,0 1-1 0 0,1-1 1 0 0,-1 0 0 0 0,1 0-1 0 0,-1 1 1 0 0,1-1 0 0 0,0 0 0 0 0,0 0-1 0 0,0 0 1 0 0,0 0 0 0 0,0 1 0 0 0,0-1-1 0 0,0 0 1 0 0,1 0 0 0 0,-1 0-1 0 0,1 1 1 0 0,-1-1 0 0 0,1 0 0 0 0,1-2-1 0 0,-2 3-145 0 0,1 1-1 0 0,-1-1 0 0 0,1 1 1 0 0,-1 0-1 0 0,1-1 1 0 0,-1 1-1 0 0,1 0 0 0 0,-1-1 1 0 0,1 1-1 0 0,-1 0 1 0 0,1 0-1 0 0,0-1 0 0 0,-1 1 1 0 0,1 0-1 0 0,-1 0 1 0 0,1 0-1 0 0,0 0 0 0 0,-1 0 1 0 0,1 0-1 0 0,0 0 0 0 0,-1 0 1 0 0,1 0-1 0 0,-1 0 1 0 0,1 0-1 0 0,0 0 0 0 0,-1 1 1 0 0,1-1-1 0 0,-1 0 1 0 0,1 0-1 0 0,0 1 0 0 0,-1-1 1 0 0,1 0-1 0 0,-1 1 1 0 0,1-1-1 0 0,-1 0 0 0 0,1 1 1 0 0,-1-1-1 0 0,0 1 1 0 0,1-1-1 0 0,-1 1 0 0 0,1-1 1 0 0,-1 1-1 0 0,1 0 1 0 0,16 23-1820 0 0,-10-9-3621 0 0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1 197 6913 0 0,'18'-5'12248'0'0,"-8"10"-11971"0"0,0 0-1 0 0,-1 1 0 0 0,0 0 0 0 0,1 1 0 0 0,10 10 0 0 0,-12-10-71 0 0,0 0-1 0 0,1 0 0 0 0,-1-1 1 0 0,1 0-1 0 0,1-1 0 0 0,-1 0 1 0 0,15 6-1 0 0,-23-11-203 0 0,1 0 0 0 0,-1 0 1 0 0,0 0-1 0 0,0 0 0 0 0,0 0 1 0 0,0 0-1 0 0,0 0 0 0 0,0 0 1 0 0,0 0-1 0 0,0-1 0 0 0,0 1 0 0 0,0 0 1 0 0,0-1-1 0 0,0 1 0 0 0,0-1 1 0 0,0 1-1 0 0,0-1 0 0 0,0 1 1 0 0,0-1-1 0 0,0 0 0 0 0,0 1 0 0 0,-1-1 1 0 0,1 0-1 0 0,0 0 0 0 0,0 0 1 0 0,-1 0-1 0 0,1 1 0 0 0,-1-1 1 0 0,1 0-1 0 0,-1 0 0 0 0,1 0 1 0 0,-1 0-1 0 0,0 0 0 0 0,1-1 0 0 0,-1-1 1 0 0,10-47 80 0 0,-8 34-59 0 0,1-2-136 0 0,20-85 53 0 0,-19 90-831 0 0,1 1 0 0 0,0 0 0 0 0,9-15 0 0 0,-2 9-6022 0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3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0 101 2761 0 0,'1'1'85'0'0,"0"0"0"0"0,0 0 0 0 0,1 0 0 0 0,-1-1 0 0 0,0 1 1 0 0,0-1-1 0 0,1 1 0 0 0,-1-1 0 0 0,0 1 0 0 0,0-1 0 0 0,1 0 1 0 0,-1 1-1 0 0,0-1 0 0 0,1 0 0 0 0,-1 0 0 0 0,1 0 0 0 0,-1 0 1 0 0,0 0-1 0 0,1 0 0 0 0,-1-1 0 0 0,0 1 0 0 0,1 0 0 0 0,-1-1 1 0 0,0 1-1 0 0,0-1 0 0 0,1 1 0 0 0,-1-1 0 0 0,0 0 0 0 0,0 1 1 0 0,0-1-1 0 0,0 0 0 0 0,0 0 0 0 0,0 0 0 0 0,0 0 1 0 0,0 0-1 0 0,0 0 0 0 0,1-1 0 0 0,1-1 195 0 0,0-1 1 0 0,0 1-1 0 0,-1 0 0 0 0,1-1 1 0 0,-1 0-1 0 0,0 1 0 0 0,0-1 1 0 0,0 0-1 0 0,0 0 0 0 0,1-7 1 0 0,-3 8-150 0 0,0 1 1 0 0,1 0 0 0 0,-2 0 0 0 0,1-1 0 0 0,0 1 0 0 0,0 0 0 0 0,-1 0 0 0 0,1-1-1 0 0,-1 1 1 0 0,0 0 0 0 0,1 0 0 0 0,-1 0 0 0 0,0 0 0 0 0,0 0 0 0 0,-1 0-1 0 0,1 0 1 0 0,-2-2 0 0 0,2 3-44 0 0,1 1-1 0 0,-1-1 0 0 0,0 1 1 0 0,1-1-1 0 0,-1 1 1 0 0,0-1-1 0 0,0 1 1 0 0,0-1-1 0 0,1 1 1 0 0,-1 0-1 0 0,0-1 0 0 0,0 1 1 0 0,0 0-1 0 0,0 0 1 0 0,0 0-1 0 0,0 0 1 0 0,0 0-1 0 0,1 0 0 0 0,-1 0 1 0 0,0 0-1 0 0,0 0 1 0 0,0 0-1 0 0,0 0 1 0 0,0 0-1 0 0,0 1 0 0 0,1-1 1 0 0,-1 0-1 0 0,0 1 1 0 0,0-1-1 0 0,0 0 1 0 0,0 1-1 0 0,1-1 0 0 0,-1 1 1 0 0,0 0-1 0 0,1-1 1 0 0,-1 1-1 0 0,0-1 1 0 0,1 1-1 0 0,-1 0 0 0 0,1 0 1 0 0,-1-1-1 0 0,1 1 1 0 0,-1 0-1 0 0,1 1 1 0 0,-3 1 40 0 0,0 1 0 0 0,1 0 0 0 0,-1-1 0 0 0,1 1 0 0 0,0 0 0 0 0,1 0 0 0 0,-1 1 0 0 0,1-1 0 0 0,-1 0 0 0 0,1 0 0 0 0,0 1 0 0 0,1-1 0 0 0,-1 1 0 0 0,1-1 0 0 0,0 0 0 0 0,0 1 1 0 0,0-1-1 0 0,1 1 0 0 0,0-1 0 0 0,-1 1 0 0 0,1-1 0 0 0,1 0 0 0 0,-1 0 0 0 0,3 6 0 0 0,-1-5-179 0 0,0 0 1 0 0,1 0-1 0 0,-1 0 1 0 0,1-1-1 0 0,0 1 1 0 0,0-1-1 0 0,0 0 0 0 0,1-1 1 0 0,-1 1-1 0 0,1-1 1 0 0,0 1-1 0 0,0-2 1 0 0,0 1-1 0 0,0 0 0 0 0,1-1 1 0 0,-1 0-1 0 0,1 0 1 0 0,7 1-1 0 0,10 1-798 0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4.4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6 7834 0 0,'-2'-4'5829'0'0,"12"3"-3293"0"0,11 1-559 0 0,-7 3-1674 0 0,-1 1 1 0 0,0 1 0 0 0,0 0-1 0 0,0 1 1 0 0,0 0-1 0 0,-1 1 1 0 0,0 1-1 0 0,-1-1 1 0 0,0 2-1 0 0,0 0 1 0 0,0 0 0 0 0,-1 1-1 0 0,14 17 1 0 0,-5-3-193 0 0,-2 1 0 0 0,0 0 0 0 0,-1 1 0 0 0,-2 1 0 0 0,15 35 0 0 0,-6 3 35 0 0,25 106 1 0 0,0 71-1062 0 0,-47-234 838 0 0,7 38-703 0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60 8754 0 0,'-3'-5'1170'0'0,"0"0"-1"0"0,1 0 1 0 0,-1 0 0 0 0,1-1-1 0 0,0 1 1 0 0,1 0 0 0 0,-1-1 0 0 0,1 0-1 0 0,0-5 1 0 0,1 11-1118 0 0,0 0 1 0 0,1 0-1 0 0,-1 0 0 0 0,0 0 1 0 0,1-1-1 0 0,-1 1 0 0 0,0 0 1 0 0,1 0-1 0 0,-1 0 0 0 0,0 0 1 0 0,1 0-1 0 0,-1 0 0 0 0,0 0 1 0 0,1 0-1 0 0,-1 1 0 0 0,0-1 1 0 0,1 0-1 0 0,-1 0 0 0 0,0 0 1 0 0,1 0-1 0 0,-1 0 0 0 0,0 0 1 0 0,1 1-1 0 0,-1-1 0 0 0,0 0 1 0 0,0 0-1 0 0,1 0 0 0 0,-1 1 1 0 0,0-1-1 0 0,0 0 0 0 0,1 1 1 0 0,-1-1-1 0 0,0 0 0 0 0,0 0 1 0 0,0 1-1 0 0,12 10 174 0 0,-3 2-136 0 0,0 1-1 0 0,-1 0 1 0 0,-1 0 0 0 0,0 0 0 0 0,5 17-1 0 0,23 83 88 0 0,-18-52-112 0 0,-7-30-143 0 0,1 0-1 0 0,17 32 1 0 0,-24-55-344 0 0,0-1 0 0 0,1 1 1 0 0,0-1-1 0 0,1-1 1 0 0,0 1-1 0 0,0-1 1 0 0,0 0-1 0 0,1 0 0 0 0,0-1 1 0 0,0 1-1 0 0,1-2 1 0 0,10 7-1 0 0,-5-8-4118 0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1 300 4145 0 0,'0'-1'159'0'0,"0"0"-1"0"0,0 0 1 0 0,0 0 0 0 0,1 0-1 0 0,-1-1 1 0 0,0 1 0 0 0,1 0-1 0 0,-1 0 1 0 0,1 0 0 0 0,-1 0 0 0 0,1 0-1 0 0,0 0 1 0 0,-1 0 0 0 0,1 0-1 0 0,0 0 1 0 0,0 0 0 0 0,-1 1-1 0 0,1-1 1 0 0,0 0 0 0 0,0 0-1 0 0,2 0 1 0 0,23-19 2175 0 0,-25 19-2114 0 0,30-18 738 0 0,0 2 0 0 0,1 1 0 0 0,0 1 0 0 0,36-10 1 0 0,-33 13-1971 0 0,1-2 0 0 0,-2-2 1 0 0,45-27-1 0 0,-44 17-1301 0 0,-24 18 1665 0 0,-1 0 0 0 0,1 1 0 0 0,0 0 1 0 0,1 0-1 0 0,26-2 10207 0 0,-29 26-6935 0 0,-8-16-2661 0 0,6 15 845 0 0,0 0-1 0 0,-2 1 1 0 0,6 24 0 0 0,-8-27-627 0 0,1 0 0 0 0,0 0 0 0 0,1 0 0 0 0,1-1 0 0 0,8 15 0 0 0,-12-23-206 0 0,1 0 1 0 0,0-1-1 0 0,0 1 1 0 0,1-1-1 0 0,-1 0 1 0 0,1 0-1 0 0,0 0 1 0 0,0-1-1 0 0,0 1 1 0 0,5 2 0 0 0,-7-5-31 0 0,1 0 1 0 0,-1-1 0 0 0,0 1 0 0 0,0-1 0 0 0,0 1-1 0 0,1-1 1 0 0,-1 0 0 0 0,0 0 0 0 0,0 0 0 0 0,1 0-1 0 0,-1 0 1 0 0,0 0 0 0 0,0-1 0 0 0,0 1 0 0 0,1-1-1 0 0,-1 0 1 0 0,0 1 0 0 0,0-1 0 0 0,0 0 0 0 0,0 0-1 0 0,0-1 1 0 0,0 1 0 0 0,0 0 0 0 0,-1 0 0 0 0,1-1 0 0 0,2-2-1 0 0,14-11-527 0 0,-2-1 1 0 0,0 0-1 0 0,19-25 0 0 0,-30 34 560 0 0,0 1 0 0 0,0-2 0 0 0,-1 1 0 0 0,0 0 0 0 0,0-1 0 0 0,-1 0 0 0 0,0 0 0 0 0,0 0 0 0 0,-1 0 0 0 0,0-1-1 0 0,0 1 1 0 0,0-11 0 0 0,-3 3 306 0 0,0-14 2250 0 0,0 30-2515 0 0,1 0-1 0 0,0 0 1 0 0,0 0 0 0 0,0 0-1 0 0,0 0 1 0 0,1 0-1 0 0,-1-1 1 0 0,0 1 0 0 0,0 0-1 0 0,0 0 1 0 0,0 0 0 0 0,0 0-1 0 0,0 0 1 0 0,0 0-1 0 0,0 0 1 0 0,0 0 0 0 0,0 0-1 0 0,0-1 1 0 0,0 1 0 0 0,0 0-1 0 0,0 0 1 0 0,0 0 0 0 0,0 0-1 0 0,0 0 1 0 0,1 0-1 0 0,-1 0 1 0 0,0 0 0 0 0,0 0-1 0 0,0 0 1 0 0,0 0 0 0 0,0 0-1 0 0,0 0 1 0 0,0 0 0 0 0,0 0-1 0 0,1 0 1 0 0,-1 0-1 0 0,0 0 1 0 0,0 0 0 0 0,0 0-1 0 0,0 0 1 0 0,0 0 0 0 0,0 0-1 0 0,0 0 1 0 0,0 0 0 0 0,1 0-1 0 0,-1 0 1 0 0,0 0-1 0 0,0 0 1 0 0,0 0 0 0 0,0 0-1 0 0,0 0 1 0 0,0 0 0 0 0,0 0-1 0 0,0 0 1 0 0,1 0-1 0 0,-1 0 1 0 0,0 0 0 0 0,0 0-1 0 0,0 1 1 0 0,10 14 288 0 0,-7-10-244 0 0,3 6 108 0 0,0-1 1 0 0,14 20 0 0 0,-17-27-318 0 0,0-1 0 0 0,-1 1 0 0 0,1 0 0 0 0,0-1-1 0 0,0 0 1 0 0,0 1 0 0 0,0-1 0 0 0,1-1 0 0 0,-1 1 0 0 0,1 0 0 0 0,-1-1 0 0 0,1 0 0 0 0,6 2 0 0 0,5-1-1308 0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6.0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77 5529 0 0,'11'5'8400'0'0,"3"0"-4202"0"0,-4-2-3803 0 0,0 1 0 0 0,-1 0 1 0 0,1 1-1 0 0,-1 0 0 0 0,9 6 0 0 0,-6-1-57 0 0,-1 0 0 0 0,0 0 1 0 0,16 21-1 0 0,-23-26-307 0 0,1 1 0 0 0,-2 0 0 0 0,1 0 0 0 0,-1 0 0 0 0,0 0 0 0 0,0 1 0 0 0,0-1 0 0 0,-1 1 1 0 0,0 0-1 0 0,1 9 0 0 0,-3-16-17 0 0,1 1 1 0 0,-1-1-1 0 0,0 1 1 0 0,0-1-1 0 0,0 1 1 0 0,0-1-1 0 0,0 1 1 0 0,0-1-1 0 0,0 1 1 0 0,0-1-1 0 0,0 1 1 0 0,0-1-1 0 0,0 1 1 0 0,0-1-1 0 0,0 1 1 0 0,0-1-1 0 0,-1 1 1 0 0,1-1-1 0 0,0 1 1 0 0,0-1-1 0 0,-1 1 0 0 0,1-1 1 0 0,0 0-1 0 0,0 1 1 0 0,-1-1-1 0 0,1 1 1 0 0,-1-1-1 0 0,1 0 1 0 0,0 1-1 0 0,-1-1 1 0 0,1 0-1 0 0,-1 1 1 0 0,1-1-1 0 0,-1 0 1 0 0,-1 0 16 0 0,1 0 0 0 0,0 0 0 0 0,-1 0 0 0 0,1 0 0 0 0,0-1 0 0 0,-1 1 0 0 0,1 0 0 0 0,0-1 0 0 0,-1 1 0 0 0,1-1 0 0 0,0 0 0 0 0,-2-1 0 0 0,-2-1 43 0 0,0-1 1 0 0,0 0-1 0 0,0 1 0 0 0,1-2 1 0 0,-7-7-1 0 0,8 6-60 0 0,0 0 1 0 0,0-1-1 0 0,0 1 1 0 0,1-1-1 0 0,0 1 1 0 0,1-1-1 0 0,-1 0 1 0 0,1 0-1 0 0,1 0 1 0 0,-1 0-1 0 0,1 0 0 0 0,0 0 1 0 0,2-8-1 0 0,0 0-431 0 0,1 1 0 0 0,0 0-1 0 0,1 1 1 0 0,0-1 0 0 0,11-19-1 0 0,0 2-7242 0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7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47 5985 0 0,'8'0'936'0'0,"-1"0"0"0"0,1 0 0 0 0,0 1 0 0 0,-1 0 0 0 0,1 0 0 0 0,12 5 0 0 0,-16-5-666 0 0,-1 1 0 0 0,0 0 0 0 0,1 0 0 0 0,-1 0-1 0 0,0 1 1 0 0,0-1 0 0 0,0 1 0 0 0,-1-1 0 0 0,1 1-1 0 0,-1 0 1 0 0,1 0 0 0 0,-1 1 0 0 0,0-1 0 0 0,0 0-1 0 0,2 5 1 0 0,5 11-25 0 0,20 38 46 0 0,-27-54-320 0 0,0 0-1 0 0,0 0 1 0 0,0 0-1 0 0,1 0 1 0 0,-1-1-1 0 0,1 1 1 0 0,-1-1-1 0 0,1 1 1 0 0,0-1-1 0 0,0 0 1 0 0,0 0-1 0 0,0 0 0 0 0,7 2 1 0 0,-10-4 9 0 0,1 0 1 0 0,0 0-1 0 0,0 0 1 0 0,0 0-1 0 0,-1 0 1 0 0,1 0-1 0 0,0 0 1 0 0,0-1-1 0 0,0 1 1 0 0,-1 0-1 0 0,1-1 1 0 0,0 1-1 0 0,0 0 1 0 0,-1-1-1 0 0,1 1 0 0 0,0-1 1 0 0,-1 1-1 0 0,1-1 1 0 0,0 1-1 0 0,-1-1 1 0 0,1 1-1 0 0,-1-1 1 0 0,1 0-1 0 0,-1 1 1 0 0,1-1-1 0 0,-1 0 1 0 0,0 1-1 0 0,1-1 1 0 0,-1 0-1 0 0,0 0 0 0 0,1 1 1 0 0,-1-1-1 0 0,0 0 1 0 0,0 0-1 0 0,0 0 1 0 0,0 1-1 0 0,0-2 1 0 0,5-38 476 0 0,-4 32-232 0 0,0 1-41 0 0,0-7 250 0 0,0-1 0 0 0,2 1 0 0 0,0 0-1 0 0,6-19 1 0 0,-8 30-377 0 0,0 0-1 0 0,0 1 1 0 0,1-1-1 0 0,-1 0 0 0 0,1 0 1 0 0,-1 1-1 0 0,1-1 1 0 0,0 1-1 0 0,0 0 1 0 0,0-1-1 0 0,0 1 1 0 0,0 0-1 0 0,1 0 1 0 0,-1 0-1 0 0,1 1 1 0 0,-1-1-1 0 0,1 0 0 0 0,0 1 1 0 0,-1 0-1 0 0,1 0 1 0 0,0-1-1 0 0,0 2 1 0 0,0-1-1 0 0,0 0 1 0 0,0 1-1 0 0,0-1 1 0 0,4 1-1 0 0,-3 0-13 0 0,0 1 0 0 0,-1-1 0 0 0,1 1 0 0 0,0 0-1 0 0,-1 0 1 0 0,1 1 0 0 0,-1-1 0 0 0,1 1 0 0 0,-1 0 0 0 0,0 0 0 0 0,0 0 0 0 0,0 0-1 0 0,0 0 1 0 0,0 1 0 0 0,0-1 0 0 0,3 5 0 0 0,6 7-257 0 0,0 1 0 0 0,10 19 0 0 0,-2-6-1388 0 0,-1-3-5371 0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66 5065 0 0,'-2'-5'396'0'0,"0"-1"1"0"0,0 1-1 0 0,0 0 0 0 0,-1 0 1 0 0,0 0-1 0 0,0 0 0 0 0,-1 1 1 0 0,1-1-1 0 0,-7-6 0 0 0,9 10-245 0 0,0 0-1 0 0,0 1 1 0 0,0-1-1 0 0,0 0 1 0 0,-1 0-1 0 0,1 0 1 0 0,0 1-1 0 0,0-1 1 0 0,0 1-1 0 0,-1-1 1 0 0,1 1-1 0 0,0-1 1 0 0,0 1-1 0 0,-1 0 1 0 0,1 0-1 0 0,0-1 1 0 0,-1 1-1 0 0,1 0 1 0 0,0 0-1 0 0,-1 0 1 0 0,1 0-1 0 0,0 1 1 0 0,-1-1-1 0 0,1 0 1 0 0,0 1-1 0 0,-1-1 1 0 0,1 0-1 0 0,0 1 1 0 0,0 0-1 0 0,0-1 1 0 0,-1 1-1 0 0,1 0 1 0 0,0-1-1 0 0,0 1 1 0 0,0 0-1 0 0,0 0 1 0 0,0 0-1 0 0,0 0 1 0 0,1 0-1 0 0,-1 0 1 0 0,0 0-1 0 0,0 0 1 0 0,1 1-1 0 0,-1-1 1 0 0,0 2-1 0 0,-4 5-19 0 0,1 1 0 0 0,0-1-1 0 0,1 1 1 0 0,0 0-1 0 0,0 0 1 0 0,1 0-1 0 0,0 0 1 0 0,1 0 0 0 0,0 1-1 0 0,1-1 1 0 0,-1 0-1 0 0,2 1 1 0 0,-1-1-1 0 0,1 0 1 0 0,4 16-1 0 0,-3-18-171 0 0,-1-1-1 0 0,2 1 0 0 0,-1 0 1 0 0,1-1-1 0 0,0 0 0 0 0,0 0 1 0 0,0 0-1 0 0,1 0 0 0 0,0 0 1 0 0,0-1-1 0 0,1 1 0 0 0,-1-1 1 0 0,1 0-1 0 0,0-1 0 0 0,1 1 1 0 0,-1-1-1 0 0,1 0 0 0 0,0 0 1 0 0,0-1-1 0 0,0 0 0 0 0,10 4 1 0 0,-2-3-276 0 0,0-1 1 0 0,1 0-1 0 0,-1-1 0 0 0,1-1 1 0 0,0 0-1 0 0,0-1 1 0 0,-1 0-1 0 0,20-4 0 0 0,-26 3 180 0 0,1 0 0 0 0,-1-1-1 0 0,0 0 1 0 0,0 0-1 0 0,0-1 1 0 0,-1 0 0 0 0,1-1-1 0 0,-1 1 1 0 0,1-2-1 0 0,-1 1 1 0 0,0-1 0 0 0,-1 0-1 0 0,1 0 1 0 0,-1-1-1 0 0,0 1 1 0 0,5-8 0 0 0,-9 11 191 0 0,-1 0 1 0 0,0 0 0 0 0,0 0 0 0 0,0 1 0 0 0,0-1 0 0 0,0 0 0 0 0,-1 0 0 0 0,1-1 0 0 0,0 1 0 0 0,-1 0-1 0 0,0 0 1 0 0,1 0 0 0 0,-1 0 0 0 0,0 0 0 0 0,0 0 0 0 0,0-1 0 0 0,-1 1 0 0 0,1 0 0 0 0,-1-4 0 0 0,-1 3 90 0 0,1-1 1 0 0,-1 0-1 0 0,0 1 1 0 0,0-1 0 0 0,0 1-1 0 0,-1 0 1 0 0,1 0 0 0 0,-1 0-1 0 0,1 0 1 0 0,-5-3 0 0 0,-1-1 156 0 0,-1 0 1 0 0,-1 0 0 0 0,1 1-1 0 0,-1 1 1 0 0,0 0-1 0 0,-19-7 1 0 0,17 8-512 0 0,0 1 0 0 0,0 0 0 0 0,0 1 0 0 0,0 0 0 0 0,-1 1 1 0 0,1 1-1 0 0,-1 0 0 0 0,1 0 0 0 0,0 1 0 0 0,-18 4 0 0 0,9 0-5080 0 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3:48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3681 0 0,'1'3'578'0'0,"1"1"1"0"0,-1-1 0 0 0,1 1-1 0 0,-1-1 1 0 0,1 1 0 0 0,0-1-1 0 0,0 0 1 0 0,1 0-1 0 0,-1 0 1 0 0,1 0 0 0 0,-1 0-1 0 0,1-1 1 0 0,0 1 0 0 0,6 4-1 0 0,18 20 2280 0 0,-21-17-2348 0 0,10 13-4 0 0,-1 2 0 0 0,-2 0-1 0 0,0 0 1 0 0,-2 1 0 0 0,10 30 0 0 0,-28-85-61 0 0,1-1 0 0 0,-3-44 0 0 0,9 63-473 0 0,1 1 0 0 0,1-1 0 0 0,0 1 0 0 0,0 0 0 0 0,1 0 0 0 0,0 0 0 0 0,0 0 0 0 0,9-15 0 0 0,-9 19 76 0 0,0-1-1 0 0,1 1 1 0 0,0 0-1 0 0,0 1 1 0 0,1-1-1 0 0,-1 1 1 0 0,1 0-1 0 0,0 0 1 0 0,1 0-1 0 0,-1 1 1 0 0,1-1-1 0 0,0 1 1 0 0,10-5-1 0 0,-13 8 27 0 0,0 1 1 0 0,0-1-1 0 0,1 1 1 0 0,-1 0-1 0 0,0-1 0 0 0,0 1 1 0 0,0 0-1 0 0,0 1 0 0 0,0-1 1 0 0,0 1-1 0 0,0-1 1 0 0,0 1-1 0 0,0 0 0 0 0,0 0 1 0 0,0 0-1 0 0,0 0 1 0 0,-1 1-1 0 0,1-1 0 0 0,0 1 1 0 0,-1 0-1 0 0,1 0 0 0 0,-1-1 1 0 0,0 2-1 0 0,1-1 1 0 0,-1 0-1 0 0,0 0 0 0 0,2 4 1 0 0,8 9-37 0 0,0 1 1 0 0,-2 0 0 0 0,11 19-1 0 0,-15-25 16 0 0,10 24 49 0 0,-13-25-98 0 0,1-1 0 0 0,0 0 0 0 0,0 0 0 0 0,1 0 1 0 0,11 13-1 0 0,-16-20-19 0 0,1-1 0 0 0,-1 0 1 0 0,0 0-1 0 0,0 0 0 0 0,1 1 1 0 0,-1-1-1 0 0,0 0 0 0 0,1 0 1 0 0,-1 0-1 0 0,0 0 0 0 0,0 0 1 0 0,1 0-1 0 0,-1 0 0 0 0,0 0 1 0 0,1 0-1 0 0,-1 1 0 0 0,0-1 1 0 0,1-1-1 0 0,-1 1 0 0 0,0 0 1 0 0,1 0-1 0 0,-1 0 0 0 0,0 0 0 0 0,1 0 1 0 0,-1 0-1 0 0,0 0 0 0 0,1 0 1 0 0,-1 0-1 0 0,0-1 0 0 0,0 1 1 0 0,1 0-1 0 0,-1 0 0 0 0,0 0 1 0 0,0-1-1 0 0,1 1 0 0 0,-1 0 1 0 0,0-1-1 0 0,9-10-2449 0 0,-8 9 2002 0 0,4-6-1235 0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6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67 167 1376 0 0,'-6'-10'697'0'0,"-1"1"0"0"0,1-1 0 0 0,1-1-1 0 0,-1 1 1 0 0,2-1 0 0 0,-7-19 0 0 0,9 22-218 0 0,-4-7 473 0 0,3 9 29 0 0,1-1-1 0 0,0 1 1 0 0,0-1-1 0 0,0 0 1 0 0,-1-13 1412 0 0,10 35-314 0 0,0 0-1864 0 0,0 0 0 0 0,-2 1 0 0 0,0-1 0 0 0,-1 1 1 0 0,4 31-1 0 0,3 92 238 0 0,-9-88-285 0 0,7 120 414 0 0,28 287 820 0 0,-28-356-1225 0 0,-4 1 0 0 0,-12 152-1 0 0,2 91 364 0 0,14-104-394 0 0,9 115-97 0 0,-12 9 542 0 0,-10-266-420 0 0,5 0 0 0 0,19 150 0 0 0,30 219 827 0 0,-36-339-894 0 0,-7-81-183 0 0,-2 1 0 0 0,-4 92-1 0 0,1-106-2452 0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7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39 152 2761 0 0,'-29'-5'3959'0'0,"20"1"-1541"0"0,25 2-1402 0 0,296-25 2153 0 0,-80 3-1825 0 0,578-10 2494 0 0,-529 32-3848 0 0,705-22 2167 0 0,-427-2-2093 0 0,-397 22 120 0 0,319 35 1 0 0,-349-15 310 0 0,135 22-670 0 0,-265-38 133 0 0,10 3-335 0 0,-1-1-1 0 0,1-1 0 0 0,16 0 0 0 0,-24-1-108 0 0,-1 0 0 0 0,1 0-1 0 0,0-1 1 0 0,-1 0 0 0 0,1 0 0 0 0,-1 0-1 0 0,1 0 1 0 0,-1-1 0 0 0,5-1 0 0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8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86 456 0 0,'-5'-2'113'0'0,"-1"0"1"0"0,1 0-1 0 0,0-1 0 0 0,0 0 1 0 0,0 0-1 0 0,0 0 0 0 0,0 0 0 0 0,1-1 1 0 0,-1 0-1 0 0,1 0 0 0 0,-4-4 1 0 0,2 1 738 0 0,0 2 1 0 0,-1-1 0 0 0,-14-9-1 0 0,17 13-63 0 0,0 0 0 0 0,-1 0 0 0 0,0 1 0 0 0,1 0 0 0 0,-1 0 0 0 0,-7-1 0 0 0,10 2-476 0 0,1-1 1 0 0,-1 1-1 0 0,1 0 0 0 0,-1 0 0 0 0,1 0 0 0 0,-1 0 1 0 0,1 0-1 0 0,-1 0 0 0 0,1 1 0 0 0,-1-1 0 0 0,1 0 0 0 0,-1 1 1 0 0,1-1-1 0 0,0 1 0 0 0,-1 0 0 0 0,1-1 0 0 0,0 1 1 0 0,-1 0-1 0 0,1 0 0 0 0,0 0 0 0 0,0 0 0 0 0,0 0 0 0 0,0 0 1 0 0,0 0-1 0 0,-1 2 0 0 0,2-3-230 0 0,0 1 1 0 0,0 0-1 0 0,0 0 1 0 0,0-1-1 0 0,0 1 1 0 0,0 0-1 0 0,0 0 0 0 0,1-1 1 0 0,-1 1-1 0 0,0 0 1 0 0,0-1-1 0 0,1 1 0 0 0,-1 0 1 0 0,1 0-1 0 0,-1-1 1 0 0,0 1-1 0 0,1-1 0 0 0,-1 1 1 0 0,1-1-1 0 0,0 1 1 0 0,-1-1-1 0 0,1 1 1 0 0,-1-1-1 0 0,1 1 0 0 0,1 0 1 0 0,23 15 271 0 0,-18-11-110 0 0,14 9-31 0 0,37 17 0 0 0,-45-25-210 0 0,0 0-1 0 0,0 1 1 0 0,-1 0-1 0 0,0 1 1 0 0,-1 0-1 0 0,0 1 1 0 0,0 0 0 0 0,-1 1-1 0 0,13 14 1 0 0,-22-21 16 0 0,1 1 1 0 0,0-1-1 0 0,-1 1 1 0 0,0-1 0 0 0,0 1-1 0 0,0-1 1 0 0,0 1-1 0 0,0 0 1 0 0,-1-1 0 0 0,0 1-1 0 0,1 0 1 0 0,-2 0-1 0 0,1-1 1 0 0,0 1 0 0 0,-1 0-1 0 0,1-1 1 0 0,-1 1-1 0 0,0 0 1 0 0,0-1 0 0 0,-1 1-1 0 0,1-1 1 0 0,-1 1-1 0 0,0-1 1 0 0,0 0-1 0 0,-2 4 1 0 0,-8 10 149 0 0,-1 0 1 0 0,0 0-1 0 0,-19 17 0 0 0,20-21-154 0 0,-95 107 174 0 0,65-65-2608 0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1088 2761 0 0,'-1'-3'12410'0'0,"-7"-13"-11940"0"0,2-1 0 0 0,0 1 1 0 0,0-2-1 0 0,2 1 0 0 0,0 0 0 0 0,1-1 0 0 0,-1-19 0 0 0,1-14 271 0 0,4-67 0 0 0,6-224 782 0 0,1 222-1354 0 0,-3 68-160 0 0,-2-69 1 0 0,-10 68-18 0 0,-1-11-1857 0 0,8 64 1787 0 0,0-1 1 0 0,0 1-1 0 0,0 0 0 0 0,0 0 0 0 0,0-1 0 0 0,0 1 0 0 0,0 0 0 0 0,0-1 0 0 0,0 1 0 0 0,0 0 0 0 0,1-1 0 0 0,-1 1 0 0 0,0 0 1 0 0,0 0-1 0 0,0-1 0 0 0,0 1 0 0 0,0 0 0 0 0,1 0 0 0 0,-1-1 0 0 0,0 1 0 0 0,0 0 0 0 0,0 0 0 0 0,1 0 0 0 0,-1-1 1 0 0,0 1-1 0 0,0 0 0 0 0,1 0 0 0 0,-1 0 0 0 0,0 0 0 0 0,1 0 0 0 0,-1-1 0 0 0,0 1 0 0 0,0 0 0 0 0,1 0 0 0 0,-1 0 1 0 0,0 0-1 0 0,1 0 0 0 0,-1 0 0 0 0,0 0 0 0 0,0 0 0 0 0,1 0 0 0 0,-1 0 0 0 0,0 0 0 0 0,1 0 0 0 0,-1 0 0 0 0,0 1 1 0 0,1-1-1 0 0,-1 0 0 0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39.8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263 112 2745 0 0,'-3'-20'186'0'0,"-6"-31"1837"0"0,-8 11 8491 0 0,-13 88-9889 0 0,-119 176-464 0 0,111-169-320 0 0,37-55 150 0 0,1 1 0 0 0,0 0 0 0 0,-1 0 0 0 0,1-1 0 0 0,-1 1 0 0 0,1 0 0 0 0,-1-1 0 0 0,1 1 0 0 0,-1 0 0 0 0,0-1 0 0 0,1 1 0 0 0,-1-1 0 0 0,0 1 0 0 0,1-1 0 0 0,-1 0 0 0 0,0 1 0 0 0,0-1 0 0 0,1 1 0 0 0,-2-1 0 0 0,-1-10-201 0 0,8-27 124 0 0,0 21 98 0 0,1-1 0 0 0,0 1 0 0 0,1 1 0 0 0,1-1 0 0 0,1 1 0 0 0,10-14 0 0 0,-15 22 142 0 0,1 1 0 0 0,1-1 0 0 0,-1 1 1 0 0,1 0-1 0 0,0 1 0 0 0,0 0 0 0 0,1 0 0 0 0,0 0 0 0 0,-1 1 0 0 0,2 0 0 0 0,-1 0 0 0 0,0 0 0 0 0,1 1 0 0 0,15-4 1 0 0,-20 7 59 0 0,1-1 1 0 0,0 1 0 0 0,0 0 0 0 0,0 0-1 0 0,0 1 1 0 0,0-1 0 0 0,0 1 0 0 0,0 0-1 0 0,0 0 1 0 0,0 0 0 0 0,-1 0 0 0 0,6 3-1 0 0,44 27 530 0 0,-9-4-628 0 0,35 5-1908 0 0,-44-19-5343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12 355 4609 0 0,'0'-16'2008'0'0,"-1"-1"0"0"0,0 1 1 0 0,-1 0-1 0 0,-1 0 0 0 0,-1-21 3393 0 0,28 54-4962 0 0,-10-2-360 0 0,0 0 0 0 0,-1 1 0 0 0,-1 0 0 0 0,17 31 0 0 0,31 76 62 0 0,1 1-133 0 0,-44-95-44 0 0,29 36 0 0 0,-39-56 58 0 0,0 0 0 0 0,1-1 1 0 0,1 1-1 0 0,-1-2 0 0 0,2 1 1 0 0,-1-1-1 0 0,16 9 1 0 0,-23-15-7 0 0,-1 0 1 0 0,1-1-1 0 0,-1 1 1 0 0,1 0 0 0 0,0-1-1 0 0,-1 1 1 0 0,1-1-1 0 0,0 0 1 0 0,0 1 0 0 0,0-1-1 0 0,-1 0 1 0 0,1 0 0 0 0,0 0-1 0 0,0 0 1 0 0,-1 0-1 0 0,1-1 1 0 0,0 1 0 0 0,0 0-1 0 0,-1-1 1 0 0,1 0 0 0 0,0 1-1 0 0,-1-1 1 0 0,1 0-1 0 0,0 0 1 0 0,-1 0 0 0 0,1 0-1 0 0,-1 0 1 0 0,0 0 0 0 0,1 0-1 0 0,-1 0 1 0 0,0-1-1 0 0,0 1 1 0 0,1 0 0 0 0,-1-1-1 0 0,1-2 1 0 0,3-6 176 0 0,0 0 0 0 0,0 0 0 0 0,-1 0 0 0 0,5-20 1 0 0,-3 10-182 0 0,13-48 277 0 0,18-125 1 0 0,-5 16-85 0 0,-20 129-435 0 0,12-62 507 0 0,-17 36-3690 0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2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20 10138 0 0,'-19'-19'8726'0'0,"27"25"-7219"0"0,-4-2-1359 0 0,0 1-1 0 0,0-1 1 0 0,0 1-1 0 0,-1 0 1 0 0,0 1-1 0 0,0-1 1 0 0,0 1-1 0 0,0-1 1 0 0,2 10-1 0 0,14 58 214 0 0,-16-58-251 0 0,8 32-195 0 0,27 136 368 0 0,-22-61-2860 0 0,-16-91-944 0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0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6 131 1840 0 0,'0'-1'37'0'0,"-1"1"0"0"0,0-1 0 0 0,1 0 0 0 0,0 1 0 0 0,-1-1 0 0 0,1 0 0 0 0,-1 1 0 0 0,1-1 0 0 0,0 0 0 0 0,0 0 0 0 0,-1 1 0 0 0,1-1 0 0 0,0 0 0 0 0,0 0 0 0 0,0 1 0 0 0,0-1 0 0 0,0 0 0 0 0,0 0 0 0 0,0 0 0 0 0,0 1 0 0 0,0-1-1 0 0,0 0 1 0 0,0 0 0 0 0,1 0 0 0 0,-1 1 0 0 0,1-2 0 0 0,16-22 1410 0 0,-9 17-810 0 0,0 0 0 0 0,1 0 0 0 0,12-7 0 0 0,-5 6 111 0 0,1 0-1 0 0,0 1 1 0 0,0 1-1 0 0,0 1 1 0 0,1 0-1 0 0,0 1 0 0 0,0 1 1 0 0,0 1-1 0 0,1 0 1 0 0,26 2-1 0 0,-35 0-634 0 0,1 0 0 0 0,-1 1 0 0 0,0 1 0 0 0,0 0 0 0 0,1 0 0 0 0,-1 1 0 0 0,0 0 0 0 0,-1 0 0 0 0,1 1 0 0 0,-1 1 0 0 0,0 0 0 0 0,0 0 0 0 0,0 1 0 0 0,0 0 0 0 0,-1 0 0 0 0,0 1-1 0 0,0 0 1 0 0,-1 0 0 0 0,11 15 0 0 0,-13-14-74 0 0,0 0-1 0 0,-1 1 0 0 0,0 0 0 0 0,0-1 0 0 0,-1 1 0 0 0,-1 0 1 0 0,1 0-1 0 0,-1 1 0 0 0,-1-1 0 0 0,0 0 0 0 0,0 1 0 0 0,-1-1 1 0 0,0 1-1 0 0,0-1 0 0 0,-1 1 0 0 0,-1-1 0 0 0,1 0 0 0 0,-2 0 1 0 0,1 0-1 0 0,-1 0 0 0 0,-7 14 0 0 0,5-12-1 0 0,-1 0 1 0 0,0 0-1 0 0,-1-1 0 0 0,0 0 1 0 0,-1 0-1 0 0,0 0 0 0 0,-1-1 0 0 0,0-1 1 0 0,0 1-1 0 0,-1-1 0 0 0,0-1 1 0 0,0 0-1 0 0,-1 0 0 0 0,0-1 0 0 0,-21 8 1 0 0,6-4-761 0 0,-38 8 1 0 0,2-11-4127 0 0,55-8 3706 0 0,1-1-1 0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3.7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21 3681 0 0,'-1'-1'181'0'0,"1"0"0"0"0,-1 0 0 0 0,1 0 0 0 0,-1 0 0 0 0,0 0 0 0 0,1 0 0 0 0,-1 0 0 0 0,0 0 0 0 0,0 1 0 0 0,0-1 0 0 0,0 0 1 0 0,0 1-1 0 0,0-1 0 0 0,0 0 0 0 0,0 1 0 0 0,0-1 0 0 0,0 1 0 0 0,0-1 0 0 0,0 1 0 0 0,0 0 0 0 0,0-1 0 0 0,0 1 0 0 0,-3 0 0 0 0,-27-5 3422 0 0,21 6-3272 0 0,0 0-1 0 0,0 1 1 0 0,1 0 0 0 0,-1 1-1 0 0,1 0 1 0 0,0 0-1 0 0,0 1 1 0 0,0 0 0 0 0,0 0-1 0 0,0 1 1 0 0,1 0-1 0 0,-14 12 1 0 0,11-8-121 0 0,0 1-1 0 0,0 0 1 0 0,1 0-1 0 0,0 2 1 0 0,1-1 0 0 0,0 1-1 0 0,-13 24 1 0 0,22-35-209 0 0,-1 0 1 0 0,0 1-1 0 0,1-1 1 0 0,0 0-1 0 0,-1 1 1 0 0,1-1-1 0 0,0 1 1 0 0,0-1-1 0 0,0 0 1 0 0,0 1-1 0 0,0-1 1 0 0,0 1-1 0 0,0-1 1 0 0,0 1-1 0 0,0-1 1 0 0,1 0 0 0 0,-1 1-1 0 0,1-1 1 0 0,-1 0-1 0 0,1 1 1 0 0,-1-1-1 0 0,1 0 1 0 0,0 0-1 0 0,0 1 1 0 0,0-1-1 0 0,0 0 1 0 0,-1 0-1 0 0,2 0 1 0 0,-1 0-1 0 0,0 0 1 0 0,0 0-1 0 0,0 0 1 0 0,0-1-1 0 0,0 1 1 0 0,1 0-1 0 0,-1-1 1 0 0,0 1-1 0 0,1 0 1 0 0,1 0-1 0 0,10 4 22 0 0,0-1 0 0 0,0 0 0 0 0,20 3 0 0 0,-7-1-7 0 0,-16-2 77 0 0,1 0 1 0 0,-1 0-1 0 0,0 1 0 0 0,0 0 1 0 0,-1 1-1 0 0,0 0 1 0 0,0 0-1 0 0,0 1 1 0 0,0 0-1 0 0,12 15 0 0 0,-19-19-59 0 0,0-1-1 0 0,1 1 1 0 0,-1 0-1 0 0,0 0 1 0 0,-1 0-1 0 0,1 0 1 0 0,-1 0-1 0 0,1 0 1 0 0,-1 1-1 0 0,0-1 1 0 0,0 1-1 0 0,0-1 1 0 0,-1 0-1 0 0,1 1 1 0 0,-1-1-1 0 0,0 1 1 0 0,0 0-1 0 0,0-1 1 0 0,0 1-1 0 0,-1-1 1 0 0,1 1-1 0 0,-1-1 1 0 0,0 0-1 0 0,0 1 1 0 0,0-1-1 0 0,0 0 1 0 0,-1 1-1 0 0,0-1 1 0 0,1 0-1 0 0,-1 0 1 0 0,0 0-1 0 0,0-1 1 0 0,-1 1-1 0 0,1 0 1 0 0,0-1-1 0 0,-6 5 1 0 0,-2 1 177 0 0,-1-1 0 0 0,0 0 0 0 0,0 0 0 0 0,0-1 1 0 0,-1 0-1 0 0,0-1 0 0 0,0 0 0 0 0,-1-1 0 0 0,1-1 0 0 0,-1 0 0 0 0,0 0 0 0 0,-15 0 1 0 0,5-6-999 0 0,17-1 3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1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22 7834 0 0,'-27'-21'11493'0'0,"27"21"-11441"0"0,8 18 908 0 0,121 293 1409 0 0,-103-245-2349 0 0,3-2 0 0 0,2 0 1 0 0,75 109-1 0 0,-105-171-36 0 0,12 17-59 0 0,-1 0-1 0 0,10 24 1 0 0,-19-37-188 0 0,-1 0 0 0 0,0 0 0 0 0,0 0 0 0 0,0 0 0 0 0,-1 0 0 0 0,0 0 1 0 0,0 0-1 0 0,0 0 0 0 0,-1 1 0 0 0,0-1 0 0 0,0 0 0 0 0,-1 0 1 0 0,-1 7-1 0 0,2-12-53 0 0,-1 0 1 0 0,1 1 0 0 0,-1-1 0 0 0,1 0 0 0 0,-1 0-1 0 0,0 0 1 0 0,1 0 0 0 0,-1 0 0 0 0,0 0 0 0 0,0 0-1 0 0,0 0 1 0 0,0 0 0 0 0,-1 1 0 0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6793 0 0,'0'0'13'0'0,"-1"0"0"0"0,1 1 0 0 0,0-1 0 0 0,0 0 0 0 0,0 0 0 0 0,0 0 0 0 0,0 0 0 0 0,0 0 0 0 0,0 1 0 0 0,0-1 0 0 0,0 0 0 0 0,0 0-1 0 0,1 0 1 0 0,-1 0 0 0 0,0 1 0 0 0,0-1 0 0 0,0 0 0 0 0,0 0 0 0 0,0 0 0 0 0,0 0 0 0 0,0 0 0 0 0,0 0 0 0 0,0 1 0 0 0,0-1 0 0 0,0 0-1 0 0,1 0 1 0 0,-1 0 0 0 0,0 0 0 0 0,0 0 0 0 0,0 0 0 0 0,0 0 0 0 0,0 0 0 0 0,0 0 0 0 0,1 1 0 0 0,-1-1 0 0 0,0 0 0 0 0,0 0 0 0 0,0 0 0 0 0,0 0-1 0 0,0 0 1 0 0,1 0 0 0 0,-1 0 0 0 0,0 0 0 0 0,0 0 0 0 0,0 0 0 0 0,0 0 0 0 0,1 0 0 0 0,-1 0 0 0 0,15 0 384 0 0,14-5 582 0 0,104-30 3641 0 0,-78 14-5118 0 0,-42 15-4129 0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0,'5'9'695'0'0,"0"1"0"0"0,1 0 0 0 0,0-1 0 0 0,1 0 0 0 0,0-1 0 0 0,0 0 0 0 0,1 0 0 0 0,12 10 0 0 0,5 7 520 0 0,3 4-852 0 0,78 86 893 0 0,-89-94-2024 0 0,-1 2 1 0 0,0-1-1 0 0,20 43 1 0 0,-16-26-5073 0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0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57 1808 0 0,'-45'0'260'0'0,"42"0"27"0"0,1 0 0 0 0,-1-1 0 0 0,1 1 0 0 0,-1-1 0 0 0,1 1 0 0 0,-1-1 0 0 0,1 0 0 0 0,0 0 0 0 0,-1 0 0 0 0,1 0 0 0 0,0 0 0 0 0,0 0 0 0 0,0-1 0 0 0,0 1 0 0 0,-3-4 0 0 0,5 4-134 0 0,0 1 1 0 0,-1-1-1 0 0,1 0 0 0 0,0 0 0 0 0,0 1 1 0 0,1-1-1 0 0,-1 0 0 0 0,0 0 0 0 0,0 1 1 0 0,0-1-1 0 0,0 0 0 0 0,1 0 0 0 0,-1 1 1 0 0,0-1-1 0 0,1 0 0 0 0,-1 1 0 0 0,1-1 1 0 0,-1 0-1 0 0,0 1 0 0 0,1-1 0 0 0,-1 1 1 0 0,1-1-1 0 0,0 1 0 0 0,-1-1 0 0 0,1 1 1 0 0,-1-1-1 0 0,1 1 0 0 0,0-1 0 0 0,-1 1 1 0 0,1 0-1 0 0,0-1 0 0 0,0 1 0 0 0,-1 0 1 0 0,1 0-1 0 0,1-1 0 0 0,27-9 843 0 0,-19 7-712 0 0,1 1-1 0 0,0 0 0 0 0,0 1 0 0 0,-1 0 0 0 0,1 1 0 0 0,0 0 0 0 0,0 1 0 0 0,18 3 0 0 0,-24-2-252 0 0,-1-1 0 0 0,1 1 0 0 0,-1-1 0 0 0,1 1 0 0 0,-1 1 1 0 0,0-1-1 0 0,0 0 0 0 0,0 1 0 0 0,0 0 0 0 0,0 0 0 0 0,-1 0 0 0 0,1 1 0 0 0,-1-1 0 0 0,0 1 0 0 0,0 0 0 0 0,0 0 0 0 0,-1 0 1 0 0,1 0-1 0 0,-1 0 0 0 0,0 0 0 0 0,3 9 0 0 0,-2-4-106 0 0,-1 0-1 0 0,0 1 1 0 0,0-1 0 0 0,-1 0 0 0 0,0 1 0 0 0,-1-1-1 0 0,0 1 1 0 0,0-1 0 0 0,-1 1 0 0 0,0-1 0 0 0,-1 1-1 0 0,0-1 1 0 0,-1 0 0 0 0,1 0 0 0 0,-2 0 0 0 0,1 0-1 0 0,-1 0 1 0 0,-1-1 0 0 0,0 0 0 0 0,0 0-1 0 0,0 0 1 0 0,-1 0 0 0 0,0-1 0 0 0,-1 0 0 0 0,1 0-1 0 0,-2-1 1 0 0,-7 6 0 0 0,6-6-765 0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49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0 5529 0 0,'-4'1'256'0'0,"-1"0"-1"0"0,0 0 1 0 0,0 1-1 0 0,0-1 1 0 0,1 1-1 0 0,-1 0 1 0 0,0 0-1 0 0,1 0 1 0 0,0 1-1 0 0,0 0 1 0 0,0 0-1 0 0,0 0 1 0 0,0 0-1 0 0,0 0 1 0 0,1 1-1 0 0,-1 0 1 0 0,1 0-1 0 0,0 0 1 0 0,1 0-1 0 0,-1 0 1 0 0,0 0-1 0 0,1 1 1 0 0,0-1-1 0 0,-3 10 1 0 0,4-10-211 0 0,0-1 1 0 0,0 1 0 0 0,0-1-1 0 0,1 1 1 0 0,-1 0 0 0 0,1 0 0 0 0,0-1-1 0 0,0 1 1 0 0,0 0 0 0 0,0 0-1 0 0,1-1 1 0 0,0 1 0 0 0,-1 0-1 0 0,4 5 1 0 0,-3-6-36 0 0,0 0-1 0 0,1-1 1 0 0,0 1-1 0 0,-1-1 1 0 0,1 0-1 0 0,0 0 1 0 0,0 1-1 0 0,1-1 1 0 0,-1-1 0 0 0,0 1-1 0 0,1 0 1 0 0,-1 0-1 0 0,1-1 1 0 0,-1 0-1 0 0,1 1 1 0 0,0-1 0 0 0,0 0-1 0 0,-1 0 1 0 0,1-1-1 0 0,6 2 1 0 0,33 4-34 0 0,-19-3-16 0 0,38 9 0 0 0,-56-10 78 0 0,0-1-1 0 0,0 1 1 0 0,0 0-1 0 0,0 0 1 0 0,0 1-1 0 0,-1-1 1 0 0,1 1-1 0 0,-1 0 1 0 0,0 0-1 0 0,0 0 1 0 0,0 1-1 0 0,7 7 1 0 0,-10-10 16 0 0,0 1 0 0 0,0-1 1 0 0,-1 0-1 0 0,1 0 0 0 0,0 1 1 0 0,-1-1-1 0 0,1 1 0 0 0,-1-1 1 0 0,1 1-1 0 0,-1-1 1 0 0,0 1-1 0 0,1-1 0 0 0,-1 1 1 0 0,0-1-1 0 0,0 1 0 0 0,0-1 1 0 0,0 1-1 0 0,0-1 0 0 0,-1 1 1 0 0,1-1-1 0 0,0 1 0 0 0,-1-1 1 0 0,0 3-1 0 0,-1-1 127 0 0,0 0 0 0 0,0 0 1 0 0,0 0-1 0 0,0-1 0 0 0,0 1 0 0 0,-1 0 1 0 0,1-1-1 0 0,-1 1 0 0 0,-5 2 1 0 0,-5 4 432 0 0,-1-1 0 0 0,0-1 1 0 0,-20 8-1 0 0,22-11-467 0 0,-77 28 784 0 0,78-29-1098 0 0,0-1 0 0 0,0 0-1 0 0,0 0 1 0 0,-1-1 0 0 0,1 0-1 0 0,-14-2 1 0 0,18 0-731 0 0,1-1-220 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0.1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89 5985 0 0,'-8'5'513'0'0,"0"-1"-1"0"0,0-1 1 0 0,-1 1-1 0 0,-15 3 0 0 0,4-1 3126 0 0,151-56 3401 0 0,29-9-8518 0 0,-131 50-4912 0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65 10138 0 0,'-2'-3'190'0'0,"0"0"-1"0"0,1 0 1 0 0,0 0-1 0 0,0 0 1 0 0,0-1-1 0 0,0 1 1 0 0,0 0-1 0 0,1-1 1 0 0,-1 1-1 0 0,1 0 1 0 0,0-4-1 0 0,-3-15 915 0 0,17 73 3324 0 0,13 61-3105 0 0,46 538 240 0 0,-37-262-940 0 0,-35-373-684 0 0,4 25-2303 0 0,-1 1-1 0 0,-3 59 1 0 0,-4-77-3797 0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72 10594 0 0,'19'-1'553'0'0,"-1"-1"-1"0"0,0-1 1 0 0,0 0 0 0 0,17-7-1 0 0,21-4 769 0 0,-1 7-87 0 0,1 1 0 0 0,88 4 1 0 0,-96 2-1425 0 0,-35 0 266 0 0,45-1-2250 0 0,-51 0 1178 0 0,0 0 1 0 0,0-1-1 0 0,0 1 0 0 0,0-1 0 0 0,13-5 0 0 0,-6-1 368 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4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11058 0 0,'-1'1'266'0'0,"0"0"0"0"0,1 0-1 0 0,-1 0 1 0 0,1 0 0 0 0,-1 0 0 0 0,1 1-1 0 0,-1-1 1 0 0,1 0 0 0 0,0 0-1 0 0,0 0 1 0 0,-1 0 0 0 0,1 1-1 0 0,0-1 1 0 0,0 1 0 0 0,4 33 1498 0 0,-3-28-1158 0 0,0 4-207 0 0,53 313 2925 0 0,-53-318-3375 0 0,5 23-787 0 0,-4-9-3192 0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63 1840 0 0,'0'0'86'0'0,"-1"-1"1"0"0,1 1-1 0 0,-1 0 0 0 0,1 0 0 0 0,-1-1 0 0 0,1 1 0 0 0,-1 0 0 0 0,1-1 0 0 0,0 1 0 0 0,-1 0 0 0 0,1-1 0 0 0,-1 1 1 0 0,1-1-1 0 0,0 1 0 0 0,0-1 0 0 0,-1 1 0 0 0,1-1 0 0 0,0 1 0 0 0,0-1 0 0 0,-1 1 0 0 0,1-1 0 0 0,0 1 0 0 0,0-1 1 0 0,0 1-1 0 0,0-1 0 0 0,0 1 0 0 0,0-1 0 0 0,0 1 0 0 0,0-1 0 0 0,0 1 0 0 0,0-1 0 0 0,0 0 0 0 0,0 0 0 0 0,14-18 2345 0 0,-10 15-1974 0 0,0 1 0 0 0,0 0 1 0 0,0 0-1 0 0,0 0 1 0 0,1 0-1 0 0,-1 1 1 0 0,10-4-1 0 0,-9 6-258 0 0,1 0 0 0 0,-1 0-1 0 0,1 0 1 0 0,-1 0 0 0 0,1 1 0 0 0,0 0-1 0 0,-1 0 1 0 0,0 1 0 0 0,1-1 0 0 0,-1 1 0 0 0,0 1-1 0 0,0-1 1 0 0,0 0 0 0 0,0 1 0 0 0,0 0 0 0 0,-1 1-1 0 0,1-1 1 0 0,6 7 0 0 0,0 0 5 0 0,-1 1 0 0 0,1 0 1 0 0,-1 0-1 0 0,-1 1 0 0 0,13 23 0 0 0,-19-30-159 0 0,-1 1 0 0 0,0-1 0 0 0,0 1 0 0 0,0 0 0 0 0,-1 0 0 0 0,0 0 0 0 0,0 0 0 0 0,0 0 0 0 0,-1 0 0 0 0,0 0 0 0 0,0 0 1 0 0,0 0-1 0 0,-1 0 0 0 0,0 0 0 0 0,0 0 0 0 0,-1 0 0 0 0,0-1 0 0 0,0 1 0 0 0,0 0 0 0 0,0-1 0 0 0,-1 1 0 0 0,-5 7 0 0 0,3-6 14 0 0,0 0 0 0 0,0 0 0 0 0,0 0 0 0 0,-1-1 0 0 0,0 1 1 0 0,0-2-1 0 0,-1 1 0 0 0,0-1 0 0 0,0 0 0 0 0,0 0 0 0 0,0-1 1 0 0,-1 0-1 0 0,0 0 0 0 0,0-1 0 0 0,-13 5 0 0 0,19-8-178 0 0,1 0 0 0 0,-1 1-1 0 0,1-1 1 0 0,0 0 0 0 0,-1 0 0 0 0,1 0-1 0 0,0 0 1 0 0,-1 0 0 0 0,1-1 0 0 0,0 1 0 0 0,-1 0-1 0 0,1 0 1 0 0,0-1 0 0 0,-1 1 0 0 0,1-1-1 0 0,-2-1 1 0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5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8754 0 0,'-9'4'407'0'0,"8"-4"-52"0"0,-1 1 0 0 0,1 0 0 0 0,-1-1 0 0 0,1 1-1 0 0,-1 0 1 0 0,1 0 0 0 0,0 0 0 0 0,0 0 0 0 0,-1 0 0 0 0,1 0 0 0 0,-2 2 0 0 0,3-1-120 0 0,-1 0 0 0 0,1 0 0 0 0,-1 0 0 0 0,1 0 0 0 0,0 0 0 0 0,0 0 0 0 0,0-1 0 0 0,0 1 0 0 0,0 0 0 0 0,0 0 0 0 0,0 0 0 0 0,1 3 1 0 0,0 5-215 0 0,1 0 1 0 0,0-1 0 0 0,1 1-1 0 0,0 0 1 0 0,0-1 0 0 0,6 11 0 0 0,-7-16-13 0 0,1 0 1 0 0,0 0-1 0 0,0 0 1 0 0,0-1-1 0 0,0 1 1 0 0,1-1-1 0 0,-1 0 1 0 0,1 0-1 0 0,0 0 1 0 0,0 0-1 0 0,0-1 1 0 0,0 0-1 0 0,1 0 1 0 0,-1 0-1 0 0,6 2 1 0 0,6 1 121 0 0,-1 1 1 0 0,0 0-1 0 0,0 1 1 0 0,0 1-1 0 0,13 10 0 0 0,-26-16-46 0 0,1 0-1 0 0,-1-1 0 0 0,0 2 0 0 0,0-1 0 0 0,0 0 0 0 0,0 0 0 0 0,0 0 0 0 0,-1 1 0 0 0,1-1 1 0 0,-1 1-1 0 0,1 0 0 0 0,-1-1 0 0 0,0 1 0 0 0,0 0 0 0 0,1 3 0 0 0,-2-3 20 0 0,0 0 0 0 0,0 0 0 0 0,-1 0 0 0 0,1-1-1 0 0,-1 1 1 0 0,1 0 0 0 0,-1-1 0 0 0,0 1 0 0 0,0 0 0 0 0,0-1 0 0 0,0 1-1 0 0,-1-1 1 0 0,1 0 0 0 0,-1 1 0 0 0,1-1 0 0 0,-1 0 0 0 0,0 0-1 0 0,0 0 1 0 0,-3 3 0 0 0,-3 3-8 0 0,-1-1-1 0 0,1 0 1 0 0,-1 0-1 0 0,-18 9 1 0 0,7-6-424 0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6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58 456 0 0,'0'0'76'0'0,"-1"0"1"0"0,1-1-1 0 0,0 1 0 0 0,-1 0 0 0 0,1 0 0 0 0,-1 0 1 0 0,1 0-1 0 0,-1 0 0 0 0,1 0 0 0 0,-1 0 0 0 0,1 0 1 0 0,0 0-1 0 0,-1 0 0 0 0,1 0 0 0 0,-1 0 0 0 0,1 0 1 0 0,-1 0-1 0 0,1 0 0 0 0,-1 1 0 0 0,1-1 1 0 0,0 0-1 0 0,-1 0 0 0 0,1 0 0 0 0,-1 1 0 0 0,1-1 1 0 0,0 0-1 0 0,-1 0 0 0 0,1 1 0 0 0,0-1 0 0 0,-1 0 1 0 0,1 1-1 0 0,0-1 0 0 0,-1 1 0 0 0,-15 12 1591 0 0,8-6-709 0 0,5-5-507 0 0,0 0 0 0 0,0 0 0 0 0,0 1 0 0 0,1-1 0 0 0,-1 1 0 0 0,1 0 0 0 0,0 0 0 0 0,0 0 0 0 0,0 0 0 0 0,-2 3 0 0 0,4-5-343 0 0,1-1-1 0 0,-1 1 1 0 0,1-1-1 0 0,-1 0 1 0 0,0 1 0 0 0,1-1-1 0 0,-1 0 1 0 0,1 0-1 0 0,-1 1 1 0 0,1-1-1 0 0,-1 0 1 0 0,1 0 0 0 0,-1 0-1 0 0,1 0 1 0 0,-1 0-1 0 0,1 1 1 0 0,-1-1 0 0 0,1 0-1 0 0,-1 0 1 0 0,1 0-1 0 0,-1 0 1 0 0,1 0 0 0 0,-1-1-1 0 0,1 1 1 0 0,-1 0-1 0 0,1 0 1 0 0,-1 0 0 0 0,1 0-1 0 0,-1-1 1 0 0,1 1-1 0 0,-1 0 1 0 0,1 0 0 0 0,-1-1-1 0 0,1 1 1 0 0,-1-1-1 0 0,23-7 886 0 0,55-30 588 0 0,25-10-1306 0 0,-89 43-1093 0 0,-1 1-1 0 0,1 0 1 0 0,18-2 0 0 0,-10 4-4398 0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152 123 3225 0 0,'0'-13'230'0'0,"1"5"-110"0"0,0 0-1 0 0,-1-1 0 0 0,-1 1 1 0 0,0 0-1 0 0,0-1 1 0 0,0 1-1 0 0,-1 0 0 0 0,0 0 1 0 0,-6-14-1 0 0,7 21-31 0 0,0 0-1 0 0,0 0 1 0 0,0 0-1 0 0,0 0 1 0 0,0 0-1 0 0,-1 0 1 0 0,1 0-1 0 0,0 0 1 0 0,-1 0-1 0 0,1 1 1 0 0,0-1-1 0 0,-1 0 1 0 0,1 1-1 0 0,-1 0 1 0 0,1-1-1 0 0,-1 1 1 0 0,1 0-1 0 0,-1-1 1 0 0,1 1-1 0 0,-1 0 1 0 0,0 0-1 0 0,1 0 1 0 0,-1 1-1 0 0,1-1 1 0 0,-1 0 0 0 0,1 0-1 0 0,-1 1 1 0 0,1-1-1 0 0,-1 1 1 0 0,1 0-1 0 0,0-1 1 0 0,-1 1-1 0 0,1 0 1 0 0,0 0-1 0 0,-1 0 1 0 0,1 0-1 0 0,-1 1 1 0 0,-4 1 289 0 0,1 1 1 0 0,1 0 0 0 0,-1 0-1 0 0,0 1 1 0 0,1-1-1 0 0,0 1 1 0 0,0 0 0 0 0,-3 6-1 0 0,0 4 86 0 0,0 0-1 0 0,1 1 1 0 0,1 0-1 0 0,1 0 1 0 0,0 0 0 0 0,1 0-1 0 0,1 1 1 0 0,0 29-1 0 0,2-22-277 0 0,1 0-1 0 0,1-1 0 0 0,2 1 1 0 0,0-1-1 0 0,11 36 0 0 0,-12-51-100 0 0,1 0 0 0 0,-1 0-1 0 0,1 0 1 0 0,1 0 0 0 0,-1-1 0 0 0,1 0-1 0 0,0 0 1 0 0,1 0 0 0 0,0-1 0 0 0,0 0-1 0 0,0 0 1 0 0,1 0 0 0 0,0-1 0 0 0,0 0-1 0 0,0 0 1 0 0,1 0 0 0 0,-1-1 0 0 0,1-1-1 0 0,12 5 1 0 0,-13-6-120 0 0,0 0 1 0 0,0-1-1 0 0,0 0 1 0 0,1 0-1 0 0,-1 0 1 0 0,1-1-1 0 0,-1 0 0 0 0,0 0 1 0 0,1-1-1 0 0,7-2 1 0 0,-8 2-329 0 0,0-1 1 0 0,0-1-1 0 0,-1 0 0 0 0,1 1 1 0 0,0-2-1 0 0,-1 1 1 0 0,0-1-1 0 0,0 0 1 0 0,0 0-1 0 0,0-1 0 0 0,5-6 1 0 0,3-5-1117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5 4609 0 0,'-6'-5'3515'0'0,"5"5"-3330"0"0,1 0 0 0 0,-6 1 2589 0 0,5 0-2589 0 0,-7 16 3113 0 0,4 25-921 0 0,5-27-2102 0 0,0 1 0 0 0,1-1 0 0 0,1 0 0 0 0,1 0 0 0 0,0 0 0 0 0,11 27 0 0 0,-3-17-178 0 0,0-1 0 0 0,1 0-1 0 0,18 23 1 0 0,-28-43-386 0 0,0 0 0 0 0,1 0 0 0 0,-1 0 0 0 0,1-1 0 0 0,0 0-1 0 0,0 0 1 0 0,0 0 0 0 0,0 0 0 0 0,0-1 0 0 0,1 1 0 0 0,-1-1 0 0 0,1 0 0 0 0,5 1 0 0 0,4 1-5414 0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7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6913 0 0,'-15'0'7459'0'0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0 4929 0 0,'-72'105'480'0'0,"67"-99"-359"0"0,-18 20 848 0 0,23-26-944 0 0,-1 1-1 0 0,1-1 1 0 0,0 0-1 0 0,-1 1 0 0 0,1-1 1 0 0,-1 1-1 0 0,1-1 1 0 0,0 1-1 0 0,-1-1 0 0 0,1 1 1 0 0,0 0-1 0 0,0-1 1 0 0,0 1-1 0 0,-1-1 1 0 0,1 1-1 0 0,0 0 0 0 0,0-1 1 0 0,0 1-1 0 0,0-1 1 0 0,0 1-1 0 0,0 0 0 0 0,0-1 1 0 0,0 1-1 0 0,0-1 1 0 0,0 1-1 0 0,0 0 0 0 0,1-1 1 0 0,-1 1-1 0 0,0-1 1 0 0,0 1-1 0 0,0 0 1 0 0,1-1-1 0 0,-1 1 0 0 0,0-1 1 0 0,1 1-1 0 0,-1-1 1 0 0,1 1-1 0 0,-1-1 0 0 0,0 0 1 0 0,1 1-1 0 0,3 0 329 0 0,-1 0 1 0 0,0 0-1 0 0,0-1 0 0 0,0 1 0 0 0,1-1 0 0 0,-1 0 1 0 0,0 0-1 0 0,1 0 0 0 0,-1-1 0 0 0,0 1 0 0 0,0-1 1 0 0,0 0-1 0 0,1 0 0 0 0,-1 0 0 0 0,4-2 0 0 0,1 0-46 0 0,1-1-1 0 0,-1 0 0 0 0,0 0 1 0 0,10-8-1 0 0,7-14-1030 0 0,-12 5-3657 0 0,-8 9 252 0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11 3225 0 0,'0'-1'84'0'0,"0"0"1"0"0,-1 1-1 0 0,1-1 1 0 0,0 1-1 0 0,0-1 1 0 0,0 1 0 0 0,-1 0-1 0 0,1-1 1 0 0,0 1-1 0 0,-1-1 1 0 0,1 1-1 0 0,0-1 1 0 0,-1 1-1 0 0,1 0 1 0 0,-1-1-1 0 0,1 1 1 0 0,0 0 0 0 0,-1-1-1 0 0,1 1 1 0 0,-1 0-1 0 0,1 0 1 0 0,-1-1-1 0 0,1 1 1 0 0,-1 0-1 0 0,1 0 1 0 0,-1 0-1 0 0,1 0 1 0 0,-1 0 0 0 0,1 0-1 0 0,-1 0 1 0 0,0 0-1 0 0,1 0 1 0 0,-1 0-1 0 0,1 0 1 0 0,-1 0-1 0 0,1 0 1 0 0,-1 0 0 0 0,1 0-1 0 0,-1 0 1 0 0,1 1-1 0 0,-1-1 1 0 0,1 0-1 0 0,-1 0 1 0 0,1 1-1 0 0,-1-1 1 0 0,1 0-1 0 0,0 1 1 0 0,-1-1 0 0 0,1 0-1 0 0,-1 1 1 0 0,1-1-1 0 0,0 1 1 0 0,-1-1-1 0 0,1 0 1 0 0,0 1-1 0 0,0-1 1 0 0,-1 1-1 0 0,1-1 1 0 0,0 1 0 0 0,0-1-1 0 0,0 1 1 0 0,0-1-1 0 0,-1 1 1 0 0,1 0-1 0 0,0-1 1 0 0,0 1-1 0 0,0-1 1 0 0,0 1 0 0 0,1 0-1 0 0,-3 4 495 0 0,1 1 1 0 0,1-1-1 0 0,-1 0 0 0 0,1 1 0 0 0,1 8 1 0 0,4 14 1172 0 0,16 44 1 0 0,2-6-3313 0 0,-14-41-1300 0 0,0-3-2163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8.8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0 118 6913 0 0,'1'-1'129'0'0,"0"1"-1"0"0,0 0 0 0 0,0 0 0 0 0,0-1 0 0 0,-1 1 1 0 0,1 0-1 0 0,0 0 0 0 0,0 0 0 0 0,0 0 0 0 0,0 0 1 0 0,0 0-1 0 0,0 0 0 0 0,-1 0 0 0 0,1 0 0 0 0,0 1 0 0 0,0-1 1 0 0,0 0-1 0 0,0 0 0 0 0,0 1 0 0 0,-1-1 0 0 0,1 1 1 0 0,0-1-1 0 0,0 1 0 0 0,-1-1 0 0 0,1 1 0 0 0,0-1 1 0 0,-1 1-1 0 0,1-1 0 0 0,0 1 0 0 0,-1 0 0 0 0,1 0 0 0 0,0 0 1 0 0,19 24 2339 0 0,17 36-94 0 0,-28-44-2105 0 0,0-1-1 0 0,1 0 0 0 0,1 0 1 0 0,0-1-1 0 0,1-1 0 0 0,0 0 1 0 0,19 16-1 0 0,-34-33-228 0 0,0 1 0 0 0,1-1 0 0 0,-1 0 0 0 0,0 0 0 0 0,1 0 0 0 0,0 0 0 0 0,0-1 0 0 0,0 1 0 0 0,0-1 0 0 0,0 1 0 0 0,1-1 0 0 0,-1 1 0 0 0,1-1 0 0 0,0 0 0 0 0,0 0 0 0 0,0-5 0 0 0,0-1-208 0 0,1 0 1 0 0,0 0-1 0 0,0 0 1 0 0,1 0-1 0 0,0 0 1 0 0,5-15-1 0 0,-2 8-143 0 0,1 0-1 0 0,1 1 1 0 0,1 0-1 0 0,1 0 1 0 0,0 0-1 0 0,0 1 1 0 0,2 1-1 0 0,15-20 0 0 0,0 7-1871 0 0,-12 13-2476 0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 3225 0 0,'0'-1'178'0'0,"1"1"1"0"0,-1-1 0 0 0,0 0 0 0 0,0 1-1 0 0,0-1 1 0 0,0 0 0 0 0,1 1 0 0 0,-1-1-1 0 0,0 1 1 0 0,0-1 0 0 0,1 1 0 0 0,-1-1-1 0 0,1 1 1 0 0,-1-1 0 0 0,0 1 0 0 0,1-1-1 0 0,-1 1 1 0 0,1-1 0 0 0,-1 1 0 0 0,1 0-1 0 0,-1-1 1 0 0,1 1 0 0 0,0 0-1 0 0,-1-1 1 0 0,1 1 0 0 0,-1 0 0 0 0,1 0-1 0 0,0-1 1 0 0,-1 1 0 0 0,1 0 0 0 0,-1 0-1 0 0,1 0 1 0 0,0 0 0 0 0,-1 0 0 0 0,1 0-1 0 0,0 0 1 0 0,-1 0 0 0 0,2 0 0 0 0,22 6 3291 0 0,-17-1-3121 0 0,-1-1 1 0 0,0 1 0 0 0,0 0 0 0 0,0 1 0 0 0,-1-1-1 0 0,0 1 1 0 0,0 0 0 0 0,0 1 0 0 0,6 9 0 0 0,3 11 80 0 0,13 33 1 0 0,10 18 68 0 0,-39-83-217 0 0,1 0 0 0 0,-1-1-1 0 0,1 1 1 0 0,0-1 0 0 0,0 0 0 0 0,1 1 0 0 0,0-1-1 0 0,0 0 1 0 0,1-6 0 0 0,6-59-93 0 0,4 9-956 0 0,-1 21-5211 0 0,-2 18-382 0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12483 0 0,'0'0'0'0'0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8:59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0 373 3225 0 0,'18'-16'1064'0'0,"-12"6"-447"0"0,0-1 0 0 0,-1 0 0 0 0,-1 0 0 0 0,0-1 0 0 0,0 1 0 0 0,2-13-1 0 0,-5 18-495 0 0,0 0 1 0 0,0-1-1 0 0,0 1 0 0 0,-1 0 0 0 0,0 0 0 0 0,0 0 0 0 0,-1 0 0 0 0,0 0 0 0 0,0 0 0 0 0,0-1 0 0 0,-1 2 0 0 0,0-1 0 0 0,-4-11 0 0 0,6 17-83 0 0,0 0-1 0 0,0 0 0 0 0,0-1 1 0 0,0 1-1 0 0,0 0 1 0 0,0 0-1 0 0,0 0 0 0 0,0-1 1 0 0,0 1-1 0 0,-1 0 1 0 0,1 0-1 0 0,0 0 0 0 0,0-1 1 0 0,0 1-1 0 0,0 0 1 0 0,0 0-1 0 0,0 0 0 0 0,0 0 1 0 0,0-1-1 0 0,-1 1 0 0 0,1 0 1 0 0,0 0-1 0 0,0 0 1 0 0,0 0-1 0 0,0 0 0 0 0,-1 0 1 0 0,1-1-1 0 0,0 1 1 0 0,0 0-1 0 0,0 0 0 0 0,0 0 1 0 0,-1 0-1 0 0,1 0 1 0 0,0 0-1 0 0,0 0 0 0 0,0 0 1 0 0,-1 0-1 0 0,1 0 1 0 0,0 0-1 0 0,0 0 0 0 0,-1 0 1 0 0,1 0-1 0 0,0 0 1 0 0,0 0-1 0 0,0 0 0 0 0,0 0 1 0 0,-1 0-1 0 0,1 0 0 0 0,-2 13 987 0 0,4 16-475 0 0,-1-21-550 0 0,0 3-142 0 0,1 1 0 0 0,0 0 0 0 0,0-1 0 0 0,2 0 0 0 0,5 16-1 0 0,-7-24 129 0 0,0 1 0 0 0,0-1 0 0 0,0 0 0 0 0,1 0 0 0 0,-1 0 0 0 0,1-1 0 0 0,-1 1-1 0 0,1 0 1 0 0,0-1 0 0 0,0 0 0 0 0,0 0 0 0 0,0 0 0 0 0,1 0 0 0 0,-1 0 0 0 0,1-1-1 0 0,-1 1 1 0 0,1-1 0 0 0,-1 0 0 0 0,1 0 0 0 0,0 0 0 0 0,3 0 0 0 0,-1-1 5 0 0,-1 1-1 0 0,0-1 1 0 0,0 0 0 0 0,0-1 0 0 0,1 1 0 0 0,-1-1 0 0 0,0 0 0 0 0,0 0-1 0 0,0-1 1 0 0,0 1 0 0 0,0-1 0 0 0,0 0 0 0 0,-1 0 0 0 0,1-1 0 0 0,-1 0 0 0 0,1 0-1 0 0,-1 0 1 0 0,0 0 0 0 0,0 0 0 0 0,0-1 0 0 0,-1 0 0 0 0,1 0 0 0 0,-1 0 0 0 0,4-6-1 0 0,6-10 18 0 0,-1 0 0 0 0,-1-1 0 0 0,17-44 0 0 0,-24 54 187 0 0,-3 9-174 0 0,1-4 106 0 0,0 0 0 0 0,1 1 0 0 0,-1-1 0 0 0,1 1 1 0 0,0 0-1 0 0,8-9 0 0 0,-11 13-97 0 0,1 0 1 0 0,0 1-1 0 0,-1-1 1 0 0,1 1-1 0 0,0-1 1 0 0,0 1-1 0 0,0-1 0 0 0,0 1 1 0 0,-1-1-1 0 0,1 1 1 0 0,0 0-1 0 0,0 0 0 0 0,0-1 1 0 0,0 1-1 0 0,0 0 1 0 0,0 0-1 0 0,0 0 1 0 0,0 0-1 0 0,2 0 0 0 0,-1 1 9 0 0,0-1 0 0 0,-1 1 0 0 0,1 0 0 0 0,0 0 0 0 0,0 0 0 0 0,0 0 0 0 0,-1 0 0 0 0,1 0-1 0 0,0 1 1 0 0,-1-1 0 0 0,1 1 0 0 0,2 2 0 0 0,9 12 1193 0 0,21 34-1 0 0,-24-35-952 0 0,0 1-1 0 0,1-2 1 0 0,13 15 0 0 0,-23-28-283 0 0,-1-1 1 0 0,1 1-1 0 0,0 0 1 0 0,-1 0 0 0 0,1 0-1 0 0,0 0 1 0 0,-1-1 0 0 0,1 1-1 0 0,0 0 1 0 0,0-1 0 0 0,0 1-1 0 0,0-1 1 0 0,0 1 0 0 0,-1-1-1 0 0,1 1 1 0 0,0-1-1 0 0,0 1 1 0 0,0-1 0 0 0,0 0-1 0 0,0 0 1 0 0,0 0 0 0 0,0 1-1 0 0,1-1 1 0 0,-1 0 0 0 0,0 0-1 0 0,0 0 1 0 0,0 0 0 0 0,0-1-1 0 0,2 1 1 0 0,-1-2-19 0 0,-1-1-1 0 0,1 1 1 0 0,0 0 0 0 0,-1-1-1 0 0,0 1 1 0 0,1-1 0 0 0,-1 1 0 0 0,0-1-1 0 0,0 0 1 0 0,1-4 0 0 0,18-72-331 0 0,-17 58 290 0 0,2 1 1 0 0,1 0-1 0 0,0 1 0 0 0,12-25 1 0 0,-17 42 73 0 0,0-1 1 0 0,1 1 0 0 0,-1 0 0 0 0,1-1-1 0 0,0 1 1 0 0,-1 0 0 0 0,1 0-1 0 0,0 0 1 0 0,0 1 0 0 0,1-1 0 0 0,-1 0-1 0 0,0 1 1 0 0,0-1 0 0 0,5-1 0 0 0,-6 3 24 0 0,0 0 0 0 0,0-1 0 0 0,1 1 0 0 0,-1 0 0 0 0,0 0 0 0 0,1 0 0 0 0,-1 0 0 0 0,0 0 0 0 0,0 0 0 0 0,1 1 0 0 0,-1-1 0 0 0,0 0 0 0 0,0 1 0 0 0,0-1 0 0 0,1 1 0 0 0,-1-1 0 0 0,0 1 0 0 0,0-1 0 0 0,0 1 0 0 0,0 0 0 0 0,0 0 0 0 0,0-1 0 0 0,0 1 0 0 0,0 0 0 0 0,0 0 0 0 0,-1 0 0 0 0,1 0 0 0 0,0 0 0 0 0,0 0 0 0 0,-1 0 0 0 0,1 0 0 0 0,-1 1 0 0 0,1 0 0 0 0,20 46 1168 0 0,-4-6-1832 0 0,-3-17-4321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1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10594 0 0,'0'-1'58'0'0,"0"1"1"0"0,0-1-1 0 0,0 1 0 0 0,0-1 0 0 0,0 1 0 0 0,0-1 0 0 0,0 1 1 0 0,0-1-1 0 0,0 1 0 0 0,0-1 0 0 0,0 1 0 0 0,0 0 1 0 0,1-1-1 0 0,-1 1 0 0 0,0-1 0 0 0,0 1 0 0 0,1-1 0 0 0,-1 1 1 0 0,0 0-1 0 0,1-1 0 0 0,-1 1 0 0 0,0-1 0 0 0,1 1 0 0 0,-1 0 1 0 0,1 0-1 0 0,-1-1 0 0 0,0 1 0 0 0,1 0 0 0 0,-1 0 0 0 0,1-1 1 0 0,-1 1-1 0 0,1 0 0 0 0,-1 0 0 0 0,1 0 0 0 0,-1 0 0 0 0,1 0 1 0 0,-1 0-1 0 0,1 0 0 0 0,-1 0 0 0 0,1 0 0 0 0,1 0 119 0 0,0 1 0 0 0,0 0 0 0 0,-1 1 0 0 0,1-1-1 0 0,0 0 1 0 0,-1 0 0 0 0,1 1 0 0 0,-1-1 0 0 0,0 1 0 0 0,3 2-1 0 0,25 43 2728 0 0,42 119 287 0 0,-7 3-3854 0 0,-46-121-329 0 0,-8-16 320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0.3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6913 0 0,'3'-5'305'0'0,"-2"3"63"0"0,3-2-296 0 0,0-1-72 0 0,-1 3 0 0 0,1-1 0 0 0,3-1 96 0 0,6-4 0 0 0,7-6 0 0 0,9-1 0 0 0,3-2-96 0 0,-1 3 0 0 0,1 2 0 0 0,-3 2 0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188 3 6913 0 0,'-3'-1'128'0'0,"1"1"-1"0"0,-1-1 1 0 0,0 1-1 0 0,0 0 0 0 0,0 0 1 0 0,1 0-1 0 0,-1 0 1 0 0,0 0-1 0 0,0 0 1 0 0,1 1-1 0 0,-1-1 0 0 0,0 1 1 0 0,1 0-1 0 0,-1 0 1 0 0,-5 2-1 0 0,-36 23 1789 0 0,35-18-1684 0 0,0 1 1 0 0,1 0-1 0 0,0 1 0 0 0,0 0 1 0 0,1 0-1 0 0,1 0 1 0 0,0 1-1 0 0,0 0 1 0 0,1 0-1 0 0,0 1 1 0 0,1-1-1 0 0,1 1 0 0 0,0 0 1 0 0,0 0-1 0 0,1 0 1 0 0,-1 25-1 0 0,3-35-289 0 0,0 1 0 0 0,0 0 0 0 0,1-1 1 0 0,-1 1-1 0 0,0 0 0 0 0,1-1 0 0 0,0 1 0 0 0,0-1 0 0 0,0 1 0 0 0,0-1 0 0 0,0 1 0 0 0,0-1 1 0 0,0 0-1 0 0,1 0 0 0 0,-1 1 0 0 0,1-1 0 0 0,0 0 0 0 0,0 0 0 0 0,0-1 0 0 0,0 1 0 0 0,0 0 1 0 0,0-1-1 0 0,0 1 0 0 0,0-1 0 0 0,1 1 0 0 0,-1-1 0 0 0,0 0 0 0 0,1 0 0 0 0,4 1 0 0 0,-5-2-8 0 0,1 1-1 0 0,0-1 0 0 0,0 0 0 0 0,0-1 0 0 0,-1 1 0 0 0,1 0 0 0 0,0-1 0 0 0,0 1 1 0 0,-1-1-1 0 0,1 0 0 0 0,0 0 0 0 0,-1 0 0 0 0,1 0 0 0 0,-1 0 0 0 0,1-1 0 0 0,-1 1 0 0 0,0-1 1 0 0,1 0-1 0 0,-1 1 0 0 0,0-1 0 0 0,0 0 0 0 0,0 0 0 0 0,0-1 0 0 0,-1 1 0 0 0,1 0 1 0 0,-1 0-1 0 0,3-5 0 0 0,24-53-715 0 0,-21 41 956 0 0,2 1 0 0 0,0 0 0 0 0,22-32-1 0 0,-30 49-103 0 0,0 0 0 0 0,0-1 0 0 0,0 1-1 0 0,0 0 1 0 0,0 0 0 0 0,0-1-1 0 0,0 1 1 0 0,1 0 0 0 0,-1 0-1 0 0,0 0 1 0 0,1 1 0 0 0,-1-1 0 0 0,1 0-1 0 0,-1 0 1 0 0,1 1 0 0 0,-1-1-1 0 0,1 1 1 0 0,-1-1 0 0 0,1 1-1 0 0,0 0 1 0 0,-1 0 0 0 0,4-1 0 0 0,-3 2 40 0 0,0 0-1 0 0,-1-1 1 0 0,1 1 0 0 0,0 0 0 0 0,0 0 0 0 0,-1 0 0 0 0,1 0 0 0 0,0 0 0 0 0,-1 1 0 0 0,0-1-1 0 0,1 0 1 0 0,-1 1 0 0 0,1-1 0 0 0,-1 1 0 0 0,0 0 0 0 0,1 1 0 0 0,5 10 598 0 0,0 1 0 0 0,-1 0 1 0 0,9 28-1 0 0,-12-31-528 0 0,1-2-138 0 0,-1 0 1 0 0,-1 0 0 0 0,1 1-1 0 0,-2-1 1 0 0,1 1 0 0 0,-1-1-1 0 0,-1 1 1 0 0,1-1 0 0 0,-2 1-1 0 0,1-1 1 0 0,-1 1-1 0 0,-1-1 1 0 0,0 1 0 0 0,0-1-1 0 0,-1 0 1 0 0,0 0 0 0 0,-1 0-1 0 0,1 0 1 0 0,-2-1 0 0 0,1 1-1 0 0,-1-1 1 0 0,-1 0 0 0 0,1-1-1 0 0,-1 1 1 0 0,-1-1-1 0 0,1 0 1 0 0,-1 0 0 0 0,-15 10-1 0 0,0-1-1884 0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1 6913 0 0,'-7'-1'3075'0'0,"-7"6"-1662"0"0,9 0-1237 0 0,0 0 0 0 0,0 1-1 0 0,1-1 1 0 0,-1 1 0 0 0,1 0-1 0 0,0 0 1 0 0,1 0 0 0 0,0 0 0 0 0,0 1-1 0 0,0-1 1 0 0,1 1 0 0 0,0 0-1 0 0,0 0 1 0 0,0 0 0 0 0,1 0 0 0 0,0 0-1 0 0,1 0 1 0 0,-1 0 0 0 0,2 10 0 0 0,-1-10-29 0 0,0 0 0 0 0,0 0 0 0 0,1 0 0 0 0,0 0 1 0 0,1 0-1 0 0,-1 0 0 0 0,1 0 0 0 0,1 0 0 0 0,-1-1 1 0 0,1 1-1 0 0,0-1 0 0 0,1 1 0 0 0,-1-1 1 0 0,1 0-1 0 0,1-1 0 0 0,-1 1 0 0 0,1-1 0 0 0,0 0 1 0 0,7 6-1 0 0,-9-9-140 0 0,0 0 0 0 0,0 0-1 0 0,0 0 1 0 0,0-1 0 0 0,0 1 0 0 0,0-1 0 0 0,1 0 0 0 0,-1 0 0 0 0,0 0-1 0 0,1 0 1 0 0,-1-1 0 0 0,1 1 0 0 0,-1-1 0 0 0,1 0 0 0 0,-1 0 0 0 0,1 0-1 0 0,-1-1 1 0 0,1 1 0 0 0,-1-1 0 0 0,0 0 0 0 0,1 1 0 0 0,-1-2 0 0 0,0 1-1 0 0,1 0 1 0 0,-1-1 0 0 0,0 1 0 0 0,0-1 0 0 0,0 0 0 0 0,-1 0 0 0 0,1 0-1 0 0,0-1 1 0 0,-1 1 0 0 0,1-1 0 0 0,3-4 0 0 0,-2 2 5 0 0,-1 0 0 0 0,0 0 0 0 0,0 0 0 0 0,0 0 0 0 0,-1-1 0 0 0,0 1 0 0 0,0-1 0 0 0,0 0 0 0 0,0 1 0 0 0,-1-1 0 0 0,0 0 0 0 0,-1 0 0 0 0,1 0 0 0 0,-1 0 0 0 0,0 0 0 0 0,0 0 0 0 0,-1 0 0 0 0,0 0 0 0 0,-3-11 0 0 0,1 9-209 0 0,0 0 0 0 0,-1 0 0 0 0,0 1-1 0 0,0-1 1 0 0,-1 1 0 0 0,-10-14 0 0 0,12 19 30 0 0,1-1 1 0 0,-1 0-1 0 0,1 1 0 0 0,-1-1 1 0 0,0 1-1 0 0,0 0 0 0 0,0 0 1 0 0,0 0-1 0 0,0 0 0 0 0,-1 0 1 0 0,1 1-1 0 0,-1 0 1 0 0,1-1-1 0 0,-1 1 0 0 0,1 0 1 0 0,-1 1-1 0 0,0-1 0 0 0,-6 0 1 0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1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0,'17'7'7572'0'0,"-15"-5"-7098"0"0,13 21 2908 0 0,6 34-2200 0 0,-17-41-67 0 0,4 8-426 0 0,0 2-2813 0 0,-10-48-610 0 0,-1 10 1758 0 0,1-3-187 0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5 9218 0 0,'-2'-1'816'0'0,"-3"-2"680"0"0,4 3-1688 0 0,1 3-416 0 0,18 19 216 0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2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9218 0 0,'2'5'440'0'0,"-1"1"1"0"0,0-1-1 0 0,1 1 0 0 0,0-1 1 0 0,5 9-1 0 0,-1 1 56 0 0,31 114 2165 0 0,-37-135-2693 0 0,0 0 1 0 0,0 0 0 0 0,1 0 0 0 0,0 0 0 0 0,0 0 0 0 0,0 0 0 0 0,4-8 0 0 0,18-52-89 0 0,-17 54 102 0 0,0 0-1 0 0,1 0 0 0 0,0 1 0 0 0,11-12 0 0 0,-15 19 141 0 0,0 0 1 0 0,0 0-1 0 0,0 1 0 0 0,1 0 1 0 0,-1 0-1 0 0,1 0 0 0 0,0 0 1 0 0,0 0-1 0 0,0 1 0 0 0,0 0 1 0 0,1 0-1 0 0,-1 0 0 0 0,1 0 1 0 0,-1 0-1 0 0,6 0 1 0 0,-9 2-33 0 0,1 0 0 0 0,-1 0 0 0 0,0 0 0 0 0,0 1 0 0 0,1-1 0 0 0,-1 0 0 0 0,0 1 0 0 0,0-1 0 0 0,1 1 0 0 0,-1-1 0 0 0,0 1 0 0 0,0-1 0 0 0,0 1 0 0 0,0 0 0 0 0,0 0 0 0 0,0 0 0 0 0,0-1 0 0 0,0 1 0 0 0,0 0 0 0 0,-1 0 0 0 0,1 0 0 0 0,0 0 0 0 0,0 2 0 0 0,17 32 316 0 0,-6-10-2298 0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12 1376 0 0,'-1'-1'165'0'0,"1"0"-1"0"0,-1 0 1 0 0,0 0 0 0 0,-1 1-1 0 0,1-1 1 0 0,0 0-1 0 0,0 0 1 0 0,0 0-1 0 0,0 1 1 0 0,-1-1 0 0 0,1 1-1 0 0,0-1 1 0 0,0 1-1 0 0,-1-1 1 0 0,1 1 0 0 0,0 0-1 0 0,-1 0 1 0 0,1-1-1 0 0,-3 1 1 0 0,2 1 163 0 0,-1 0 1 0 0,1-1-1 0 0,0 1 1 0 0,0 0-1 0 0,0 0 1 0 0,0 0-1 0 0,1 1 1 0 0,-1-1-1 0 0,0 0 1 0 0,0 1-1 0 0,1-1 0 0 0,-3 3 1 0 0,-3 5 104 0 0,0 0 0 0 0,1 0-1 0 0,0 0 1 0 0,1 1 0 0 0,-1 0 0 0 0,2 0 0 0 0,0 0 0 0 0,0 0-1 0 0,1 1 1 0 0,0 0 0 0 0,1 0 0 0 0,0 0 0 0 0,0 0 0 0 0,2 0-1 0 0,-1 0 1 0 0,1 0 0 0 0,3 20 0 0 0,-2-27-438 0 0,1-1 0 0 0,-1 1 0 0 0,1-1 0 0 0,0 0 0 0 0,0 0 0 0 0,0 0 0 0 0,0 0 0 0 0,1 0 0 0 0,4 4 1 0 0,-7-6-26 0 0,1-1 0 0 0,-1 1 0 0 0,1 0 1 0 0,-1-1-1 0 0,1 0 0 0 0,0 1 0 0 0,-1-1 1 0 0,1 1-1 0 0,-1-1 0 0 0,1 0 1 0 0,0 1-1 0 0,-1-1 0 0 0,1 0 0 0 0,0 0 1 0 0,-1 0-1 0 0,1 1 0 0 0,0-1 0 0 0,0 0 1 0 0,-1 0-1 0 0,1 0 0 0 0,0 0 1 0 0,-1 0-1 0 0,1 0 0 0 0,0 0 0 0 0,0-1 1 0 0,-1 1-1 0 0,1 0 0 0 0,0 0 0 0 0,-1 0 1 0 0,1-1-1 0 0,0 1 0 0 0,-1 0 1 0 0,1-1-1 0 0,-1 1 0 0 0,1-1 0 0 0,0 1 1 0 0,-1 0-1 0 0,1-1 0 0 0,-1 1 0 0 0,1-1 1 0 0,-1 0-1 0 0,0 1 0 0 0,1-1 1 0 0,-1 1-1 0 0,1-1 0 0 0,-1 0 0 0 0,0 1 1 0 0,0-1-1 0 0,1 0 0 0 0,-1 1 0 0 0,0-1 1 0 0,0 0-1 0 0,0 1 0 0 0,0-2 1 0 0,5-13 408 0 0,-2 5-77 0 0,0 1-1 0 0,0 0 1 0 0,0 0 0 0 0,1 0-1 0 0,1 1 1 0 0,0-1-1 0 0,0 1 1 0 0,12-15 0 0 0,-17 22-339 0 0,1 1 0 0 0,-1-1 0 0 0,1 0 0 0 0,-1 0 0 0 0,1 1 0 0 0,-1-1 0 0 0,1 1 0 0 0,0-1 0 0 0,-1 0 0 0 0,1 1 0 0 0,0-1 0 0 0,0 1 0 0 0,-1-1 0 0 0,1 1 0 0 0,0 0 0 0 0,0-1 0 0 0,0 1 0 0 0,0 0 0 0 0,-1 0 0 0 0,1 0 0 0 0,0-1 0 0 0,0 1 0 0 0,0 0 1 0 0,0 0-1 0 0,0 0 0 0 0,0 0 0 0 0,0 0 0 0 0,-1 1 0 0 0,1-1 0 0 0,0 0 0 0 0,0 0 0 0 0,0 0 0 0 0,0 1 0 0 0,-1-1 0 0 0,1 1 0 0 0,0-1 0 0 0,0 0 0 0 0,0 1 0 0 0,-1-1 0 0 0,1 1 0 0 0,0 0 0 0 0,0 0 0 0 0,1 1-148 0 0,-1-2 156 0 0,-1 0 1 0 0,0 0 0 0 0,0 0-1 0 0,0 1 1 0 0,1-1 0 0 0,-1 0-1 0 0,0 0 1 0 0,0 0 0 0 0,1 0-1 0 0,-1 0 1 0 0,0 1 0 0 0,1-1-1 0 0,-1 0 1 0 0,0 0 0 0 0,0 0-1 0 0,1 0 1 0 0,-1 0 0 0 0,0 0-1 0 0,1 0 1 0 0,-1 0 0 0 0,0 0 0 0 0,0 0-1 0 0,1 0 1 0 0,-1 0 0 0 0,0 0-1 0 0,0 0 1 0 0,1-1 0 0 0,-1 1-1 0 0,0 0 1 0 0,1 0 0 0 0,-1 0-1 0 0,0 0 1 0 0,0 0 0 0 0,0-1-1 0 0,1 1 1 0 0,-1 0 0 0 0,0 0-1 0 0,0 0 1 0 0,0-1 0 0 0,1 1 0 0 0,-1 0-1 0 0,0-1 1 0 0,11-4-780 0 0,-8 5 1043 0 0,-1 1 1 0 0,0 0-1 0 0,0 0 1 0 0,0 0-1 0 0,0 0 1 0 0,1 0-1 0 0,-1 1 1 0 0,-1-1-1 0 0,1 1 1 0 0,0-1-1 0 0,0 1 1 0 0,0 0-1 0 0,-1-1 1 0 0,1 1-1 0 0,-1 0 1 0 0,0 0-1 0 0,2 3 1 0 0,24 42 242 0 0,-24-42-217 0 0,13 28 205 0 0,-1 0 0 0 0,-2 1 0 0 0,14 54 0 0 0,-22-70-421 0 0,-2 0 1 0 0,0 1 0 0 0,-1-1 0 0 0,-1 1-1 0 0,0-1 1 0 0,-2 1 0 0 0,0-1 0 0 0,-7 34-1 0 0,6-44 32 0 0,0 0 0 0 0,-1 0-1 0 0,-1-1 1 0 0,1 1 0 0 0,-1-1-1 0 0,-1 0 1 0 0,-6 10 0 0 0,9-15-58 0 0,0 1 1 0 0,0-1 0 0 0,0 1 0 0 0,0-1 0 0 0,-1 0 0 0 0,1 0 0 0 0,-1 0 0 0 0,1 0 0 0 0,-1-1 0 0 0,1 1 0 0 0,-1-1 0 0 0,0 1 0 0 0,0-1 0 0 0,0 0 0 0 0,0 0 0 0 0,0 0 0 0 0,0 0 0 0 0,0-1 0 0 0,0 0 0 0 0,0 1 0 0 0,0-1 0 0 0,-5 0 0 0 0,6-1-122 0 0,1 1 1 0 0,-1-1 0 0 0,1 1 0 0 0,-1-1 0 0 0,1 0-1 0 0,-1 0 1 0 0,1 0 0 0 0,0 0 0 0 0,-1 0 0 0 0,1 0-1 0 0,0 0 1 0 0,0 0 0 0 0,0 0 0 0 0,0 0 0 0 0,0-1-1 0 0,0 1 1 0 0,0 0 0 0 0,0-1 0 0 0,0 1 0 0 0,1 0-1 0 0,-1-1 1 0 0,1 1 0 0 0,-1-1 0 0 0,0-2 0 0 0,-2-17-7182 0 0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0 7370 0 0,'-2'1'412'0'0,"0"-1"-1"0"0,0 1 1 0 0,0-1 0 0 0,0 1 0 0 0,0 0 0 0 0,0 0 0 0 0,0 0 0 0 0,0 0 0 0 0,0 1 0 0 0,0-1 0 0 0,1 0 0 0 0,-1 1 0 0 0,1-1 0 0 0,-1 1 0 0 0,1-1 0 0 0,-1 1 0 0 0,-1 3 0 0 0,-19 33 1537 0 0,19-28-1726 0 0,0 1 0 0 0,1 0 1 0 0,0 0-1 0 0,1 0 0 0 0,0 1 0 0 0,1-1 0 0 0,0 0 0 0 0,1 0 0 0 0,0 0 0 0 0,1 1 0 0 0,0-1 1 0 0,0 0-1 0 0,1-1 0 0 0,7 16 0 0 0,5 13 29 0 0,2-2 0 0 0,34 55 1 0 0,41 47-1110 0 0,-74-116-1652 0 0,37 36-1 0 0,-43-47 823 0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3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1 251 5529 0 0,'2'-6'488'0'0,"2"1"-392"0"0,2-1-96 0 0,-2 2 0 0 0,2 0 480 0 0,3-4 65 0 0,10-6 23 0 0,12-11 0 0 0,7-4-168 0 0,4-3-32 0 0,-5 6-8 0 0,-6 3 0 0 0,-3 6-624 0 0,-3 2-128 0 0,-2 3-24 0 0,-2-2-8 0 0,-1 3 328 0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8754 0 0,'-2'2'262'0'0,"-1"1"-1"0"0,0 0 1 0 0,1-1 0 0 0,0 1-1 0 0,-1 1 1 0 0,1-1 0 0 0,0 0-1 0 0,1 0 1 0 0,-1 1 0 0 0,1-1-1 0 0,-1 1 1 0 0,1 0 0 0 0,-1 5-1 0 0,-9 53 1843 0 0,10-52-1638 0 0,0-5-226 0 0,0 1-1 0 0,1 0 0 0 0,0 0 1 0 0,0 0-1 0 0,1 0 0 0 0,0-1 1 0 0,0 1-1 0 0,0 0 0 0 0,0 0 1 0 0,1-1-1 0 0,0 1 0 0 0,4 7 1 0 0,-5-11-164 0 0,1 0 0 0 0,-1 0 1 0 0,0 0-1 0 0,1 0 1 0 0,0 0-1 0 0,0-1 1 0 0,-1 1-1 0 0,1 0 0 0 0,0-1 1 0 0,0 1-1 0 0,0-1 1 0 0,0 0-1 0 0,1 0 1 0 0,-1 0-1 0 0,0 0 1 0 0,1 0-1 0 0,-1 0 0 0 0,0 0 1 0 0,1-1-1 0 0,-1 1 1 0 0,1-1-1 0 0,-1 0 1 0 0,1 0-1 0 0,-1 0 0 0 0,1 0 1 0 0,-1 0-1 0 0,0 0 1 0 0,1-1-1 0 0,-1 1 1 0 0,1-1-1 0 0,2-1 0 0 0,-2 2-52 0 0,0-1-1 0 0,-1 0 1 0 0,1 0-1 0 0,-1 0 1 0 0,1 0-1 0 0,-1 0 1 0 0,0-1 0 0 0,1 1-1 0 0,-1-1 1 0 0,0 1-1 0 0,0-1 1 0 0,0 0-1 0 0,0 0 1 0 0,0 0-1 0 0,-1 0 1 0 0,1 0-1 0 0,0 0 1 0 0,-1 0-1 0 0,0-1 1 0 0,1 1-1 0 0,-1 0 1 0 0,0-1-1 0 0,0 0 1 0 0,-1 1-1 0 0,1-1 1 0 0,0 1-1 0 0,-1-1 1 0 0,1 0-1 0 0,-1 1 1 0 0,0-1-1 0 0,0 0 1 0 0,0 1-1 0 0,0-1 1 0 0,-1 0-1 0 0,1 1 1 0 0,-1-1 0 0 0,1 0-1 0 0,-3-4 1 0 0,0-3-24 0 0,-1 0 0 0 0,-1 0 0 0 0,1 1 0 0 0,-2-1 0 0 0,1 1 0 0 0,-1 0 0 0 0,-1 0 0 0 0,-8-10 0 0 0,4 9-459 0 0,2 1-188 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4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9674 0 0,'2'-2'524'0'0,"1"0"1"0"0,0 0-1 0 0,0 0 0 0 0,0 0 1 0 0,0 0-1 0 0,1 0 0 0 0,-1 1 0 0 0,0 0 1 0 0,1-1-1 0 0,-1 1 0 0 0,1 1 1 0 0,-1-1-1 0 0,1 0 0 0 0,4 1 0 0 0,-8 4 638 0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4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3 269 10594 0 0,'-1'-1'96'0'0,"1"0"0"0"0,0 0 0 0 0,-1 0 0 0 0,1 0 0 0 0,0 0 1 0 0,0 0-1 0 0,0 0 0 0 0,0 0 0 0 0,0 0 0 0 0,0 0 0 0 0,0 0 0 0 0,0 0 0 0 0,1 0 0 0 0,-1 0 0 0 0,0 0 0 0 0,0 0 0 0 0,1 0 0 0 0,-1 0 0 0 0,1 1 0 0 0,-1-1 0 0 0,1 0 0 0 0,-1 0 0 0 0,1 0 0 0 0,0 0 0 0 0,-1 1 0 0 0,1-1 0 0 0,0 0 0 0 0,-1 1 0 0 0,1-1 0 0 0,0 0 1 0 0,0 1-1 0 0,0-1 0 0 0,0 1 0 0 0,-1 0 0 0 0,1-1 0 0 0,0 1 0 0 0,0-1 0 0 0,0 1 0 0 0,1 0 0 0 0,2-2 177 0 0,0 1 1 0 0,0 0-1 0 0,0 0 1 0 0,-1 0-1 0 0,1 0 1 0 0,0 1-1 0 0,0-1 0 0 0,0 1 1 0 0,4 1-1 0 0,2 1 31 0 0,-1 1 0 0 0,0 0-1 0 0,-1 0 1 0 0,1 1 0 0 0,-1 1-1 0 0,1-1 1 0 0,-1 1 0 0 0,0 1-1 0 0,-1-1 1 0 0,14 14-1 0 0,-6-5 89 0 0,-1 1 0 0 0,-1 1-1 0 0,23 33 1 0 0,-26-26-301 0 0,-9-14 48 0 0,-6-11 535 0 0,1-4-614 0 0,1 0 1 0 0,0 0-1 0 0,1-1 0 0 0,-1 1 0 0 0,1-1 1 0 0,1 1-1 0 0,-1-1 0 0 0,1 0 1 0 0,0 1-1 0 0,0-15 0 0 0,1 17-35 0 0,-1-16-36 0 0,1 0 0 0 0,0 1 0 0 0,2-1 0 0 0,0 1-1 0 0,2-1 1 0 0,10-34 0 0 0,-10 40-385 0 0,2 0 0 0 0,0 0 0 0 0,15-24-1 0 0,-16 30-352 0 0,1 0 0 0 0,0 0 0 0 0,0 1 0 0 0,1 0 0 0 0,0 0-1 0 0,13-9 1 0 0,-3 5-1042 0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1368 0 0,'-1'2'363'0'0,"0"1"-1"0"0,-1-1 0 0 0,1 1 1 0 0,0-1-1 0 0,1 1 1 0 0,-1-1-1 0 0,0 1 0 0 0,1 0 1 0 0,-1-1-1 0 0,1 1 1 0 0,0 0-1 0 0,0-1 0 0 0,0 1 1 0 0,0 0-1 0 0,0 0 1 0 0,1 2-1 0 0,0 2 665 0 0,0 0-1 0 0,0 0 1 0 0,1 0 0 0 0,0-1 0 0 0,4 9 0 0 0,-4-11-800 0 0,0 0-1 0 0,1-1 1 0 0,-1 1 0 0 0,1-1 0 0 0,0 0 0 0 0,0 0 0 0 0,0 0 0 0 0,1 0 0 0 0,-1 0 0 0 0,1-1 0 0 0,-1 1 0 0 0,1-1 0 0 0,0 0 0 0 0,0 0 0 0 0,0-1 0 0 0,0 1 0 0 0,0-1-1 0 0,1 0 1 0 0,-1 0 0 0 0,0 0 0 0 0,0-1 0 0 0,1 1 0 0 0,-1-1 0 0 0,0 0 0 0 0,1 0 0 0 0,-1 0 0 0 0,0-1 0 0 0,1 0 0 0 0,7-2 0 0 0,-11 2-230 0 0,-1 1 0 0 0,1-1 1 0 0,-1 0-1 0 0,1 1 1 0 0,-1-1-1 0 0,1 0 0 0 0,-1 1 1 0 0,0-1-1 0 0,1 0 1 0 0,-1 0-1 0 0,0 0 0 0 0,0 1 1 0 0,0-1-1 0 0,0 0 0 0 0,1 0 1 0 0,-1 1-1 0 0,0-1 1 0 0,0 0-1 0 0,-1 0 0 0 0,1 0 1 0 0,0 0-1 0 0,0 1 1 0 0,0-1-1 0 0,0 0 0 0 0,-1 0 1 0 0,1 1-1 0 0,0-1 0 0 0,-1 0 1 0 0,1 0-1 0 0,0 1 1 0 0,-1-1-1 0 0,1 0 0 0 0,-1 1 1 0 0,1-1-1 0 0,-1 1 1 0 0,0-1-1 0 0,0 0 0 0 0,-23-29-665 0 0,22 29 585 0 0,-25-27-2890 0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5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7834 0 0,'1'-1'287'0'0,"1"0"1"0"0,-1 0 0 0 0,1 0-1 0 0,-1 0 1 0 0,1 0 0 0 0,0 1 0 0 0,-1-1-1 0 0,1 1 1 0 0,0-1 0 0 0,0 1-1 0 0,-1-1 1 0 0,1 1 0 0 0,0 0 0 0 0,0 0-1 0 0,0 0 1 0 0,0 0 0 0 0,-1 0-1 0 0,1 1 1 0 0,0-1 0 0 0,2 1-1 0 0,-1 0-4 0 0,0 1 0 0 0,-1-1 0 0 0,1 1-1 0 0,0 0 1 0 0,-1 0 0 0 0,1 0-1 0 0,-1 0 1 0 0,0 0 0 0 0,0 0-1 0 0,4 6 1 0 0,3 5 115 0 0,0 1 1 0 0,-2 0-1 0 0,11 28 0 0 0,-11-26-197 0 0,-5-12-180 0 0,-1-1-1 0 0,1 1 1 0 0,0-1 0 0 0,0 0 0 0 0,0 1 0 0 0,1-1 0 0 0,3 4 0 0 0,-6-7-20 0 0,0 0 0 0 0,1 0 0 0 0,-1 1 1 0 0,0-1-1 0 0,1 0 0 0 0,-1 0 0 0 0,0 0 1 0 0,0 0-1 0 0,1 1 0 0 0,-1-1 0 0 0,0 0 1 0 0,1 0-1 0 0,-1 0 0 0 0,0 0 0 0 0,1 0 1 0 0,-1 0-1 0 0,0 0 0 0 0,1 0 0 0 0,-1 0 1 0 0,0 0-1 0 0,1 0 0 0 0,-1 0 0 0 0,1 0 1 0 0,-1 0-1 0 0,0 0 0 0 0,1 0 0 0 0,-1 0 0 0 0,0-1 1 0 0,0 1-1 0 0,1 0 0 0 0,8-19-10 0 0,-2-43-488 0 0,-7 52 492 0 0,0-1 1 0 0,1 1-1 0 0,0-1 1 0 0,1 1 0 0 0,0 0-1 0 0,1 0 1 0 0,0 0-1 0 0,1 0 1 0 0,7-15-1 0 0,-10 24 16 0 0,-1 0 0 0 0,1 0 0 0 0,-1 0-1 0 0,1 0 1 0 0,-1 0 0 0 0,1 0 0 0 0,0 0-1 0 0,-1 1 1 0 0,1-1 0 0 0,0 0 0 0 0,0 0-1 0 0,0 1 1 0 0,0-1 0 0 0,0 0 0 0 0,0 1-1 0 0,0-1 1 0 0,0 1 0 0 0,0-1 0 0 0,0 1-1 0 0,0 0 1 0 0,0-1 0 0 0,0 1 0 0 0,0 0-1 0 0,0 0 1 0 0,0 0 0 0 0,0 0 0 0 0,0 0-1 0 0,0 0 1 0 0,1 0 0 0 0,-1 0 0 0 0,0 0-1 0 0,0 0 1 0 0,0 1 0 0 0,0-1 0 0 0,0 0-1 0 0,0 1 1 0 0,0-1 0 0 0,2 2 0 0 0,2 2 151 0 0,1 1-1 0 0,-1-1 1 0 0,0 1 0 0 0,0 1 0 0 0,6 8 0 0 0,-9-11-136 0 0,0 1 0 0 0,1-1 0 0 0,0 0 0 0 0,-1 0 0 0 0,1 0 0 0 0,0 0 1 0 0,1 0-1 0 0,-1-1 0 0 0,0 1 0 0 0,7 2 0 0 0,-8-4-46 0 0,1-1 0 0 0,-1 0 0 0 0,0 0 1 0 0,1 0-1 0 0,-1 0 0 0 0,0 0 0 0 0,1-1 0 0 0,-1 1 0 0 0,0-1 1 0 0,0 1-1 0 0,0-1 0 0 0,1 0 0 0 0,-1 0 0 0 0,0 0 0 0 0,0 0 0 0 0,0 0 1 0 0,0 0-1 0 0,0-1 0 0 0,0 1 0 0 0,-1-1 0 0 0,3-2 0 0 0,4-4-155 0 0,-2 0 0 0 0,1-1 1 0 0,8-14-1 0 0,11-15 28 0 0,-25 37 195 0 0,0 0 0 0 0,1 0 1 0 0,-1 0-1 0 0,0 0 0 0 0,0 0 0 0 0,0 0 0 0 0,1 0 0 0 0,-1 0 1 0 0,0 0-1 0 0,1 1 0 0 0,-1-1 0 0 0,1 1 0 0 0,-1-1 0 0 0,1 1 0 0 0,-1-1 1 0 0,1 1-1 0 0,-1 0 0 0 0,1 0 0 0 0,-1-1 0 0 0,1 1 0 0 0,0 1 1 0 0,-1-1-1 0 0,1 0 0 0 0,-1 0 0 0 0,1 0 0 0 0,2 2 0 0 0,1 0-281 0 0,-1 1-1 0 0,1 0 1 0 0,-1 0-1 0 0,0 0 0 0 0,1 0 1 0 0,4 6-1 0 0,3 3-3627 0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229 394 7834 0 0,'-1'-4'394'0'0,"-1"0"0"0"0,1 0 0 0 0,-1 0-1 0 0,0 1 1 0 0,-1-1 0 0 0,1 0 0 0 0,-1 1 0 0 0,1 0 0 0 0,-1-1 0 0 0,0 1 0 0 0,0 0 0 0 0,0 1 0 0 0,-1-1 0 0 0,1 0 0 0 0,-1 1 0 0 0,1 0 0 0 0,-6-2 0 0 0,6 2-191 0 0,0 2-1 0 0,-1-1 1 0 0,1 0 0 0 0,0 1-1 0 0,-1-1 1 0 0,1 1 0 0 0,-1 0-1 0 0,1 0 1 0 0,0 1 0 0 0,-1-1 0 0 0,1 1-1 0 0,0-1 1 0 0,0 1 0 0 0,-1 0-1 0 0,1 0 1 0 0,0 1 0 0 0,0-1-1 0 0,0 1 1 0 0,0-1 0 0 0,0 1-1 0 0,0 0 1 0 0,-3 4 0 0 0,-4 3-109 0 0,1 0 1 0 0,0 1-1 0 0,1 0 0 0 0,0 1 1 0 0,1 0-1 0 0,0 0 0 0 0,0 1 1 0 0,2 0-1 0 0,-1 0 0 0 0,1 0 1 0 0,1 0-1 0 0,0 1 0 0 0,1 0 0 0 0,-3 24 1 0 0,6-35-127 0 0,0 0 1 0 0,0 0-1 0 0,0 0 0 0 0,0 0 1 0 0,0 0-1 0 0,0 0 1 0 0,1-1-1 0 0,-1 1 0 0 0,0 0 1 0 0,1 0-1 0 0,0 0 1 0 0,-1 0-1 0 0,1-1 0 0 0,0 1 1 0 0,0 0-1 0 0,1 1 1 0 0,-1-2-36 0 0,0 0 1 0 0,0-1 0 0 0,0 1 0 0 0,0-1 0 0 0,0 1-1 0 0,0-1 1 0 0,0 1 0 0 0,0-1 0 0 0,0 1 0 0 0,0-1-1 0 0,0 0 1 0 0,0 1 0 0 0,0-1 0 0 0,0 0 0 0 0,0 0 0 0 0,0 0-1 0 0,0 0 1 0 0,0 0 0 0 0,0 0 0 0 0,2-1 0 0 0,1 0-130 0 0,0 0 1 0 0,0 0-1 0 0,0-1 0 0 0,0 1 1 0 0,-1-1-1 0 0,1 0 1 0 0,0 0-1 0 0,-1-1 1 0 0,0 1-1 0 0,0-1 1 0 0,1 0-1 0 0,-2 1 0 0 0,5-5 1 0 0,2-7-225 0 0,0 1 0 0 0,-1-1 0 0 0,0 0 0 0 0,-1-1 1 0 0,-1 0-1 0 0,0 0 0 0 0,-1-1 0 0 0,0 1 0 0 0,3-27 0 0 0,-5 21 200 0 0,-1-1 0 0 0,0 0 0 0 0,-2 0 0 0 0,-1 0-1 0 0,0 0 1 0 0,-8-34 0 0 0,3 30 959 0 0,-2 1 0 0 0,-18-43 0 0 0,21 56 240 0 0,-1 1 0 0 0,-1 0-1 0 0,0 0 1 0 0,-11-13 0 0 0,18 24-924 0 0,-2-3 1260 0 0,2 3-1260 0 0,0 0 0 0 0,0 0 0 0 0,0 0-1 0 0,0-1 1 0 0,-1 1 0 0 0,1 0 0 0 0,0 0 0 0 0,0 0-1 0 0,0 0 1 0 0,0 0 0 0 0,-1 0 0 0 0,1 0 0 0 0,0 0 0 0 0,0 0-1 0 0,-2 2 988 0 0,1-2-987 0 0,3 13 1037 0 0,6 17-698 0 0,12 12-141 0 0,1 0-1 0 0,2-1 0 0 0,33 44 0 0 0,-36-60-888 0 0,1 0 0 0 0,0-1 0 0 0,2-1 0 0 0,1-1 0 0 0,37 28 0 0 0,-37-35-6557 0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6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1 147 2304 0 0,'29'4'6438'0'0,"-23"-1"-5705"0"0,1 0 0 0 0,-1 1-1 0 0,0-1 1 0 0,0 1 0 0 0,0 0 0 0 0,0 1 0 0 0,-1 0 0 0 0,0 0 0 0 0,0 0-1 0 0,8 11 1 0 0,10 9 411 0 0,-22-24-1081 0 0,-1-1 0 0 0,1 1 0 0 0,-1 0 0 0 0,1-1 0 0 0,-1 1 0 0 0,1-1 0 0 0,-1 1 0 0 0,1 0 0 0 0,-1-1 0 0 0,1 0 0 0 0,0 1 0 0 0,-1-1 0 0 0,1 1 1 0 0,0-1-1 0 0,0 0 0 0 0,-1 1 0 0 0,1-1 0 0 0,0 0 0 0 0,0 0 0 0 0,-1 1 0 0 0,1-1 0 0 0,0 0 0 0 0,0 0 0 0 0,0 0 0 0 0,-1 0 0 0 0,1 0 1 0 0,0 0-1 0 0,0 0 0 0 0,0-1 0 0 0,0 0 33 0 0,0 0-1 0 0,0 0 1 0 0,-1 0 0 0 0,1 0 0 0 0,-1 0 0 0 0,1 0 0 0 0,-1 0 0 0 0,1 0-1 0 0,-1-1 1 0 0,0 1 0 0 0,1 0 0 0 0,-1 0 0 0 0,0 0 0 0 0,0-1 0 0 0,0 1-1 0 0,0-2 1 0 0,-6-56 1311 0 0,5 56-1469 0 0,-2-12-94 0 0,1 1 1 0 0,0 0-1 0 0,1-1 1 0 0,1 1-1 0 0,0-1 1 0 0,1 1-1 0 0,4-24 1 0 0,1 19-1194 0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72 3209 0 0,'-1'-1'226'0'0,"0"0"0"0"0,0-1 0 0 0,0 1 0 0 0,0 0 1 0 0,-1 0-1 0 0,1 1 0 0 0,0-1 0 0 0,-1 0 0 0 0,1 0 1 0 0,0 1-1 0 0,-1-1 0 0 0,1 1 0 0 0,-1-1 0 0 0,1 1 0 0 0,-1-1 1 0 0,1 1-1 0 0,-1 0 0 0 0,0 0 0 0 0,1 0 0 0 0,-1 0 1 0 0,1 0-1 0 0,-1 0 0 0 0,1 0 0 0 0,-1 1 0 0 0,1-1 0 0 0,-1 0 1 0 0,1 1-1 0 0,-1-1 0 0 0,1 1 0 0 0,-1 0 0 0 0,1 0 1 0 0,0-1-1 0 0,-1 1 0 0 0,1 0 0 0 0,0 0 0 0 0,0 0 0 0 0,0 0 1 0 0,0 0-1 0 0,0 0 0 0 0,0 1 0 0 0,0-1 0 0 0,0 0 1 0 0,0 0-1 0 0,-1 3 0 0 0,-2 2 292 0 0,1-1 0 0 0,0 1 1 0 0,0 0-1 0 0,0 0 0 0 0,1 0 0 0 0,0 1 1 0 0,0-1-1 0 0,0 0 0 0 0,0 9 0 0 0,1-11-483 0 0,1 1-1 0 0,0-1 0 0 0,1 0 1 0 0,-1 0-1 0 0,1 0 0 0 0,0 1 0 0 0,0-1 1 0 0,0 0-1 0 0,0 0 0 0 0,1 0 1 0 0,-1 0-1 0 0,1-1 0 0 0,0 1 1 0 0,1 0-1 0 0,2 3 0 0 0,-4-6-58 0 0,0 0 0 0 0,0 0 0 0 0,0 0-1 0 0,0 0 1 0 0,1 0 0 0 0,-1 0 0 0 0,0 0-1 0 0,0 0 1 0 0,1-1 0 0 0,-1 1 0 0 0,1-1-1 0 0,-1 1 1 0 0,0-1 0 0 0,1 1 0 0 0,-1-1-1 0 0,1 0 1 0 0,-1 0 0 0 0,2 1 0 0 0,0-2-59 0 0,-1 1 1 0 0,1-1 0 0 0,-1 1 0 0 0,0-1 0 0 0,1 0 0 0 0,-1 0-1 0 0,0 0 1 0 0,0 0 0 0 0,0 0 0 0 0,0 0 0 0 0,0-1 0 0 0,0 1-1 0 0,0-1 1 0 0,3-2 0 0 0,6-9-491 0 0,0 0 0 0 0,-1 0 0 0 0,-1-1 0 0 0,0-1-1 0 0,-1 1 1 0 0,0-2 0 0 0,6-18 0 0 0,8-14 2268 0 0,-21 47-1479 0 0,-1-1 1 0 0,1 1-1 0 0,0-1 0 0 0,0 1 0 0 0,0 0 0 0 0,0-1 1 0 0,0 1-1 0 0,0 0 0 0 0,0 0 0 0 0,1-1 0 0 0,-1 1 1 0 0,2-1-1 0 0,-2 2-123 0 0,0 0 1 0 0,-1-1-1 0 0,1 1 1 0 0,0 0-1 0 0,-1 0 1 0 0,1 0-1 0 0,0 0 1 0 0,-1 0-1 0 0,1 0 0 0 0,0 0 1 0 0,-1 0-1 0 0,1 0 1 0 0,0 0-1 0 0,-1 0 1 0 0,1 0-1 0 0,0 0 1 0 0,-1 0-1 0 0,1 1 1 0 0,0-1-1 0 0,-1 0 1 0 0,2 1-1 0 0,2 2 219 0 0,0 1 0 0 0,0-1 0 0 0,0 1 0 0 0,-1 0 0 0 0,1 0 1 0 0,4 8-1 0 0,-6-8-298 0 0,1-1 1 0 0,-1 1 0 0 0,1-1 0 0 0,0 1-1 0 0,0-1 1 0 0,1 0 0 0 0,-1 0 0 0 0,6 3-1 0 0,-4-4-277 0 0,0 0 0 0 0,0-1 0 0 0,0 0 0 0 0,0 0 0 0 0,0 0 0 0 0,0-1 0 0 0,1 0-1 0 0,-1 0 1 0 0,0 0 0 0 0,0 0 0 0 0,10-3 0 0 0,-13 3 96 0 0,1-1-1 0 0,0 0 1 0 0,-1 0 0 0 0,1 0 0 0 0,-1 0-1 0 0,0 0 1 0 0,1 0 0 0 0,-1-1 0 0 0,0 1-1 0 0,0-1 1 0 0,0 1 0 0 0,0-1 0 0 0,0 0-1 0 0,0 0 1 0 0,0 0 0 0 0,-1 0-1 0 0,1 0 1 0 0,-1-1 0 0 0,1 1 0 0 0,-1 0-1 0 0,0-1 1 0 0,0 1 0 0 0,0-1 0 0 0,1-3-1 0 0,-1 3 331 0 0,0 0 0 0 0,0 1 0 0 0,0-1 0 0 0,0 0 0 0 0,0 0 0 0 0,1 1 0 0 0,-1-1 0 0 0,1 0 0 0 0,0 1 0 0 0,0 0 0 0 0,3-4 0 0 0,-4 5-102 0 0,0 0 0 0 0,-1 1 0 0 0,1-1 0 0 0,0 1 0 0 0,0 0 0 0 0,-1-1 0 0 0,1 1 0 0 0,0-1 0 0 0,0 1 1 0 0,0 0-1 0 0,0 0 0 0 0,0 0 0 0 0,0-1 0 0 0,-1 1 0 0 0,1 0 0 0 0,0 0 0 0 0,0 0 0 0 0,0 0 0 0 0,0 0 1 0 0,0 1-1 0 0,0-1 0 0 0,0 0 0 0 0,-1 0 0 0 0,1 1 0 0 0,0-1 0 0 0,0 0 0 0 0,0 1 0 0 0,0-1 1 0 0,-1 1-1 0 0,1-1 0 0 0,0 1 0 0 0,0-1 0 0 0,-1 1 0 0 0,1-1 0 0 0,-1 1 0 0 0,1 0 0 0 0,0 0 0 0 0,-1-1 1 0 0,1 1-1 0 0,-1 0 0 0 0,1 0 0 0 0,-1-1 0 0 0,1 2 0 0 0,15 21-958 0 0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3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18 14283 0 0,'-7'-1'632'0'0,"3"-1"136"0"0,0 1-616 0 0,1-1-152 0 0,2 1 0 0 0,1 0 0 0 0,-1 1 176 0 0,-1-2 8 0 0,1 0 0 0 0,1 0 1 0 0,3-1-714 0 0,1 2-143 0 0,4 1-24 0 0,0 1-8 0 0,3 2 592 0 0,-1-1 112 0 0,0-1 0 0 0,-1 0 64 0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7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 3209 0 0,'4'0'538'0'0,"-1"1"1"0"0,1 0-1 0 0,-1 0 1 0 0,0 0 0 0 0,1 1-1 0 0,-1-1 1 0 0,0 1-1 0 0,0 0 1 0 0,0 0 0 0 0,0 0-1 0 0,0 0 1 0 0,0 0-1 0 0,-1 1 1 0 0,1 0 0 0 0,-1-1-1 0 0,1 1 1 0 0,-1 0-1 0 0,4 6 1 0 0,4 7 1403 0 0,0 1-1 0 0,8 19 1 0 0,-10-15-1165 0 0,-7-17-700 0 0,0 0 0 0 0,1 1 0 0 0,0-1 0 0 0,0 0 0 0 0,0 0 0 0 0,0 0 0 0 0,4 5 0 0 0,-4-11-106 0 0,0 0 0 0 0,0 1 0 0 0,0-1 1 0 0,0 0-1 0 0,-1 0 0 0 0,1 0 0 0 0,-1 0 0 0 0,1 0 0 0 0,-1-1 0 0 0,2-3 0 0 0,25-64-165 0 0,-21 48 56 0 0,17-36 0 0 0,-21 53 126 0 0,0 0 1 0 0,0 0-1 0 0,0 0 0 0 0,1 0 1 0 0,0 1-1 0 0,0-1 0 0 0,0 1 1 0 0,0 0-1 0 0,1 0 0 0 0,-1 0 1 0 0,10-4-1 0 0,-11 7 54 0 0,0-1-1 0 0,0 1 1 0 0,0 0-1 0 0,0 1 0 0 0,0-1 1 0 0,1 1-1 0 0,-1-1 1 0 0,0 1-1 0 0,0 0 1 0 0,1 0-1 0 0,-1 0 1 0 0,0 1-1 0 0,0-1 1 0 0,1 1-1 0 0,-1 0 0 0 0,4 1 1 0 0,53 25 1102 0 0,-27-11-854 0 0,18 1-2197 0 0,-31-13-5270 0 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2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75 133 3225 0 0,'-4'-9'288'0'0,"-1"1"-288"0"0,4 3 0 0 0,0 2 0 0 0,-1 0 0 0 0,0-4 0 0 0,-4-5 0 0 0,-2-8 0 0 0,-2 1-472 0 0,1 1-72 0 0,2 5-9 0 0,1 4-7 0 0,2 4 440 0 0,0 3 120 0 0,1 2 0 0 0,0 2 0 0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16 10594 0 0,'-24'-16'9485'0'0,"22"30"-8419"0"0,5 23-881 0 0,1-1 1 0 0,2 1 0 0 0,1-1-1 0 0,2 0 1 0 0,2 0 0 0 0,1-1-1 0 0,2-1 1 0 0,32 60 0 0 0,-39-84-452 0 0,-1 0 1 0 0,2-1 0 0 0,13 14 0 0 0,-18-20-169 0 0,0 0 0 0 0,1 0 0 0 0,-1 0 0 0 0,1 0 0 0 0,0-1 0 0 0,0 0 0 0 0,0 1 0 0 0,0-2 0 0 0,1 1 0 0 0,-1 0 0 0 0,1-1 0 0 0,4 2 0 0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08.8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10 187 3225 0 0,'-9'0'838'0'0,"8"-4"-161"0"0,20-13 287 0 0,34-18 36 0 0,-51 34-956 0 0,21-14 77 0 0,76-44 442 0 0,-85 52-386 0 0,1 0-1 0 0,-1 1 0 0 0,1 1 0 0 0,0 0 1 0 0,18-2-1 0 0,-28 6-31 0 0,0 0 1 0 0,0 0-1 0 0,0 1 0 0 0,1 0 1 0 0,-1 0-1 0 0,0 0 1 0 0,0 1-1 0 0,0-1 1 0 0,0 1-1 0 0,1 1 0 0 0,-1-1 1 0 0,-1 1-1 0 0,7 2 1 0 0,-8-2 16 0 0,0 0 0 0 0,-1 0 0 0 0,1 0 0 0 0,-1 1 0 0 0,1-1 1 0 0,-1 1-1 0 0,0-1 0 0 0,0 1 0 0 0,0 0 0 0 0,0 0 0 0 0,0 0 1 0 0,-1 0-1 0 0,1 0 0 0 0,-1 0 0 0 0,0 0 0 0 0,0 1 0 0 0,0-1 0 0 0,0 0 1 0 0,-1 1-1 0 0,1 6 0 0 0,0-7-60 0 0,0 14 316 0 0,1 0-1 0 0,1 0 1 0 0,0-1-1 0 0,9 25 1 0 0,-11-38-385 0 0,0-1 0 0 0,0 1 0 0 0,0 0 1 0 0,1-1-1 0 0,-1 1 0 0 0,0 0 0 0 0,1-1 0 0 0,0 0 0 0 0,-1 1 1 0 0,1-1-1 0 0,0 0 0 0 0,0 0 0 0 0,0 0 0 0 0,1 0 0 0 0,-1 0 0 0 0,0-1 1 0 0,1 1-1 0 0,-1-1 0 0 0,1 1 0 0 0,0-1 0 0 0,-1 0 0 0 0,1 0 0 0 0,0 0 1 0 0,-1-1-1 0 0,1 1 0 0 0,0 0 0 0 0,0-1 0 0 0,0 0 0 0 0,0 0 0 0 0,0 0 1 0 0,0 0-1 0 0,0 0 0 0 0,-1-1 0 0 0,1 1 0 0 0,3-1 0 0 0,-3 0 7 0 0,0 0-1 0 0,1 0 1 0 0,-1 0-1 0 0,0-1 0 0 0,0 1 1 0 0,0-1-1 0 0,0 0 1 0 0,0 1-1 0 0,-1-1 1 0 0,1-1-1 0 0,-1 1 0 0 0,1 0 1 0 0,-1 0-1 0 0,0-1 1 0 0,1 0-1 0 0,-1 1 1 0 0,-1-1-1 0 0,4-4 0 0 0,-4 2 88 0 0,1 0-1 0 0,0 1 0 0 0,-1-1 0 0 0,0 0 1 0 0,0 0-1 0 0,-1 0 0 0 0,1 0 0 0 0,-1 0 1 0 0,0 0-1 0 0,0 0 0 0 0,-2-7 1 0 0,0 3 39 0 0,0 0 0 0 0,0 0 0 0 0,-1 0 1 0 0,0 0-1 0 0,-1 0 0 0 0,1 1 1 0 0,-2 0-1 0 0,1 0 0 0 0,-1 0 1 0 0,-1 0-1 0 0,1 1 0 0 0,-14-13 1 0 0,17 17-225 0 0,-1 1 0 0 0,1 0-1 0 0,-1 0 1 0 0,0 0 0 0 0,1 0 0 0 0,-1 1 0 0 0,0-1 0 0 0,0 1 0 0 0,0 0 0 0 0,0-1 0 0 0,0 1 0 0 0,-1 1 0 0 0,1-1 0 0 0,-5 0 0 0 0,-1 3-904 0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13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17052 0 0,'0'6'1664'0'0,"0"-5"-1480"0"0,0 0-184 0 0,-1 1 0 0 0,-2 2-1080 0 0,1-4 672 0 0,-3-2 296 0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6 10594 0 0,'0'-1'76'0'0,"0"1"1"0"0,-1-1-1 0 0,1 1 0 0 0,-1 0 0 0 0,1-1 1 0 0,0 1-1 0 0,-1 0 0 0 0,1-1 0 0 0,-1 1 0 0 0,1 0 1 0 0,0 0-1 0 0,-1-1 0 0 0,1 1 0 0 0,-1 0 0 0 0,1 0 1 0 0,-1 0-1 0 0,1 0 0 0 0,-1 0 0 0 0,1 0 0 0 0,-1-1 1 0 0,1 1-1 0 0,-1 0 0 0 0,1 1 0 0 0,-1-1 1 0 0,1 0-1 0 0,-1 0 0 0 0,1 0 0 0 0,-1 0 0 0 0,1 0 1 0 0,-1 0-1 0 0,1 1 0 0 0,-1-1 0 0 0,1 0 0 0 0,-1 0 1 0 0,1 0-1 0 0,0 1 0 0 0,-1 0 0 0 0,-21 8 1006 0 0,12-4-807 0 0,0 1-1 0 0,0 1 1 0 0,1 0-1 0 0,0 0 1 0 0,0 0-1 0 0,1 2 1 0 0,0-1-1 0 0,0 1 1 0 0,-9 14-1 0 0,14-20-239 0 0,1 0 0 0 0,0 0 0 0 0,0 0 0 0 0,0 1 0 0 0,1-1 0 0 0,-1 0 0 0 0,1 1 0 0 0,0-1 0 0 0,0 1 0 0 0,0-1 0 0 0,0 1 0 0 0,1 0 0 0 0,0-1 0 0 0,-1 1 0 0 0,1 0 0 0 0,1 0 0 0 0,-1-1 1 0 0,0 1-1 0 0,1 0 0 0 0,0-1 0 0 0,0 1 0 0 0,0-1 0 0 0,0 1 0 0 0,0-1 0 0 0,1 1 0 0 0,0-1 0 0 0,-1 0 0 0 0,1 0 0 0 0,0 0 0 0 0,1 0 0 0 0,-1 0 0 0 0,0 0 0 0 0,5 3 0 0 0,4 2 4 0 0,1 0 0 0 0,0-1-1 0 0,0 0 1 0 0,1-1 0 0 0,0 0 0 0 0,0-1 0 0 0,0-1-1 0 0,1 0 1 0 0,0-1 0 0 0,14 2 0 0 0,-10-2 13 0 0,1 2 0 0 0,-1 0 1 0 0,0 1-1 0 0,29 14 0 0 0,-45-19-51 0 0,0 0 0 0 0,0 0 1 0 0,0 0-1 0 0,0 1 0 0 0,0-1 0 0 0,-1 1 0 0 0,1-1 1 0 0,-1 1-1 0 0,1 0 0 0 0,-1 0 0 0 0,0-1 0 0 0,1 1 1 0 0,-1 0-1 0 0,0 0 0 0 0,0 0 0 0 0,0 1 0 0 0,-1-1 1 0 0,1 0-1 0 0,0 0 0 0 0,-1 0 0 0 0,1 1 0 0 0,-1-1 0 0 0,0 0 1 0 0,0 0-1 0 0,0 1 0 0 0,0-1 0 0 0,0 0 0 0 0,-1 0 1 0 0,1 1-1 0 0,0-1 0 0 0,-1 0 0 0 0,0 0 0 0 0,1 0 1 0 0,-1 0-1 0 0,0 0 0 0 0,0 0 0 0 0,-2 3 0 0 0,-6 9-4 0 0,1 0-1 0 0,-2 0 1 0 0,0-1-1 0 0,-13 14 0 0 0,10-13-35 0 0,-18 23-2608 0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6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1 103 6913 0 0,'5'-10'419'0'0,"11"-17"-236"0"0,-15 26-44 0 0,0 0-1 0 0,-1 0 1 0 0,1 0 0 0 0,0 0-1 0 0,0 0 1 0 0,0 0 0 0 0,0 0-1 0 0,0 0 1 0 0,0 1 0 0 0,0-1 0 0 0,0 0-1 0 0,0 0 1 0 0,0 1 0 0 0,0-1-1 0 0,1 1 1 0 0,-1-1 0 0 0,2 0-1 0 0,-2 4 177 0 0,0-1 0 0 0,0 1-1 0 0,-1-1 1 0 0,1 1-1 0 0,-1-1 1 0 0,1 1-1 0 0,-1 0 1 0 0,0-1-1 0 0,0 1 1 0 0,0-1 0 0 0,0 1-1 0 0,-1 4 1 0 0,1-5-88 0 0,-1 8 52 0 0,2-1 0 0 0,-1 1 0 0 0,1 0 0 0 0,0 0 0 0 0,1-1 0 0 0,0 1 0 0 0,1-1 0 0 0,0 1 0 0 0,0-1 0 0 0,1 0 0 0 0,1 0 0 0 0,8 13-1 0 0,-10-17-208 0 0,0-1 0 0 0,1 0 0 0 0,-1 0 0 0 0,1 0 0 0 0,0 0-1 0 0,0-1 1 0 0,1 1 0 0 0,-1-1 0 0 0,1 0 0 0 0,0 0 0 0 0,-1-1-1 0 0,1 1 1 0 0,0-1 0 0 0,1 0 0 0 0,-1-1 0 0 0,0 1 0 0 0,0-1-1 0 0,1 0 1 0 0,-1 0 0 0 0,1-1 0 0 0,-1 0 0 0 0,1 0 0 0 0,-1 0-1 0 0,7-1 1 0 0,-6 0-9 0 0,-1-1-1 0 0,0 1 1 0 0,0-1 0 0 0,0 0-1 0 0,0-1 1 0 0,0 1-1 0 0,0-1 1 0 0,-1 0 0 0 0,1 0-1 0 0,-1 0 1 0 0,0-1-1 0 0,0 0 1 0 0,0 1 0 0 0,0-1-1 0 0,0-1 1 0 0,-1 1 0 0 0,0 0-1 0 0,0-1 1 0 0,4-8-1 0 0,-4 8-35 0 0,-1-1 0 0 0,1 1 0 0 0,-1 0-1 0 0,-1-1 1 0 0,1 0 0 0 0,-1 1 0 0 0,1-1 0 0 0,-2 0-1 0 0,1 0 1 0 0,-1 0 0 0 0,0 1 0 0 0,0-1 0 0 0,0 0-1 0 0,-1 0 1 0 0,0 0 0 0 0,0 1 0 0 0,0-1-1 0 0,-3-7 1 0 0,0 6-2 0 0,0 1-1 0 0,0-1 1 0 0,0 1 0 0 0,-1 0-1 0 0,1 0 1 0 0,-2 0-1 0 0,1 0 1 0 0,-1 1-1 0 0,1 0 1 0 0,-1 0 0 0 0,-1 1-1 0 0,-9-6 1 0 0,12 7-207 0 0,-1 1 0 0 0,1 0 1 0 0,-1 0-1 0 0,0 0 0 0 0,0 1 1 0 0,0 0-1 0 0,0 0 0 0 0,0 0 0 0 0,0 0 1 0 0,0 1-1 0 0,0 0 0 0 0,0 0 1 0 0,0 0-1 0 0,0 1 0 0 0,-1 0 0 0 0,1 0 1 0 0,0 0-1 0 0,1 0 0 0 0,-10 4 1 0 0,2 2-984 0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7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70 5065 0 0,'12'-28'15134'0'0,"1"43"-14421"0"0,12 21 439 0 0,-10-13-954 0 0,1 0 1 0 0,27 28 0 0 0,-39-46-176 0 0,0-1 1 0 0,1 0 0 0 0,0 0-1 0 0,0 0 1 0 0,0 0 0 0 0,0-1-1 0 0,0 0 1 0 0,1 0 0 0 0,-1 0-1 0 0,1-1 1 0 0,0 1 0 0 0,0-2 0 0 0,0 1-1 0 0,0-1 1 0 0,0 1 0 0 0,8-1-1 0 0,-11-1-19 0 0,-1 0 0 0 0,1 0 0 0 0,0-1-1 0 0,-1 0 1 0 0,1 1 0 0 0,-1-1 0 0 0,1 0-1 0 0,-1 0 1 0 0,1 0 0 0 0,-1 0 0 0 0,1-1-1 0 0,-1 1 1 0 0,0-1 0 0 0,0 1 0 0 0,0-1 0 0 0,0 0-1 0 0,0 0 1 0 0,0 0 0 0 0,0 0 0 0 0,-1 0-1 0 0,1 0 1 0 0,-1 0 0 0 0,1 0 0 0 0,-1-1-1 0 0,0 1 1 0 0,0-1 0 0 0,0 1 0 0 0,0-1-1 0 0,0-3 1 0 0,3-9 18 0 0,-1-1 0 0 0,-1 1 0 0 0,1-31 0 0 0,-1 18-95 0 0,0 15 373 0 0,-1 8-310 0 0,0 0 0 0 0,-1 0 0 0 0,1 0 0 0 0,-1 0 0 0 0,0 0 0 0 0,-1 0 0 0 0,1 0 0 0 0,-1-1 0 0 0,-1-4 0 0 0,26 64-114 0 0,-16-34 36 0 0,1-1 0 0 0,1 1 0 0 0,1-1 0 0 0,25 34 0 0 0,14 9-2783 0 0,-37-45 1856 0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2 159 6913 0 0,'-1'-1'303'0'0,"1"1"-243"0"0,0 0 1 0 0,0 0-1 0 0,0-1 1 0 0,0 1-1 0 0,0 0 1 0 0,0 0-1 0 0,0 0 1 0 0,-1 0-1 0 0,1-1 0 0 0,0 1 1 0 0,0 0-1 0 0,0 0 1 0 0,0 0-1 0 0,0 0 1 0 0,0-1-1 0 0,0 1 1 0 0,0 0-1 0 0,0 0 1 0 0,0 0-1 0 0,0-1 1 0 0,0 1-1 0 0,0 0 0 0 0,0 0 1 0 0,1 0-1 0 0,-1 0 1 0 0,0-1-1 0 0,0 1 1 0 0,0 0-1 0 0,0 0 1 0 0,0 0-1 0 0,1-1 243 0 0,-1 1-243 0 0,0 0 0 0 0,0 0 1 0 0,0 0-1 0 0,0-1 1 0 0,1 1-1 0 0,-1 0 1 0 0,0 0-1 0 0,0 0 1 0 0,16-5 1396 0 0,18 2-36 0 0,-27 3-1191 0 0,0 1 0 0 0,0 0 0 0 0,0 0 1 0 0,0 1-1 0 0,0 0 0 0 0,0 1 1 0 0,-1-1-1 0 0,1 1 0 0 0,-1 0 0 0 0,0 1 1 0 0,1-1-1 0 0,-2 1 0 0 0,1 1 0 0 0,0-1 1 0 0,-1 1-1 0 0,0 0 0 0 0,0 0 0 0 0,0 0 1 0 0,-1 1-1 0 0,0 0 0 0 0,3 7 3873 0 0,-31-49-3138 0 0,21 28-922 0 0,0 1 0 0 0,1-1 0 0 0,0 0 0 0 0,0 0 0 0 0,1-1-1 0 0,0 1 1 0 0,0 0 0 0 0,2-14 0 0 0,0 10-703 0 0,0 1 0 0 0,1 0 0 0 0,1 0 0 0 0,0-1 0 0 0,8-17 0 0 0,-3 11-6313 0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4 3225 0 0,'-4'-1'481'0'0,"-1"0"0"0"0,1 0 0 0 0,-1 1-1 0 0,1 0 1 0 0,-1 0 0 0 0,1 0 0 0 0,-1 0 0 0 0,0 0 0 0 0,1 1 0 0 0,-1 0 0 0 0,1 0 0 0 0,0 0 0 0 0,-1 1 0 0 0,1 0 0 0 0,0 0 0 0 0,0 0 0 0 0,-7 4 0 0 0,5-2-48 0 0,1 1 0 0 0,-1 0 0 0 0,1 0 0 0 0,0 0 1 0 0,0 1-1 0 0,0-1 0 0 0,1 1 0 0 0,0 0 0 0 0,0 1 0 0 0,-4 10 0 0 0,4-8-143 0 0,0 0-1 0 0,1 0 0 0 0,1 1 0 0 0,-1-1 1 0 0,1 1-1 0 0,1 0 0 0 0,-1 17 1 0 0,2-21-190 0 0,0 1 1 0 0,1-1-1 0 0,0 0 1 0 0,0 0-1 0 0,0 0 1 0 0,0 0-1 0 0,1 0 1 0 0,0 0-1 0 0,1-1 1 0 0,-1 1-1 0 0,1 0 1 0 0,4 6-1 0 0,-4-9-147 0 0,0 1-1 0 0,1 0 1 0 0,-1-1-1 0 0,1 0 1 0 0,0 0-1 0 0,0 0 1 0 0,0 0-1 0 0,0-1 1 0 0,0 1-1 0 0,1-1 1 0 0,-1 0 0 0 0,1 0-1 0 0,-1-1 1 0 0,1 1-1 0 0,0-1 1 0 0,-1 0-1 0 0,1 0 1 0 0,0-1-1 0 0,0 1 1 0 0,0-1 0 0 0,0 0-1 0 0,-1-1 1 0 0,1 1-1 0 0,0-1 1 0 0,0 0-1 0 0,0 0 1 0 0,-1 0-1 0 0,1-1 1 0 0,0 0-1 0 0,6-3 1 0 0,10-6-1273 0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8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14 227 5065 0 0,'0'1'207'0'0,"-1"0"-1"0"0,1 0 0 0 0,0 0 1 0 0,0 0-1 0 0,-1 1 1 0 0,1-1-1 0 0,0 0 1 0 0,0 0-1 0 0,0 0 1 0 0,0 1-1 0 0,0-1 1 0 0,0 0-1 0 0,1 0 1 0 0,-1 0-1 0 0,0 1 1 0 0,1-1-1 0 0,-1 0 0 0 0,0 0 1 0 0,1 0-1 0 0,0 0 1 0 0,-1 0-1 0 0,1 0 1 0 0,0 0-1 0 0,-1 0 1 0 0,1 0-1 0 0,0 0 1 0 0,0 0-1 0 0,0 0 1 0 0,0-1-1 0 0,0 1 1 0 0,1 1-1 0 0,-1-2 5 0 0,1 0 1 0 0,-1 1-1 0 0,1-1 0 0 0,-1 0 0 0 0,1 0 1 0 0,0 0-1 0 0,-1 0 0 0 0,1 0 1 0 0,-1 0-1 0 0,1 0 0 0 0,-1 0 0 0 0,1-1 1 0 0,0 1-1 0 0,-1-1 0 0 0,1 1 1 0 0,-1-1-1 0 0,0 0 0 0 0,1 1 1 0 0,-1-1-1 0 0,0 0 0 0 0,1 0 0 0 0,-1 0 1 0 0,0 0-1 0 0,2-2 0 0 0,3-3-68 0 0,-1 0 1 0 0,0-1-1 0 0,0 1 0 0 0,0-1 0 0 0,-1 0 0 0 0,0-1 0 0 0,0 1 0 0 0,-1-1 1 0 0,0 1-1 0 0,0-1 0 0 0,-1 0 0 0 0,0 0 0 0 0,2-17 0 0 0,-4 19-66 0 0,1 0-1 0 0,-1 0 0 0 0,0 0 1 0 0,0 0-1 0 0,-1-1 0 0 0,1 1 0 0 0,-1 0 1 0 0,-1 0-1 0 0,1 0 0 0 0,-1 0 1 0 0,0 1-1 0 0,-1-1 0 0 0,1 0 1 0 0,-1 1-1 0 0,0 0 0 0 0,-1-1 0 0 0,1 1 1 0 0,-1 0-1 0 0,-6-6 0 0 0,9 10-77 0 0,0 0 1 0 0,0 0-1 0 0,0 0 0 0 0,0 0 0 0 0,0 0 0 0 0,0 1 0 0 0,0-1 0 0 0,-1 0 0 0 0,1 0 0 0 0,0 1 0 0 0,0-1 0 0 0,-1 1 0 0 0,1-1 0 0 0,-1 1 0 0 0,1 0 0 0 0,0-1 1 0 0,-1 1-1 0 0,1 0 0 0 0,-1 0 0 0 0,1 0 0 0 0,-1 0 0 0 0,1 0 0 0 0,0 0 0 0 0,-1 1 0 0 0,-1-1 0 0 0,1 2-2 0 0,0-1-1 0 0,0 0 1 0 0,0 1 0 0 0,1-1-1 0 0,-1 1 1 0 0,0-1-1 0 0,1 1 1 0 0,-1 0-1 0 0,1 0 1 0 0,0-1 0 0 0,-1 1-1 0 0,1 0 1 0 0,0 0-1 0 0,-1 3 1 0 0,-2 5-6 0 0,0 1 0 0 0,1-1-1 0 0,1 1 1 0 0,-1 0 0 0 0,0 15 0 0 0,3-18 31 0 0,0 1 1 0 0,0-1 0 0 0,1 0-1 0 0,0 0 1 0 0,0 0 0 0 0,1 0-1 0 0,0 0 1 0 0,0 0 0 0 0,1 0-1 0 0,0 0 1 0 0,1-1 0 0 0,-1 0-1 0 0,1 0 1 0 0,1 0-1 0 0,0 0 1 0 0,-1 0 0 0 0,2-1-1 0 0,-1 0 1 0 0,1 0 0 0 0,12 9-1 0 0,-7-7-377 0 0,1 0 0 0 0,0-1 0 0 0,0 0 0 0 0,1-1 0 0 0,-1-1-1 0 0,2 0 1 0 0,-1 0 0 0 0,0-1 0 0 0,1-1 0 0 0,0-1 0 0 0,21 2 0 0 0,-3-2-5747 0 0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29.7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39 252 11522 0 0,'-38'-126'9290'0'0,"67"184"-7666"0"0,-4-11-1669 0 0,88 242 124 0 0,-69-166-27 0 0,74 144-1 0 0,-103-239-34 0 0,2-2-1 0 0,0 0 1 0 0,2 0 0 0 0,42 43 0 0 0,-48-56-11 0 0,1 0 0 0 0,1-1 0 0 0,0 0 0 0 0,1-2 0 0 0,0 1 1 0 0,1-2-1 0 0,0 0 0 0 0,0-1 0 0 0,25 7 0 0 0,-40-14 0 0 0,0-1-1 0 0,0 1 0 0 0,0-1 1 0 0,0 0-1 0 0,0 1 0 0 0,1-1 1 0 0,-1 0-1 0 0,0 0 0 0 0,0-1 1 0 0,0 1-1 0 0,0 0 0 0 0,0-1 1 0 0,0 1-1 0 0,0-1 1 0 0,0 0-1 0 0,0 1 0 0 0,0-1 1 0 0,0 0-1 0 0,-1 0 0 0 0,1-1 1 0 0,0 1-1 0 0,-1 0 0 0 0,1 0 1 0 0,0-1-1 0 0,-1 1 0 0 0,0-1 1 0 0,1 1-1 0 0,-1-1 1 0 0,0 0-1 0 0,0 0 0 0 0,0 1 1 0 0,0-1-1 0 0,0 0 0 0 0,0 0 1 0 0,0-2-1 0 0,4-9 122 0 0,-1 1 1 0 0,-1-1-1 0 0,0-1 0 0 0,1-18 1 0 0,-2 16-88 0 0,33-505 978 0 0,-30 357-949 0 0,-8-119-275 0 0,1 225-118 0 0,3 31-253 0 0,-1 27 528 0 0,0-1 1 0 0,0 1 0 0 0,0-1-1 0 0,0 1 1 0 0,0-1 0 0 0,0 1-1 0 0,0 0 1 0 0,1-1 0 0 0,-1 1-1 0 0,0-1 1 0 0,0 1 0 0 0,0-1-1 0 0,0 1 1 0 0,1 0 0 0 0,-1-1-1 0 0,0 1 1 0 0,0 0 0 0 0,1-1-1 0 0,-1 1 1 0 0,0 0 0 0 0,0-1-1 0 0,1 1 1 0 0,-1 0 0 0 0,0-1-1 0 0,1 1 1 0 0,-1 0 0 0 0,1 0-1 0 0,-1-1 1 0 0,0 1 0 0 0,1 0-1 0 0,-1 0 1 0 0,1 0 0 0 0,-1 0-1 0 0,0 0 1 0 0,1 0 0 0 0,-1 0-1 0 0,1 0 1 0 0,-1 0 0 0 0,1 0-1 0 0,-1 0 1 0 0,1 0 0 0 0,-1 0-1 0 0,0 0 1 0 0,1 0 0 0 0,-1 0-1 0 0,1 0 1 0 0,-1 0 0 0 0,0 0-1 0 0,1 1 1 0 0,-1-1 0 0 0,1 0-1 0 0,0 1 1 0 0,7 5-1490 0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0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23 9674 0 0,'0'-1'189'0'0,"-1"0"-1"0"0,1 0 1 0 0,0 0-1 0 0,0 0 1 0 0,0 0 0 0 0,-1 0-1 0 0,1 0 1 0 0,0 0-1 0 0,0 0 1 0 0,1 0 0 0 0,-1 0-1 0 0,0 0 1 0 0,0 0-1 0 0,0 0 1 0 0,1 0 0 0 0,-1 0-1 0 0,0 0 1 0 0,1 0-1 0 0,-1 0 1 0 0,1 0 0 0 0,0-1-1 0 0,0 2-57 0 0,-1 0-1 0 0,1 0 1 0 0,0 0-1 0 0,-1 1 1 0 0,1-1 0 0 0,0 0-1 0 0,-1 0 1 0 0,1 1-1 0 0,-1-1 1 0 0,1 0-1 0 0,0 0 1 0 0,-1 1 0 0 0,1-1-1 0 0,-1 1 1 0 0,1-1-1 0 0,-1 1 1 0 0,1-1-1 0 0,-1 1 1 0 0,1-1 0 0 0,-1 1-1 0 0,0-1 1 0 0,1 1-1 0 0,-1-1 1 0 0,0 1-1 0 0,1 0 1 0 0,-1-1-1 0 0,0 1 1 0 0,0 0 0 0 0,1-1-1 0 0,-1 1 1 0 0,0 0-1 0 0,0 0 1 0 0,12 34 903 0 0,-1 1 1 0 0,-2-1-1 0 0,6 51 1 0 0,15 60-772 0 0,-5-63-4571 0 0,-21-64-2419 0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4609 0 0,'1'-3'137'0'0,"0"1"0"0"0,0 0 0 0 0,0 0 1 0 0,0-1-1 0 0,1 1 0 0 0,-1 0 0 0 0,1 0 0 0 0,0 0 0 0 0,0 0 0 0 0,0 1 1 0 0,-1-1-1 0 0,1 0 0 0 0,1 1 0 0 0,-1 0 0 0 0,0-1 0 0 0,0 1 0 0 0,1 0 0 0 0,-1 0 1 0 0,0 0-1 0 0,5-1 0 0 0,57-13 2732 0 0,-55 13-2511 0 0,8-1 205 0 0,0 1 0 0 0,0 0 1 0 0,0 1-1 0 0,0 1 1 0 0,0 1-1 0 0,0 0 1 0 0,0 1-1 0 0,21 6 1 0 0,-33-7-429 0 0,0 0 1 0 0,0 1 0 0 0,0 0-1 0 0,0 0 1 0 0,0 1 0 0 0,-1-1-1 0 0,1 1 1 0 0,-1 0 0 0 0,0 0-1 0 0,0 0 1 0 0,0 1 0 0 0,0-1-1 0 0,-1 1 1 0 0,1 0 0 0 0,-1 0-1 0 0,0 0 1 0 0,0 1 0 0 0,-1-1-1 0 0,1 1 1 0 0,-1-1 0 0 0,0 1-1 0 0,0 0 1 0 0,0 0 0 0 0,-1 0-1 0 0,0 0 1 0 0,0 0 0 0 0,0 0-1 0 0,0 1 1 0 0,-1-1 0 0 0,-1 10-1 0 0,0-2 51 0 0,0 0 0 0 0,-1-1 0 0 0,-1 1 0 0 0,0-1 0 0 0,-1 1 0 0 0,0-1 0 0 0,-1 0 0 0 0,0-1 0 0 0,-1 1 0 0 0,-1-1 0 0 0,1 0 0 0 0,-15 16 0 0 0,4-7-452 0 0,-32 31-1 0 0,-22 8-3762 0 0,63-53 2400 0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0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9 920 0 0,'-7'-8'6723'0'0,"6"8"-6577"0"0,-16 9 3539 0 0,-13 21-517 0 0,21-19-2642 0 0,1 1-1 0 0,0 1 1 0 0,1 0 0 0 0,0 0 0 0 0,1 0 0 0 0,0 1 0 0 0,-6 26 0 0 0,11-35-484 0 0,0 1 0 0 0,0 0 0 0 0,1 0 0 0 0,0-1 0 0 0,0 1 0 0 0,0 0 0 0 0,0 0 0 0 0,1 0 0 0 0,0-1 0 0 0,0 1 0 0 0,1 0 0 0 0,0-1 0 0 0,0 1 0 0 0,0-1 0 0 0,0 0 0 0 0,1 0 0 0 0,0 0 0 0 0,0 0 0 0 0,1 0 0 0 0,-1 0 0 0 0,1-1 0 0 0,5 6 0 0 0,7 3-25 0 0,1-1 1 0 0,0 0 0 0 0,0-1-1 0 0,1-1 1 0 0,26 10-1 0 0,-19-8 83 0 0,46 29 0 0 0,-70-41-95 0 0,1 1 0 0 0,-1 0 0 0 0,0 0 0 0 0,0 0 0 0 0,0-1 0 0 0,0 1 0 0 0,0 0 0 0 0,0 1 0 0 0,0-1 0 0 0,0 0 0 0 0,-1 0 0 0 0,1 0 0 0 0,0 0 0 0 0,-1 1 0 0 0,1-1 0 0 0,-1 0 0 0 0,1 0-1 0 0,-1 1 1 0 0,0-1 0 0 0,1 1 0 0 0,-1-1 0 0 0,0 0 0 0 0,0 3 0 0 0,0-1 43 0 0,-1-1 0 0 0,0 0 0 0 0,0 0-1 0 0,0 1 1 0 0,0-1 0 0 0,0 0 0 0 0,0 0-1 0 0,0 0 1 0 0,-1 0 0 0 0,1-1 0 0 0,0 1 0 0 0,-1 0-1 0 0,-2 1 1 0 0,-6 6 280 0 0,-1 0 0 0 0,-1-2-1 0 0,-21 13 1 0 0,30-19-310 0 0,-39 18-292 0 0,13-9-5331 0 0,6-3-1423 0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1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29 167 12443 0 0,'-22'-17'5329'0'0,"15"11"-2220"0"0,16 17-1729 0 0,97 111-1106 0 0,90 111 148 0 0,-61-44-422 0 0,-134-187 1 0 0,35 42 149 0 0,-35-42-143 0 0,1 0-1 0 0,-1-1 1 0 0,1 1-1 0 0,0 0 1 0 0,0-1-1 0 0,-1 1 1 0 0,1-1-1 0 0,0 0 1 0 0,0 0-1 0 0,0 0 1 0 0,1 0-1 0 0,-1 0 1 0 0,0 0-1 0 0,0 0 1 0 0,1-1-1 0 0,-1 1 1 0 0,0-1-1 0 0,0 0 1 0 0,1 1-1 0 0,2-1 1 0 0,-3-1 3 0 0,-1 0 0 0 0,1 0 1 0 0,0 0-1 0 0,-1 0 0 0 0,1 0 0 0 0,-1 0 0 0 0,0 0 1 0 0,1 0-1 0 0,-1 0 0 0 0,0-1 0 0 0,0 1 1 0 0,1-1-1 0 0,-1 1 0 0 0,0-1 0 0 0,-1 1 0 0 0,1-1 1 0 0,0 0-1 0 0,0 1 0 0 0,-1-1 0 0 0,1 0 1 0 0,-1 0-1 0 0,1 1 0 0 0,-1-5 0 0 0,4-48 226 0 0,-4 40-197 0 0,-3-199 411 0 0,-1 141-739 0 0,4-1 1 0 0,15-132-1 0 0,-14 196-121 0 0,1 0 0 0 0,0 0-1 0 0,0 0 1 0 0,1 0 0 0 0,0 1 0 0 0,1-1-1 0 0,0 1 1 0 0,0 0 0 0 0,9-12 0 0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2.6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29 5985 0 0,'-4'0'556'0'0,"1"-1"1"0"0,-1 1-1 0 0,0 1 0 0 0,0-1 0 0 0,1 1 0 0 0,-1-1 0 0 0,1 1 1 0 0,-1 0-1 0 0,0 0 0 0 0,1 0 0 0 0,-1 1 0 0 0,-2 1 1 0 0,4-2-286 0 0,1 0 1 0 0,0 0 0 0 0,0 0 0 0 0,0 1 0 0 0,0-1-1 0 0,0 0 1 0 0,1 0 0 0 0,-1 1 0 0 0,0-1 0 0 0,1 0-1 0 0,-1 1 1 0 0,0-1 0 0 0,1 0 0 0 0,0 1 0 0 0,-1-1-1 0 0,1 2 1 0 0,0 23 12 0 0,2-17-209 0 0,-1-1 1 0 0,2 1 0 0 0,-1-1-1 0 0,1 0 1 0 0,1 0-1 0 0,-1 0 1 0 0,1 0-1 0 0,1-1 1 0 0,-1 1-1 0 0,1-1 1 0 0,1 0 0 0 0,-1-1-1 0 0,1 1 1 0 0,0-1-1 0 0,1 0 1 0 0,-1-1-1 0 0,1 1 1 0 0,0-2-1 0 0,1 1 1 0 0,-1-1 0 0 0,1 1-1 0 0,0-2 1 0 0,0 0-1 0 0,0 0 1 0 0,9 2-1 0 0,-16-4-39 0 0,0-1-1 0 0,0 0 0 0 0,0 0 1 0 0,0 0-1 0 0,1 0 1 0 0,-1 0-1 0 0,0 0 0 0 0,0 0 1 0 0,0-1-1 0 0,0 1 1 0 0,1 0-1 0 0,-1-1 0 0 0,0 1 1 0 0,0-1-1 0 0,0 1 1 0 0,0-1-1 0 0,0 1 0 0 0,0-1 1 0 0,0 0-1 0 0,0 1 1 0 0,0-1-1 0 0,0 0 0 0 0,0-1 1 0 0,1 0 0 0 0,-1 0 0 0 0,1-1 0 0 0,-1 1 0 0 0,0 0 0 0 0,0-1 0 0 0,0 1 0 0 0,0-1 0 0 0,-1 1 0 0 0,1-1 0 0 0,0-2-1 0 0,0-6 29 0 0,-1 0-1 0 0,0 0 0 0 0,0 0 1 0 0,-3-11-1 0 0,2 12 9 0 0,-1 0 0 0 0,-1-1 0 0 0,0 1 0 0 0,-1 1 1 0 0,1-1-1 0 0,-11-17 0 0 0,11 22-271 0 0,1 0 0 0 0,-2 1 0 0 0,1 0 0 0 0,0-1 0 0 0,-1 1 0 0 0,1 0 0 0 0,-1 1 0 0 0,0-1 0 0 0,-1 1 0 0 0,1 0 0 0 0,0 0 0 0 0,-1 0 0 0 0,0 0 0 0 0,0 1 0 0 0,-5-3 0 0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3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10138 0 0,'0'-6'670'0'0,"1"1"0"0"0,-1-1-1 0 0,1 1 1 0 0,0-1 0 0 0,0 1 0 0 0,1 0 0 0 0,0-1-1 0 0,3-6 1 0 0,-4 14-394 0 0,0-1-1 0 0,0 1 0 0 0,1-1 1 0 0,-1 1-1 0 0,0 0 1 0 0,-1-1-1 0 0,1 1 1 0 0,0 0-1 0 0,0 0 1 0 0,0 2-1 0 0,46 178 3423 0 0,-29-105-5163 0 0,2-1-4251 0 0,-10-43-1043 0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45 11979 0 0,'-2'-4'668'0'0,"-9"-37"7853"0"0,21 58-7636 0 0,32 70-280 0 0,-10-19-1343 0 0,80 126 1 0 0,-97-174-690 0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4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1 325 5985 0 0,'0'0'31'0'0,"0"-1"-1"0"0,0 1 0 0 0,0-1 0 0 0,0 1 1 0 0,-1-1-1 0 0,1 1 0 0 0,0-1 1 0 0,0 1-1 0 0,0-1 0 0 0,0 1 0 0 0,0-1 1 0 0,0 1-1 0 0,0-1 0 0 0,0 1 1 0 0,1-1-1 0 0,-1 1 0 0 0,0-1 0 0 0,0 1 1 0 0,0-1-1 0 0,0 1 0 0 0,1-1 1 0 0,-1 1-1 0 0,0 0 0 0 0,1-1 0 0 0,-1 1 1 0 0,0-1-1 0 0,1 1 0 0 0,-1 0 1 0 0,0-1-1 0 0,1 1 0 0 0,-1 0 1 0 0,0-1-1 0 0,1 1 0 0 0,-1 0 0 0 0,1 0 1 0 0,-1-1-1 0 0,1 1 0 0 0,22-19 404 0 0,-20 17-348 0 0,48-35 1475 0 0,102-55-1 0 0,-99 62 789 0 0,101-73 0 0 0,-130 80-1915 0 0,-23 21-424 0 0,-15 14-14 0 0,6-5 104 0 0,1-1-1 0 0,1 1 1 0 0,0 0-1 0 0,0 1 1 0 0,0-1-1 0 0,1 1 1 0 0,0 0-1 0 0,0 0 0 0 0,1 1 1 0 0,0-1-1 0 0,0 1 1 0 0,1-1-1 0 0,1 1 1 0 0,-2 10-1 0 0,2-12-57 0 0,1 0 0 0 0,-1 0 0 0 0,1 0-1 0 0,0 1 1 0 0,1-1 0 0 0,0 0 0 0 0,0 0 0 0 0,1 0-1 0 0,0 0 1 0 0,0 0 0 0 0,0-1 0 0 0,1 1-1 0 0,0-1 1 0 0,0 1 0 0 0,1-1 0 0 0,0 0 0 0 0,0 0-1 0 0,6 6 1 0 0,-9-10-62 0 0,0-1-1 0 0,1 1 1 0 0,0-1-1 0 0,-1 1 0 0 0,1-1 1 0 0,0 0-1 0 0,0 1 1 0 0,-1-1-1 0 0,1 0 1 0 0,0 0-1 0 0,0-1 1 0 0,0 1-1 0 0,0 0 1 0 0,1-1-1 0 0,-1 1 0 0 0,0-1 1 0 0,0 1-1 0 0,0-1 1 0 0,0 0-1 0 0,1 0 1 0 0,2 0-1 0 0,-2-1-27 0 0,-1 0 1 0 0,1 0-1 0 0,0-1 0 0 0,-1 1 0 0 0,1 0 1 0 0,-1-1-1 0 0,0 1 0 0 0,1-1 0 0 0,-1 0 1 0 0,0 0-1 0 0,0 0 0 0 0,0 0 0 0 0,0 0 1 0 0,2-4-1 0 0,2-3-106 0 0,0-2-1 0 0,0 1 1 0 0,-1-1 0 0 0,-1 0-1 0 0,1 0 1 0 0,3-18 0 0 0,-5 12-39 0 0,-1 0 1 0 0,0-21 0 0 0,-1 22 1234 0 0,0 0-1 0 0,5-25 1 0 0,0 49 2109 0 0,14 14-2850 0 0,-12-14 40 0 0,24 28-677 0 0,58 51 0 0 0,-71-72-1539 0 0,0-1 0 0 0,40 22 0 0 0,-36-25 1369 0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8 10138 0 0,'-2'-1'233'0'0,"1"0"0"0"0,0 0 0 0 0,-1 1 0 0 0,1-1 0 0 0,-1 0 0 0 0,0 1 0 0 0,1-1 0 0 0,-1 1-1 0 0,1 0 1 0 0,-1-1 0 0 0,0 1 0 0 0,1 0 0 0 0,-1 0 0 0 0,0 0 0 0 0,1 0 0 0 0,-1 0 0 0 0,0 0 0 0 0,1 1 0 0 0,-1-1 0 0 0,0 0 0 0 0,1 1 0 0 0,-1-1-1 0 0,1 1 1 0 0,-1 0 0 0 0,1-1 0 0 0,-1 1 0 0 0,1 0 0 0 0,-1 0 0 0 0,1 0 0 0 0,0 0 0 0 0,0 0 0 0 0,-1 1 0 0 0,0 0 0 0 0,-4 4-53 0 0,-1 0 0 0 0,1 0 0 0 0,1 0-1 0 0,-1 1 1 0 0,-5 8 0 0 0,2 2-180 0 0,0 1-1 0 0,0-1 1 0 0,2 1-1 0 0,0 0 1 0 0,1 1-1 0 0,1 0 1 0 0,1 0-1 0 0,0 0 1 0 0,0 30-1 0 0,3-49-9 0 0,1 0 0 0 0,0 0 0 0 0,0 1 1 0 0,0-1-1 0 0,0 0 0 0 0,0 0 0 0 0,0 1 0 0 0,0-1 0 0 0,0 0 0 0 0,0 0 0 0 0,0 1 1 0 0,0-1-1 0 0,0 0 0 0 0,0 0 0 0 0,0 1 0 0 0,1-1 0 0 0,-1 0 0 0 0,0 0 0 0 0,0 1 0 0 0,0-1 1 0 0,0 0-1 0 0,0 0 0 0 0,0 0 0 0 0,1 1 0 0 0,-1-1 0 0 0,0 0 0 0 0,0 0 0 0 0,0 0 1 0 0,1 1-1 0 0,-1-1 0 0 0,0 0 0 0 0,0 0 0 0 0,0 0 0 0 0,1 0 0 0 0,-1 0 0 0 0,0 0 1 0 0,0 0-1 0 0,1 0 0 0 0,-1 1 0 0 0,0-1 0 0 0,12-6-913 0 0,7-15-726 0 0,-10 8 1175 0 0,-2-1-1 0 0,10-20 0 0 0,-13 24 642 0 0,0 0 0 0 0,1 1 0 0 0,0-1 0 0 0,1 1 0 0 0,0 0 0 0 0,1 1 0 0 0,10-12 0 0 0,-16 20-65 0 0,-1-1-1 0 0,1 1 0 0 0,0 0 0 0 0,0-1 1 0 0,0 1-1 0 0,-1 0 0 0 0,1 0 0 0 0,0 0 0 0 0,0 0 1 0 0,0 0-1 0 0,0 0 0 0 0,0 0 0 0 0,0 0 0 0 0,-1 0 1 0 0,1 0-1 0 0,0 0 0 0 0,0 0 0 0 0,0 1 1 0 0,0-1-1 0 0,-1 0 0 0 0,1 0 0 0 0,0 1 0 0 0,0-1 1 0 0,0 1-1 0 0,-1-1 0 0 0,1 1 0 0 0,0-1 0 0 0,-1 1 1 0 0,1 0-1 0 0,0-1 0 0 0,-1 1 0 0 0,1 0 1 0 0,-1-1-1 0 0,1 2 0 0 0,22 29 893 0 0,-19-26-718 0 0,9 16-79 0 0,0 0 0 0 0,-2 1-1 0 0,0 1 1 0 0,-2 0 0 0 0,0 0-1 0 0,-1 1 1 0 0,7 42 0 0 0,-13-53-176 0 0,0 0 0 0 0,0 0-1 0 0,-2 0 1 0 0,0 0 0 0 0,0 0 0 0 0,-1 0 0 0 0,0 0 0 0 0,-2-1 0 0 0,1 1 0 0 0,-1 0 0 0 0,-1-1-1 0 0,0 0 1 0 0,-1 0 0 0 0,-1 0 0 0 0,1 0 0 0 0,-13 16 0 0 0,15-23-169 0 0,0-1-1 0 0,-1 0 1 0 0,0 0 0 0 0,0 0 0 0 0,0-1-1 0 0,0 1 1 0 0,0-1 0 0 0,-1 0 0 0 0,0 0 0 0 0,1-1-1 0 0,-1 0 1 0 0,-6 3 0 0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5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61 203 4145 0 0,'7'-9'448'0'0,"0"1"0"0"0,-1-1 0 0 0,0 0 0 0 0,-1-1 0 0 0,1 0 0 0 0,-2 1 1 0 0,0-1-1 0 0,0-1 0 0 0,0 1 0 0 0,-2-1 0 0 0,1 1 0 0 0,-1-1 0 0 0,1-22 0 0 0,-3 31-471 0 0,0 0 1 0 0,0 0-1 0 0,0 0 0 0 0,-1 0 0 0 0,1 0 0 0 0,0 0 1 0 0,-1 1-1 0 0,1-1 0 0 0,-1 0 0 0 0,0 0 1 0 0,0 0-1 0 0,0 0 0 0 0,0 1 0 0 0,0-1 0 0 0,0 0 1 0 0,0 1-1 0 0,0-1 0 0 0,-1 1 0 0 0,-1-3 0 0 0,1 3 59 0 0,1 1-1 0 0,-1-1 0 0 0,1 1 1 0 0,-1-1-1 0 0,1 1 0 0 0,-1-1 0 0 0,0 1 1 0 0,1 0-1 0 0,-1 0 0 0 0,1 0 0 0 0,-1 0 1 0 0,0 0-1 0 0,1 0 0 0 0,-1 0 0 0 0,1 0 1 0 0,-1 1-1 0 0,0-1 0 0 0,-2 2 0 0 0,-1-1 209 0 0,1 1 0 0 0,0 1 0 0 0,0-1 0 0 0,0 1 0 0 0,0-1 0 0 0,0 1 0 0 0,0 0 0 0 0,0 1 0 0 0,1-1 0 0 0,0 0 0 0 0,0 1 0 0 0,0 0 0 0 0,0 0 0 0 0,-4 8 0 0 0,3-3 127 0 0,1 0-1 0 0,1 0 0 0 0,0 0 0 0 0,0 1 0 0 0,1-1 1 0 0,0 1-1 0 0,0-1 0 0 0,1 1 0 0 0,1-1 0 0 0,0 1 1 0 0,0-1-1 0 0,0 0 0 0 0,1 1 0 0 0,1-1 0 0 0,0 0 1 0 0,0 0-1 0 0,0 0 0 0 0,1-1 0 0 0,10 17 0 0 0,-10-19-343 0 0,0-1-1 0 0,0 1 1 0 0,0-1 0 0 0,1 0-1 0 0,-1 0 1 0 0,1 0-1 0 0,0-1 1 0 0,1 0 0 0 0,-1 0-1 0 0,1 0 1 0 0,0-1-1 0 0,0 1 1 0 0,0-1 0 0 0,0-1-1 0 0,0 1 1 0 0,1-1-1 0 0,-1 0 1 0 0,1-1 0 0 0,0 0-1 0 0,-1 0 1 0 0,1 0-1 0 0,0-1 1 0 0,0 1 0 0 0,-1-2-1 0 0,1 1 1 0 0,0-1-1 0 0,0 0 1 0 0,8-3-1 0 0,10-4-1754 0 0,3-4-5736 0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0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39 12443 0 0,'-15'-18'1531'0'0,"14"17"-1401"0"0,1 1-1 0 0,-1 0 1 0 0,1-1-1 0 0,0 1 1 0 0,-1-1-1 0 0,1 1 1 0 0,0-1-1 0 0,0 1 1 0 0,-1-1-1 0 0,1 1 1 0 0,0-1-1 0 0,0 1 1 0 0,0-1-1 0 0,0 0 1 0 0,-1 1-1 0 0,1-1 1 0 0,0 1-1 0 0,0-1 1 0 0,0 1 0 0 0,0-1-1 0 0,0 0 1 0 0,1 1-1 0 0,-1-1 1 0 0,0 1-1 0 0,0-1 1 0 0,0 1-1 0 0,0-1 1 0 0,1 1-1 0 0,-1-1 1 0 0,0 1-1 0 0,0-1 1 0 0,1 1-1 0 0,-1-1 1 0 0,0 1-1 0 0,1-1 1 0 0,-1 1-1 0 0,1 0 1 0 0,-1-1-1 0 0,1 0 1 0 0,1 5 167 0 0,1 1 0 0 0,-1-1 0 0 0,0 0 0 0 0,0 0 0 0 0,0 1 1 0 0,1 5-1 0 0,-3-10-239 0 0,47 164 1288 0 0,-38-121-1309 0 0,3 0 0 0 0,1-1 0 0 0,2-1 0 0 0,38 74 0 0 0,-51-112-13 0 0,0 1 0 0 0,0-1 0 0 0,1 1 1 0 0,-1-1-1 0 0,1 0 0 0 0,-1 0 1 0 0,1 0-1 0 0,0-1 0 0 0,1 1 0 0 0,4 3 1 0 0,-6-6-12 0 0,-1 1 1 0 0,0-1 0 0 0,1 0-1 0 0,-1 1 1 0 0,0-1-1 0 0,1 0 1 0 0,-1 0 0 0 0,1 0-1 0 0,-1 0 1 0 0,0 0-1 0 0,1-1 1 0 0,-1 1 0 0 0,0 0-1 0 0,1-1 1 0 0,-1 1-1 0 0,0-1 1 0 0,1 1 0 0 0,-1-1-1 0 0,0 0 1 0 0,0 1-1 0 0,0-1 1 0 0,0 0-1 0 0,1 0 1 0 0,-1 0 0 0 0,0 0-1 0 0,0 0 1 0 0,-1 0-1 0 0,1 0 1 0 0,0 0 0 0 0,0 0-1 0 0,0 0 1 0 0,-1-1-1 0 0,1-1 1 0 0,7-9-247 0 0,-1-1 0 0 0,0 0-1 0 0,5-17 1 0 0,-3 7-730 0 0,1 0-266 0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1 203 5065 0 0,'0'1'272'0'0,"1"1"0"0"0,0-1 0 0 0,0 0-1 0 0,0 1 1 0 0,0-1 0 0 0,0 0 0 0 0,0 0 0 0 0,0 0-1 0 0,0 1 1 0 0,1-1 0 0 0,-1-1 0 0 0,0 1 0 0 0,1 0-1 0 0,2 1 1 0 0,-4-2-108 0 0,1 0-1 0 0,0 0 0 0 0,0 0 0 0 0,-1-1 0 0 0,1 1 1 0 0,0 0-1 0 0,-1-1 0 0 0,1 1 0 0 0,0 0 0 0 0,-1-1 1 0 0,1 1-1 0 0,-1-1 0 0 0,1 1 0 0 0,-1-1 0 0 0,1 1 1 0 0,-1-1-1 0 0,1 1 0 0 0,-1-1 0 0 0,1 0 1 0 0,-1 1-1 0 0,0-1 0 0 0,1 0 0 0 0,-1 1 0 0 0,0-1 1 0 0,0 0-1 0 0,1 1 0 0 0,-1-1 0 0 0,0 0 0 0 0,0 0 1 0 0,0 1-1 0 0,0-1 0 0 0,0 0 0 0 0,0 1 0 0 0,0-1 1 0 0,0-1-1 0 0,2-20 142 0 0,0 1 0 0 0,-2 0 0 0 0,0-1-1 0 0,-1 1 1 0 0,-2 0 0 0 0,0 0 0 0 0,-8-29 0 0 0,10 49-351 0 0,1 5 180 0 0,2 16 451 0 0,7 28 329 0 0,-8-43-853 0 0,1 0 1 0 0,0 0-1 0 0,0 0 0 0 0,0-1 1 0 0,0 1-1 0 0,1-1 0 0 0,0 0 1 0 0,0 1-1 0 0,0-1 1 0 0,0-1-1 0 0,1 1 0 0 0,0 0 1 0 0,-1-1-1 0 0,1 0 0 0 0,0 0 1 0 0,1 0-1 0 0,7 4 0 0 0,-4-3-107 0 0,0-2 0 0 0,0 1 0 0 0,1-1 0 0 0,-1 0 0 0 0,1 0 0 0 0,-1-1 0 0 0,1 0 0 0 0,0-1 0 0 0,15-1 0 0 0,-3-1-622 0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6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12 4609 0 0,'-20'-6'562'0'0,"-34"0"11979"0"0,52 25-6816 0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14 3225 0 0,'-1'-2'528'0'0,"-1"1"0"0"0,1 0 0 0 0,-1 0 0 0 0,0 0 0 0 0,1 0 0 0 0,-1 0 0 0 0,0 0 0 0 0,0 0 0 0 0,0 0 0 0 0,0 1 0 0 0,0-1 0 0 0,0 1 0 0 0,-2-1 0 0 0,3 1-357 0 0,1 0 1 0 0,-1 0-1 0 0,1 0 0 0 0,-1 0 0 0 0,1 0 0 0 0,-1 0 0 0 0,0 0 1 0 0,1 0-1 0 0,-1 0 0 0 0,1 0 0 0 0,-1 1 0 0 0,1-1 0 0 0,-1 0 1 0 0,1 0-1 0 0,-1 1 0 0 0,1-1 0 0 0,-1 0 0 0 0,1 0 0 0 0,0 1 0 0 0,-2 0 343 0 0,2-1-343 0 0,0 1 0 0 0,-1-1 0 0 0,1 1 1 0 0,0-1-1 0 0,0 0 0 0 0,-1 1 0 0 0,1-1 0 0 0,0 1 0 0 0,0-1 1 0 0,0 1-1 0 0,-1 0 0 0 0,1-1 0 0 0,0 1 0 0 0,0-1 0 0 0,0 1 0 0 0,0-1 1 0 0,0 1-1 0 0,0-1 0 0 0,0 1 0 0 0,0-1 0 0 0,0 1 0 0 0,1-1 1 0 0,-1 1-1 0 0,0-1 0 0 0,0 2 0 0 0,47 168 3792 0 0,-18-76-3461 0 0,-28-90-520 0 0,14 53-621 0 0,3 0-1 0 0,28 60 1 0 0,-35-96-7107 0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1 166 8754 0 0,'0'-2'449'0'0,"0"-1"0"0"0,1 1 1 0 0,0-1-1 0 0,-1 1 0 0 0,1 0 1 0 0,0-1-1 0 0,0 1 0 0 0,0 0 1 0 0,2-3-1 0 0,26-33 1195 0 0,-27 35-1510 0 0,5-5-235 0 0,0 1 1 0 0,1 0-1 0 0,0 0 1 0 0,1 0-1 0 0,-1 1 1 0 0,1 0-1 0 0,0 1 1 0 0,0 0-1 0 0,11-4 1 0 0,-2 3-1314 0 0,0 0 1 0 0,0 1-1 0 0,0 0 1 0 0,22-1-1 0 0,-14 3 767 0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7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29 154 6449 0 0,'-1'0'325'0'0,"0"0"-1"0"0,0 0 1 0 0,0 0-1 0 0,0 1 1 0 0,0-1-1 0 0,0 0 1 0 0,0 0-1 0 0,0 1 1 0 0,0-1-1 0 0,0 0 1 0 0,0 1-1 0 0,0-1 1 0 0,0 1-1 0 0,0 0 1 0 0,0-1-1 0 0,1 1 1 0 0,-1 0-1 0 0,0-1 1 0 0,0 1-1 0 0,1 0 1 0 0,-1 0 0 0 0,0 0-1 0 0,1-1 1 0 0,-1 1-1 0 0,1 0 1 0 0,-1 2-1 0 0,-1 0 123 0 0,1 1 1 0 0,1 0-1 0 0,-1-1 1 0 0,0 1-1 0 0,1 0 1 0 0,0-1-1 0 0,0 1 0 0 0,0 4 1 0 0,1 5 123 0 0,1 1 0 0 0,1 0 0 0 0,6 20 0 0 0,-5-22-423 0 0,1 0 0 0 0,0 0 0 0 0,1-1 0 0 0,8 12-1 0 0,-12-20-117 0 0,-1 0 0 0 0,1 0 0 0 0,0 0 0 0 0,1 0 0 0 0,-1-1 0 0 0,0 1 0 0 0,1-1 0 0 0,0 1 0 0 0,-1-1 0 0 0,1 0 0 0 0,0 0 0 0 0,0 0 0 0 0,0-1 0 0 0,1 1 0 0 0,-1-1 0 0 0,0 0 0 0 0,0 1 0 0 0,1-1 0 0 0,5 0 0 0 0,-7-1-27 0 0,-1 0-1 0 0,1-1 1 0 0,-1 0 0 0 0,1 1-1 0 0,-1-1 1 0 0,1 0 0 0 0,-1 0 0 0 0,0 0-1 0 0,1 0 1 0 0,-1 0 0 0 0,0 0 0 0 0,0 0-1 0 0,0 0 1 0 0,0 0 0 0 0,0 0-1 0 0,0-1 1 0 0,0 1 0 0 0,0 0 0 0 0,0-1-1 0 0,-1 1 1 0 0,1-1 0 0 0,-1 1-1 0 0,1-1 1 0 0,0-1 0 0 0,9-40 65 0 0,-10 3-251 0 0,-1 32 126 0 0,1 1 0 0 0,0-1-1 0 0,0 1 1 0 0,1-1 0 0 0,-1 1-1 0 0,2-1 1 0 0,-1 1 0 0 0,1-1-1 0 0,0 1 1 0 0,4-9-1 0 0,-5 15 52 0 0,0 0 0 0 0,0 0 0 0 0,0 1-1 0 0,0-1 1 0 0,0 0 0 0 0,0 1 0 0 0,0-1 0 0 0,0 1-1 0 0,0-1 1 0 0,0 1 0 0 0,0 0 0 0 0,1-1-1 0 0,-1 1 1 0 0,0 0 0 0 0,0 0 0 0 0,0 0-1 0 0,0 0 1 0 0,1 0 0 0 0,-1 0 0 0 0,0 0 0 0 0,0 0-1 0 0,0 0 1 0 0,0 1 0 0 0,1-1 0 0 0,-1 0-1 0 0,0 1 1 0 0,0-1 0 0 0,1 1 0 0 0,39 18-27 0 0,-28-11 41 0 0,-4-4 51 0 0,0-1 0 0 0,0 1 1 0 0,0-1-1 0 0,1-1 0 0 0,-1 0 0 0 0,1 0 0 0 0,0-1 0 0 0,-1 0 1 0 0,1-1-1 0 0,13 0 0 0 0,-20-1-35 0 0,1 1 1 0 0,0-1-1 0 0,-1 0 1 0 0,1 0-1 0 0,-1-1 1 0 0,0 1-1 0 0,1-1 0 0 0,-1 1 1 0 0,0-1-1 0 0,0 0 1 0 0,0 0-1 0 0,0-1 1 0 0,0 1-1 0 0,0-1 0 0 0,-1 1 1 0 0,1-1-1 0 0,-1 0 1 0 0,0 0-1 0 0,0 0 1 0 0,0 0-1 0 0,0 0 0 0 0,0 0 1 0 0,-1-1-1 0 0,1 1 1 0 0,-1-1-1 0 0,0 1 1 0 0,0-1-1 0 0,0 1 0 0 0,-1-1 1 0 0,1-5-1 0 0,0-2 21 0 0,-1 1 0 0 0,0-1-1 0 0,-1 0 1 0 0,-4-20-1 0 0,3 22-654 0 0,1 0 0 0 0,0 0 0 0 0,0 0-1 0 0,1-1 1 0 0,0 1 0 0 0,2-17-1 0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15 199 456 0 0,'0'3'1731'0'0,"4"-29"8577"0"0,1 1-7445 0 0,-3 9-845 0 0,0 1-1277 0 0,-1 0 0 0 0,0-1 1 0 0,-1 1-1 0 0,-1-1 0 0 0,0 1 1 0 0,-4-20-1 0 0,5 35-740 0 0,0 0 0 0 0,0-1 1 0 0,0 1-1 0 0,0 0 0 0 0,0 0 1 0 0,0-1-1 0 0,0 1 0 0 0,-1 0 0 0 0,1-1 1 0 0,0 1-1 0 0,0 0 0 0 0,0 0 1 0 0,0-1-1 0 0,0 1 0 0 0,0 0 0 0 0,0 0 1 0 0,-1-1-1 0 0,1 1 0 0 0,0 0 1 0 0,0 0-1 0 0,0 0 0 0 0,0-1 0 0 0,-1 1 1 0 0,1 0-1 0 0,0 0 0 0 0,0 0 1 0 0,-1 0-1 0 0,1-1 0 0 0,0 1 0 0 0,0 0 1 0 0,-1 0-1 0 0,1 0 0 0 0,0 0 1 0 0,0 0-1 0 0,-1 0 0 0 0,1 0 0 0 0,0 0 1 0 0,-1 0-1 0 0,1 0 0 0 0,0 0 1 0 0,-1 0-1 0 0,-6 12 45 0 0,0 21-2 0 0,7-26-54 0 0,0-1-1 0 0,1 0 1 0 0,0 1 0 0 0,1-1 0 0 0,-1 0 0 0 0,1 0 0 0 0,0 0-1 0 0,1 0 1 0 0,-1 0 0 0 0,1 0 0 0 0,0-1 0 0 0,1 1-1 0 0,-1-1 1 0 0,1 0 0 0 0,0 0 0 0 0,1 0 0 0 0,-1-1 0 0 0,1 1-1 0 0,5 3 1 0 0,-6-5-2 0 0,1 0-1 0 0,-1 0 0 0 0,1 0 1 0 0,-1-1-1 0 0,1 0 1 0 0,0 0-1 0 0,0 0 1 0 0,0-1-1 0 0,0 1 0 0 0,0-1 1 0 0,0 0-1 0 0,1-1 1 0 0,-1 1-1 0 0,0-1 1 0 0,0 0-1 0 0,1 0 0 0 0,-1-1 1 0 0,0 0-1 0 0,0 0 1 0 0,0 0-1 0 0,1 0 1 0 0,-1-1-1 0 0,7-3 0 0 0,13-9-2770 0 0,-1 0 0 0 0,43-36-1 0 0,-2 2-4757 0 0,-51 39 7326 0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77 204 3225 0 0,'-5'-15'9857'0'0,"6"13"-9445"0"0,1-25 2527 0 0,-1 21-1930 0 0,0-10-230 0 0,-1 0-1 0 0,-1 0 1 0 0,-2-17-1 0 0,2 29-730 0 0,1 0 0 0 0,-1 0-1 0 0,0 0 1 0 0,0 0 0 0 0,0 0 0 0 0,-1 0-1 0 0,1 0 1 0 0,-1 0 0 0 0,0 0-1 0 0,0 1 1 0 0,-1-1 0 0 0,1 1 0 0 0,-1-1-1 0 0,1 1 1 0 0,-1 0 0 0 0,0 0 0 0 0,-4-2-1 0 0,7 4-45 0 0,-1 1-1 0 0,0-1 0 0 0,1 1 0 0 0,-1 0 1 0 0,1-1-1 0 0,-1 1 0 0 0,0 0 1 0 0,1-1-1 0 0,-1 1 0 0 0,0 0 0 0 0,0 0 1 0 0,1 0-1 0 0,-1 0 0 0 0,0 0 1 0 0,1 0-1 0 0,-1 0 0 0 0,0 0 0 0 0,0 0 1 0 0,1 0-1 0 0,-1 0 0 0 0,0 0 1 0 0,1 1-1 0 0,-1-1 0 0 0,0 0 0 0 0,1 0 1 0 0,-1 1-1 0 0,0-1 0 0 0,0 1 1 0 0,-1 0 7 0 0,1 1 1 0 0,0-1 0 0 0,0 1 0 0 0,0-1 0 0 0,0 1 0 0 0,1-1 0 0 0,-1 1 0 0 0,0 0 0 0 0,0-1 0 0 0,1 1 0 0 0,-1 2-1 0 0,-1 5 36 0 0,1-1 0 0 0,0 1 0 0 0,1 16 0 0 0,0-18-12 0 0,0 0 0 0 0,1 0 0 0 0,1 0 0 0 0,-1 0 0 0 0,1 0 0 0 0,0 0 0 0 0,0-1 0 0 0,1 1 0 0 0,0-1 0 0 0,0 1 0 0 0,1-1 0 0 0,0 0 0 0 0,0 0 0 0 0,0 0 0 0 0,0-1 0 0 0,1 0-1 0 0,0 0 1 0 0,0 0 0 0 0,1 0 0 0 0,-1-1 0 0 0,1 0 0 0 0,0 0 0 0 0,0 0 0 0 0,1-1 0 0 0,-1 0 0 0 0,9 3 0 0 0,-8-4-253 0 0,0-1 1 0 0,0 1-1 0 0,0-1 0 0 0,0 0 0 0 0,0-1 1 0 0,1 0-1 0 0,-1 0 0 0 0,0 0 1 0 0,0-1-1 0 0,10-2 0 0 0,-2-1-1312 0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1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2304 0 0,'0'-2'475'0'0,"0"0"-1"0"0,0 0 0 0 0,0 0 0 0 0,0 1 1 0 0,0-1-1 0 0,1 0 0 0 0,-1 0 0 0 0,0 1 1 0 0,1-1-1 0 0,0 0 0 0 0,-1 0 0 0 0,1 1 0 0 0,0-1 1 0 0,0 1-1 0 0,0-1 0 0 0,0 1 0 0 0,0-1 1 0 0,0 1-1 0 0,0 0 0 0 0,1-1 0 0 0,-1 1 1 0 0,0 0-1 0 0,1 0 0 0 0,-1 0 0 0 0,1 0 0 0 0,-1 0 1 0 0,1 0-1 0 0,0 0 0 0 0,3 0 0 0 0,-3 0-203 0 0,1 1 0 0 0,-1 0 0 0 0,1-1-1 0 0,-1 1 1 0 0,1 0 0 0 0,-1 1-1 0 0,1-1 1 0 0,-1 0 0 0 0,1 1 0 0 0,-1-1-1 0 0,1 1 1 0 0,-1 0 0 0 0,0 0 0 0 0,1 0-1 0 0,-1 0 1 0 0,0 0 0 0 0,0 0 0 0 0,0 1-1 0 0,0-1 1 0 0,3 4 0 0 0,4 2-180 0 0,-1 0 1 0 0,-1 0 0 0 0,1 1-1 0 0,-2 1 1 0 0,1-1-1 0 0,-1 1 1 0 0,0 0 0 0 0,0 0-1 0 0,-1 1 1 0 0,-1 0-1 0 0,0 0 1 0 0,0 0 0 0 0,-1 0-1 0 0,0 0 1 0 0,2 17-1 0 0,-4-18-77 0 0,3 13 52 0 0,-1-24-115 0 0,1-14-123 0 0,-2 4 64 0 0,2-12-31 0 0,14-42-1 0 0,-17 60 146 0 0,2 0-1 0 0,-1 1 1 0 0,0-1 0 0 0,1 1-1 0 0,0 0 1 0 0,1 0-1 0 0,-1 0 1 0 0,1 0-1 0 0,0 0 1 0 0,0 1-1 0 0,0 0 1 0 0,10-7-1 0 0,-13 10 20 0 0,0 0 0 0 0,0 1 0 0 0,1-1 0 0 0,-1 1 0 0 0,0 0 0 0 0,1-1 0 0 0,-1 1 1 0 0,1 0-1 0 0,-1 0 0 0 0,0 0 0 0 0,1 0 0 0 0,-1 0 0 0 0,0 0 0 0 0,1 0 0 0 0,-1 0 0 0 0,1 1 0 0 0,-1-1 0 0 0,0 0 0 0 0,0 1 0 0 0,1-1 0 0 0,-1 1 0 0 0,0 0 0 0 0,0-1 0 0 0,1 1 0 0 0,-1 0 0 0 0,1 1 0 0 0,34 31 390 0 0,-8-6-25 0 0,-19-23-460 0 0,0 1 1 0 0,-1-2 0 0 0,2 1 0 0 0,-1-1 0 0 0,0-1-1 0 0,0 0 1 0 0,1 0 0 0 0,-1-1 0 0 0,19 1 0 0 0,-4-3-309 0 0,0 0 1 0 0,43-9-1 0 0,-32 2 357 0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39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0 216 1376 0 0,'23'-19'5819'0'0,"-8"4"-4075"0"0,-1 0 0 0 0,0-1 0 0 0,-1-1 0 0 0,-1 0 0 0 0,13-23-1 0 0,-24 39-1662 0 0,-1 0 0 0 0,1-1 0 0 0,0 1 0 0 0,-1-1-1 0 0,1 1 1 0 0,-1-1 0 0 0,1 1 0 0 0,-1-1 0 0 0,1 1-1 0 0,-1-1 1 0 0,0 0 0 0 0,0 1 0 0 0,0-1 0 0 0,0 1-1 0 0,0-1 1 0 0,0 0 0 0 0,-1 1 0 0 0,1-1 0 0 0,-1 1-1 0 0,1-1 1 0 0,-1 1 0 0 0,1-1 0 0 0,-1 1 0 0 0,0-1-1 0 0,1 1 1 0 0,-1-1 0 0 0,0 1 0 0 0,0 0 0 0 0,0 0-1 0 0,0-1 1 0 0,0 1 0 0 0,-1 0 0 0 0,1 0 0 0 0,0 0-1 0 0,0 0 1 0 0,-1 0 0 0 0,-1 0 0 0 0,-3-3-28 0 0,1 1 1 0 0,-1 1-1 0 0,-1-1 1 0 0,1 1-1 0 0,0 0 1 0 0,0 0-1 0 0,-10-1 1 0 0,6 2-879 0 0,-1-1-255 0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1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247 391 6913 0 0,'-3'-2'211'0'0,"0"0"0"0"0,0 0 0 0 0,0 1-1 0 0,0-1 1 0 0,0 1 0 0 0,0 0-1 0 0,0 0 1 0 0,0 0 0 0 0,0 0 0 0 0,-1 0-1 0 0,1 1 1 0 0,0-1 0 0 0,-5 1-1 0 0,-42 1 2584 0 0,43 0-2696 0 0,1-1 0 0 0,0 1 0 0 0,0 1-1 0 0,0-1 1 0 0,0 1 0 0 0,0 0 0 0 0,0 1 0 0 0,0-1-1 0 0,0 1 1 0 0,1 0 0 0 0,0 0 0 0 0,-1 1-1 0 0,1 0 1 0 0,0 0 0 0 0,-7 8 0 0 0,6-5 175 0 0,1 0 0 0 0,0 0 0 0 0,1 1 0 0 0,0-1-1 0 0,0 1 1 0 0,0 0 0 0 0,1 0 0 0 0,0 1 0 0 0,1-1 0 0 0,-3 13 0 0 0,3-3 111 0 0,0 0 1 0 0,1-1-1 0 0,1 1 1 0 0,1 0-1 0 0,0 0 1 0 0,2 0-1 0 0,0 0 0 0 0,0-1 1 0 0,2 1-1 0 0,10 25 1 0 0,-13-37-442 0 0,0-1 0 0 0,1 0 1 0 0,0 0-1 0 0,0 0 1 0 0,0-1-1 0 0,0 1 0 0 0,1-1 1 0 0,0 1-1 0 0,0-1 0 0 0,0 0 1 0 0,0-1-1 0 0,1 1 1 0 0,-1-1-1 0 0,10 5 0 0 0,-11-6 6 0 0,1-1 0 0 0,-1 0 0 0 0,1 0 0 0 0,-1-1 0 0 0,1 1 0 0 0,-1-1 0 0 0,1 0 0 0 0,-1 0 0 0 0,1 0 0 0 0,-1 0 0 0 0,1 0 0 0 0,-1-1 0 0 0,1 0 0 0 0,-1 0 0 0 0,1 0 0 0 0,-1 0 0 0 0,1 0 0 0 0,-1-1 0 0 0,0 1 0 0 0,0-1 0 0 0,0 0 0 0 0,0 0 0 0 0,0 0 0 0 0,4-4 0 0 0,3-4-593 0 0,0 0 1 0 0,-1 0-1 0 0,0-1 0 0 0,-1 0 0 0 0,0-1 1 0 0,-1 0-1 0 0,0 0 0 0 0,-1 0 0 0 0,-1-1 0 0 0,8-22 1 0 0,-4 1-605 0 0,0 0 0 0 0,-2-1 1 0 0,2-36-1 0 0,-7 40 772 0 0,-2 0 1 0 0,0 0-1 0 0,-2-1 0 0 0,-2 1 0 0 0,-1 0 0 0 0,-1 1 0 0 0,-11-34 1 0 0,4 25 2375 0 0,-2 0 1 0 0,-32-58-1 0 0,37 80 3162 0 0,15 29-681 0 0,15 29-1537 0 0,170 376-872 0 0,-184-401-2043 0 0,54 133 274 0 0,-49-127-752 0 0,1 0 0 0 0,0-1 0 0 0,1-1 1 0 0,24 29-1 0 0,-19-32-1766 0 0,-2-6-4526 0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31 10594 0 0,'-3'0'2930'0'0,"7"5"-1060"0"0,17 13-330 0 0,33 18-398 0 0,-22-20-352 0 0,-2 3-1 0 0,0 1 1 0 0,0 0 0 0 0,35 35 0 0 0,-69-60-714 0 0,0 0 1 0 0,0-1 0 0 0,1 0-1 0 0,0 0 1 0 0,0 0-1 0 0,0 0 1 0 0,1 0 0 0 0,0-1-1 0 0,0 1 1 0 0,0-1 0 0 0,0-8-1 0 0,-1-1-641 0 0,2 0 1 0 0,0-1-1 0 0,1 1 0 0 0,2-20 0 0 0,3-2-6728 0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6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87 4609 0 0,'-9'-28'1020'0'0,"-2"-10"2490"0"0,10 37-3257 0 0,1 0-1 0 0,-1-1 1 0 0,0 1-1 0 0,1 0 1 0 0,-1 0-1 0 0,0 0 1 0 0,0 0 0 0 0,1 0-1 0 0,-1 0 1 0 0,0 0-1 0 0,0 0 1 0 0,0 0-1 0 0,0 0 1 0 0,0 0-1 0 0,-1 1 1 0 0,1-1-1 0 0,0 0 1 0 0,0 1-1 0 0,0-1 1 0 0,-1 1 0 0 0,-1-1-1 0 0,2 1-75 0 0,-1 0-1 0 0,1 1 1 0 0,-1-1 0 0 0,1 1-1 0 0,-1 0 1 0 0,1-1-1 0 0,0 1 1 0 0,0 0 0 0 0,-1 0-1 0 0,1 0 1 0 0,0 0 0 0 0,0 0-1 0 0,0 0 1 0 0,0 0-1 0 0,0 0 1 0 0,0 0 0 0 0,0 1-1 0 0,0-1 1 0 0,1 0-1 0 0,-2 2 1 0 0,-14 29 1390 0 0,9-10-1361 0 0,0 1-1 0 0,2 0 1 0 0,1-1 0 0 0,1 2 0 0 0,1-1 0 0 0,1 0-1 0 0,0 0 1 0 0,2 1 0 0 0,7 41 0 0 0,-7-60-245 0 0,0-1 1 0 0,0 1 0 0 0,1-1-1 0 0,-1 1 1 0 0,1-1 0 0 0,0 0-1 0 0,0 0 1 0 0,0 0 0 0 0,1 0-1 0 0,-1 0 1 0 0,1 0 0 0 0,0-1-1 0 0,4 4 1 0 0,-6-6-16 0 0,0 0 0 0 0,1 1 0 0 0,0-2 0 0 0,-1 1 0 0 0,1 0-1 0 0,-1 0 1 0 0,1 0 0 0 0,0-1 0 0 0,0 1 0 0 0,-1-1 0 0 0,1 1 0 0 0,0-1 0 0 0,0 0 0 0 0,0 0 0 0 0,-1 0 0 0 0,1 0 0 0 0,0 0 0 0 0,0 0 0 0 0,0 0 0 0 0,0 0-1 0 0,-1-1 1 0 0,1 1 0 0 0,0-1 0 0 0,0 1 0 0 0,-1-1 0 0 0,1 0 0 0 0,-1 0 0 0 0,1 0 0 0 0,0 0 0 0 0,-1 0 0 0 0,1 0 0 0 0,-1 0 0 0 0,0 0 0 0 0,1-1 0 0 0,0-1 0 0 0,4-3-191 0 0,0 0 1 0 0,-1 0 0 0 0,0-1 0 0 0,-1 0 0 0 0,1 0-1 0 0,-1 0 1 0 0,-1-1 0 0 0,1 1 0 0 0,-1-1 0 0 0,0 0 0 0 0,-1 0-1 0 0,0 0 1 0 0,1-12 0 0 0,1-10-93 0 0,-2-1 0 0 0,-3-39 0 0 0,0 26 2833 0 0,3 50-2105 0 0,0-1 1 0 0,1 1-1 0 0,-1-1 0 0 0,1 0 1 0 0,0 0-1 0 0,0 0 0 0 0,1 0 1 0 0,-1 0-1 0 0,9 7 1 0 0,-4-2-35 0 0,1 1-212 0 0,1 0 0 0 0,0-1 0 0 0,0 0 0 0 0,22 15 0 0 0,-28-23-190 0 0,-1 1-1 0 0,1-1 0 0 0,0 1 0 0 0,0-1 0 0 0,0 0 0 0 0,1-1 0 0 0,-1 1 1 0 0,0-1-1 0 0,1 0 0 0 0,-1 0 0 0 0,0 0 0 0 0,1 0 0 0 0,0-1 0 0 0,-1 0 1 0 0,1 0-1 0 0,-1 0 0 0 0,1 0 0 0 0,-1-1 0 0 0,6-1 0 0 0,-5-1-520 0 0,0 0 0 0 0,-1-1 1 0 0,1 1-1 0 0,-1-1 0 0 0,1 0 0 0 0,-1 0 0 0 0,-1-1 0 0 0,1 0 0 0 0,0 1 0 0 0,-1-1 0 0 0,0 0 0 0 0,0 0 1 0 0,2-6-1 0 0,7-10-2771 0 0,-1 4 723 0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8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0,'5'26'14078'0'0,"11"15"-10489"0"0,-4-12-2317 0 0,39 101 643 0 0,-43-111-2403 0 0,2 0 1 0 0,1-1-1 0 0,0 0 1 0 0,22 26-1 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2.9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14283 0 0,'-3'0'1552'0'0,"4"1"-1320"0"0,1 0 24 0 0,-1 2 1 0 0,2 1-1 0 0,1 3-416 0 0,0-1-88 0 0,1 2-9 0 0,1-1-7 0 0,0 0 264 0 0,-1 1 0 0 0,2 0 0 0 0,1-1 64 0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3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2 108 3225 0 0,'-1'-1'317'0'0,"1"-1"0"0"0,0 1 0 0 0,0-1 0 0 0,0 1 0 0 0,0-1 0 0 0,0 1 0 0 0,0-1 0 0 0,0 1 0 0 0,0-1 0 0 0,0 1 0 0 0,1-1 0 0 0,-1 1 0 0 0,1-1 0 0 0,-1 1 0 0 0,1 0 0 0 0,-1-1 0 0 0,1 1 0 0 0,0 0 0 0 0,0-1 0 0 0,0 1 0 0 0,0 0 0 0 0,0 0 0 0 0,0 0 0 0 0,1-2 0 0 0,-1 3-156 0 0,0-1 1 0 0,0 0 0 0 0,0 1 0 0 0,0-1 0 0 0,-1 0-1 0 0,1 1 1 0 0,0-1 0 0 0,0 1 0 0 0,0-1-1 0 0,0 1 1 0 0,1 0 0 0 0,-1 0 0 0 0,0-1 0 0 0,0 1-1 0 0,0 0 1 0 0,0 0 0 0 0,0 0 0 0 0,0 0 0 0 0,0 0-1 0 0,0 0 1 0 0,0 0 0 0 0,1 0 0 0 0,-1 1-1 0 0,0-1 1 0 0,0 0 0 0 0,0 1 0 0 0,0-1 0 0 0,0 1-1 0 0,0-1 1 0 0,0 1 0 0 0,0-1 0 0 0,-1 1-1 0 0,3 1 1 0 0,9 10 386 0 0,-1 1 0 0 0,11 15-1 0 0,-16-19-249 0 0,0-1 0 0 0,1 1-1 0 0,0-2 1 0 0,0 1 0 0 0,1-1-1 0 0,0 0 1 0 0,0 0 0 0 0,16 9-1 0 0,-24-16-306 0 0,1 0 0 0 0,-1 0 0 0 0,1 0 0 0 0,-1 0 0 0 0,1 0 0 0 0,0 0-1 0 0,-1 0 1 0 0,1 0 0 0 0,-1 0 0 0 0,1 0 0 0 0,-1 0 0 0 0,1 0-1 0 0,0 0 1 0 0,-1-1 0 0 0,1 1 0 0 0,-1 0 0 0 0,1 0 0 0 0,-1-1-1 0 0,1 1 1 0 0,-1 0 0 0 0,1-1 0 0 0,-1 1 0 0 0,0 0 0 0 0,1-1-1 0 0,-1 1 1 0 0,1-1 0 0 0,-1 1 0 0 0,0-1 0 0 0,1 1 0 0 0,-1-1 0 0 0,0 1-1 0 0,0-1 1 0 0,1 1 0 0 0,-1-1 0 0 0,0 1 0 0 0,0-1 0 0 0,0 1-1 0 0,0-1 1 0 0,0 1 0 0 0,0-1 0 0 0,0-1 0 0 0,7-32-602 0 0,-5 23 480 0 0,1-4 26 0 0,-1 2 85 0 0,1 0 1 0 0,0-1-1 0 0,1 1 0 0 0,0 1 0 0 0,9-19 1 0 0,-11 29 97 0 0,-1 0 0 0 0,0 0 0 0 0,1 0 0 0 0,-1 0 0 0 0,1 0 0 0 0,0 0 1 0 0,0 0-1 0 0,0 0 0 0 0,0 0 0 0 0,0 1 0 0 0,0-1 0 0 0,0 1 0 0 0,0 0 0 0 0,1-1 0 0 0,-1 1 1 0 0,0 0-1 0 0,1 1 0 0 0,-1-1 0 0 0,1 0 0 0 0,-1 1 0 0 0,1-1 0 0 0,-1 1 0 0 0,1 0 1 0 0,0-1-1 0 0,-1 1 0 0 0,1 1 0 0 0,-1-1 0 0 0,1 0 0 0 0,0 1 0 0 0,-1-1 0 0 0,1 1 0 0 0,-1 0 1 0 0,0 0-1 0 0,5 2 0 0 0,20 10 153 0 0,10 3 17 0 0,-10-12-6560 0 0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2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31 14283 0 0,'-4'1'180'0'0,"1"0"-1"0"0,0-1 1 0 0,0 1-1 0 0,0 0 1 0 0,0 1-1 0 0,0-1 1 0 0,0 0-1 0 0,0 1 1 0 0,0 0-1 0 0,0 0 1 0 0,1-1-1 0 0,-5 5 1 0 0,-26 28 1031 0 0,24-22-1055 0 0,1 1-1 0 0,0 0 1 0 0,1 0 0 0 0,1 1 0 0 0,0 0 0 0 0,0 0-1 0 0,2 0 1 0 0,-4 19 0 0 0,2-6-55 0 0,2 1 0 0 0,0 0 1 0 0,2 43-1 0 0,2-60-85 0 0,1-1 0 0 0,0 1 0 0 0,1-1 1 0 0,0 1-1 0 0,1-1 0 0 0,0 0 0 0 0,7 15 0 0 0,-9-22-37 0 0,0-1-1 0 0,0 1 1 0 0,0-1-1 0 0,1 0 1 0 0,-1 0-1 0 0,1 0 1 0 0,-1 0-1 0 0,1 0 1 0 0,0 0-1 0 0,-1 0 1 0 0,1 0 0 0 0,0 0-1 0 0,0-1 1 0 0,0 1-1 0 0,1-1 1 0 0,-1 0-1 0 0,0 0 1 0 0,1 0-1 0 0,-1 0 1 0 0,0 0-1 0 0,1 0 1 0 0,-1 0-1 0 0,1-1 1 0 0,-1 1-1 0 0,1-1 1 0 0,0 0-1 0 0,-1 0 1 0 0,1 0-1 0 0,-1 0 1 0 0,1 0-1 0 0,-1 0 1 0 0,1-1-1 0 0,0 1 1 0 0,-1-1-1 0 0,1 0 1 0 0,2-1-1 0 0,0-1-137 0 0,-1 0 0 0 0,0 1 0 0 0,1-2 0 0 0,-1 1 0 0 0,0 0 0 0 0,0-1 0 0 0,-1 0 0 0 0,1 0 0 0 0,-1 0 0 0 0,0 0 0 0 0,0-1 0 0 0,0 1 0 0 0,-1-1 0 0 0,1 0 0 0 0,1-7 0 0 0,3-7 57 0 0,0 0-1 0 0,6-32 1 0 0,-9 22 231 0 0,-1 0 0 0 0,-1-42 0 0 0,0 3 922 0 0,-2 68-946 0 0,0-1 0 0 0,0 0 0 0 0,0 0 0 0 0,0 1 0 0 0,0-1 0 0 0,0 0 0 0 0,0 1 0 0 0,0-1 0 0 0,0 0 0 0 0,0 0 0 0 0,1 1 0 0 0,-1-1 0 0 0,0 0 0 0 0,0 1 0 0 0,1-1 0 0 0,-1 1 0 0 0,0-1 0 0 0,1 0 1 0 0,-1 1-1 0 0,1-1 0 0 0,-1 1 0 0 0,1-1 0 0 0,-1 1 0 0 0,1-1 0 0 0,-1 1 0 0 0,1-1 0 0 0,1 0 0 0 0,-1 1-41 0 0,0 0 1 0 0,0 1 0 0 0,0-1-1 0 0,0 0 1 0 0,0 0-1 0 0,0 1 1 0 0,0-1-1 0 0,0 1 1 0 0,-1-1 0 0 0,1 1-1 0 0,0-1 1 0 0,0 1-1 0 0,0-1 1 0 0,0 1-1 0 0,-1 0 1 0 0,1-1 0 0 0,1 2-1 0 0,35 45 174 0 0,-29-36 134 0 0,0-1-286 0 0,4 6 19 0 0,26 25 1 0 0,-34-37-104 0 0,1 0 0 0 0,-1-1 0 0 0,1 1 0 0 0,0-1 0 0 0,-1 0 0 0 0,2-1 0 0 0,-1 1 1 0 0,0-1-1 0 0,0 0 0 0 0,12 3 0 0 0,-16-5 0 0 0,1 0 0 0 0,-1 0 0 0 0,1 0 0 0 0,0 0 0 0 0,-1 0 0 0 0,1-1 0 0 0,-1 1 0 0 0,1 0 1 0 0,-1-1-1 0 0,1 1 0 0 0,-1-1 0 0 0,1 0 0 0 0,-1 1 0 0 0,1-1 0 0 0,-1 0 0 0 0,0 0 0 0 0,1 0 0 0 0,-1 0 0 0 0,0 0 0 0 0,0 0 1 0 0,0 0-1 0 0,0 0 0 0 0,0-1 0 0 0,0 1 0 0 0,0 0 0 0 0,0 0 0 0 0,0-1 0 0 0,-1 1 0 0 0,1-1 0 0 0,-1 1 0 0 0,2-3 0 0 0,1-7-48 0 0,1 0-1 0 0,-2 0 0 0 0,3-17 0 0 0,-3 13 56 0 0,0 4 3 0 0,1 1 0 0 0,-1-1 0 0 0,2 1 0 0 0,-1 0 0 0 0,1 0 0 0 0,10-17 0 0 0,-13 25-5 0 0,0 1-1 0 0,1-1 1 0 0,-1 0-1 0 0,0 1 1 0 0,1-1-1 0 0,-1 1 1 0 0,1 0-1 0 0,-1 0 1 0 0,1-1-1 0 0,0 1 1 0 0,0 0-1 0 0,-1 0 1 0 0,1 1 0 0 0,0-1-1 0 0,0 0 1 0 0,0 1-1 0 0,3-2 1 0 0,-3 2-3 0 0,1 1 1 0 0,0-1 0 0 0,-1 0 0 0 0,1 1 0 0 0,0-1 0 0 0,-1 1-1 0 0,1 0 1 0 0,0 0 0 0 0,-1 0 0 0 0,1 0 0 0 0,-1 0 0 0 0,0 0 0 0 0,1 1-1 0 0,-1-1 1 0 0,0 1 0 0 0,3 3 0 0 0,11 10 143 0 0,12 11-128 0 0,-27-24-19 0 0,0-1 0 0 0,1 0 1 0 0,-1 0-1 0 0,0-1 0 0 0,1 1 0 0 0,-1 0 0 0 0,1 0 0 0 0,0-1 0 0 0,-1 1 0 0 0,1-1 0 0 0,-1 1 0 0 0,1-1 0 0 0,0 0 1 0 0,-1 1-1 0 0,1-1 0 0 0,0 0 0 0 0,1 0 0 0 0,-1-1-6 0 0,-1 0 1 0 0,1 0-1 0 0,0 0 1 0 0,-1 0-1 0 0,0-1 1 0 0,1 1-1 0 0,-1 0 1 0 0,0-1 0 0 0,1 1-1 0 0,-1 0 1 0 0,0-1-1 0 0,0 0 1 0 0,0 1-1 0 0,1-4 1 0 0,13-27-3 0 0,-14 29-4 0 0,3-6-128 0 0,1-4 24 0 0,1 0-1 0 0,0 0 1 0 0,12-17-1 0 0,-17 28 124 0 0,0 0-1 0 0,1 0 1 0 0,-1 1-1 0 0,0-1 0 0 0,1 0 1 0 0,-1 0-1 0 0,1 1 0 0 0,-1-1 1 0 0,1 1-1 0 0,0 0 1 0 0,0-1-1 0 0,0 1 0 0 0,0 0 1 0 0,0 0-1 0 0,0 0 1 0 0,0 0-1 0 0,0 0 0 0 0,0 1 1 0 0,0-1-1 0 0,0 1 0 0 0,1-1 1 0 0,-1 1-1 0 0,0 0 1 0 0,0 0-1 0 0,1 0 0 0 0,-1 0 1 0 0,0 0-1 0 0,0 0 0 0 0,4 2 1 0 0,-3-1 34 0 0,0 1 0 0 0,0-1 0 0 0,0 1 1 0 0,0 0-1 0 0,-1 0 0 0 0,1 1 0 0 0,-1-1 1 0 0,5 5-1 0 0,-6-5-52 0 0,1 0 1 0 0,0 0 0 0 0,0 0-1 0 0,-1 0 1 0 0,1-1-1 0 0,0 1 1 0 0,1 0 0 0 0,-1-1-1 0 0,0 0 1 0 0,0 1-1 0 0,0-1 1 0 0,1 0 0 0 0,-1 0-1 0 0,1-1 1 0 0,-1 1-1 0 0,1 0 1 0 0,-1-1 0 0 0,6 1-1 0 0,18-6-1018 0 0,-11 0-10 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4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154 426 3209 0 0,'1'-2'189'0'0,"-1"0"1"0"0,1 0 0 0 0,-1 0 0 0 0,0-1-1 0 0,0 1 1 0 0,0 0 0 0 0,0 0 0 0 0,0 0-1 0 0,-1-1 1 0 0,1 1 0 0 0,-1 0-1 0 0,1 0 1 0 0,-2-2 0 0 0,1 2 309 0 0,1 0 1 0 0,-1 0-1 0 0,-1 0 1 0 0,1 1-1 0 0,0-1 1 0 0,0 1-1 0 0,-1-1 0 0 0,1 0 1 0 0,-1 1-1 0 0,1 0 1 0 0,-1-1-1 0 0,1 1 1 0 0,-1 0-1 0 0,0 0 1 0 0,0 0-1 0 0,0 0 0 0 0,0 0 1 0 0,1 1-1 0 0,-1-1 1 0 0,0 0-1 0 0,0 1 1 0 0,0 0-1 0 0,0-1 0 0 0,-1 1 1 0 0,1 0-1 0 0,0 0 1 0 0,0 0-1 0 0,0 0 1 0 0,0 0-1 0 0,0 1 0 0 0,-3 0 1 0 0,3 0-473 0 0,0-1 1 0 0,0 1-1 0 0,0 0 0 0 0,0 0 1 0 0,0 1-1 0 0,0-1 0 0 0,1 0 0 0 0,-1 1 1 0 0,0-1-1 0 0,-2 4 0 0 0,0 1 21 0 0,0 0 0 0 0,0 0 0 0 0,1 1 0 0 0,0-1 0 0 0,0 1 0 0 0,0 0-1 0 0,1 0 1 0 0,0 0 0 0 0,1 0 0 0 0,-1 0 0 0 0,1 0 0 0 0,1 1-1 0 0,-1-1 1 0 0,2 12 0 0 0,-1-14-26 0 0,0 0 0 0 0,1 0-1 0 0,-1-1 1 0 0,1 1 0 0 0,0 0 0 0 0,1 0-1 0 0,-1-1 1 0 0,1 1 0 0 0,0-1 0 0 0,0 1-1 0 0,0-1 1 0 0,0 0 0 0 0,1 1-1 0 0,0-1 1 0 0,0-1 0 0 0,0 1 0 0 0,0 0-1 0 0,1-1 1 0 0,-1 0 0 0 0,1 1 0 0 0,0-1-1 0 0,6 3 1 0 0,-8-5-43 0 0,-1 0 0 0 0,1-1 0 0 0,-1 0 0 0 0,0 1 0 0 0,1-1 1 0 0,-1 0-1 0 0,1 1 0 0 0,-1-1 0 0 0,1 0 0 0 0,-1 0 0 0 0,0 0 0 0 0,1-1 0 0 0,-1 1 0 0 0,1 0 0 0 0,-1 0 0 0 0,1-1 0 0 0,-1 1 1 0 0,0-1-1 0 0,1 1 0 0 0,-1-1 0 0 0,0 0 0 0 0,0 1 0 0 0,1-1 0 0 0,-1 0 0 0 0,0 0 0 0 0,0 0 0 0 0,0 0 0 0 0,0 0 0 0 0,0 0 1 0 0,0 0-1 0 0,0 0 0 0 0,0-1 0 0 0,0 1 0 0 0,-1 0 0 0 0,1 0 0 0 0,-1-1 0 0 0,2-1 0 0 0,2-8-275 0 0,0 1 0 0 0,0-1 0 0 0,3-20 0 0 0,-5 21 169 0 0,3-16-655 0 0,-1 1-1 0 0,-2-1 1 0 0,0 0-1 0 0,-2-1 0 0 0,0 1 1 0 0,-2 0-1 0 0,-10-48 1 0 0,7 53 781 0 0,0 1 0 0 0,-1 0 1 0 0,-1 0-1 0 0,-1 1 0 0 0,-1 0 1 0 0,-1 0-1 0 0,0 1 0 0 0,-2 1 1 0 0,1-1-1 0 0,-20-19 0 0 0,9 20 1235 0 0,22 17-1097 0 0,-1 0 1 0 0,1 0 0 0 0,-1-1 0 0 0,0 1-1 0 0,1 0 1 0 0,-1 0 0 0 0,0 0 0 0 0,1 0 0 0 0,-1 0-1 0 0,1 0 1 0 0,-1 0 0 0 0,0 0 0 0 0,1 0-1 0 0,-1 0 1 0 0,0 0 0 0 0,1 0 0 0 0,-1 0-1 0 0,0 1 1 0 0,1-1 0 0 0,-1 0 0 0 0,1 0-1 0 0,-2 1 1 0 0,1 1 46 0 0,0 0-1 0 0,-1 0 1 0 0,1 0-1 0 0,0 0 1 0 0,0 0-1 0 0,0 0 0 0 0,0 0 1 0 0,1 0-1 0 0,-1 1 1 0 0,0-1-1 0 0,1 0 1 0 0,0 0-1 0 0,-1 1 1 0 0,1-1-1 0 0,0 0 1 0 0,0 1-1 0 0,1 2 1 0 0,0 15-61 0 0,1 0 1 0 0,1 0 0 0 0,0 0-1 0 0,2 0 1 0 0,0-1 0 0 0,1 1-1 0 0,9 17 1 0 0,71 131 1085 0 0,-49-100-1034 0 0,-4-2-88 0 0,-17-32-50 0 0,2 0 1 0 0,43 61-1 0 0,-39-69-500 0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1 10594 0 0,'-25'11'4901'0'0,"10"2"-4510"0"0,0 0 0 0 0,1 1 0 0 0,1 0-1 0 0,0 1 1 0 0,1 0 0 0 0,1 1 0 0 0,0 0-1 0 0,1 1 1 0 0,1 0 0 0 0,0 1 0 0 0,1 0-1 0 0,2 0 1 0 0,-1 1 0 0 0,-4 28 0 0 0,10-42-369 0 0,1 0 1 0 0,-1 0 0 0 0,2-1 0 0 0,-1 1 0 0 0,0 0 0 0 0,1 0 0 0 0,0-1-1 0 0,0 1 1 0 0,0 0 0 0 0,0-1 0 0 0,1 1 0 0 0,0-1 0 0 0,0 0 0 0 0,0 0-1 0 0,1 1 1 0 0,-1-1 0 0 0,1-1 0 0 0,0 1 0 0 0,0 0 0 0 0,0-1 0 0 0,0 1-1 0 0,1-1 1 0 0,0 0 0 0 0,5 4 0 0 0,10 6 100 0 0,1-1 0 0 0,0-1 0 0 0,38 15 0 0 0,-45-20-114 0 0,39 11-30 0 0,-43-15 17 0 0,1 1 1 0 0,-1-1-1 0 0,0 1 0 0 0,0 1 0 0 0,-1 0 0 0 0,1 0 0 0 0,-1 1 0 0 0,1 0 0 0 0,-2 0 0 0 0,1 1 0 0 0,7 7 0 0 0,-14-12 6 0 0,0 1-1 0 0,-1-1 1 0 0,1 1 0 0 0,0-1 0 0 0,-1 1 0 0 0,0 0 0 0 0,1-1 0 0 0,-1 1-1 0 0,0-1 1 0 0,0 1 0 0 0,0 0 0 0 0,0-1 0 0 0,0 1 0 0 0,0 0 0 0 0,-1-1-1 0 0,1 1 1 0 0,0-1 0 0 0,-1 1 0 0 0,1-1 0 0 0,-1 1 0 0 0,0-1 0 0 0,1 1-1 0 0,-1-1 1 0 0,0 1 0 0 0,0-1 0 0 0,0 0 0 0 0,0 1 0 0 0,0-1-1 0 0,0 0 1 0 0,0 0 0 0 0,-3 2 0 0 0,-6 6-40 0 0,1 0 1 0 0,-20 12-1 0 0,25-18 52 0 0,-72 47-3484 0 0,59-38 2239 0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5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48 11979 0 0,'0'20'1353'0'0,"0"-1"0"0"0,2 0 1 0 0,0 0-1 0 0,2 0 1 0 0,10 36-1 0 0,-12-49-1274 0 0,0-1 1 0 0,0 1-1 0 0,0-1 0 0 0,1 0 0 0 0,0 0 0 0 0,0 0 0 0 0,0 0 1 0 0,1-1-1 0 0,0 1 0 0 0,-1-1 0 0 0,2 0 0 0 0,-1 0 0 0 0,0 0 0 0 0,1 0 1 0 0,0-1-1 0 0,0 0 0 0 0,0 0 0 0 0,0 0 0 0 0,0-1 0 0 0,0 0 0 0 0,1 0 1 0 0,-1 0-1 0 0,1 0 0 0 0,8 0 0 0 0,-12-2-63 0 0,0 1 0 0 0,-1-1-1 0 0,1 0 1 0 0,0 0 0 0 0,0 0 0 0 0,0 0-1 0 0,0-1 1 0 0,0 1 0 0 0,0 0 0 0 0,-1-1-1 0 0,1 1 1 0 0,0-1 0 0 0,0 0 0 0 0,0 0-1 0 0,-1 1 1 0 0,1-1 0 0 0,-1 0 0 0 0,1-1-1 0 0,0 1 1 0 0,-1 0 0 0 0,0 0 0 0 0,3-3-1 0 0,-2 1 6 0 0,0-1 0 0 0,0 1-1 0 0,0-1 1 0 0,0 1-1 0 0,-1-1 1 0 0,0 0 0 0 0,0 0-1 0 0,0 0 1 0 0,0 0 0 0 0,0-5-1 0 0,0-5-10 0 0,0 0-1 0 0,-1 0 1 0 0,-1 0 0 0 0,-1 1-1 0 0,-3-19 1 0 0,3 25-50 0 0,0-1 1 0 0,-1 1 0 0 0,0 0-1 0 0,0 0 1 0 0,0 0-1 0 0,-1 0 1 0 0,0 0-1 0 0,0 1 1 0 0,-1-1-1 0 0,0 1 1 0 0,0 1-1 0 0,0-1 1 0 0,-1 1 0 0 0,0-1-1 0 0,-8-4 1 0 0,8 6-587 0 0,0 0 0 0 0,-1 1 0 0 0,1 0 0 0 0,-1 0 0 0 0,1 1 0 0 0,-9-2 0 0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13363 0 0,'-2'8'5488'0'0,"1"27"-3070"0"0,4-15-2202 0 0,1-1 1 0 0,1 1 0 0 0,0-1-1 0 0,1 0 1 0 0,2 0 0 0 0,0-1 0 0 0,0 0-1 0 0,2 0 1 0 0,0-1 0 0 0,1 0-1 0 0,26 29 1 0 0,-37-45-223 0 0,2 1 0 0 0,-1-1-1 0 0,0 0 1 0 0,0 1 0 0 0,0-1 0 0 0,1 0-1 0 0,-1 0 1 0 0,0 0 0 0 0,1 0 0 0 0,-1 0 0 0 0,1 0-1 0 0,0 0 1 0 0,-1 0 0 0 0,1-1 0 0 0,0 1-1 0 0,-1-1 1 0 0,1 1 0 0 0,0-1 0 0 0,-1 0-1 0 0,1 1 1 0 0,0-1 0 0 0,0 0 0 0 0,0 0-1 0 0,-1 0 1 0 0,1-1 0 0 0,0 1 0 0 0,0 0 0 0 0,-1-1-1 0 0,1 1 1 0 0,2-2 0 0 0,-1 0-52 0 0,-1 0-1 0 0,0-1 1 0 0,1 1 0 0 0,-1-1 0 0 0,0 1 0 0 0,0-1 0 0 0,0 0-1 0 0,-1 0 1 0 0,1 0 0 0 0,-1 0 0 0 0,1 0 0 0 0,-1-1-1 0 0,0 1 1 0 0,0 0 0 0 0,0-5 0 0 0,2-7-244 0 0,-2-1-1 0 0,1 1 1 0 0,-2-1-1 0 0,0 0 1 0 0,-1 1 0 0 0,-3-20-1 0 0,0 0-393 0 0,4 35 736 0 0,0-1 0 0 0,0 0 0 0 0,0 1 0 0 0,-1-1 0 0 0,1 1-1 0 0,0-1 1 0 0,0 0 0 0 0,0 0 0 0 0,0 1 0 0 0,0-1 0 0 0,0 0 0 0 0,0 1 0 0 0,1-1-1 0 0,-1 0 1 0 0,0 1 0 0 0,0-1 0 0 0,0 0 0 0 0,1 1 0 0 0,-1-1 0 0 0,0 1-1 0 0,1-1 1 0 0,-1 1 0 0 0,0-1 0 0 0,1 0 0 0 0,-1 1 0 0 0,1-1 0 0 0,-1 1-1 0 0,1-1 1 0 0,0 1 17 0 0,0 0-1 0 0,0 0 1 0 0,0 0-1 0 0,0 1 1 0 0,0-1-1 0 0,0 0 1 0 0,0 1-1 0 0,0-1 1 0 0,0 0-1 0 0,0 1 1 0 0,0-1-1 0 0,-1 1 1 0 0,1 0-1 0 0,0-1 1 0 0,0 1-1 0 0,1 1 1 0 0,35 40 1012 0 0,-31-35-1030 0 0,3 3-5 0 0,1 0 0 0 0,0-1 1 0 0,0 0-1 0 0,1-1 0 0 0,0 0 0 0 0,0 0 0 0 0,1-1 1 0 0,21 9-1 0 0,-25-13-482 0 0,0-1 1 0 0,0 1-1 0 0,0-2 0 0 0,0 1 1 0 0,12 0-1 0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6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21 132 9674 0 0,'-20'-13'11637'0'0,"29"19"-10725"0"0,42 37 88 0 0,59 43-543 0 0,-99-78-443 0 0,-3-4-5 0 0,0 2 0 0 0,-1-1-1 0 0,0 1 1 0 0,0 0 0 0 0,11 13-1 0 0,-25-31 67 0 0,0-1 0 0 0,1 1 0 0 0,1-1 0 0 0,0 0-1 0 0,1 0 1 0 0,0 0 0 0 0,1-1 0 0 0,0 1 0 0 0,1-1-1 0 0,0-18 1 0 0,1 20-424 0 0,2 0-1 0 0,-1-1 0 0 0,2 1 0 0 0,0 0 1 0 0,0 0-1 0 0,1 0 0 0 0,5-15 0 0 0,7-6-7506 0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16 2761 0 0,'-1'-2'380'0'0,"0"1"1"0"0,-1 0 0 0 0,1-1 0 0 0,-1 1-1 0 0,1 0 1 0 0,-1 0 0 0 0,0 0-1 0 0,1 0 1 0 0,-1 0 0 0 0,0 1 0 0 0,1-1-1 0 0,-1 0 1 0 0,0 1 0 0 0,0-1 0 0 0,0 1-1 0 0,0 0 1 0 0,0-1 0 0 0,0 1 0 0 0,1 0-1 0 0,-1 0 1 0 0,0 0 0 0 0,-3 1 0 0 0,2 0-22 0 0,0 0 1 0 0,0 1 0 0 0,0-1 0 0 0,0 1 0 0 0,0-1-1 0 0,0 1 1 0 0,0 0 0 0 0,1 0 0 0 0,-1 0 0 0 0,0 1-1 0 0,-3 4 1 0 0,-1 1 150 0 0,1 1 1 0 0,0 0-1 0 0,0 0 0 0 0,1 0 0 0 0,0 1 0 0 0,1-1 0 0 0,-4 15 0 0 0,4-10-175 0 0,1 0-1 0 0,1 1 1 0 0,0-1-1 0 0,1 1 1 0 0,0 0 0 0 0,1-1-1 0 0,5 29 1 0 0,-5-39-301 0 0,1 0-1 0 0,0 1 1 0 0,1-1 0 0 0,-1 0 0 0 0,1 0 0 0 0,0 0 0 0 0,0 0 0 0 0,0 0 0 0 0,1 0 0 0 0,-1-1 0 0 0,1 1-1 0 0,0-1 1 0 0,3 4 0 0 0,-3-5-35 0 0,0 0 0 0 0,0 0 0 0 0,0-1 0 0 0,0 1 0 0 0,0-1 0 0 0,1 1 0 0 0,-1-1 0 0 0,1 0 0 0 0,-1 0 0 0 0,0-1 0 0 0,1 1 0 0 0,-1-1 0 0 0,1 1 0 0 0,0-1 0 0 0,-1 0 0 0 0,1-1 0 0 0,-1 1 0 0 0,7-2 0 0 0,0 0-217 0 0,-1 0 0 0 0,1-1 0 0 0,-1-1 1 0 0,1 1-1 0 0,9-6 0 0 0,5-6-3528 0 0,41-30 1 0 0,-53 36 2535 0 0,12-8 357 0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09:48.4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1 353 4145 0 0,'5'6'4440'0'0,"-5"-6"-4344"0"0,13-7 2754 0 0,7-12 133 0 0,-11 7-2612 0 0,-2 0-1 0 0,0-1 1 0 0,0 0 0 0 0,-1 0 0 0 0,0-1-1 0 0,-2 0 1 0 0,1 0 0 0 0,-2 0 0 0 0,4-24 0 0 0,-6 26-640 0 0,0 0 0 0 0,0-1 1 0 0,-1 1-1 0 0,-1 0 0 0 0,0 0 1 0 0,-1-1-1 0 0,0 1 0 0 0,-1 0 1 0 0,0 1-1 0 0,-1-1 1 0 0,-9-20-1 0 0,13 31 258 0 0,0 1 0 0 0,0 0-1 0 0,0-1 1 0 0,0 1 0 0 0,0-1 0 0 0,0 1 0 0 0,-1-1 0 0 0,1 1 0 0 0,0-1-1 0 0,0 1 1 0 0,0 0 0 0 0,-1-1 0 0 0,1 1 0 0 0,0 0 0 0 0,-1-1 0 0 0,1 1-1 0 0,0 0 1 0 0,-1-1 0 0 0,1 1 0 0 0,0 0 0 0 0,-1-1 0 0 0,1 1-1 0 0,-1 0 1 0 0,1 0 0 0 0,0 0 0 0 0,-1-1 0 0 0,1 1 0 0 0,-1 0 0 0 0,1 0-1 0 0,-1 0 1 0 0,1 0 0 0 0,-1 0 0 0 0,1 0 0 0 0,-1 0 0 0 0,1 0 0 0 0,0 0-1 0 0,-2 0 1 0 0,-6 18 433 0 0,3 32 1056 0 0,5-50-1459 0 0,-2 29 587 0 0,2 0 0 0 0,1 1 0 0 0,2-1-1 0 0,0 0 1 0 0,2 0 0 0 0,13 42 0 0 0,-14-60-504 0 0,0 0 0 0 0,1-1 0 0 0,0 1 0 0 0,1-1 0 0 0,0-1-1 0 0,0 1 1 0 0,1-1 0 0 0,13 14 0 0 0,-15-18-211 0 0,1 0 1 0 0,0 0-1 0 0,1-1 0 0 0,-1 0 0 0 0,1 0 0 0 0,-1 0 0 0 0,1-1 1 0 0,0 0-1 0 0,1 0 0 0 0,-1-1 0 0 0,0 0 0 0 0,1 0 1 0 0,-1-1-1 0 0,10 1 0 0 0,9-2-7099 0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4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35 5985 0 0,'-12'-35'12749'0'0,"15"54"-9128"0"0,78 526-2875 0 0,-79-516-794 0 0,-2-18-42 0 0,0 1 0 0 0,1-1 1 0 0,1 1-1 0 0,0-1 0 0 0,0 1 0 0 0,1-1 0 0 0,8 20 0 0 0,-11-31 17 0 0,0 0 0 0 0,0 0 0 0 0,0 0 0 0 0,0 1 0 0 0,0-1 0 0 0,0 0 0 0 0,0 0 0 0 0,1 1 0 0 0,-1-1 0 0 0,0 0 0 0 0,0 0 0 0 0,0 0 0 0 0,0 0 0 0 0,0 1 0 0 0,1-1-366 0 0,0 1 366 0 0,-1-1 0 0 0,0 0 0 0 0,0 0 0 0 0,0 0 0 0 0,1 0 0 0 0,-1 0 0 0 0,0 0 0 0 0,0 0 0 0 0,0 0 0 0 0,1 0 0 0 0,-1 0 0 0 0,0 0 0 0 0,0 0 0 0 0,1 0 0 0 0,-1 0 0 0 0,0 0 0 0 0,0 0 0 0 0,0 0 0 0 0,1 0 0 0 0,-1 0 0 0 0,0 0 0 0 0,0 0-1 0 0,0 0 1 0 0,1 0 0 0 0,-1-1 0 0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23 101 7114 0 0,'-1'1'48'0'0,"0"-1"1"0"0,0 0 0 0 0,0 0-1 0 0,0 1 1 0 0,0-1 0 0 0,0 0 0 0 0,0 0-1 0 0,0 0 1 0 0,0 0 0 0 0,0 0 0 0 0,0 0-1 0 0,0 0 1 0 0,0 0 0 0 0,0-1 0 0 0,0 1-1 0 0,0 0 1 0 0,0-1 0 0 0,0 1 0 0 0,0 0-1 0 0,-1-2 1 0 0,2 1 56 0 0,0 1 0 0 0,0-1 0 0 0,0 0 0 0 0,0 1 1 0 0,1-1-1 0 0,-1 0 0 0 0,0 1 0 0 0,1-1 0 0 0,-1 0 0 0 0,0 1 0 0 0,1-1 0 0 0,-1 1 0 0 0,1-1 0 0 0,-1 1 1 0 0,0-1-1 0 0,1 1 0 0 0,0-1 0 0 0,-1 1 0 0 0,1-1 0 0 0,0 0 0 0 0,40-25 2754 0 0,-38 24-2759 0 0,86-38 3320 0 0,-79 36-3801 0 0,1 1 1 0 0,-1 0 0 0 0,1 1-1 0 0,0 0 1 0 0,0 0 0 0 0,20 1-1 0 0,-15 2-4797 0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8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78 11058 0 0,'-1'0'58'0'0,"1"1"-1"0"0,0-1 0 0 0,-1 0 1 0 0,1 0-1 0 0,0 1 0 0 0,0-1 0 0 0,-1 0 1 0 0,1 1-1 0 0,0-1 0 0 0,0 1 1 0 0,0-1-1 0 0,-1 0 0 0 0,1 1 1 0 0,0-1-1 0 0,0 0 0 0 0,0 1 0 0 0,0-1 1 0 0,0 1-1 0 0,0-1 0 0 0,0 1 1 0 0,0-1-1 0 0,0 0 0 0 0,0 1 1 0 0,0-1-1 0 0,0 1 0 0 0,0-1 1 0 0,0 0-1 0 0,0 1 0 0 0,0-1 0 0 0,1 1 1 0 0,-1-1-1 0 0,0 0 0 0 0,0 1 1 0 0,0-1-1 0 0,1 0 0 0 0,-1 1 1 0 0,0-1-1 0 0,1 0 0 0 0,-1 1 0 0 0,0-1 1 0 0,0 0-1 0 0,1 1 0 0 0,0-1 1 0 0,23 0 1811 0 0,31-16 594 0 0,10-16-1799 0 0,11-5-3534 0 0,-54 29-2874 0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0.5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99 920 0 0,'5'-12'390'0'0,"-2"5"-263"0"0,-1 0 0 0 0,1 0 0 0 0,-1 0 0 0 0,1-15-1 0 0,0-15 16025 0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2761 0 0,'2'-18'6926'0'0,"-2"16"-6369"0"0,1 0 1 0 0,-1 0 0 0 0,0 0-1 0 0,0 0 1 0 0,0 0-1 0 0,0 0 1 0 0,0 0 0 0 0,0 1-1 0 0,-1-1 1 0 0,1 0-1 0 0,0 0 1 0 0,-2-2 0 0 0,22 78 2284 0 0,9 85 1 0 0,-16-88-2043 0 0,15 132-2714 0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4609 0 0,'3'-2'567'0'0,"0"0"0"0"0,-1 1 1 0 0,1 0-1 0 0,0-1 0 0 0,0 1 0 0 0,0 0 1 0 0,0 0-1 0 0,0 1 0 0 0,0-1 0 0 0,0 1 1 0 0,0 0-1 0 0,0-1 0 0 0,0 1 0 0 0,0 0 1 0 0,5 1-1 0 0,2 0 290 0 0,-1 0 1 0 0,1 1-1 0 0,15 5 0 0 0,-18-5-632 0 0,0 1-1 0 0,-1-1 1 0 0,1 2-1 0 0,-1-1 0 0 0,0 1 1 0 0,1 0-1 0 0,-2 0 1 0 0,1 1-1 0 0,-1-1 1 0 0,1 1-1 0 0,-1 1 0 0 0,0-1 1 0 0,-1 1-1 0 0,0 0 1 0 0,0 0-1 0 0,0 0 1 0 0,0 0-1 0 0,-1 1 0 0 0,0-1 1 0 0,3 14-1 0 0,-4-12-170 0 0,0 0 0 0 0,-1 0-1 0 0,0 1 1 0 0,-1-1 0 0 0,0 1-1 0 0,0-1 1 0 0,-1 0-1 0 0,0 1 1 0 0,0-1 0 0 0,-1 0-1 0 0,0 0 1 0 0,-1 0 0 0 0,0 0-1 0 0,0 0 1 0 0,0 0 0 0 0,-1-1-1 0 0,-7 11 1 0 0,4-7-230 0 0,-1-1-1 0 0,0 1 1 0 0,0-2 0 0 0,-1 1 0 0 0,0-1 0 0 0,0-1 0 0 0,-1 1-1 0 0,-20 11 1 0 0,18-14-1227 0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10 3681 0 0,'13'-9'2189'0'0,"-19"10"-404"0"0,2 1-1197 0 0,-15 10 872 0 0,0 0 0 0 0,1 1 1 0 0,-17 15-1 0 0,31-24-1117 0 0,-1 0 0 0 0,1 1 1 0 0,0 0-1 0 0,0-1 1 0 0,0 1-1 0 0,1 1 1 0 0,-1-1-1 0 0,1 0 0 0 0,1 1 1 0 0,-1-1-1 0 0,1 1 1 0 0,0 0-1 0 0,0 0 0 0 0,1 0 1 0 0,-1 0-1 0 0,0 11 1 0 0,3-14-312 0 0,-1 1 0 0 0,0-1 1 0 0,1 0-1 0 0,0 0 1 0 0,0 0-1 0 0,0 0 1 0 0,0 1-1 0 0,0-1 1 0 0,0-1-1 0 0,1 1 0 0 0,0 0 1 0 0,-1 0-1 0 0,1 0 1 0 0,0-1-1 0 0,0 1 1 0 0,1-1-1 0 0,-1 0 0 0 0,0 0 1 0 0,1 0-1 0 0,0 0 1 0 0,-1 0-1 0 0,5 2 1 0 0,7 4-32 0 0,1-1 1 0 0,-1-1 0 0 0,24 7 0 0 0,6 3 121 0 0,-41-15-107 0 0,0 1 1 0 0,-1-1 0 0 0,1 0-1 0 0,-1 1 1 0 0,1-1-1 0 0,-1 1 1 0 0,0 0 0 0 0,0 0-1 0 0,0 0 1 0 0,1 0-1 0 0,-2 0 1 0 0,1 0 0 0 0,0 0-1 0 0,0 1 1 0 0,-1-1-1 0 0,1 1 1 0 0,-1-1 0 0 0,0 1-1 0 0,0 0 1 0 0,0-1-1 0 0,0 1 1 0 0,0 0 0 0 0,-1 0-1 0 0,1-1 1 0 0,-1 5-1 0 0,0-2 40 0 0,-1 0 0 0 0,0 0 0 0 0,0 0 0 0 0,0 0 0 0 0,-1-1 0 0 0,0 1 0 0 0,0 0 0 0 0,0-1 0 0 0,0 0 0 0 0,-1 1 0 0 0,1-1 0 0 0,-1 0 0 0 0,0 0 0 0 0,-5 4 0 0 0,0 0 10 0 0,0 0 0 0 0,-1-1 0 0 0,1 0 0 0 0,-1-1 0 0 0,-1 0 0 0 0,1 0 0 0 0,-14 5 0 0 0,18-9-374 0 0,0 1 0 0 0,0-1 0 0 0,0-1 1 0 0,0 1-1 0 0,-1-1 0 0 0,1 0 0 0 0,0 0 0 0 0,-1 0 0 0 0,1-1 1 0 0,0 0-1 0 0,-1 0 0 0 0,1 0 0 0 0,-1-1 0 0 0,1 0 0 0 0,0 0 1 0 0,-10-3-1 0 0,14 4 135 0 0,0-1 1 0 0,0 1 0 0 0,1-1-1 0 0,-1 1 1 0 0,0 0 0 0 0,1-1-1 0 0,-1 0 1 0 0,0 1 0 0 0,1-1-1 0 0,-1 1 1 0 0,0-1 0 0 0,1 0-1 0 0,-1 1 1 0 0,1-1 0 0 0,0 0-1 0 0,-1 0 1 0 0,1 1 0 0 0,-1-1-1 0 0,1 0 1 0 0,0 0 0 0 0,-1-1-1 0 0,1-10-540 0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1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93 10138 0 0,'7'-24'10924'0'0,"10"0"-8814"0"0,-11 18-2853 0 0,1-1-1 0 0,-1 2 0 0 0,1-1 0 0 0,15-9 0 0 0,-13 10-1009 0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1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72 6449 0 0,'-2'3'1502'0'0,"1"-2"-1201"0"0,1-1-1 0 0,0 1 0 0 0,-1 0 1 0 0,1 0-1 0 0,0-1 1 0 0,0 1-1 0 0,0 0 0 0 0,0 0 1 0 0,0-1-1 0 0,0 1 1 0 0,0 0-1 0 0,0 0 0 0 0,0 0 1 0 0,0-1-1 0 0,0 1 1 0 0,0 0-1 0 0,1 1 0 0 0,0-2-151 0 0,-1 1 0 0 0,1-1 0 0 0,-1 0 0 0 0,1 0 1 0 0,-1 1-1 0 0,1-1 0 0 0,-1 0 0 0 0,1 0 0 0 0,0 1 0 0 0,-1-1 0 0 0,1 0 0 0 0,0 0 0 0 0,-1 0 0 0 0,1 0 0 0 0,-1 0 0 0 0,1 0 0 0 0,0 0 0 0 0,-1 0 0 0 0,1 0 0 0 0,0 0 0 0 0,0-1 0 0 0,3 0-136 0 0,1 0-1 0 0,-1 0 1 0 0,0-1-1 0 0,0 0 1 0 0,0 0-1 0 0,7-4 1 0 0,7-8-2826 0 0,29-29-1 0 0,-27 23 2254 0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52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110 9 11979 0 0,'0'-1'139'0'0,"-1"1"1"0"0,0-1 0 0 0,1 0 0 0 0,-1 1 0 0 0,0-1 0 0 0,0 1 0 0 0,0-1 0 0 0,1 1 0 0 0,-1-1 0 0 0,0 1 0 0 0,0-1-1 0 0,0 1 1 0 0,0 0 0 0 0,0 0 0 0 0,0-1 0 0 0,0 1 0 0 0,0 0 0 0 0,1 0 0 0 0,-1 0 0 0 0,0 0 0 0 0,0 0 0 0 0,0 0-1 0 0,0 0 1 0 0,0 0 0 0 0,0 1 0 0 0,-1-1 0 0 0,0 1 38 0 0,-1 1-1 0 0,1-1 1 0 0,0 0 0 0 0,0 1-1 0 0,1-1 1 0 0,-1 1 0 0 0,0-1-1 0 0,0 1 1 0 0,1 0 0 0 0,-3 3 0 0 0,-1 3 187 0 0,0 0 0 0 0,0 1 1 0 0,1 0-1 0 0,-5 13 1 0 0,0 6-153 0 0,2 0 0 0 0,1 0 1 0 0,1 0-1 0 0,1 1 1 0 0,2-1-1 0 0,0 1 1 0 0,4 30-1 0 0,-1-43-214 0 0,1 0-1 0 0,0 0 0 0 0,1 0 1 0 0,1-1-1 0 0,1 1 0 0 0,0-1 1 0 0,1 0-1 0 0,0 0 0 0 0,1-1 1 0 0,1 0-1 0 0,1 0 0 0 0,-1-1 1 0 0,2 0-1 0 0,13 14 1 0 0,-14-19 21 0 0,0-1 1 0 0,0 0 0 0 0,1 0 0 0 0,0-1 0 0 0,1 0 0 0 0,0-1 0 0 0,-1 0 0 0 0,1 0 0 0 0,1-1 0 0 0,-1-1 0 0 0,1 0 0 0 0,-1-1 0 0 0,1 0 0 0 0,20 1 0 0 0,-23-3 61 0 0,0 1 0 0 0,1-2 1 0 0,-1 1-1 0 0,0-1 0 0 0,0-1 0 0 0,0 0 1 0 0,0 0-1 0 0,0-1 0 0 0,0 0 1 0 0,0 0-1 0 0,-1-1 0 0 0,1 0 1 0 0,-1-1-1 0 0,0 1 0 0 0,-1-2 1 0 0,1 1-1 0 0,-1-1 0 0 0,0 0 1 0 0,7-8-1 0 0,-9 7-27 0 0,-1 0 0 0 0,0 0 0 0 0,0 0-1 0 0,0 0 1 0 0,-1 0 0 0 0,0-1 0 0 0,-1 1 0 0 0,0-1 0 0 0,0 0 0 0 0,0 0-1 0 0,-1 0 1 0 0,0 0 0 0 0,-1 0 0 0 0,0 0 0 0 0,0 0 0 0 0,-1 0 0 0 0,0 0-1 0 0,0 0 1 0 0,0 0 0 0 0,-5-10 0 0 0,-4-15 49 0 0,-2 1 0 0 0,-2 0 0 0 0,-24-42-1 0 0,29 57-86 0 0,-47-78-1861 0 0,34 65-6362 0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5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34 277 4145 0 0,'-2'-4'595'0'0,"-1"-1"1"0"0,1 1-1 0 0,-1-1 1 0 0,1 0-1 0 0,1 0 1 0 0,-1 1-1 0 0,1-1 1 0 0,0 0-1 0 0,0 0 1 0 0,-1-10-1 0 0,-6-23 2870 0 0,7 37-3214 0 0,0 0 1 0 0,1 0-1 0 0,-1-1 0 0 0,1 1 0 0 0,-1 0 0 0 0,1 0 0 0 0,-1-1 0 0 0,1 1 0 0 0,0 0 0 0 0,0 0 0 0 0,-1-1 0 0 0,1 1 0 0 0,0 0 1 0 0,0-1-1 0 0,0 1 0 0 0,0 0 0 0 0,1-1 0 0 0,-1 0 0 0 0,1 2-120 0 0,0 0 0 0 0,0 0-1 0 0,-1 0 1 0 0,1 0 0 0 0,0 0 0 0 0,0 0-1 0 0,0 0 1 0 0,-1 1 0 0 0,1-1 0 0 0,0 0-1 0 0,-1 1 1 0 0,1-1 0 0 0,0 1 0 0 0,-1-1-1 0 0,1 0 1 0 0,0 1 0 0 0,-1 0 0 0 0,1-1-1 0 0,-1 1 1 0 0,2 0 0 0 0,36 40 714 0 0,10 28-800 0 0,-4 2 0 0 0,66 141 0 0 0,-66-122-33 0 0,-39-79-2 0 0,-3-7 13 0 0,0 1 0 0 0,0 0-1 0 0,0 0 1 0 0,1-1 0 0 0,-1 0-1 0 0,1 1 1 0 0,0-1 0 0 0,1 0-1 0 0,-1 0 1 0 0,1-1 0 0 0,-1 1 0 0 0,1-1-1 0 0,8 6 1 0 0,-11-10 4 0 0,-1 1 0 0 0,1 0-1 0 0,0 0 1 0 0,0 0 0 0 0,0 0 0 0 0,0-1 0 0 0,0 1 0 0 0,-1 0 0 0 0,1-1-1 0 0,0 1 1 0 0,0-1 0 0 0,-1 1 0 0 0,1-1 0 0 0,0 1 0 0 0,-1-1 0 0 0,1 0-1 0 0,0 1 1 0 0,-1-1 0 0 0,1 0 0 0 0,-1 1 0 0 0,1-1 0 0 0,-1 0 0 0 0,0 1-1 0 0,1-1 1 0 0,-1 0 0 0 0,1 0 0 0 0,-1 0 0 0 0,0 0 0 0 0,0 0 0 0 0,11-31 183 0 0,-10 29-145 0 0,50-216 628 0 0,4-12-743 0 0,-39 173-124 0 0,-8 26-744 0 0,2 0 1 0 0,19-44-1 0 0,-14 61-570 0 0,-15 15 1481 0 0,0 0 0 0 0,1-1 0 0 0,-1 1 1 0 0,0 0-1 0 0,1 0 0 0 0,-1 0 0 0 0,0 0 0 0 0,1 0 1 0 0,-1 0-1 0 0,0 0 0 0 0,1 0 0 0 0,-1 0 1 0 0,1 0-1 0 0,-1 0 0 0 0,0 0 0 0 0,0 0 0 0 0,1 1 1 0 0,-1-1-1 0 0,0 0 0 0 0,1 0 0 0 0,-1 0 0 0 0,0 0 1 0 0,1 1-1 0 0,-1-1 0 0 0,0 0 0 0 0,0 0 1 0 0,1 0-1 0 0,-1 1 0 0 0,0-1 0 0 0,0 0 0 0 0,1 0 1 0 0,-1 1-1 0 0,0-1 0 0 0,0 0 0 0 0,0 1 0 0 0,0-1 1 0 0,0 0-1 0 0,1 1 0 0 0,-1-1 0 0 0,0 0 1 0 0,0 1-1 0 0,0-1 0 0 0,0 0 0 0 0,0 1 0 0 0,0-1 1 0 0,0 0-1 0 0,0 1 0 0 0,0-1 0 0 0,0 0 0 0 0,0 1 1 0 0,0-1-1 0 0,0 0 0 0 0,-1 1 0 0 0,1-1 1 0 0,0 0-1 0 0,0 1 0 0 0,-1 12 60 0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0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11058 0 0,'15'-9'5972'0'0,"16"-9"-2284"0"0,9-1-4353 0 0,5 6-4186 0 0,-41 12 3743 0 0,1 1-1 0 0,0-1 0 0 0,0 1 1 0 0,-1 0-1 0 0,1 0 1 0 0,0 1-1 0 0,5 1 0 0 0,-2-1 889 0 0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33 9674 0 0,'-7'8'424'0'0,"3"-4"96"0"0,1 0-416 0 0,2-1-104 0 0,0-2 0 0 0,1 1 0 0 0,0 0 1113 0 0,1 1-505 0 0,2-2 8 0 0,1-1-104 0 0,1-1-16 0 0,5-3-8 0 0,0-3 0 0 0,2-1-1992 0 0,3-3-393 0 0,2-3-87 0 0,0-1-8 0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6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 35 12443 0 0,'-21'-19'2820'0'0,"3"3"984"0"0,17 16-3729 0 0,0 0-1 0 0,0 0 1 0 0,0 0-1 0 0,1 1 0 0 0,-1-1 1 0 0,0 0-1 0 0,0 0 1 0 0,0 0-1 0 0,1 1 1 0 0,-1-1-1 0 0,0 0 1 0 0,0 1-1 0 0,1-1 1 0 0,-1 0-1 0 0,0 1 0 0 0,1-1 1 0 0,-1 1-1 0 0,0 0 1 0 0,1-1-1 0 0,-1 1 1 0 0,1-1-1 0 0,-1 1 1 0 0,1 0-1 0 0,-1-1 1 0 0,1 1-1 0 0,0 0 0 0 0,-1 0 1 0 0,1-1-1 0 0,0 1 1 0 0,-1 1-1 0 0,-6 13 35 0 0,0 0 0 0 0,1 0 0 0 0,0 1-1 0 0,2 0 1 0 0,0 0 0 0 0,0 0 0 0 0,2 0 0 0 0,0 1-1 0 0,0 0 1 0 0,2-1 0 0 0,2 23 0 0 0,-1-21-110 0 0,1-1 0 0 0,1 0 0 0 0,1 0-1 0 0,0 0 1 0 0,1-1 0 0 0,1 0 0 0 0,1 0 0 0 0,0 0 0 0 0,1 0 0 0 0,18 25 0 0 0,-17-30-7 0 0,1 0 0 0 0,0 0 1 0 0,1-1-1 0 0,0-1 0 0 0,1 0 0 0 0,0-1 0 0 0,18 10 1 0 0,-24-14 14 0 0,1 0 1 0 0,0 0 0 0 0,1-1 0 0 0,-1-1-1 0 0,0 1 1 0 0,1-1 0 0 0,-1 0-1 0 0,1-1 1 0 0,0 0 0 0 0,0 0 0 0 0,0-1-1 0 0,-1 0 1 0 0,1 0 0 0 0,0-1-1 0 0,9-1 1 0 0,-13 1 5 0 0,1-1-1 0 0,-1 1 0 0 0,-1-1 0 0 0,1 0 1 0 0,0 0-1 0 0,0 0 0 0 0,-1-1 1 0 0,1 1-1 0 0,-1-1 0 0 0,0 0 1 0 0,0 0-1 0 0,0 0 0 0 0,0 0 1 0 0,0-1-1 0 0,2-3 0 0 0,-1 0 46 0 0,-1 0 0 0 0,0 0 0 0 0,0 0-1 0 0,0 0 1 0 0,-1-1 0 0 0,0 1 0 0 0,2-14-1 0 0,-2-6 220 0 0,-1 0 0 0 0,-2 1 0 0 0,-5-46 0 0 0,4 56-157 0 0,-1 1 1 0 0,-1-1-1 0 0,0 1 0 0 0,0 0 0 0 0,-2 0 1 0 0,0 0-1 0 0,-15-26 0 0 0,15 31-213 0 0,0 1 0 0 0,-1 0 0 0 0,0 0 1 0 0,-1 1-1 0 0,0 0 0 0 0,0 1 0 0 0,0 0 0 0 0,-1 0 0 0 0,0 0 0 0 0,0 1 1 0 0,-1 1-1 0 0,-12-6 0 0 0,7 5-378 0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242 27 5417 0 0,'0'-2'464'0'0,"0"0"0"0"0,0 1 1 0 0,0-1-1 0 0,0 1 0 0 0,0-1 0 0 0,0 0 0 0 0,0 1 0 0 0,-1-1 0 0 0,1 1 0 0 0,-1-1 1 0 0,1 1-1 0 0,-1-1 0 0 0,-1-1 0 0 0,1 2-300 0 0,0 1 1 0 0,1 0-1 0 0,-1-1 0 0 0,0 1 1 0 0,0 0-1 0 0,0 0 0 0 0,0 0 1 0 0,0 0-1 0 0,0 0 0 0 0,1 0 1 0 0,-1 0-1 0 0,0 0 0 0 0,0 0 1 0 0,0 1-1 0 0,0-1 0 0 0,0 0 1 0 0,1 0-1 0 0,-1 1 0 0 0,0-1 1 0 0,0 1-1 0 0,0-1 0 0 0,1 0 1 0 0,-1 1-1 0 0,0 0 1 0 0,1-1-1 0 0,-1 1 0 0 0,0-1 1 0 0,0 2-1 0 0,-18 14 144 0 0,0 0 0 0 0,2 1 0 0 0,0 0 0 0 0,1 2 0 0 0,0 0 0 0 0,2 1 0 0 0,0 0 0 0 0,2 1 0 0 0,0 1 0 0 0,1 0 0 0 0,2 0 0 0 0,0 1 0 0 0,1 0 0 0 0,-9 48 0 0 0,16-65-318 0 0,0 0 1 0 0,1 0 0 0 0,0 0 0 0 0,0 0 0 0 0,1 0 0 0 0,-1 0 0 0 0,1 0 0 0 0,0 0 0 0 0,1 0 0 0 0,0 0 0 0 0,0 0 0 0 0,0 0 0 0 0,0-1 0 0 0,1 1-1 0 0,0-1 1 0 0,0 0 0 0 0,1 0 0 0 0,4 6 0 0 0,-5-8 0 0 0,0 0 0 0 0,0 0 0 0 0,1-1 0 0 0,-1 1 0 0 0,1-1 0 0 0,0 0 0 0 0,0 0 0 0 0,0 0 0 0 0,0 0 0 0 0,0 0 0 0 0,0-1 0 0 0,0 0 0 0 0,1 0 0 0 0,-1 0 0 0 0,0 0 0 0 0,1-1 0 0 0,-1 0 0 0 0,0 0 0 0 0,1 0 0 0 0,-1 0 0 0 0,1-1 0 0 0,-1 0 0 0 0,0 1 0 0 0,1-2 0 0 0,6-2 0 0 0,-2 1-42 0 0,0-1 1 0 0,0-1 0 0 0,0 1-1 0 0,-1-2 1 0 0,0 1-1 0 0,0-1 1 0 0,-1 0-1 0 0,1 0 1 0 0,-1-1-1 0 0,-1 0 1 0 0,1-1 0 0 0,10-15-1 0 0,-15 20 44 0 0,0-1 0 0 0,0 1-1 0 0,0-1 1 0 0,-1 1 0 0 0,1-1-1 0 0,-1 1 1 0 0,0-1 0 0 0,0 0 0 0 0,0 0-1 0 0,0 0 1 0 0,-1 1 0 0 0,0-1-1 0 0,0 0 1 0 0,0 0 0 0 0,0 0 0 0 0,0 0-1 0 0,-1 0 1 0 0,0 0 0 0 0,1 1-1 0 0,-2-1 1 0 0,1 0 0 0 0,0 0-1 0 0,-1 1 1 0 0,1-1 0 0 0,-1 1 0 0 0,0 0-1 0 0,0-1 1 0 0,-1 1 0 0 0,1 0-1 0 0,-1 0 1 0 0,1 0 0 0 0,-1 1 0 0 0,0-1-1 0 0,-6-3 1 0 0,9 5 7 0 0,-1 1-1 0 0,0-1 1 0 0,0 1 0 0 0,0-1 0 0 0,0 1 0 0 0,1-1-1 0 0,-1 1 1 0 0,0-1 0 0 0,0 0 0 0 0,1 1-1 0 0,-1-1 1 0 0,1 0 0 0 0,-1 1 0 0 0,1-1 0 0 0,-1 0-1 0 0,1 0 1 0 0,-1 0 0 0 0,1 0 0 0 0,-1 0-1 0 0,1 1 1 0 0,0-1 0 0 0,0 0 0 0 0,-1 0-1 0 0,1 0 1 0 0,0 0 0 0 0,0 0 0 0 0,0 0 0 0 0,0 0-1 0 0,0 0 1 0 0,0 0 0 0 0,1 0 0 0 0,-1-2-1 0 0,2 1-5 0 0,1-1 0 0 0,-1 1 0 0 0,1-1 0 0 0,-1 1 0 0 0,1 0 0 0 0,0 0 0 0 0,0 0 0 0 0,4-2 0 0 0,-7 4 4 0 0,21-12-13 0 0,0 0 0 0 0,43-16 0 0 0,-55 25 12 0 0,1 0 0 0 0,-1 0 0 0 0,1 1 0 0 0,-1 0 0 0 0,1 1 0 0 0,0 0 0 0 0,0 0 0 0 0,0 1 0 0 0,17 2 0 0 0,-24-2 17 0 0,0 1 1 0 0,-1 0-1 0 0,1 0 0 0 0,0 0 0 0 0,-1 0 1 0 0,1 0-1 0 0,-1 1 0 0 0,1-1 0 0 0,-1 1 0 0 0,0 0 1 0 0,0-1-1 0 0,0 1 0 0 0,1 0 0 0 0,-2 0 1 0 0,1 0-1 0 0,0 1 0 0 0,0-1 0 0 0,-1 0 1 0 0,1 1-1 0 0,-1-1 0 0 0,0 1 0 0 0,0-1 0 0 0,0 1 1 0 0,0 0-1 0 0,0-1 0 0 0,0 1 0 0 0,-1 0 1 0 0,1 5-1 0 0,0 8 108 0 0,-1 0 0 0 0,0 0 0 0 0,-1 0 0 0 0,-4 19 0 0 0,0 15-51 0 0,6-35-796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0.5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124 97 3225 0 0,'2'-4'316'0'0,"0"0"0"0"0,0-1 1 0 0,0 1-1 0 0,0-1 0 0 0,-1 1 0 0 0,1-1 1 0 0,-1 0-1 0 0,0 1 0 0 0,-1-1 1 0 0,1 0-1 0 0,-1 0 0 0 0,0 0 0 0 0,0 1 1 0 0,-1-1-1 0 0,1 0 0 0 0,-1 0 1 0 0,-3-8-1 0 0,4 13-209 0 0,0 0 1 0 0,0-1-1 0 0,0 1 1 0 0,0 0-1 0 0,-1-1 1 0 0,1 1-1 0 0,0 0 1 0 0,0 0-1 0 0,-1-1 1 0 0,1 1-1 0 0,0 0 1 0 0,-1 0-1 0 0,1-1 1 0 0,0 1-1 0 0,-1 0 1 0 0,1 0-1 0 0,0 0 1 0 0,-1 0-1 0 0,1 0 1 0 0,0-1-1 0 0,-1 1 1 0 0,1 0-1 0 0,-1 0 1 0 0,1 0-1 0 0,0 0 1 0 0,-1 0-1 0 0,1 0 1 0 0,0 0-1 0 0,-1 0 1 0 0,1 0-1 0 0,-1 0 1 0 0,1 1-1 0 0,-1-1 1 0 0,-14 9 2039 0 0,-9 15 182 0 0,10-8-1434 0 0,-32 43 1085 0 0,43-55-1866 0 0,0 1 0 0 0,0-1 1 0 0,1 1-1 0 0,0 0 0 0 0,0 0 0 0 0,0 0 1 0 0,0 0-1 0 0,1 0 0 0 0,-1 0 0 0 0,0 10 1 0 0,3-13-108 0 0,-1 0 0 0 0,0-1 0 0 0,1 1 1 0 0,0-1-1 0 0,-1 1 0 0 0,1 0 1 0 0,0-1-1 0 0,0 1 0 0 0,-1-1 1 0 0,1 0-1 0 0,0 1 0 0 0,1-1 1 0 0,-1 0-1 0 0,0 0 0 0 0,0 0 1 0 0,0 1-1 0 0,1-1 0 0 0,-1 0 1 0 0,1-1-1 0 0,-1 1 0 0 0,1 0 0 0 0,-1 0 1 0 0,1-1-1 0 0,-1 1 0 0 0,3 0 1 0 0,47 12 97 0 0,-41-11-75 0 0,2 1-21 0 0,1 0 1 0 0,-1 0-1 0 0,0 1 0 0 0,-1 1 1 0 0,1 0-1 0 0,11 7 0 0 0,-21-11-5 0 0,0 0 0 0 0,1 1 1 0 0,-1-1-1 0 0,0 1 0 0 0,0 0 0 0 0,-1 0 0 0 0,1-1 0 0 0,0 1 0 0 0,-1 0 0 0 0,1 1 0 0 0,-1-1 0 0 0,1 0 0 0 0,-1 0 0 0 0,0 0 0 0 0,0 1 0 0 0,0-1 0 0 0,0 1 0 0 0,0-1 0 0 0,-1 1 0 0 0,1-1 0 0 0,-1 1 0 0 0,0-1 0 0 0,0 1 0 0 0,0 0 0 0 0,0-1 0 0 0,0 1 0 0 0,0-1 0 0 0,-1 1 0 0 0,1-1 0 0 0,-1 1 0 0 0,1-1 0 0 0,-1 1 0 0 0,0-1 1 0 0,0 1-1 0 0,0-1 0 0 0,-3 4 0 0 0,0-1-24 0 0,0 1-1 0 0,0 0 1 0 0,0-1 0 0 0,-1 0 0 0 0,0 0 0 0 0,0 0 0 0 0,0 0 0 0 0,-1-1 0 0 0,0 0-1 0 0,0 0 1 0 0,0 0 0 0 0,0-1 0 0 0,0 0 0 0 0,-1 0 0 0 0,1-1 0 0 0,-1 0 0 0 0,0 0 0 0 0,0 0-1 0 0,1-1 1 0 0,-1 0 0 0 0,0 0 0 0 0,0-1 0 0 0,-8 0 0 0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3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68 3225 0 0,'-8'-10'1427'0'0,"3"3"65"0"0,0 0 0 0 0,-1 0 0 0 0,0 1-1 0 0,0 0 1 0 0,0 0 0 0 0,-11-7 0 0 0,15 12-1234 0 0,1 0-1 0 0,-1 1 1 0 0,1-1 0 0 0,-1 0-1 0 0,0 1 1 0 0,1-1 0 0 0,-1 1 0 0 0,1 0-1 0 0,-1-1 1 0 0,0 1 0 0 0,1 0-1 0 0,-1 0 1 0 0,0 0 0 0 0,1 0 0 0 0,-1 1-1 0 0,-2-1 1 0 0,2 1-118 0 0,-1 0 0 0 0,1 0 0 0 0,0 1 0 0 0,0-1 0 0 0,-1 0 0 0 0,1 1 0 0 0,0 0 0 0 0,0-1 0 0 0,1 1 0 0 0,-1 0 0 0 0,0 0 0 0 0,1 0 1 0 0,-4 4-1 0 0,-2 7 7 0 0,0 0 0 0 0,0 1 0 0 0,2 0 1 0 0,-1 0-1 0 0,2 0 0 0 0,0 0 0 0 0,0 1 1 0 0,2 0-1 0 0,-2 18 0 0 0,2-4-149 0 0,1 0-1 0 0,2 0 1 0 0,7 53 0 0 0,-6-72-4 0 0,0 0 0 0 0,1 0 0 0 0,0 0 0 0 0,1-1 0 0 0,0 1 0 0 0,0-1 0 0 0,1 0 0 0 0,0 0 0 0 0,0 0 0 0 0,1-1 0 0 0,0 0 0 0 0,1 0 0 0 0,0 0 0 0 0,0-1 0 0 0,14 11 0 0 0,-15-14 4 0 0,0 0 0 0 0,0-1 0 0 0,0 1-1 0 0,0-2 1 0 0,1 1 0 0 0,-1-1 0 0 0,1 0 0 0 0,0 0-1 0 0,-1 0 1 0 0,1-1 0 0 0,0 0 0 0 0,0-1 0 0 0,0 1-1 0 0,0-1 1 0 0,0-1 0 0 0,0 1 0 0 0,-1-1-1 0 0,1-1 1 0 0,0 1 0 0 0,0-1 0 0 0,-1 0 0 0 0,1 0-1 0 0,-1-1 1 0 0,8-4 0 0 0,-5 2-3 0 0,0 0 0 0 0,-1-1-1 0 0,1 0 1 0 0,-1 0 0 0 0,0-1 0 0 0,-1 0 0 0 0,0 0 0 0 0,0-1-1 0 0,0 0 1 0 0,-1 0 0 0 0,0 0 0 0 0,-1-1 0 0 0,8-16 0 0 0,-10 17 23 0 0,0 0 0 0 0,0 0 0 0 0,-1 0 1 0 0,0 0-1 0 0,-1-1 0 0 0,0 1 0 0 0,0 0 0 0 0,-1-1 1 0 0,0 1-1 0 0,0-1 0 0 0,-1 1 0 0 0,0-1 0 0 0,0 1 1 0 0,-1 0-1 0 0,0-1 0 0 0,-7-14 0 0 0,4 10-85 0 0,-1 1 0 0 0,-1 0 0 0 0,0 0 0 0 0,0 0-1 0 0,-1 1 1 0 0,-1 0 0 0 0,0 0 0 0 0,0 1 0 0 0,-1 0-1 0 0,-1 1 1 0 0,1 0 0 0 0,-1 0 0 0 0,-1 1 0 0 0,0 1 0 0 0,0 0-1 0 0,0 1 1 0 0,-1 0 0 0 0,0 1 0 0 0,0 0 0 0 0,0 1-1 0 0,-1 0 1 0 0,1 2 0 0 0,-22-3 0 0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17972 0 0,'1'3'320'0'0,"1"1"1"0"0,-1-1-1 0 0,1 1 0 0 0,-1-1 1 0 0,1 1-1 0 0,0-1 1 0 0,4 4-1 0 0,5 12 543 0 0,7 30-324 0 0,-2 1 0 0 0,-3 0-1 0 0,14 98 1 0 0,9 41 329 0 0,-29-160-1420 0 0,-5-17-584 0 0,0-1 0 0 0,1 0 0 0 0,1 0-1 0 0,0-1 1 0 0,8 17 0 0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4 181 5985 0 0,'-1'-3'234'0'0,"0"1"0"0"0,1 0 0 0 0,0-1 0 0 0,-1 1 1 0 0,1-1-1 0 0,0 1 0 0 0,0-1 0 0 0,0 1 0 0 0,0-1 0 0 0,1 1 0 0 0,-1-1 0 0 0,1 1 0 0 0,-1-1 0 0 0,1 1 0 0 0,0-1 0 0 0,0 1 0 0 0,1-3 0 0 0,22-41 3011 0 0,-20 39-2676 0 0,0 0 0 0 0,1 0 0 0 0,0 1 0 0 0,0 0 0 0 0,1 0 0 0 0,0 0 0 0 0,9-7 0 0 0,-9 9-607 0 0,0 0 0 0 0,0 0 0 0 0,0 1 0 0 0,1 0 0 0 0,7-3-1 0 0,3 1-6277 0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3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1 160 6449 0 0,'30'-23'5980'0'0,"34"-18"-5417"0"0,-30 21-770 0 0,63-38-3713 0 0,-72 40 2609 0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1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0 2304 0 0,'-2'1'411'0'0,"1"0"0"0"0,-1 0 0 0 0,0 0 0 0 0,0 0 0 0 0,1 0 0 0 0,-1 0 0 0 0,1 0 0 0 0,-1 1-1 0 0,1-1 1 0 0,-1 1 0 0 0,1-1 0 0 0,0 1 0 0 0,0-1 0 0 0,0 1 0 0 0,0 0 0 0 0,0-1-1 0 0,0 1 1 0 0,0 0 0 0 0,0 0 0 0 0,1 0 0 0 0,-1 0 0 0 0,1-1 0 0 0,-1 1 0 0 0,1 0-1 0 0,0 0 1 0 0,0 0 0 0 0,0 0 0 0 0,0 3 0 0 0,0 10 1069 0 0,0 0 0 0 0,4 23-1 0 0,-4-31-1086 0 0,2 11 121 0 0,25 174 2796 0 0,-19-152-4171 0 0,1-1-1 0 0,25 67 0 0 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3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1 231 6449 0 0,'0'-9'351'0'0,"0"0"0"0"0,1 0 0 0 0,0 0-1 0 0,1 0 1 0 0,0 0 0 0 0,0 0 0 0 0,1 0 0 0 0,0 0-1 0 0,0 1 1 0 0,1-1 0 0 0,1 1 0 0 0,-1 0-1 0 0,11-13 1 0 0,-9 12-116 0 0,0 1-1 0 0,1 0 1 0 0,0 0-1 0 0,1 0 1 0 0,0 1-1 0 0,0 0 0 0 0,0 1 1 0 0,1-1-1 0 0,0 2 1 0 0,0-1-1 0 0,18-6 1 0 0,-25 11-303 0 0,0 0 1 0 0,0 1-1 0 0,0-1 1 0 0,1 1 0 0 0,-1-1-1 0 0,0 1 1 0 0,0 0-1 0 0,1 0 1 0 0,-1 0 0 0 0,0 0-1 0 0,1 0 1 0 0,-1 0-1 0 0,0 1 1 0 0,0-1 0 0 0,1 1-1 0 0,-1-1 1 0 0,0 1-1 0 0,0 0 1 0 0,0 0 0 0 0,0 0-1 0 0,0 0 1 0 0,0 0-1 0 0,0 1 1 0 0,0-1 0 0 0,0 1-1 0 0,-1-1 1 0 0,1 1-1 0 0,-1 0 1 0 0,1-1 0 0 0,-1 1-1 0 0,1 0 1 0 0,-1 0-1 0 0,0 0 1 0 0,0 0-1 0 0,0 0 1 0 0,0 0 0 0 0,0 0-1 0 0,-1 1 1 0 0,1-1-1 0 0,-1 0 1 0 0,1 0 0 0 0,-1 1-1 0 0,0-1 1 0 0,0 0-1 0 0,0 4 1 0 0,-2 11 52 0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4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0 220 2304 0 0,'37'-13'6937'0'0,"43"-36"-2786"0"0,-2-6-3420 0 0,42-28-4759 0 0,-88 63 2503 0 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4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150 14 3225 0 0,'0'0'68'0'0,"0"-1"1"0"0,0 1-1 0 0,0-1 1 0 0,-1 0-1 0 0,1 1 1 0 0,0-1-1 0 0,0 1 1 0 0,0-1-1 0 0,0 1 1 0 0,0-1-1 0 0,-1 1 1 0 0,1-1-1 0 0,0 1 1 0 0,-1-1-1 0 0,1 1 1 0 0,0-1-1 0 0,-1 1 1 0 0,1-1-1 0 0,0 1 1 0 0,-1-1 0 0 0,1 1-1 0 0,-1 0 1 0 0,1-1-1 0 0,-1 1 1 0 0,1 0-1 0 0,-1 0 1 0 0,1-1-1 0 0,-1 1 1 0 0,1 0-1 0 0,-1 0 1 0 0,1 0-1 0 0,-2-1 1 0 0,-25 3 2952 0 0,-25 17 2019 0 0,48-17-4802 0 0,0 0 0 0 0,0 0-1 0 0,1 0 1 0 0,-1 1 0 0 0,1-1 0 0 0,0 1 0 0 0,0 0 0 0 0,-1 0-1 0 0,2 0 1 0 0,-1 0 0 0 0,0 0 0 0 0,1 1 0 0 0,-1-1 0 0 0,1 1 0 0 0,0 0-1 0 0,0-1 1 0 0,1 1 0 0 0,-1 0 0 0 0,1 0 0 0 0,-2 7 0 0 0,3-6-160 0 0,0-1 0 0 0,0 0 0 0 0,0 1 1 0 0,0-1-1 0 0,1 0 0 0 0,0 0 0 0 0,0 1 1 0 0,0-1-1 0 0,0 0 0 0 0,1 0 1 0 0,0 0-1 0 0,0 0 0 0 0,0-1 0 0 0,0 1 1 0 0,0 0-1 0 0,1-1 0 0 0,-1 1 0 0 0,1-1 1 0 0,6 6-1 0 0,21 19 249 0 0,60 60 574 0 0,-81-77-834 0 0,0 1 0 0 0,0 0 0 0 0,-1 0 0 0 0,0 1 0 0 0,-1-1 1 0 0,7 20-1 0 0,-13-28-56 0 0,0 0 0 0 0,0 0 0 0 0,0-1 0 0 0,-1 1 0 0 0,1 0 0 0 0,-1 0 0 0 0,0 0 0 0 0,-1 0 0 0 0,1 0 0 0 0,-1 0 0 0 0,1 0 1 0 0,-1 0-1 0 0,0-1 0 0 0,-1 1 0 0 0,1 0 0 0 0,-1-1 0 0 0,1 1 0 0 0,-1-1 0 0 0,0 1 0 0 0,-1-1 0 0 0,1 0 0 0 0,0 0 0 0 0,-1 0 0 0 0,0 0 0 0 0,1 0 1 0 0,-1 0-1 0 0,0-1 0 0 0,-4 3 0 0 0,4-3-43 0 0,-1 0 0 0 0,1 1 0 0 0,0-1 0 0 0,-1 0 0 0 0,0-1-1 0 0,0 1 1 0 0,1-1 0 0 0,-1 1 0 0 0,0-1 0 0 0,0 0 0 0 0,0-1 0 0 0,0 1 0 0 0,0-1 0 0 0,0 1 0 0 0,-1-1 0 0 0,1-1 0 0 0,0 1 0 0 0,0 0 0 0 0,0-1 0 0 0,0 0 0 0 0,0 0 0 0 0,0 0 0 0 0,0 0 0 0 0,1-1 0 0 0,-1 0 0 0 0,-6-4 0 0 0,-2-4-1057 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10138 0 0,'7'33'8015'0'0,"0"-8"-6440"0"0,-2 27 64 0 0,0 76 0 0 0,0 20-1499 0 0,-3-127-379 0 0,1 0-1 0 0,2 0 1 0 0,0 0 0 0 0,14 37 0 0 0,-12-42-5093 0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0 224 4145 0 0,'15'-12'435'0'0,"0"0"0"0"0,1 2 1 0 0,0 0-1 0 0,1 0 0 0 0,0 2 0 0 0,20-8 1 0 0,0-1-290 0 0,249-108-1917 0 0,-271 121 1563 0 0,-15 4 254 0 0,1 0 1 0 0,-1 0-1 0 0,0 0 1 0 0,0 0-1 0 0,0 1 1 0 0,0-1-1 0 0,0 0 1 0 0,1 0-1 0 0,-1 0 1 0 0,0 0-1 0 0,0 0 1 0 0,0 0 0 0 0,0 0-1 0 0,0 0 1 0 0,0 1-1 0 0,0-1 1 0 0,1 0-1 0 0,-1 0 1 0 0,0 0-1 0 0,0 0 1 0 0,0 0-1 0 0,0 0 1 0 0,0 1-1 0 0,0-1 1 0 0,0 0-1 0 0,0 0 1 0 0,0 0-1 0 0,0 0 1 0 0,0 1-1 0 0,0-1 1 0 0,0 0-1 0 0,0 0 1 0 0,0 0-1 0 0,0 0 1 0 0,0 0-1 0 0,0 1 1 0 0,0-1-1 0 0,0 0 1 0 0,0 0-1 0 0,0 0 1 0 0,0 0 0 0 0,0 0-1 0 0,0 1 1 0 0,-17 24 6386 0 0,6-9-3970 0 0,1 3-1034 0 0,0 0 0 0 0,2 0 0 0 0,-12 40 0 0 0,17-48-1298 0 0,1 0 0 0 0,0 0 0 0 0,0 1 0 0 0,2-1 0 0 0,-1 1 0 0 0,1-1 0 0 0,1 1 0 0 0,4 21 0 0 0,-5-32-136 0 0,0 0 1 0 0,0 0-1 0 0,0 0 1 0 0,0 0-1 0 0,0 0 1 0 0,1 0-1 0 0,-1 0 1 0 0,0 0-1 0 0,1 0 1 0 0,-1 0-1 0 0,0 0 1 0 0,1 0-1 0 0,-1-1 1 0 0,1 1-1 0 0,0 0 1 0 0,-1 0-1 0 0,1 0 1 0 0,0-1-1 0 0,-1 1 1 0 0,1 0-1 0 0,0-1 1 0 0,0 1-1 0 0,0-1 1 0 0,-1 1-1 0 0,1-1 1 0 0,0 1-1 0 0,0-1 1 0 0,1 1-1 0 0,0-1-38 0 0,-1-1-1 0 0,1 1 0 0 0,-1-1 1 0 0,1 1-1 0 0,-1-1 1 0 0,1 1-1 0 0,-1-1 1 0 0,0 0-1 0 0,1 0 1 0 0,-1 1-1 0 0,0-1 1 0 0,0 0-1 0 0,1 0 0 0 0,-1 0 1 0 0,2-3-1 0 0,3-4-184 0 0,1 0 1 0 0,-1-1-1 0 0,0 0 0 0 0,5-10 0 0 0,7-27-12 0 0,-13 31 595 0 0,1 0 0 0 0,13-22 0 0 0,-19 36-332 0 0,0 1-1 0 0,0-1 0 0 0,1 1 0 0 0,-1 0 0 0 0,0-1 0 0 0,0 1 0 0 0,0 0 0 0 0,1-1 1 0 0,-1 1-1 0 0,0 0 0 0 0,0 0 0 0 0,1-1 0 0 0,-1 1 0 0 0,0 0 0 0 0,1 0 1 0 0,-1-1-1 0 0,0 1 0 0 0,1 0 0 0 0,-1 0 0 0 0,0 0 0 0 0,1-1 0 0 0,-1 1 1 0 0,1 0-1 0 0,-1 0 0 0 0,0 0 0 0 0,1 0 0 0 0,-1 0 0 0 0,1 0 0 0 0,-1 0 1 0 0,0 0-1 0 0,1 0 0 0 0,7 11 354 0 0,2 23-99 0 0,-9-30-220 0 0,2 11-141 0 0,1 7 167 0 0,2 1 0 0 0,0-1 1 0 0,2 0-1 0 0,19 41 1 0 0,-24-58-253 0 0,-1-1 0 0 0,1 1 0 0 0,0-1 0 0 0,1 0 0 0 0,-1 0 0 0 0,1 0 0 0 0,-1 0 0 0 0,1-1 0 0 0,0 1 0 0 0,1-1 0 0 0,-1 0 0 0 0,0 0 0 0 0,1-1 0 0 0,0 1 0 0 0,0-1 0 0 0,-1 0 0 0 0,1 0 0 0 0,0-1 0 0 0,1 0 0 0 0,-1 1 0 0 0,0-2-1 0 0,0 1 1 0 0,0-1 0 0 0,1 1 0 0 0,-1-1 0 0 0,0-1 0 0 0,1 1 0 0 0,4-2 0 0 0,-4 1-255 0 0,1-1 0 0 0,-1 0 0 0 0,0 0 0 0 0,0 0 0 0 0,0-1 0 0 0,-1 0 0 0 0,1 0 0 0 0,5-5 0 0 0,21-14-278 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5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7370 0 0,'-1'7'6737'0'0,"6"13"-3312"0"0,12 32-1199 0 0,-11-37-1157 0 0,-4-10-898 0 0,54 154 2709 0 0,-32-97-3149 0 0,59 105 0 0 0,-79-161 265 0 0,12 25-1761 0 0,-16-30 1449 0 0,1 1 0 0 0,0 0 0 0 0,-1-1 0 0 0,1 1 0 0 0,-1 0 0 0 0,0 0 0 0 0,1 0 0 0 0,-1-1 0 0 0,0 1-1 0 0,0 0 1 0 0,0 0 0 0 0,0 0 0 0 0,-1-1 0 0 0,1 1 0 0 0,-1 3 0 0 0,-6 5-1859 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2 150 5009 0 0,'0'0'12'0'0,"0"0"-1"0"0,0 0 1 0 0,0 0-1 0 0,0 0 1 0 0,-1 0 0 0 0,1-1-1 0 0,0 1 1 0 0,0 0-1 0 0,0 0 1 0 0,0 0 0 0 0,0 0-1 0 0,0 0 1 0 0,0-1-1 0 0,0 1 1 0 0,0 0-1 0 0,0 0 1 0 0,0 0 0 0 0,0 0-1 0 0,0-1 1 0 0,0 1-1 0 0,0 0 1 0 0,0 0 0 0 0,0 0-1 0 0,0 0 1 0 0,0-1-1 0 0,0 1 1 0 0,0 0 0 0 0,0 0-1 0 0,0 0 1 0 0,0 0-1 0 0,0 0 1 0 0,0-1 0 0 0,0 1-1 0 0,0 0 1 0 0,0 0-1 0 0,0 0 1 0 0,0 0-1 0 0,1 0 1 0 0,-1-1 0 0 0,0 1-1 0 0,0 0 1 0 0,0 0-1 0 0,0 0 1 0 0,0 0 0 0 0,0 0-1 0 0,1 0 1 0 0,-1 0-1 0 0,0 0 1 0 0,0 0 0 0 0,0 0-1 0 0,0-1 1 0 0,1 1-1 0 0,-1 0 1 0 0,16-11 2158 0 0,19-9 2221 0 0,-8 4-1236 0 0,28-22 0 0 0,-22 16-3433 0 0,1 0-4198 0 0,-10 8-1418 0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6.4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0 10138 0 0,'-2'2'146'0'0,"1"-1"0"0"0,-1 0 0 0 0,0 1 0 0 0,0 0 0 0 0,1-1 0 0 0,-1 1 0 0 0,1 0 0 0 0,-1 0 0 0 0,1 0 0 0 0,0 0 0 0 0,0 0 0 0 0,0 0 0 0 0,0 0 0 0 0,0 0 0 0 0,0 1 0 0 0,1-1 0 0 0,-1 0 0 0 0,1 0 0 0 0,-1 1 0 0 0,1-1 0 0 0,0 0 0 0 0,0 1 0 0 0,0-1 0 0 0,0 0 0 0 0,1 1 0 0 0,-1-1 0 0 0,0 0 0 0 0,1 0 0 0 0,1 4 0 0 0,-1-2 179 0 0,0 1 1 0 0,0-1 0 0 0,0 0 0 0 0,1 0-1 0 0,-1 0 1 0 0,1 0 0 0 0,0-1-1 0 0,0 1 1 0 0,1 0 0 0 0,-1-1 0 0 0,1 1-1 0 0,0-1 1 0 0,0 0 0 0 0,0 0-1 0 0,0 0 1 0 0,0 0 0 0 0,1-1-1 0 0,4 4 1 0 0,-5-5-242 0 0,-1 0 0 0 0,1 0 0 0 0,0 0 0 0 0,-1 0 0 0 0,1 0 0 0 0,0-1 0 0 0,0 1 0 0 0,-1-1 0 0 0,1 0 0 0 0,0 0 0 0 0,0 0 0 0 0,0 0 0 0 0,-1 0 0 0 0,1-1 0 0 0,0 1-1 0 0,0-1 1 0 0,-1 0 0 0 0,1 0 0 0 0,0 0 0 0 0,-1 0 0 0 0,1 0 0 0 0,-1 0 0 0 0,1-1 0 0 0,-1 1 0 0 0,0-1 0 0 0,1 0 0 0 0,-1 0 0 0 0,4-4 0 0 0,10-14 41 0 0,-13 16-112 0 0,0 0 0 0 0,0 0 0 0 0,0 0 0 0 0,0 0 0 0 0,1 1 0 0 0,0 0 0 0 0,-1-1 1 0 0,6-1-1 0 0,-9 4-12 0 0,0 1-1 0 0,0 0 1 0 0,0 0 0 0 0,0 0 0 0 0,0 0 0 0 0,0 0 0 0 0,0 0 0 0 0,1 0 0 0 0,-1 0-1 0 0,0 0 1 0 0,0 0 0 0 0,0 0 0 0 0,0 0 0 0 0,0 0 0 0 0,0 0 0 0 0,0 0 0 0 0,1 0-1 0 0,-1 0 1 0 0,0 0 0 0 0,0 0 0 0 0,0 0 0 0 0,0 0 0 0 0,0 0 0 0 0,0 0 0 0 0,0 0 0 0 0,1 1-1 0 0,-1-1 1 0 0,0 0 0 0 0,0 0 0 0 0,0 0 0 0 0,0 0 0 0 0,0 0 0 0 0,0 0 0 0 0,0 0-1 0 0,0 0 1 0 0,0 0 0 0 0,0 0 0 0 0,0 1 0 0 0,0-1 0 0 0,1 0 0 0 0,-1 0 0 0 0,0 0-1 0 0,0 0 1 0 0,0 0 0 0 0,0 0 0 0 0,0 0 0 0 0,0 1 0 0 0,0-1 0 0 0,0 0 0 0 0,0 0-1 0 0,0 0 1 0 0,0 0 0 0 0,0 0 0 0 0,-1 12 65 0 0,-5 10 90 0 0,4-18-150 0 0,-3 6 49 0 0,1 1 0 0 0,1-1-1 0 0,-1 1 1 0 0,2 0 0 0 0,-1 0 0 0 0,0 12 0 0 0,3-21-42 0 0,0 0 0 0 0,0 0 0 0 0,1 0 0 0 0,-1 0 0 0 0,0 0 0 0 0,1 0 1 0 0,-1 0-1 0 0,1 0 0 0 0,0 0 0 0 0,-1-1 0 0 0,1 1 0 0 0,0 0 1 0 0,0 0-1 0 0,0-1 0 0 0,0 1 0 0 0,3 2 0 0 0,-2-2-7 0 0,1 0 1 0 0,-1-1-1 0 0,0 1 0 0 0,1-1 0 0 0,-1 0 0 0 0,1 0 1 0 0,0 0-1 0 0,-1 0 0 0 0,1 0 0 0 0,0-1 0 0 0,0 1 0 0 0,-1-1 1 0 0,1 0-1 0 0,0 0 0 0 0,4 0 0 0 0,2 0-165 0 0,0-2-1 0 0,0 1 1 0 0,0-1-1 0 0,0 0 0 0 0,-1-1 1 0 0,1 1-1 0 0,-1-2 1 0 0,1 1-1 0 0,-1-2 1 0 0,0 1-1 0 0,-1-1 1 0 0,1 0-1 0 0,7-7 0 0 0,6-5-7792 0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07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0 357 1376 0 0,'9'-12'9590'0'0,"22"-19"-8233"0"0,2 0-188 0 0,-21 17-860 0 0,0 1-1 0 0,-1-2 1 0 0,-1 1-1 0 0,0-1 1 0 0,-1-1 0 0 0,9-21-1 0 0,-15 30-430 0 0,0 1 1 0 0,-1-1-1 0 0,0 1 1 0 0,0-1-1 0 0,-1 0 0 0 0,1 0 1 0 0,-1 0-1 0 0,-1 0 1 0 0,0 0-1 0 0,0 1 1 0 0,0-1-1 0 0,-1 0 0 0 0,0 0 1 0 0,0 0-1 0 0,0 0 1 0 0,-1 0-1 0 0,0 1 0 0 0,-1-1 1 0 0,-3-7-1 0 0,6 13 104 0 0,-1 0 0 0 0,1 0-1 0 0,-1 0 1 0 0,1 0 0 0 0,-1 1 0 0 0,1-1-1 0 0,-1 0 1 0 0,0 0 0 0 0,1 0 0 0 0,-1 1-1 0 0,0-1 1 0 0,0 0 0 0 0,1 1 0 0 0,-1-1 0 0 0,0 1-1 0 0,0-1 1 0 0,0 1 0 0 0,0-1 0 0 0,0 1-1 0 0,0 0 1 0 0,0-1 0 0 0,0 1 0 0 0,0 0-1 0 0,0 0 1 0 0,0 0 0 0 0,-1 0 0 0 0,1 0 29 0 0,-1 1 0 0 0,1-1 0 0 0,-1 1 0 0 0,1 0-1 0 0,0-1 1 0 0,-1 1 0 0 0,1 0 0 0 0,0 0 0 0 0,-1 0 0 0 0,1 0 0 0 0,0 0 0 0 0,0 0 0 0 0,0 0 0 0 0,-2 3 0 0 0,-3 5 194 0 0,0 0-1 0 0,1 1 1 0 0,-7 15-1 0 0,11-23-184 0 0,-7 18 422 0 0,0 0 1 0 0,1 0 0 0 0,1 1 0 0 0,1 0 0 0 0,-3 36 0 0 0,7-50-228 0 0,0-1 0 0 0,1 1 1 0 0,0-1-1 0 0,0 1 1 0 0,1-1-1 0 0,0 1 1 0 0,0-1-1 0 0,0 1 0 0 0,1-1 1 0 0,0 0-1 0 0,0 0 1 0 0,1 0-1 0 0,-1 0 0 0 0,1 0 1 0 0,1-1-1 0 0,-1 1 1 0 0,1-1-1 0 0,0 0 1 0 0,0 0-1 0 0,0 0 0 0 0,1 0 1 0 0,0-1-1 0 0,5 5 1 0 0,-5-7-194 0 0,-1 0 1 0 0,1 1-1 0 0,-1-2 1 0 0,1 1 0 0 0,0-1-1 0 0,0 1 1 0 0,-1-1 0 0 0,1 0-1 0 0,0-1 1 0 0,0 1 0 0 0,0-1-1 0 0,0 0 1 0 0,0-1-1 0 0,9-1 1 0 0,0 0-558 0 0,1-2 0 0 0,-1 0 0 0 0,23-10 0 0 0,7-6-6586 0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1.6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33 195 456 0 0,'-33'-8'11371'0'0,"38"21"-9163"0"0,-3-10-2079 0 0,-1-1-1 0 0,1 0 1 0 0,-1 0-1 0 0,1 0 1 0 0,0-1-1 0 0,0 1 1 0 0,-1 0-1 0 0,1-1 1 0 0,0 1-1 0 0,1-1 1 0 0,-1 1-1 0 0,0-1 1 0 0,0 0-1 0 0,1 0 1 0 0,-1 0-1 0 0,0 0 1 0 0,1-1-1 0 0,-1 1 1 0 0,5 0-1 0 0,4 1 552 0 0,1-1 0 0 0,22-1-1 0 0,-19-1-112 0 0,273-22 1161 0 0,-130 6-1332 0 0,116 8 282 0 0,-23-5-152 0 0,-77 2-372 0 0,-136 10-132 0 0,169-13 300 0 0,-100 5-226 0 0,129 5 1 0 0,-201 5-87 0 0,179-14 171 0 0,-45 0-37 0 0,65-2-101 0 0,132-2 42 0 0,-293 17 1 0 0,114-17 1 0 0,46-2 60 0 0,4 10 64 0 0,-214 8-206 0 0,-7 2-5 0 0,-13 1-1 0 0,0-1 0 0 0,0 0 0 0 0,1 0 1 0 0,-1 0-1 0 0,0 0 0 0 0,0 0 1 0 0,0-1-1 0 0,0 1 0 0 0,0-1 0 0 0,0 0 1 0 0,0 0-1 0 0,0 0 0 0 0,3-2 1 0 0,-5 2-355 0 0,0-2 953 0 0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2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36 5065 0 0,'-85'-36'12725'0'0,"117"54"-8243"0"0,7 4-4805 0 0,22 3 323 0 0,132 67 242 0 0,-191-91-235 0 0,0 0 0 0 0,1 0-1 0 0,-1 0 1 0 0,0 0 0 0 0,0 1-1 0 0,-1-1 1 0 0,1 1-1 0 0,0-1 1 0 0,0 1 0 0 0,-1-1-1 0 0,1 1 1 0 0,-1 0 0 0 0,1 0-1 0 0,-1 0 1 0 0,0 0-1 0 0,0 0 1 0 0,0 0 0 0 0,0 0-1 0 0,0 1 1 0 0,0-1 0 0 0,-1 0-1 0 0,1 0 1 0 0,-1 1 0 0 0,1-1-1 0 0,-1 0 1 0 0,0 1-1 0 0,0 2 1 0 0,-2 2 64 0 0,0 0 0 0 0,-1 0 0 0 0,1 0 0 0 0,-2 0 0 0 0,1-1 0 0 0,-1 0 0 0 0,-6 9 0 0 0,10-14-54 0 0,-20 27 146 0 0,-2-1 0 0 0,-1-1-1 0 0,-35 32 1 0 0,-37 42 317 0 0,76-75-449 0 0,10-13-161 0 0,0 0 0 0 0,-1 0-1 0 0,-1-1 1 0 0,-15 13 0 0 0,24-22-402 0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1522 1 6913 0 0,'-8'3'5794'0'0,"-14"8"-1704"0"0,-43 23-1427 0 0,15 1-1976 0 0,1 2-1 0 0,2 3 1 0 0,2 1-1 0 0,-67 80 1 0 0,42-39-541 0 0,-190 207 49 0 0,19-10-183 0 0,25 20-13 0 0,204-282 1 0 0,-54 80 207 0 0,5 4 0 0 0,4 2 0 0 0,-44 111 0 0 0,92-189-290 0 0,8-19-169 0 0,-1 0 1 0 0,-1 1-1 0 0,1-1 0 0 0,-1 0 0 0 0,0 0 1 0 0,-1-1-1 0 0,1 1 0 0 0,-7 7 1 0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0:43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45 101 2304 0 0,'-5'-5'503'0'0,"1"0"0"0"0,-1-1 0 0 0,1 1 0 0 0,1-1 0 0 0,-1 0 0 0 0,1 0-1 0 0,-5-11 1 0 0,6 11 1288 0 0,1 1 0 0 0,-1 0 0 0 0,1-1-1 0 0,0 1 1 0 0,1-1 0 0 0,-1-5 0 0 0,2 38-680 0 0,1 0 0 0 0,2 0 0 0 0,10 38 0 0 0,29 81-1701 0 0,-36-122 897 0 0,-4-15-288 0 0,1 1 1 0 0,-1-1 0 0 0,2 0 0 0 0,-1 0-1 0 0,1-1 1 0 0,0 0 0 0 0,1 1 0 0 0,0-2 0 0 0,0 1-1 0 0,1-1 1 0 0,0 0 0 0 0,14 11 0 0 0,-14-13 23 0 0,0-1 1 0 0,0 0 0 0 0,0 0 0 0 0,1-1 0 0 0,-1 0-1 0 0,1-1 1 0 0,0 0 0 0 0,0 0 0 0 0,0 0-1 0 0,0-1 1 0 0,0 0 0 0 0,0-1 0 0 0,0 1 0 0 0,0-2-1 0 0,16-1 1 0 0,-5-2 55 0 0,0-1-1 0 0,0 0 1 0 0,-1-1-1 0 0,0-1 1 0 0,0-1-1 0 0,30-18 1 0 0,94-73-113 0 0,-111 76-191 0 0,-24 17-964 0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31.6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 4897 0 0,'2'1'187'0'0,"6"-5"-429"0"0,11-11-343 0 0,-19 13 329 0 0,0 1 168 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4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3894 1840 0 0,'-9'29'2632'0'0,"16"-2"7459"0"0,-9-25-10481 0 0,-15 11 2243 0 0,12-16-243 0 0,8-12-1086 0 0,-2 11-413 0 0,0 0 0 0 0,-1 0 0 0 0,0 0 0 0 0,0 1 1 0 0,0-1-1 0 0,0 0 0 0 0,0 0 0 0 0,-1 1 0 0 0,-1-6 0 0 0,1 5-18 0 0,0-1-1 0 0,1 0 0 0 0,-1 1 1 0 0,1-1-1 0 0,0 0 0 0 0,0-5 1 0 0,137-518 2338 0 0,-116 446-2273 0 0,18-155 0 0 0,-22 116 38 0 0,-3 15-101 0 0,-7 43-87 0 0,21-83 1 0 0,121-331-81 0 0,-130 430 92 0 0,30-55-1 0 0,3-5 6 0 0,-7 11-25 0 0,5 2 0 0 0,3 2 0 0 0,5 3 0 0 0,81-97 0 0 0,-101 139 0 0 0,2 1 0 0 0,1 2 0 0 0,3 3 0 0 0,1 1 0 0 0,87-58 0 0 0,-80 62-21 0 0,-2-2-1 0 0,61-61 1 0 0,-82 75 13 0 0,0 0 0 0 0,1 2 0 0 0,48-26 1 0 0,106-45-26 0 0,-179 91 33 0 0,189-94 0 0 0,-123 64 0 0 0,2 3 0 0 0,0 3 0 0 0,79-17 0 0 0,3-8 0 0 0,2-1 0 0 0,-66 30 0 0 0,170-48 0 0 0,-190 52-13 0 0,0 2-1 0 0,0 4 1 0 0,87-4-1 0 0,-27 4 4 0 0,62-18 10 0 0,60-5 0 0 0,-139 28-18 0 0,61-5-90 0 0,-131 2-4244 0 0,-38 9 2965 0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6.2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19 398 456 0 0,'-3'-4'893'0'0,"0"-1"-1"0"0,1 0 0 0 0,0 0 1 0 0,0 0-1 0 0,1 0 1 0 0,-1 0-1 0 0,0-8 0 0 0,1 10-253 0 0,1 1 0 0 0,0-1-1 0 0,0 1 1 0 0,0-1 0 0 0,0 1-1 0 0,0-1 1 0 0,0 1 0 0 0,1 0-1 0 0,-1-1 1 0 0,1 1 0 0 0,1-3-1 0 0,-2 4-599 0 0,0 0 0 0 0,1 1 0 0 0,-1-1 0 0 0,0 1 0 0 0,1-1 0 0 0,-1 0 0 0 0,0 1 0 0 0,1-1 0 0 0,-1 1 0 0 0,1-1 0 0 0,-1 1 0 0 0,1-1 0 0 0,-1 1 0 0 0,1-1 0 0 0,0 1 0 0 0,-1 0 0 0 0,1-1 0 0 0,-1 1 0 0 0,1 0 0 0 0,0-1 0 0 0,-1 1 0 0 0,1 0 0 0 0,0 0 0 0 0,-1 0-1 0 0,1-1 1 0 0,0 1 0 0 0,0 0 0 0 0,-1 0 0 0 0,1 0 0 0 0,1 1 0 0 0,0-1 151 0 0,0 1 0 0 0,0 0 0 0 0,0 0 1 0 0,-1 0-1 0 0,1 0 0 0 0,0 0 0 0 0,-1 0 0 0 0,1 0 0 0 0,0 0 0 0 0,2 4 0 0 0,27 37 2673 0 0,-16-18-2893 0 0,0-1 0 0 0,2 0 0 0 0,1-1 0 0 0,29 28 1 0 0,-41-44 23 0 0,0 0 0 0 0,0-1 1 0 0,0 0-1 0 0,1 0 0 0 0,0-1 1 0 0,0 0-1 0 0,0 0 0 0 0,0-1 1 0 0,1 0-1 0 0,-1 0 0 0 0,1 0 1 0 0,0-1-1 0 0,0-1 0 0 0,0 1 1 0 0,0-1-1 0 0,0 0 0 0 0,0-1 1 0 0,0 0-1 0 0,0 0 0 0 0,9-2 1 0 0,-12 0 57 0 0,1 0 1 0 0,-2 0-1 0 0,1 0 0 0 0,0-1 1 0 0,0 1-1 0 0,-1-1 1 0 0,1 0-1 0 0,-1-1 1 0 0,0 1-1 0 0,0-1 1 0 0,0 0-1 0 0,-1 0 1 0 0,1 0-1 0 0,-1 0 1 0 0,0-1-1 0 0,0 1 1 0 0,0-1-1 0 0,-1 0 1 0 0,0 0-1 0 0,0 0 1 0 0,0 0-1 0 0,1-7 1 0 0,4-14 63 0 0,-1 0 0 0 0,-1 0 0 0 0,2-30 1 0 0,-7 49-105 0 0,6-148 272 0 0,0 2-1254 0 0,-5 141-130 0 0,2 4-307 0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76 4249 0 0,'-3'-8'917'0'0,"0"0"0"0"0,0 1 0 0 0,-1-1-1 0 0,0 1 1 0 0,0-1 0 0 0,-6-7 0 0 0,9 14-768 0 0,0 0 1 0 0,0 0-1 0 0,0 0 0 0 0,0 0 1 0 0,0 0-1 0 0,0 0 0 0 0,0 0 1 0 0,0 0-1 0 0,0 0 0 0 0,-1 0 1 0 0,1 1-1 0 0,0-1 0 0 0,-1 1 0 0 0,1-1 1 0 0,0 1-1 0 0,-1-1 0 0 0,1 1 1 0 0,-1 0-1 0 0,1 0 0 0 0,0-1 1 0 0,-1 1-1 0 0,1 0 0 0 0,-1 0 1 0 0,1 1-1 0 0,-1-1 0 0 0,1 0 1 0 0,-1 0-1 0 0,1 1 0 0 0,0-1 1 0 0,-1 1-1 0 0,1-1 0 0 0,0 1 1 0 0,-1-1-1 0 0,1 1 0 0 0,0 0 1 0 0,0 0-1 0 0,0 0 0 0 0,-1 0 0 0 0,1-1 1 0 0,0 2-1 0 0,0-1 0 0 0,0 0 1 0 0,1 0-1 0 0,-2 2 0 0 0,-8 10 42 0 0,1 0-1 0 0,0 1 0 0 0,1 0 0 0 0,1 1 0 0 0,0 0 0 0 0,1 0 0 0 0,1 0 1 0 0,0 1-1 0 0,1-1 0 0 0,1 1 0 0 0,-2 23 0 0 0,5-32-206 0 0,0 1 0 0 0,0 0 0 0 0,1-1-1 0 0,0 1 1 0 0,1-1 0 0 0,0 1 0 0 0,0-1-1 0 0,0 0 1 0 0,1 0 0 0 0,0 0 0 0 0,1 0-1 0 0,-1 0 1 0 0,1-1 0 0 0,6 8 0 0 0,-7-10 2 0 0,0 0 0 0 0,1 0 0 0 0,-1 0 1 0 0,1 0-1 0 0,0 0 0 0 0,0-1 0 0 0,0 0 0 0 0,1 0 1 0 0,-1 0-1 0 0,1 0 0 0 0,0-1 0 0 0,0 1 1 0 0,0-1-1 0 0,0-1 0 0 0,0 1 0 0 0,0-1 0 0 0,0 0 1 0 0,1 0-1 0 0,-1 0 0 0 0,0-1 0 0 0,6 1 0 0 0,-8-2-16 0 0,0 1-1 0 0,0-1 1 0 0,0 0 0 0 0,0 0-1 0 0,-1 0 1 0 0,1 0-1 0 0,0-1 1 0 0,-1 1-1 0 0,1-1 1 0 0,-1 1-1 0 0,1-1 1 0 0,-1 0-1 0 0,0 0 1 0 0,2-2-1 0 0,-3 3 46 0 0,0 0 0 0 0,0 0 0 0 0,0 0-1 0 0,0 0 1 0 0,-1 0 0 0 0,1 0-1 0 0,-1 0 1 0 0,1 0 0 0 0,0 0-1 0 0,-1 0 1 0 0,0 0 0 0 0,1-1-1 0 0,-1 1 1 0 0,0 0 0 0 0,0 0 0 0 0,1 0-1 0 0,-1 0 1 0 0,0-1 0 0 0,0 1-1 0 0,0 0 1 0 0,0 0 0 0 0,-1-1-1 0 0,1 1 1 0 0,0 0 0 0 0,0 0-1 0 0,-1 0 1 0 0,1 0 0 0 0,-1-1 0 0 0,1 1-1 0 0,-1 0 1 0 0,1 0 0 0 0,-1 0-1 0 0,0 0 1 0 0,0 0 0 0 0,1 0-1 0 0,-2-1 1 0 0,1 2-4 0 0,1 0-38 0 0,0 0-1 0 0,0-1 1 0 0,0 1 0 0 0,0 0-1 0 0,0 0 1 0 0,0 0 0 0 0,0 0-1 0 0,0 0 1 0 0,0-1 0 0 0,0 1-1 0 0,0 0 1 0 0,-1 0-1 0 0,1 0 1 0 0,0 0 0 0 0,1-1-1 0 0,-1 1 1 0 0,0 0 0 0 0,0 0-1 0 0,0 0 1 0 0,0 0 0 0 0,0-1-1 0 0,0 1 1 0 0,0 0 0 0 0,0 0-1 0 0,0 0 1 0 0,0 0-1 0 0,0-1 1 0 0,0 1 0 0 0,0 0-1 0 0,0 0 1 0 0,1 0 0 0 0,-1 0-1 0 0,0 0 1 0 0,0 0 0 0 0,0 0-1 0 0,0-1 1 0 0,0 1-1 0 0,0 0 1 0 0,1 0 0 0 0,-1 0-1 0 0,0 0 1 0 0,0 0 0 0 0,0 0-1 0 0,0 0 1 0 0,1 0 0 0 0,-1 0-1 0 0,0 0 1 0 0,0 0 0 0 0,0 0-1 0 0,0 0 1 0 0,1 0-1 0 0,-1 0 1 0 0,4-3 33 0 0,30-26-55 0 0,-32 28 45 0 0,0 0 0 0 0,-1-1 0 0 0,1 1 1 0 0,-1-1-1 0 0,1 1 0 0 0,-1-1 1 0 0,0 0-1 0 0,0 0 0 0 0,1 0 0 0 0,-1 0 1 0 0,-1 0-1 0 0,1 0 0 0 0,0 0 0 0 0,0 0 1 0 0,-1 0-1 0 0,1 0 0 0 0,0-4 0 0 0,-2 6-5 0 0,1-1 0 0 0,-1 0 0 0 0,1 0 0 0 0,-1 0-1 0 0,1 0 1 0 0,-1 0 0 0 0,1 1 0 0 0,-1-1 0 0 0,0 0-1 0 0,1 0 1 0 0,-1 1 0 0 0,0-1 0 0 0,1 1-1 0 0,-1-1 1 0 0,0 0 0 0 0,0 1 0 0 0,0 0 0 0 0,0-1-1 0 0,0 1 1 0 0,0-1 0 0 0,1 1 0 0 0,-1 0 0 0 0,0 0-1 0 0,0-1 1 0 0,0 1 0 0 0,0 0 0 0 0,0 0-1 0 0,0 0 1 0 0,0 0 0 0 0,0 0 0 0 0,0 0 0 0 0,0 1-1 0 0,0-1 1 0 0,-2 1 0 0 0,-14-3-102 0 0,42-15 738 0 0,5-1-348 0 0,-18 9-149 0 0,1 1 0 0 0,0 0 0 0 0,1 1 0 0 0,0 1 0 0 0,0 0 0 0 0,0 1 0 0 0,1 0 0 0 0,24-4 0 0 0,-36 9-95 0 0,-1 0-1 0 0,0 0 0 0 0,0 1 1 0 0,0-1-1 0 0,1 1 0 0 0,-1 0 1 0 0,0 0-1 0 0,0-1 0 0 0,0 1 1 0 0,0 1-1 0 0,0-1 0 0 0,0 0 1 0 0,-1 0-1 0 0,1 1 0 0 0,0-1 1 0 0,-1 1-1 0 0,1-1 0 0 0,-1 1 1 0 0,1 0-1 0 0,-1-1 0 0 0,0 1 1 0 0,0 0-1 0 0,1 0 0 0 0,-1 0 1 0 0,-1 0-1 0 0,1 0 0 0 0,0 0 1 0 0,0 1-1 0 0,-1-1 0 0 0,1 0 1 0 0,-1 3-1 0 0,3 10 127 0 0,0 0 0 0 0,-2 1 0 0 0,1 19-1 0 0,-2-28-118 0 0,-1 41 80 0 0,0-33-743 0 0,1 0 0 0 0,0 0 0 0 0,1 0 0 0 0,5 21 1 0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57 4145 0 0,'1'-3'-231'0'0,"10"-37"3493"0"0,-11 39-3115 0 0,0 1 1 0 0,0-1-1 0 0,0 1 0 0 0,0-1 0 0 0,0 0 1 0 0,0 1-1 0 0,0-1 0 0 0,0 1 0 0 0,0-1 0 0 0,-1 1 1 0 0,1-1-1 0 0,0 1 0 0 0,0-1 0 0 0,0 1 1 0 0,-1-1-1 0 0,1 1 0 0 0,0-1 0 0 0,0 1 1 0 0,-1-1-1 0 0,1 1 0 0 0,-1 0 0 0 0,1-1 1 0 0,0 1-1 0 0,-2-1 0 0 0,1 1 45 0 0,0-1-1 0 0,0 1 1 0 0,0 0 0 0 0,0 0-1 0 0,-1 0 1 0 0,1 0 0 0 0,0 0-1 0 0,0 0 1 0 0,0 1 0 0 0,0-1-1 0 0,-1 0 1 0 0,1 1 0 0 0,0-1-1 0 0,0 1 1 0 0,0-1 0 0 0,0 1-1 0 0,-1 0 1 0 0,-6 3 141 0 0,1 1 1 0 0,0 0-1 0 0,1 0 1 0 0,-1 1-1 0 0,1-1 0 0 0,0 1 1 0 0,0 1-1 0 0,1-1 1 0 0,0 1-1 0 0,0 0 1 0 0,0 0-1 0 0,1 1 0 0 0,0-1 1 0 0,-4 14-1 0 0,7-20-316 0 0,1 0 1 0 0,0 1-1 0 0,0-1 1 0 0,0 0-1 0 0,0 0 0 0 0,0 0 1 0 0,0 0-1 0 0,0 0 0 0 0,0 0 1 0 0,1 1-1 0 0,-1-1 0 0 0,0 0 1 0 0,1 0-1 0 0,-1 0 1 0 0,0 0-1 0 0,1 0 0 0 0,0 0 1 0 0,-1 0-1 0 0,1 0 0 0 0,-1 0 1 0 0,1 0-1 0 0,0-1 0 0 0,0 1 1 0 0,0 0-1 0 0,-1 0 0 0 0,1-1 1 0 0,0 1-1 0 0,0 0 1 0 0,0-1-1 0 0,0 1 0 0 0,0-1 1 0 0,0 1-1 0 0,0-1 0 0 0,0 0 1 0 0,0 1-1 0 0,1-1 0 0 0,-1 0 1 0 0,0 0-1 0 0,0 0 0 0 0,1 1 1 0 0,9 0 23 0 0,0 1 0 0 0,-1-1 0 0 0,15-1 0 0 0,-13 0 62 0 0,16 1-68 0 0,39 6 0 0 0,-60-6-23 0 0,0 1 0 0 0,1 0 0 0 0,-1 0 0 0 0,0 0 1 0 0,0 1-1 0 0,0 0 0 0 0,-1 0 0 0 0,1 1 0 0 0,-1 0 0 0 0,10 7 0 0 0,-15-10 1 0 0,1 1-1 0 0,-1-1 1 0 0,0 1 0 0 0,0-1 0 0 0,1 1 0 0 0,-1-1-1 0 0,0 1 1 0 0,0 0 0 0 0,-1 0 0 0 0,1-1 0 0 0,0 1 0 0 0,-1 0-1 0 0,1 0 1 0 0,-1 0 0 0 0,1 0 0 0 0,-1 0 0 0 0,0 0 0 0 0,0 0-1 0 0,0 2 1 0 0,-1 0 7 0 0,1 0-1 0 0,-1 0 0 0 0,0 0 1 0 0,0 0-1 0 0,-1 0 1 0 0,1-1-1 0 0,-1 1 1 0 0,-4 6-1 0 0,-2 1-39 0 0,0 0-1 0 0,-1-1 1 0 0,0 0-1 0 0,-17 14 1 0 0,7-9-787 0 0,0 0-1 0 0,-1-2 1 0 0,-26 14-1 0 0,30-20-730 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7.8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57 1376 0 0,'8'-11'3753'0'0,"-4"5"-1360"0"0,0-1 1 0 0,1 1-1 0 0,-1 1 0 0 0,9-8 0 0 0,6 4-407 0 0,-18 9-2217 0 0,0 0 1 0 0,0 0-1 0 0,0 0 1 0 0,0 1-1 0 0,1-1 1 0 0,-1 0-1 0 0,0 0 1 0 0,0 1 0 0 0,0-1-1 0 0,0 1 1 0 0,0-1-1 0 0,0 1 1 0 0,0-1-1 0 0,-1 1 1 0 0,1 0-1 0 0,0-1 1 0 0,0 1-1 0 0,1 1 1 0 0,8 18-5541 0 0,-2 16 4418 0 0,-8-28 1353 0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0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53 1376 0 0,'0'31'13545'0'0,"17"-41"-13912"0"0,12-10-1686 0 0,41-21 0 0 0,-48 29 1943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65 10138 0 0,'0'-4'473'0'0,"0"0"1"0"0,0 0-1 0 0,0 0 0 0 0,1 1 1 0 0,0-1-1 0 0,0 0 0 0 0,0 0 0 0 0,0 1 1 0 0,3-6-1 0 0,-4 7-288 0 0,1 1-1 0 0,-1 0 1 0 0,0 0 0 0 0,1 0-1 0 0,-1 0 1 0 0,1 0 0 0 0,0 0 0 0 0,-1 0-1 0 0,1 0 1 0 0,0 0 0 0 0,-1 0-1 0 0,1 0 1 0 0,0 0 0 0 0,0 1-1 0 0,0-1 1 0 0,0 0 0 0 0,0 0-1 0 0,0 1 1 0 0,0-1 0 0 0,0 1 0 0 0,0-1-1 0 0,0 1 1 0 0,0-1 0 0 0,0 1-1 0 0,0 0 1 0 0,1 0 0 0 0,-1-1-1 0 0,0 1 1 0 0,0 0 0 0 0,0 0-1 0 0,1 0 1 0 0,-1 0 0 0 0,0 0 0 0 0,2 1-1 0 0,-2 0-113 0 0,1 0 0 0 0,-1 0-1 0 0,0 0 1 0 0,0 0-1 0 0,0 0 1 0 0,0 0 0 0 0,0 0-1 0 0,0 0 1 0 0,0 1 0 0 0,0-1-1 0 0,-1 0 1 0 0,1 1 0 0 0,-1-1-1 0 0,1 0 1 0 0,0 1 0 0 0,-1-1-1 0 0,0 1 1 0 0,1-1 0 0 0,-1 4-1 0 0,2 33 25 0 0,-1-30 26 0 0,-1 72-154 0 0,8 88 471 0 0,-6-148-940 0 0,2-1 1 0 0,0 1 0 0 0,1-1 0 0 0,1 0 0 0 0,1-1-1 0 0,14 29 1 0 0,-11-31-6708 0 0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8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29 5985 0 0,'-17'-23'8959'0'0,"19"17"-7864"0"0,34 8-11633 0 0,-28-1 10358 0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0 242 3225 0 0,'3'-16'680'0'0,"0"0"1"0"0,2 1 0 0 0,-1-1-1 0 0,2 1 1 0 0,0 0 0 0 0,1 1-1 0 0,0-1 1 0 0,1 1 0 0 0,0 1-1 0 0,2-1 1 0 0,-1 2 0 0 0,2-1 0 0 0,-1 1-1 0 0,20-16 1 0 0,-28 27-546 0 0,0-1 0 0 0,0 1 1 0 0,0 0-1 0 0,0 0 0 0 0,0-1 0 0 0,0 1 1 0 0,0 1-1 0 0,0-1 0 0 0,1 0 1 0 0,-1 0-1 0 0,0 1 0 0 0,1 0 0 0 0,-1-1 1 0 0,4 1-1 0 0,-5 0-95 0 0,-1 0 1 0 0,1 0-1 0 0,-1 0 1 0 0,1 1-1 0 0,-1-1 1 0 0,1 0-1 0 0,-1 0 1 0 0,1 1-1 0 0,-1-1 1 0 0,1 0 0 0 0,-1 0-1 0 0,1 1 1 0 0,-1-1-1 0 0,0 0 1 0 0,1 1-1 0 0,-1-1 1 0 0,0 1-1 0 0,1-1 1 0 0,-1 1-1 0 0,0-1 1 0 0,1 1-1 0 0,-1-1 1 0 0,1 1-1 0 0,-1 1-7 0 0,0 0 0 0 0,0-1 0 0 0,1 1 0 0 0,-1 0 0 0 0,0-1 0 0 0,0 1 0 0 0,-1 0 0 0 0,1-1 0 0 0,0 1 0 0 0,0-1 0 0 0,-2 4 0 0 0,-41 107-358 0 0,31-86-37 0 0,2-1 0 0 0,0 2 0 0 0,2-1 0 0 0,-10 56-1 0 0,18-77 354 0 0,0 0-1 0 0,0 0 0 0 0,0 0 0 0 0,1 0 1 0 0,-1 0-1 0 0,1 1 0 0 0,1-1 1 0 0,-1-1-1 0 0,1 1 0 0 0,0 0 0 0 0,0 0 1 0 0,0 0-1 0 0,0-1 0 0 0,1 0 0 0 0,0 1 1 0 0,0-1-1 0 0,0 0 0 0 0,0 0 0 0 0,1 0 1 0 0,0-1-1 0 0,-1 1 0 0 0,1-1 0 0 0,1 0 1 0 0,-1 0-1 0 0,0-1 0 0 0,1 1 0 0 0,-1-1 1 0 0,7 3-1 0 0,-5-3 144 0 0,0 0 0 0 0,1 0 0 0 0,-1 0 0 0 0,0-1 0 0 0,1 0-1 0 0,-1 0 1 0 0,1-1 0 0 0,-1 1 0 0 0,1-1 0 0 0,-1-1 0 0 0,0 1 0 0 0,1-1 0 0 0,-1 0 0 0 0,1-1 0 0 0,-1 0 0 0 0,0 0 0 0 0,0 0 0 0 0,0 0 0 0 0,0-1 0 0 0,0 0 0 0 0,-1 0-1 0 0,8-6 1 0 0,-11 7 12 0 0,1 0-1 0 0,-1 0 1 0 0,1-1-1 0 0,-1 1 1 0 0,0-1 0 0 0,0 1-1 0 0,0-1 1 0 0,-1 0-1 0 0,1 1 1 0 0,0-1-1 0 0,-1 0 1 0 0,0 0-1 0 0,0 0 1 0 0,0 0-1 0 0,0-1 1 0 0,0 1-1 0 0,0 0 1 0 0,-1-6-1 0 0,0 4-19 0 0,0 0 0 0 0,-1 0 0 0 0,0 0 0 0 0,0 0 0 0 0,-1 1 0 0 0,1-1 0 0 0,-1 0 0 0 0,0 1 0 0 0,0-1 0 0 0,-1 1 0 0 0,-3-6 1 0 0,-3-2-73 0 0,-1 0 1 0 0,-1 0-1 0 0,0 1 1 0 0,0 0 0 0 0,-1 1-1 0 0,-24-16 1 0 0,-76-40-4733 0 0,92 53-1796 0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49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35 293 3681 0 0,'-1'-2'291'0'0,"0"0"0"0"0,0 1 0 0 0,0-1 0 0 0,0 0 0 0 0,-1 0-1 0 0,1 1 1 0 0,0-1 0 0 0,-1 1 0 0 0,1-1 0 0 0,-1 1 0 0 0,-2-2 0 0 0,-12-14 6640 0 0,20 26-5585 0 0,1 0-1 0 0,1-1 1 0 0,10 13-1 0 0,-12-16-1219 0 0,1 0-1 0 0,-1 0 1 0 0,1-1-1 0 0,0 0 1 0 0,0 0-1 0 0,1 0 0 0 0,-1-1 1 0 0,1 0-1 0 0,0 0 1 0 0,0 0-1 0 0,0-1 1 0 0,0 0-1 0 0,0 0 1 0 0,1 0-1 0 0,-1-1 0 0 0,1 0 1 0 0,-1 0-1 0 0,12 0 1 0 0,-15-1-69 0 0,0 0 1 0 0,0 0 0 0 0,0 0-1 0 0,0-1 1 0 0,0 1 0 0 0,1-1-1 0 0,-1 1 1 0 0,0-1 0 0 0,0 0-1 0 0,-1 0 1 0 0,1 0 0 0 0,0-1-1 0 0,0 1 1 0 0,0-1 0 0 0,-1 0-1 0 0,1 1 1 0 0,4-5 0 0 0,-5 3-18 0 0,0 0 0 0 0,-1 0 0 0 0,1 0 0 0 0,-1 0 0 0 0,0 0 0 0 0,0 0 0 0 0,0 0 1 0 0,0-1-1 0 0,0 1 0 0 0,-1 0 0 0 0,1 0 0 0 0,-1-1 0 0 0,0 1 0 0 0,0 0 1 0 0,0-1-1 0 0,0 1 0 0 0,-2-4 0 0 0,-14-85 506 0 0,-2-5-1342 0 0,17 83-1411 0 0,0-1 0 0 0,2-21 0 0 0,2 14-5005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5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66 264 5065 0 0,'3'-10'731'0'0,"-1"0"1"0"0,-1 0-1 0 0,0 0 0 0 0,0-1 1 0 0,-1-16-1 0 0,-1 21-183 0 0,1 0 0 0 0,-1-1 0 0 0,0 1 0 0 0,-1 0 0 0 0,1 0 0 0 0,-1 0 0 0 0,-1 0 0 0 0,1 0 0 0 0,-1 0 0 0 0,-4-7 0 0 0,7 12-391 0 0,-1 0 0 0 0,0 0 1 0 0,0 0-1 0 0,1 0 1 0 0,-1 0-1 0 0,0 0 1 0 0,0 0-1 0 0,0 0 0 0 0,0 1 1 0 0,0-1-1 0 0,0 0 1 0 0,0 0-1 0 0,-1 1 1 0 0,1-1-1 0 0,0 1 0 0 0,0-1 1 0 0,0 1-1 0 0,-3-1 1 0 0,3 1-74 0 0,0 0 0 0 0,0 0 0 0 0,1 1 0 0 0,-1-1 0 0 0,0 0 0 0 0,0 0 1 0 0,0 1-1 0 0,1-1 0 0 0,-1 1 0 0 0,0-1 0 0 0,0 1 0 0 0,1-1 0 0 0,-1 1 0 0 0,0-1 1 0 0,1 1-1 0 0,-1-1 0 0 0,1 1 0 0 0,-1 0 0 0 0,1-1 0 0 0,-1 1 0 0 0,0 1 0 0 0,-1 2 47 0 0,0 0 0 0 0,0 0 0 0 0,0 1 0 0 0,1-1 0 0 0,0 1 0 0 0,0-1 0 0 0,0 1 0 0 0,-1 7 0 0 0,2-2-98 0 0,0 0 0 0 0,1 0 0 0 0,0 1 0 0 0,1-1 0 0 0,0 0 0 0 0,0 0 0 0 0,1 0 0 0 0,0-1 0 0 0,1 1 0 0 0,0-1 0 0 0,0 0 0 0 0,1 0 0 0 0,0 0 1 0 0,1 0-1 0 0,0-1 0 0 0,9 9 0 0 0,-7-8-62 0 0,1-1 0 0 0,0 0 0 0 0,1 0 0 0 0,0-1 1 0 0,0 0-1 0 0,1-1 0 0 0,-1 0 0 0 0,1-1 0 0 0,1 0 1 0 0,-1-1-1 0 0,1 0 0 0 0,-1-1 0 0 0,18 3 0 0 0,-25-5-14 0 0,0 0 0 0 0,1-1 0 0 0,-1 1 0 0 0,0-1 0 0 0,1 0 0 0 0,-1 0 0 0 0,1-1 0 0 0,-1 1 0 0 0,0-1 0 0 0,1 0 0 0 0,-1 0 0 0 0,0-1 0 0 0,0 1 0 0 0,0-1 0 0 0,0 0 0 0 0,0 0 0 0 0,0 0 0 0 0,0 0-1 0 0,-1-1 1 0 0,1 0 0 0 0,-1 0 0 0 0,0 0 0 0 0,0 0 0 0 0,0 0 0 0 0,0 0 0 0 0,0-1 0 0 0,-1 1 0 0 0,1-1 0 0 0,-1 0 0 0 0,0 0 0 0 0,0 0 0 0 0,2-8 0 0 0,-1 2 78 0 0,-1 0 0 0 0,0 0 0 0 0,0 0 0 0 0,-1 0 0 0 0,0-1 0 0 0,-1 1 0 0 0,0-1 0 0 0,0 1 0 0 0,-1 0 0 0 0,-1-1 0 0 0,0 1 0 0 0,-6-19 0 0 0,1 10 193 0 0,-1 0 0 0 0,-1 1 0 0 0,0 0 0 0 0,-1 0 0 0 0,-19-23 0 0 0,25 36-231 0 0,-1-1-1 0 0,0 1 1 0 0,-1 0 0 0 0,1 0-1 0 0,-1 0 1 0 0,0 1 0 0 0,0 0-1 0 0,-8-4 1 0 0,10 7-122 0 0,0-1-1 0 0,0 1 1 0 0,0-1 0 0 0,0 1 0 0 0,0 1-1 0 0,0-1 1 0 0,-1 0 0 0 0,1 1 0 0 0,0 0 0 0 0,0 0-1 0 0,0 0 1 0 0,-1 1 0 0 0,1-1 0 0 0,0 1-1 0 0,-5 2 1 0 0,-4 2-4817 0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 6449 0 0,'-1'10'4853'0'0,"1"13"-2233"0"0,0 8-541 0 0,-6 50 1 0 0,3-47-1594 0 0,0 52 1 0 0,4-77-768 0 0,-1 1 1 0 0,2-1 0 0 0,-1 0 0 0 0,1 0 0 0 0,1 0-1 0 0,-1 0 1 0 0,2-1 0 0 0,-1 1 0 0 0,1-1 0 0 0,6 11-1 0 0,-1-7-1047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1:51.2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0 382 2761 0 0,'2'-11'1204'0'0,"1"0"1"0"0,0 0 0 0 0,0 0-1 0 0,7-13 1 0 0,-9 20-565 0 0,1 0-1 0 0,0 0 1 0 0,0 0-1 0 0,1 0 1 0 0,-1 1 0 0 0,1-1-1 0 0,0 1 1 0 0,0-1-1 0 0,0 1 1 0 0,0 0 0 0 0,1 0-1 0 0,-1 0 1 0 0,7-3-1 0 0,-9 6-503 0 0,1-1 0 0 0,0 1 0 0 0,0 0 0 0 0,0-1 0 0 0,-1 1-1 0 0,1 0 1 0 0,0 0 0 0 0,0 0 0 0 0,0 1 0 0 0,0-1 0 0 0,-1 0-1 0 0,1 1 1 0 0,0-1 0 0 0,0 1 0 0 0,-1-1 0 0 0,1 1 0 0 0,0 0-1 0 0,-1 0 1 0 0,1 0 0 0 0,1 1 0 0 0,34 28 553 0 0,-21-16-478 0 0,6 2-89 0 0,1 0 0 0 0,0-2 0 0 0,33 16 0 0 0,-45-25-79 0 0,-1-1-1 0 0,1 0 0 0 0,-1-1 0 0 0,1 0 0 0 0,0 0 1 0 0,0-1-1 0 0,1-1 0 0 0,-1 0 0 0 0,0 0 0 0 0,21-2 0 0 0,-31 1-25 0 0,0-1-1 0 0,0 1 1 0 0,0-1-1 0 0,0 1 1 0 0,0-1-1 0 0,0 1 1 0 0,0-1-1 0 0,0 1 1 0 0,0-1-1 0 0,0 0 1 0 0,0 0-1 0 0,0 1 1 0 0,-1-1-1 0 0,1 0 1 0 0,0 0-1 0 0,-1 0 1 0 0,1 0-1 0 0,0 0 1 0 0,-1 0-1 0 0,1 0 1 0 0,-1 0-1 0 0,0 0 1 0 0,1 0-1 0 0,-1 0 0 0 0,0 0 1 0 0,0-1-1 0 0,1 1 1 0 0,-1 0-1 0 0,0 0 1 0 0,0 0-1 0 0,0 0 1 0 0,-1-3-1 0 0,-6-43 528 0 0,5 34-406 0 0,-11-54-43 0 0,-9-69 657 0 0,14 45-7858 0 0,8 62-374 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3.6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42 5985 0 0,'-3'-15'463'0'0,"3"-12"9492"0"0,3 47-7875 0 0,76 642 1824 0 0,-4-44-3750 0 0,-74-606-255 0 0,3 36 274 0 0,-4-45-321 0 0,0 0 1 0 0,0 1-1 0 0,0-1 0 0 0,-1 0 1 0 0,1 0-1 0 0,-1 0 0 0 0,0 0 0 0 0,0 0 1 0 0,0 0-1 0 0,0 0 0 0 0,-3 4 0 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1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44 1464 0 0,'-25'-43'11966'0'0,"59"63"-10787"0"0,0-1 0 0 0,41 14 0 0 0,16 9-260 0 0,218 112-82 0 0,-205-107-856 0 0,112 32-1 0 0,-172-66 29 0 0,-8-3-27 0 0,0 2 0 0 0,-1 1-1 0 0,34 18 1 0 0,-68-31 18 0 0,-1 1-1 0 0,1-1 1 0 0,0 0 0 0 0,0 1-1 0 0,0-1 1 0 0,-1 1 0 0 0,1-1-1 0 0,0 1 1 0 0,-1-1 0 0 0,1 1-1 0 0,0-1 1 0 0,-1 1 0 0 0,1 0-1 0 0,-1 0 1 0 0,1-1 0 0 0,-1 1-1 0 0,1 0 1 0 0,-1 0-1 0 0,1-1 1 0 0,-1 1 0 0 0,0 0-1 0 0,1 0 1 0 0,-1 0 0 0 0,0-1-1 0 0,0 1 1 0 0,0 0 0 0 0,0 0-1 0 0,0 0 1 0 0,0 0 0 0 0,0 0-1 0 0,0 1 1 0 0,-1 0-7 0 0,0 0 0 0 0,0 0-1 0 0,0 0 1 0 0,-1 0 0 0 0,1-1 0 0 0,-1 1-1 0 0,1-1 1 0 0,-1 1 0 0 0,1-1 0 0 0,-1 1 0 0 0,0-1-1 0 0,-3 2 1 0 0,-8 4 52 0 0,0 0 0 0 0,-25 8 1 0 0,-38 16 120 0 0,1 2 0 0 0,2 4 0 0 0,2 3 0 0 0,1 3 1 0 0,2 3-1 0 0,3 3 0 0 0,-97 94 0 0 0,91-81-1205 0 0,39-35-14 0 0,0 2 1 0 0,-28 34-1 0 0,55-57-70 0 0,4-2-134 0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5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51 9674 0 0,'0'-7'324'0'0,"0"2"431"0"0,0 1 0 0 0,0 0 1 0 0,0 0-1 0 0,-1 0 0 0 0,1 0 1 0 0,-1 0-1 0 0,0 0 0 0 0,-2-7 1 0 0,2 34 2753 0 0,0 0-3236 0 0,64 508 1610 0 0,-45-423-1883 0 0,4-1 0 0 0,5-2 0 0 0,4 0 0 0 0,54 120 0 0 0,64 180-1877 0 0,-148-401 2027 0 0,1 1-906 0 0,-1 0 0 0 0,1 0 0 0 0,0 0 0 0 0,0-1 0 0 0,5 8 0 0 0,-7-11 547 0 0,1-1 1 0 0,-1 1 0 0 0,1 0 0 0 0,0 0 0 0 0,0 0 0 0 0,0-1 0 0 0,-1 1-1 0 0,1 0 1 0 0,0-1 0 0 0,0 1 0 0 0,0-1 0 0 0,0 1 0 0 0,0-1 0 0 0,0 1-1 0 0,0-1 1 0 0,0 0 0 0 0,0 1 0 0 0,0-1 0 0 0,0 0 0 0 0,0 0-1 0 0,1 0 1 0 0,-1 0 0 0 0,0 0 0 0 0,0 0 0 0 0,0 0 0 0 0,0 0 0 0 0,0 0-1 0 0,0-1 1 0 0,0 1 0 0 0,0 0 0 0 0,0-1 0 0 0,2 0 0 0 0,7-4 17 0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4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30 106 5985 0 0,'-2'0'176'0'0,"0"0"-1"0"0,-1-1 0 0 0,1 0 1 0 0,0 0-1 0 0,0 1 0 0 0,0-1 1 0 0,0 0-1 0 0,0-1 0 0 0,0 1 0 0 0,0 0 1 0 0,-3-3-1 0 0,4-5 1567 0 0,14 0-403 0 0,16 0-739 0 0,1 2 0 0 0,0 0 0 0 0,0 2 0 0 0,43-1 0 0 0,-13 0 28 0 0,581-29 3915 0 0,1 52-3288 0 0,-596-14-1425 0 0,91 2 155 0 0,-48-9-3207 0 0,-71 2-3069 0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5.4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1775 37 5985 0 0,'5'0'295'0'0,"0"-1"-1"0"0,-1 1 0 0 0,1-1 1 0 0,-1-1-1 0 0,1 1 0 0 0,-1 0 1 0 0,0-1-1 0 0,0 0 1 0 0,0 0-1 0 0,6-4 0 0 0,-10 6-243 0 0,0-1 0 0 0,0 1 0 0 0,0-1 0 0 0,0 1 0 0 0,0 0 0 0 0,0-1 0 0 0,0 1 0 0 0,0-1 0 0 0,0 1 0 0 0,0 0 0 0 0,0-1 0 0 0,0 1 0 0 0,0-1 0 0 0,0 1 0 0 0,0 0 0 0 0,-1-1 0 0 0,1 1 0 0 0,0-1 0 0 0,0 1 0 0 0,0 0 0 0 0,-1-1 0 0 0,1 1 0 0 0,0 0 0 0 0,0-1 0 0 0,-1 1 0 0 0,1 0 0 0 0,0 0 0 0 0,-1-1 0 0 0,1 1 0 0 0,0 0 0 0 0,-1 0 0 0 0,1-1 0 0 0,0 1 0 0 0,-1 0 0 0 0,1 0 0 0 0,-1 0-1 0 0,1 0 1 0 0,0 0 0 0 0,-1-1 0 0 0,1 1 0 0 0,-1 0 0 0 0,1 0 0 0 0,0 0 0 0 0,-1 0 0 0 0,0 0 0 0 0,-21-5 1353 0 0,-26 5-87 0 0,0 3 1 0 0,1 1-1 0 0,-50 12 1 0 0,-16 1-46 0 0,-690 55 2044 0 0,790-72-3313 0 0,-483 19 161 0 0,476-19-160 0 0,5-1-322 0 0,-1 1 0 0 0,1 1 0 0 0,0 0 0 0 0,-1 1 0 0 0,-17 5 0 0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1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9674 0 0,'3'13'5898'0'0,"1"8"-4301"0"0,5 21-1222 0 0,18 149 861 0 0,-10-52-1420 0 0,50 189-1 0 0,-62-310-644 0 0,1 0-1 0 0,1 0 1 0 0,0-1 0 0 0,1 0 0 0 0,18 27 0 0 0,-11-25-4237 0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4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99 7370 0 0,'-1'-2'45'0'0,"1"1"0"0"0,-1-1 0 0 0,1 0 0 0 0,0 1 0 0 0,-1-1 0 0 0,1 0 0 0 0,0 1 0 0 0,0-1 0 0 0,0 0 0 0 0,0 1 0 0 0,1-1 0 0 0,-1 0 0 0 0,0 1 0 0 0,1-1 0 0 0,-1 0 0 0 0,1 1 0 0 0,-1-1 0 0 0,1 1 0 0 0,2-4 0 0 0,0 3 77 0 0,0-1 0 0 0,0 1 0 0 0,0 0 0 0 0,1-1 0 0 0,-1 2 0 0 0,1-1 0 0 0,6-2 0 0 0,-9 3-101 0 0,16-6 815 0 0,1-1 0 0 0,-1 2 0 0 0,1 1-1 0 0,1 0 1 0 0,-1 1 0 0 0,35-3-1 0 0,-45 7-685 0 0,0 0-1 0 0,0 0 1 0 0,0 1-1 0 0,-1 0 1 0 0,1 1-1 0 0,0-1 1 0 0,-1 1-1 0 0,1 1 1 0 0,-1 0-1 0 0,0 0 0 0 0,1 0 1 0 0,-1 1-1 0 0,-1 0 1 0 0,1 0-1 0 0,-1 1 1 0 0,1-1-1 0 0,-1 1 1 0 0,-1 1-1 0 0,7 6 1 0 0,-2 1-112 0 0,-1 1 0 0 0,0-1 0 0 0,-1 1 0 0 0,-1 1 1 0 0,0 0-1 0 0,-1 0 0 0 0,-1 0 0 0 0,0 0 0 0 0,-1 1 1 0 0,0 0-1 0 0,-2 0 0 0 0,0 0 0 0 0,0 0 1 0 0,-2 1-1 0 0,0-1 0 0 0,-1 0 0 0 0,0 0 0 0 0,-7 28 1 0 0,5-27-139 0 0,-2 1 0 0 0,0-1 0 0 0,0-1 0 0 0,-2 1 0 0 0,0-1 0 0 0,-1 0 0 0 0,-1 0 0 0 0,0-1 0 0 0,-1 0 1 0 0,0-1-1 0 0,-1 0 0 0 0,-1-1 0 0 0,0 0 0 0 0,-1-1 0 0 0,-1 0 0 0 0,1-1 0 0 0,-17 9 0 0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9674 0 0,'6'5'370'0'0,"-1"1"0"0"0,1-1 0 0 0,-1 1-1 0 0,0 0 1 0 0,0 0 0 0 0,-1 0 0 0 0,0 1 0 0 0,0-1 0 0 0,5 14-1 0 0,-3-10-23 0 0,3 8 111 0 0,-1 1 0 0 0,-1 0 1 0 0,0 0-1 0 0,-2 0 1 0 0,0 1-1 0 0,4 33 1 0 0,-3 65-5039 0 0,-5-114 4581 0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6.8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67 8754 0 0,'-10'-14'384'0'0,"4"7"88"0"0,2-1-376 0 0,0 3-96 0 0,2 1 0 0 0,2 1 0 0 0,0 0 184 0 0,-1-1 16 0 0,1-2 8 0 0,-2 0 0 0 0,2 1-208 0 0,3 3-152 0 0,0 5 24 0 0,1 4 8 0 0,1 5 120 0 0,-3 3 0 0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1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58 5529 0 0,'-1'0'42'0'0,"0"1"0"0"0,0 0 0 0 0,0-1 0 0 0,0 1 0 0 0,0 0 0 0 0,0-1 0 0 0,1 1 0 0 0,-1 0 0 0 0,0 0 0 0 0,0 0 0 0 0,1 0 0 0 0,-1 0 0 0 0,0 0 0 0 0,1 0 0 0 0,-1 0 0 0 0,1 0 0 0 0,-1 0-1 0 0,1 0 1 0 0,0 0 0 0 0,-1 0 0 0 0,1 0 0 0 0,0 2 0 0 0,-9 35 528 0 0,7-27-110 0 0,-1 2 156 0 0,0 0 0 0 0,1 0 0 0 0,0 0 0 0 0,1 0 0 0 0,1 24 0 0 0,0-33-500 0 0,1-1 1 0 0,-1 0 0 0 0,1 1 0 0 0,0-1-1 0 0,0 0 1 0 0,0 0 0 0 0,1 1 0 0 0,-1-1-1 0 0,1 0 1 0 0,-1 0 0 0 0,1 0 0 0 0,0-1-1 0 0,0 1 1 0 0,0 0 0 0 0,1-1 0 0 0,-1 1-1 0 0,1-1 1 0 0,-1 0 0 0 0,1 0 0 0 0,0 0-1 0 0,0 0 1 0 0,0 0 0 0 0,0-1-1 0 0,0 1 1 0 0,0-1 0 0 0,0 0 0 0 0,7 2-1 0 0,-1-2 116 0 0,1 0 0 0 0,-1-1 0 0 0,1 0 0 0 0,-1 0 0 0 0,1-1 0 0 0,-1 0 0 0 0,1-1 0 0 0,-1 0 0 0 0,0 0 0 0 0,0-1 0 0 0,0 0 0 0 0,0-1 0 0 0,0 0 0 0 0,-1 0 0 0 0,1-1 0 0 0,-1 0 0 0 0,0 0 0 0 0,13-13 0 0 0,-16 13-144 0 0,1 0 0 0 0,-1 0 0 0 0,-1 0 0 0 0,1-1 0 0 0,-1 0 1 0 0,0 0-1 0 0,0 0 0 0 0,-1 0 0 0 0,0-1 0 0 0,0 1 0 0 0,3-11 0 0 0,-5 12-32 0 0,0 0 0 0 0,0 0-1 0 0,-1 0 1 0 0,1 0 0 0 0,-1 1 0 0 0,-1-1-1 0 0,1 0 1 0 0,-1 0 0 0 0,1 0 0 0 0,-1 0-1 0 0,-1 1 1 0 0,1-1 0 0 0,-1 0 0 0 0,0 1-1 0 0,0-1 1 0 0,0 1 0 0 0,0 0 0 0 0,-4-5-1 0 0,1 3-63 0 0,0 0 0 0 0,0 1 0 0 0,0-1 0 0 0,-1 1-1 0 0,0 0 1 0 0,0 1 0 0 0,-1-1 0 0 0,1 1 0 0 0,-1 0-1 0 0,0 1 1 0 0,0 0 0 0 0,0 0 0 0 0,0 0-1 0 0,0 1 1 0 0,-1 0 0 0 0,-9-1 0 0 0,8 2-337 0 0,0 0 0 0 0,0 0 1 0 0,1 1-1 0 0,-1 0 0 0 0,0 1 1 0 0,0 0-1 0 0,1 0 0 0 0,-15 5 0 0 0,21-6 25 0 0,-1 1 0 0 0,1 0 0 0 0,-1 1 0 0 0,1-1 0 0 0,0 0 0 0 0,-1 1 0 0 0,1-1 0 0 0,-3 4 0 0 0,-4 3-1151 0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252 433 2761 0 0,'0'-1'114'0'0,"-1"-1"-1"0"0,1 0 1 0 0,-1 0 0 0 0,1 1 0 0 0,-1-1 0 0 0,0 0 0 0 0,1 1 0 0 0,-1-1 0 0 0,0 1 0 0 0,0-1 0 0 0,0 1 0 0 0,0-1-1 0 0,0 1 1 0 0,0 0 0 0 0,-1-1 0 0 0,1 1 0 0 0,0 0 0 0 0,-1 0 0 0 0,1 0 0 0 0,-1 0 0 0 0,1 0 0 0 0,-1 0 0 0 0,1 1 0 0 0,-1-1-1 0 0,0 0 1 0 0,1 1 0 0 0,-1-1 0 0 0,0 1 0 0 0,0 0 0 0 0,1 0 0 0 0,-1-1 0 0 0,0 1 0 0 0,-3 1 0 0 0,-4-2 511 0 0,0 1 1 0 0,0 0-1 0 0,0 1 0 0 0,0 0 1 0 0,-13 3-1 0 0,12-1-308 0 0,1 0-1 0 0,0 1 1 0 0,0 0-1 0 0,1 1 0 0 0,-1 0 1 0 0,1 0-1 0 0,0 1 1 0 0,0 0-1 0 0,1 1 1 0 0,0-1-1 0 0,0 1 0 0 0,-9 13 1 0 0,13-17-293 0 0,1 0 0 0 0,-1 0 0 0 0,1 0 1 0 0,0 1-1 0 0,0 0 0 0 0,0-1 0 0 0,0 1 1 0 0,1 0-1 0 0,0 0 0 0 0,-1 0 0 0 0,2 0 1 0 0,-1 0-1 0 0,0 0 0 0 0,1 0 0 0 0,-1 0 0 0 0,1 0 1 0 0,0 0-1 0 0,1 0 0 0 0,-1 0 0 0 0,1 0 1 0 0,0 0-1 0 0,-1 0 0 0 0,2 0 0 0 0,-1 0 0 0 0,0 0 1 0 0,1 0-1 0 0,0-1 0 0 0,0 1 0 0 0,0-1 1 0 0,0 1-1 0 0,1-1 0 0 0,3 4 0 0 0,-3-4-33 0 0,0 0 0 0 0,0 0 1 0 0,0-1-1 0 0,0 1 0 0 0,1-1 0 0 0,-1 0 0 0 0,1 0 0 0 0,-1 0 0 0 0,1 0 0 0 0,0-1 0 0 0,0 1 1 0 0,0-1-1 0 0,0 0 0 0 0,0-1 0 0 0,6 2 0 0 0,-3-2-122 0 0,-1 0 1 0 0,1-1-1 0 0,0 1 0 0 0,-1-1 0 0 0,1-1 1 0 0,-1 1-1 0 0,0-1 0 0 0,1 0 0 0 0,6-3 1 0 0,-4 0-123 0 0,0 1 0 0 0,-1-1 0 0 0,1-1 0 0 0,-1 1 0 0 0,0-2 0 0 0,0 1 0 0 0,-1-1 0 0 0,0 0 0 0 0,0 0 0 0 0,0-1 0 0 0,-1 0 0 0 0,8-14 0 0 0,-8 9 116 0 0,-1 0-1 0 0,-1-1 1 0 0,0 1 0 0 0,-1-1 0 0 0,0 0 0 0 0,-1 0-1 0 0,-1 0 1 0 0,0 0 0 0 0,-1 0 0 0 0,-1 0-1 0 0,-2-19 1 0 0,-6-18 1176 0 0,-26-86 0 0 0,25 101-503 0 0,5 18-46 0 0,-12-39 1066 0 0,16 53-1308 0 0,-1 1-1 0 0,0-1 1 0 0,1 0 0 0 0,-1 1 0 0 0,-1-1 0 0 0,1 1-1 0 0,0 0 1 0 0,-1 0 0 0 0,0 0 0 0 0,1 0 0 0 0,-7-4 0 0 0,9 7-164 0 0,0-1 0 0 0,-1 1 0 0 0,1 0 0 0 0,-1-1 0 0 0,1 1 0 0 0,-1 0 0 0 0,1-1 0 0 0,-1 1 0 0 0,0 0 0 0 0,1 0 0 0 0,-1 0 0 0 0,1-1 0 0 0,-1 1 0 0 0,0 0 0 0 0,1 0 0 0 0,-1 0 0 0 0,1 0 0 0 0,-1 0 0 0 0,0 0 0 0 0,1 0 0 0 0,-1 0 0 0 0,1 0 1 0 0,-1 1-1 0 0,0-1 0 0 0,1 0 0 0 0,-1 0 0 0 0,1 0 0 0 0,-1 1 0 0 0,1-1 0 0 0,-1 0 0 0 0,1 1 0 0 0,-1-1 0 0 0,0 1 0 0 0,0 1 41 0 0,0 0-1 0 0,0-1 1 0 0,0 1 0 0 0,0 0-1 0 0,0 0 1 0 0,1 0-1 0 0,-1-1 1 0 0,1 1 0 0 0,-1 0-1 0 0,1 4 1 0 0,-1 45 673 0 0,13 9-689 0 0,2 0-1 0 0,3-1 1 0 0,32 77 0 0 0,-10-29-1222 0 0,-23-60-3962 0 0,0-2-1720 0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7.9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1 454 7834 0 0,'15'-2'693'0'0,"0"-1"0"0"0,0 0 1 0 0,0-1-1 0 0,-1-1 0 0 0,1 0 1 0 0,-1-1-1 0 0,0 0 0 0 0,-1-1 1 0 0,21-15-1 0 0,-23 15-539 0 0,-1-1-1 0 0,1-1 0 0 0,-2 0 1 0 0,1-1-1 0 0,-1 1 1 0 0,-1-2-1 0 0,1 1 1 0 0,-2-1-1 0 0,0-1 0 0 0,0 1 1 0 0,7-18-1 0 0,-7 10-123 0 0,0 0-1 0 0,-1 0 1 0 0,-1-1 0 0 0,0 0-1 0 0,-2 0 1 0 0,2-37 0 0 0,-5 53 69 0 0,0-1 1 0 0,0 0-1 0 0,-1 0 0 0 0,1 0 1 0 0,-1 1-1 0 0,0-1 1 0 0,0 0-1 0 0,-1 1 1 0 0,1-1-1 0 0,-1 1 1 0 0,0 0-1 0 0,-3-5 1 0 0,4 8-35 0 0,0-1-1 0 0,0 1 1 0 0,0 0 0 0 0,-1-1 0 0 0,1 1 0 0 0,0 0 0 0 0,-1 0 0 0 0,1 0 0 0 0,-1 0 0 0 0,0 1 0 0 0,1-1 0 0 0,-1 0 0 0 0,0 1 0 0 0,1-1 0 0 0,-1 1 0 0 0,0-1 0 0 0,0 1 0 0 0,1 0 0 0 0,-1 0-1 0 0,0 0 1 0 0,0 0 0 0 0,0 0 0 0 0,1 0 0 0 0,-1 0 0 0 0,0 0 0 0 0,0 1 0 0 0,1-1 0 0 0,-1 1 0 0 0,0 0 0 0 0,1-1 0 0 0,-1 1 0 0 0,0 0 0 0 0,1 0 0 0 0,-3 1 0 0 0,-5 4 39 0 0,-1 1 1 0 0,1-1-1 0 0,1 1 1 0 0,-1 1-1 0 0,1-1 1 0 0,0 1-1 0 0,1 1 1 0 0,-9 12-1 0 0,5-4-107 0 0,0 0-1 0 0,1 0 1 0 0,-13 35 0 0 0,20-44-5 0 0,0 0 1 0 0,0 0-1 0 0,1 0 1 0 0,0 1-1 0 0,0-1 1 0 0,1 1-1 0 0,0 0 1 0 0,0-1 0 0 0,1 1-1 0 0,1 0 1 0 0,-1-1-1 0 0,1 1 1 0 0,1-1-1 0 0,0 1 1 0 0,0-1 0 0 0,0 1-1 0 0,1-1 1 0 0,0 0-1 0 0,1 0 1 0 0,0 0-1 0 0,0-1 1 0 0,1 0 0 0 0,0 1-1 0 0,0-1 1 0 0,0-1-1 0 0,1 1 1 0 0,0-1-1 0 0,0 0 1 0 0,1 0-1 0 0,0-1 1 0 0,0 0 0 0 0,15 8-1 0 0,-7-5-632 0 0,1 0 0 0 0,0-2 0 0 0,30 9 0 0 0,-10-7-6068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2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867 2 13827 0 0,'-3'-1'2524'0'0,"1"8"-1562"0"0,0 10-214 0 0,10 65-430 0 0,4-1 0 0 0,23 83-1 0 0,-16-83-508 0 0,1 5-983 0 0,3-1 1 0 0,41 94-1 0 0,-60-168 1058 0 0,15 40-238 0 0,-18-49 351 0 0,-1 0 0 0 0,1 0 0 0 0,-1 0 0 0 0,1 0 0 0 0,-1 0 0 0 0,0-1 0 0 0,0 1 0 0 0,0 0 0 0 0,0 0 0 0 0,0 0 0 0 0,-1 0 0 0 0,1 0 0 0 0,0 0 0 0 0,-1 0 0 0 0,1-1 0 0 0,-1 1 0 0 0,0 0 0 0 0,0 0 0 0 0,1-1 0 0 0,-1 1 0 0 0,0 0 0 0 0,-3 2 0 0 0,2-3 8 0 0,0 0 0 0 0,0 0 0 0 0,0 0 1 0 0,0 0-1 0 0,0-1 0 0 0,0 1 0 0 0,0-1 0 0 0,-1 1 0 0 0,1-1 0 0 0,0 0 0 0 0,0 0 0 0 0,-1 0 0 0 0,1 0 0 0 0,0 0 1 0 0,0 0-1 0 0,-4-1 0 0 0,-37-10 52 0 0,37 9-53 0 0,-53-13 513 0 0,-1 2 0 0 0,-120-9 0 0 0,-124 15 1892 0 0,267 7-2148 0 0,-12 2-172 0 0,1 2 0 0 0,0 3 0 0 0,1 1 0 0 0,-76 24 1 0 0,111-28-1824 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2:59.7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 3225 0 0,'-5'20'10017'0'0,"6"-19"-9683"0"0,3 19 1588 0 0,44 194 3348 0 0,9 106-4090 0 0,-16-80-785 0 0,-26-134-223 0 0,2 129 0 0 0,-13-137-141 0 0,-2-67-43 0 0,9 44 0 0 0,-9-64-54 0 0,0-1 0 0 0,1 0 0 0 0,0-1 0 0 0,1 1 0 0 0,0-1 0 0 0,0 1 0 0 0,1-1 1 0 0,7 10-1 0 0,-10-18 42 0 0,-1 0 0 0 0,0 0 0 0 0,1-1 1 0 0,-1 1-1 0 0,0 0 0 0 0,1 0 0 0 0,-1-1 0 0 0,1 1 1 0 0,-1-1-1 0 0,1 1 0 0 0,0-1 0 0 0,-1 0 0 0 0,1 0 1 0 0,-1 0-1 0 0,1 0 0 0 0,0 0 0 0 0,-1 0 0 0 0,1 0 1 0 0,-1 0-1 0 0,1 0 0 0 0,-1-1 0 0 0,1 1 0 0 0,2-2 1 0 0,44-16-46 0 0,-35 13 77 0 0,18-6 61 0 0,0 1 1 0 0,1 2-1 0 0,0 1 1 0 0,58-5-1 0 0,133 13 0 0 0,-55 1-129 0 0,-56-6-2796 0 0,-76 3-4046 0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11058 0 0,'5'67'7230'0'0,"12"35"-3675"0"0,-2-22-2828 0 0,168 938 1063 0 0,-177-974-1775 0 0,-1 1-1 0 0,-3 68 1 0 0,-2-110-59 0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0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0 456 0 0,'12'14'18523'0'0,"-3"-2"-16266"0"0,30 45-1899 0 0,-21-17-42 0 0,-1 1 0 0 0,-2 1 0 0 0,17 80 0 0 0,7 133 252 0 0,-30-172-1643 0 0,4 0-1 0 0,44 152 1 0 0,-48-210-281 0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1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2356 70 5985 0 0,'6'-4'439'0'0,"-1"0"-1"0"0,1-1 0 0 0,-1 1 1 0 0,0-1-1 0 0,0 0 0 0 0,-1 0 0 0 0,1-1 1 0 0,6-10-1 0 0,-11 16-410 0 0,0-1 0 0 0,0 0-1 0 0,0 1 1 0 0,0-1 0 0 0,-1 1-1 0 0,1-1 1 0 0,0 0 0 0 0,0 1 0 0 0,0-1-1 0 0,0 1 1 0 0,-1-1 0 0 0,1 1-1 0 0,0-1 1 0 0,-1 1 0 0 0,1-1 0 0 0,0 1-1 0 0,-1-1 1 0 0,1 1 0 0 0,-1-1-1 0 0,1 1 1 0 0,-1-1 0 0 0,1 1 0 0 0,-1 0-1 0 0,1-1 1 0 0,-1 1 0 0 0,1 0-1 0 0,-1 0 1 0 0,1-1 0 0 0,-1 1 0 0 0,0 0-1 0 0,1 0 1 0 0,-1 0 0 0 0,1 0-1 0 0,-1 0 1 0 0,0-1 0 0 0,1 1 0 0 0,-1 0-1 0 0,1 0 1 0 0,-1 1 0 0 0,0-1-1 0 0,-32-2 1729 0 0,29 2-1543 0 0,-270 14 6926 0 0,112-3-5994 0 0,-964 10 349 0 0,495-23-1462 0 0,493 11-3362 0 0,116-7-3782 0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0 144 6913 0 0,'341'-81'2593'0'0,"-100"29"-1249"0"0,-217 46-1344 0 0,-4 1 0 0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3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6449 0 0,'-11'4'4579'0'0,"25"15"-3051"0"0,2 9-855 0 0,-1 0 0 0 0,-1 2 1 0 0,-2 0-1 0 0,-1 0 0 0 0,8 37 0 0 0,7 19-272 0 0,52 111-1300 0 0,-69-176-227 0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3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0 139 8754 0 0,'0'0'673'0'0,"24"10"450"0"0,6 6-603 0 0,-2 0 0 0 0,0 2-1 0 0,-1 2 1 0 0,0 0 0 0 0,23 24-1 0 0,-36-24 2803 0 0,-16-25-1832 0 0,0-2-1091 0 0,-4-9-11 0 0,2-2 1 0 0,0 1-1 0 0,1 0 1 0 0,-2-23 0 0 0,5 25-839 0 0,0-1 0 0 0,1 0 1 0 0,1 0-1 0 0,0 0 1 0 0,1 0-1 0 0,1 1 1 0 0,1 0-1 0 0,7-19 1 0 0,-1 10-948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3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 1 2304 0 0,'-4'9'5278'0'0,"3"-9"-5132"0"0,-13 11 649 0 0,12-9-703 0 0,-7 6 135 0 0,0 1-1 0 0,0 1 0 0 0,1-1 1 0 0,0 1-1 0 0,1 1 0 0 0,0 0 1 0 0,1 0-1 0 0,0 0 1 0 0,-5 13-1 0 0,5-8-11 0 0,0 1 0 0 0,1 0 0 0 0,1 0 0 0 0,0 0 0 0 0,-1 33 0 0 0,4-47-171 0 0,1 1 0 0 0,0-1 0 0 0,1 1 0 0 0,-1-1-1 0 0,0 1 1 0 0,1-1 0 0 0,0 0 0 0 0,0 1 0 0 0,0-1 0 0 0,0 0-1 0 0,0 0 1 0 0,1 1 0 0 0,0-1 0 0 0,-1 0 0 0 0,1-1-1 0 0,4 6 1 0 0,-4-6-54 0 0,0-1-1 0 0,-1 0 1 0 0,1 0-1 0 0,-1 0 1 0 0,1 0-1 0 0,0 0 1 0 0,0-1-1 0 0,0 1 1 0 0,-1-1-1 0 0,1 1 1 0 0,0-1-1 0 0,0 1 1 0 0,0-1-1 0 0,0 0 1 0 0,0 0-1 0 0,0 0 1 0 0,0 0 0 0 0,0 0-1 0 0,0-1 1 0 0,0 1-1 0 0,-1 0 1 0 0,1-1-1 0 0,0 0 1 0 0,0 1-1 0 0,0-1 1 0 0,0 0-1 0 0,-1 0 1 0 0,1 0-1 0 0,-1 0 1 0 0,1 0-1 0 0,1-2 1 0 0,4-1 61 0 0,-1-1 0 0 0,1 0 1 0 0,-1-1-1 0 0,-1 1 0 0 0,1-1 1 0 0,-1 0-1 0 0,0-1 0 0 0,0 1 1 0 0,-1-1-1 0 0,4-8 0 0 0,0-4 375 0 0,0 0-1 0 0,7-30 0 0 0,-1 1 247 0 0,-14 58-446 0 0,1 0 0 0 0,0 0 0 0 0,0 0 0 0 0,1 0 0 0 0,5 16 1 0 0,-4-19-198 0 0,0 0-1 0 0,0-1 1 0 0,0 1 0 0 0,1-1 0 0 0,0 1 0 0 0,1-1 0 0 0,-1 0 0 0 0,1-1 0 0 0,11 11 0 0 0,-14-14-26 0 0,1 1 0 0 0,0-1 0 0 0,0 0-1 0 0,0 0 1 0 0,0 0 0 0 0,0 0 0 0 0,0-1-1 0 0,0 1 1 0 0,1-1 0 0 0,-1 0 0 0 0,0 0 0 0 0,1 0-1 0 0,-1 0 1 0 0,1-1 0 0 0,-1 1 0 0 0,1-1-1 0 0,-1 0 1 0 0,1 0 0 0 0,-1 0 0 0 0,1-1-1 0 0,0 1 1 0 0,5-2 0 0 0,-6 1-5 0 0,-1 0-1 0 0,0-1 1 0 0,0 1 0 0 0,0 0-1 0 0,0-1 1 0 0,0 1 0 0 0,0-1-1 0 0,0 1 1 0 0,-1-1 0 0 0,1 0-1 0 0,0 0 1 0 0,-1 0 0 0 0,0 0-1 0 0,1 0 1 0 0,-1 0 0 0 0,0 0-1 0 0,1-3 1 0 0,11-45 41 0 0,-12 44-35 0 0,-1 0-1 0 0,1 0 1 0 0,1 1-1 0 0,-1-1 1 0 0,1 1 0 0 0,0-1-1 0 0,0 1 1 0 0,1 0-1 0 0,-1 0 1 0 0,1 0-1 0 0,4-5 1 0 0,-6 9-1 0 0,0 1 1 0 0,0-1-1 0 0,-1 1 1 0 0,1-1 0 0 0,0 1-1 0 0,0-1 1 0 0,0 1-1 0 0,0 0 1 0 0,0-1-1 0 0,0 1 1 0 0,0 0-1 0 0,0 0 1 0 0,0 0-1 0 0,1 0 1 0 0,-1 0-1 0 0,0 0 1 0 0,0 0-1 0 0,0 0 1 0 0,0 0-1 0 0,0 0 1 0 0,0 1-1 0 0,0-1 1 0 0,0 0-1 0 0,0 1 1 0 0,0-1-1 0 0,0 1 1 0 0,-1-1-1 0 0,1 1 1 0 0,0 0-1 0 0,0-1 1 0 0,0 1-1 0 0,0 0 1 0 0,-1-1-1 0 0,1 1 1 0 0,0 0-1 0 0,-1 0 1 0 0,2 1-1 0 0,28 40 171 0 0,-24-34-121 0 0,0 0 13 0 0,-1 0-1 0 0,1-1 1 0 0,1 0 0 0 0,0 0 0 0 0,0 0-1 0 0,0-1 1 0 0,13 8 0 0 0,-18-12-66 0 0,-1-1 1 0 0,1 0-1 0 0,0 0 1 0 0,0-1 0 0 0,-1 1-1 0 0,1 0 1 0 0,0 0-1 0 0,0-1 1 0 0,0 1 0 0 0,0-1-1 0 0,0 0 1 0 0,0 0-1 0 0,0 1 1 0 0,0-1 0 0 0,0-1-1 0 0,0 1 1 0 0,0 0-1 0 0,0 0 1 0 0,0-1 0 0 0,0 1-1 0 0,0-1 1 0 0,0 1-1 0 0,0-1 1 0 0,-1 0 0 0 0,1 0-1 0 0,0 0 1 0 0,0 0-1 0 0,-1 0 1 0 0,1 0 0 0 0,-1 0-1 0 0,1-1 1 0 0,-1 1-1 0 0,1-1 1 0 0,-1 1 0 0 0,0-1-1 0 0,0 1 1 0 0,1-1-1 0 0,-1 0 1 0 0,0 0 0 0 0,-1 1-1 0 0,2-4 1 0 0,0 2 11 0 0,13-28 333 0 0,25-36 0 0 0,-35 59-309 0 0,0 1 0 0 0,1 0 0 0 0,0 0 1 0 0,0 0-1 0 0,1 1 0 0 0,0 0 0 0 0,0 0 0 0 0,0 0 1 0 0,1 1-1 0 0,8-4 0 0 0,-14 8-35 0 0,0 1 1 0 0,0-1-1 0 0,-1 1 0 0 0,1-1 1 0 0,0 1-1 0 0,0 0 0 0 0,0 0 1 0 0,0 0-1 0 0,0 0 0 0 0,0 0 0 0 0,0 1 1 0 0,-1-1-1 0 0,1 1 0 0 0,0-1 1 0 0,0 1-1 0 0,0-1 0 0 0,-1 1 1 0 0,1 0-1 0 0,0 0 0 0 0,-1 0 1 0 0,1 0-1 0 0,0 0 0 0 0,-1 0 1 0 0,1 0-1 0 0,-1 1 0 0 0,0-1 0 0 0,0 1 1 0 0,3 2-1 0 0,4 7 26 0 0,0-1 1 0 0,-1 2-1 0 0,8 13 0 0 0,-4-6-221 0 0,7 9-1834 0 0,-8-14-4059 0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6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37 2761 0 0,'0'0'-35'0'0,"9"-30"1520"0"0,-9 30-1422 0 0,0-1 0 0 0,0 1 0 0 0,0 0 0 0 0,0 0-1 0 0,0-1 1 0 0,0 1 0 0 0,0 0 0 0 0,0-1 0 0 0,0 1 0 0 0,-1 0-1 0 0,1 0 1 0 0,0-1 0 0 0,0 1 0 0 0,0 0 0 0 0,0 0-1 0 0,0-1 1 0 0,-1 1 0 0 0,1 0 0 0 0,0 0 0 0 0,0 0 0 0 0,0 0-1 0 0,-1-1 1 0 0,1 1 0 0 0,0 0 0 0 0,0 0 0 0 0,-1 0 0 0 0,1 0-1 0 0,0 0 1 0 0,-1-1 0 0 0,1 1 0 0 0,0 0 0 0 0,-1 0-1 0 0,-18 5 1929 0 0,2 4-1414 0 0,0 0 0 0 0,1 1 0 0 0,0 1 0 0 0,1 1 0 0 0,1 0 0 0 0,-1 1 0 0 0,2 0 0 0 0,-23 29 0 0 0,34-40-549 0 0,1-1 0 0 0,0 1 1 0 0,0 0-1 0 0,0-1 0 0 0,0 1 0 0 0,0 0 0 0 0,0 0 0 0 0,0 0 0 0 0,0 0 1 0 0,1 0-1 0 0,-1 0 0 0 0,1 0 0 0 0,-1 0 0 0 0,1 0 0 0 0,0 0 0 0 0,0 0 1 0 0,0 0-1 0 0,0 0 0 0 0,0 0 0 0 0,0 0 0 0 0,1 0 0 0 0,-1 0 0 0 0,0 0 0 0 0,2 2 1 0 0,0-1-16 0 0,0-1 0 0 0,-1 0 0 0 0,1 0 1 0 0,1 0-1 0 0,-1 0 0 0 0,0 0 1 0 0,0 0-1 0 0,1-1 0 0 0,-1 1 0 0 0,1-1 1 0 0,-1 1-1 0 0,1-1 0 0 0,0 0 0 0 0,5 1 1 0 0,9 3-37 0 0,0-2 1 0 0,0 0 0 0 0,0-2-1 0 0,26 1 1 0 0,-29-3-91 0 0,-11 0 76 0 0,1 1 0 0 0,-1-1 0 0 0,0 1 0 0 0,1 0 0 0 0,-1 0-1 0 0,0 0 1 0 0,1 1 0 0 0,-1-1 0 0 0,0 1 0 0 0,5 1 0 0 0,-12 1 9 0 0,1 1 0 0 0,-1-1 1 0 0,0-1-1 0 0,0 1 0 0 0,0-1 1 0 0,-7 4-1 0 0,-25 13-590 0 0,-8 3-593 0 0,14-8-2797 0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4.9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77 2304 0 0,'25'-43'1722'0'0,"-22"39"-1140"0"0,0 0 0 0 0,0 1-1 0 0,1-1 1 0 0,-1 1 0 0 0,1 0 0 0 0,0-1-1 0 0,0 2 1 0 0,5-4 0 0 0,-8 6-430 0 0,-1 0 1 0 0,1 0-1 0 0,0 0 1 0 0,0 1-1 0 0,-1-1 1 0 0,1 0-1 0 0,0 1 0 0 0,-1-1 1 0 0,1 1-1 0 0,0-1 1 0 0,-1 1-1 0 0,1-1 1 0 0,0 1-1 0 0,-1-1 1 0 0,1 1-1 0 0,-1 0 0 0 0,1-1 1 0 0,-1 1-1 0 0,0 0 1 0 0,1-1-1 0 0,-1 1 1 0 0,1 0-1 0 0,-1 0 0 0 0,0 1 1 0 0,13 24 1370 0 0,-12-23-1124 0 0,60 147 3512 0 0,-14 2-5688 0 0,-43-137-2448 0 0,0-2-1325 0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0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9 6449 0 0,'-7'-6'577'0'0,"5"3"-465"0"0,-8 5 3728 0 0,7 2-3640 0 0,-1 1-200 0 0,1 1 0 0 0,0 1 0 0 0,2 2-976 0 0,1-1-240 0 0,0-1-40 0 0,4-3-17 0 0,0-1 985 0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0 6449 0 0,'-22'33'1267'0'0,"11"-19"-348"0"0,7-8-698 0 0,0 0-1 0 0,1 0 0 0 0,-1 0 1 0 0,1 0-1 0 0,0 0 0 0 0,1 1 1 0 0,0-1-1 0 0,0 1 1 0 0,-1 7-1 0 0,2-10-147 0 0,1-1 0 0 0,1 1 1 0 0,-1-1-1 0 0,0 0 0 0 0,1 1 0 0 0,0-1 1 0 0,0 1-1 0 0,0-1 0 0 0,0 0 1 0 0,0 0-1 0 0,1 0 0 0 0,-1 1 0 0 0,1-1 1 0 0,0-1-1 0 0,0 1 0 0 0,0 0 0 0 0,0 0 1 0 0,1-1-1 0 0,-1 1 0 0 0,4 2 0 0 0,9 7 333 0 0,-9-7-194 0 0,-1 0-1 0 0,1 0 0 0 0,-1 1 0 0 0,0-1 1 0 0,0 1-1 0 0,7 11 0 0 0,-11-16-188 0 0,-1 1-1 0 0,1-1 0 0 0,-1 0 0 0 0,1 1 1 0 0,-1-1-1 0 0,0 1 0 0 0,1-1 1 0 0,-1 1-1 0 0,0-1 0 0 0,0 0 0 0 0,0 1 1 0 0,0-1-1 0 0,0 1 0 0 0,0-1 0 0 0,-1 1 1 0 0,0 1-1 0 0,0 0-36 0 0,0-1 0 0 0,0 0 1 0 0,0 0-1 0 0,-1 0 0 0 0,1 0 0 0 0,-1 0 1 0 0,0-1-1 0 0,1 1 0 0 0,-1 0 0 0 0,0-1 1 0 0,0 1-1 0 0,0-1 0 0 0,-3 2 0 0 0,-4 3-306 0 0,0-1 0 0 0,-1 0 0 0 0,1-1 0 0 0,-21 7 0 0 0,17-8-341 0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 3225 0 0,'2'-1'153'0'0,"1"-1"0"0"0,-1 1 0 0 0,1 0 0 0 0,0 0 0 0 0,-1 0 0 0 0,1 0 0 0 0,0 0 0 0 0,-1 0 0 0 0,1 1 0 0 0,0-1 0 0 0,0 1 0 0 0,0 0 0 0 0,5 0 0 0 0,-5 1 295 0 0,1 0 0 0 0,-1 1-1 0 0,0-1 1 0 0,0 1 0 0 0,1-1 0 0 0,-1 1-1 0 0,-1 0 1 0 0,1 0 0 0 0,0 1-1 0 0,0-1 1 0 0,2 3 0 0 0,5 6 436 0 0,0 0 0 0 0,-1 1 0 0 0,0 0 0 0 0,-1 1 0 0 0,-1-1 0 0 0,0 1 1 0 0,-1 1-1 0 0,0-1 0 0 0,7 26 0 0 0,-3 0-393 0 0,-1 1 1 0 0,4 54-1 0 0,-6 33-1779 0 0,-6-42-2348 0 0,-1-80 3258 0 0,0 22-1140 0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5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74 6449 0 0,'0'0'29'0'0,"-1"0"1"0"0,1-1-1 0 0,0 1 0 0 0,0 0 0 0 0,0-1 0 0 0,0 1 0 0 0,-1 0 0 0 0,1-1 0 0 0,0 1 0 0 0,0 0 0 0 0,0-1 0 0 0,0 1 0 0 0,0 0 1 0 0,0-1-1 0 0,0 1 0 0 0,0 0 0 0 0,0-1 0 0 0,0 1 0 0 0,0 0 0 0 0,0-1 0 0 0,0 1 0 0 0,0 0 0 0 0,0-1 0 0 0,0 1 0 0 0,0 0 0 0 0,1-1 1 0 0,-1 1-1 0 0,0 0 0 0 0,0 0 0 0 0,0-1 0 0 0,1 1 0 0 0,-1 0 0 0 0,0-1 0 0 0,16-8 805 0 0,30-4 712 0 0,-28 8-618 0 0,4-3-1023 0 0,1 1 0 0 0,0 1 0 0 0,1 1 0 0 0,0 1 0 0 0,0 1 0 0 0,-1 1 0 0 0,41 2 0 0 0,-44 2 95 0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0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17 2304 0 0,'-3'-2'416'0'0,"-1"0"0"0"0,0 0 0 0 0,1 0-1 0 0,-1 1 1 0 0,0-1 0 0 0,0 1-1 0 0,0 0 1 0 0,0 0 0 0 0,0 0-1 0 0,0 0 1 0 0,0 1 0 0 0,-1 0-1 0 0,-4 0 1 0 0,8 0-314 0 0,0 0-1 0 0,-1 0 1 0 0,1 0-1 0 0,0 0 1 0 0,0 0-1 0 0,-1 1 1 0 0,1-1-1 0 0,0 0 1 0 0,0 1-1 0 0,-1-1 1 0 0,1 1-1 0 0,0-1 1 0 0,0 1-1 0 0,0 0 1 0 0,0-1-1 0 0,0 1 1 0 0,0 0-1 0 0,0 0 1 0 0,0 0-1 0 0,0 0 1 0 0,0 0-1 0 0,0 0 1 0 0,1 0-1 0 0,-1 0 1 0 0,0 0-1 0 0,1 0 1 0 0,-1 0-1 0 0,1 0 1 0 0,-1 1-1 0 0,1-1 1 0 0,-1 0-1 0 0,1 0 1 0 0,0 1-1 0 0,0-1 1 0 0,0 0-1 0 0,0 1 1 0 0,-1-1-1 0 0,2 0 1 0 0,-1 0-1 0 0,0 1 1 0 0,0-1-1 0 0,0 0 1 0 0,1 0-1 0 0,-1 1 1 0 0,1 1-1 0 0,1 1 18 0 0,0-1 0 0 0,0 1 0 0 0,0-1 0 0 0,0 0 0 0 0,0 1 0 0 0,1-1 0 0 0,0 0 0 0 0,-1-1 0 0 0,1 1 0 0 0,0 0 0 0 0,0-1 0 0 0,1 1 0 0 0,-1-1 0 0 0,0 0 0 0 0,1 0 0 0 0,-1 0 0 0 0,1-1 0 0 0,0 1 0 0 0,6 0 0 0 0,7 4 269 0 0,0-2 0 0 0,35 5 0 0 0,-47-8-400 0 0,31 2 102 0 0,-34-3-131 0 0,0 0-1 0 0,0 0 1 0 0,0-1 0 0 0,0 1-1 0 0,0 0 1 0 0,0-1 0 0 0,0 1 0 0 0,0-1-1 0 0,0 1 1 0 0,0-1 0 0 0,0 0-1 0 0,0 0 1 0 0,-1 0 0 0 0,4-2-1 0 0,-5 2 0 0 0,1 0 0 0 0,-1 0-1 0 0,1-1 1 0 0,-1 1 0 0 0,0 0-1 0 0,1 0 1 0 0,-1 0 0 0 0,0-1 0 0 0,0 1-1 0 0,0 0 1 0 0,0 0 0 0 0,0 0-1 0 0,0-1 1 0 0,0 1 0 0 0,-1 0-1 0 0,1 0 1 0 0,0 0 0 0 0,-1-1-1 0 0,1 1 1 0 0,-1 0 0 0 0,1 0-1 0 0,-2-1 1 0 0,-12-26-1694 0 0,14 28 1658 0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0 217 3225 0 0,'16'2'1406'0'0,"0"1"1"0"0,-1 0 0 0 0,0 1 0 0 0,0 1-1 0 0,24 10 1 0 0,-35-13-860 0 0,-2-1-107 0 0,23 9 1384 0 0,-24-10-1645 0 0,-1 0 0 0 0,1 1-1 0 0,0-1 1 0 0,0 0 0 0 0,0 1 0 0 0,-1-1 0 0 0,1 0-1 0 0,0 1 1 0 0,-1-1 0 0 0,1 1 0 0 0,0-1-1 0 0,-1 1 1 0 0,1 0 0 0 0,0-1 0 0 0,-1 1 0 0 0,1-1-1 0 0,-1 1 1 0 0,1 0 0 0 0,-1 0 0 0 0,0-1-1 0 0,1 1 1 0 0,-1 1 0 0 0,0-2-97 0 0,0 0 1 0 0,-1 1-1 0 0,1-1 0 0 0,-1 0 1 0 0,1 0-1 0 0,-1 0 0 0 0,1 0 1 0 0,0 0-1 0 0,-1 0 0 0 0,1 0 1 0 0,-1 0-1 0 0,1 0 0 0 0,-1 0 0 0 0,1 0 1 0 0,-1 0-1 0 0,1 0 0 0 0,-1 0 1 0 0,1 0-1 0 0,-1 0 0 0 0,1 0 1 0 0,0 0-1 0 0,-1-1 0 0 0,1 1 1 0 0,-1 0-1 0 0,1 0 0 0 0,0-1 1 0 0,-1 1-1 0 0,1 0 0 0 0,-1 0 1 0 0,1-1-1 0 0,0 1 0 0 0,0 0 1 0 0,-1-1-1 0 0,1 1 0 0 0,0-1 0 0 0,-1 1 1 0 0,1 0-1 0 0,0-1 0 0 0,0 1 1 0 0,0-1-1 0 0,-1 0 0 0 0,-12-18 545 0 0,11 8-509 0 0,0 0 0 0 0,0 0 0 0 0,1-1 1 0 0,1 1-1 0 0,0 0 0 0 0,0-1 0 0 0,1 1 1 0 0,3-12-1 0 0,0 0-850 0 0,2 0 0 0 0,16-41 1 0 0,-11 38-7015 0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06.5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1 17052 0 0,'-6'7'1512'0'0,"3"-3"-1208"0"0,0 2-240 0 0,2-2-64 0 0,1-3 0 0 0,3-2-64 0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2.9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94 565 1840 0 0,'-14'-128'436'0'0,"12"94"-196"0"0,-1 1 0 0 0,-13-56 1 0 0,16 88-217 0 0,0 0 0 0 0,0 0 0 0 0,-1 0 1 0 0,1 0-1 0 0,0 1 0 0 0,0-1 0 0 0,0 0 1 0 0,-1 0-1 0 0,1 1 0 0 0,0-1 0 0 0,-1 0 1 0 0,1 0-1 0 0,-1 1 0 0 0,1-1 1 0 0,-1 0-1 0 0,1 1 0 0 0,-1-1 0 0 0,1 1 1 0 0,-1-1-1 0 0,1 1 0 0 0,-1-1 0 0 0,0 1 1 0 0,1-1-1 0 0,-1 1 0 0 0,0-1 0 0 0,-1 1 1 0 0,2 0 20 0 0,-1 0-1 0 0,0 1 1 0 0,0-1 0 0 0,0 1 0 0 0,1-1 0 0 0,-1 1 0 0 0,0-1 0 0 0,0 1 0 0 0,1-1 0 0 0,-1 1 0 0 0,1 0 0 0 0,-1 0 0 0 0,0-1-1 0 0,1 1 1 0 0,-1 0 0 0 0,1 0 0 0 0,0-1 0 0 0,-1 3 0 0 0,-16 42 950 0 0,8 27-657 0 0,2 0 0 0 0,6 131-1 0 0,3-95-201 0 0,-1 2 0 0 0,19 139 0 0 0,-19-244-135 0 0,0 5 7 0 0,0 0 0 0 0,1 0 0 0 0,0 0 0 0 0,1 0 0 0 0,0-1 0 0 0,1 1 0 0 0,6 12-1 0 0,-10-22-7 0 0,0 1 0 0 0,0-1 0 0 0,1 0-1 0 0,-1 1 1 0 0,0-1 0 0 0,0 0-1 0 0,0 1 1 0 0,1-1 0 0 0,-1 0 0 0 0,0 1-1 0 0,0-1 1 0 0,1 0 0 0 0,-1 0-1 0 0,0 1 1 0 0,1-1 0 0 0,-1 0-1 0 0,0 0 1 0 0,1 0 0 0 0,-1 1 0 0 0,1-1-1 0 0,-1 0 1 0 0,0 0 0 0 0,1 0-1 0 0,-1 0 1 0 0,1 0 0 0 0,-1 0 0 0 0,0 0-1 0 0,1 0 1 0 0,-1 0 0 0 0,1 0-1 0 0,-1 0 1 0 0,0 0 0 0 0,1 0-1 0 0,-1 0 1 0 0,1 0 0 0 0,-1 0 0 0 0,1-1-1 0 0,10-14-24 0 0,0-23-11 0 0,48-492 1658 0 0,-37 274-751 0 0,5 63-459 0 0,-20 161-375 0 0,1 1-1 0 0,2 0 1 0 0,26-59 0 0 0,-31 70 827 0 0,-11 29-243 0 0,2 3-537 0 0,0 0-1 0 0,0 1 0 0 0,1-1 1 0 0,1 1-1 0 0,0 0 0 0 0,0 0 1 0 0,1 0-1 0 0,2 18 0 0 0,-2-3-64 0 0,-3 584-95 0 0,5-357 56 0 0,56 447 12 0 0,-55-681 8 0 0,-1-6-10 0 0,-1-11 7 0 0,0 0 0 0 0,0 0 0 0 0,0 0 0 0 0,0 0 0 0 0,1 0-1 0 0,0 0 1 0 0,0 0 0 0 0,0 0 0 0 0,0 0 0 0 0,0-1 0 0 0,1 1 0 0 0,0 0-1 0 0,3 5 1 0 0,-5-9 3 0 0,1 0-1 0 0,-1-1 1 0 0,1 1-1 0 0,-1 0 0 0 0,1 0 1 0 0,-1 0-1 0 0,1 0 1 0 0,-1-1-1 0 0,1 1 0 0 0,-1 0 1 0 0,1 0-1 0 0,-1-1 1 0 0,0 1-1 0 0,1 0 1 0 0,-1-1-1 0 0,1 1 0 0 0,-1 0 1 0 0,0-1-1 0 0,1 1 1 0 0,-1-1-1 0 0,0 1 1 0 0,0-1-1 0 0,1 1 0 0 0,-1-1 1 0 0,0 1-1 0 0,0 0 1 0 0,0-1-1 0 0,0 1 1 0 0,1-1-1 0 0,-1 0 0 0 0,0 0 1 0 0,6-17-264 0 0,0-17 3 0 0,-2 1 0 0 0,-1 0 1 0 0,-1-40-1 0 0,-1 25 134 0 0,-11-561-859 0 0,1 334 1029 0 0,9 202-158 0 0,1 33 89 0 0,-2-1 0 0 0,-2 1 0 0 0,-15-80 0 0 0,18 119 48 0 0,-1-1 0 0 0,0 0-1 0 0,0 1 1 0 0,1-1 0 0 0,-2 0 0 0 0,1 1-1 0 0,0-1 1 0 0,0 1 0 0 0,-1 0-1 0 0,1-1 1 0 0,-1 1 0 0 0,0 0 0 0 0,0 0-1 0 0,0 0 1 0 0,0 0 0 0 0,0 0-1 0 0,0 1 1 0 0,0-1 0 0 0,-1 1-1 0 0,1-1 1 0 0,0 1 0 0 0,-1 0 0 0 0,1 0-1 0 0,-5-2 1 0 0,4 3 45 0 0,0 0 0 0 0,1 1 1 0 0,-1-1-1 0 0,0 0 0 0 0,1 1 0 0 0,-1-1 1 0 0,0 1-1 0 0,1 0 0 0 0,-1 0 0 0 0,1 0 1 0 0,-1 0-1 0 0,1 1 0 0 0,0-1 0 0 0,-1 1 1 0 0,1-1-1 0 0,0 1 0 0 0,0 0 0 0 0,0 0 1 0 0,0 0-1 0 0,0 0 0 0 0,0 0 1 0 0,1 0-1 0 0,-1 0 0 0 0,1 1 0 0 0,-2 2 1 0 0,-5 10 77 0 0,0 1 1 0 0,0 0 0 0 0,2 1 0 0 0,0 0 0 0 0,1 0 0 0 0,-5 31 0 0 0,-6 111-32 0 0,14-117-73 0 0,-35 775-218 0 0,21-379 98 0 0,6-234 110 0 0,-6 179 129 0 0,26-1-11 0 0,-7-347-11 0 0,2 1 1 0 0,1 0 0 0 0,12 34 0 0 0,-18-68-131 0 0,1-1 1 0 0,-1 1 0 0 0,0-1 0 0 0,1 1-1 0 0,0 0 1 0 0,-1-1 0 0 0,1 1 0 0 0,0-1-1 0 0,0 0 1 0 0,-1 1 0 0 0,1-1 0 0 0,0 0 0 0 0,0 1-1 0 0,1-1 1 0 0,-1 0 0 0 0,0 0 0 0 0,0 0-1 0 0,1 0 1 0 0,0 1 0 0 0,-1-2 4 0 0,0 0 1 0 0,0 0-1 0 0,0 0 1 0 0,0 0-1 0 0,0 0 1 0 0,-1-1-1 0 0,1 1 1 0 0,0 0-1 0 0,0 0 0 0 0,0-1 1 0 0,0 1-1 0 0,-1 0 1 0 0,1-1-1 0 0,0 1 1 0 0,0-1-1 0 0,-1 1 1 0 0,1-1-1 0 0,0 1 1 0 0,-1-1-1 0 0,1 0 1 0 0,0 1-1 0 0,-1-1 0 0 0,1 0 1 0 0,0 0-1 0 0,3-6 55 0 0,0 1 0 0 0,0-1-1 0 0,-1 0 1 0 0,1 0 0 0 0,-2 0-1 0 0,4-10 1 0 0,12-73-686 0 0,11-150-1 0 0,-14 94 168 0 0,65-756-1670 0 0,-20 65 1793 0 0,-58 816 272 0 0,0 7-63 0 0,-1 0 0 0 0,0-23 0 0 0,-1 37 104 0 0,0 0 0 0 0,0 0 1 0 0,0 0-1 0 0,0-1 0 0 0,0 1 1 0 0,0 0-1 0 0,0 0 0 0 0,0 0 1 0 0,0-1-1 0 0,0 1 0 0 0,0 0 1 0 0,0 0-1 0 0,0 0 0 0 0,0-1 0 0 0,0 1 1 0 0,0 0-1 0 0,0 0 0 0 0,0-1 1 0 0,0 1-1 0 0,0 0 0 0 0,0 0 1 0 0,0 0-1 0 0,-1-1 0 0 0,1 1 1 0 0,0 0-1 0 0,0 0 0 0 0,0 0 1 0 0,0 0-1 0 0,0-1 0 0 0,-1 1 0 0 0,1 0 1 0 0,0 0-1 0 0,0 0 0 0 0,0 0 1 0 0,0 0-1 0 0,-1 0 0 0 0,1 0 1 0 0,0-1-1 0 0,0 1 0 0 0,0 0 1 0 0,-1 0-1 0 0,1 0 0 0 0,0 0 1 0 0,0 0-1 0 0,-1 0 0 0 0,1 0 1 0 0,0 0-1 0 0,0 0 0 0 0,0 0 0 0 0,-1 0 1 0 0,-9 12-109 0 0,-5 18 208 0 0,4 3 37 0 0,1 1-1 0 0,3 0 1 0 0,-6 47-1 0 0,0 109 85 0 0,12-163-182 0 0,-3 127 30 0 0,7 1-1 0 0,7-1 1 0 0,6-1 0 0 0,39 160-1 0 0,-47-275-46 0 0,-2-7 12 0 0,1 0 0 0 0,2 0 0 0 0,22 52 0 0 0,-31-81-13 0 0,1-1 1 0 0,-1 1-1 0 0,1-1 1 0 0,-1 0-1 0 0,1 1 1 0 0,0-1-1 0 0,0 0 1 0 0,0 0-1 0 0,0 1 1 0 0,0-1-1 0 0,0 0 1 0 0,0 0-1 0 0,0 0 1 0 0,0 0-1 0 0,0 0 1 0 0,0-1-1 0 0,1 1 1 0 0,-1 0-1 0 0,0 0 1 0 0,1-1-1 0 0,-1 1 1 0 0,0-1-1 0 0,3 1 1 0 0,-3-1 12 0 0,0-1 0 0 0,1 1 1 0 0,-1-1-1 0 0,0 1 0 0 0,1-1 1 0 0,-1 1-1 0 0,0-1 0 0 0,0 0 1 0 0,0 0-1 0 0,1 1 1 0 0,-1-1-1 0 0,0 0 0 0 0,0 0 1 0 0,0 0-1 0 0,0 0 0 0 0,-1 0 1 0 0,1-1-1 0 0,0 1 1 0 0,0-1-1 0 0,5-8 144 0 0,-1 0 0 0 0,-1 0 0 0 0,0 0 0 0 0,5-20-1 0 0,3-26 141 0 0,-3-1 0 0 0,3-108 0 0 0,-17-119-140 0 0,1 190-50 0 0,-31-680 275 0 0,17 419-510 0 0,15 289 142 0 0,-7-100-81 0 0,7 138 149 0 0,-2-1-1 0 0,-1 1 1 0 0,-15-45 0 0 0,5 39 282 0 0,16 33-311 0 0,-1 0 0 0 0,1 0 0 0 0,-1 0 0 0 0,0 0 0 0 0,1 0 0 0 0,-1 0 0 0 0,0 0 1 0 0,1 0-1 0 0,-1 0 0 0 0,0 0 0 0 0,0 0 0 0 0,0 0 0 0 0,0 1 0 0 0,0-1 0 0 0,0 0 0 0 0,0 1 0 0 0,0-1 0 0 0,0 1 1 0 0,0-1-1 0 0,0 1 0 0 0,0-1 0 0 0,-1 1 0 0 0,1 0 0 0 0,0 0 0 0 0,0-1 0 0 0,0 1 0 0 0,-2 0 0 0 0,2 1-5 0 0,0 0 1 0 0,0 0-1 0 0,0 0 0 0 0,0-1 0 0 0,0 1 0 0 0,0 0 0 0 0,0 0 0 0 0,0 1 0 0 0,0-1 1 0 0,0 0-1 0 0,1 0 0 0 0,-1 0 0 0 0,0 1 0 0 0,1-1 0 0 0,-1 0 0 0 0,1 0 1 0 0,-1 3-1 0 0,-6 27 294 0 0,6-26-276 0 0,-43 362 345 0 0,27 6-762 0 0,9-154 303 0 0,-82 823-68 0 0,20-206 56 0 0,69-821 42 0 0,-2 21-48 0 0,1-17-32 0 0,0 0 0 0 0,2 0 1 0 0,0 1-1 0 0,1-1 1 0 0,7 36-1 0 0,-8-55 55 0 0,0 1 0 0 0,0 0-1 0 0,0-1 1 0 0,0 1 0 0 0,0 0-1 0 0,0-1 1 0 0,0 1 0 0 0,1-1-1 0 0,-1 1 1 0 0,0 0 0 0 0,0-1 0 0 0,1 1-1 0 0,-1-1 1 0 0,0 1 0 0 0,1-1-1 0 0,-1 1 1 0 0,1-1 0 0 0,-1 1 0 0 0,0-1-1 0 0,1 1 1 0 0,-1-1 0 0 0,1 0-1 0 0,0 1 1 0 0,-1-1 0 0 0,1 0 0 0 0,-1 1-1 0 0,1-1 1 0 0,0 0 0 0 0,0 0-21 0 0,0 0 0 0 0,0-1 0 0 0,-1 1 0 0 0,1-1 0 0 0,0 1 0 0 0,0-1 0 0 0,-1 1 0 0 0,1-1 0 0 0,0 1 0 0 0,-1-1 1 0 0,1 0-1 0 0,-1 1 0 0 0,1-1 0 0 0,-1 0 0 0 0,1 0 0 0 0,-1 1 0 0 0,1-2 0 0 0,14-37-1228 0 0,7-65-219 0 0,-6-2-1 0 0,5-138 1 0 0,-19 217 1293 0 0,23-483-1542 0 0,-7 97 1257 0 0,-6-499 395 0 0,-15 836 477 0 0,-3-1 0 0 0,-3 2 0 0 0,-4-1 0 0 0,-26-87 0 0 0,36 155-230 0 0,0-1 0 0 0,0 1 0 0 0,-1 0 0 0 0,-1 0 0 0 0,-8-12 0 0 0,13 19-96 0 0,-1 0 0 0 0,0 0 0 0 0,0 0-1 0 0,1 0 1 0 0,-1 0 0 0 0,0 1 0 0 0,0-1 0 0 0,0 0 0 0 0,0 1 0 0 0,0-1-1 0 0,0 0 1 0 0,0 1 0 0 0,0-1 0 0 0,0 1 0 0 0,-1 0 0 0 0,1-1-1 0 0,0 1 1 0 0,0 0 0 0 0,0 0 0 0 0,-2-1 0 0 0,1 2 21 0 0,0 0 0 0 0,1-1 0 0 0,0 1 0 0 0,-1 0 0 0 0,1 0 1 0 0,-1 0-1 0 0,1 0 0 0 0,0 0 0 0 0,0 0 0 0 0,-1 0 0 0 0,1 0 0 0 0,0 0 0 0 0,0 1 0 0 0,0-1 1 0 0,0 0-1 0 0,1 1 0 0 0,-1-1 0 0 0,0 1 0 0 0,0-1 0 0 0,0 3 0 0 0,-5 10 273 0 0,1 1-1 0 0,0 0 0 0 0,1 0 1 0 0,1 0-1 0 0,-3 30 0 0 0,3 81-74 0 0,3-98-249 0 0,29 618 376 0 0,-19-487-354 0 0,0 0-1104 0 0,42 225 0 0 0,-37-320-3124 0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23.1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 0 11979 0 0,'-11'30'528'0'0,"5"-18"112"0"0,1-1-512 0 0,0-1-128 0 0,3-2 0 0 0,0-2 0 0 0,1 2 224 0 0,-2 5 24 0 0,-3 4 0 0 0,2 4 0 0 0,1-4-632 0 0,3-4-128 0 0,2-5-32 0 0,0-3 0 0 0,6-5 456 0 0,-3-3 88 0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2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5 428 5529 0 0,'0'0'21'0'0,"0"1"-1"0"0,0-1 1 0 0,0 0-1 0 0,1 0 0 0 0,-1 0 1 0 0,0 0-1 0 0,0 0 1 0 0,0 1-1 0 0,0-1 1 0 0,0 0-1 0 0,0 0 1 0 0,1 0-1 0 0,-1 0 1 0 0,0 1-1 0 0,0-1 1 0 0,0 0-1 0 0,0 0 0 0 0,0 0 1 0 0,0 1-1 0 0,0-1 1 0 0,0 0-1 0 0,0 0 1 0 0,0 0-1 0 0,0 1 1 0 0,0-1-1 0 0,0 0 1 0 0,0 0-1 0 0,0 0 1 0 0,0 1-1 0 0,0-1 0 0 0,0 0 1 0 0,0 0-1 0 0,0 0 1 0 0,0 1-1 0 0,-1-1 1 0 0,1 0-1 0 0,0 0 1 0 0,0 0-1 0 0,0 0 1 0 0,0 1-1 0 0,0-1 1 0 0,-1 0-1 0 0,1 0 0 0 0,0 0 1 0 0,0 0-1 0 0,0 0 1 0 0,0 1-1 0 0,-1-1 1 0 0,1 0-1 0 0,0 0 1 0 0,0 0-1 0 0,0 0 1 0 0,-1 0-1 0 0,1 0 1 0 0,0 0-1 0 0,0 0 0 0 0,0 0 1 0 0,-1 0-1 0 0,1 0 1 0 0,0 0-1 0 0,0 0 1 0 0,0 0-1 0 0,-1 0 1 0 0,1 0 366 0 0,4-1-22 0 0,61-15 1931 0 0,0-3-1 0 0,111-49 1 0 0,49-36-180 0 0,44-18 182 0 0,-186 86-2313 0 0,-42 17-21 0 0,75-24-1 0 0,-100 38-493 0 0,-7 2-2791 0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0.6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22 5985 0 0,'-1'0'180'0'0,"0"0"1"0"0,0 0-1 0 0,0-1 0 0 0,0 1 0 0 0,0 0 0 0 0,0 0 0 0 0,0-1 0 0 0,0 1 0 0 0,0-1 1 0 0,0 1-1 0 0,0-1 0 0 0,0 1 0 0 0,0-1 0 0 0,0 0 0 0 0,1 1 0 0 0,-1-1 0 0 0,0 0 1 0 0,0 0-1 0 0,0-8 3217 0 0,13 6-2051 0 0,10 3-856 0 0,0 1 0 0 0,0 0 0 0 0,0 2 0 0 0,-1 1 0 0 0,22 6 0 0 0,-37-8-470 0 0,0 0 0 0 0,-1-1 0 0 0,1 2 0 0 0,-1-1 0 0 0,0 1 0 0 0,1 0 0 0 0,-1 0 0 0 0,0 0 0 0 0,-1 1 0 0 0,1-1 0 0 0,-1 1 1 0 0,1 0-1 0 0,-1 1 0 0 0,0-1 0 0 0,-1 1 0 0 0,1 0 0 0 0,-1-1 0 0 0,0 2 0 0 0,0-1 0 0 0,-1 0 0 0 0,1 1 0 0 0,-1-1 0 0 0,2 9 0 0 0,-3-8-8 0 0,-1 0 0 0 0,0-1 0 0 0,0 1 1 0 0,0 0-1 0 0,-1 0 0 0 0,0-1 0 0 0,0 1 0 0 0,0 0 1 0 0,-1-1-1 0 0,-2 8 0 0 0,-29 56 197 0 0,16-38-168 0 0,14-25-51 0 0,-46 108-3524 0 0,42-91-1796 0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0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14 5065 0 0,'-1'-2'238'0'0,"0"1"0"0"0,0 0 0 0 0,-1 0 0 0 0,1 0 0 0 0,0 0 0 0 0,0 0 0 0 0,-1 1 0 0 0,1-1 0 0 0,0 0-1 0 0,-1 0 1 0 0,1 1 0 0 0,0-1 0 0 0,-1 1 0 0 0,1 0 0 0 0,-1-1 0 0 0,1 1 0 0 0,-1 0 0 0 0,1 0 0 0 0,-1 0 0 0 0,1 0 0 0 0,-1 0 0 0 0,-2 0 0 0 0,1 1-25 0 0,1 0 1 0 0,0 0 0 0 0,-1 0 0 0 0,1 0-1 0 0,0 1 1 0 0,0-1 0 0 0,0 1-1 0 0,0-1 1 0 0,0 1 0 0 0,1 0 0 0 0,-1 0-1 0 0,-2 3 1 0 0,-1 2 69 0 0,1-1 0 0 0,-1 1 0 0 0,2 1 0 0 0,-1-1 0 0 0,1 0 1 0 0,0 1-1 0 0,-2 11 0 0 0,2-4-146 0 0,2 1 0 0 0,0 0 1 0 0,0-1-1 0 0,2 1 1 0 0,0 0-1 0 0,0-1 0 0 0,2 1 1 0 0,0-1-1 0 0,0 0 1 0 0,2 0-1 0 0,7 18 0 0 0,-7-21-79 0 0,1 1 0 0 0,0-2 0 0 0,1 1 0 0 0,1-1 0 0 0,0 0 0 0 0,0 0 0 0 0,1-1-1 0 0,0 0 1 0 0,0-1 0 0 0,2 0 0 0 0,-1 0 0 0 0,1-1 0 0 0,17 10 0 0 0,-22-15-211 0 0,0 0 0 0 0,0 0 1 0 0,1-1-1 0 0,-1 0 0 0 0,1 0 0 0 0,-1-1 1 0 0,1 1-1 0 0,11 0 0 0 0,-14-2-285 0 0,0 0-1 0 0,0-1 1 0 0,0 1-1 0 0,1-1 1 0 0,-1 0-1 0 0,0 0 1 0 0,0 0-1 0 0,0 0 0 0 0,5-3 1 0 0,5-4-4224 0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73 5065 0 0,'2'7'7446'0'0,"13"52"-3200"0"0,-13-51-4093 0 0,0-1 0 0 0,1 1 1 0 0,1-1-1 0 0,-1 1 1 0 0,1-1-1 0 0,8 12 0 0 0,-8-15-114 0 0,0 0 0 0 0,1 0 0 0 0,-1-1-1 0 0,1 1 1 0 0,-1-1 0 0 0,1 0-1 0 0,0-1 1 0 0,0 1 0 0 0,0-1-1 0 0,1 0 1 0 0,-1 0 0 0 0,0 0-1 0 0,1-1 1 0 0,0 0 0 0 0,-1 0-1 0 0,11 0 1 0 0,-13-1-17 0 0,1 0 0 0 0,-1 0 0 0 0,0-1 0 0 0,1 1 0 0 0,-1-1 0 0 0,0 0 0 0 0,0 0 0 0 0,1 0 0 0 0,-1 0 0 0 0,0 0 0 0 0,0-1 0 0 0,0 1 0 0 0,0-1 0 0 0,-1 0 0 0 0,1 0 0 0 0,0 0 0 0 0,-1 0 0 0 0,1-1 0 0 0,-1 1 0 0 0,0-1 0 0 0,0 1 0 0 0,0-1 0 0 0,0 0 0 0 0,0 0 0 0 0,-1 0 0 0 0,1 0 0 0 0,-1 0 0 0 0,0 0 0 0 0,2-4 0 0 0,-2 0-26 0 0,1 0 0 0 0,-1 0-1 0 0,0-1 1 0 0,0 1 0 0 0,-1-1 0 0 0,0 1-1 0 0,-1-1 1 0 0,1 1 0 0 0,-1 0 0 0 0,-1-1-1 0 0,1 1 1 0 0,-1 0 0 0 0,-1 0 0 0 0,1 0-1 0 0,-7-12 1 0 0,7 15-4 0 0,-1 0-1 0 0,1 0 0 0 0,-1 0 1 0 0,0 1-1 0 0,0-1 0 0 0,0 1 1 0 0,0-1-1 0 0,-1 1 0 0 0,1 0 1 0 0,-1 0-1 0 0,0 1 0 0 0,0-1 1 0 0,0 1-1 0 0,0 0 1 0 0,0 0-1 0 0,-1 0 0 0 0,1 1 1 0 0,-1-1-1 0 0,1 1 0 0 0,-1 0 1 0 0,1 1-1 0 0,-1-1 0 0 0,0 1 1 0 0,1-1-1 0 0,-1 1 0 0 0,-6 1 1 0 0,-6 3-939 0 0,1 2-3334 0 0,1 1-1576 0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1.7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1 141 7370 0 0,'21'4'3506'0'0,"-12"1"-2877"0"0,0 0 0 0 0,0 1 0 0 0,-1 0 1 0 0,0 0-1 0 0,0 1 0 0 0,0 0 1 0 0,10 13-1 0 0,-11-12-329 0 0,0 0 1 0 0,1-1 0 0 0,-1 0-1 0 0,2 0 1 0 0,-1-1-1 0 0,1 0 1 0 0,13 7 0 0 0,-18-15-349 0 0,-5-8 81 0 0,-8-18 76 0 0,5 17-141 0 0,0-2-21 0 0,1 0 0 0 0,0-1-1 0 0,1 0 1 0 0,1 1 0 0 0,0-1-1 0 0,1 0 1 0 0,0 0 0 0 0,1 1-1 0 0,1-1 1 0 0,0 0-1 0 0,1 1 1 0 0,9-27 0 0 0,-12 40 71 0 0,0-1 1 0 0,0 0 0 0 0,0 0-1 0 0,1 0 1 0 0,-1 1 0 0 0,0-1 0 0 0,1 0-1 0 0,-1 1 1 0 0,1-1 0 0 0,-1 0-1 0 0,1 1 1 0 0,-1-1 0 0 0,1 0-1 0 0,-1 1 1 0 0,1-1 0 0 0,0 1-1 0 0,-1-1 1 0 0,1 1 0 0 0,0-1-1 0 0,0 1 1 0 0,-1 0 0 0 0,1-1-1 0 0,0 1 1 0 0,0 0 0 0 0,-1 0-1 0 0,1-1 1 0 0,0 1 0 0 0,0 0-1 0 0,0 0 1 0 0,-1 0 0 0 0,1 0-1 0 0,0 0 1 0 0,0 0 0 0 0,0 0-1 0 0,0 0 1 0 0,-1 1 0 0 0,1-1 0 0 0,0 0-1 0 0,0 0 1 0 0,-1 1 0 0 0,1-1-1 0 0,0 0 1 0 0,0 1 0 0 0,-1-1-1 0 0,1 1 1 0 0,0-1 0 0 0,-1 1-1 0 0,1-1 1 0 0,0 1 0 0 0,-1-1-1 0 0,1 1 1 0 0,-1 0 0 0 0,1-1-1 0 0,-1 1 1 0 0,0 0 0 0 0,1 1-1 0 0,7 7 386 0 0,-1 1 0 0 0,-1 0 1 0 0,7 14-1 0 0,-4-8-133 0 0,9 13-1590 0 0,1 0 1 0 0,2-2-1 0 0,27 28 0 0 0,-36-43 281 0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22 10594 0 0,'0'-1'192'0'0,"-1"0"0"0"0,1 0 1 0 0,0 0-1 0 0,0 0 0 0 0,0 0 0 0 0,0 0 0 0 0,0 0 0 0 0,1 1 0 0 0,-1-1 0 0 0,0 0 0 0 0,0 0 1 0 0,0 0-1 0 0,1 0 0 0 0,-1 0 0 0 0,1 1 0 0 0,-1-1 0 0 0,0 0 0 0 0,1 0 0 0 0,-1 1 0 0 0,1-1 0 0 0,0 0 1 0 0,-1 0-1 0 0,2 0 0 0 0,-1 1-31 0 0,0-1 0 0 0,0 1 0 0 0,0 0 1 0 0,-1 0-1 0 0,1 0 0 0 0,0 1 0 0 0,0-1 1 0 0,0 0-1 0 0,0 0 0 0 0,-1 0 0 0 0,1 1 0 0 0,0-1 1 0 0,0 0-1 0 0,0 1 0 0 0,-1-1 0 0 0,1 0 1 0 0,0 1-1 0 0,-1-1 0 0 0,2 2 0 0 0,4 3 278 0 0,0 0 0 0 0,-1 0 0 0 0,0 0 0 0 0,7 10 0 0 0,10 20-6 0 0,-1 1 0 0 0,28 68-1 0 0,13 24 219 0 0,-44-96-1086 0 0,29 46-3949 0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2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2 210 2761 0 0,'0'-3'234'0'0,"-1"1"1"0"0,1-1-1 0 0,0 1 1 0 0,0-1-1 0 0,0 0 1 0 0,0 1 0 0 0,1-1-1 0 0,-1 0 1 0 0,1 1-1 0 0,0-1 1 0 0,0 1-1 0 0,0-1 1 0 0,0 1 0 0 0,1-3-1 0 0,18-34 2201 0 0,-14 28-2042 0 0,1 1 0 0 0,0 0 0 0 0,1 1 0 0 0,-1 0 0 0 0,2 0 0 0 0,-1 0 0 0 0,2 1 0 0 0,-1 0 0 0 0,1 1 0 0 0,0 0 1 0 0,0 1-1 0 0,1 0 0 0 0,0 0 0 0 0,13-4 0 0 0,-10 6-480 0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2.6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3 142 6913 0 0,'-1'-1'81'0'0,"1"0"-1"0"0,0 1 1 0 0,-1-1-1 0 0,1 0 1 0 0,0 0-1 0 0,0 0 0 0 0,-1 1 1 0 0,1-1-1 0 0,0 0 1 0 0,0 0-1 0 0,0 0 1 0 0,0 0-1 0 0,0 1 0 0 0,0-1 1 0 0,0 0-1 0 0,1 0 1 0 0,-1 0-1 0 0,0 0 1 0 0,0 1-1 0 0,1-1 0 0 0,-1 0 1 0 0,0 0-1 0 0,1 1 1 0 0,-1-1-1 0 0,1 0 0 0 0,-1 1 1 0 0,1-1-1 0 0,-1 0 1 0 0,1 1-1 0 0,-1-1 1 0 0,2 0-1 0 0,21-18 3112 0 0,-17 18-2865 0 0,0-1 0 0 0,0 1 1 0 0,0 1-1 0 0,1-1 0 0 0,-1 1 1 0 0,0 0-1 0 0,0 0 0 0 0,1 1 0 0 0,-1 0 1 0 0,0 0-1 0 0,0 0 0 0 0,0 1 1 0 0,0 0-1 0 0,0 0 0 0 0,7 4 1 0 0,-7-3-192 0 0,0 0 1 0 0,0 0 0 0 0,0 0 0 0 0,-1 1 0 0 0,1 0 0 0 0,-1 0 0 0 0,0 0 0 0 0,0 1 0 0 0,-1-1 0 0 0,1 1 0 0 0,-1 0 0 0 0,0 1 0 0 0,0-1 0 0 0,4 9 0 0 0,-8-7-19 0 0,-9-14-54 0 0,-7-15 72 0 0,11 11-245 0 0,1 0 0 0 0,1 0 0 0 0,0-1 0 0 0,0 1 0 0 0,-2-23 0 0 0,5 28-687 0 0,0-1 0 0 0,0 1 0 0 0,1 0 0 0 0,0-1 0 0 0,0 1 0 0 0,0 0 0 0 0,3-10-1 0 0,0 7-962 0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1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66 8290 0 0,'-5'11'4078'0'0,"-1"13"-2820"0"0,5-15-966 0 0,0 0 0 0 0,1 0 0 0 0,0 1 1 0 0,1-1-1 0 0,0 0 0 0 0,0 0 0 0 0,1 0 1 0 0,0-1-1 0 0,1 1 0 0 0,0 0 1 0 0,7 13-1 0 0,-9-18-230 0 0,1 0 1 0 0,0-1-1 0 0,0 0 0 0 0,1 1 1 0 0,-1-1-1 0 0,1 0 0 0 0,-1 0 1 0 0,1 0-1 0 0,0-1 1 0 0,0 1-1 0 0,0-1 0 0 0,1 0 1 0 0,-1 1-1 0 0,1-1 0 0 0,-1-1 1 0 0,1 1-1 0 0,-1 0 1 0 0,1-1-1 0 0,0 0 0 0 0,0 0 1 0 0,0 0-1 0 0,0 0 0 0 0,0-1 1 0 0,0 0-1 0 0,-1 1 1 0 0,1-1-1 0 0,0-1 0 0 0,0 1 1 0 0,5-1-1 0 0,-6 0-24 0 0,0 0 1 0 0,0 0-1 0 0,0-1 0 0 0,0 1 1 0 0,0-1-1 0 0,0 1 0 0 0,0-1 1 0 0,0 0-1 0 0,-1 0 0 0 0,1 0 1 0 0,-1 0-1 0 0,1-1 0 0 0,-1 1 1 0 0,0-1-1 0 0,0 0 0 0 0,0 1 0 0 0,0-1 1 0 0,0 0-1 0 0,-1 0 0 0 0,0 0 1 0 0,1 0-1 0 0,-1 0 0 0 0,0-1 1 0 0,0 1-1 0 0,-1 0 0 0 0,1 0 1 0 0,-1-1-1 0 0,1 1 0 0 0,-1-4 1 0 0,0-3-90 0 0,1 1 0 0 0,-2 0 0 0 0,1-1 0 0 0,-1 1 0 0 0,-1-1 0 0 0,1 1 0 0 0,-2 0 0 0 0,1 0 0 0 0,-5-11 0 0 0,3 12-270 0 0,0-1-1 0 0,-1 0 0 0 0,1 1 1 0 0,-2 0-1 0 0,1 0 0 0 0,-1 0 1 0 0,0 1-1 0 0,-1 0 0 0 0,-7-7 1 0 0,3 7-800 0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11058 0 0,'0'0'77'0'0,"1"-1"0"0"0,-1 1 1 0 0,0 0-1 0 0,0 0 0 0 0,1 0 0 0 0,-1-1 0 0 0,0 1 0 0 0,0 0 0 0 0,1 0 0 0 0,-1 0 0 0 0,0 0 0 0 0,1 0 0 0 0,-1 0 0 0 0,0-1 0 0 0,1 1 0 0 0,-1 0 0 0 0,0 0 0 0 0,1 0 0 0 0,-1 0 0 0 0,0 0 1 0 0,1 0-1 0 0,-1 0 0 0 0,0 1 0 0 0,1-1 0 0 0,-1 0 0 0 0,0 0 0 0 0,0 0 0 0 0,1 0 0 0 0,-1 0 0 0 0,0 0 0 0 0,1 0 0 0 0,-1 1 0 0 0,0-1 0 0 0,1 0 0 0 0,10 14 1800 0 0,7 25 332 0 0,-15-32-1766 0 0,84 172 4227 0 0,-55-121-6271 0 0,1-1-3858 0 0,-23-40-1369 0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5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0,'35'55'5180'0'0,"-4"-11"-2774"0"0,47 53 1 0 0,7-13-8172 0 0,-61-64-391 0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3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32 326 8754 0 0,'37'-67'3795'0'0,"-29"48"-3591"0"0,-1 0 0 0 0,0-1 0 0 0,-2 1-1 0 0,0-1 1 0 0,-1-1 0 0 0,-1 1 0 0 0,-1-1 0 0 0,-1 1-1 0 0,-2-35 1 0 0,1 54-183 0 0,0 0 0 0 0,0 0 0 0 0,0 0-1 0 0,0 0 1 0 0,0 0 0 0 0,0 0 0 0 0,-1 0 0 0 0,1 0 0 0 0,0 0-1 0 0,-1 0 1 0 0,1 0 0 0 0,0 0 0 0 0,-1 0 0 0 0,1 0 0 0 0,-1 0-1 0 0,1 0 1 0 0,-1 1 0 0 0,0-1 0 0 0,1 0 0 0 0,-1 0 0 0 0,0 1-1 0 0,1-1 1 0 0,-1 0 0 0 0,0 1 0 0 0,0-1 0 0 0,0 1 0 0 0,-1-1-1 0 0,1 1 43 0 0,0 0-1 0 0,-1 0 1 0 0,1 0-1 0 0,0 1 1 0 0,-1-1-1 0 0,1 0 1 0 0,0 1-1 0 0,0-1 1 0 0,-1 1-1 0 0,1 0 1 0 0,0-1-1 0 0,0 1 1 0 0,0 0-1 0 0,0 0 1 0 0,0 0-1 0 0,0-1 1 0 0,-1 3-1 0 0,-6 5 370 0 0,0 1-1 0 0,1 0 1 0 0,-8 12-1 0 0,10-14-316 0 0,1 1-1 0 0,0-1 1 0 0,0 1-1 0 0,1-1 1 0 0,-1 1-1 0 0,2 0 1 0 0,-1 0-1 0 0,1 0 1 0 0,0 1-1 0 0,0 10 1 0 0,2-13-116 0 0,0 0 0 0 0,1 0 0 0 0,0-1 1 0 0,0 1-1 0 0,0 0 0 0 0,1-1 0 0 0,0 1 1 0 0,0-1-1 0 0,0 0 0 0 0,0 1 1 0 0,1-1-1 0 0,0 0 0 0 0,0-1 0 0 0,1 1 1 0 0,-1 0-1 0 0,5 4 0 0 0,-1-2-263 0 0,-1-1 1 0 0,1 1-1 0 0,1-1 1 0 0,8 6-1 0 0,-13-10-19 0 0,0 0 1 0 0,-1-1-1 0 0,1 1 0 0 0,0-1 0 0 0,1 0 1 0 0,-1 1-1 0 0,0-1 0 0 0,0-1 1 0 0,0 1-1 0 0,1 0 0 0 0,-1-1 1 0 0,0 0-1 0 0,1 0 0 0 0,-1 0 1 0 0,5-1-1 0 0,8-2-1189 0 0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4.2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97 380 4145 0 0,'0'-1'70'0'0,"0"0"0"0"0,0 0 0 0 0,0 1 0 0 0,0-1 0 0 0,0 0 0 0 0,-1 0 0 0 0,1 0 0 0 0,0 1 1 0 0,0-1-1 0 0,-1 0 0 0 0,1 0 0 0 0,0 1 0 0 0,-1-1 0 0 0,1 0 0 0 0,-1 0 0 0 0,1 1 0 0 0,-1-1 0 0 0,0 1 0 0 0,1-1 0 0 0,-1 0 0 0 0,1 1 1 0 0,-1-1-1 0 0,0 1 0 0 0,1 0 0 0 0,-1-1 0 0 0,0 1 0 0 0,0-1 0 0 0,-1 1 0 0 0,1 0 125 0 0,-1 0 1 0 0,1 0-1 0 0,-1 1 0 0 0,1-1 0 0 0,0 1 0 0 0,-1-1 1 0 0,1 1-1 0 0,0-1 0 0 0,-1 1 0 0 0,1 0 1 0 0,0 0-1 0 0,0-1 0 0 0,0 1 0 0 0,0 0 1 0 0,-1 1-1 0 0,-4 4 625 0 0,0 1 1 0 0,0-1-1 0 0,1 1 0 0 0,-7 13 1 0 0,7-10-594 0 0,1-1 1 0 0,0 1 0 0 0,1 1-1 0 0,0-1 1 0 0,1 0 0 0 0,0 1-1 0 0,0-1 1 0 0,1 16-1 0 0,0-22-218 0 0,1 0-1 0 0,0 0 1 0 0,1 0-1 0 0,-1 0 1 0 0,1 0 0 0 0,-1 0-1 0 0,1 0 1 0 0,0 0-1 0 0,0-1 1 0 0,1 1-1 0 0,-1 0 1 0 0,1 0-1 0 0,0-1 1 0 0,0 1-1 0 0,0-1 1 0 0,1 0-1 0 0,-1 0 1 0 0,1 1-1 0 0,0-2 1 0 0,-1 1 0 0 0,1 0-1 0 0,1 0 1 0 0,-1-1-1 0 0,7 4 1 0 0,-8-5-64 0 0,0 0-1 0 0,-1 0 1 0 0,1 0 0 0 0,0-1 0 0 0,0 1 0 0 0,0-1 0 0 0,1 0 0 0 0,-1 1 0 0 0,0-1 0 0 0,0 0 0 0 0,0 0-1 0 0,0 0 1 0 0,0 0 0 0 0,0-1 0 0 0,0 1 0 0 0,0-1 0 0 0,0 1 0 0 0,0-1 0 0 0,0 0 0 0 0,0 1-1 0 0,2-3 1 0 0,0 1-232 0 0,-1 0 0 0 0,0-1-1 0 0,0 0 1 0 0,-1 1 0 0 0,1-1-1 0 0,0 0 1 0 0,-1-1-1 0 0,0 1 1 0 0,1 0 0 0 0,1-6-1 0 0,1-1-476 0 0,-1 0 0 0 0,0 0 0 0 0,-1 0 1 0 0,0 0-1 0 0,-1 0 0 0 0,0-1 0 0 0,0-16 0 0 0,-4-8 188 0 0,-3 2-1 0 0,0-1 1 0 0,-2 0 0 0 0,-17-46 0 0 0,4 7 2275 0 0,9 31-488 0 0,6 16 306 0 0,-2 1 0 0 0,0 0-1 0 0,-14-29 1 0 0,8 38 1195 0 0,13 16-2586 0 0,0 0 0 0 0,-1 0 0 0 0,1 0-1 0 0,0 0 1 0 0,-1 0 0 0 0,1 0-1 0 0,0 0 1 0 0,-1 0 0 0 0,1 0 0 0 0,0 0-1 0 0,-1 0 1 0 0,1 0 0 0 0,0 0-1 0 0,-1 0 1 0 0,1 0 0 0 0,-1 0-1 0 0,1 0 1 0 0,0 0 0 0 0,-3 2 1257 0 0,2-1-1258 0 0,0 1 136 0 0,0 0-1 0 0,0 0 1 0 0,0 0-1 0 0,0 0 0 0 0,0 0 1 0 0,1 0-1 0 0,-1 0 1 0 0,1 0-1 0 0,-1 0 1 0 0,1 1-1 0 0,0-1 0 0 0,0 0 1 0 0,0 4-1 0 0,1 9-149 0 0,2 0 0 0 0,0-1-1 0 0,0 1 1 0 0,1-1-1 0 0,1 0 1 0 0,1 0 0 0 0,0 0-1 0 0,0-1 1 0 0,1 0-1 0 0,1 0 1 0 0,9 12 0 0 0,8 7-116 0 0,2-1 1 0 0,53 50-1 0 0,46 25-22 0 0,-73-63-576 0 0,-18-12-79 0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2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2 6913 0 0,'-19'-2'7079'0'0,"24"11"-6158"0"0,16 35 167 0 0,-15-29-894 0 0,0-1 0 0 0,1 0 0 0 0,1 0 0 0 0,0 0 0 0 0,1-1 0 0 0,1-1 0 0 0,0 1-1 0 0,14 13 1 0 0,-13-16-138 0 0,0-1-1 0 0,1 0 0 0 0,0-1 1 0 0,0 0-1 0 0,1-1 0 0 0,0 0 1 0 0,0-1-1 0 0,1 0 0 0 0,0-1 0 0 0,0-1 1 0 0,0 0-1 0 0,17 2 0 0 0,-29-6-38 0 0,1-1-1 0 0,0 1 0 0 0,0 0 0 0 0,-1-1 1 0 0,1 1-1 0 0,0-1 0 0 0,-1 0 1 0 0,1 0-1 0 0,-1 0 0 0 0,1 0 1 0 0,-1-1-1 0 0,0 1 0 0 0,1-1 0 0 0,-1 1 1 0 0,0-1-1 0 0,0 0 0 0 0,0 0 1 0 0,0 0-1 0 0,0 0 0 0 0,-1 0 0 0 0,1 0 1 0 0,-1 0-1 0 0,1-1 0 0 0,-1 1 1 0 0,0 0-1 0 0,0-1 0 0 0,0 1 1 0 0,0-1-1 0 0,0 0 0 0 0,1-4 0 0 0,0-1-136 0 0,0-1 0 0 0,-1 1 0 0 0,0-1 0 0 0,0 1 0 0 0,-1-1 0 0 0,0 1 0 0 0,-1-1 0 0 0,-2-14 0 0 0,0 11-862 0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5.7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0 130 11979 0 0,'7'6'5514'0'0,"4"9"-3395"0"0,0-1-1559 0 0,5 6 57 0 0,0 0 0 0 0,23 20 0 0 0,-33-35-715 0 0,1 1 1 0 0,-1-1-1 0 0,1-1 1 0 0,0 1-1 0 0,0-1 1 0 0,1 0-1 0 0,-1-1 0 0 0,1 0 1 0 0,0 0-1 0 0,15 3 1 0 0,-21-6-36 0 0,-1 0 1 0 0,1 0 0 0 0,-1 0-1 0 0,1 0 1 0 0,0-1 0 0 0,-1 1-1 0 0,1 0 1 0 0,-1-1-1 0 0,1 0 1 0 0,-1 1 0 0 0,1-1-1 0 0,-1 0 1 0 0,1 0-1 0 0,-1 0 1 0 0,0 1 0 0 0,1-1-1 0 0,-1-1 1 0 0,0 1 0 0 0,0 0-1 0 0,0 0 1 0 0,0 0-1 0 0,0-1 1 0 0,0 1 0 0 0,0 0-1 0 0,0-1 1 0 0,-1 1-1 0 0,1-1 1 0 0,0 1 0 0 0,-1-1-1 0 0,1 1 1 0 0,-1-4-1 0 0,4-7-534 0 0,-1 0-1 0 0,-1 0 1 0 0,2-13-1 0 0,-3 17 204 0 0,0-9-334 0 0,0 0 1 0 0,-2 0-1 0 0,0 1 1 0 0,0-1-1 0 0,-7-26 0 0 0,0-2 1591 0 0,8 44-622 0 0,0 0 0 0 0,0 0 1 0 0,0 0-1 0 0,0 0 0 0 0,0 1 0 0 0,0-1 1 0 0,0 0-1 0 0,0 0 0 0 0,0 0 0 0 0,0 0 0 0 0,0 1 1 0 0,0-1-1 0 0,1 0 0 0 0,-1 0 0 0 0,0 1 0 0 0,0-1 1 0 0,1 0-1 0 0,-1 0 0 0 0,2-1 0 0 0,-2 2-33 0 0,0 0 0 0 0,1 0 0 0 0,-1-1 0 0 0,1 1 0 0 0,-1 0 0 0 0,1 0 0 0 0,-1 0 0 0 0,1-1 0 0 0,-1 1 0 0 0,1 0 0 0 0,-1 0 0 0 0,1 0 0 0 0,0 0 0 0 0,-1 0 0 0 0,1 0 0 0 0,-1 0 0 0 0,1 0 0 0 0,-1 0 0 0 0,1 1 0 0 0,-1-1 0 0 0,1 0 0 0 0,0 0 0 0 0,1 1 111 0 0,0 0 0 0 0,0 0 0 0 0,0 0-1 0 0,0 1 1 0 0,0-1 0 0 0,0 0 0 0 0,0 1 0 0 0,-1-1 0 0 0,1 1-1 0 0,0 0 1 0 0,-1 0 0 0 0,3 2 0 0 0,107 219 1758 0 0,-97-181-4256 0 0,-10-20-4701 0 0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3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11522 0 0,'18'33'5147'0'0,"90"100"-350"0"0,-40-53-3890 0 0,-27-28-819 0 0,21 23-1251 0 0,54 89 0 0 0,-108-148-1103 0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6.7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6 475 3225 0 0,'-1'-1'50'0'0,"0"-1"0"0"0,0 1 0 0 0,1-1 0 0 0,-1 1 0 0 0,1 0 0 0 0,0-1 0 0 0,-1 1 0 0 0,1-1 0 0 0,0 1 0 0 0,0-1 0 0 0,0 1 0 0 0,0-1 1 0 0,0 1-1 0 0,0-1 0 0 0,0 0 0 0 0,0 1 0 0 0,1-1 0 0 0,-1 1 0 0 0,0 0 0 0 0,1-1 0 0 0,-1 1 0 0 0,1-1 0 0 0,0 1 0 0 0,0 0 0 0 0,-1-1 0 0 0,1 1 0 0 0,2-2 1 0 0,32-38 1641 0 0,-24 30-1255 0 0,199-228 6514 0 0,-201 228-6698 0 0,-1 0 113 0 0,1 1-1 0 0,0 1 1 0 0,1 0-1 0 0,17-14 1 0 0,-25 22-258 0 0,1-1 0 0 0,-1 1 0 0 0,0 0 0 0 0,0 0 0 0 0,1-1 0 0 0,-1 2 0 0 0,1-1 0 0 0,-1 0 0 0 0,1 0 0 0 0,-1 1 0 0 0,1-1-1 0 0,-1 1 1 0 0,1 0 0 0 0,-1 0 0 0 0,1 0 0 0 0,0 0 0 0 0,-1 0 0 0 0,1 1 0 0 0,-1-1 0 0 0,1 1 0 0 0,-1 0 0 0 0,1-1 0 0 0,-1 1 0 0 0,1 0 0 0 0,-1 0 0 0 0,0 1 0 0 0,0-1 0 0 0,1 0 0 0 0,3 4 0 0 0,10 12 288 0 0,0 0 1 0 0,-1 1-1 0 0,-1 0 0 0 0,-1 1 1 0 0,20 39-1 0 0,27 36 404 0 0,-54-85-781 0 0,15 15-209 0 0,-11-23 70 0 0,-1-16 67 0 0,0-25 66 0 0,5-45 1 0 0,-10 54 0 0 0,1 0 0 0 0,2 0-1 0 0,11-32 1 0 0,-17 60 10 0 0,0 0 0 0 0,0 0-1 0 0,0 0 1 0 0,1 0-1 0 0,0 0 1 0 0,-1 0-1 0 0,1 0 1 0 0,0 0 0 0 0,0 1-1 0 0,0-1 1 0 0,1 1-1 0 0,-1 0 1 0 0,0-1-1 0 0,1 1 1 0 0,0 0 0 0 0,-1 0-1 0 0,5-1 1 0 0,-4 2-5 0 0,0 0-1 0 0,0 1 1 0 0,0 0 0 0 0,0-1 0 0 0,0 1 0 0 0,0 1 0 0 0,0-1 0 0 0,-1 0-1 0 0,1 1 1 0 0,0-1 0 0 0,0 1 0 0 0,0 0 0 0 0,0 0 0 0 0,0 0 0 0 0,-1 0-1 0 0,1 0 1 0 0,-1 1 0 0 0,1-1 0 0 0,3 4 0 0 0,0-1 15 0 0,56 32 637 0 0,-17-18-3271 0 0,-25-13-4951 0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149 290 6449 0 0,'0'-41'2341'0'0,"-2"-69"1313"0"0,1 95-3184 0 0,-1 1 0 0 0,0 0 1 0 0,-1 0-1 0 0,-1 0 1 0 0,-7-19-1 0 0,10 30-402 0 0,0 1 1 0 0,-1-1-1 0 0,1 1 0 0 0,0 0 1 0 0,0 0-1 0 0,-1 0 0 0 0,0 0 1 0 0,1 0-1 0 0,-1 0 1 0 0,0 0-1 0 0,0 0 0 0 0,0 1 1 0 0,-3-3-1 0 0,4 3-11 0 0,-1 1-1 0 0,1-1 0 0 0,-1 1 1 0 0,1-1-1 0 0,0 1 1 0 0,-1 0-1 0 0,1 0 1 0 0,-1-1-1 0 0,1 1 1 0 0,0 0-1 0 0,-1 0 1 0 0,1 1-1 0 0,-1-1 1 0 0,1 0-1 0 0,-1 0 1 0 0,1 1-1 0 0,0-1 1 0 0,-2 1-1 0 0,-1 1 67 0 0,0 0-1 0 0,1 1 0 0 0,-1-1 1 0 0,1 1-1 0 0,0-1 1 0 0,0 1-1 0 0,0 0 0 0 0,0 1 1 0 0,0-1-1 0 0,1 0 1 0 0,-1 1-1 0 0,1-1 0 0 0,0 1 1 0 0,-3 6-1 0 0,1 0 49 0 0,0 0-1 0 0,0 0 1 0 0,1 1 0 0 0,1-1-1 0 0,0 1 1 0 0,0 0-1 0 0,1-1 1 0 0,0 1 0 0 0,1 0-1 0 0,0 0 1 0 0,1 0-1 0 0,3 18 1 0 0,-2-22-123 0 0,0 0 0 0 0,0 0-1 0 0,1-1 1 0 0,0 1 0 0 0,0 0 0 0 0,1-1 0 0 0,0 0-1 0 0,0 0 1 0 0,0 0 0 0 0,1-1 0 0 0,0 1 0 0 0,0-1-1 0 0,0 0 1 0 0,0 0 0 0 0,1-1 0 0 0,0 0 0 0 0,0 0-1 0 0,0 0 1 0 0,14 5 0 0 0,-7-4-91 0 0,1 0 0 0 0,0-1-1 0 0,0 0 1 0 0,0-1 0 0 0,1-1 0 0 0,-1-1 0 0 0,22 0-1 0 0,23-6-3112 0 0,-39 1-3725 0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7.7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1 6913 0 0,'-3'0'216'0'0,"0"0"0"0"0,0 0-1 0 0,0 0 1 0 0,0 0-1 0 0,0 1 1 0 0,0-1 0 0 0,0 1-1 0 0,0 0 1 0 0,0 0-1 0 0,0 0 1 0 0,0 0-1 0 0,0 1 1 0 0,1-1 0 0 0,-1 1-1 0 0,0 0 1 0 0,-3 3-1 0 0,-5 4 308 0 0,0 0 0 0 0,1 2 0 0 0,1-1 0 0 0,-1 1 0 0 0,2 0 0 0 0,-1 1 0 0 0,2 0 0 0 0,-1 1 0 0 0,2-1 0 0 0,-7 17 1 0 0,7-13-203 0 0,1 0 1 0 0,0 0 0 0 0,1 0 0 0 0,1 0 0 0 0,0 1 0 0 0,1-1-1 0 0,1 1 1 0 0,2 26 0 0 0,-1-40-265 0 0,1 0 0 0 0,-1 0 0 0 0,1 0 1 0 0,0 0-1 0 0,0 0 0 0 0,0 0 0 0 0,1 0 0 0 0,-1-1 0 0 0,1 1 0 0 0,-1-1 0 0 0,1 1 1 0 0,0-1-1 0 0,0 1 0 0 0,0-1 0 0 0,0 0 0 0 0,3 2 0 0 0,-4-3-85 0 0,0 0 1 0 0,0-1-1 0 0,0 1 0 0 0,0 0 1 0 0,0-1-1 0 0,0 0 0 0 0,0 1 0 0 0,0-1 1 0 0,0 0-1 0 0,1 1 0 0 0,-1-1 0 0 0,0 0 1 0 0,0 0-1 0 0,0 0 0 0 0,0 0 0 0 0,1 0 1 0 0,-1 0-1 0 0,0 0 0 0 0,0 0 0 0 0,0-1 1 0 0,0 1-1 0 0,0 0 0 0 0,1-1 0 0 0,-1 1 1 0 0,0-1-1 0 0,0 1 0 0 0,0-1 1 0 0,0 0-1 0 0,0 1 0 0 0,0-1 0 0 0,-1 0 1 0 0,1 0-1 0 0,0 1 0 0 0,0-1 0 0 0,0 0 1 0 0,-1 0-1 0 0,1 0 0 0 0,0 0 0 0 0,-1 0 1 0 0,1 0-1 0 0,-1 0 0 0 0,1 0 0 0 0,-1-2 1 0 0,8-15-232 0 0,-1 1 0 0 0,-1-1 0 0 0,-1 0 0 0 0,-1-1 0 0 0,0 1 0 0 0,1-23 0 0 0,-2 16 574 0 0,1 1 0 0 0,12-39 0 0 0,-15 60-248 0 0,-1 0 1 0 0,1 0-1 0 0,1 0 1 0 0,-1 0-1 0 0,0 0 1 0 0,1 0-1 0 0,0 0 1 0 0,-1 0-1 0 0,1 1 1 0 0,0-1-1 0 0,1 1 1 0 0,-1-1-1 0 0,0 1 1 0 0,1 0 0 0 0,-1 0-1 0 0,1 0 1 0 0,0 0-1 0 0,-1 0 1 0 0,1 0-1 0 0,0 1 1 0 0,0 0-1 0 0,0-1 1 0 0,0 1-1 0 0,1 0 1 0 0,-1 1-1 0 0,0-1 1 0 0,0 0-1 0 0,0 1 1 0 0,1 0 0 0 0,-1 0-1 0 0,0 0 1 0 0,1 0-1 0 0,-1 0 1 0 0,0 1-1 0 0,0-1 1 0 0,1 1-1 0 0,-1 0 1 0 0,0 0-1 0 0,0 0 1 0 0,4 2-1 0 0,5 3 82 0 0,1 0-1 0 0,-1 1 0 0 0,0 0 0 0 0,-1 1 0 0 0,0 0 0 0 0,0 1 0 0 0,-1 0 1 0 0,13 14-1 0 0,-13-12-114 0 0,-1 1 0 0 0,0-1 0 0 0,-1 2 0 0 0,0-1 0 0 0,-1 1 0 0 0,0 0 0 0 0,7 21 0 0 0,-13-29-26 0 0,1-1 0 0 0,-1 1 1 0 0,0-1-1 0 0,0 1 0 0 0,-1 0 1 0 0,1 0-1 0 0,-1-1 0 0 0,0 1 0 0 0,-1 0 1 0 0,1-1-1 0 0,-1 1 0 0 0,0 0 1 0 0,0-1-1 0 0,0 1 0 0 0,0-1 1 0 0,-1 1-1 0 0,0-1 0 0 0,0 1 0 0 0,0-1 1 0 0,0 0-1 0 0,-1 0 0 0 0,0 0 1 0 0,0-1-1 0 0,0 1 0 0 0,0-1 1 0 0,-6 6-1 0 0,-1-2-259 0 0,0-1-1 0 0,0 0 1 0 0,0 0-1 0 0,-1-1 1 0 0,0 0 0 0 0,-14 4-1 0 0,10-4-310 0 0,1 0-1 0 0,-21 12 0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1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142 28 6913 0 0,'0'-1'196'0'0,"-1"-1"0"0"0,1 1 0 0 0,-1-1-1 0 0,0 0 1 0 0,0 1 0 0 0,0 0-1 0 0,0-1 1 0 0,0 1 0 0 0,0-1-1 0 0,0 1 1 0 0,-1 0 0 0 0,1 0 0 0 0,0 0-1 0 0,-1 0 1 0 0,1 0 0 0 0,-1 0-1 0 0,1 0 1 0 0,-1 0 0 0 0,1 1-1 0 0,-1-1 1 0 0,0 0 0 0 0,1 1 0 0 0,-1 0-1 0 0,0-1 1 0 0,0 1 0 0 0,1 0-1 0 0,-1 0 1 0 0,0 0 0 0 0,1 0-1 0 0,-1 0 1 0 0,0 0 0 0 0,0 0 0 0 0,1 1-1 0 0,-1-1 1 0 0,0 1 0 0 0,1-1-1 0 0,-1 1 1 0 0,0 0 0 0 0,1-1-1 0 0,-1 1 1 0 0,1 0 0 0 0,-2 1 0 0 0,-2 2 244 0 0,-1 0 0 0 0,1 0 0 0 0,0 0 1 0 0,0 1-1 0 0,1 0 0 0 0,0 0 0 0 0,0 0 0 0 0,0 0 1 0 0,-6 12-1 0 0,5-7-94 0 0,1 1 0 0 0,0 0 0 0 0,0 1 0 0 0,1-1 0 0 0,1 0 0 0 0,-2 21 0 0 0,3-28-326 0 0,1-1-1 0 0,-1 0 1 0 0,1 1 0 0 0,0-1-1 0 0,0 0 1 0 0,1 1 0 0 0,-1-1-1 0 0,1 0 1 0 0,-1 0-1 0 0,1 1 1 0 0,0-1 0 0 0,0 0-1 0 0,1 0 1 0 0,-1 0 0 0 0,1 0-1 0 0,-1 0 1 0 0,1 0-1 0 0,0 0 1 0 0,0-1 0 0 0,0 1-1 0 0,0-1 1 0 0,1 1-1 0 0,-1-1 1 0 0,1 0 0 0 0,0 0-1 0 0,-1 0 1 0 0,1 0 0 0 0,4 1-1 0 0,-6-2-26 0 0,0-1 0 0 0,1 1 0 0 0,-1-1 0 0 0,0 0-1 0 0,0 0 1 0 0,1 0 0 0 0,-1 0 0 0 0,0 0 0 0 0,0 0 0 0 0,1 0 0 0 0,-1 0-1 0 0,0 0 1 0 0,0 0 0 0 0,1-1 0 0 0,-1 1 0 0 0,0 0 0 0 0,0-1 0 0 0,0 1-1 0 0,1-1 1 0 0,-1 1 0 0 0,0-1 0 0 0,0 0 0 0 0,1-1 0 0 0,1 0-33 0 0,-1-1 1 0 0,1 0 0 0 0,-1 1 0 0 0,0-1 0 0 0,0 0-1 0 0,0 0 1 0 0,0 0 0 0 0,1-5 0 0 0,2-4-202 0 0,-2 1 0 0 0,1 0 0 0 0,-1-1 1 0 0,1-14-1 0 0,-3-3 27 0 0,2-18-11 0 0,-2 45 268 0 0,-1-1 1 0 0,0 1-1 0 0,1 0 1 0 0,0 0-1 0 0,0 0 1 0 0,0 0-1 0 0,-1 0 1 0 0,2 0-1 0 0,-1 0 0 0 0,0 0 1 0 0,0 0-1 0 0,1 0 1 0 0,-1 0-1 0 0,1 1 1 0 0,-1-1-1 0 0,5-2 1 0 0,-5 3 1 0 0,0 1 1 0 0,1-1 0 0 0,-1 1-1 0 0,1-1 1 0 0,-1 1-1 0 0,1 0 1 0 0,-1-1 0 0 0,1 1-1 0 0,-1 0 1 0 0,1 0-1 0 0,-1 0 1 0 0,1 0-1 0 0,-1 0 1 0 0,1 1 0 0 0,-1-1-1 0 0,1 0 1 0 0,-1 1-1 0 0,0-1 1 0 0,1 1 0 0 0,-1-1-1 0 0,1 1 1 0 0,0 1-1 0 0,35 23 271 0 0,-6-4-249 0 0,-27-20-116 0 0,0 0-1 0 0,0 0 1 0 0,0 0 0 0 0,0 0-1 0 0,0-1 1 0 0,0 1 0 0 0,0-1-1 0 0,1 0 1 0 0,-1 0 0 0 0,0-1-1 0 0,0 1 1 0 0,5-2 0 0 0,29-13-3827 0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 81 920 0 0,'-4'-5'-190'0'0,"-1"0"1199"0"0,1 0 0 0 0,0-1 0 0 0,0 1-1 0 0,0-1 1 0 0,1 0 0 0 0,0 0 0 0 0,0 0-1 0 0,0 0 1 0 0,1 0 0 0 0,-1-13 2367 0 0,3 19-3319 0 0,1 0 1 0 0,-1 0 0 0 0,0 0 0 0 0,0 0-1 0 0,0 0 1 0 0,0 0 0 0 0,0 0 0 0 0,1 0-1 0 0,-1 0 1 0 0,0 0 0 0 0,0 0 0 0 0,0 0 115 0 0,1 0-116 0 0,10 8 1390 0 0,9 12-34 0 0,63 69 1890 0 0,-59-68-3238 0 0,0-1 0 0 0,1-2 0 0 0,49 30 1 0 0,18 7-2802 0 0,-76-45-4090 0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5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21 165 5985 0 0,'-1'0'157'0'0,"1"0"-1"0"0,-1 0 0 0 0,1 1 0 0 0,-1-1 0 0 0,0 0 1 0 0,1 0-1 0 0,-1 0 0 0 0,1 0 0 0 0,-1 1 1 0 0,0-1-1 0 0,1 0 0 0 0,-1 0 0 0 0,1 0 1 0 0,-1 0-1 0 0,0-1 0 0 0,1 1 0 0 0,-1 0 1 0 0,1 0-1 0 0,-1 0 0 0 0,0 0 0 0 0,1-1 0 0 0,-1 1 1 0 0,1 0-1 0 0,-1 0 0 0 0,1-1 0 0 0,-1 1 1 0 0,1-1-1 0 0,-1 1 0 0 0,1 0 0 0 0,-1-1 1 0 0,1 1-1 0 0,0-1 0 0 0,-1 1 0 0 0,1-1 0 0 0,0 1 1 0 0,-1-2-1 0 0,1 1 46 0 0,0-1-1 0 0,1 0 1 0 0,-1 0-1 0 0,0 1 1 0 0,1-1-1 0 0,-1 0 1 0 0,1 1 0 0 0,0-1-1 0 0,0 1 1 0 0,0-1-1 0 0,-1 0 1 0 0,3-1 0 0 0,38-45 1170 0 0,-22 32-1686 0 0,0 0 0 0 0,1 2-1 0 0,23-13 1 0 0,-20 14-4922 0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38.8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1 190 2304 0 0,'0'1'16'0'0,"0"-1"-1"0"0,0 1 1 0 0,0 0-1 0 0,0-1 0 0 0,-1 1 1 0 0,1 0-1 0 0,0 0 0 0 0,0-1 1 0 0,1 1-1 0 0,-1 0 0 0 0,0-1 1 0 0,0 1-1 0 0,0 0 0 0 0,0 0 1 0 0,1-1-1 0 0,-1 1 0 0 0,0 0 1 0 0,0-1-1 0 0,1 1 0 0 0,-1-1 1 0 0,1 1-1 0 0,-1 0 0 0 0,1-1 1 0 0,-1 1-1 0 0,1-1 0 0 0,-1 1 1 0 0,1-1-1 0 0,-1 1 0 0 0,1-1 1 0 0,-1 0-1 0 0,1 1 0 0 0,0-1 1 0 0,-1 0-1 0 0,1 1 0 0 0,0-1 1 0 0,-1 0-1 0 0,1 0 1 0 0,0 0-1 0 0,-1 0 0 0 0,2 1 1 0 0,0-2 120 0 0,0 1 0 0 0,0-1 0 0 0,0 0 0 0 0,0 1 1 0 0,-1-1-1 0 0,1 0 0 0 0,0 0 0 0 0,0 0 1 0 0,-1-1-1 0 0,1 1 0 0 0,-1 0 0 0 0,1-1 1 0 0,-1 1-1 0 0,3-3 0 0 0,0-2 138 0 0,-1 0-1 0 0,1 0 1 0 0,-1 0-1 0 0,0-1 1 0 0,0 1-1 0 0,-1-1 1 0 0,0 1-1 0 0,0-1 1 0 0,0 0-1 0 0,-1 0 1 0 0,0 0 0 0 0,-1 0-1 0 0,1 0 1 0 0,-1 0-1 0 0,-1 0 1 0 0,1 0-1 0 0,-1 0 1 0 0,-1 0-1 0 0,1 1 1 0 0,-1-1-1 0 0,0 0 1 0 0,0 0-1 0 0,-1 1 1 0 0,0 0 0 0 0,0-1-1 0 0,-7-7 1 0 0,10 13-196 0 0,0 1 1 0 0,0-1-1 0 0,-1 1 1 0 0,1-1-1 0 0,0 1 0 0 0,0 0 1 0 0,-1-1-1 0 0,1 1 1 0 0,-1 0-1 0 0,1-1 1 0 0,0 1-1 0 0,-1 0 1 0 0,1 0-1 0 0,-1-1 1 0 0,1 1-1 0 0,0 0 1 0 0,-1 0-1 0 0,1 0 1 0 0,-1-1-1 0 0,1 1 0 0 0,-1 0 1 0 0,1 0-1 0 0,-1 0 1 0 0,1 0-1 0 0,-1 0 1 0 0,1 0-1 0 0,-1 0 1 0 0,1 0-1 0 0,-1 0 1 0 0,1 0-1 0 0,-1 0 1 0 0,1 1-1 0 0,-1-1 1 0 0,1 0-1 0 0,-1 0 1 0 0,-8 18 1834 0 0,3 24 243 0 0,6-32-1923 0 0,1 0-1 0 0,-1 0 1 0 0,2 0 0 0 0,-1 0-1 0 0,1 0 1 0 0,1-1-1 0 0,0 1 1 0 0,0-1-1 0 0,1 0 1 0 0,0 0-1 0 0,0 0 1 0 0,1 0-1 0 0,7 8 1 0 0,-8-12-260 0 0,0 0 0 0 0,0-1-1 0 0,1 0 1 0 0,0 1 0 0 0,0-2 0 0 0,0 1 0 0 0,0-1 0 0 0,1 1 0 0 0,-1-1 0 0 0,1-1 0 0 0,0 1 0 0 0,0-1 0 0 0,0 0-1 0 0,0 0 1 0 0,0-1 0 0 0,0 0 0 0 0,1 0 0 0 0,-1 0 0 0 0,0-1 0 0 0,0 0 0 0 0,11-1 0 0 0,8-3-5260 0 0,1 0-1853 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5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8290 0 0,'10'-3'9248'0'0,"-10"2"-9080"0"0,11 23 1363 0 0,-1 29-862 0 0,4 57 0 0 0,-4-27-613 0 0,35 394 582 0 0,-40-201-377 0 0,16 216 402 0 0,24 86-369 0 0,-42-513-304 0 0,13 145 65 0 0,5 122 58 0 0,-22-164-85 0 0,22 459 192 0 0,10-297-182 0 0,-7-78-12 0 0,-10-38 755 0 0,-8-99-461 0 0,2-36-165 0 0,-8-77-234 0 0,-1-4-1387 0 0,-1-15 731 0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9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49 4145 0 0,'-27'3'14807'0'0,"53"7"-12651"0"0,15 7-1895 0 0,-39-17-261 0 0,0 1 1 0 0,0-1-1 0 0,0 1 0 0 0,0-1 0 0 0,0 1 0 0 0,0-1 1 0 0,0 0-1 0 0,0 0 0 0 0,0 0 0 0 0,0 0 1 0 0,0-1-1 0 0,0 1 0 0 0,0 0 0 0 0,-1-1 0 0 0,5-1 1 0 0,-5 2 13 0 0,0-1 1 0 0,0 0 0 0 0,0 0 0 0 0,-1 0 0 0 0,1-1-1 0 0,0 1 1 0 0,0 0 0 0 0,-1 0 0 0 0,1 0 0 0 0,0 0 0 0 0,-1-1-1 0 0,1 1 1 0 0,-1 0 0 0 0,0-1 0 0 0,1 1 0 0 0,-1 0-1 0 0,0-1 1 0 0,0 1 0 0 0,0 0 0 0 0,0-1 0 0 0,0 1-1 0 0,0 0 1 0 0,0-1 0 0 0,-1 1 0 0 0,1 0 0 0 0,0-1 0 0 0,-1 1-1 0 0,1 0 1 0 0,-1 0 0 0 0,1-1 0 0 0,-1 1 0 0 0,0 0-1 0 0,1 0 1 0 0,-1 0 0 0 0,0 0 0 0 0,-1-2 0 0 0,0 1 15 0 0,1 0 1 0 0,-1-1-1 0 0,1 1 0 0 0,-1 0 1 0 0,0 0-1 0 0,0 0 1 0 0,0 0-1 0 0,0 0 1 0 0,0 1-1 0 0,0-1 1 0 0,0 1-1 0 0,-1-1 1 0 0,1 1-1 0 0,-1 0 0 0 0,1 0 1 0 0,-1 0-1 0 0,-3-1 1 0 0,5 2-80 0 0,0 0-1 0 0,1 1 1 0 0,-1-1 0 0 0,1 0 0 0 0,-1 1 0 0 0,1-1-1 0 0,-1 1 1 0 0,1-1 0 0 0,-1 0 0 0 0,1 1-1 0 0,0-1 1 0 0,-1 1 0 0 0,1-1 0 0 0,-1 1 0 0 0,1 0-1 0 0,0-1 1 0 0,0 1 0 0 0,-1-1 0 0 0,1 1-1 0 0,0-1 1 0 0,0 1 0 0 0,0 0 0 0 0,0-1 0 0 0,0 1-1 0 0,-1 0 1 0 0,1-1 0 0 0,0 1 0 0 0,1 0 0 0 0,-1-1-1 0 0,0 2 1 0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0.6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82 111 1376 0 0,'-3'-5'576'0'0,"0"1"0"0"0,-1-1 0 0 0,1 1 0 0 0,-1 0 0 0 0,0 0 0 0 0,0 1 0 0 0,-4-4 0 0 0,7 6-401 0 0,0 0-1 0 0,0 0 1 0 0,-1 0-1 0 0,1 0 1 0 0,0 0 0 0 0,0 0-1 0 0,-1 0 1 0 0,1 1-1 0 0,0-1 1 0 0,-1 1 0 0 0,1-1-1 0 0,-1 1 1 0 0,1-1 0 0 0,0 1-1 0 0,-1 0 1 0 0,1-1-1 0 0,-1 1 1 0 0,1 0 0 0 0,-1 0-1 0 0,1 0 1 0 0,-1 1 0 0 0,1-1-1 0 0,-1 0 1 0 0,1 0-1 0 0,-1 1 1 0 0,1-1 0 0 0,-1 1-1 0 0,1-1 1 0 0,0 1 0 0 0,-1 0-1 0 0,-1 1 1 0 0,2-1 20 0 0,1 0 0 0 0,0 0 1 0 0,-1 0-1 0 0,1-1 0 0 0,0 1 1 0 0,0 0-1 0 0,-1 0 0 0 0,1 0 1 0 0,0 0-1 0 0,0 0 0 0 0,0 0 1 0 0,0 0-1 0 0,0 0 0 0 0,0 0 1 0 0,1 0-1 0 0,-1 0 0 0 0,0 0 1 0 0,0 0-1 0 0,1-1 0 0 0,0 3 1 0 0,11 24 773 0 0,-6-16-608 0 0,-5-7-315 0 0,9 21 153 0 0,-10-24-195 0 0,0-1 0 0 0,0 1 0 0 0,0 0 0 0 0,1-1 0 0 0,-1 1 0 0 0,0 0 0 0 0,0-1 0 0 0,1 1 0 0 0,-1-1 0 0 0,1 1 0 0 0,-1 0 0 0 0,0-1 0 0 0,1 1 0 0 0,-1-1-1 0 0,1 1 1 0 0,-1-1 0 0 0,1 0 0 0 0,0 1 0 0 0,-1-1 0 0 0,1 1 0 0 0,-1-1 0 0 0,1 0 0 0 0,0 0 0 0 0,-1 1 0 0 0,1-1 0 0 0,1 0 0 0 0,-1-4 53 0 0,0 0-1 0 0,0 0 1 0 0,-1-1 0 0 0,1 1 0 0 0,-1-1 0 0 0,0 1-1 0 0,0 0 1 0 0,0-1 0 0 0,-2-4 0 0 0,2 0 96 0 0,-1 1-1 0 0,0-1 1 0 0,-1 0 0 0 0,0 0 0 0 0,0 1-1 0 0,-1-1 1 0 0,0 1 0 0 0,0 0 0 0 0,-1 0-1 0 0,0 0 1 0 0,-1 0 0 0 0,-10-13 0 0 0,35 45 582 0 0,-17-19-863 0 0,0-1 1 0 0,1 1 0 0 0,-1-1-1 0 0,1 0 1 0 0,0 0-1 0 0,0 0 1 0 0,0-1 0 0 0,0 1-1 0 0,1-1 1 0 0,0 0-1 0 0,7 4 1 0 0,-7-7-449 0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1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7834 0 0,'3'-3'8976'0'0,"6"21"-6886"0"0,7 30-1709 0 0,-3-17-62 0 0,1 0-1 0 0,1 0 0 0 0,2-2 0 0 0,33 46 0 0 0,-30-48-847 0 0,-2 1 0 0 0,0 0 0 0 0,-2 2 0 0 0,21 53 0 0 0,-36-79 60 0 0,0-1 0 0 0,0 0 1 0 0,0 1-1 0 0,-1-1 0 0 0,1 1 1 0 0,-1 0-1 0 0,0-1 0 0 0,0 1 1 0 0,0-1-1 0 0,0 1 0 0 0,-1 3 1 0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1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26 207 4609 0 0,'-4'-8'368'0'0,"1"1"1"0"0,-1-1-1 0 0,1 1 0 0 0,0-1 1 0 0,1 0-1 0 0,0 0 0 0 0,0 0 1 0 0,1-1-1 0 0,0 1 0 0 0,1 0 1 0 0,-1 0-1 0 0,2-1 0 0 0,-1 1 1 0 0,3-12-1 0 0,-2 16-176 0 0,0 0-1 0 0,0 1 1 0 0,0-1 0 0 0,1 0-1 0 0,-1 0 1 0 0,1 1 0 0 0,0-1-1 0 0,0 1 1 0 0,0 0 0 0 0,1 0-1 0 0,-1-1 1 0 0,1 1 0 0 0,0 1-1 0 0,0-1 1 0 0,0 0 0 0 0,0 1-1 0 0,0-1 1 0 0,0 1 0 0 0,1 0-1 0 0,-1 0 1 0 0,1 1 0 0 0,0-1-1 0 0,-1 1 1 0 0,1-1 0 0 0,0 1-1 0 0,0 0 1 0 0,0 1 0 0 0,0-1-1 0 0,0 1 1 0 0,0-1 0 0 0,6 2-1 0 0,2-1 3 0 0,0 2 0 0 0,0 0-1 0 0,-1 0 1 0 0,1 1-1 0 0,-1 0 1 0 0,1 1 0 0 0,-1 0-1 0 0,0 1 1 0 0,-1 0 0 0 0,1 1-1 0 0,-1 0 1 0 0,0 1-1 0 0,11 10 1 0 0,-9-7-159 0 0,-1 0 0 0 0,1 1 0 0 0,-2 0-1 0 0,0 1 1 0 0,0 1 0 0 0,-1-1 0 0 0,-1 2 0 0 0,0-1 0 0 0,10 24 0 0 0,-14-28 57 0 0,-1 1 0 0 0,-1-1 0 0 0,1 1-1 0 0,-2 0 1 0 0,1 0 0 0 0,-1-1 0 0 0,-1 1 0 0 0,0 0 0 0 0,0 0 0 0 0,-1 0 0 0 0,0 0 0 0 0,-1 0 0 0 0,0 0 0 0 0,-5 11 0 0 0,5-13-163 0 0,-2 0 0 0 0,1-1 0 0 0,-1 0 0 0 0,0 0 0 0 0,-1 0 0 0 0,0 0 0 0 0,0-1 1 0 0,0 1-1 0 0,-10 7 0 0 0,9-8-631 0 0,-1-1 1 0 0,0-1-1 0 0,0 1 1 0 0,0-1-1 0 0,0 0 0 0 0,-10 3 1 0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2.2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39 5065 0 0,'1'-2'185'0'0,"-1"0"-1"0"0,0 0 1 0 0,0 0 0 0 0,0 0-1 0 0,0 0 1 0 0,-1 0 0 0 0,1 0-1 0 0,0 0 1 0 0,-1 0 0 0 0,1 0-1 0 0,-1 0 1 0 0,0 0 0 0 0,0 0-1 0 0,0 0 1 0 0,0 1 0 0 0,0-1-1 0 0,-2-2 1 0 0,3 4-156 0 0,-1 0 1 0 0,1-1-1 0 0,-1 1 0 0 0,1 0 1 0 0,-1 0-1 0 0,1 0 0 0 0,-1 0 1 0 0,1 0-1 0 0,-1-1 0 0 0,1 1 1 0 0,-1 0-1 0 0,1 0 1 0 0,-1 0-1 0 0,1 0 0 0 0,-1 0 1 0 0,0 1-1 0 0,1-1 0 0 0,-1 0 1 0 0,1 0-1 0 0,-1 0 0 0 0,1 0 1 0 0,-1 1-1 0 0,-18 14 536 0 0,6 2-6 0 0,1 2 1 0 0,1 0-1 0 0,0 0 1 0 0,1 1 0 0 0,1 0-1 0 0,-9 33 1 0 0,12-37 149 0 0,6-15-678 0 0,-1 1 0 0 0,1-1 1 0 0,0 0-1 0 0,0 1 0 0 0,-1-1 0 0 0,1 0 1 0 0,0 1-1 0 0,0-1 0 0 0,0 1 0 0 0,0-1 0 0 0,1 0 1 0 0,-1 1-1 0 0,0-1 0 0 0,0 1 0 0 0,1-1 0 0 0,-1 0 1 0 0,1 0-1 0 0,0 1 0 0 0,-1-1 0 0 0,1 0 0 0 0,0 0 1 0 0,-1 0-1 0 0,1 1 0 0 0,0-1 0 0 0,0 0 0 0 0,0 0 1 0 0,0 0-1 0 0,0 0 0 0 0,0-1 0 0 0,0 1 0 0 0,1 0 1 0 0,-1 0-1 0 0,0-1 0 0 0,0 1 0 0 0,1-1 1 0 0,-1 1-1 0 0,0-1 0 0 0,1 1 0 0 0,-1-1 0 0 0,0 0 1 0 0,3 0-1 0 0,7 3-94 0 0,0-1 0 0 0,1 0 0 0 0,20-1 0 0 0,-25-1 136 0 0,46 1-401 0 0,57 4-62 0 0,-97-3 333 0 0,0 0 0 0 0,-1 1 1 0 0,1 0-1 0 0,-1 1 1 0 0,0 1-1 0 0,18 8 0 0 0,-29-12 58 0 0,0-1 0 0 0,-1 0 0 0 0,1 1 0 0 0,0-1 0 0 0,-1 1 0 0 0,1-1 0 0 0,-1 1 0 0 0,1 0 0 0 0,0-1 0 0 0,-1 1 0 0 0,1 0 0 0 0,-1-1 0 0 0,0 1 0 0 0,1 0 0 0 0,-1-1 0 0 0,0 1 0 0 0,1 0 0 0 0,-1 0 0 0 0,0-1 0 0 0,0 1 0 0 0,0 0 0 0 0,1 0 0 0 0,-1 0 0 0 0,0-1 0 0 0,0 1 0 0 0,0 1 0 0 0,-10 23 143 0 0,-26 19 769 0 0,35-43-852 0 0,-15 15 517 0 0,-1-1 0 0 0,0-1 0 0 0,-2-1 0 0 0,1 0 0 0 0,-2-2 0 0 0,1 0 0 0 0,-2-1 1 0 0,1-1-1 0 0,-42 12 0 0 0,55-19-750 0 0,0-1 1 0 0,0 0-1 0 0,0 0 1 0 0,0-1-1 0 0,0 1 1 0 0,0-2-1 0 0,-14-1 1 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6.4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36 10594 0 0,'-1'0'57'0'0,"1"0"0"0"0,-1 0-1 0 0,1 0 1 0 0,-1 0 0 0 0,1 0-1 0 0,-1 0 1 0 0,0 0 0 0 0,1 0 0 0 0,-1 1-1 0 0,1-1 1 0 0,-1 0 0 0 0,1 0-1 0 0,-1 1 1 0 0,1-1 0 0 0,-1 0-1 0 0,1 1 1 0 0,0-1 0 0 0,-1 0 0 0 0,1 1-1 0 0,-1-1 1 0 0,1 1 0 0 0,0-1-1 0 0,-1 1 1 0 0,1-1 0 0 0,0 1-1 0 0,0-1 1 0 0,-1 1 0 0 0,1-1 0 0 0,0 1-1 0 0,0-1 1 0 0,0 1 0 0 0,0-1-1 0 0,0 1 1 0 0,0 0 0 0 0,-1-1-1 0 0,1 1 1 0 0,0-1 0 0 0,1 1 0 0 0,-1-1-1 0 0,0 1 1 0 0,0-1 0 0 0,0 1-1 0 0,0 0 1 0 0,0-1 0 0 0,0 1-1 0 0,1-1 1 0 0,-1 1 0 0 0,0-1-1 0 0,1 1 1 0 0,-1-1 0 0 0,0 0 0 0 0,1 1-1 0 0,-1-1 1 0 0,1 1 0 0 0,17 29 1575 0 0,-17-29-1672 0 0,12 19 798 0 0,-8-12-423 0 0,-1-1 1 0 0,1 0-1 0 0,0 0 1 0 0,1 0-1 0 0,0-1 1 0 0,0 0-1 0 0,0 0 1 0 0,1-1-1 0 0,8 7 0 0 0,-15-13-330 0 0,1 1 0 0 0,0-1-1 0 0,-1 0 1 0 0,1 1 0 0 0,-1-1 0 0 0,1 1-1 0 0,-1-1 1 0 0,1 0 0 0 0,-1 1-1 0 0,1-1 1 0 0,-1 0 0 0 0,1 0-1 0 0,-1 1 1 0 0,0-1 0 0 0,0 0-1 0 0,1 0 1 0 0,-1 0 0 0 0,0 1-1 0 0,0-1 1 0 0,0 0 0 0 0,0 0-1 0 0,0 0 1 0 0,0 0 0 0 0,0-1-1 0 0,3-23 209 0 0,-4 13-138 0 0,-1 1 0 0 0,0-1 0 0 0,0 1 0 0 0,-6-15 1 0 0,6 22-57 0 0,1 0 1 0 0,-1 0 0 0 0,0 0 0 0 0,0 0 0 0 0,0 0 0 0 0,0 0 0 0 0,-1 1-1 0 0,1-1 1 0 0,-1 1 0 0 0,0 0 0 0 0,0 0 0 0 0,0 0 0 0 0,-1 0 0 0 0,-5-4-1 0 0,8 7-19 0 0,1 0-1 0 0,-1 0 1 0 0,0 0-1 0 0,1-1 1 0 0,-1 1-1 0 0,0 0 0 0 0,0 0 1 0 0,1 0-1 0 0,-1 0 1 0 0,0 0-1 0 0,1 1 1 0 0,-1-1-1 0 0,0 0 1 0 0,1 0-1 0 0,-1 0 0 0 0,0 0 1 0 0,1 1-1 0 0,-1-1 1 0 0,1 0-1 0 0,-1 1 1 0 0,0-1-1 0 0,1 1 1 0 0,-1-1-1 0 0,1 0 0 0 0,-1 1 1 0 0,1-1-1 0 0,-1 1 1 0 0,1 0-1 0 0,-1-1 1 0 0,1 1-1 0 0,0-1 0 0 0,-1 1 1 0 0,1-1-1 0 0,0 1 1 0 0,0 0-1 0 0,-1-1 1 0 0,1 1-1 0 0,0 0 1 0 0,0-1-1 0 0,0 1 0 0 0,0 0 1 0 0,0 0-1 0 0,0-1 1 0 0,0 2-1 0 0,-5 35-48 0 0,5-34 43 0 0,0 4-16 0 0,0-1 0 0 0,0 1-1 0 0,1 0 1 0 0,0 0 0 0 0,0-1 0 0 0,3 8-1 0 0,-4-12 20 0 0,0-1-1 0 0,1 0 0 0 0,-1 1 1 0 0,1-1-1 0 0,-1 1 0 0 0,1-1 1 0 0,0 0-1 0 0,-1 0 0 0 0,1 1 1 0 0,0-1-1 0 0,0 0 0 0 0,0 0 1 0 0,0 0-1 0 0,0 0 0 0 0,0 0 1 0 0,0 0-1 0 0,0 0 0 0 0,1 0 1 0 0,-1-1-1 0 0,0 1 0 0 0,0 0 1 0 0,1-1-1 0 0,-1 1 0 0 0,1-1 1 0 0,-1 1-1 0 0,0-1 0 0 0,1 0 1 0 0,-1 1-1 0 0,1-1 0 0 0,-1 0 1 0 0,1 0-1 0 0,-1 0 0 0 0,0 0 1 0 0,1 0-1 0 0,1-1 0 0 0,-1 0 44 0 0,1 0-1 0 0,-1 0 1 0 0,1 0 0 0 0,-1 0-1 0 0,0 0 1 0 0,0-1 0 0 0,0 1-1 0 0,1-1 1 0 0,-1 0-1 0 0,-1 0 1 0 0,1 1 0 0 0,0-1-1 0 0,0 0 1 0 0,-1-1-1 0 0,1 1 1 0 0,-1 0 0 0 0,0 0-1 0 0,1-1 1 0 0,-1 1-1 0 0,0-1 1 0 0,-1 1 0 0 0,1-1-1 0 0,0 1 1 0 0,-1-1-1 0 0,1 1 1 0 0,-1-1 0 0 0,0-3-1 0 0,1-1 87 0 0,-1 0-1 0 0,0 0 0 0 0,0 0 1 0 0,0 0-1 0 0,-1 0 1 0 0,0 0-1 0 0,-1 0 1 0 0,-4-13-1 0 0,6 20-129 0 0,0 0-1 0 0,0-1 1 0 0,0 1-1 0 0,0-1 1 0 0,-1 1-1 0 0,1-1 1 0 0,0 1-1 0 0,0 0 1 0 0,0-1-1 0 0,0 1 1 0 0,-1-1-1 0 0,1 1 1 0 0,0 0-1 0 0,0-1 1 0 0,-1 1-1 0 0,1 0 1 0 0,0-1-1 0 0,-1 1 1 0 0,1 0-1 0 0,0-1 1 0 0,-1 1-1 0 0,1 0 1 0 0,-1 0-1 0 0,1 0 1 0 0,0-1-1 0 0,-1 1 1 0 0,1 0-1 0 0,-1 0 1 0 0,1 0 0 0 0,-1 0-1 0 0,1 0 1 0 0,0 0-1 0 0,-1 0 1 0 0,1 0-1 0 0,-1 0 1 0 0,1 0-1 0 0,-1 0 1 0 0,1 0-1 0 0,-1 0 1 0 0,1 0-1 0 0,-1 0 1 0 0,0 1-65 0 0,0 0 0 0 0,1-1 0 0 0,-1 1 0 0 0,0 0 0 0 0,1 0 1 0 0,-1 0-1 0 0,0-1 0 0 0,1 1 0 0 0,-1 0 0 0 0,1 0 0 0 0,-1 0 0 0 0,1 0 1 0 0,0 0-1 0 0,-1 0 0 0 0,1 0 0 0 0,0 2 0 0 0,-3 10-498 0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5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33 125 656 0 0,'1'-1'377'0'0,"0"0"0"0"0,5-3 1883 0 0,-6 3-1883 0 0,1 0-1 0 0,0 0 1 0 0,-1 0 0 0 0,1 0 0 0 0,-1 0-1 0 0,1 0 1 0 0,-1 0 0 0 0,1 0-1 0 0,-1 0 1 0 0,0 0 0 0 0,1-1 0 0 0,-1 1-1 0 0,0 0 1 0 0,0 0 0 0 0,0 0 0 0 0,0 0-1 0 0,0-1 1 0 0,0 0 0 0 0,-1-11 1334 0 0,3 31 5251 0 0,4 15-5323 0 0,6-1-2205 0 0,-11-31 581 0 0,-1 0 1 0 0,1 0 0 0 0,0-1-1 0 0,-1 1 1 0 0,1 0-1 0 0,0 0 1 0 0,0 0-1 0 0,-1 0 1 0 0,1-1 0 0 0,0 1-1 0 0,0 0 1 0 0,0-1-1 0 0,0 1 1 0 0,0-1-1 0 0,0 1 1 0 0,0-1 0 0 0,0 0-1 0 0,0 1 1 0 0,0-1-1 0 0,0 0 1 0 0,2 1-1 0 0,-1-2 9 0 0,-1 1-1 0 0,1-1 0 0 0,-1 1 0 0 0,1-1 1 0 0,-1 1-1 0 0,1-1 0 0 0,-1 0 0 0 0,1 0 0 0 0,-1 0 1 0 0,0 0-1 0 0,1 0 0 0 0,-1 0 0 0 0,0 0 0 0 0,0 0 1 0 0,0-1-1 0 0,0 1 0 0 0,0 0 0 0 0,0-1 0 0 0,0 1 1 0 0,-1-1-1 0 0,1 1 0 0 0,0-1 0 0 0,-1 1 1 0 0,1-1-1 0 0,-1 1 0 0 0,1-1 0 0 0,-1 1 0 0 0,0-4 1 0 0,2-2 74 0 0,-1 0 1 0 0,0 0-1 0 0,-1-1 1 0 0,0 1-1 0 0,0-8 1 0 0,-1 10-91 0 0,-1 0 1 0 0,1 0-1 0 0,-1 1 0 0 0,0-1 1 0 0,0 1-1 0 0,-1-1 1 0 0,1 1-1 0 0,-1 0 0 0 0,0 0 1 0 0,0 0-1 0 0,0 0 1 0 0,-1 1-1 0 0,1-1 0 0 0,-6-3 1 0 0,8 6-7 0 0,0 0 0 0 0,-1-1 0 0 0,1 1 0 0 0,0 0 0 0 0,-1 0 0 0 0,1 0 0 0 0,-1 1 1 0 0,0-1-1 0 0,1 0 0 0 0,-1 1 0 0 0,0-1 0 0 0,1 1 0 0 0,-1-1 0 0 0,0 1 0 0 0,1 0 0 0 0,-1-1 0 0 0,0 1 0 0 0,0 0 1 0 0,1 0-1 0 0,-1 1 0 0 0,0-1 0 0 0,0 0 0 0 0,1 0 0 0 0,-1 1 0 0 0,0-1 0 0 0,0 1 0 0 0,1 0 0 0 0,-1-1 0 0 0,1 1 1 0 0,-1 0-1 0 0,1 0 0 0 0,-1 0 0 0 0,1 0 0 0 0,-1 0 0 0 0,1 0 0 0 0,0 1 0 0 0,0-1 0 0 0,-1 0 0 0 0,1 1 1 0 0,0-1-1 0 0,0 1 0 0 0,-1 1 0 0 0,1 0-9 0 0,-1 0 1 0 0,1-1 0 0 0,-1 1-1 0 0,1 0 1 0 0,0 0 0 0 0,0 0-1 0 0,0 0 1 0 0,1 0-1 0 0,-1 0 1 0 0,1 0 0 0 0,-1 0-1 0 0,1 0 1 0 0,0 0 0 0 0,0 0-1 0 0,1 0 1 0 0,-1 0-1 0 0,1 0 1 0 0,-1 0 0 0 0,1 0-1 0 0,0 0 1 0 0,0 0 0 0 0,0-1-1 0 0,0 1 1 0 0,1 0-1 0 0,-1-1 1 0 0,1 1 0 0 0,0 0-1 0 0,-1-1 1 0 0,1 0 0 0 0,0 1-1 0 0,1-1 1 0 0,-1 0-1 0 0,0 0 1 0 0,1 0 0 0 0,-1-1-1 0 0,1 1 1 0 0,-1 0 0 0 0,1-1-1 0 0,0 0 1 0 0,-1 1-1 0 0,1-1 1 0 0,0 0 0 0 0,0-1-1 0 0,0 1 1 0 0,0 0 0 0 0,0-1-1 0 0,0 0 1 0 0,0 0-1 0 0,0 0 1 0 0,0 0 0 0 0,0 0-1 0 0,0 0 1 0 0,0-1 0 0 0,0 1-1 0 0,0-1 1 0 0,0 0-1 0 0,0 0 1 0 0,5-2 0 0 0,-2-1 42 0 0,0 1 0 0 0,-1 0 1 0 0,1-1-1 0 0,-1 0 0 0 0,1 0 1 0 0,-1-1-1 0 0,0 0 0 0 0,-1 1 1 0 0,1-2-1 0 0,-1 1 0 0 0,5-8 1 0 0,-8 11-33 0 0,1 0 1 0 0,-1 1 0 0 0,0-1-1 0 0,0 0 1 0 0,-1 0 0 0 0,1 0-1 0 0,0 1 1 0 0,0-1 0 0 0,-1 0-1 0 0,1 0 1 0 0,-1 0 0 0 0,0 0-1 0 0,0 0 1 0 0,0 0 0 0 0,0 0-1 0 0,0 0 1 0 0,0-1 0 0 0,0 1-1 0 0,0 0 1 0 0,-1 0 0 0 0,1 0-1 0 0,-1 1 1 0 0,0-1 0 0 0,1 0-1 0 0,-1 0 1 0 0,0 0 0 0 0,0 0-1 0 0,0 1 1 0 0,0-1 0 0 0,-1 0-1 0 0,1 1 1 0 0,0-1 0 0 0,-1 1-1 0 0,1-1 1 0 0,-1 1 0 0 0,1 0-1 0 0,-1 0 1 0 0,0 0 0 0 0,0 0-1 0 0,1 0 1 0 0,-4-1 0 0 0,4 1-41 0 0,-1 0 0 0 0,0 0 0 0 0,1 1-1 0 0,-1-1 1 0 0,0 1 0 0 0,0-1 0 0 0,0 1 0 0 0,1 0 0 0 0,-1 0 0 0 0,0 0 0 0 0,0 0 0 0 0,0 0 0 0 0,0 0 0 0 0,0 0 0 0 0,1 1-1 0 0,-1-1 1 0 0,0 0 0 0 0,0 1 0 0 0,1 0 0 0 0,-1-1 0 0 0,-2 2 0 0 0,-11 11-5880 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1 8290 0 0,'-14'2'1013'0'0,"12"6"1388"0"0,18 13 1858 0 0,-11-15-4216 0 0,14 18 1050 0 0,-1 0 0 0 0,-1 1-1 0 0,24 49 1 0 0,29 90-816 0 0,-9-19-4558 0 0,-46-109-1043 0 0,-13-28 3445 0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7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10 157 5065 0 0,'-2'-6'458'0'0,"0"0"-1"0"0,1 1 1 0 0,-1-1-1 0 0,1 0 1 0 0,1 0 0 0 0,-1 0-1 0 0,1 0 1 0 0,0 0-1 0 0,0 0 1 0 0,2-10 0 0 0,-1 12-141 0 0,0 0 1 0 0,0 1 0 0 0,1-1 0 0 0,-1 1 0 0 0,1-1 0 0 0,-1 1 0 0 0,1 0 0 0 0,0 0-1 0 0,0 0 1 0 0,1 0 0 0 0,-1 0 0 0 0,1 0 0 0 0,-1 1 0 0 0,1-1 0 0 0,0 1 0 0 0,0-1-1 0 0,0 1 1 0 0,6-3 0 0 0,-2 2-69 0 0,1-1 1 0 0,1 1-1 0 0,-1 0 0 0 0,0 1 0 0 0,1 0 0 0 0,-1 0 1 0 0,1 1-1 0 0,0 0 0 0 0,0 1 0 0 0,-1-1 1 0 0,1 2-1 0 0,0-1 0 0 0,-1 1 0 0 0,1 1 0 0 0,0 0 1 0 0,9 3-1 0 0,-12-3-181 0 0,1 0 0 0 0,-1 1 0 0 0,0 0 0 0 0,0 0 1 0 0,0 0-1 0 0,-1 1 0 0 0,1 0 0 0 0,-1 0 0 0 0,0 1 0 0 0,0-1 0 0 0,0 1 1 0 0,0 0-1 0 0,-1 0 0 0 0,0 1 0 0 0,0-1 0 0 0,-1 1 0 0 0,1 0 0 0 0,-1 0 1 0 0,0 0-1 0 0,-1 0 0 0 0,3 9 0 0 0,-2 1 3 0 0,0 0 1 0 0,-1 0-1 0 0,-1-1 1 0 0,-1 1-1 0 0,0 0 1 0 0,-1 0-1 0 0,0 0 1 0 0,-1 0-1 0 0,-5 16 1 0 0,-20 54-1022 0 0,-7-5-4979 0 0,23-59-827 0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8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21 4609 0 0,'1'-1'234'0'0,"0"0"-1"0"0,0 0 1 0 0,0 0 0 0 0,0 0-1 0 0,0 0 1 0 0,-1-1-1 0 0,1 1 1 0 0,0 0 0 0 0,-1-1-1 0 0,1 1 1 0 0,-1-1 0 0 0,-2-4 2181 0 0,-10 15-767 0 0,1 4-355 0 0,-1 0 0 0 0,2 0 0 0 0,-17 27 0 0 0,20-27-894 0 0,0 0 1 0 0,1 0 0 0 0,1 0 0 0 0,0 1 0 0 0,0-1-1 0 0,1 1 1 0 0,1 1 0 0 0,-2 20 0 0 0,5-32-390 0 0,0 0-1 0 0,1 1 1 0 0,-1-1 0 0 0,1 1 0 0 0,-1-1 0 0 0,1 0 0 0 0,0 0 0 0 0,0 1 0 0 0,1-1 0 0 0,-1 0 0 0 0,1 0 0 0 0,-1 0-1 0 0,1 0 1 0 0,0 0 0 0 0,0-1 0 0 0,1 1 0 0 0,-1-1 0 0 0,0 1 0 0 0,1-1 0 0 0,-1 0 0 0 0,1 0 0 0 0,0 0 0 0 0,4 3-1 0 0,9 3 45 0 0,0 0-1 0 0,0 0 0 0 0,26 7 0 0 0,1 1-65 0 0,-35-13-19 0 0,0 1 0 0 0,-1 0 0 0 0,1 1 0 0 0,-1-1-1 0 0,0 2 1 0 0,0-1 0 0 0,-1 1 0 0 0,0 0 0 0 0,10 11 0 0 0,-14-14 27 0 0,0 0 0 0 0,0 0 1 0 0,-1 0-1 0 0,1 0 1 0 0,-1 1-1 0 0,1-1 1 0 0,-1 0-1 0 0,0 1 1 0 0,0-1-1 0 0,-1 1 1 0 0,1-1-1 0 0,-1 1 0 0 0,0-1 1 0 0,0 1-1 0 0,0-1 1 0 0,0 1-1 0 0,-1-1 1 0 0,1 1-1 0 0,-1-1 1 0 0,0 1-1 0 0,0-1 1 0 0,0 0-1 0 0,0 1 0 0 0,-1-1 1 0 0,-3 6-1 0 0,-2 1 162 0 0,0 0 0 0 0,-1 0 1 0 0,0 0-1 0 0,-1-1 0 0 0,0 0 0 0 0,0-1 0 0 0,-1 0 0 0 0,0-1 0 0 0,-21 12 0 0 0,26-16-195 0 0,0 1 0 0 0,-1-2 0 0 0,0 1-1 0 0,1-1 1 0 0,-1 1 0 0 0,0-1 0 0 0,0-1 0 0 0,0 0 0 0 0,-1 1-1 0 0,1-2 1 0 0,0 1 0 0 0,0-1 0 0 0,-1 0 0 0 0,1 0-1 0 0,0-1 1 0 0,0 1 0 0 0,-1-2 0 0 0,1 1 0 0 0,0 0 0 0 0,0-1-1 0 0,-8-4 1 0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6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 73 3225 0 0,'-10'-1'700'0'0,"-1"0"0"0"0,1-1 0 0 0,-14-4 0 0 0,16 4-203 0 0,1 0-1 0 0,0 0 0 0 0,-1 1 0 0 0,1 0 0 0 0,-1 0 1 0 0,0 1-1 0 0,-7 0 0 0 0,13 1-346 0 0,-1 0 0 0 0,0-1 1 0 0,1 1-1 0 0,-1 0 0 0 0,1 1 0 0 0,0-1 0 0 0,-1 0 0 0 0,1 1 1 0 0,0-1-1 0 0,0 1 0 0 0,0-1 0 0 0,0 1 0 0 0,0 0 1 0 0,0 0-1 0 0,0 0 0 0 0,1 0 0 0 0,-1 0 0 0 0,1 1 0 0 0,-1-1 1 0 0,1 0-1 0 0,0 1 0 0 0,0-1 0 0 0,0 1 0 0 0,-1 4 1 0 0,-5 21 272 0 0,1 1 0 0 0,2 0 0 0 0,1 0 0 0 0,1 0 0 0 0,1 0 0 0 0,5 38 1 0 0,-4-54-413 0 0,2 0 1 0 0,0 0-1 0 0,0 0 1 0 0,1-1 0 0 0,0 0-1 0 0,1 1 1 0 0,1-1-1 0 0,0 0 1 0 0,1-1-1 0 0,0 0 1 0 0,8 12 0 0 0,-10-18-9 0 0,0 0 0 0 0,0 0 0 0 0,1-1 0 0 0,-1 1 0 0 0,1-1 0 0 0,0 0 0 0 0,1-1 0 0 0,-1 1 0 0 0,1-1 0 0 0,-1 0 0 0 0,1 0 0 0 0,0 0 0 0 0,0-1 0 0 0,0 0 0 0 0,1 0 0 0 0,-1-1 0 0 0,0 0 0 0 0,1 0 0 0 0,-1 0 0 0 0,1-1 1 0 0,-1 0-1 0 0,1 0 0 0 0,10-2 0 0 0,-9 0 31 0 0,0 0 0 0 0,0 0-1 0 0,-1-1 1 0 0,1 1 0 0 0,0-2 0 0 0,-1 1 0 0 0,0-1 0 0 0,0 0 0 0 0,0-1 0 0 0,-1 0 0 0 0,1 0 0 0 0,-1 0 0 0 0,0-1 0 0 0,-1 0 0 0 0,1 0 0 0 0,-1 0 0 0 0,0-1 0 0 0,-1 1 0 0 0,0-1 0 0 0,6-12 0 0 0,-5 8 34 0 0,0-1 0 0 0,0 0 0 0 0,-1-1 0 0 0,-1 1-1 0 0,0-1 1 0 0,-1 1 0 0 0,0-1 0 0 0,-1 0 0 0 0,0 0 0 0 0,-1 0 0 0 0,0 0 0 0 0,-3-15 0 0 0,-1 6 171 0 0,-2 1 0 0 0,0 0 0 0 0,-1 0 0 0 0,-1 1 0 0 0,-1 0-1 0 0,0 0 1 0 0,-13-18 0 0 0,16 30-222 0 0,1 0 0 0 0,-2 0 0 0 0,1 1 1 0 0,-1 0-1 0 0,0 0 0 0 0,-1 1 0 0 0,-15-11 0 0 0,18 14-132 0 0,0 0 1 0 0,-1 0-1 0 0,1 1 1 0 0,-1 0-1 0 0,0 0 0 0 0,1 0 1 0 0,-1 1-1 0 0,0 0 1 0 0,0 0-1 0 0,0 0 1 0 0,0 1-1 0 0,0 0 1 0 0,-12 1-1 0 0,3 3-1099 0 0,3 1-269 0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7.9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37 6449 0 0,'25'-33'3999'0'0,"-25"33"-3882"0"0,1-1 0 0 0,-1 1-1 0 0,0 0 1 0 0,1 0 0 0 0,-1-1 0 0 0,1 1-1 0 0,-1 0 1 0 0,0 0 0 0 0,1-1 0 0 0,-1 1-1 0 0,1 0 1 0 0,-1 0 0 0 0,1 0 0 0 0,-1 0-1 0 0,0-1 1 0 0,1 1 0 0 0,-1 0-1 0 0,1 0 1 0 0,-1 0 0 0 0,1 0 0 0 0,-1 0-1 0 0,1 0 1 0 0,-1 0 0 0 0,1 0 0 0 0,-1 1-1 0 0,1-1 1 0 0,0 0 0 0 0,-1 1-18 0 0,1 0 0 0 0,0 0 0 0 0,-1 0-1 0 0,1 0 1 0 0,0 0 0 0 0,-1 0 0 0 0,1 0 0 0 0,-1 0 0 0 0,1 0 0 0 0,-1 0 0 0 0,0 1 0 0 0,0-1-1 0 0,1 0 1 0 0,-1 0 0 0 0,0 0 0 0 0,0 2 0 0 0,2 49 1137 0 0,-5 61 1 0 0,1 34-1168 0 0,4-109-228 0 0,2 35-193 0 0,7-29-3347 0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48.2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6 486 4145 0 0,'-3'-18'692'0'0,"1"-1"0"0"0,1-27-1 0 0,1 39-56 0 0,1 0-1 0 0,0 0 0 0 0,0 0 0 0 0,0 0 1 0 0,1 0-1 0 0,0 1 0 0 0,0-1 0 0 0,1 0 0 0 0,6-10 1 0 0,-9 16-510 0 0,0 1 0 0 0,1-1 0 0 0,-1 1 0 0 0,0-1 0 0 0,1 1 0 0 0,-1-1 0 0 0,1 1 0 0 0,-1 0 0 0 0,1-1 0 0 0,-1 1 0 0 0,1-1 0 0 0,-1 1 0 0 0,1 0 0 0 0,-1-1 0 0 0,1 1 0 0 0,-1 0 0 0 0,1 0 0 0 0,0 0 0 0 0,-1-1 0 0 0,1 1 0 0 0,-1 0 0 0 0,1 0 0 0 0,0 0 0 0 0,-1 0 0 0 0,1 0 0 0 0,0 0 0 0 0,0 0 0 0 0,18 11 1787 0 0,14 30-542 0 0,-28-34-1103 0 0,7 8-129 0 0,0-1-1 0 0,1 0 0 0 0,1-1 1 0 0,0-1-1 0 0,1 0 1 0 0,0 0-1 0 0,24 12 1 0 0,-30-18-53 0 0,1-1 1 0 0,0-1 0 0 0,0 0-1 0 0,0 0 1 0 0,0-1 0 0 0,1 0-1 0 0,0 0 1 0 0,-1-2 0 0 0,1 1-1 0 0,0-1 1 0 0,0-1 0 0 0,0 0-1 0 0,-1 0 1 0 0,16-3 0 0 0,-22 2-44 0 0,0-1 1 0 0,0 1 0 0 0,0-1 0 0 0,0 0-1 0 0,0 0 1 0 0,0 0 0 0 0,0-1-1 0 0,-1 1 1 0 0,1-1 0 0 0,-1 0 0 0 0,0 0-1 0 0,1 0 1 0 0,-2 0 0 0 0,1-1 0 0 0,0 1-1 0 0,-1-1 1 0 0,1 0 0 0 0,-1 0-1 0 0,0 0 1 0 0,0 0 0 0 0,-1 0 0 0 0,1 0-1 0 0,-1 0 1 0 0,0 0 0 0 0,0-1-1 0 0,1-7 1 0 0,0-11 53 0 0,0-1-1 0 0,-2 0 1 0 0,-4-42-1 0 0,3 46-13 0 0,0 13-98 0 0,-2-116 96 0 0,3 109-167 0 0,1 1 1 0 0,1-1-1 0 0,0 1 0 0 0,1 0 0 0 0,0 0 0 0 0,1 0 0 0 0,7-14 1 0 0,6 2-2354 0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3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152 3 10594 0 0,'-2'-1'190'0'0,"1"0"-1"0"0,-1 1 1 0 0,0 0-1 0 0,0-1 1 0 0,0 1-1 0 0,1 0 1 0 0,-1 0-1 0 0,0 0 0 0 0,0 0 1 0 0,0 0-1 0 0,0 1 1 0 0,1-1-1 0 0,-1 0 1 0 0,0 1-1 0 0,0 0 1 0 0,1-1-1 0 0,-1 1 1 0 0,0 0-1 0 0,1 0 1 0 0,-1 0-1 0 0,1 0 0 0 0,-1 0 1 0 0,1 0-1 0 0,-1 0 1 0 0,1 0-1 0 0,0 1 1 0 0,0-1-1 0 0,-2 3 1 0 0,-3 3 8 0 0,0 0 0 0 0,1 0-1 0 0,0 1 1 0 0,-6 13 0 0 0,-2 10-162 0 0,1 0 0 0 0,1 1-1 0 0,2 0 1 0 0,1 1 0 0 0,2 0-1 0 0,1 1 1 0 0,-1 49 0 0 0,6-74-37 0 0,1 0 1 0 0,0 0 0 0 0,0 0 0 0 0,0 0 0 0 0,1 0-1 0 0,1 0 1 0 0,-1 0 0 0 0,2-1 0 0 0,-1 0-1 0 0,1 1 1 0 0,0-1 0 0 0,1 0 0 0 0,0-1-1 0 0,0 1 1 0 0,0-1 0 0 0,9 8 0 0 0,-9-10 0 0 0,1-1-1 0 0,-1 1 1 0 0,1-1 0 0 0,-1-1 0 0 0,1 1 0 0 0,0-1-1 0 0,0 0 1 0 0,1-1 0 0 0,-1 1 0 0 0,1-1 0 0 0,-1-1 0 0 0,1 1-1 0 0,0-1 1 0 0,-1 0 0 0 0,1 0 0 0 0,0-1 0 0 0,0 0 0 0 0,0 0-1 0 0,-1-1 1 0 0,1 0 0 0 0,0 0 0 0 0,8-3 0 0 0,-4 1 6 0 0,0-1 1 0 0,0 0-1 0 0,-1-1 1 0 0,0 0-1 0 0,0 0 1 0 0,0-1-1 0 0,-1 0 1 0 0,1-1-1 0 0,-2 0 1 0 0,1-1-1 0 0,-1 0 1 0 0,0 0-1 0 0,0-1 1 0 0,-1 1-1 0 0,-1-2 1 0 0,10-15-1 0 0,-12 17 5 0 0,0 1 0 0 0,-1-1 0 0 0,0 0-1 0 0,0-1 1 0 0,-1 1 0 0 0,0 0-1 0 0,-1-1 1 0 0,1 1 0 0 0,-2-1 0 0 0,1 1-1 0 0,-1-1 1 0 0,0 1 0 0 0,-1-1 0 0 0,0 1-1 0 0,-1-1 1 0 0,1 1 0 0 0,-2 0-1 0 0,1-1 1 0 0,-1 1 0 0 0,0 0 0 0 0,-1 1-1 0 0,-6-12 1 0 0,3 9 91 0 0,0 0 1 0 0,-1 0-1 0 0,0 0 0 0 0,-1 1 0 0 0,0 0 0 0 0,0 1 1 0 0,-1 0-1 0 0,0 0 0 0 0,0 1 0 0 0,-1 1 1 0 0,0 0-1 0 0,-14-6 0 0 0,19 9-259 0 0,1 1 0 0 0,-1 0 0 0 0,0 1 1 0 0,1-1-1 0 0,-1 1 0 0 0,0 1 0 0 0,0-1 0 0 0,0 1 0 0 0,0 0 0 0 0,0 0 1 0 0,0 0-1 0 0,0 1 0 0 0,1 0 0 0 0,-1 0 0 0 0,0 0 0 0 0,0 1 0 0 0,1 0 0 0 0,-1 0 1 0 0,1 1-1 0 0,0-1 0 0 0,-1 1 0 0 0,1 0 0 0 0,1 1 0 0 0,-1-1 0 0 0,0 1 1 0 0,1 0-1 0 0,-8 8 0 0 0,-1 6-1018 0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0 3681 0 0,'-2'3'13985'0'0,"49"169"-10695"0"0,-28-109-3048 0 0,4-1 0 0 0,35 71 0 0 0,-30-67-558 0 0,-19-37-3177 0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1 193 8754 0 0,'1'-5'253'0'0,"0"0"-1"0"0,1 0 1 0 0,0 0 0 0 0,0 0 0 0 0,0 0-1 0 0,1 1 1 0 0,0-1 0 0 0,0 1 0 0 0,0-1-1 0 0,0 1 1 0 0,1 0 0 0 0,6-6 0 0 0,8-5 1225 0 0,29-21 1 0 0,-36 27-1401 0 0,0 1-70 0 0,1 0 0 0 0,-1 0 0 0 0,1 2 0 0 0,1-1 0 0 0,-1 1 0 0 0,1 1 0 0 0,0 0 0 0 0,0 1 0 0 0,1 0 0 0 0,18-2 0 0 0,-18 7-392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3.9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1 182 6913 0 0,'0'0'159'0'0,"1"1"-1"0"0,0-1 0 0 0,0 1 0 0 0,0-1 0 0 0,-1 0 0 0 0,1 0 0 0 0,0 1 1 0 0,0-1-1 0 0,0 0 0 0 0,0 0 0 0 0,0 0 0 0 0,-1 0 0 0 0,1 0 1 0 0,0 0-1 0 0,0 0 0 0 0,0 0 0 0 0,0-1 0 0 0,0 1 0 0 0,-1 0 0 0 0,1 0 1 0 0,0-1-1 0 0,1 1 0 0 0,22-7 1343 0 0,-8 0-1122 0 0,0 0 0 0 0,-1-2 0 0 0,0 1 0 0 0,26-20 1 0 0,51-51-4370 0 0,-82 70 3314 0 0,19-19-988 0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0 6913 0 0,'-1'1'108'0'0,"1"-1"-1"0"0,-1 0 0 0 0,1 1 0 0 0,-1-1 0 0 0,1 0 1 0 0,0 1-1 0 0,-1-1 0 0 0,1 1 0 0 0,-1-1 0 0 0,1 1 1 0 0,0-1-1 0 0,-1 1 0 0 0,1-1 0 0 0,0 1 0 0 0,0-1 1 0 0,-1 1-1 0 0,1-1 0 0 0,0 1 0 0 0,0-1 0 0 0,0 1 1 0 0,0 0-1 0 0,0-1 0 0 0,0 1 0 0 0,-1-1 0 0 0,2 1 0 0 0,-1 0 1 0 0,0 0-1 0 0,-4 23 1312 0 0,2 18 138 0 0,2 0-1 0 0,1-1 0 0 0,13 75 0 0 0,-4-69-1976 0 0,1-1 0 0 0,2-1 0 0 0,21 48 0 0 0,-26-76-5313 0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3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1 133 4609 0 0,'0'-4'405'0'0,"0"-1"-1"0"0,0 1 1 0 0,0 0-1 0 0,0-1 1 0 0,1 1-1 0 0,0 0 1 0 0,0-1 0 0 0,0 1-1 0 0,0 0 1 0 0,1 0-1 0 0,-1 0 1 0 0,1 0-1 0 0,0 0 1 0 0,1 0-1 0 0,-1 1 1 0 0,1-1 0 0 0,-1 1-1 0 0,1-1 1 0 0,0 1-1 0 0,0 0 1 0 0,0 0-1 0 0,5-3 1 0 0,-2 1-448 0 0,0 1-1 0 0,1-1 1 0 0,0 1-1 0 0,0 1 1 0 0,0-1-1 0 0,0 1 1 0 0,0 0-1 0 0,1 1 1 0 0,-1-1-1 0 0,1 2 1 0 0,13-3-1 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3:54.4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9 110 6913 0 0,'-3'5'74'0'0,"-3"8"1826"0"0,16-16-599 0 0,72-40 3413 0 0,12-4-4114 0 0,-79 41-1588 0 0,-1 0 0 0 0,1 2 1 0 0,0 0-1 0 0,30-4 1 0 0,-8 3-2685 0 0,-22 4 2989 0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4.5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50 347 9218 0 0,'-3'-8'676'0'0,"0"0"0"0"0,-1 0 0 0 0,0 0-1 0 0,0 0 1 0 0,0 1 0 0 0,-1 0 0 0 0,-1 0 0 0 0,-10-12 0 0 0,30 42 2822 0 0,7 11-3262 0 0,169 202 478 0 0,-132-172-616 0 0,99 86-1 0 0,-133-128 49 0 0,2-2 0 0 0,0 0 0 0 0,1-2 0 0 0,1-1 0 0 0,56 26 0 0 0,-82-42-85 0 0,1-1-1 0 0,-1 1 0 0 0,0 0 1 0 0,0-1-1 0 0,1 1 0 0 0,-1-1 1 0 0,0 0-1 0 0,0 0 0 0 0,1 0 1 0 0,-1 0-1 0 0,0 0 0 0 0,1 0 1 0 0,-1 0-1 0 0,0-1 0 0 0,0 0 1 0 0,1 1-1 0 0,-1-1 0 0 0,0 0 1 0 0,0 0-1 0 0,0 0 0 0 0,0 0 1 0 0,2-2-1 0 0,-1 1 3 0 0,0-1 1 0 0,0 0-1 0 0,-1-1 0 0 0,1 1 0 0 0,-1 0 1 0 0,0-1-1 0 0,0 1 0 0 0,0-1 1 0 0,0 1-1 0 0,-1-1 0 0 0,2-6 0 0 0,2-10 77 0 0,-2 1-1 0 0,0 0 1 0 0,-1-1 0 0 0,-1-20-1 0 0,-14-276 665 0 0,0-23-1765 0 0,13 337 938 0 0,0-7-221 0 0,0 0-1 0 0,1 0 1 0 0,0 0-1 0 0,1 1 1 0 0,-1-1-1 0 0,6-14 1 0 0,-1 13-878 0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2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170 154 9218 0 0,'-1'-2'131'0'0,"0"0"0"0"0,0 0 1 0 0,0 1-1 0 0,0-1 0 0 0,0 1 0 0 0,-1-1 0 0 0,1 1 1 0 0,0-1-1 0 0,-1 1 0 0 0,1 0 0 0 0,-1-1 0 0 0,0 1 1 0 0,1 0-1 0 0,-1 0 0 0 0,0 0 0 0 0,1 1 0 0 0,-1-1 1 0 0,0 0-1 0 0,0 1 0 0 0,0-1 0 0 0,0 1 0 0 0,0-1 1 0 0,0 1-1 0 0,0 0 0 0 0,0 0 0 0 0,0 0 0 0 0,0 0 1 0 0,0 0-1 0 0,1 0 0 0 0,-1 1 0 0 0,0-1 0 0 0,0 1 1 0 0,0-1-1 0 0,0 1 0 0 0,0 0 0 0 0,1 0 0 0 0,-4 1 1 0 0,0 1 123 0 0,0 0 1 0 0,0 0 0 0 0,0 0-1 0 0,0 1 1 0 0,0-1 0 0 0,1 1-1 0 0,0 1 1 0 0,-1-1 0 0 0,2 0-1 0 0,-1 1 1 0 0,-5 8 0 0 0,2 3-120 0 0,-1 0 1 0 0,2 1-1 0 0,1 0 0 0 0,0 0 1 0 0,1 1-1 0 0,0-1 1 0 0,2 1-1 0 0,0 0 1 0 0,1 0-1 0 0,1 0 0 0 0,3 31 1 0 0,-1-39-134 0 0,0 0-1 0 0,0 0 1 0 0,1 0 0 0 0,0 0 0 0 0,1 0-1 0 0,0-1 1 0 0,0 1 0 0 0,1-1 0 0 0,9 13-1 0 0,-9-16-4 0 0,0 0-1 0 0,0-1 0 0 0,1 0 1 0 0,-1 0-1 0 0,1 0 0 0 0,0-1 1 0 0,0 1-1 0 0,1-1 0 0 0,-1-1 1 0 0,1 1-1 0 0,0-1 0 0 0,0-1 0 0 0,0 1 1 0 0,10 1-1 0 0,-6-2-13 0 0,0-1-1 0 0,0 0 1 0 0,1-1 0 0 0,-1 0-1 0 0,0 0 1 0 0,1-2 0 0 0,-1 1-1 0 0,0-1 1 0 0,0-1 0 0 0,0 0-1 0 0,0-1 1 0 0,-1 0 0 0 0,1 0-1 0 0,-1-1 1 0 0,0-1-1 0 0,0 1 1 0 0,-1-2 0 0 0,1 1-1 0 0,-2-1 1 0 0,1-1 0 0 0,-1 0-1 0 0,0 0 1 0 0,0 0 0 0 0,-1-1-1 0 0,0 0 1 0 0,9-17 0 0 0,-15 23 0 0 0,1-1 1 0 0,-1 0 0 0 0,1 0 0 0 0,-1 0-1 0 0,0 0 1 0 0,-1 0 0 0 0,1 0 0 0 0,-1 0-1 0 0,0-1 1 0 0,0 1 0 0 0,0 0 0 0 0,0 0 0 0 0,-1 0-1 0 0,0 0 1 0 0,1 0 0 0 0,-2 0 0 0 0,1 0-1 0 0,0 0 1 0 0,-3-5 0 0 0,-3-3-95 0 0,-1 0 1 0 0,0 0 0 0 0,-1 1-1 0 0,-13-14 1 0 0,14 17 97 0 0,0-1 0 0 0,1 1 0 0 0,0-1 0 0 0,1 0 0 0 0,0-1 1 0 0,0 0-1 0 0,-6-16 0 0 0,10 20 13 0 0,1 0 1 0 0,0 0 0 0 0,0 0-1 0 0,1 0 1 0 0,0 0-1 0 0,0-1 1 0 0,0 1 0 0 0,1 0-1 0 0,0 0 1 0 0,0 0 0 0 0,1 0-1 0 0,-1 0 1 0 0,1 0-1 0 0,1 0 1 0 0,-1 0 0 0 0,1 1-1 0 0,0-1 1 0 0,0 1 0 0 0,1 0-1 0 0,-1 0 1 0 0,1 0-1 0 0,0 0 1 0 0,9-7 0 0 0,-4 4 98 0 0,2-1 1 0 0,-1 1 0 0 0,1 0 0 0 0,0 1-1 0 0,0 1 1 0 0,1 0 0 0 0,0 0-1 0 0,0 1 1 0 0,0 1 0 0 0,20-5 0 0 0,-29 8-48 0 0,1 0 0 0 0,-1 1-1 0 0,0-1 1 0 0,1 1 0 0 0,-1 0 0 0 0,1 0 0 0 0,-1 1 0 0 0,1-1 0 0 0,-1 1 0 0 0,1 0 0 0 0,-1-1 0 0 0,0 1 0 0 0,1 1 0 0 0,-1-1 0 0 0,0 0 0 0 0,0 1 0 0 0,6 4 0 0 0,-4-3 34 0 0,-1 2 0 0 0,1-1 0 0 0,-1 1 1 0 0,0-1-1 0 0,0 1 0 0 0,-1 0 1 0 0,0 0-1 0 0,1 1 0 0 0,2 7 0 0 0,3 9 256 0 0,-2 1-1 0 0,0 0 1 0 0,7 48-1 0 0,-10-43-532 0 0,4 29 761 0 0,-7-54-1392 0 0,0 0 0 0 0,0 1 0 0 0,0-1 0 0 0,1 0 0 0 0,-1 0 0 0 0,1 0 0 0 0,3 5 0 0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5.5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 53 3681 0 0,'4'-9'36'0'0,"8"-19"1681"0"0,-12 13 2408 0 0,0 15-3922 0 0,-1 0-1 0 0,1 0 0 0 0,-1 0 0 0 0,0 0 0 0 0,1 0 1 0 0,-1 0-1 0 0,0 0 0 0 0,1 0 0 0 0,-1 0 1 0 0,1 0-1 0 0,-1 1 0 0 0,0-1 0 0 0,1 0 1 0 0,-1 0-1 0 0,1 1 0 0 0,-1-1 0 0 0,1 0 0 0 0,-1 1 1 0 0,0 0 403 0 0,0 0-403 0 0,1-1-1 0 0,0 1 0 0 0,-1-1 0 0 0,1 1 0 0 0,0-1 1 0 0,-1 2-1 0 0,-14 16 1174 0 0,-49 82 1865 0 0,56-84-2988 0 0,0-1 0 0 0,1 1-1 0 0,1 0 1 0 0,-8 32 0 0 0,13-45-240 0 0,1 0 0 0 0,-1 0 0 0 0,1 0 0 0 0,-1 0 0 0 0,1 0 0 0 0,0 0 0 0 0,0 0 0 0 0,1 0 0 0 0,-1 0 0 0 0,0 0 0 0 0,1-1 0 0 0,0 1-1 0 0,0 0 1 0 0,0 0 0 0 0,0 0 0 0 0,0-1 0 0 0,0 1 0 0 0,1 0 0 0 0,-1-1 0 0 0,1 0 0 0 0,0 1 0 0 0,4 3 0 0 0,-2-3-39 0 0,0 0 0 0 0,0-1 0 0 0,0 1 0 0 0,0-1-1 0 0,1 0 1 0 0,-1-1 0 0 0,1 1 0 0 0,-1-1 0 0 0,1 0-1 0 0,0 0 1 0 0,-1 0 0 0 0,1-1 0 0 0,7 1 0 0 0,55-4-241 0 0,14 1-231 0 0,-73 2 468 0 0,-1 1 0 0 0,1 0 1 0 0,-1 0-1 0 0,0 1 0 0 0,0 0 0 0 0,0 0 1 0 0,0 1-1 0 0,10 4 0 0 0,-15-5 47 0 0,1-1-1 0 0,-1 0 1 0 0,0 1-1 0 0,0 0 0 0 0,1 0 1 0 0,-1-1-1 0 0,-1 1 1 0 0,1 0-1 0 0,0 1 0 0 0,0-1 1 0 0,-1 0-1 0 0,1 0 1 0 0,-1 1-1 0 0,0-1 0 0 0,1 1 1 0 0,-1-1-1 0 0,0 1 1 0 0,-1 0-1 0 0,2 2 0 0 0,-2 0 51 0 0,0-1-1 0 0,1 1 0 0 0,-2 0 0 0 0,1-1 0 0 0,0 1 1 0 0,-1 0-1 0 0,0-1 0 0 0,0 1 0 0 0,0-1 0 0 0,-3 7 1 0 0,-3 4 119 0 0,-1-1 1 0 0,0 0 0 0 0,-1 0-1 0 0,0 0 1 0 0,-15 15 0 0 0,-48 47 116 0 0,38-47-6654 0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4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135 10 9218 0 0,'-16'-3'1253'0'0,"0"0"1"0"0,0 1-1 0 0,1 1 0 0 0,-1 1 1 0 0,-27 2-1 0 0,31 3 1184 0 0,22 1-605 0 0,-9-6-1692 0 0,3 1-10 0 0,22 10-31 0 0,1 0 0 0 0,-1 2 1 0 0,-1 1-1 0 0,-1 1 1 0 0,40 32-1 0 0,-28-21 55 0 0,61 35 0 0 0,-39-34-134 0 0,1-3 0 0 0,1-3 0 0 0,1-2 1 0 0,0-3-1 0 0,1-2 0 0 0,103 8 0 0 0,-160-21 15 0 0,-1-1 1 0 0,1 1-1 0 0,0 0 0 0 0,0 0 0 0 0,-1 0 0 0 0,1 1 1 0 0,8 3-1 0 0,-12-4-24 0 0,-1-1 0 0 0,1 0 1 0 0,-1 1-1 0 0,1-1 0 0 0,-1 0 0 0 0,1 1 1 0 0,-1-1-1 0 0,1 1 0 0 0,-1-1 0 0 0,0 1 0 0 0,1 0 1 0 0,-1-1-1 0 0,0 1 0 0 0,1-1 0 0 0,-1 1 1 0 0,0-1-1 0 0,0 1 0 0 0,0 0 0 0 0,0-1 1 0 0,1 1-1 0 0,-1 0 0 0 0,0-1 0 0 0,0 1 1 0 0,0 0-1 0 0,-1 1 15 0 0,1 0 0 0 0,-1-1-1 0 0,0 1 1 0 0,1 0 0 0 0,-1-1 0 0 0,0 1 0 0 0,0-1 0 0 0,0 1 0 0 0,0-1-1 0 0,0 1 1 0 0,-1-1 0 0 0,-1 3 0 0 0,-46 44 179 0 0,3 3 1 0 0,-47 67-1 0 0,-92 186 779 0 0,183-301-1455 0 0,-10 23 1489 0 0,9-12-2592 0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6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98 213 10594 0 0,'-8'1'271'0'0,"0"0"0"0"0,1 1-1 0 0,0 1 1 0 0,-1-1 0 0 0,1 1-1 0 0,0 0 1 0 0,1 1 0 0 0,-13 7-1 0 0,18-10-134 0 0,-1 0 0 0 0,1 0-1 0 0,-1 0 1 0 0,1 0 0 0 0,0 1-1 0 0,-1-1 1 0 0,1 0 0 0 0,0 1-1 0 0,0-1 1 0 0,0 1 0 0 0,0-1-1 0 0,0 1 1 0 0,0 0 0 0 0,1-1-1 0 0,-1 1 1 0 0,1 0 0 0 0,-1 0-1 0 0,1-1 1 0 0,-1 1 0 0 0,1 0-1 0 0,0 0 1 0 0,0-1 0 0 0,0 1-1 0 0,0 0 1 0 0,0 0 0 0 0,0 0-1 0 0,1-1 1 0 0,-1 1 0 0 0,0 0-1 0 0,1 0 1 0 0,0-1 0 0 0,-1 1-1 0 0,1 0 1 0 0,0-1 0 0 0,0 1-1 0 0,0-1 1 0 0,0 1 0 0 0,0-1-1 0 0,0 1 1 0 0,0-1 0 0 0,0 0-1 0 0,3 3 1 0 0,121 119 2669 0 0,-49-56-2623 0 0,3-3 1 0 0,92 56 0 0 0,-145-104-91 0 0,1-1 1 0 0,1 0 0 0 0,1-2-1 0 0,-1-2 1 0 0,57 15 0 0 0,-84-25-66 0 0,0-1 0 0 0,0 1 1 0 0,1-1-1 0 0,-1 0 0 0 0,0 1 0 0 0,0-1 1 0 0,1 0-1 0 0,-1 0 0 0 0,0 0 0 0 0,0 0 0 0 0,1 0 1 0 0,-1 0-1 0 0,0 0 0 0 0,0-1 0 0 0,1 1 1 0 0,-1 0-1 0 0,0-1 0 0 0,0 1 0 0 0,0-1 1 0 0,0 1-1 0 0,1-1 0 0 0,-1 1 0 0 0,0-1 1 0 0,0 0-1 0 0,0 1 0 0 0,0-1 0 0 0,0 0 1 0 0,-1 0-1 0 0,1 0 0 0 0,0 0 0 0 0,0 0 1 0 0,-1 0-1 0 0,1 0 0 0 0,0 0 0 0 0,-1 0 0 0 0,1 0 1 0 0,-1-1-1 0 0,1 1 0 0 0,-1-2 0 0 0,1-4 134 0 0,0-1 0 0 0,-1 0 0 0 0,0 1 0 0 0,0-1 0 0 0,-3-13 0 0 0,1-9 144 0 0,15-581-658 0 0,-13 597-40 0 0,3-33-2929 0 0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38 320 8754 0 0,'-13'7'1133'0'0,"11"-6"-751"0"0,0 1 0 0 0,0-1 0 0 0,-1 0 0 0 0,1 0 0 0 0,0 0 0 0 0,0 0-1 0 0,-1-1 1 0 0,-4 2 0 0 0,35-27 4379 0 0,138-93-907 0 0,-32 21-3390 0 0,8 10-3839 0 0,-124 77-3546 0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6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9218 0 0,'1'2'697'0'0,"1"1"-1"0"0,-1 0 1 0 0,0-1 0 0 0,1 1-1 0 0,-1-1 1 0 0,1 1-1 0 0,0-1 1 0 0,3 3 0 0 0,-2 0 632 0 0,7 11 145 0 0,0 1 1 0 0,-2 1-1 0 0,11 28 0 0 0,-13-27-1420 0 0,2-1-1 0 0,0 0 0 0 0,17 27 1 0 0,-8-21-132 0 0,32 33 1 0 0,2-12-3399 0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7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0 7370 0 0,'-6'9'5942'0'0,"6"-9"-5804"0"0,7 22 3198 0 0,16 17-87 0 0,69 123-301 0 0,-70-118-3164 0 0,2-2-1 0 0,1-1 0 0 0,2 0 0 0 0,43 47 0 0 0,-59-75-1692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 7834 0 0,'-1'0'115'0'0,"1"-1"0"0"0,0 1 0 0 0,-1 0 0 0 0,1 0 0 0 0,0 0 0 0 0,-1 0 0 0 0,1 0 0 0 0,0-1 0 0 0,-1 1-1 0 0,1 0 1 0 0,0 0 0 0 0,-1 0 0 0 0,1 0 0 0 0,-1 0 0 0 0,1 0 0 0 0,0 0 0 0 0,-1 0 0 0 0,1 0 0 0 0,0 0 0 0 0,-1 0 0 0 0,1 1 0 0 0,0-1 0 0 0,-1 0 0 0 0,1 0 0 0 0,0 0 0 0 0,-1 0 0 0 0,1 1 0 0 0,0-1 0 0 0,-1 0 0 0 0,1 0 0 0 0,0 1 115 0 0,-1-1-115 0 0,1 0 0 0 0,0 1 0 0 0,0-1 0 0 0,-1 0 0 0 0,1 0 0 0 0,0 1 0 0 0,0-1 0 0 0,0 0 0 0 0,0 1 0 0 0,-1 0 0 0 0,8 18 3274 0 0,18 21-454 0 0,46 57-1604 0 0,63 116 0 0 0,-103-164-2492 0 0,-10-17-4144 0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28.3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0 159 5985 0 0,'28'-16'5942'0'0,"-3"2"-3879"0"0,51-23 1994 0 0,77-40-3117 0 0,-126 62-7708 0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2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34 335 10594 0 0,'-26'-25'2660'0'0,"18"9"-627"0"0,8 15-1965 0 0,0 1 1 0 0,1-1-1 0 0,-1 1 1 0 0,0-1-1 0 0,0 1 0 0 0,0-1 1 0 0,0 1-1 0 0,1 0 1 0 0,-1-1-1 0 0,0 1 1 0 0,0-1-1 0 0,1 1 1 0 0,-1 0-1 0 0,0-1 1 0 0,1 1-1 0 0,-1 0 1 0 0,0-1-1 0 0,1 1 0 0 0,-1 0 1 0 0,1 0-1 0 0,-1-1 1 0 0,1 1-1 0 0,-1 0 1 0 0,0 0-1 0 0,1 0 1 0 0,-1-1-1 0 0,1 1 1 0 0,-1 0-1 0 0,1 0 1 0 0,-1 0-1 0 0,1 0 0 0 0,-1 0 1 0 0,2 0-1 0 0,0 0 27 0 0,0 0-1 0 0,0 1 1 0 0,0-1-1 0 0,1 0 1 0 0,-1 1-1 0 0,0-1 0 0 0,0 1 1 0 0,0 0-1 0 0,0 0 1 0 0,0 0-1 0 0,0 0 1 0 0,0 0-1 0 0,0 0 0 0 0,0 1 1 0 0,0-1-1 0 0,2 3 1 0 0,29 31 473 0 0,-24-25-372 0 0,56 61 142 0 0,72 100 0 0 0,-133-164-344 0 0,9 11 19 0 0,-7-19-29 0 0,-2-10-44 0 0,5-121-341 0 0,6-44 381 0 0,-12 155 0 0 0,25-110 427 0 0,-25 117-238 0 0,2 0 0 0 0,0 0 0 0 0,1 0 0 0 0,0 1 0 0 0,1 0-1 0 0,15-22 1 0 0,-21 33-140 0 0,0 0-1 0 0,0 1 1 0 0,1-1 0 0 0,-1 1-1 0 0,1-1 1 0 0,-1 1-1 0 0,1 0 1 0 0,-1 0-1 0 0,1-1 1 0 0,0 1-1 0 0,0 0 1 0 0,0 0 0 0 0,-1 1-1 0 0,1-1 1 0 0,0 0-1 0 0,0 1 1 0 0,0-1-1 0 0,0 1 1 0 0,0-1 0 0 0,0 1-1 0 0,0 0 1 0 0,3 0-1 0 0,-2 1-5 0 0,0-1 0 0 0,0 1 0 0 0,0 0 0 0 0,0 1 0 0 0,0-1 0 0 0,0 0 0 0 0,0 1 0 0 0,0 0 0 0 0,-1-1 0 0 0,1 1 0 0 0,-1 0 0 0 0,5 5 0 0 0,5 6 2 0 0,0 1 0 0 0,-1 1 0 0 0,-1-1 0 0 0,8 18 0 0 0,-14-25-12 0 0,57 111 130 0 0,4 9-114 0 0,2-23-385 0 0,-38-60-6310 0 0,-18-27-211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0.7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0 11979 0 0,'0'0'41'0'0,"-1"0"1"0"0,1 0 0 0 0,0 0 0 0 0,-1 0 0 0 0,1 0 0 0 0,0 0-1 0 0,-1 0 1 0 0,1 1 0 0 0,0-1 0 0 0,-1 0 0 0 0,1 0-1 0 0,0 0 1 0 0,-1 0 0 0 0,1 0 0 0 0,0 1 0 0 0,-1-1 0 0 0,1 0-1 0 0,0 0 1 0 0,0 1 0 0 0,-1-1 0 0 0,1 0 0 0 0,0 0 0 0 0,0 1-1 0 0,-1-1 1 0 0,1 0 0 0 0,0 1 0 0 0,0-1 0 0 0,0 0 0 0 0,0 1-1 0 0,0-1 1 0 0,-1 1 0 0 0,2 16 527 0 0,15 27-277 0 0,-9-27 154 0 0,201 536 4772 0 0,164 332-4386 0 0,-349-837-775 0 0,27 84 0 0 0,-42-104-1129 0 0,-2 0 0 0 0,0 0 0 0 0,-2 1 0 0 0,2 48 1 0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2.1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1995 5065 0 0,'-10'-7'227'0'0,"1"1"-1"0"0,0-1 1 0 0,0-1-1 0 0,0 0 1 0 0,1 0-1 0 0,0-1 1 0 0,-7-10 0 0 0,12 16-71 0 0,1-1 0 0 0,-1-1 0 0 0,1 1 0 0 0,-1 0 0 0 0,1 0 0 0 0,1-1 0 0 0,-1 0 0 0 0,1 1 0 0 0,0-1 1 0 0,0 0-1 0 0,0 1 0 0 0,0-1 0 0 0,1 0 0 0 0,0 0 0 0 0,0 0 0 0 0,0 0 0 0 0,1 1 0 0 0,-1-1 0 0 0,3-8 0 0 0,-1 9 19 0 0,0 0 0 0 0,0 1 0 0 0,0-1 0 0 0,1 1 0 0 0,-1 0-1 0 0,1-1 1 0 0,-1 1 0 0 0,1 0 0 0 0,0 1 0 0 0,1-1 0 0 0,-1 0-1 0 0,7-3 1 0 0,51-26 892 0 0,-40 22-771 0 0,194-87 1244 0 0,243-75 1 0 0,57 20 990 0 0,58-15-1588 0 0,-182 50-825 0 0,217-44-150 0 0,-3 13-32 0 0,-564 138 65 0 0,754-167 61 0 0,10 47-5 0 0,96 10 7 0 0,-707 93-64 0 0,100-17 0 0 0,-197 26 8 0 0,357-78 128 0 0,-438 92-145 0 0,190-45 261 0 0,-165 41-793 0 0,1 3 1 0 0,0 1-1 0 0,43 3 0 0 0,-44 0 113 0 0,-1-1-1 0 0,53-11 1 0 0,3 1-2473 0 0,-90 11 2840 0 0,0 0 0 0 0,-1 1 0 0 0,1 0 0 0 0,0 1 0 0 0,-1-1 0 0 0,1 1 0 0 0,0 0-1 0 0,7 3 1 0 0,-9-2 408 0 0,1 0-1 0 0,-1 1 0 0 0,0-1 1 0 0,0 1-1 0 0,-1 0 0 0 0,1 0 1 0 0,0 0-1 0 0,-1 1 0 0 0,0-1 1 0 0,0 1-1 0 0,0 0 0 0 0,0-1 1 0 0,-1 2-1 0 0,1-1 0 0 0,3 8 0 0 0,38 77 1439 0 0,134 249-866 0 0,-75-165-833 0 0,229 402 117 0 0,-320-552-168 0 0,249 515 477 0 0,-258-530-518 0 0,0-1 0 0 0,0 1 0 0 0,-1 0 0 0 0,0 0 0 0 0,-1 0 1 0 0,1 0-1 0 0,-1 0 0 0 0,-1 0 0 0 0,0 0 0 0 0,-1 8 0 0 0,0-11 3 0 0,0-1 1 0 0,0 0-1 0 0,0 0 0 0 0,-1 1 0 0 0,0-1 1 0 0,0 0-1 0 0,0-1 0 0 0,0 1 0 0 0,-1 0 1 0 0,0-1-1 0 0,0 1 0 0 0,1-1 0 0 0,-2 0 0 0 0,1 0 1 0 0,0 0-1 0 0,-1 0 0 0 0,1-1 0 0 0,-1 1 1 0 0,-8 3-1 0 0,-16 8 15 0 0,0-2-1 0 0,-2 0 1 0 0,1-2 0 0 0,-51 10 0 0 0,-129 12 85 0 0,75-14-69 0 0,-834 194-414 0 0,592-121 260 0 0,-192 30-484 0 0,489-105 508 0 0,-373 84-10 0 0,-609 173-272 0 0,436-123 79 0 0,53-25-55 0 0,439-93 263 0 0,-232 61-23 0 0,85-21 490 0 0,-86 27-820 0 0,151-37 149 0 0,-103 38 98 0 0,228-68 1030 0 0,-1-3 0 0 0,-156 27 1 0 0,178-46 337 0 0,64-11-1021 0 0,6-2-375 0 0,11-2-2149 0 0,-11 4 1844 0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71 10594 0 0,'-2'-11'1630'0'0,"3"-22"2105"0"0,-1 31-3529 0 0,0 1 1 0 0,0-1 0 0 0,0 1-1 0 0,1 0 1 0 0,-1-1 0 0 0,1 1-1 0 0,-1-1 1 0 0,1 1 0 0 0,-1 0 0 0 0,1-1-1 0 0,0 1 1 0 0,0 0 0 0 0,0-1-1 0 0,0 1 1 0 0,0 0 0 0 0,0 0-1 0 0,1-1 1 0 0,0 1-146 0 0,-1 1 0 0 0,0 0 1 0 0,1 0-1 0 0,-1-1 0 0 0,0 1 0 0 0,1 0 0 0 0,-1 0 0 0 0,0 1 0 0 0,1-1 0 0 0,-1 0 1 0 0,0 0-1 0 0,1 1 0 0 0,-1-1 0 0 0,0 0 0 0 0,0 1 0 0 0,1-1 0 0 0,-1 1 1 0 0,0 0-1 0 0,0-1 0 0 0,0 1 0 0 0,0 0 0 0 0,0 0 0 0 0,0 0 0 0 0,0 0 0 0 0,2 1 1 0 0,8 9 131 0 0,1 1 1 0 0,-2-1-1 0 0,1 2 1 0 0,-1-1-1 0 0,13 25 1 0 0,36 78 55 0 0,-32-57-288 0 0,31 70-2635 0 0,-57-118-231 0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3.7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0 330 2304 0 0,'0'-10'337'0'0,"1"0"0"0"0,-1 0 0 0 0,2 0 0 0 0,0 0 0 0 0,0 0 0 0 0,0 0 0 0 0,1 1 0 0 0,1-1 0 0 0,7-16 0 0 0,-4 10 46 0 0,2-4 377 0 0,0 0-1 0 0,0 1 1 0 0,2 0-1 0 0,1 0 1 0 0,14-16-1 0 0,-22 29-440 0 0,0 1-1 0 0,0 0 0 0 0,1 0 1 0 0,0 0-1 0 0,0 1 1 0 0,0 0-1 0 0,0 0 1 0 0,1 0-1 0 0,0 1 0 0 0,-1-1 1 0 0,1 1-1 0 0,1 1 1 0 0,-1-1-1 0 0,0 1 1 0 0,1 0-1 0 0,-1 1 0 0 0,1-1 1 0 0,-1 1-1 0 0,1 0 1 0 0,10 1-1 0 0,-15 0-255 0 0,1 0 0 0 0,-1 0 0 0 0,1 1 0 0 0,-1-1 0 0 0,1 1 0 0 0,-1 0 0 0 0,1 0 0 0 0,-1 0 0 0 0,0 0 0 0 0,1 0 0 0 0,-1 0 0 0 0,0 0 0 0 0,0 1 0 0 0,0-1 0 0 0,0 1 0 0 0,0 0 0 0 0,0 0 0 0 0,0-1 0 0 0,-1 1 0 0 0,1 0 0 0 0,1 3 0 0 0,-1-1-41 0 0,-1 0 0 0 0,1 0 0 0 0,-1 0 0 0 0,0 0 0 0 0,0 0 0 0 0,0 1 0 0 0,-1-1 0 0 0,1 0 0 0 0,-1 0 0 0 0,0 1 0 0 0,-1 6 0 0 0,-1 4-32 0 0,-1-1 0 0 0,0 1-1 0 0,-1-1 1 0 0,-1 0-1 0 0,0 0 1 0 0,-9 17 0 0 0,6-15-90 0 0,-1-1-1 0 0,0 0 1 0 0,-1 0 0 0 0,0-1 0 0 0,-1 0 0 0 0,-1 0-1 0 0,-26 22 1 0 0,27-30-789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4.7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46 575 11979 0 0,'-15'-16'3142'0'0,"-15"-13"2480"0"0,94 66-3352 0 0,67 76-1848 0 0,-90-75-375 0 0,0-2 0 0 0,69 44 0 0 0,-102-75-46 0 0,39 24 33 0 0,74 33-1 0 0,-105-55-28 0 0,-1-1 0 0 0,1-1 0 0 0,0 0 0 0 0,0-2 0 0 0,0 1 0 0 0,1-2-1 0 0,-1 0 1 0 0,1-1 0 0 0,24-2 0 0 0,-35 0 36 0 0,-1 1 0 0 0,1-1 0 0 0,0 0 0 0 0,-1-1 0 0 0,1 0 0 0 0,-1 0 0 0 0,1 0 0 0 0,-1 0 1 0 0,0-1-1 0 0,0 0 0 0 0,0 0 0 0 0,0 0 0 0 0,0-1 0 0 0,-1 1 0 0 0,0-1 0 0 0,1 0 0 0 0,-1 0 0 0 0,-1-1 0 0 0,1 1 0 0 0,-1-1 0 0 0,0 0 0 0 0,5-9 0 0 0,-3 2 68 0 0,-1 0 0 0 0,0 0 0 0 0,-1-1 0 0 0,0 1-1 0 0,-1-1 1 0 0,0 0 0 0 0,-1 0 0 0 0,-1 0 0 0 0,-1-14-1 0 0,-31-339 783 0 0,29 346-907 0 0,-12-132-198 0 0,15 132-28 0 0,0 0 0 0 0,1 0-1 0 0,1 0 1 0 0,1 1 0 0 0,8-31 0 0 0,-10 47 94 0 0,0-1-1 0 0,0 1 0 0 0,0 0 0 0 0,0 0 1 0 0,1 0-1 0 0,0 0 0 0 0,0 0 1 0 0,-1 1-1 0 0,1-1 0 0 0,1 0 0 0 0,-1 1 1 0 0,0 0-1 0 0,1-1 0 0 0,-1 1 0 0 0,1 0 1 0 0,0 0-1 0 0,0 1 0 0 0,-1-1 0 0 0,1 0 1 0 0,1 1-1 0 0,-1 0 0 0 0,4-2 1 0 0,15 0-7642 0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5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 37 6449 0 0,'0'-37'14247'0'0,"-11"50"-13305"0"0,5-3-897 0 0,1 0-1 0 0,0 1 1 0 0,0 0 0 0 0,1-1-1 0 0,1 1 1 0 0,-1 1 0 0 0,2-1 0 0 0,0 0-1 0 0,0 1 1 0 0,1-1 0 0 0,1 14-1 0 0,0 4 46 0 0,1 0 0 0 0,2 0-1 0 0,8 35 1 0 0,-8-50-113 0 0,1 0 0 0 0,0-1 0 0 0,1 0 0 0 0,1 0 0 0 0,0 0 1 0 0,0-1-1 0 0,1 1 0 0 0,1-2 0 0 0,0 1 0 0 0,19 20 0 0 0,-21-26 6 0 0,1 0-1 0 0,-1-1 0 0 0,1 1 1 0 0,0-1-1 0 0,1-1 1 0 0,-1 1-1 0 0,1-1 1 0 0,0 0-1 0 0,0-1 0 0 0,0 0 1 0 0,0 0-1 0 0,0-1 1 0 0,1 0-1 0 0,-1 0 1 0 0,1-1-1 0 0,0 0 1 0 0,-1-1-1 0 0,18-1 0 0 0,-22 0 7 0 0,1 0-1 0 0,-1-1 1 0 0,1 0-1 0 0,-1 0 1 0 0,1 0-1 0 0,-1 0 1 0 0,0 0-1 0 0,0-1 1 0 0,0 0-1 0 0,-1 0 1 0 0,1 0-1 0 0,0 0 1 0 0,-1-1-1 0 0,0 1 1 0 0,0-1-1 0 0,0 0 1 0 0,0 0-1 0 0,-1 0 1 0 0,0 0-1 0 0,1 0 0 0 0,1-6 1 0 0,-2 5 36 0 0,0 1 0 0 0,0-1 0 0 0,-1 0 0 0 0,1 1 0 0 0,-1-1 0 0 0,0 0 1 0 0,0 0-1 0 0,-1 0 0 0 0,1 0 0 0 0,-1 0 0 0 0,0 0 0 0 0,-1 0 0 0 0,1 0 0 0 0,-1 0 0 0 0,0 1 0 0 0,0-1 0 0 0,-1 0 0 0 0,1 0 1 0 0,-1 1-1 0 0,-3-7 0 0 0,1 7-34 0 0,1 0 0 0 0,-1 0 0 0 0,0 0 0 0 0,0 1 0 0 0,-1 0 1 0 0,1 0-1 0 0,-1 0 0 0 0,1 1 0 0 0,-1-1 0 0 0,0 1 0 0 0,0 0 1 0 0,-6-1-1 0 0,5 1-70 0 0,1 0 0 0 0,0 0 0 0 0,-1 0 0 0 0,1-1 0 0 0,0 1 0 0 0,1-1 0 0 0,-1-1 0 0 0,0 1 0 0 0,-6-7 1 0 0,11 9 75 0 0,-1 0 0 0 0,0 0 1 0 0,0 0-1 0 0,1-1 1 0 0,-1 1-1 0 0,1 0 1 0 0,-1-1-1 0 0,1 1 0 0 0,-1 0 1 0 0,1-1-1 0 0,0 1 1 0 0,0 0-1 0 0,0-1 1 0 0,0 1-1 0 0,0-1 0 0 0,0 1 1 0 0,0 0-1 0 0,0-1 1 0 0,1 1-1 0 0,-1-1 1 0 0,0 1-1 0 0,1 0 1 0 0,-1-1-1 0 0,1 1 0 0 0,-1 0 1 0 0,1 0-1 0 0,0-1 1 0 0,0 1-1 0 0,0 0 1 0 0,-1 0-1 0 0,1 0 0 0 0,0 0 1 0 0,0 0-1 0 0,0 0 1 0 0,0 0-1 0 0,1 0 1 0 0,-1 1-1 0 0,2-2 0 0 0,3-3-14 0 0,1 1 0 0 0,0 0 0 0 0,0 0-1 0 0,0 0 1 0 0,11-3 0 0 0,-9 4 62 0 0,1 0 1 0 0,-1 1 0 0 0,1 0-1 0 0,0 1 1 0 0,0 0 0 0 0,0 1 0 0 0,0 0-1 0 0,0 0 1 0 0,0 1 0 0 0,0 1-1 0 0,0-1 1 0 0,-1 2 0 0 0,1-1 0 0 0,0 1-1 0 0,-1 1 1 0 0,0-1 0 0 0,0 2-1 0 0,0-1 1 0 0,15 11 0 0 0,-13-6 14 0 0,0 0 0 0 0,-1 0 1 0 0,1 1-1 0 0,-2 0 0 0 0,0 1 0 0 0,0 0 1 0 0,-1 1-1 0 0,0-1 0 0 0,-1 1 0 0 0,0 1 0 0 0,-1 0 1 0 0,-1 0-1 0 0,7 19 0 0 0,-8-14-111 0 0,-3-14-367 0 0,-1 1 1 0 0,2 0-1 0 0,-1-1 1 0 0,0 1-1 0 0,1-1 0 0 0,0 1 1 0 0,0-1-1 0 0,0 0 0 0 0,5 6 1 0 0,1-3-982 0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5.9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 7 10138 0 0,'0'0'103'0'0,"-1"-1"-1"0"0,1 1 1 0 0,0 0-1 0 0,0-1 1 0 0,-1 1-1 0 0,1-1 1 0 0,0 1-1 0 0,-1 0 1 0 0,1-1-1 0 0,0 1 1 0 0,-1 0-1 0 0,1-1 1 0 0,-1 1 0 0 0,1 0-1 0 0,-1-1 1 0 0,1 1-1 0 0,0 0 1 0 0,-1 0-1 0 0,1 0 1 0 0,-1 0-1 0 0,1-1 1 0 0,-1 1-1 0 0,1 0 1 0 0,-1 0-1 0 0,1 0 1 0 0,-1 0-1 0 0,1 0 1 0 0,-1 0-1 0 0,1 0 1 0 0,-1 0-1 0 0,1 0 1 0 0,-2 1-1 0 0,-18 10 1576 0 0,-12 24-125 0 0,22-19-1200 0 0,0 1 0 0 0,1 0 0 0 0,-7 19 0 0 0,13-30-292 0 0,1 0 0 0 0,0 0 0 0 0,0 0 1 0 0,1 0-1 0 0,0 0 0 0 0,0 0 0 0 0,0 0 0 0 0,1 0 0 0 0,0 0 0 0 0,0 1 1 0 0,1-1-1 0 0,0 0 0 0 0,2 10 0 0 0,-2-13-53 0 0,1 0 1 0 0,-1 0-1 0 0,1 0 0 0 0,0 0 1 0 0,0 0-1 0 0,0 0 0 0 0,1-1 1 0 0,-1 1-1 0 0,1-1 0 0 0,-1 0 1 0 0,1 1-1 0 0,0-1 0 0 0,0-1 1 0 0,-1 1-1 0 0,2 0 0 0 0,-1-1 1 0 0,0 1-1 0 0,0-1 0 0 0,6 2 1 0 0,7 1 62 0 0,1-1 0 0 0,32 3 0 0 0,-7-1-67 0 0,-26-2-14 0 0,0 0-1 0 0,-1 2 1 0 0,24 8 0 0 0,-35-11 17 0 0,0 0 1 0 0,0 0 0 0 0,-1 0 0 0 0,1 1-1 0 0,-1-1 1 0 0,0 1 0 0 0,0 0 0 0 0,5 5-1 0 0,-7-7 17 0 0,0 1-1 0 0,0 0 1 0 0,0-1-1 0 0,0 1 1 0 0,0 0-1 0 0,0 0 0 0 0,0 0 1 0 0,-1 0-1 0 0,1 0 1 0 0,-1 0-1 0 0,1 0 1 0 0,-1 0-1 0 0,0 0 0 0 0,0 0 1 0 0,0 0-1 0 0,0 0 1 0 0,0 0-1 0 0,-1 3 1 0 0,0-1 84 0 0,-1 0 1 0 0,0 0-1 0 0,1 0 1 0 0,-1-1-1 0 0,-1 1 1 0 0,1-1-1 0 0,0 0 1 0 0,-1 1-1 0 0,0-1 1 0 0,0 0-1 0 0,0-1 1 0 0,0 1-1 0 0,0 0 1 0 0,-6 3-1 0 0,-3 1 135 0 0,1 0 0 0 0,-1-1 0 0 0,-15 6 0 0 0,17-8-584 0 0,-1 0 1 0 0,1-1-1 0 0,-1 0 0 0 0,0-1 1 0 0,0 0-1 0 0,-15 0 0 0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6.7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188 32 5985 0 0,'4'-32'15288'0'0,"-41"164"-14148"0"0,-7 18-1024 0 0,0-34-6 0 0,-18 55 176 0 0,61-169-269 0 0,1 0 0 0 0,-1 0-1 0 0,0 0 1 0 0,1 1 0 0 0,-1-1 0 0 0,1 0 0 0 0,0 0 0 0 0,0 1 0 0 0,0-1-1 0 0,0 0 1 0 0,0 0 0 0 0,0 1 0 0 0,1-1 0 0 0,-1 0 0 0 0,1 0 0 0 0,0 0-1 0 0,-1 0 1 0 0,1 0 0 0 0,0 0 0 0 0,0 0 0 0 0,0 0 0 0 0,0 0-1 0 0,1 0 1 0 0,-1 0 0 0 0,1 0 0 0 0,-1-1 0 0 0,3 3 0 0 0,1-1 2 0 0,-1-1 0 0 0,1 1 0 0 0,0-1 0 0 0,0 0 1 0 0,0 0-1 0 0,0-1 0 0 0,0 0 0 0 0,0 0 0 0 0,0 0 1 0 0,10 0-1 0 0,195 1 212 0 0,-68-3-209 0 0,-91 0 110 0 0,-1-1-1 0 0,69-13 1 0 0,-114 15 173 0 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3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25 519 11058 0 0,'-20'-35'2153'0'0,"16"9"5228"0"0,31 39-5392 0 0,-5 0-1949 0 0,-1 2 1 0 0,-1 0-1 0 0,0 1 0 0 0,-1 1 1 0 0,-1 1-1 0 0,18 23 1 0 0,7 5 76 0 0,9 8-86 0 0,113 105 102 0 0,-145-143-122 0 0,0 0 0 0 0,2-2-1 0 0,-1 0 1 0 0,2-2 0 0 0,0 0 0 0 0,45 15 0 0 0,-64-25 12 0 0,0-1 0 0 0,0 0 0 0 0,0 0 0 0 0,0 0 0 0 0,0-1 1 0 0,1 1-1 0 0,-1-1 0 0 0,0 0 0 0 0,0 0 0 0 0,5-1 0 0 0,-8 1-13 0 0,1-1 0 0 0,-1 0-1 0 0,0 1 1 0 0,0-1 0 0 0,1 0 0 0 0,-1 0 0 0 0,0 1 0 0 0,0-1-1 0 0,0 0 1 0 0,0 0 0 0 0,0 0 0 0 0,0-1 0 0 0,0 1-1 0 0,0 0 1 0 0,0 0 0 0 0,0 0 0 0 0,-1-1 0 0 0,1 1-1 0 0,0 0 1 0 0,-1-1 0 0 0,1 1 0 0 0,-1-1 0 0 0,0 1 0 0 0,1 0-1 0 0,-1-1 1 0 0,0 1 0 0 0,0-1 0 0 0,0 1 0 0 0,0-1-1 0 0,0 1 1 0 0,0-2 0 0 0,-13-226 1550 0 0,0-18-1127 0 0,14 222-505 0 0,-7-401-1513 0 0,6 425 1529 0 0,-1 1 0 0 0,1-1 0 0 0,0 1-1 0 0,0-1 1 0 0,0 1 0 0 0,0-1 0 0 0,0 1 0 0 0,0-1-1 0 0,0 1 1 0 0,0-1 0 0 0,0 1 0 0 0,0-1-1 0 0,1 1 1 0 0,-1-1 0 0 0,0 1 0 0 0,0-1 0 0 0,0 1-1 0 0,1-1 1 0 0,-1 1 0 0 0,0-1 0 0 0,0 1 0 0 0,1-1-1 0 0,-1 1 1 0 0,0 0 0 0 0,1-1 0 0 0,-1 1 0 0 0,1 0-1 0 0,-1-1 1 0 0,0 1 0 0 0,1 0 0 0 0,-1-1 0 0 0,1 1-1 0 0,-1 0 1 0 0,1 0 0 0 0,-1 0 0 0 0,1-1 0 0 0,-1 1-1 0 0,1 0 1 0 0,-1 0 0 0 0,1 0 0 0 0,-1 0-1 0 0,1 0 1 0 0,-1 0 0 0 0,1 0 0 0 0,-1 0 0 0 0,1 0-1 0 0,0 0 1 0 0,9 3-751 0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6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103 210 4609 0 0,'-19'0'147'0'0,"10"1"504"0"0,0-1 0 0 0,0 0 0 0 0,0 0 0 0 0,0-1 0 0 0,0 0 0 0 0,-15-5 0 0 0,24 6-526 0 0,-1 0 1 0 0,1-1 0 0 0,-1 1 0 0 0,1 0-1 0 0,0 0 1 0 0,-1-1 0 0 0,1 1 0 0 0,0 0-1 0 0,0-1 1 0 0,-1 1 0 0 0,1 0 0 0 0,0-1-1 0 0,0 1 1 0 0,-1 0 0 0 0,1-1 0 0 0,0 1-1 0 0,0-1 1 0 0,0 1 0 0 0,-1 0 0 0 0,1-1-1 0 0,0 1 1 0 0,0-1 0 0 0,0 1 0 0 0,0-1-1 0 0,0 1 1 0 0,0 0 0 0 0,0-1 0 0 0,0 1-1 0 0,0-1 1 0 0,0 1 0 0 0,0-1 0 0 0,1 1 0 0 0,-1 0-1 0 0,0-1 1 0 0,0 1 0 0 0,0-1 0 0 0,0 1-1 0 0,1 0 1 0 0,-1-1 0 0 0,0 1 0 0 0,0 0-1 0 0,1-1 1 0 0,-1 1 0 0 0,0 0 0 0 0,1-1-1 0 0,-1 1 1 0 0,0 0 0 0 0,1-1 0 0 0,-1 1-1 0 0,0 0 1 0 0,1 0 0 0 0,-1 0 0 0 0,1-1-1 0 0,25-18 2043 0 0,-23 17-1620 0 0,19-12 591 0 0,1 0 1 0 0,40-16-1 0 0,111-27-215 0 0,-135 45-875 0 0,26-12-472 0 0,-38 13-6075 0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7.9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5985 0 0,'14'3'8736'0'0,"-1"6"-3335"0"0,13 21-1776 0 0,15 43-5270 0 0,-36-63 2732 0 0,61 145-526 0 0,-45-100-1283 0 0,31 59-1 0 0,-40-95-564 0 0,2-1-4064 0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35 14283 0 0,'-1'-2'269'0'0,"1"-1"-1"0"0,0 1 1 0 0,1 0-1 0 0,-1-1 1 0 0,0 1-1 0 0,1 0 1 0 0,-1 0-1 0 0,1-1 1 0 0,0 1-1 0 0,-1 0 1 0 0,1 0-1 0 0,2-3 1 0 0,-3 5-162 0 0,0 0 0 0 0,1-1 0 0 0,-1 1-1 0 0,0 0 1 0 0,0 0 0 0 0,1 0 0 0 0,-1-1 0 0 0,0 1 0 0 0,1 0 0 0 0,-1 0 0 0 0,0 0-1 0 0,1 0 1 0 0,-1-1 0 0 0,1 1 0 0 0,-1 0 0 0 0,0 0 0 0 0,1 0 0 0 0,-1 0 0 0 0,0 0-1 0 0,1 0 1 0 0,-1 0 0 0 0,0 0 0 0 0,1 0 0 0 0,-1 0 0 0 0,1 0 0 0 0,-1 0-1 0 0,1 1 1 0 0,14 12 1454 0 0,5 16-1085 0 0,28 55 0 0 0,-37-62-725 0 0,1 0-1 0 0,1-1 1 0 0,1 0 0 0 0,1-1 0 0 0,25 26-1 0 0,-11-18-3164 0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6913 0 0,'30'25'8476'0'0,"113"150"-1539"0"0,-18 12-11893 0 0,-116-171-1468 0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8.6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1 167 10594 0 0,'57'-39'3962'0'0,"-14"7"-2872"0"0,15-10-2374 0 0,1 2-3311 0 0,-37 26 2566 0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39.8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5980 9 6913 0 0,'-29'-9'15560'0'0,"32"21"-16246"0"0,62 206 1116 0 0,47 137 150 0 0,123 181-428 0 0,-122-300-152 0 0,62 113 0 0 0,45 53 197 0 0,-186-336-98 0 0,8 14 165 0 0,-65-84 550 0 0,9 3-777 0 0,0-1 1 0 0,0 2-1 0 0,0 0 1 0 0,0 0 0 0 0,0 1-1 0 0,0 1 1 0 0,-18 5 0 0 0,-8 0 23 0 0,-85 14-361 0 0,-171 52-1 0 0,-115 62-69 0 0,388-127 432 0 0,-603 211-433 0 0,166-48 131 0 0,-54 31-195 0 0,-28 11-156 0 0,-294 122 270 0 0,668-263 160 0 0,-250 96 314 0 0,-138 26-48 0 0,423-152-361 0 0,-659 173 871 0 0,723-198-459 0 0,-131 52 0 0 0,42-12 66 0 0,68-25-335 0 0,-68 17 124 0 0,139-45-969 0 0,-1 0 1 0 0,0-2 0 0 0,1 0 0 0 0,-1-1 0 0 0,0-1 0 0 0,-28-4 0 0 0,32 2-5015 0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5:40.5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 21 3225 0 0,'-9'-10'-92'0'0,"-4"0"1387"0"0,13 10-1206 0 0,-1 1 0 0 0,1-1 1 0 0,0 1-1 0 0,-1-1 1 0 0,1 1-1 0 0,-1-1 0 0 0,1 1 1 0 0,0 0-1 0 0,-1-1 1 0 0,1 1-1 0 0,0 0 0 0 0,0-1 1 0 0,0 1-1 0 0,-1 0 1 0 0,1-1-1 0 0,0 1 0 0 0,0 0 1 0 0,0-1-1 0 0,0 1 1 0 0,0 0-1 0 0,0-1 1 0 0,0 1-1 0 0,0 0 0 0 0,1-1 1 0 0,-1 2-1 0 0,1 26 2343 0 0,1-1 0 0 0,9 43-1 0 0,20 54 1515 0 0,-4-12-2778 0 0,-11-38-899 0 0,3 0 0 0 0,3-2 0 0 0,4 0 0 0 0,57 115 0 0 0,52 92-115 0 0,-7-10-2 0 0,-92-207-145 0 0,71 96 0 0 0,60 45 190 0 0,-103-119 134 0 0,-4 2 0 0 0,66 125 0 0 0,-75-122 119 0 0,-35-61-294 0 0,19 46 0 0 0,-30-61-15 0 0,-1-1 0 0 0,0 1 0 0 0,-1 0 0 0 0,0 1 0 0 0,-1-1 0 0 0,1 20 0 0 0,-2-24 84 0 0,-1-9-250 0 0,0 0 0 0 0,0 0 0 0 0,0 0-1 0 0,0 0 1 0 0,0 0 0 0 0,0-1 0 0 0,0 1 0 0 0,0 0 0 0 0,0 0-1 0 0,0 0 1 0 0,0 0 0 0 0,0 0 0 0 0,0 0 0 0 0,1 0-1 0 0,-1 0 1 0 0,0 0 0 0 0,0-1 0 0 0,0 1 0 0 0,0 0 0 0 0,0 0-1 0 0,0 0 1 0 0,0 0 0 0 0,0 0 0 0 0,0 0 0 0 0,1 0-1 0 0,-1 0 1 0 0,0 0 0 0 0,0 0 0 0 0,0 0 0 0 0,0 0 0 0 0,0 0-1 0 0,0 0 1 0 0,0 0 0 0 0,0 0 0 0 0,1 0 0 0 0,-1 0-1 0 0,0 0 1 0 0,0 0 0 0 0,0 0 0 0 0,0 0 0 0 0,0 0 0 0 0,0 0-1 0 0,0 0 1 0 0,1 0 0 0 0,-1 0 0 0 0,0 0 0 0 0,0 0 0 0 0,0 0-1 0 0,0 0 1 0 0,0 0 0 0 0,0 0 0 0 0,0 0 0 0 0,0 1-1 0 0,0-1 1 0 0,0 0 0 0 0,1 0 0 0 0,-1 0 0 0 0,0 0 0 0 0,0 0-1 0 0,0 0 1 0 0,0 0 0 0 0,0 0 0 0 0,0 0 0 0 0,0 1-1 0 0,0-1 1 0 0,0 0 0 0 0,0 0 0 0 0,0 0 0 0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28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1955 91 7834 0 0,'-8'-28'1649'0'0,"6"21"-553"0"0,0 0-1 0 0,0 0 1 0 0,-1 0 0 0 0,1 0 0 0 0,-1 1-1 0 0,-7-11 1 0 0,10 16-1008 0 0,0 1 0 0 0,-1 0-1 0 0,1 0 1 0 0,0-1 0 0 0,0 1 0 0 0,0 0-1 0 0,-1 0 1 0 0,1-1 0 0 0,0 1 0 0 0,0 0-1 0 0,-1 0 1 0 0,1 0 0 0 0,0-1 0 0 0,0 1-1 0 0,-1 0 1 0 0,1 0 0 0 0,0 0 0 0 0,-1 0-1 0 0,1 0 1 0 0,0 0 0 0 0,0 0 0 0 0,-1 0-1 0 0,1 0 1 0 0,0 0 0 0 0,-1 0 0 0 0,1 0-1 0 0,0 0 1 0 0,-1 0 0 0 0,1 0 0 0 0,0 0 0 0 0,-1 0-1 0 0,1 0 1 0 0,0 0 0 0 0,0 0 0 0 0,-1 0-1 0 0,1 0 1 0 0,0 1 0 0 0,-1-1 0 0 0,-7 14 1265 0 0,0 18-773 0 0,4 29-436 0 0,3-1 1 0 0,8 74-1 0 0,-3-59-97 0 0,-4-68-41 0 0,39 554 256 0 0,-21-408-138 0 0,62 247-1 0 0,-58-322-68 0 0,15 58-16 0 0,-32-112-39 0 0,-1 0-1 0 0,-1 0 1 0 0,0 41 0 0 0,-11-4 66 0 0,7-58-177 0 0,1 1 0 0 0,-1 0 0 0 0,-1-1 0 0 0,1 1 0 0 0,0-1 0 0 0,-1 1 0 0 0,1-1 0 0 0,-1 0 0 0 0,0 0 0 0 0,0 0 0 0 0,-1 0 0 0 0,1 0 0 0 0,-6 5 0 0 0,12-54-18694 0 0,-4 46 18799 0 0,10-17-1587 0 0,-8 15 1844 0 0,-1-1-1 0 0,1 1 1 0 0,-1-1 0 0 0,0 1-1 0 0,-6-22 9150 0 0,-26 26-6310 0 0,27-2-2396 0 0,-175 3 4607 0 0,46-1-4373 0 0,50 0-789 0 0,-411 26 439 0 0,173-5-322 0 0,-154 21-123 0 0,442-38-187 0 0,-42 8-163 0 0,-1-3 0 0 0,-84 1 0 0 0,131-9-3290 0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29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10138 0 0,'-1'3'441'0'0,"0"0"0"0"0,-1 0 0 0 0,1 0 0 0 0,0 0 0 0 0,1 0 0 0 0,-1 0 0 0 0,0 0 0 0 0,1 0 0 0 0,0 1 0 0 0,-1 3 0 0 0,1-6-243 0 0,-10 162 1752 0 0,18 280-1 0 0,67 160 1434 0 0,-58-397-5721 0 0,-11-80-1596 0 0,-3-100-3029 0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29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11 159 6913 0 0,'-11'-5'1087'0'0,"11"5"-1031"0"0,4-9 3757 0 0,0 7-2694 0 0,20-7 208 0 0,-1 1 0 0 0,1 2 0 0 0,0 0 0 0 0,45-5 0 0 0,111 0 239 0 0,-105 8-1113 0 0,490-3 587 0 0,-350 8-909 0 0,-193-2-131 0 0,240-5 0 0 0,-188 0 0 0 0,112-22 0 0 0,-140 18-379 0 0,40-9 840 0 0,-30 4-6903 0 0,-30 8-625 0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2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5529 0 0,'22'18'7000'0'0,"-16"-9"-5625"0"0,0 1 0 0 0,-1 0-1 0 0,0 0 1 0 0,4 11 0 0 0,10 48 1357 0 0,-3 73-2262 0 0,-14-109-57 0 0,31 302 150 0 0,116 503 0 0 0,-145-823-563 0 0,22 95 59 0 0,21 185 1 0 0,-46-276-1749 0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0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10138 0 0,'0'-1'235'0'0,"0"-1"1"0"0,0 1-1 0 0,0-1 0 0 0,1 1 1 0 0,-1-1-1 0 0,0 1 0 0 0,1-1 1 0 0,-1 1-1 0 0,1 0 0 0 0,0-1 1 0 0,0 1-1 0 0,-1 0 0 0 0,1-1 1 0 0,0 1-1 0 0,0 0 0 0 0,0 0 1 0 0,0 0-1 0 0,0 0 0 0 0,0 0 1 0 0,1 0-1 0 0,-1 0 0 0 0,0 0 1 0 0,2 0-1 0 0,-2 0-128 0 0,0 1 1 0 0,0-1-1 0 0,-1 1 0 0 0,1 0 0 0 0,0 0 1 0 0,0 0-1 0 0,0-1 0 0 0,0 1 0 0 0,0 0 1 0 0,0 0-1 0 0,0 0 0 0 0,0 1 0 0 0,0-1 1 0 0,0 0-1 0 0,0 0 0 0 0,0 0 1 0 0,0 1-1 0 0,0-1 0 0 0,0 0 0 0 0,0 1 1 0 0,0-1-1 0 0,-1 1 0 0 0,1-1 0 0 0,0 1 1 0 0,0 0-1 0 0,0-1 0 0 0,-1 1 0 0 0,1 0 1 0 0,0-1-1 0 0,-1 1 0 0 0,1 0 1 0 0,-1 0-1 0 0,1 0 0 0 0,-1-1 0 0 0,1 1 1 0 0,0 2-1 0 0,12 26 439 0 0,-2 0-1 0 0,-1 0 1 0 0,-1 1 0 0 0,7 42-1 0 0,9 126-89 0 0,-24-189-414 0 0,16 371 291 0 0,-5-50-210 0 0,10-172-146 0 0,-7-92-6715 0 0,-11-49-424 0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0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2567 1 7370 0 0,'-2'3'379'0'0,"1"0"0"0"0,-1 0 0 0 0,0-1 0 0 0,0 1 1 0 0,0-1-1 0 0,0 1 0 0 0,0-1 0 0 0,0 1 1 0 0,-1-1-1 0 0,-4 3 0 0 0,2 0-39 0 0,-12 10 1037 0 0,-2-1 0 0 0,1-1-1 0 0,-1 0 1 0 0,-26 12 0 0 0,16-12-355 0 0,-1 0 0 0 0,-44 11-1 0 0,-11-5-413 0 0,-115 12-1 0 0,163-26-407 0 0,-107 6 460 0 0,-211-9 0 0 0,156-5-436 0 0,19 2-145 0 0,-343 5-124 0 0,11 17-315 0 0,464-19 6 0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1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37 12443 0 0,'0'-2'176'0'0,"-1"0"0"0"0,0 0 0 0 0,0 0 0 0 0,0 0 0 0 0,0 0 1 0 0,0 0-1 0 0,0 0 0 0 0,0 1 0 0 0,0-1 0 0 0,-1 0 0 0 0,1 1 0 0 0,-1-1 1 0 0,1 1-1 0 0,-1 0 0 0 0,0-1 0 0 0,1 1 0 0 0,-1 0 0 0 0,0 0 0 0 0,0 0 1 0 0,0 0-1 0 0,0 0 0 0 0,0 1 0 0 0,0-1 0 0 0,0 0 0 0 0,0 1 1 0 0,0 0-1 0 0,0-1 0 0 0,0 1 0 0 0,0 0 0 0 0,-1 0 0 0 0,1 0 0 0 0,0 0 1 0 0,0 1-1 0 0,0-1 0 0 0,-2 1 0 0 0,-18 3 259 0 0,0 1 0 0 0,0 1-1 0 0,0 1 1 0 0,1 1 0 0 0,0 1 0 0 0,1 1-1 0 0,-24 15 1 0 0,27-15-385 0 0,1 2-1 0 0,0 0 1 0 0,1 0 0 0 0,0 2-1 0 0,1-1 1 0 0,0 2 0 0 0,1 0-1 0 0,-16 25 1 0 0,27-37-49 0 0,0 0 0 0 0,1 0 0 0 0,-1 0 0 0 0,0 0 0 0 0,1 0 0 0 0,0 0 0 0 0,0 0 0 0 0,0 1 0 0 0,0-1 0 0 0,1 0 0 0 0,-1 1 0 0 0,1-1 0 0 0,0 0 0 0 0,0 1 0 0 0,0-1 0 0 0,1 7 0 0 0,0-7-1 0 0,1 1 0 0 0,-1-1 0 0 0,1 0 0 0 0,0 0 0 0 0,0 0 0 0 0,0 0 0 0 0,0 0 0 0 0,1-1-1 0 0,-1 1 1 0 0,1 0 0 0 0,0-1 0 0 0,0 0 0 0 0,-1 0 0 0 0,1 0 0 0 0,7 3 0 0 0,18 9 0 0 0,0-2 0 0 0,1-1 0 0 0,1-2 0 0 0,34 7 0 0 0,5 3 0 0 0,-63-18 0 0 0,61 22 0 0 0,-61-20 0 0 0,0 0 0 0 0,0 0 0 0 0,0 0 0 0 0,-1 1 0 0 0,1 0 0 0 0,-1 0 0 0 0,0 0 0 0 0,8 9 0 0 0,-12-12 4 0 0,0 1 0 0 0,-1 0 0 0 0,1 0 0 0 0,0-1 0 0 0,0 1 0 0 0,-1 0 0 0 0,1 0 0 0 0,-1 0 0 0 0,0 0 0 0 0,1 0 0 0 0,-1 0 0 0 0,0 0 0 0 0,0 0 0 0 0,0 0 0 0 0,-1 0 0 0 0,1-1 0 0 0,0 1 0 0 0,-1 0 0 0 0,1 0 0 0 0,-1 0 0 0 0,1 0 0 0 0,-1 0 0 0 0,0-1 0 0 0,0 1 0 0 0,0 0-1 0 0,0-1 1 0 0,0 1 0 0 0,0-1 0 0 0,-1 1 0 0 0,1-1 0 0 0,0 1 0 0 0,-3 1 0 0 0,-4 5 87 0 0,-1 0-1 0 0,1-1 1 0 0,-1 0-1 0 0,-12 6 1 0 0,-1 0 65 0 0,-1-2 0 0 0,0-1-1 0 0,-1 0 1 0 0,0-2 0 0 0,-51 11 0 0 0,-10-5-2445 0 0,61-10-5623 0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1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15203 0 0,'-5'2'4322'0'0,"5"-2"-4253"0"0,-1 15 1454 0 0,4 14-627 0 0,12 17 39 0 0,25 54 0 0 0,11 35-277 0 0,-39-84-592 0 0,-3 0 0 0 0,-2 0 0 0 0,1 87 0 0 0,-4-48-110 0 0,-4-85-384 0 0,5 32 580 0 0,5-17-7419 0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2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1840 0 0,'10'4'1175'0'0,"-1"0"-1"0"0,1 0 0 0 0,0-1 0 0 0,0 0 0 0 0,0-1 1 0 0,0 0-1 0 0,16 1 0 0 0,1 1-760 0 0,59 7 2190 0 0,-62-10-1778 0 0,0 1 0 0 0,-1 1 0 0 0,0 2 0 0 0,1 0 0 0 0,-2 2 0 0 0,40 15 0 0 0,-56-18-713 0 0,0-1 1 0 0,0 0 0 0 0,-1 1 0 0 0,1 0-1 0 0,-1 1 1 0 0,0-1 0 0 0,-1 1 0 0 0,1 0 0 0 0,-1 0-1 0 0,0 0 1 0 0,0 1 0 0 0,0-1 0 0 0,-1 1-1 0 0,0 0 1 0 0,4 11 0 0 0,-4-8-57 0 0,-1 0 1 0 0,0 0-1 0 0,-1 1 1 0 0,0-1-1 0 0,-1 1 1 0 0,0 0-1 0 0,0-1 1 0 0,-1 1-1 0 0,-3 17 1 0 0,-4 2 1 0 0,-1 0 0 0 0,-1-1 1 0 0,-2 0-1 0 0,0 0 0 0 0,-32 48 1 0 0,26-49 8 0 0,-1 0 0 0 0,-1-1 0 0 0,-44 44 0 0 0,34-44-136 0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3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420 55 10594 0 0,'0'-4'332'0'0,"-1"0"0"0"0,0 0 0 0 0,1 0 0 0 0,-1 1 0 0 0,0-1-1 0 0,-1 0 1 0 0,1 1 0 0 0,-1-1 0 0 0,-3-5 0 0 0,4 8-212 0 0,0 0 0 0 0,0 0-1 0 0,-1 0 1 0 0,1 0 0 0 0,-1 0 0 0 0,1 0 0 0 0,0 0 0 0 0,-1 1 0 0 0,0-1-1 0 0,1 0 1 0 0,-1 1 0 0 0,1 0 0 0 0,-1-1 0 0 0,0 1 0 0 0,1 0 0 0 0,-1-1-1 0 0,0 1 1 0 0,1 0 0 0 0,-1 0 0 0 0,0 1 0 0 0,1-1 0 0 0,-1 0 0 0 0,1 0-1 0 0,-1 1 1 0 0,0-1 0 0 0,-1 2 0 0 0,-6 1 120 0 0,0 0 0 0 0,0 1 0 0 0,0 0 0 0 0,1 1 0 0 0,0 0 1 0 0,0 0-1 0 0,0 1 0 0 0,1 0 0 0 0,-11 10 0 0 0,-59 72 560 0 0,50-55-515 0 0,2-3-108 0 0,1 1-1 0 0,1 1 0 0 0,-36 69 1 0 0,53-90-143 0 0,1 1 0 0 0,0-1 0 0 0,1 1-1 0 0,0 0 1 0 0,1 0 0 0 0,1 0 0 0 0,0 1 0 0 0,0-1 0 0 0,1 1 0 0 0,0-1-1 0 0,2 1 1 0 0,-1-1 0 0 0,1 1 0 0 0,1-1 0 0 0,0 1 0 0 0,6 16 0 0 0,-4-21-37 0 0,0 0 0 0 0,0-1 0 0 0,1 0 0 0 0,0 0 0 0 0,0 0 0 0 0,0-1 0 0 0,1 0 1 0 0,0 0-1 0 0,1 0 0 0 0,-1-1 0 0 0,1 0 0 0 0,0 0 0 0 0,0-1 0 0 0,1 1 0 0 0,-1-2 0 0 0,1 1 1 0 0,11 3-1 0 0,-5-2 0 0 0,0-1-1 0 0,1 0 1 0 0,-1-1 0 0 0,1 0 0 0 0,0-2 0 0 0,0 1 0 0 0,0-2 0 0 0,30-2 0 0 0,-40 1 6 0 0,0 0 1 0 0,0 0-1 0 0,0 0 1 0 0,0 0-1 0 0,0-1 0 0 0,-1 0 1 0 0,1 0-1 0 0,-1 0 1 0 0,1-1-1 0 0,-1 1 1 0 0,0-1-1 0 0,0 0 1 0 0,0 0-1 0 0,5-6 1 0 0,-6 6-3 0 0,-1 0 0 0 0,0 0 1 0 0,0 0-1 0 0,0-1 1 0 0,-1 1-1 0 0,1-1 0 0 0,-1 1 1 0 0,0-1-1 0 0,0 1 1 0 0,0-1-1 0 0,0 0 0 0 0,-1 0 1 0 0,1 1-1 0 0,-1-1 1 0 0,0 0-1 0 0,0 0 0 0 0,-1 0 1 0 0,1 1-1 0 0,-2-7 1 0 0,-13-45-20 0 0,11 44 12 0 0,0-1 0 0 0,1 1 0 0 0,0-1 0 0 0,1 0 0 0 0,0 0 0 0 0,1 0 0 0 0,0 0 0 0 0,1-12 0 0 0,2 19 6 0 0,-1 1 1 0 0,1 0-1 0 0,0-1 0 0 0,0 1 1 0 0,0 0-1 0 0,0 0 1 0 0,1 0-1 0 0,-1 0 0 0 0,1 0 1 0 0,0 1-1 0 0,0-1 1 0 0,1 1-1 0 0,-1 0 1 0 0,1 0-1 0 0,0 0 0 0 0,-1 0 1 0 0,1 1-1 0 0,8-4 1 0 0,-5 3-1 0 0,-1-1 1 0 0,1 2 0 0 0,-1-1-1 0 0,1 1 1 0 0,0 0 0 0 0,0 0-1 0 0,0 1 1 0 0,0 0 0 0 0,0 0-1 0 0,0 1 1 0 0,13 1 0 0 0,-14 0 7 0 0,0 1 0 0 0,0 0 1 0 0,0 0-1 0 0,-1 1 0 0 0,1 0 1 0 0,0 0-1 0 0,-1 0 0 0 0,0 1 1 0 0,0 0-1 0 0,0 0 0 0 0,0 0 1 0 0,-1 0-1 0 0,1 1 0 0 0,-1 0 1 0 0,6 9-1 0 0,-1-1 25 0 0,-1 0 0 0 0,0 0 0 0 0,-1 1 0 0 0,-1 1 0 0 0,7 18-1 0 0,-3 9 192 0 0,-1 0-1 0 0,-2 1 0 0 0,1 64 0 0 0,3 17-1966 0 0,-8-102-5899 0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54 4609 0 0,'0'-2'197'0'0,"-1"0"0"0"0,1 1-1 0 0,0-1 1 0 0,-1 1 0 0 0,1-1 0 0 0,-1 1 0 0 0,0-1 0 0 0,1 1-1 0 0,-1-1 1 0 0,0 1 0 0 0,0 0 0 0 0,0-1 0 0 0,0 1 0 0 0,0 0-1 0 0,0 0 1 0 0,0 0 0 0 0,-1-1 0 0 0,1 1 0 0 0,0 1 0 0 0,-1-1-1 0 0,1 0 1 0 0,0 0 0 0 0,-1 0 0 0 0,1 1 0 0 0,-1-1 0 0 0,1 1-1 0 0,-1-1 1 0 0,0 1 0 0 0,1 0 0 0 0,-1-1 0 0 0,1 1 0 0 0,-1 0-1 0 0,0 0 1 0 0,1 0 0 0 0,-1 0 0 0 0,0 0 0 0 0,1 1 0 0 0,-1-1-1 0 0,1 0 1 0 0,-3 2 0 0 0,-1-1 223 0 0,-1 2 0 0 0,1-1 0 0 0,-1 1 0 0 0,1 0 0 0 0,0 0 0 0 0,0 0 0 0 0,0 1 0 0 0,0 0-1 0 0,1 0 1 0 0,-5 5 0 0 0,-2 3-106 0 0,1 1 0 0 0,1 0 0 0 0,0 1 0 0 0,0 0 0 0 0,2 0 0 0 0,0 0 0 0 0,0 1 0 0 0,2 1 0 0 0,-1-1 0 0 0,-4 28 0 0 0,10-42-314 0 0,-1 0-1 0 0,1 0 0 0 0,0 0 0 0 0,0 0 0 0 0,0 0 0 0 0,0 0 0 0 0,-1 0 0 0 0,1 0 0 0 0,0 0 1 0 0,1 0-1 0 0,-1 0 0 0 0,0 0 0 0 0,0 0 0 0 0,0 0 0 0 0,1 0 0 0 0,-1 0 0 0 0,0 0 0 0 0,1 0 1 0 0,-1 0-1 0 0,1 0 0 0 0,-1 0 0 0 0,1-1 0 0 0,1 3 0 0 0,-1-3-14 0 0,-1 0 0 0 0,1 0 0 0 0,0 0-1 0 0,0 0 1 0 0,0 0 0 0 0,0 0 0 0 0,0 0 0 0 0,0 0 0 0 0,0-1 0 0 0,-1 1-1 0 0,1 0 1 0 0,0 0 0 0 0,0-1 0 0 0,0 1 0 0 0,0-1 0 0 0,-1 1-1 0 0,1-1 1 0 0,0 1 0 0 0,0-1 0 0 0,0 0 0 0 0,37-36-619 0 0,40-70-976 0 0,-7 10 642 0 0,-70 96 1038 0 0,0-1-1 0 0,0 0 1 0 0,0 1 0 0 0,0-1-1 0 0,1 1 1 0 0,-1 0 0 0 0,0-1-1 0 0,1 1 1 0 0,-1 0-1 0 0,1 0 1 0 0,-1 0 0 0 0,1 0-1 0 0,0 0 1 0 0,-1 0 0 0 0,1 0-1 0 0,0 1 1 0 0,0-1 0 0 0,0 1-1 0 0,0-1 1 0 0,3 0-1 0 0,-3 2 40 0 0,0 0 0 0 0,0 0-1 0 0,0 0 1 0 0,0 0 0 0 0,0 1-1 0 0,0-1 1 0 0,0 0 0 0 0,-1 1-1 0 0,1 0 1 0 0,0-1 0 0 0,-1 1-1 0 0,0 0 1 0 0,1-1 0 0 0,-1 1-1 0 0,0 0 1 0 0,0 0-1 0 0,2 4 1 0 0,4 9 241 0 0,-1 0 0 0 0,8 30 0 0 0,-12-35-319 0 0,0-1 1 0 0,1 1-1 0 0,0-1 1 0 0,1 0-1 0 0,0 1 1 0 0,0-1 0 0 0,1-1-1 0 0,0 1 1 0 0,1-1-1 0 0,0 0 1 0 0,10 11-1 0 0,-14-18-203 0 0,0 1 0 0 0,1-1 0 0 0,-1 1 0 0 0,1-1-1 0 0,-1 0 1 0 0,1 0 0 0 0,-1 0 0 0 0,1 0 0 0 0,0 0-1 0 0,-1-1 1 0 0,1 0 0 0 0,0 1 0 0 0,0-1 0 0 0,-1 0-1 0 0,5 0 1 0 0,10-4-6829 0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4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93 8754 0 0,'-4'-19'510'0'0,"-6"-29"-176"0"0,10 46-51 0 0,0 0-1 0 0,0 0 1 0 0,0 0-1 0 0,0 0 1 0 0,0 0-1 0 0,0 0 1 0 0,1 0-1 0 0,-1 0 1 0 0,1 0-1 0 0,-1 1 1 0 0,2-4-1 0 0,-1 5-182 0 0,-1 0 0 0 0,1 0 1 0 0,-1 0-1 0 0,1 0 0 0 0,-1 0 0 0 0,1 0 0 0 0,-1 0 0 0 0,1 1 0 0 0,-1-1 1 0 0,1 0-1 0 0,-1 0 0 0 0,1 0 0 0 0,-1 0 0 0 0,0 1 0 0 0,1-1 1 0 0,-1 0-1 0 0,1 1 0 0 0,-1-1 0 0 0,0 0 0 0 0,1 1 0 0 0,-1-1 0 0 0,0 0 1 0 0,1 1-1 0 0,-1-1 0 0 0,0 1 0 0 0,1-1 0 0 0,-1 1 0 0 0,0-1 1 0 0,0 0-1 0 0,0 1 0 0 0,1-1 0 0 0,-1 1 0 0 0,0-1 0 0 0,0 1 0 0 0,11 20 1195 0 0,30 69 1693 0 0,37 70-1347 0 0,-41-93-1531 0 0,3 4-1697 0 0,-13-25-6589 0 0,-19-33 3574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4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14 242 8754 0 0,'-13'-7'728'0'0,"12"0"430"0"0,23-10 1006 0 0,-15 13-1915 0 0,82-54 2032 0 0,123-76-3156 0 0,-189 119 875 0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4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35 339 2304 0 0,'0'1'109'0'0,"1"-1"0"0"0,0 0 0 0 0,0 0 0 0 0,0 0-1 0 0,0 0 1 0 0,0 0 0 0 0,0 0 0 0 0,0 0-1 0 0,0 0 1 0 0,0 0 0 0 0,0 0 0 0 0,0-1-1 0 0,0 1 1 0 0,0 0 0 0 0,0 0 0 0 0,-1-1 0 0 0,1 1-1 0 0,0-1 1 0 0,0 1 0 0 0,0-1 0 0 0,-1 1-1 0 0,1-1 1 0 0,1-1 0 0 0,18-15 2823 0 0,-15 11-2454 0 0,-1 0 1 0 0,0 0-1 0 0,-1 0 0 0 0,1-1 1 0 0,-1 1-1 0 0,-1-1 0 0 0,1 0 1 0 0,1-9-1 0 0,-2 5-457 0 0,0 0 0 0 0,-1 0 1 0 0,0 0-1 0 0,-1-1 0 0 0,-1-10 1 0 0,0 7-270 0 0,-1 1 0 0 0,-1-1 0 0 0,0 1 1 0 0,-1 0-1 0 0,-1 0 0 0 0,0 0 1 0 0,-1 1-1 0 0,-11-20 0 0 0,17 32 318 0 0,-1-1-1 0 0,0 1 1 0 0,0-1 0 0 0,0 1-1 0 0,0-1 1 0 0,0 1 0 0 0,0 0-1 0 0,0 0 1 0 0,0-1 0 0 0,0 1-1 0 0,-1 0 1 0 0,1 0 0 0 0,0 0-1 0 0,-1 0 1 0 0,1 1-1 0 0,-1-1 1 0 0,1 0 0 0 0,-1 0-1 0 0,1 1 1 0 0,-1-1 0 0 0,1 1-1 0 0,-1 0 1 0 0,0-1 0 0 0,1 1-1 0 0,-1 0 1 0 0,0 0 0 0 0,1 0-1 0 0,-3 0 1 0 0,2 1 114 0 0,0 0 0 0 0,0 0-1 0 0,1 0 1 0 0,-1 0 0 0 0,1 1 0 0 0,-1-1-1 0 0,1 0 1 0 0,-1 0 0 0 0,1 1 0 0 0,0-1 0 0 0,0 1-1 0 0,0 0 1 0 0,0-1 0 0 0,0 1 0 0 0,0 0 0 0 0,0-1-1 0 0,0 1 1 0 0,1 0 0 0 0,-1 0 0 0 0,0 0 0 0 0,1 0-1 0 0,0 0 1 0 0,0 0 0 0 0,-1 2 0 0 0,1 7 116 0 0,-1 1 0 0 0,2 0 0 0 0,-1-1-1 0 0,2 1 1 0 0,0 0 0 0 0,0-1 0 0 0,1 0 0 0 0,0 1 0 0 0,1-1 0 0 0,0 0-1 0 0,1-1 1 0 0,0 1 0 0 0,1-1 0 0 0,13 19 0 0 0,-10-17-227 0 0,0 0-1 0 0,1-1 1 0 0,0 0 0 0 0,1-1-1 0 0,0 0 1 0 0,0-1 0 0 0,1 0 0 0 0,0-1-1 0 0,1 0 1 0 0,0-1 0 0 0,20 8-1 0 0,-3-6-278 0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5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0 238 8290 0 0,'34'8'3457'0'0,"-19"-9"-2781"0"0,0 0 0 0 0,-1-1 0 0 0,1 0 0 0 0,-1-1 1 0 0,1-1-1 0 0,23-9 0 0 0,-24 7-516 0 0,-1 0 1 0 0,-1-1 0 0 0,1 0-1 0 0,-1-1 1 0 0,0-1-1 0 0,20-18 1 0 0,-30 24-164 0 0,1 0 0 0 0,-1 0-1 0 0,0 0 1 0 0,0 0 0 0 0,0 0 0 0 0,0 0 0 0 0,-1 0 0 0 0,0-1 0 0 0,1 1 0 0 0,-1-1 0 0 0,0 1 0 0 0,0-1-1 0 0,0-5 1 0 0,-1 7 6 0 0,0 0 0 0 0,0 0 0 0 0,0 0 0 0 0,0 0 0 0 0,0 0 0 0 0,0 0 0 0 0,-1 1 0 0 0,1-1 0 0 0,-1 0 0 0 0,1 0 0 0 0,-1 0 0 0 0,0 0 0 0 0,0 0 0 0 0,0 1 0 0 0,0-1 0 0 0,0 0 0 0 0,0 1 0 0 0,0-1 0 0 0,0 1 0 0 0,-1-1 0 0 0,1 1 0 0 0,0 0 0 0 0,-1-1 0 0 0,0 1 0 0 0,1 0 0 0 0,-3-1 0 0 0,3 2 50 0 0,-1-1-1 0 0,1 1 1 0 0,0 0 0 0 0,0 0 0 0 0,0 0-1 0 0,-1 0 1 0 0,1 0 0 0 0,0 0-1 0 0,0 0 1 0 0,0 0 0 0 0,-1 1-1 0 0,1-1 1 0 0,0 0 0 0 0,0 1 0 0 0,0-1-1 0 0,0 1 1 0 0,0-1 0 0 0,0 1-1 0 0,0 0 1 0 0,0-1 0 0 0,0 1-1 0 0,0 0 1 0 0,0 0 0 0 0,0 0-1 0 0,0-1 1 0 0,1 1 0 0 0,-1 0 0 0 0,0 0-1 0 0,1 0 1 0 0,-1 0 0 0 0,0 1-1 0 0,1-1 1 0 0,-1 0 0 0 0,1 1-1 0 0,-4 4 179 0 0,1 1-1 0 0,1-1 1 0 0,-1 1-1 0 0,-1 10 1 0 0,2-9-188 0 0,2 0 0 0 0,-1 0 0 0 0,1 0 1 0 0,0 0-1 0 0,1 0 0 0 0,0 0 0 0 0,0 0 0 0 0,1 0 1 0 0,0 0-1 0 0,0 0 0 0 0,1-1 0 0 0,0 1 1 0 0,8 13-1 0 0,-9-17-39 0 0,0-1-1 0 0,0 0 1 0 0,0 0 0 0 0,0 0 0 0 0,1-1-1 0 0,-1 1 1 0 0,1 0 0 0 0,0-1 0 0 0,0 0 0 0 0,0 1-1 0 0,0-1 1 0 0,0-1 0 0 0,0 1 0 0 0,1 0-1 0 0,-1-1 1 0 0,1 1 0 0 0,-1-1 0 0 0,1 0-1 0 0,-1 0 1 0 0,1-1 0 0 0,0 1 0 0 0,-1-1 0 0 0,1 1-1 0 0,0-1 1 0 0,-1 0 0 0 0,1-1 0 0 0,0 1-1 0 0,-1-1 1 0 0,1 1 0 0 0,0-1 0 0 0,-1 0-1 0 0,6-3 1 0 0,-3 1 35 0 0,-1 0 0 0 0,0 0 0 0 0,0-1 0 0 0,0 1 0 0 0,0-1 0 0 0,-1 0 0 0 0,0-1 0 0 0,1 1-1 0 0,-2-1 1 0 0,1 0 0 0 0,0 0 0 0 0,-1 0 0 0 0,0 0 0 0 0,0-1 0 0 0,-1 1 0 0 0,1-1 0 0 0,-1 1 0 0 0,0-1 0 0 0,-1 0 0 0 0,0 0-1 0 0,0 0 1 0 0,0 0 0 0 0,0 0 0 0 0,-1-11 0 0 0,0 11-33 0 0,0 0 0 0 0,0-1 0 0 0,0 1 1 0 0,-1 0-1 0 0,0 0 0 0 0,0 0 0 0 0,-1 0 0 0 0,1 0 0 0 0,-1 0 0 0 0,-1 0 0 0 0,1 1 0 0 0,-1-1 1 0 0,0 1-1 0 0,0-1 0 0 0,0 1 0 0 0,-1 0 0 0 0,0 0 0 0 0,0 1 0 0 0,0-1 0 0 0,-1 1 0 0 0,0 0 0 0 0,1 0 1 0 0,-1 0-1 0 0,-8-4 0 0 0,10 7-5 0 0,0 0 0 0 0,0 0 0 0 0,-1 0 0 0 0,1 0 0 0 0,0 0 1 0 0,-1 1-1 0 0,1-1 0 0 0,0 1 0 0 0,-1 0 0 0 0,1 0 0 0 0,0 0 0 0 0,-1 1 1 0 0,1-1-1 0 0,0 1 0 0 0,-1 0 0 0 0,1 0 0 0 0,0 0 0 0 0,-4 2 0 0 0,2 0-6 0 0,0 0 0 0 0,0 0 1 0 0,0 0-1 0 0,0 1 0 0 0,1 0 0 0 0,0 0 0 0 0,0 0 0 0 0,0 0 0 0 0,0 1 0 0 0,-3 5 0 0 0,2-4-40 0 0,1 1-1 0 0,0 0 1 0 0,1 0 0 0 0,-1 0 0 0 0,1 0 0 0 0,1 1-1 0 0,-1-1 1 0 0,1 1 0 0 0,1-1 0 0 0,-1 1 0 0 0,1 0-1 0 0,1 0 1 0 0,-1 0 0 0 0,1-1 0 0 0,1 1-1 0 0,1 9 1 0 0,-1-14 32 0 0,0 0 0 0 0,0 0 0 0 0,0 0 0 0 0,1 0 0 0 0,-1 1 0 0 0,1-2 0 0 0,0 1 0 0 0,0 0 0 0 0,0 0-1 0 0,0-1 1 0 0,1 1 0 0 0,-1-1 0 0 0,1 1 0 0 0,-1-1 0 0 0,1 0 0 0 0,0 0 0 0 0,0-1 0 0 0,0 1 0 0 0,0 0 0 0 0,0-1-1 0 0,0 0 1 0 0,0 1 0 0 0,1-2 0 0 0,-1 1 0 0 0,0 0 0 0 0,1 0 0 0 0,-1-1 0 0 0,1 0 0 0 0,-1 0 0 0 0,0 0 0 0 0,1 0 0 0 0,5-1-1 0 0,1 0 24 0 0,-1-1 0 0 0,1 0-1 0 0,-1-1 1 0 0,1 0 0 0 0,-1 0 0 0 0,0-1-1 0 0,0 0 1 0 0,0 0 0 0 0,-1-1-1 0 0,11-8 1 0 0,-10 6 49 0 0,0 0-1 0 0,-1-1 1 0 0,0 0 0 0 0,0 0 0 0 0,-1-1 0 0 0,0 0 0 0 0,8-14-1 0 0,-14 19-42 0 0,1 1 0 0 0,0-1-1 0 0,-1 1 1 0 0,1-1 0 0 0,-1 1 0 0 0,0-1-1 0 0,0 0 1 0 0,-1 0 0 0 0,1 0-1 0 0,-1 1 1 0 0,0-1 0 0 0,0 0 0 0 0,0 0-1 0 0,0 0 1 0 0,-1 0 0 0 0,1 1-1 0 0,-1-1 1 0 0,0 0 0 0 0,0 0 0 0 0,-1 1-1 0 0,1-1 1 0 0,-1 1 0 0 0,0-1-1 0 0,0 1 1 0 0,-3-5 0 0 0,4 7-12 0 0,1 0 0 0 0,-1 0 0 0 0,0 0 0 0 0,0 0 0 0 0,0 0 0 0 0,0 0 0 0 0,0 0 0 0 0,0 0-1 0 0,0 0 1 0 0,0 0 0 0 0,0 0 0 0 0,0 1 0 0 0,0-1 0 0 0,0 0 0 0 0,-1 1 0 0 0,1-1 0 0 0,0 1 0 0 0,0 0 0 0 0,-1-1 0 0 0,1 1 0 0 0,0 0 0 0 0,-1 0 0 0 0,1 0 0 0 0,-2 0 0 0 0,1 0 10 0 0,1 1 0 0 0,-1 0-1 0 0,0-1 1 0 0,1 1 0 0 0,-1 0 0 0 0,0 0 0 0 0,1 0-1 0 0,0 0 1 0 0,-1 0 0 0 0,1 1 0 0 0,0-1 0 0 0,-1 0-1 0 0,1 1 1 0 0,0-1 0 0 0,-1 3 0 0 0,-3 3 35 0 0,1 1 0 0 0,0 0 0 0 0,0 0 0 0 0,1 0 1 0 0,0 1-1 0 0,-1 8 0 0 0,3-12-45 0 0,0 0 0 0 0,1 0-1 0 0,0 0 1 0 0,0 0 0 0 0,0 0 0 0 0,1 0 0 0 0,0 0-1 0 0,0 0 1 0 0,0 0 0 0 0,0 0 0 0 0,1-1 0 0 0,-1 1 0 0 0,1 0-1 0 0,1-1 1 0 0,-1 1 0 0 0,1-1 0 0 0,-1 0 0 0 0,1 0-1 0 0,0 0 1 0 0,1 0 0 0 0,6 6 0 0 0,-7-7-2 0 0,1-1 0 0 0,-1 1 1 0 0,0-1-1 0 0,1 0 0 0 0,0 0 0 0 0,-1 0 0 0 0,1 0 1 0 0,0-1-1 0 0,0 1 0 0 0,0-1 0 0 0,0 0 1 0 0,0-1-1 0 0,0 1 0 0 0,0 0 0 0 0,0-1 0 0 0,1 0 1 0 0,-1 0-1 0 0,0-1 0 0 0,0 1 0 0 0,0-1 1 0 0,0 1-1 0 0,0-1 0 0 0,0-1 0 0 0,0 1 0 0 0,0 0 1 0 0,7-5-1 0 0,-10 6-1 0 0,-1 0-1 0 0,1-1 1 0 0,-1 1-1 0 0,1 0 1 0 0,-1 0-1 0 0,1-1 1 0 0,-1 1 0 0 0,1 0-1 0 0,-1-1 1 0 0,1 1-1 0 0,-1 0 1 0 0,0-1 0 0 0,1 1-1 0 0,-1-1 1 0 0,0 1-1 0 0,1-1 1 0 0,-1 1 0 0 0,0-1-1 0 0,1 1 1 0 0,-1-1-1 0 0,0 1 1 0 0,0-1-1 0 0,0 0 1 0 0,0 1 0 0 0,1-1-1 0 0,-1 1 1 0 0,0-1-1 0 0,0 1 1 0 0,0-1 0 0 0,0 0-1 0 0,0 1 1 0 0,0-1-1 0 0,-1 0 1 0 0,1-1 3 0 0,-1 1-1 0 0,0 0 1 0 0,0-1 0 0 0,0 1-1 0 0,0 0 1 0 0,0-1 0 0 0,-1 1-1 0 0,1 0 1 0 0,0 0 0 0 0,-1 0-1 0 0,-1-1 1 0 0,-42-19 60 0 0,24 17-1612 0 0,-1 2-6194 0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6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187 116 5065 0 0,'-3'-1'346'0'0,"-1"0"-1"0"0,1 0 1 0 0,-1 0 0 0 0,0 1-1 0 0,0 0 1 0 0,1-1-1 0 0,-1 1 1 0 0,0 1 0 0 0,0-1-1 0 0,1 0 1 0 0,-5 2 0 0 0,-41 11 2164 0 0,42-11-2031 0 0,1 1 0 0 0,-1 0 1 0 0,1 0-1 0 0,-11 7 0 0 0,16-9-398 0 0,-1 0 1 0 0,1-1-1 0 0,0 1 0 0 0,0 0 0 0 0,0 0 0 0 0,0 0 0 0 0,0 0 0 0 0,0 0 1 0 0,0 0-1 0 0,0 0 0 0 0,0 0 0 0 0,0 0 0 0 0,0 0 0 0 0,1 1 0 0 0,-1-1 0 0 0,1 0 1 0 0,-1 0-1 0 0,1 1 0 0 0,-1-1 0 0 0,1 0 0 0 0,-1 1 0 0 0,1-1 0 0 0,0 1 1 0 0,0-1-1 0 0,0 0 0 0 0,0 1 0 0 0,0-1 0 0 0,0 1 0 0 0,0-1 0 0 0,1 0 0 0 0,-1 2 1 0 0,1-2-26 0 0,0 0 0 0 0,0 0 1 0 0,0 0-1 0 0,0 0 0 0 0,0 0 1 0 0,0 0-1 0 0,0 0 0 0 0,0-1 1 0 0,0 1-1 0 0,0 0 0 0 0,1-1 1 0 0,-1 1-1 0 0,0-1 0 0 0,0 1 1 0 0,0-1-1 0 0,1 0 0 0 0,-1 1 1 0 0,0-1-1 0 0,1 0 0 0 0,-1 0 1 0 0,0 0-1 0 0,1 0 0 0 0,-1 0 1 0 0,0 0-1 0 0,1-1 0 0 0,-1 1 1 0 0,0 0-1 0 0,0-1 0 0 0,1 1 1 0 0,-1-1-1 0 0,0 1 0 0 0,0-1 1 0 0,3-1-1 0 0,3-1 110 0 0,0-1 0 0 0,0 0 0 0 0,0 0 0 0 0,8-6 0 0 0,-10 5-53 0 0,-1 1 0 0 0,1-1-1 0 0,-1 0 1 0 0,1 0 0 0 0,-1 0-1 0 0,-1 0 1 0 0,1-1 0 0 0,-1 0-1 0 0,0 0 1 0 0,0 0 0 0 0,-1 0-1 0 0,4-12 1 0 0,-6 15-89 0 0,1 0 0 0 0,0 0-1 0 0,-1 0 1 0 0,0 0 0 0 0,0 0-1 0 0,0 0 1 0 0,0 0 0 0 0,0 0-1 0 0,-1 0 1 0 0,0 0 0 0 0,1 0 0 0 0,-1 0-1 0 0,0 1 1 0 0,0-1 0 0 0,0 0-1 0 0,-1 1 1 0 0,1-1 0 0 0,-1 0-1 0 0,1 1 1 0 0,-1 0 0 0 0,0-1 0 0 0,0 1-1 0 0,0 0 1 0 0,0 0 0 0 0,0 0-1 0 0,-1 0 1 0 0,1 0 0 0 0,-1 1-1 0 0,1-1 1 0 0,-1 1 0 0 0,-3-2 0 0 0,3 1-9 0 0,0 2 1 0 0,1-1 0 0 0,-1 0-1 0 0,0 0 1 0 0,0 1-1 0 0,0-1 1 0 0,1 1 0 0 0,-1 0-1 0 0,0 0 1 0 0,0 0 0 0 0,0 1-1 0 0,0-1 1 0 0,0 0 0 0 0,1 1-1 0 0,-1 0 1 0 0,0 0 0 0 0,0 0-1 0 0,1 0 1 0 0,-1 0-1 0 0,1 0 1 0 0,-4 3 0 0 0,0 0-239 0 0,0 1 1 0 0,0-1-1 0 0,0 1 1 0 0,1 1-1 0 0,0-1 1 0 0,-9 12-1 0 0,1 3-7085 0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7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8 206 3225 0 0,'0'0'79'0'0,"0"0"-1"0"0,-1 0 1 0 0,1 0 0 0 0,0 0 0 0 0,-1 0 0 0 0,1 0 0 0 0,0 0-1 0 0,0 0 1 0 0,-1 0 0 0 0,1 0 0 0 0,0 0 0 0 0,-1 0 0 0 0,1 1 0 0 0,0-1-1 0 0,0 0 1 0 0,-1 0 0 0 0,1 0 0 0 0,0 0 0 0 0,0 1 0 0 0,-1-1-1 0 0,1 0 1 0 0,0 0 0 0 0,0 1 0 0 0,0-1 0 0 0,-1 0 0 0 0,1 0 0 0 0,0 1-1 0 0,0-1 1 0 0,0 0 0 0 0,0 0 0 0 0,0 1 0 0 0,0-1 0 0 0,-1 0-1 0 0,1 1 1 0 0,0-1 0 0 0,0 0 0 0 0,0 0 0 0 0,0 1 0 0 0,0-1 0 0 0,0 0-1 0 0,0 1 1 0 0,0-1 0 0 0,0 0 0 0 0,0 1 0 0 0,1-1 0 0 0,-1 0-1 0 0,0 0 1 0 0,0 1 0 0 0,0-1 0 0 0,0 0 0 0 0,0 1 0 0 0,1-1 0 0 0,-1 0-1 0 0,0 0 1 0 0,0 1 0 0 0,0-1 0 0 0,0 0 0 0 0,1 0 0 0 0,-1 0-1 0 0,1 1 1 0 0,12 15 748 0 0,-13-15-853 0 0,2 0 96 0 0,-1 0 0 0 0,0-1 0 0 0,1 1 0 0 0,-1 0 0 0 0,1-1 0 0 0,0 1 0 0 0,-1-1 0 0 0,1 0 0 0 0,-1 1 0 0 0,1-1 0 0 0,0 0 0 0 0,-1 0 0 0 0,1 0 0 0 0,-1 0 0 0 0,1 0 0 0 0,0-1 0 0 0,-1 1 0 0 0,1 0 0 0 0,-1-1 0 0 0,1 1 0 0 0,-1-1 0 0 0,1 0 0 0 0,2-1 0 0 0,30-19 1146 0 0,-31 17-1079 0 0,1 0 1 0 0,-1 1 0 0 0,0-1 0 0 0,0 0 0 0 0,0-1 0 0 0,0 1-1 0 0,-1 0 1 0 0,0-1 0 0 0,0 1 0 0 0,0-1 0 0 0,0 0 0 0 0,-1 0-1 0 0,0 0 1 0 0,0 1 0 0 0,0-1 0 0 0,0-9 0 0 0,-1 11 22 0 0,0 0 1 0 0,0-1 0 0 0,-1 1-1 0 0,1 0 1 0 0,-1 0-1 0 0,0 0 1 0 0,0-1-1 0 0,0 1 1 0 0,0 0 0 0 0,-1 0-1 0 0,1 0 1 0 0,-1 1-1 0 0,0-1 1 0 0,1 0-1 0 0,-1 1 1 0 0,-1-1 0 0 0,1 1-1 0 0,0-1 1 0 0,-1 1-1 0 0,1 0 1 0 0,-1 0-1 0 0,1 0 1 0 0,-1 0 0 0 0,0 1-1 0 0,0-1 1 0 0,-5-1-1 0 0,6 2-117 0 0,0 1-1 0 0,1-1 0 0 0,-1 1 1 0 0,0 0-1 0 0,0 0 0 0 0,0 0 1 0 0,0 0-1 0 0,0 0 1 0 0,0 0-1 0 0,0 1 0 0 0,0-1 1 0 0,0 1-1 0 0,0-1 0 0 0,0 1 1 0 0,0 0-1 0 0,0-1 0 0 0,1 1 1 0 0,-1 0-1 0 0,0 0 0 0 0,1 0 1 0 0,-1 1-1 0 0,1-1 1 0 0,-1 0-1 0 0,1 1 0 0 0,-1-1 1 0 0,1 1-1 0 0,0-1 0 0 0,0 1 1 0 0,0-1-1 0 0,0 1 0 0 0,0 0 1 0 0,0 0-1 0 0,0-1 1 0 0,0 3-1 0 0,-1 0-65 0 0,0-1 0 0 0,1 0 1 0 0,0 1-1 0 0,0-1 0 0 0,0 1 0 0 0,0-1 0 0 0,0 1 1 0 0,1-1-1 0 0,-1 1 0 0 0,1 0 0 0 0,0-1 0 0 0,0 1 1 0 0,0 0-1 0 0,1-1 0 0 0,-1 1 0 0 0,1-1 0 0 0,0 1 1 0 0,1 3-1 0 0,-1-6 21 0 0,-1 0 0 0 0,1 0 0 0 0,-1 0 0 0 0,1-1 0 0 0,0 1 0 0 0,-1 0 0 0 0,1 0 0 0 0,0 0 0 0 0,-1-1 0 0 0,1 1 0 0 0,0 0 0 0 0,0-1 0 0 0,0 1 0 0 0,0-1 0 0 0,-1 1 0 0 0,1-1 0 0 0,0 1 0 0 0,0-1 0 0 0,0 0 0 0 0,0 1 0 0 0,0-1 0 0 0,0 0 0 0 0,0 0 0 0 0,0 0 0 0 0,2 0 0 0 0,-1 0 25 0 0,0-1-1 0 0,1 1 0 0 0,-1-1 1 0 0,0 0-1 0 0,0 1 1 0 0,0-1-1 0 0,0 0 1 0 0,0 0-1 0 0,-1-1 0 0 0,1 1 1 0 0,2-2-1 0 0,3-3 291 0 0,-1-1-1 0 0,0 1 0 0 0,0-1 1 0 0,8-13-1 0 0,-10 14-157 0 0,-1-1 1 0 0,0 1-1 0 0,-1 0 0 0 0,1-1 1 0 0,-1 1-1 0 0,-1-1 0 0 0,1 0 1 0 0,0-7-1 0 0,-2 13-147 0 0,1-1 0 0 0,-1 0 0 0 0,0 0-1 0 0,0 1 1 0 0,0-1 0 0 0,0 0 0 0 0,0 0 0 0 0,-1 0-1 0 0,1 1 1 0 0,0-1 0 0 0,-1 0 0 0 0,0 1 0 0 0,1-1-1 0 0,-1 0 1 0 0,0 1 0 0 0,0-1 0 0 0,1 1 0 0 0,-1-1-1 0 0,0 1 1 0 0,-1-1 0 0 0,1 1 0 0 0,0 0 0 0 0,0-1-1 0 0,-1 1 1 0 0,1 0 0 0 0,0 0 0 0 0,-1 0 0 0 0,1 0-1 0 0,-1 0 1 0 0,0 1 0 0 0,1-1 0 0 0,-1 0 0 0 0,0 1-1 0 0,1-1 1 0 0,-1 1 0 0 0,-3-1 0 0 0,4 1-27 0 0,-1 0 1 0 0,0 0-1 0 0,0 0 0 0 0,0 0 1 0 0,1 1-1 0 0,-1-1 0 0 0,0 0 1 0 0,0 1-1 0 0,1 0 0 0 0,-1-1 1 0 0,0 1-1 0 0,1 0 0 0 0,-1 0 1 0 0,1 0-1 0 0,-1 0 0 0 0,1 0 0 0 0,-1 0 1 0 0,1 0-1 0 0,0 1 0 0 0,0-1 1 0 0,-1 0-1 0 0,1 1 0 0 0,-1 1 1 0 0,-14 22-174 0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39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 5529 0 0,'-3'-6'5673'0'0,"11"24"-3932"0"0,16 92 2331 0 0,-6 55-3164 0 0,-14-120-716 0 0,12 128-73 0 0,71 503 667 0 0,-35-395-634 0 0,-11 2 0 0 0,6 422 0 0 0,-14 136 470 0 0,54 640 1269 0 0,-55 626-1259 0 0,-8-948-632 0 0,231 980 64 0 0,-149-1366-64 0 0,-39 4 0 0 0,82 1450 272 0 0,-41-863-57 0 0,-105-1321-222 0 0,1 9 21 0 0,-3 0 0 0 0,-1 0 0 0 0,-10 66 0 0 0,9-113-66 0 0,1-3-208 0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0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10 9674 0 0,'-4'-2'126'0'0,"0"0"0"0"0,0 1-1 0 0,0 0 1 0 0,0 0 0 0 0,0 0 0 0 0,0 0-1 0 0,-1 1 1 0 0,1 0 0 0 0,0-1 0 0 0,0 1-1 0 0,-1 1 1 0 0,1-1 0 0 0,0 1 0 0 0,0 0-1 0 0,0 0 1 0 0,0 0 0 0 0,0 0 0 0 0,0 1-1 0 0,0 0 1 0 0,0-1 0 0 0,0 1 0 0 0,0 1-1 0 0,-3 2 1 0 0,-3 0 170 0 0,1 1 1 0 0,-1 0-1 0 0,1 1 0 0 0,0 0 0 0 0,1 0 0 0 0,0 1 1 0 0,0 0-1 0 0,1 1 0 0 0,0 0 0 0 0,0 0 1 0 0,1 0-1 0 0,0 1 0 0 0,0 0 0 0 0,1 0 1 0 0,1 0-1 0 0,0 1 0 0 0,0-1 0 0 0,1 1 1 0 0,0 0-1 0 0,1 0 0 0 0,0 0 0 0 0,0 18 1 0 0,1 5-211 0 0,2 1 1 0 0,1 0 0 0 0,1-1-1 0 0,13 54 1 0 0,-12-72-67 0 0,1-1 0 0 0,0 1 0 0 0,1-1 0 0 0,0 0 1 0 0,2 0-1 0 0,0-1 0 0 0,0 0 0 0 0,1 0 0 0 0,1-1 0 0 0,0 0 0 0 0,22 20 0 0 0,-26-27-34 0 0,0-1-1 0 0,1-1 1 0 0,-1 0 0 0 0,1 1-1 0 0,0-2 1 0 0,0 1-1 0 0,1-1 1 0 0,-1 0 0 0 0,0-1-1 0 0,1 0 1 0 0,0 0-1 0 0,0 0 1 0 0,-1-1-1 0 0,1-1 1 0 0,11 1 0 0 0,-13-1 1 0 0,1-1 0 0 0,-1 0 0 0 0,1 0 0 0 0,-1-1 0 0 0,0 0 0 0 0,1 0 0 0 0,-1 0 0 0 0,0-1 0 0 0,0 1 0 0 0,-1-2 0 0 0,1 1 0 0 0,-1 0 0 0 0,1-1 0 0 0,-1 0 0 0 0,0-1 0 0 0,0 1 0 0 0,-1-1 0 0 0,8-9 0 0 0,-4 3 56 0 0,0-1-1 0 0,-1 0 1 0 0,0-1 0 0 0,-1 0 0 0 0,0 0 0 0 0,-1 0-1 0 0,0-1 1 0 0,-1 0 0 0 0,-1 1 0 0 0,0-1-1 0 0,-1-1 1 0 0,-1 1 0 0 0,0 0 0 0 0,-1 0-1 0 0,-2-26 1 0 0,-1 21 57 0 0,-1 0-1 0 0,-1 0 1 0 0,0 0-1 0 0,-2 1 0 0 0,0 0 1 0 0,-1 0-1 0 0,0 1 1 0 0,-2 0-1 0 0,0 0 1 0 0,-1 1-1 0 0,-15-16 1 0 0,5 6 58 0 0,-1 2 1 0 0,-35-29 0 0 0,49 46-131 0 0,0 1 1 0 0,0 0-1 0 0,-1 0 1 0 0,0 1 0 0 0,0 0-1 0 0,0 0 1 0 0,0 1-1 0 0,-1 1 1 0 0,0-1-1 0 0,0 2 1 0 0,-16-4-1 0 0,23 6-112 0 0,1 0 0 0 0,0 0-1 0 0,-1 0 1 0 0,1 0 0 0 0,0 0-1 0 0,0 0 1 0 0,-1 1-1 0 0,1-1 1 0 0,0 1 0 0 0,0-1-1 0 0,0 1 1 0 0,-1 0-1 0 0,1 0 1 0 0,0 0 0 0 0,0 0-1 0 0,0 1 1 0 0,1-1-1 0 0,-1 0 1 0 0,0 1 0 0 0,-2 1-1 0 0,4-2-113 0 0,-1 1 0 0 0,0-1 0 0 0,1 0 0 0 0,-1 1 0 0 0,1-1 0 0 0,-1 1 0 0 0,1-1 0 0 0,0 0 0 0 0,0 1 0 0 0,-1-1 0 0 0,1 1 0 0 0,0-1 0 0 0,0 1 0 0 0,0-1 0 0 0,1 1 0 0 0,-1-1 0 0 0,0 1 0 0 0,1-1 0 0 0,-1 0 0 0 0,0 1 0 0 0,1-1 0 0 0,0 1 0 0 0,-1-1 0 0 0,1 0 0 0 0,0 0 0 0 0,0 1 0 0 0,-1-1 0 0 0,1 0 0 0 0,0 0 0 0 0,0 0 0 0 0,2 2 0 0 0,10 10-2042 0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1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87 14283 0 0,'0'0'48'0'0,"0"-1"0"0"0,-1 1 0 0 0,1-1 0 0 0,0 1 0 0 0,0-1 0 0 0,-1 1 0 0 0,1-1 0 0 0,0 1 0 0 0,-1 0 0 0 0,1-1-1 0 0,0 1 1 0 0,-1-1 0 0 0,1 1 0 0 0,-1 0 0 0 0,1-1 0 0 0,-1 1 0 0 0,1 0 0 0 0,-1 0 0 0 0,1-1 0 0 0,-1 1 0 0 0,1 0 0 0 0,-1 0 0 0 0,1 0 0 0 0,-1-1 0 0 0,1 1 0 0 0,-1 0 0 0 0,1 0 0 0 0,-1 0-1 0 0,0 0 1 0 0,1 0 0 0 0,-1 0 0 0 0,1 0 0 0 0,-2 1 0 0 0,-9 17 5 0 0,9-14 67 0 0,-10 25 696 0 0,1 0 0 0 0,1 1 0 0 0,2 0 0 0 0,-5 32 1 0 0,-11 128-789 0 0,19-132 13 0 0,-1-10-360 0 0,-4 66-4581 0 0,33-155-2757 0 0,-18 13 7428 0 0,0-1-1 0 0,-3 1 0 0 0,0-1 1 0 0,-3-30-1 0 0,0 35 1002 0 0,1 0 0 0 0,1 0 0 0 0,1 0 0 0 0,1 0 0 0 0,1 1 0 0 0,11-39 0 0 0,-14 60-600 0 0,-1 0 0 0 0,1 1 0 0 0,0-1 0 0 0,0 0 0 0 0,-1 0 0 0 0,1 0 0 0 0,1 1 0 0 0,-1-1 1 0 0,0 0-1 0 0,0 1 0 0 0,1-1 0 0 0,-1 1 0 0 0,1-1 0 0 0,-1 1 0 0 0,1 0 0 0 0,-1 0 0 0 0,4-2 0 0 0,-4 3-49 0 0,0 0 0 0 0,0 0 0 0 0,1-1 0 0 0,-1 1 0 0 0,0 0 0 0 0,1 0 0 0 0,-1 0 0 0 0,0 1 1 0 0,1-1-1 0 0,-1 0 0 0 0,0 0 0 0 0,0 1 0 0 0,1-1 0 0 0,-1 1 0 0 0,0-1 0 0 0,0 1 0 0 0,0-1 0 0 0,0 1 0 0 0,0 0 0 0 0,2 0 0 0 0,5 7 364 0 0,0 0 1 0 0,0 0-1 0 0,-1 0 0 0 0,0 1 1 0 0,7 10-1 0 0,0 1-393 0 0,-4-8 6 0 0,0 0 1 0 0,1 0-1 0 0,0-2 0 0 0,1 1 0 0 0,1-1 1 0 0,-1-1-1 0 0,25 14 0 0 0,-32-21-87 0 0,0 0 1 0 0,-1 0-1 0 0,1 0 0 0 0,1 0 0 0 0,-1-1 0 0 0,0 0 0 0 0,0 0 1 0 0,0 0-1 0 0,1-1 0 0 0,-1 1 0 0 0,0-1 0 0 0,1-1 0 0 0,-1 1 0 0 0,0-1 1 0 0,0 0-1 0 0,1 0 0 0 0,-1 0 0 0 0,0-1 0 0 0,0 0 0 0 0,0 0 1 0 0,-1 0-1 0 0,1-1 0 0 0,0 1 0 0 0,-1-1 0 0 0,1 0 0 0 0,5-5 1 0 0,-6 4 55 0 0,1-1 1 0 0,-1 1 0 0 0,0 0 0 0 0,0-1 0 0 0,0 0-1 0 0,0 0 1 0 0,-1 0 0 0 0,0-1 0 0 0,0 1 0 0 0,-1-1-1 0 0,1 0 1 0 0,-1 1 0 0 0,0-1 0 0 0,-1 0 0 0 0,1 0-1 0 0,-1 0 1 0 0,0 0 0 0 0,-1-1 0 0 0,0 1-1 0 0,0-9 1 0 0,-3-6 72 0 0,-1 0-1 0 0,-1 0 1 0 0,0 0-1 0 0,-14-31 0 0 0,10 29-166 0 0,1 0 0 0 0,-7-40-1 0 0,13 42-1656 0 0,5 1-6162 0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5529 0 0,'17'14'2312'0'0,"-14"-12"-2016"0"0,0 1 1 0 0,0-1 0 0 0,0 1 0 0 0,0-1 0 0 0,-1 1 0 0 0,1 0 0 0 0,-1 0 0 0 0,0 0 0 0 0,3 5 0 0 0,1 6 206 0 0,-1 0 0 0 0,0 1 0 0 0,-1-1 0 0 0,0 1 1 0 0,-1 0-1 0 0,-1 0 0 0 0,1 17 0 0 0,-6 112 893 0 0,1-101-1006 0 0,-1 25-122 0 0,-5 109 382 0 0,18 217 0 0 0,53 56 537 0 0,3 26-535 0 0,-15 466-527 0 0,-17-225-122 0 0,55 707 541 0 0,-58-781-71 0 0,20 315 115 0 0,98 979 75 0 0,-137-1787-722 0 0,-1-7 100 0 0,129 1278 136 0 0,26 27 218 0 0,-18-303-192 0 0,-23 48 850 0 0,-106-959-942 0 0,19 103 454 0 0,4 48 74 0 0,-37-167-3324 0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3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47 6913 0 0,'-2'-3'184'0'0,"0"0"0"0"0,0 0-1 0 0,0 0 1 0 0,-1 1-1 0 0,1-1 1 0 0,-1 1-1 0 0,0-1 1 0 0,0 1-1 0 0,0 0 1 0 0,0 0 0 0 0,0 1-1 0 0,0-1 1 0 0,-1 0-1 0 0,1 1 1 0 0,-1 0-1 0 0,1 0 1 0 0,-1 0-1 0 0,1 0 1 0 0,-1 0 0 0 0,1 1-1 0 0,-1 0 1 0 0,0 0-1 0 0,1 0 1 0 0,-1 0-1 0 0,0 0 1 0 0,-4 2-1 0 0,2-1 13 0 0,0 0 0 0 0,0 1 0 0 0,0 0-1 0 0,1 0 1 0 0,-1 0 0 0 0,1 1 0 0 0,-1 0 0 0 0,1 0-1 0 0,0 0 1 0 0,0 0 0 0 0,0 1 0 0 0,1 0 0 0 0,-1 0-1 0 0,1 0 1 0 0,-5 8 0 0 0,0 2-76 0 0,1 0 1 0 0,0 1-1 0 0,1 0 1 0 0,1 0 0 0 0,1 1-1 0 0,0 0 1 0 0,1 0-1 0 0,0 0 1 0 0,2 1-1 0 0,0-1 1 0 0,0 1-1 0 0,2-1 1 0 0,0 1-1 0 0,5 31 1 0 0,-3-32-20 0 0,1 1 1 0 0,1 0-1 0 0,0-1 1 0 0,1 0-1 0 0,1 0 1 0 0,1-1-1 0 0,0 1 1 0 0,1-1-1 0 0,0-1 1 0 0,1 0-1 0 0,1 0 1 0 0,0-1-1 0 0,1 0 0 0 0,20 18 1 0 0,-28-27-88 0 0,1-1 0 0 0,-1-1 0 0 0,1 1 1 0 0,0 0-1 0 0,-1-1 0 0 0,1 0 0 0 0,0 0 0 0 0,0 0 0 0 0,1 0 0 0 0,-1-1 1 0 0,0 0-1 0 0,1 0 0 0 0,-1 0 0 0 0,0 0 0 0 0,1 0 0 0 0,-1-1 1 0 0,1 0-1 0 0,-1 0 0 0 0,1 0 0 0 0,-1-1 0 0 0,1 1 0 0 0,-1-1 1 0 0,1 0-1 0 0,-1-1 0 0 0,0 1 0 0 0,0-1 0 0 0,1 1 0 0 0,-1-1 0 0 0,0-1 1 0 0,-1 1-1 0 0,1 0 0 0 0,0-1 0 0 0,-1 0 0 0 0,7-6 0 0 0,-1 0 44 0 0,-1 0 0 0 0,0-1-1 0 0,-1 0 1 0 0,0 0-1 0 0,-1-1 1 0 0,0 0 0 0 0,0 0-1 0 0,-1 0 1 0 0,-1 0 0 0 0,0-1-1 0 0,5-21 1 0 0,-7 16 116 0 0,-1 0 1 0 0,0 0 0 0 0,-1 0-1 0 0,-1 0 1 0 0,-1 0-1 0 0,0 0 1 0 0,-1 0-1 0 0,-1 0 1 0 0,0 0 0 0 0,-2 1-1 0 0,-8-19 1 0 0,8 20-135 0 0,-1 1 0 0 0,-1 0 0 0 0,0 0 0 0 0,0 0 0 0 0,-2 1 0 0 0,0 1 0 0 0,0 0 0 0 0,-1 0 0 0 0,-1 1 0 0 0,0 0 0 0 0,0 1 0 0 0,-16-10 0 0 0,19 15-86 0 0,0 1 1 0 0,0-1-1 0 0,-1 2 0 0 0,1-1 1 0 0,-12-2-1 0 0,16 5-212 0 0,0 0 0 0 0,-1 1 0 0 0,1-1-1 0 0,0 1 1 0 0,0 0 0 0 0,0 0 0 0 0,0 0 0 0 0,-1 1 0 0 0,1 0-1 0 0,0 0 1 0 0,0 0 0 0 0,-5 3 0 0 0,-10 7-6515 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 10138 0 0,'0'0'87'0'0,"-1"0"0"0"0,0-1 0 0 0,1 1 0 0 0,-1 0 0 0 0,0 0 0 0 0,0 0 0 0 0,1 0 0 0 0,-1-1 0 0 0,0 1-1 0 0,0 0 1 0 0,1 0 0 0 0,-1 1 0 0 0,0-1 0 0 0,1 0 0 0 0,-1 0 0 0 0,0 0 0 0 0,0 0 0 0 0,1 0 0 0 0,-1 1 0 0 0,0-1 0 0 0,1 0 0 0 0,-2 1 0 0 0,-4 19 2410 0 0,5-17-2279 0 0,-5 30 984 0 0,2 0 1 0 0,2 1 0 0 0,1-1 0 0 0,4 40-1 0 0,22 136-481 0 0,-20-175-551 0 0,-1-6-579 0 0,14 83 651 0 0,4-40-7452 0 0,-16-57 1008 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4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1 179 7834 0 0,'1'-6'197'0'0,"1"0"1"0"0,0 0 0 0 0,0-1 0 0 0,1 2 0 0 0,-1-1-1 0 0,1 0 1 0 0,1 0 0 0 0,-1 1 0 0 0,1 0 0 0 0,0 0-1 0 0,0 0 1 0 0,0 0 0 0 0,9-7 0 0 0,7-6 1222 0 0,41-26 0 0 0,-55 40-1332 0 0,0 0 1 0 0,0 0-1 0 0,1 1 1 0 0,0 0-1 0 0,0 0 1 0 0,0 0-1 0 0,0 1 1 0 0,12-3-1 0 0,-18 5-150 0 0,1 0 0 0 0,0 0 0 0 0,-1 0 0 0 0,1 0 0 0 0,0 0 0 0 0,-1 0 0 0 0,1 1 0 0 0,-1-1 0 0 0,1 0 0 0 0,-1 1 0 0 0,1 0 0 0 0,-1-1 1 0 0,1 1-1 0 0,-1 0 0 0 0,1-1 0 0 0,-1 1 0 0 0,3 2 0 0 0,-3-1-59 0 0,1 0 0 0 0,-1 0 0 0 0,0 0 1 0 0,0 0-1 0 0,1 0 0 0 0,-1 0 0 0 0,-1 0 1 0 0,1 0-1 0 0,0 1 0 0 0,0-1 0 0 0,-1 0 1 0 0,1 1-1 0 0,-1-1 0 0 0,0 0 0 0 0,0 5 1 0 0,-1 19-190 0 0,-3 2 214 0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5985 0 0,'0'0'13'0'0,"-1"0"-1"0"0,1 1 0 0 0,0-1 1 0 0,0 0-1 0 0,0 0 0 0 0,0 1 1 0 0,0-1-1 0 0,0 0 1 0 0,0 1-1 0 0,0-1 0 0 0,0 0 1 0 0,0 1-1 0 0,0-1 0 0 0,0 0 1 0 0,0 1-1 0 0,1-1 0 0 0,-1 0 1 0 0,0 0-1 0 0,0 1 1 0 0,0-1-1 0 0,0 0 0 0 0,0 1 1 0 0,1-1-1 0 0,-1 0 0 0 0,0 0 1 0 0,0 1-1 0 0,0-1 0 0 0,1 0 1 0 0,-1 0-1 0 0,0 0 0 0 0,0 1 1 0 0,1-1-1 0 0,-1 0 1 0 0,0 0-1 0 0,1 0 0 0 0,-1 0 1 0 0,0 0-1 0 0,0 0 0 0 0,1 1 1 0 0,-1-1-1 0 0,0 0 0 0 0,1 0 1 0 0,-1 0-1 0 0,0 0 1 0 0,1 0-1 0 0,-1 0 0 0 0,0 0 1 0 0,1 0-1 0 0,-1 0 0 0 0,0-1 1 0 0,1 1-1 0 0,27-9 840 0 0,26-22 570 0 0,-31 16-1472 0 0,9-7-339 0 0,51-41 0 0 0,-64 44 389 0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9218 0 0,'-1'0'174'0'0,"1"0"1"0"0,-1 0-1 0 0,1 1 0 0 0,-1-1 1 0 0,1 0-1 0 0,-1 0 0 0 0,1 1 1 0 0,-1-1-1 0 0,1 0 0 0 0,-1 1 0 0 0,1-1 1 0 0,-1 1-1 0 0,1-1 0 0 0,0 1 1 0 0,-1-1-1 0 0,1 0 0 0 0,0 1 1 0 0,-1-1-1 0 0,1 1 0 0 0,0 0 1 0 0,0-1-1 0 0,0 1 0 0 0,-1-1 1 0 0,1 1-1 0 0,0-1 0 0 0,0 1 1 0 0,0-1-1 0 0,0 1 0 0 0,0 0 0 0 0,0-1 1 0 0,0 1-1 0 0,0-1 0 0 0,0 1 1 0 0,0-1-1 0 0,1 2 0 0 0,3 29 2488 0 0,-2-21-2266 0 0,8 100 1784 0 0,4 24-1736 0 0,5-47-6616 0 0,-14-72-277 0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4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3 302 2304 0 0,'-1'-10'491'0'0,"0"1"0"0"0,1-1 0 0 0,0 0 0 0 0,0 1 0 0 0,1-1 0 0 0,1 0 0 0 0,-1 1 0 0 0,2-1 0 0 0,-1 1-1 0 0,1 0 1 0 0,1 0 0 0 0,-1 0 0 0 0,1 0 0 0 0,1 0 0 0 0,0 1 0 0 0,0 0 0 0 0,1 0 0 0 0,12-14-1 0 0,-6 10-248 0 0,0 0-1 0 0,1 1 1 0 0,0 0-1 0 0,1 0 1 0 0,0 2-1 0 0,0 0 0 0 0,1 0 1 0 0,0 2-1 0 0,1 0 1 0 0,17-6-1 0 0,-32 13-281 0 0,0-1 0 0 0,0 1 0 0 0,0-1 0 0 0,0 1 0 0 0,0 0 0 0 0,1-1 0 0 0,-1 1 0 0 0,0 0 0 0 0,0 0 0 0 0,1 0 0 0 0,-1 0 0 0 0,0 0 0 0 0,0 0 0 0 0,0 0-1 0 0,1 0 1 0 0,-1 0 0 0 0,0 1 0 0 0,0-1 0 0 0,0 0 0 0 0,1 1 0 0 0,-1-1 0 0 0,0 1 0 0 0,0-1 0 0 0,0 1 0 0 0,0 0 0 0 0,0-1 0 0 0,0 1 0 0 0,0 0 0 0 0,0 0 0 0 0,0 0 0 0 0,-1 0 0 0 0,1 0 0 0 0,0 0 0 0 0,0 0 0 0 0,-1 0 0 0 0,1 0 0 0 0,-1 0 0 0 0,1 0 0 0 0,-1 0 0 0 0,1 0 0 0 0,-1 0 0 0 0,0 1-1 0 0,1-1 1 0 0,-1 0 0 0 0,0 0 0 0 0,0 3 0 0 0,-4 9-26 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4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2 123 8290 0 0,'-1'6'368'0'0,"1"-3"80"0"0,1 0-360 0 0,1-1-88 0 0,1-2 0 0 0,0 0 0 0 0,3-2 656 0 0,2-1 112 0 0,7-1 32 0 0,5-4 1 0 0,6-4-137 0 0,1-2-24 0 0,2 1-8 0 0,1-4 0 0 0,2-1-1352 0 0,2 1-272 0 0,-1 2-48 0 0,-1 1-17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58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50 4609 0 0,'-2'-3'-24'0'0,"-15"-27"2935"0"0,16 29-2586 0 0,0 0 0 0 0,0-1-1 0 0,0 1 1 0 0,0 0 0 0 0,-1 0 0 0 0,1 0-1 0 0,0 0 1 0 0,-1 0 0 0 0,1 0 0 0 0,0 0 0 0 0,-1 0-1 0 0,1 1 1 0 0,-1-1 0 0 0,1 0 0 0 0,-1 1 0 0 0,1-1-1 0 0,-1 1 1 0 0,-2-1 0 0 0,3 1-226 0 0,0 1 1 0 0,1-1 0 0 0,-1 0-1 0 0,1 1 1 0 0,-1-1-1 0 0,1 0 1 0 0,-1 1-1 0 0,1-1 1 0 0,0 1-1 0 0,-1-1 1 0 0,1 0 0 0 0,-1 1-1 0 0,1-1 1 0 0,0 1-1 0 0,-1-1 1 0 0,1 1-1 0 0,0-1 1 0 0,0 1-1 0 0,-1 0 1 0 0,1-1 0 0 0,0 1-1 0 0,0-1 1 0 0,0 1-1 0 0,0-1 1 0 0,0 1-1 0 0,0 0 1 0 0,0-1 0 0 0,0 1-1 0 0,0-1 1 0 0,0 1-1 0 0,0 0 1 0 0,0-1-1 0 0,0 1 1 0 0,1 0-1 0 0,4 29 39 0 0,-4-24 50 0 0,45 266 3201 0 0,25 137-2434 0 0,-68-391-960 0 0,141 659 1231 0 0,-128-621-1208 0 0,12 47 20 0 0,-25-89-35 0 0,-1-1 0 0 0,0 1 0 0 0,-1 0 1 0 0,-1 0-1 0 0,-1 20 0 0 0,1-34-23 0 0,0-1 0 0 0,-1 1 0 0 0,1 0 0 0 0,0 0 0 0 0,0 0 1 0 0,0-1-1 0 0,0 1 0 0 0,0 0 0 0 0,-1 0 0 0 0,1 0 0 0 0,0 0 0 0 0,0-1 0 0 0,0 1 0 0 0,-1 0 1 0 0,1 0-1 0 0,0 0 0 0 0,0 0 0 0 0,0 0 0 0 0,-1 0 0 0 0,1 0 0 0 0,0 0 0 0 0,0-1 0 0 0,-1 1 0 0 0,1 0 1 0 0,0 0-1 0 0,0 0 0 0 0,-1 0 0 0 0,1 0 0 0 0,0 0 0 0 0,0 0 0 0 0,0 0 0 0 0,-1 0 0 0 0,1 1 1 0 0,0-1-1 0 0,0 0 0 0 0,-1 0 0 0 0,1 0 0 0 0,0 0 0 0 0,0 0 0 0 0,-1 0 0 0 0,1 0 0 0 0,0 1 0 0 0,0-1 1 0 0,0 0-1 0 0,0 0 0 0 0,-1 0 0 0 0,1 0 0 0 0,0 1 0 0 0,0-1 0 0 0,0 0 0 0 0,0 0 0 0 0,0 0 1 0 0,-1 1-1 0 0,1-1 0 0 0,0 0 0 0 0,0 0 0 0 0,0 1 0 0 0,0-1 0 0 0,0 0 0 0 0,0 0 0 0 0,0 0 1 0 0,0 1-1 0 0,0-1 0 0 0,0 0 0 0 0,0 0 0 0 0,0 1 0 0 0,0-1 0 0 0,0 1 0 0 0,-14-22-3685 0 0,10 15 1573 0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58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13 276 9218 0 0,'-1'-1'172'0'0,"-1"-1"-1"0"0,1 0 1 0 0,0 0 0 0 0,0 1 0 0 0,0-1 0 0 0,0 0-1 0 0,0 0 1 0 0,0 0 0 0 0,1 0 0 0 0,-1 0-1 0 0,1 0 1 0 0,-1 0 0 0 0,1 0 0 0 0,0-1-1 0 0,-1 1 1 0 0,1 0 0 0 0,0 0 0 0 0,1 0-1 0 0,-1 0 1 0 0,0 0 0 0 0,1-4 0 0 0,12-48 4330 0 0,-12 49-3852 0 0,0 3-383 0 0,-1-1 0 0 0,1 1 0 0 0,0 0 0 0 0,-1 0 0 0 0,1-1 0 0 0,0 1 0 0 0,1 0 0 0 0,-1 0 0 0 0,0 0 0 0 0,1 0 0 0 0,-1 0 0 0 0,3-2 0 0 0,-3 4-225 0 0,0-1 1 0 0,-1 1-1 0 0,1 0 1 0 0,0 0-1 0 0,0 0 1 0 0,0 0-1 0 0,0 0 0 0 0,0 0 1 0 0,0 0-1 0 0,0 0 1 0 0,0 0-1 0 0,0 0 1 0 0,0 0-1 0 0,0 1 1 0 0,0-1-1 0 0,0 0 1 0 0,-1 1-1 0 0,1-1 0 0 0,0 1 1 0 0,0-1-1 0 0,0 1 1 0 0,-1-1-1 0 0,1 1 1 0 0,0 0-1 0 0,0-1 1 0 0,-1 1-1 0 0,1 0 1 0 0,-1-1-1 0 0,1 1 1 0 0,0 0-1 0 0,-1 0 0 0 0,1 1 1 0 0,66 79 131 0 0,-35-39-146 0 0,69 66-1 0 0,-96-103-28 0 0,0-1 0 0 0,0 0 0 0 0,0 0-1 0 0,1 0 1 0 0,0-1 0 0 0,-1 0 0 0 0,1 0 0 0 0,0-1-1 0 0,0 1 1 0 0,0-1 0 0 0,1 0 0 0 0,-1-1-1 0 0,1 0 1 0 0,8 1 0 0 0,-11-2 27 0 0,0 0 0 0 0,0-1 1 0 0,0 0-1 0 0,0 0 0 0 0,1 0 0 0 0,-1 0 0 0 0,0 0 1 0 0,-1-1-1 0 0,1 0 0 0 0,0 0 0 0 0,0 0 0 0 0,-1 0 1 0 0,1 0-1 0 0,-1-1 0 0 0,0 1 0 0 0,0-1 0 0 0,0 0 0 0 0,0 0 1 0 0,0-1-1 0 0,0 1 0 0 0,-1 0 0 0 0,4-8 0 0 0,11-23 195 0 0,-1 0-1 0 0,-3-2 0 0 0,0 1 0 0 0,-2-2 1 0 0,6-40-1 0 0,9-27-1065 0 0,-22 89 203 0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59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0,'8'17'3822'0'0,"11"37"0"0"0,-7-8-2978 0 0,-3 1-1 0 0,-2 1 0 0 0,2 87 0 0 0,3 24 399 0 0,-11-155-1251 0 0,-1 5-429 0 0,1 1 0 0 0,1 0 0 0 0,-1-1 0 0 0,1 0 0 0 0,1 1-1 0 0,0-1 1 0 0,0 0 0 0 0,1 0 0 0 0,0 0 0 0 0,1-1 0 0 0,5 9-1 0 0,-5-12-1360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59.3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4 167 6913 0 0,'-1'-4'217'0'0,"0"-1"0"0"0,0 1 0 0 0,1-1-1 0 0,-1 0 1 0 0,1 1 0 0 0,0-1-1 0 0,1 1 1 0 0,-1-1 0 0 0,1 0-1 0 0,0 1 1 0 0,0-1 0 0 0,0 1-1 0 0,1 0 1 0 0,-1-1 0 0 0,1 1-1 0 0,0 0 1 0 0,0 0 0 0 0,1 0 0 0 0,-1 0-1 0 0,1 1 1 0 0,0-1 0 0 0,0 1-1 0 0,0-1 1 0 0,6-4 0 0 0,-3 3 159 0 0,0-1 0 0 0,0 1 0 0 0,1 0 0 0 0,-1 0 0 0 0,1 0 0 0 0,0 1 0 0 0,0 1 0 0 0,1-1 0 0 0,-1 1 0 0 0,1 0 1 0 0,0 1-1 0 0,0-1 0 0 0,12-1 0 0 0,-16 4-454 0 0,-1 0 0 0 0,1 1 0 0 0,-1-1 0 0 0,1 1 0 0 0,-1-1 0 0 0,0 1 0 0 0,1 0 1 0 0,-1 0-1 0 0,0 0 0 0 0,0 1 0 0 0,5 2 0 0 0,4 5-980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3:59.5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2 147 5985 0 0,'0'0'13'0'0,"0"0"-1"0"0,0 0 0 0 0,-1 0 0 0 0,1 0 1 0 0,0 0-1 0 0,0 0 0 0 0,0 0 1 0 0,0 1-1 0 0,0-1 0 0 0,0 0 1 0 0,0 0-1 0 0,0 0 0 0 0,0 0 0 0 0,0 0 1 0 0,0 0-1 0 0,0 0 0 0 0,0 0 1 0 0,0 0-1 0 0,0 0 0 0 0,0 0 0 0 0,0 0 1 0 0,0 1-1 0 0,0-1 0 0 0,0 0 1 0 0,0 0-1 0 0,0 0 0 0 0,0 0 0 0 0,0 0 1 0 0,0 0-1 0 0,0 0 0 0 0,0 0 1 0 0,0 0-1 0 0,0 0 0 0 0,0 0 1 0 0,0 1-1 0 0,0-1 0 0 0,0 0 0 0 0,0 0 1 0 0,0 0-1 0 0,0 0 0 0 0,0 0 1 0 0,0 0-1 0 0,0 0 0 0 0,1 0 0 0 0,-1 0 1 0 0,0 0-1 0 0,0 0 0 0 0,0 0 1 0 0,0 0-1 0 0,0 0 0 0 0,0 0 1 0 0,0 0-1 0 0,0 0 0 0 0,0 0 0 0 0,0 0 1 0 0,0 0-1 0 0,1 0 0 0 0,-1 0 1 0 0,0 0-1 0 0,0 0 0 0 0,0 0 0 0 0,0 0 1 0 0,0 0-1 0 0,0 0 0 0 0,0 0 1 0 0,0 0-1 0 0,0 0 0 0 0,0 0 1 0 0,1 0-1 0 0,8-4 1686 0 0,11-7 711 0 0,45-36 1870 0 0,46-29-4956 0 0,-93 65 677 0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2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6913 0 0,'-1'4'592'0'0,"0"0"0"0"0,0 0-1 0 0,1-1 1 0 0,-1 1-1 0 0,1 0 1 0 0,0 0 0 0 0,0 0-1 0 0,0 0 1 0 0,0 0-1 0 0,1 4 1 0 0,0-6-74 0 0,3 34 785 0 0,2-1-1 0 0,1 0 1 0 0,15 40 0 0 0,4 20-2811 0 0,-23-71-1024 0 0,-5-17 1377 0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2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1 141 4609 0 0,'-1'-10'461'0'0,"2"0"0"0"0,0-1 0 0 0,0 1-1 0 0,1 0 1 0 0,0-1 0 0 0,1 1 0 0 0,5-14 0 0 0,-7 22-226 0 0,0-1 1 0 0,1 0-1 0 0,-1 1 1 0 0,1-1 0 0 0,-1 1-1 0 0,1-1 1 0 0,0 1-1 0 0,0 0 1 0 0,0-1-1 0 0,0 1 1 0 0,0 0-1 0 0,1 1 1 0 0,-1-1 0 0 0,0 0-1 0 0,1 1 1 0 0,0-1-1 0 0,-1 1 1 0 0,1 0-1 0 0,0 0 1 0 0,0 0-1 0 0,-1 0 1 0 0,1 0 0 0 0,0 1-1 0 0,0-1 1 0 0,0 1-1 0 0,0 0 1 0 0,0-1-1 0 0,0 2 1 0 0,0-1-1 0 0,4 1 1 0 0,1 0-111 0 0,0 0-1 0 0,0 1 1 0 0,-1 0 0 0 0,1 1-1 0 0,0 0 1 0 0,-1 0-1 0 0,0 1 1 0 0,0-1 0 0 0,0 2-1 0 0,0-1 1 0 0,0 1 0 0 0,-1 0-1 0 0,0 0 1 0 0,0 0 0 0 0,0 1-1 0 0,-1 0 1 0 0,0 1-1 0 0,0-1 1 0 0,-1 1 0 0 0,1 0-1 0 0,-1 0 1 0 0,-1 0 0 0 0,4 9-1 0 0,-3-6 39 0 0,-1 1 0 0 0,-1 0 0 0 0,1 1 0 0 0,-2-1 0 0 0,0 0 0 0 0,0 1 0 0 0,-1-1 0 0 0,0 0 0 0 0,-1 1 0 0 0,0-1 0 0 0,-1 0 0 0 0,0 0 0 0 0,-1 0 0 0 0,0 0 0 0 0,-9 19 0 0 0,8-20-1139 0 0,-1-1 1 0 0,-1 0 0 0 0,1 0-1 0 0,-2 0 1 0 0,-8 9 0 0 0,-3 1-5624 0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5.1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422 93 3281 0 0,'-211'17'2325'0'0,"106"-6"1806"0"0,-1-6 3940 0 0,129-8-7091 0 0,348-38 698 0 0,-69 24-1613 0 0,-81 7 328 0 0,379-43 1392 0 0,-598 52-1780 0 0,1 1-1 0 0,-1-1 1 0 0,1 1 0 0 0,-1 0-1 0 0,1 0 1 0 0,-1 0 0 0 0,1 0-1 0 0,-1 1 1 0 0,0-1 0 0 0,1 1-1 0 0,-1-1 1 0 0,1 1 0 0 0,-1 0-1 0 0,0 0 1 0 0,0 0 0 0 0,1 0-1 0 0,-1 0 1 0 0,0 1 0 0 0,0-1-1 0 0,0 0 1 0 0,0 1 0 0 0,0 0-1 0 0,-1-1 1 0 0,1 1 0 0 0,2 3-1 0 0,-1-3-425 0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5.8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229 176 2761 0 0,'-5'0'427'0'0,"0"-1"1"0"0,1 0 0 0 0,-1 0 0 0 0,1-1 0 0 0,-1 1-1 0 0,1-1 1 0 0,-1 0 0 0 0,1 0 0 0 0,0-1-1 0 0,0 1 1 0 0,-4-5 0 0 0,3 4 182 0 0,0-1 0 0 0,0 1 0 0 0,-1 0 0 0 0,1 1 0 0 0,-1-1 0 0 0,1 1-1 0 0,-9-2 1 0 0,-53-4 6847 0 0,72 6-7344 0 0,0 0 0 0 0,0 0 1 0 0,0-1-1 0 0,0 1 0 0 0,0-1 1 0 0,0 0-1 0 0,-1-1 1 0 0,0 1-1 0 0,1-1 0 0 0,3-4 1 0 0,-8 7-106 0 0,0 1 0 0 0,1 0 0 0 0,-1-1 0 0 0,0 1 1 0 0,0-1-1 0 0,0 1 0 0 0,0 0 0 0 0,0-1 1 0 0,0 1-1 0 0,0-1 0 0 0,1 1 0 0 0,-1 0 0 0 0,0-1 1 0 0,0 1-1 0 0,-1-1 0 0 0,1 1 0 0 0,0-1 1 0 0,0 1-1 0 0,0 0 0 0 0,0-1 0 0 0,0 1 0 0 0,0-1 1 0 0,0 1-1 0 0,-1 0 0 0 0,1-1 0 0 0,0 1 0 0 0,0 0 1 0 0,-1-1-1 0 0,1 1 0 0 0,0 0 0 0 0,0-1 1 0 0,-1 1-1 0 0,1 0 0 0 0,0 0 0 0 0,-1-1 0 0 0,1 1 1 0 0,-1 0-1 0 0,1 0 0 0 0,0 0 0 0 0,-1-1 1 0 0,1 1-1 0 0,0 0 0 0 0,-1 0 0 0 0,0 0 0 0 0,-28-14 636 0 0,10 6-401 0 0,14 5-236 0 0,-6-4 75 0 0,1 1 0 0 0,1-1 1 0 0,-10-9-1 0 0,18 15 6 0 0,2 1-85 0 0,-1-1 0 0 0,0 1-1 0 0,1-1 1 0 0,-1 1 0 0 0,0 0 0 0 0,1-1 0 0 0,-1 1-1 0 0,1-1 1 0 0,-1 1 0 0 0,0 0 0 0 0,1-1 0 0 0,-1 1 0 0 0,1 0-1 0 0,-1 0 1 0 0,1-1 0 0 0,-1 1 0 0 0,1 0 0 0 0,-1 0-1 0 0,1 0 1 0 0,0-1 0 0 0,-1 1 0 0 0,1 0 0 0 0,-1 0 0 0 0,1 0-1 0 0,-1 0 1 0 0,1 0 0 0 0,0 0 0 0 0,-1 0 0 0 0,1 1-1 0 0,-1-1 1 0 0,1 0 0 0 0,-1 0 0 0 0,1 1 0 0 0,21 3-11 0 0,24 11 10 0 0,0-1-27 0 0,68 32 1 0 0,-101-40 46 0 0,0 2 0 0 0,-1-1 0 0 0,1 1 1 0 0,-1 1-1 0 0,-1 0 0 0 0,0 1 0 0 0,0 0 0 0 0,-1 1 0 0 0,13 17 1 0 0,-21-25-11 0 0,-1-1 1 0 0,1 1 0 0 0,-1 0-1 0 0,0-1 1 0 0,0 1 0 0 0,0 0-1 0 0,0 0 1 0 0,-1 0 0 0 0,1 0 0 0 0,-1 0-1 0 0,0 0 1 0 0,0 0 0 0 0,0 0-1 0 0,0 0 1 0 0,0 0 0 0 0,-1 0-1 0 0,1 0 1 0 0,-1 0 0 0 0,0-1-1 0 0,0 1 1 0 0,0 0 0 0 0,0 0-1 0 0,0 0 1 0 0,-1-1 0 0 0,1 1-1 0 0,-1-1 1 0 0,-2 3 0 0 0,-6 9 134 0 0,-1 0 1 0 0,-1-2-1 0 0,-21 20 1 0 0,11-12-76 0 0,-47 46-1813 0 0,60-58 770 0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6.3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 9218 0 0,'0'0'37'0'0,"0"0"1"0"0,0 0-1 0 0,0-1 0 0 0,0 1 1 0 0,0 0-1 0 0,0 0 0 0 0,0 0 1 0 0,0 0-1 0 0,0-1 0 0 0,0 1 1 0 0,0 0-1 0 0,0 0 0 0 0,0 0 1 0 0,0 0-1 0 0,0-1 0 0 0,0 1 1 0 0,0 0-1 0 0,0 0 0 0 0,0 0 1 0 0,0 0-1 0 0,0-1 0 0 0,1 1 1 0 0,-1 0-1 0 0,0 0 0 0 0,0 0 1 0 0,0 0-1 0 0,0 0 0 0 0,0 0 1 0 0,0-1-1 0 0,1 1 0 0 0,-1 0 1 0 0,0 0-1 0 0,0 0 0 0 0,0 0 1 0 0,0 0-1 0 0,0 0 0 0 0,1 0 1 0 0,-1 0-1 0 0,0 0 0 0 0,0 0 1 0 0,0 0-1 0 0,1 0 0 0 0,5 11 4306 0 0,25 121 972 0 0,-4 8-3433 0 0,-4-22-2034 0 0,2-8 246 0 0,38 109 0 0 0,-60-210-83 0 0,0 1-1 0 0,-1-1 1 0 0,0 0 0 0 0,-1 1-1 0 0,1 15 1 0 0,-2-22-161 0 0,0 0 1 0 0,0 0-1 0 0,-1 0 1 0 0,1 0-1 0 0,-1 0 1 0 0,0 0-1 0 0,0 0 1 0 0,0 0 0 0 0,-3 4-1 0 0,4-5-110 0 0,-1-1 0 0 0,0 0 1 0 0,0 0-1 0 0,0 1 0 0 0,-1-1 0 0 0,1 0 0 0 0,0 0 0 0 0,0 0 1 0 0,-1 0-1 0 0,1 0 0 0 0,0 0 0 0 0,-1-1 0 0 0,1 1 0 0 0,-1 0 1 0 0,1-1-1 0 0,-1 1 0 0 0,0-1 0 0 0,1 0 0 0 0,-2 1 0 0 0,-2-1-1244 0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6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9 100 3225 0 0,'-1'0'25'0'0,"1"0"0"0"0,-1-1 0 0 0,1 1 0 0 0,-1-1 0 0 0,1 1 0 0 0,-1 0 0 0 0,1-1 0 0 0,-1 1 0 0 0,1-1 1 0 0,-1 1-1 0 0,1-1 0 0 0,0 0 0 0 0,-1 1 0 0 0,1-1 0 0 0,0 1 0 0 0,0-1 0 0 0,0 0 0 0 0,-1 1 0 0 0,1-1 0 0 0,0 1 1 0 0,0-1-1 0 0,0 0 0 0 0,0 1 0 0 0,0-1 0 0 0,0 0 0 0 0,0 1 0 0 0,0-1 0 0 0,0 0 0 0 0,0 1 0 0 0,1-1 0 0 0,13-20 1524 0 0,-7 15-459 0 0,0 1 0 0 0,0-1-1 0 0,15-7 1 0 0,-10 7-330 0 0,0 1 0 0 0,0 1-1 0 0,1 0 1 0 0,-1 0 0 0 0,1 1 0 0 0,23-2 0 0 0,-31 5-713 0 0,1-1 1 0 0,-1 1-1 0 0,1 0 1 0 0,0 1-1 0 0,-1-1 1 0 0,1 1 0 0 0,-1 0-1 0 0,0 1 1 0 0,1-1-1 0 0,-1 1 1 0 0,0 0 0 0 0,0 0-1 0 0,0 1 1 0 0,0-1-1 0 0,0 1 1 0 0,0 0 0 0 0,-1 1-1 0 0,6 4 1 0 0,1 5-242 0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6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96 6449 0 0,'2'1'84'0'0,"-1"0"-1"0"0,1-1 0 0 0,0 1 1 0 0,0-1-1 0 0,0 1 0 0 0,0-1 1 0 0,-1 0-1 0 0,1 0 0 0 0,0 0 1 0 0,0 0-1 0 0,0 0 0 0 0,0 0 1 0 0,0 0-1 0 0,0-1 0 0 0,1 0 1 0 0,35-10 1581 0 0,-19 5-1091 0 0,240-68 3591 0 0,-230 67-4165 0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7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246 25 10594 0 0,'-10'-5'913'0'0,"-1"1"-1"0"0,1 0 1 0 0,-1 1-1 0 0,0 1 1 0 0,0 0 0 0 0,-23-2-1 0 0,29 4-716 0 0,0 1-1 0 0,0-1 1 0 0,0 1 0 0 0,0 0-1 0 0,0 1 1 0 0,0-1 0 0 0,1 1-1 0 0,-1 0 1 0 0,1 0-1 0 0,-1 0 1 0 0,1 1 0 0 0,0-1-1 0 0,-1 1 1 0 0,1 0 0 0 0,1 1-1 0 0,-1-1 1 0 0,0 0-1 0 0,-4 7 1 0 0,1-1-116 0 0,1-1 0 0 0,0 1 0 0 0,0 0 1 0 0,1 1-1 0 0,0 0 0 0 0,0-1 0 0 0,1 1 0 0 0,1 1 0 0 0,0-1 0 0 0,0 0 1 0 0,1 1-1 0 0,-1 15 0 0 0,2-20-82 0 0,1 0 1 0 0,0 0-1 0 0,1 0 1 0 0,-1 0 0 0 0,1-1-1 0 0,0 1 1 0 0,1 0-1 0 0,-1 0 1 0 0,1 0-1 0 0,0-1 1 0 0,1 1-1 0 0,-1-1 1 0 0,1 1-1 0 0,0-1 1 0 0,0 0 0 0 0,1 0-1 0 0,0-1 1 0 0,0 1-1 0 0,0-1 1 0 0,0 1-1 0 0,1-1 1 0 0,-1-1-1 0 0,9 6 1 0 0,1-1-7 0 0,0 0 0 0 0,1-2 0 0 0,0 1-1 0 0,0-2 1 0 0,1 0 0 0 0,-1-1 0 0 0,1-1 0 0 0,0 0 0 0 0,27 1 0 0 0,-43-4 6 0 0,1 0 1 0 0,0 1-1 0 0,-1-1 1 0 0,1 0 0 0 0,0 0-1 0 0,-1 0 1 0 0,1 0-1 0 0,0 0 1 0 0,-1 0-1 0 0,1 0 1 0 0,0-1 0 0 0,0 1-1 0 0,-1 0 1 0 0,1 0-1 0 0,-1 0 1 0 0,1-1-1 0 0,0 1 1 0 0,-1 0 0 0 0,1-1-1 0 0,0 1 1 0 0,-1 0-1 0 0,1-1 1 0 0,-1 1 0 0 0,1-1-1 0 0,-1 1 1 0 0,1-1-1 0 0,-1 1 1 0 0,0-1-1 0 0,1 0 1 0 0,-1 1 0 0 0,0-1-1 0 0,1 1 1 0 0,-1-1-1 0 0,0 0 1 0 0,1 1 0 0 0,-1-1-1 0 0,0 0 1 0 0,0 1-1 0 0,0-1 1 0 0,0 0-1 0 0,0 1 1 0 0,0-1 0 0 0,0 0-1 0 0,0 1 1 0 0,0-1-1 0 0,0 0 1 0 0,0 0-1 0 0,0 1 1 0 0,-1-1 0 0 0,1 0-1 0 0,-1 0 1 0 0,-2-7-13 0 0,0 1 0 0 0,-1-1 0 0 0,0 1-1 0 0,-5-7 1 0 0,-4-9-21 0 0,12 20 30 0 0,0 0-1 0 0,0 0 1 0 0,1 0 0 0 0,-1 0 0 0 0,1 0 0 0 0,0 0 0 0 0,0 0 0 0 0,0 0 0 0 0,0 0 0 0 0,0 0 0 0 0,1 0 0 0 0,-1 0 0 0 0,1 0 0 0 0,0 0 0 0 0,0 0 0 0 0,0 0-1 0 0,0 1 1 0 0,1-1 0 0 0,-1 0 0 0 0,1 1 0 0 0,-1-1 0 0 0,1 1 0 0 0,0-1 0 0 0,0 1 0 0 0,0 0 0 0 0,0 0 0 0 0,1 0 0 0 0,-1 0 0 0 0,1 0 0 0 0,-1 0 0 0 0,1 1 0 0 0,-1-1-1 0 0,1 1 1 0 0,0 0 0 0 0,5-2 0 0 0,-4 1 12 0 0,-1 1 1 0 0,1 0-1 0 0,-1 0 0 0 0,1 0 0 0 0,-1 0 0 0 0,1 1 0 0 0,0-1 0 0 0,0 1 1 0 0,-1 0-1 0 0,1 0 0 0 0,0 0 0 0 0,-1 1 0 0 0,1 0 0 0 0,0-1 0 0 0,-1 1 1 0 0,1 0-1 0 0,-1 0 0 0 0,1 1 0 0 0,-1-1 0 0 0,1 1 0 0 0,-1 0 0 0 0,0 0 1 0 0,0 0-1 0 0,0 0 0 0 0,0 1 0 0 0,0-1 0 0 0,0 1 0 0 0,-1-1 0 0 0,4 5 1 0 0,-1 4-2 0 0,0-1 0 0 0,-1 1-1 0 0,0 0 1 0 0,-1 0 0 0 0,0 0 0 0 0,-1 1 0 0 0,0-1 0 0 0,0 24 0 0 0,-1-20-679 0 0,0 0 1 0 0,2 0-1 0 0,0 0 0 0 0,6 21 1 0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7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1 4177 0 0,'-3'0'176'0'0,"1"0"-1"0"0,-1 0 1 0 0,1 0 0 0 0,-1 1-1 0 0,1-1 1 0 0,-1 1 0 0 0,1 0 0 0 0,-1 0-1 0 0,1 0 1 0 0,-1 0 0 0 0,1 0 0 0 0,0 0-1 0 0,0 0 1 0 0,-1 1 0 0 0,1-1-1 0 0,0 1 1 0 0,0 0 0 0 0,0 0 0 0 0,1 0-1 0 0,-1 0 1 0 0,-2 3 0 0 0,-37 51 5077 0 0,37-49-4911 0 0,3-6-296 0 0,-22 40 1343 0 0,22-39-1375 0 0,0 0 1 0 0,0-1-1 0 0,0 1 1 0 0,0 0-1 0 0,0 0 0 0 0,1 0 1 0 0,-1 1-1 0 0,1-1 0 0 0,0 0 1 0 0,-1 0-1 0 0,1 0 0 0 0,0 0 1 0 0,0 0-1 0 0,0 0 1 0 0,0 0-1 0 0,1 1 0 0 0,-1-1 1 0 0,2 3-1 0 0,-2-4-50 0 0,0 0 0 0 0,1-1 0 0 0,-1 1 0 0 0,1-1 0 0 0,-1 1 0 0 0,1-1 0 0 0,-1 1 0 0 0,1-1 0 0 0,-1 1 1 0 0,1-1-1 0 0,0 0 0 0 0,-1 1 0 0 0,1-1 0 0 0,-1 0 0 0 0,1 1 0 0 0,0-1 0 0 0,-1 0 0 0 0,1 0 0 0 0,0 1 0 0 0,-1-1 0 0 0,1 0 0 0 0,0 0 0 0 0,0 0 0 0 0,-1 0 0 0 0,1 0 0 0 0,0 0 0 0 0,-1 0 1 0 0,1 0-1 0 0,1-1 0 0 0,20-14-1312 0 0,11-26-488 0 0,-30 35 1765 0 0,0 0 0 0 0,0 0 1 0 0,-1 0-1 0 0,0 0 1 0 0,0 0-1 0 0,0-1 0 0 0,-1 1 1 0 0,0-8-1 0 0,0 8 379 0 0,0-1 0 0 0,0 0 0 0 0,1 1 0 0 0,0-1 0 0 0,0 1 0 0 0,6-12 0 0 0,-8 18-272 0 0,0 0 0 0 0,0 0 0 0 0,0-1 0 0 0,0 1 1 0 0,0 0-1 0 0,0 0 0 0 0,0 0 0 0 0,1 0 0 0 0,-1-1 0 0 0,0 1 0 0 0,0 0 0 0 0,0 0 0 0 0,0 0 0 0 0,1 0 0 0 0,-1 0 1 0 0,0-1-1 0 0,0 1 0 0 0,0 0 0 0 0,1 0 0 0 0,-1 0 0 0 0,0 0 0 0 0,0 0 0 0 0,1 0 0 0 0,-1 0 0 0 0,0 0 1 0 0,0 0-1 0 0,0 0 0 0 0,1 0 0 0 0,-1 0 0 0 0,0 0 0 0 0,0 0 0 0 0,1 0 0 0 0,-1 0 0 0 0,0 0 0 0 0,0 0 0 0 0,0 0 1 0 0,1 0-1 0 0,-1 0 0 0 0,0 1 0 0 0,0-1 0 0 0,0 0 0 0 0,1 0 0 0 0,-1 0 0 0 0,0 1 0 0 0,10 12 810 0 0,4 19 137 0 0,-13-30-813 0 0,5 14 308 0 0,1-1-1 0 0,1 1 1 0 0,14 21-1 0 0,-18-31-608 0 0,0-1 0 0 0,1 0 0 0 0,0 1 0 0 0,9 7 0 0 0,-10-11-423 0 0,-1 1 0 0 0,1-1 0 0 0,-1 0 0 0 0,1 0 0 0 0,0 0 0 0 0,0-1 0 0 0,0 1 0 0 0,8 1 0 0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8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97 5985 0 0,'-2'-20'447'0'0,"-2"-29"807"0"0,9 22 3120 0 0,-2 36-731 0 0,3 15-2372 0 0,10 48 408 0 0,47 128 0 0 0,-10-80-1669 0 0,-44-100-284 0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8.3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0 236 7658 0 0,'1'-2'60'0'0,"-1"1"1"0"0,1-1-1 0 0,-1 0 1 0 0,1 1-1 0 0,0-1 1 0 0,0 0 0 0 0,0 1-1 0 0,0-1 1 0 0,0 1-1 0 0,0 0 1 0 0,0-1-1 0 0,1 1 1 0 0,-1 0 0 0 0,3-2-1 0 0,26-21 579 0 0,-17 14 89 0 0,28-26 850 0 0,-19 16-1503 0 0,0 1 1 0 0,1 0 0 0 0,0 2-1 0 0,2 0 1 0 0,0 2-1 0 0,27-12 1 0 0,-31 19-89 0 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8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0 383 3225 0 0,'5'-1'336'0'0,"-1"1"0"0"0,1-1 1 0 0,-1 0-1 0 0,1-1 0 0 0,-1 1 1 0 0,1-1-1 0 0,-1 0 0 0 0,0 0 1 0 0,0-1-1 0 0,6-3 1 0 0,41-34 4450 0 0,-42 32-4408 0 0,3-2 193 0 0,-1 0 0 0 0,-1-1 1 0 0,0 0-1 0 0,0-1 0 0 0,-1 0 1 0 0,0 0-1 0 0,-1-1 0 0 0,11-24 1 0 0,-16 30-475 0 0,0-1 0 0 0,-1 0-1 0 0,1 0 1 0 0,-1 0 0 0 0,-1 0 0 0 0,1 0 0 0 0,-2 0 0 0 0,1-1 0 0 0,-1 1 0 0 0,0 0 0 0 0,-1-1 0 0 0,0 1 0 0 0,0 0-1 0 0,0 0 1 0 0,-1 0 0 0 0,-1 0 0 0 0,-4-12 0 0 0,6 19-73 0 0,1-1 0 0 0,-1 0 0 0 0,0 0 0 0 0,0 1 0 0 0,0-1 0 0 0,0 1 0 0 0,0-1 0 0 0,0 1 0 0 0,0-1 0 0 0,0 1-1 0 0,0 0 1 0 0,-1-1 0 0 0,1 1 0 0 0,-1 0 0 0 0,1 0 0 0 0,-1 0 0 0 0,1 0 0 0 0,-1 0 0 0 0,0 0 0 0 0,1 1 0 0 0,-4-2 0 0 0,4 2-4 0 0,-1 0 1 0 0,0 1-1 0 0,0-1 1 0 0,1 0-1 0 0,-1 1 1 0 0,0-1 0 0 0,1 1-1 0 0,-1-1 1 0 0,1 1-1 0 0,-1 0 1 0 0,0 0-1 0 0,1-1 1 0 0,0 1-1 0 0,-1 0 1 0 0,1 1-1 0 0,-1-1 1 0 0,1 0-1 0 0,-1 2 1 0 0,-5 4 7 0 0,2 0 0 0 0,-1 1 0 0 0,1 0 0 0 0,0 0-1 0 0,0 0 1 0 0,-5 16 0 0 0,5-12-1 0 0,1 1 1 0 0,0 0-1 0 0,1-1 0 0 0,1 1 0 0 0,0 0 0 0 0,1 1 0 0 0,0-1 1 0 0,1 0-1 0 0,2 22 0 0 0,-1-29-108 0 0,0-1-1 0 0,1 1 1 0 0,-1-1 0 0 0,1 1 0 0 0,0-1-1 0 0,1 0 1 0 0,-1 0 0 0 0,1 0 0 0 0,0 0 0 0 0,0 0-1 0 0,1 0 1 0 0,-1-1 0 0 0,1 0 0 0 0,0 0-1 0 0,0 0 1 0 0,1 0 0 0 0,-1 0 0 0 0,1-1-1 0 0,0 0 1 0 0,0 0 0 0 0,0 0 0 0 0,0-1-1 0 0,0 1 1 0 0,10 2 0 0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08.8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14283 0 0,'-2'4'1272'0'0,"1"1"-1016"0"0,1-2-256 0 0,0-2 0 0 0,-2 2-448 0 0,2 0-144 0 0,-1 3-24 0 0,-2 4-8 0 0,1 3 1096 0 0,-1-1 216 0 0,2 2 48 0 0,-1-3 0 0 0,-2-2-592 0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2.9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73 10138 0 0,'-2'-4'568'0'0,"0"0"0"0"0,0 0 0 0 0,1-1 0 0 0,0 1 0 0 0,0-1-1 0 0,0 1 1 0 0,0-9 0 0 0,-5-17 3967 0 0,21 86-1181 0 0,4 35-3160 0 0,-9-42 84 0 0,45 246 132 0 0,-19-86-806 0 0,77 243 0 0 0,-97-401-2285 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3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55 163 4609 0 0,'-4'-2'475'0'0,"0"0"-1"0"0,0 0 1 0 0,0-1-1 0 0,0 0 1 0 0,0 1-1 0 0,1-2 1 0 0,-1 1 0 0 0,1 0-1 0 0,0-1 1 0 0,0 1-1 0 0,-4-7 1 0 0,6 9-329 0 0,0-1 1 0 0,0 1 0 0 0,0-1 0 0 0,1 1-1 0 0,-1-1 1 0 0,1 1 0 0 0,-1-1-1 0 0,1 1 1 0 0,-1-1 0 0 0,1 0-1 0 0,0 1 1 0 0,0-1 0 0 0,0 0-1 0 0,0 0 1 0 0,0 1 0 0 0,0-1 0 0 0,0 0-1 0 0,0 1 1 0 0,1-1 0 0 0,-1 1-1 0 0,1-1 1 0 0,-1 0 0 0 0,1 1-1 0 0,0-1 1 0 0,-1 1 0 0 0,1-1-1 0 0,0 1 1 0 0,0 0 0 0 0,0-1 0 0 0,0 1-1 0 0,1 0 1 0 0,-1-1 0 0 0,0 1-1 0 0,0 0 1 0 0,2-1 0 0 0,10-6 143 0 0,-1 0 0 0 0,2 0 1 0 0,-1 1-1 0 0,1 1 0 0 0,0 0 1 0 0,0 1-1 0 0,0 1 0 0 0,1 0 0 0 0,15-2 1 0 0,-19 4-383 0 0,0 1 0 0 0,0 0-1 0 0,0 0 1 0 0,0 2 0 0 0,0-1 0 0 0,0 1 0 0 0,0 1 0 0 0,0-1 0 0 0,-1 2 0 0 0,1 0 0 0 0,0 0-1 0 0,19 10 1 0 0,-22-8-1 0 0,-1 0 0 0 0,1 1 0 0 0,-1 0-1 0 0,0 1 1 0 0,-1-1 0 0 0,0 1 0 0 0,0 0-1 0 0,0 1 1 0 0,-1 0 0 0 0,0 0-1 0 0,0 0 1 0 0,-1 0 0 0 0,0 1 0 0 0,3 10-1 0 0,3 13 94 0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3.3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1 115 10594 0 0,'6'0'472'0'0,"-2"-2"96"0"0,3 1-455 0 0,-1-2-113 0 0,0 1 0 0 0,-2-1 0 0 0,4 0 280 0 0,6-5 32 0 0,8-1 8 0 0,7-4 0 0 0,3-3-112 0 0,-1 1-16 0 0,-1 3-8 0 0,7 1-2569 0 0,-5 2-511 0 0,0 2-105 0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4.0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231 72 7370 0 0,'-4'-8'947'0'0,"-1"1"1"0"0,0-1-1 0 0,0 1 1 0 0,-1 0-1 0 0,0 0 1 0 0,-12-10-1 0 0,16 16-787 0 0,1 0-1 0 0,-1 0 0 0 0,0 0 1 0 0,0 0-1 0 0,1 0 1 0 0,-1 0-1 0 0,0 0 0 0 0,0 1 1 0 0,0-1-1 0 0,0 1 0 0 0,0-1 1 0 0,0 1-1 0 0,0 0 1 0 0,0 0-1 0 0,0 0 0 0 0,0 0 1 0 0,0 0-1 0 0,0 0 1 0 0,0 0-1 0 0,0 1 0 0 0,0-1 1 0 0,0 1-1 0 0,0-1 1 0 0,0 1-1 0 0,0 0 0 0 0,1 0 1 0 0,-1 0-1 0 0,0 0 0 0 0,1 0 1 0 0,-1 0-1 0 0,0 1 1 0 0,1-1-1 0 0,-1 0 0 0 0,1 1 1 0 0,-3 3-1 0 0,-4 4 67 0 0,0 2 1 0 0,1-1-1 0 0,0 1 0 0 0,1 0 1 0 0,0 1-1 0 0,1-1 0 0 0,-6 20 0 0 0,-20 90-216 0 0,23-84 59 0 0,3-15-91 0 0,1 1 0 0 0,0-1 0 0 0,2 1 0 0 0,1 0 0 0 0,2 37 0 0 0,0-51 14 0 0,0 0 1 0 0,1 0 0 0 0,0-1-1 0 0,0 1 1 0 0,1-1 0 0 0,0 0-1 0 0,1 0 1 0 0,0 0 0 0 0,0 0-1 0 0,1-1 1 0 0,-1 1 0 0 0,2-1-1 0 0,-1 0 1 0 0,1-1 0 0 0,0 1-1 0 0,0-1 1 0 0,12 8 0 0 0,-9-7 47 0 0,1-1 0 0 0,0-1 0 0 0,0 1 1 0 0,0-2-1 0 0,1 1 0 0 0,-1-2 1 0 0,1 1-1 0 0,0-1 0 0 0,0-1 1 0 0,16 2-1 0 0,-24-4-28 0 0,1 1 0 0 0,0-1 0 0 0,0 0 0 0 0,-1 0 0 0 0,1-1 1 0 0,0 1-1 0 0,0-1 0 0 0,-1 0 0 0 0,1 0 0 0 0,-1 0 0 0 0,1 0 0 0 0,-1-1 0 0 0,1 1 0 0 0,-1-1 0 0 0,0 0 1 0 0,1 0-1 0 0,-1 0 0 0 0,0 0 0 0 0,0-1 0 0 0,-1 1 0 0 0,1-1 0 0 0,-1 0 0 0 0,1 0 0 0 0,-1 0 0 0 0,0 0 1 0 0,0 0-1 0 0,0 0 0 0 0,0-1 0 0 0,-1 1 0 0 0,1-1 0 0 0,-1 1 0 0 0,0-1 0 0 0,0 1 0 0 0,1-6 0 0 0,-2 1-26 0 0,1 1-1 0 0,-1-1 0 0 0,-1 0 1 0 0,1 1-1 0 0,-1 0 0 0 0,-1-1 0 0 0,1 1 1 0 0,-1 0-1 0 0,-1-1 0 0 0,1 1 1 0 0,-1 0-1 0 0,-1 1 0 0 0,-7-14 1 0 0,6 11-3 0 0,0-2 0 0 0,0 1 0 0 0,1-1 0 0 0,0 1 0 0 0,-2-13 1 0 0,6 22 16 0 0,1 0 1 0 0,-1 0 0 0 0,0 0 0 0 0,1 1 0 0 0,-1-1 0 0 0,0 0-1 0 0,1 0 1 0 0,-1 0 0 0 0,1 0 0 0 0,0 1 0 0 0,-1-1-1 0 0,1 0 1 0 0,-1 1 0 0 0,1-1 0 0 0,0 0 0 0 0,0 1-1 0 0,-1-1 1 0 0,1 1 0 0 0,0-1 0 0 0,0 1 0 0 0,0 0 0 0 0,0-1-1 0 0,0 1 1 0 0,0 0 0 0 0,-1-1 0 0 0,1 1 0 0 0,0 0-1 0 0,0 0 1 0 0,1 0 0 0 0,39-7 34 0 0,-31 5-30 0 0,5-1 73 0 0,0 1 1 0 0,0 0-1 0 0,1 1 1 0 0,-1 1-1 0 0,24 2 1 0 0,-35-1-58 0 0,0 0 1 0 0,1 0-1 0 0,-1 0 1 0 0,0 0 0 0 0,1 1-1 0 0,-1 0 1 0 0,0-1-1 0 0,0 2 1 0 0,0-1-1 0 0,-1 0 1 0 0,1 1-1 0 0,-1 0 1 0 0,1 0-1 0 0,-1 0 1 0 0,0 0 0 0 0,0 0-1 0 0,0 1 1 0 0,0-1-1 0 0,-1 1 1 0 0,1 0-1 0 0,-1 0 1 0 0,0 0-1 0 0,2 6 1 0 0,1 5 48 0 0,-2 0-1 0 0,0 0 1 0 0,0 1 0 0 0,-1-1-1 0 0,-1 1 1 0 0,-2 26-1 0 0,1-20-40 0 0,0 0-1 0 0,6 30 0 0 0,-1-34-497 0 0,-3-11-6 0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4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24 456 0 0,'1'-1'296'0'0,"-1"0"0"0"0,0 1 0 0 0,0-1 0 0 0,0 0-1 0 0,0 0 1 0 0,0 0 0 0 0,-1 0 0 0 0,1 0 0 0 0,0 1 0 0 0,0-1 0 0 0,0 0-1 0 0,-1 0 1 0 0,1 0 0 0 0,-5-6 2663 0 0,4 7-2663 0 0,0-1-1 0 0,1 1 1 0 0,-1-1 0 0 0,0 1 0 0 0,0 0 0 0 0,0-1 0 0 0,1 1 0 0 0,-1 0-1 0 0,0-1 1 0 0,0 1 0 0 0,0 0 0 0 0,0 0 0 0 0,1 0 0 0 0,-1 0 0 0 0,0 0-1 0 0,0 0 1 0 0,0 0 0 0 0,0 0 0 0 0,0 0 0 0 0,1 0 0 0 0,-1 0 0 0 0,0 1-1 0 0,-1-1 1 0 0,-20 9 4622 0 0,5 3-3553 0 0,5 1-1138 0 0,1 0 0 0 0,1 1 0 0 0,0 1-1 0 0,1 0 1 0 0,1 0 0 0 0,1 0-1 0 0,0 1 1 0 0,-9 28 0 0 0,15-41-239 0 0,0 0-1 0 0,0 0 1 0 0,1 1-1 0 0,-1-1 1 0 0,1 0 0 0 0,-1 1-1 0 0,1-1 1 0 0,0 0 0 0 0,0 1-1 0 0,1-1 1 0 0,-1 0-1 0 0,1 1 1 0 0,-1-1 0 0 0,1 0-1 0 0,0 0 1 0 0,0 1 0 0 0,1-1-1 0 0,-1 0 1 0 0,0 0 0 0 0,1 0-1 0 0,0 0 1 0 0,0-1-1 0 0,0 1 1 0 0,0 0 0 0 0,0-1-1 0 0,1 0 1 0 0,3 4 0 0 0,7 3-213 0 0,-1-2 1 0 0,2 1 0 0 0,-1-2 0 0 0,1 1 0 0 0,17 4 0 0 0,-18-7 97 0 0,0 1 0 0 0,-1 1 0 0 0,0-1 0 0 0,0 2 0 0 0,12 8 0 0 0,-20-11 119 0 0,1-1-1 0 0,-2 1 0 0 0,1 0 1 0 0,0 0-1 0 0,-1 0 0 0 0,0 0 1 0 0,0 1-1 0 0,0 0 0 0 0,0-1 1 0 0,-1 1-1 0 0,0 0 0 0 0,0 0 1 0 0,0 0-1 0 0,0 0 0 0 0,-1 1 1 0 0,1 9-1 0 0,-2-10 72 0 0,0 0-1 0 0,0-1 1 0 0,-1 1-1 0 0,0-1 1 0 0,0 1 0 0 0,0-1-1 0 0,-1 1 1 0 0,1-1-1 0 0,-1 0 1 0 0,0 1 0 0 0,0-1-1 0 0,-1 0 1 0 0,1-1-1 0 0,-1 1 1 0 0,0 0-1 0 0,0-1 1 0 0,0 1 0 0 0,-1-1-1 0 0,1 0 1 0 0,-5 3-1 0 0,-1 0 48 0 0,0 0-1 0 0,0 0 0 0 0,-1-1 1 0 0,0 0-1 0 0,0-1 0 0 0,0 0 1 0 0,0 0-1 0 0,-1-1 0 0 0,-15 2 1 0 0,-27 0-6589 0 0,35-6-525 0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4.8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67 11058 0 0,'0'0'853'0'0,"28"-13"2453"0"0,61-26-488 0 0,-80 36-2975 0 0,1 0 0 0 0,-1 0 0 0 0,1 1 0 0 0,0 0 0 0 0,0 1 0 0 0,0 0 1 0 0,17 1-1 0 0,-25 0 150 0 0,-1 1 1 0 0,1-1 0 0 0,0 0 0 0 0,-1 0-1 0 0,1 1 1 0 0,-1-1 0 0 0,1 1-1 0 0,0-1 1 0 0,-1 1 0 0 0,1 0 0 0 0,-1-1-1 0 0,1 1 1 0 0,-1 0 0 0 0,0 0 0 0 0,1 0-1 0 0,-1 0 1 0 0,0 1 0 0 0,0-1 0 0 0,1 0-1 0 0,-1 0 1 0 0,0 1 0 0 0,1 1 0 0 0,0 9 6 0 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78 6449 0 0,'-4'5'7504'0'0,"29"-20"-3116"0"0,-18 10-4650 0 0,24-12-1287 0 0,52-20 0 0 0,-60 29 1451 0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5.2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92 7370 0 0,'-1'-2'106'0'0,"1"1"0"0"0,-1-1 0 0 0,1 1 1 0 0,-1-1-1 0 0,1 1 0 0 0,0-1 0 0 0,0 1 1 0 0,0-1-1 0 0,0 0 0 0 0,0 1 1 0 0,0-1-1 0 0,1 1 0 0 0,-1-1 0 0 0,0 1 1 0 0,1-1-1 0 0,-1 1 0 0 0,1-1 0 0 0,0 1 1 0 0,-1-1-1 0 0,3-2 0 0 0,-1 1 177 0 0,1 0 0 0 0,0 0 0 0 0,0 0 0 0 0,0 0 0 0 0,0 0 1 0 0,0 0-1 0 0,8-4 0 0 0,-4 3 281 0 0,1 0 0 0 0,-1 0 0 0 0,1 1 0 0 0,0 0 0 0 0,1 0 0 0 0,-1 1 0 0 0,14-3 0 0 0,-17 5-404 0 0,0-1 0 0 0,0 1-1 0 0,0 1 1 0 0,-1-1 0 0 0,1 1-1 0 0,0-1 1 0 0,0 1 0 0 0,-1 1-1 0 0,1-1 1 0 0,-1 1 0 0 0,1-1-1 0 0,-1 1 1 0 0,0 1 0 0 0,1-1-1 0 0,-1 1 1 0 0,4 2 0 0 0,-4 0-66 0 0,1-1 0 0 0,-1 1 0 0 0,0 0 0 0 0,0 0 0 0 0,0 1 0 0 0,0-1 0 0 0,-1 1 0 0 0,0 0 0 0 0,0 0 0 0 0,2 10 0 0 0,0 2-34 0 0,0 1-1 0 0,-2 0 1 0 0,0 1 0 0 0,-2-1-1 0 0,0 0 1 0 0,-3 38-1 0 0,-4-12-352 0 0,-21 77 0 0 0,16-82 232 0 0,2 1 0 0 0,-5 60 0 0 0,15-69-1876 0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5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1 13363 0 0,'-2'9'1184'0'0,"1"-5"-944"0"0,2 10 3961 0 0,-1-11-3849 0 0,-3 2-144 0 0,-2-2-32 0 0,-4 1-8 0 0,-4 1-168 0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6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9218 0 0,'-5'3'5895'0'0,"5"-2"-5779"0"0,1 12 1960 0 0,6 18-661 0 0,-7-31-1348 0 0,28 107 494 0 0,43 181 2150 0 0,-55-206-1870 0 0,8 131 0 0 0,-16 0-3313 0 0,-8-189 1039 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6.2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2 234 2304 0 0,'0'-2'225'0'0,"0"1"-1"0"0,-1 0 1 0 0,1 0-1 0 0,0 0 0 0 0,0-1 1 0 0,0 1-1 0 0,0 0 1 0 0,0 0-1 0 0,0-1 0 0 0,0 1 1 0 0,0 0-1 0 0,1 0 1 0 0,-1 0-1 0 0,0-1 0 0 0,1 1 1 0 0,-1 0-1 0 0,1 0 1 0 0,-1 0-1 0 0,1 0 0 0 0,0 0 1 0 0,-1 0-1 0 0,1 0 1 0 0,0 0-1 0 0,0 0 0 0 0,-1 0 1 0 0,1 0-1 0 0,0 0 1 0 0,0 1-1 0 0,2-2 0 0 0,38-25 4439 0 0,-26 19-4846 0 0,27-19 1377 0 0,2-3 15 0 0,2 3-1 0 0,1 2 1 0 0,53-22-1 0 0,-97 46-1243 0 0,0 0-1 0 0,0-1 1 0 0,0 1-1 0 0,0 0 1 0 0,0 1-1 0 0,0-1 1 0 0,0 0-1 0 0,1 1 1 0 0,-1 0-1 0 0,0 0 1 0 0,0 0-1 0 0,0 0 1 0 0,1 0 0 0 0,-1 1-1 0 0,0-1 1 0 0,0 1-1 0 0,0 0 1 0 0,0 0-1 0 0,0 0 1 0 0,0 0-1 0 0,0 0 1 0 0,0 1-1 0 0,0 0 1 0 0,-1-1-1 0 0,1 1 1 0 0,0 0-1 0 0,-1 0 1 0 0,0 0-1 0 0,4 4 1 0 0,6 13-6594 0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6.4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 11979 0 0,'0'0'1064'0'0,"0"-2"-848"0"0,2 1-216 0 0,-1-1 0 0 0,1 2 416 0 0,1-3 48 0 0,3 0 8 0 0,1-4 0 0 0,5-2 8 0 0,2-4 0 0 0,1 3 1 0 0,4-2-1 0 0,-3-1-888 0 0,3 3-169 0 0,0 1-39 0 0,1 0-8 0 0,0-1 472 0 0,0 3 152 0 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7.0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237 27 9674 0 0,'-3'-2'247'0'0,"0"-1"1"0"0,0 0-1 0 0,0 1 0 0 0,0 0 1 0 0,-1 0-1 0 0,1 0 1 0 0,-1 0-1 0 0,1 1 0 0 0,-1-1 1 0 0,0 1-1 0 0,0 0 0 0 0,0 0 1 0 0,0 0-1 0 0,0 0 0 0 0,0 1 1 0 0,0 0-1 0 0,0 0 0 0 0,0 0 1 0 0,0 0-1 0 0,0 1 1 0 0,0-1-1 0 0,1 1 0 0 0,-1 0 1 0 0,0 0-1 0 0,0 0 0 0 0,0 1 1 0 0,1-1-1 0 0,-1 1 0 0 0,1 0 1 0 0,-1 0-1 0 0,-4 5 0 0 0,-2-1 33 0 0,2 1 0 0 0,-1 0 0 0 0,1 0 0 0 0,0 1-1 0 0,1 0 1 0 0,0 1 0 0 0,0-1 0 0 0,1 1 0 0 0,0 1-1 0 0,-7 14 1 0 0,8-14-273 0 0,1 1-1 0 0,0 0 1 0 0,1 0-1 0 0,0 0 0 0 0,1 0 1 0 0,0 1-1 0 0,1-1 1 0 0,0 1-1 0 0,1-1 1 0 0,0 1-1 0 0,1-1 1 0 0,2 13-1 0 0,-2-17-74 0 0,1 0-1 0 0,1 0 1 0 0,-1 0-1 0 0,1 0 0 0 0,0 0 1 0 0,1 0-1 0 0,0-1 1 0 0,0 0-1 0 0,0 0 1 0 0,1 0-1 0 0,-1 0 1 0 0,2-1-1 0 0,-1 0 0 0 0,0 0 1 0 0,1 0-1 0 0,0 0 1 0 0,0-1-1 0 0,1 0 1 0 0,10 5-1 0 0,0-2 43 0 0,0-1 1 0 0,1 0-1 0 0,0-1 0 0 0,0-1 1 0 0,0-1-1 0 0,0-1 0 0 0,0 0 1 0 0,1-1-1 0 0,-1-1 0 0 0,1-1 1 0 0,-1-1-1 0 0,0 0 0 0 0,0-1 0 0 0,20-6 1 0 0,-35 8 50 0 0,0 0 0 0 0,0 0 0 0 0,0 0 0 0 0,0 0 1 0 0,0-1-1 0 0,0 1 0 0 0,-1-1 0 0 0,1 0 0 0 0,0 0 0 0 0,-1 0 1 0 0,1 0-1 0 0,-1 0 0 0 0,0 0 0 0 0,0-1 0 0 0,0 1 0 0 0,0-1 1 0 0,0 0-1 0 0,0 1 0 0 0,-1-1 0 0 0,2-3 0 0 0,-2 3 20 0 0,-1 0 0 0 0,0 0 0 0 0,1 0 0 0 0,-1 1 0 0 0,-1-1 0 0 0,1 0 0 0 0,0 0 0 0 0,-1 0 0 0 0,1 1 0 0 0,-1-1 0 0 0,0 0 0 0 0,0 1 0 0 0,0-1 0 0 0,0 0 0 0 0,0 1 0 0 0,-1-1 0 0 0,1 1 0 0 0,-1 0 0 0 0,1-1 0 0 0,-1 1 0 0 0,0 0 0 0 0,0 0 0 0 0,-3-2 0 0 0,-4-4-12 0 0,0 1-1 0 0,-1 0 1 0 0,1 1-1 0 0,-2 0 1 0 0,1 0-1 0 0,0 1 1 0 0,-1 0-1 0 0,-13-3 1 0 0,-30-15-81 0 0,54 23 46 0 0,0-1 0 0 0,0 1 0 0 0,0-1 0 0 0,0 1 0 0 0,0 0-1 0 0,0-1 1 0 0,1 1 0 0 0,-1-1 0 0 0,0 1 0 0 0,0-1 0 0 0,0 1-1 0 0,1 0 1 0 0,-1-1 0 0 0,0 1 0 0 0,1-1 0 0 0,-1 1-1 0 0,0 0 1 0 0,1-1 0 0 0,-1 1 0 0 0,0 0 0 0 0,1 0 0 0 0,-1-1-1 0 0,1 1 1 0 0,-1 0 0 0 0,1 0 0 0 0,-1 0 0 0 0,0-1 0 0 0,1 1-1 0 0,0 0 1 0 0,16-9 7 0 0,-6 3-5 0 0,17-8 58 0 0,0 1 0 0 0,48-15-1 0 0,-69 25-1 0 0,-1 1 0 0 0,1 1 0 0 0,0-1-1 0 0,0 1 1 0 0,0 1 0 0 0,0-1 0 0 0,0 1-1 0 0,1 0 1 0 0,-1 1 0 0 0,0 0 0 0 0,0 0-1 0 0,0 0 1 0 0,-1 1 0 0 0,1 0-1 0 0,0 0 1 0 0,-1 1 0 0 0,11 5 0 0 0,-12-4 24 0 0,-1 0 1 0 0,1 0 0 0 0,-1 1 0 0 0,0 0-1 0 0,-1 0 1 0 0,1 0 0 0 0,-1 0-1 0 0,0 0 1 0 0,0 1 0 0 0,-1-1-1 0 0,1 1 1 0 0,-1 0 0 0 0,-1 0 0 0 0,1 0-1 0 0,1 11 1 0 0,-1-1 109 0 0,0 1 0 0 0,-1 0 0 0 0,-1-1-1 0 0,-2 29 1 0 0,-8 6 159 0 0,0 7-3150 0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7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14 9218 0 0,'-3'-14'1707'0'0,"8"27"2519"0"0,3 11-25 0 0,-5-14-4309 0 0,16 118 4135 0 0,-9 1-3534 0 0,3 25-2344 0 0,-12-132-1143 0 0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7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12387 0 0,'23'-1'901'0'0,"0"2"0"0"0,0 1 0 0 0,0 1 0 0 0,0 1 0 0 0,-1 0 0 0 0,0 2 0 0 0,40 16 0 0 0,-55-19-777 0 0,0 0 1 0 0,0 1 0 0 0,0 0 0 0 0,-1 0 0 0 0,1 1 0 0 0,-1 0 0 0 0,0 0 0 0 0,-1 1-1 0 0,1-1 1 0 0,-1 1 0 0 0,0 0 0 0 0,-1 1 0 0 0,1-1 0 0 0,-1 1 0 0 0,0 0 0 0 0,-1 0 0 0 0,0 0-1 0 0,0 0 1 0 0,0 1 0 0 0,-1-1 0 0 0,0 1 0 0 0,-1-1 0 0 0,1 1 0 0 0,-1 0 0 0 0,-1 0-1 0 0,0 10 1 0 0,-1-2-134 0 0,-1-1 0 0 0,0 0 0 0 0,-1-1 0 0 0,-1 1-1 0 0,0 0 1 0 0,-1-1 0 0 0,-1 0 0 0 0,0 0 0 0 0,-1 0 0 0 0,0-1-1 0 0,-1 0 1 0 0,0-1 0 0 0,-1 0 0 0 0,-1 0 0 0 0,-19 18 0 0 0,17-21-344 0 0,1-3-5 0 0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7.8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1 133 11522 0 0,'3'-1'202'0'0,"0"0"-1"0"0,1-1 0 0 0,-1 1 0 0 0,0-1 0 0 0,1 0 0 0 0,-1 0 0 0 0,0 0 1 0 0,4-4-1 0 0,5-3 913 0 0,13-7-490 0 0,68-42 1870 0 0,-77 50-4367 0 0,0 1 0 0 0,19-6-1 0 0,-33 12 1775 0 0,-1 1-1 0 0,0-1 0 0 0,1 1 1 0 0,-1 0-1 0 0,1-1 0 0 0,-1 1 1 0 0,0 0-1 0 0,1 0 0 0 0,-1 0 1 0 0,1 0-1 0 0,-1 0 0 0 0,0 1 1 0 0,1-1-1 0 0,-1 0 0 0 0,1 1 1 0 0,-1-1-1 0 0,0 1 0 0 0,1-1 1 0 0,-1 1-1 0 0,0-1 0 0 0,0 1 1 0 0,1 0-1 0 0,-1 0 0 0 0,0 0 1 0 0,2 1-1 0 0,0 6 100 0 0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7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31 456 0 0,'-5'10'-2136'0'0,"-3"6"3920"0"0,1 1 3601 0 0,7-16-4781 0 0,0 1-1 0 0,-1-1 1 0 0,1 1-1 0 0,0-1 1 0 0,0 1-1 0 0,0-1 1 0 0,0 1-1 0 0,0-1 1 0 0,0 1-1 0 0,0-1 1 0 0,1 1-1 0 0,-1-1 1 0 0,1 1-1 0 0,3 6 3018 0 0,-2-5-3017 0 0,-1-2-486 0 0,-1-1 1 0 0,1 1-1 0 0,0-1 1 0 0,-1 0-1 0 0,1 1 1 0 0,0-1 0 0 0,0 0-1 0 0,0 1 1 0 0,-1-1-1 0 0,1 0 1 0 0,0 0-1 0 0,0 0 1 0 0,0 0 0 0 0,0 0-1 0 0,-1 0 1 0 0,1 0-1 0 0,0 0 1 0 0,0 0-1 0 0,0-1 1 0 0,-1 1 0 0 0,1 0-1 0 0,0 0 1 0 0,0-1-1 0 0,0 1 1 0 0,-1 0-1 0 0,1-1 1 0 0,0 1 0 0 0,-1-1-1 0 0,1 1 1 0 0,0-1-1 0 0,-1 1 1 0 0,1-2 0 0 0,27-22 38 0 0,-22 18-125 0 0,11-8-64 0 0,37-31-8298 0 0,-37 31 5397 0 0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8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0,'13'0'893'0'0,"-1"0"-1"0"0,1 1 1 0 0,0 1 0 0 0,0 0-1 0 0,-1 0 1 0 0,1 1 0 0 0,-1 1 0 0 0,0 0-1 0 0,0 1 1 0 0,16 9 0 0 0,-20-10-735 0 0,-1 1 1 0 0,0 1-1 0 0,-1-1 0 0 0,1 1 1 0 0,-1 1-1 0 0,-1-1 1 0 0,1 1-1 0 0,-1 0 1 0 0,0 0-1 0 0,0 0 1 0 0,-1 1-1 0 0,0 0 1 0 0,0-1-1 0 0,-1 2 0 0 0,0-1 1 0 0,2 12-1 0 0,4 25-136 0 0,-1 1-1 0 0,-3 0 1 0 0,-2 1-1 0 0,-2-1 1 0 0,-2 0-1 0 0,-9 60 1 0 0,7-80-691 0 0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4:28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7834 0 0,'0'12'696'0'0,"2"-4"-560"0"0,-1-1-136 0 0,1 10 5433 0 0,-2-9-3481 0 0,1 2-479 0 0,-1 2-97 0 0,0-1-16 0 0,-1-2-7 0 0,-1-1-1225 0 0,1-7-256 0 0,-1-4-40 0 0,1-9-16 0 0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8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244 404 3225 0 0,'-7'-47'2355'0'0,"-2"-85"1"0"0,5 48-334 0 0,3 67-1556 0 0,-6-50 1080 0 0,7 64-1396 0 0,-1-1 1 0 0,0 1-1 0 0,0 0 1 0 0,0 0 0 0 0,0-1-1 0 0,0 1 1 0 0,-1 0-1 0 0,1 0 1 0 0,-1 0-1 0 0,0 0 1 0 0,0 1 0 0 0,0-1-1 0 0,0 0 1 0 0,-1 1-1 0 0,-3-4 1 0 0,4 5-46 0 0,0 0 0 0 0,0 1 0 0 0,1-1 0 0 0,-1 0 0 0 0,0 1 0 0 0,0 0 0 0 0,0-1 0 0 0,1 1 0 0 0,-1 0 0 0 0,0 0 0 0 0,0 0 0 0 0,0 0 0 0 0,0 0 0 0 0,1 0 0 0 0,-1 1 0 0 0,0-1 0 0 0,0 1 0 0 0,0-1 1 0 0,1 1-1 0 0,-1 0 0 0 0,0 0 0 0 0,1-1 0 0 0,-1 1 0 0 0,0 0 0 0 0,1 0 0 0 0,-1 1 0 0 0,1-1 0 0 0,0 0 0 0 0,-1 0 0 0 0,-1 3 0 0 0,-3 3 183 0 0,-1 1 0 0 0,1 0 1 0 0,0 0-1 0 0,-6 12 0 0 0,-3 10-14 0 0,1 1 0 0 0,2 0 1 0 0,1 1-1 0 0,1 0 0 0 0,2 1 0 0 0,1 0 0 0 0,-2 40 1 0 0,0 239 660 0 0,9-287-832 0 0,8 127 25 0 0,-7-137-88 0 0,2 0 1 0 0,0 0-1 0 0,1 0 0 0 0,0-1 0 0 0,1 0 0 0 0,1 1 0 0 0,13 22 0 0 0,-19-34-35 0 0,1-1-1 0 0,0 0 1 0 0,1-1 0 0 0,-1 1 0 0 0,0 0 0 0 0,0 0-1 0 0,1 0 1 0 0,-1-1 0 0 0,1 1 0 0 0,0-1-1 0 0,-1 1 1 0 0,1-1 0 0 0,0 0 0 0 0,0 1 0 0 0,0-1-1 0 0,0 0 1 0 0,0 0 0 0 0,0 0 0 0 0,0-1-1 0 0,0 1 1 0 0,0 0 0 0 0,1-1 0 0 0,-1 0 0 0 0,0 1-1 0 0,0-1 1 0 0,1 0 0 0 0,-1 0 0 0 0,0 0-1 0 0,0 0 1 0 0,0-1 0 0 0,1 1 0 0 0,-1-1 0 0 0,0 1-1 0 0,0-1 1 0 0,0 0 0 0 0,0 0 0 0 0,0 0-1 0 0,0 0 1 0 0,0 0 0 0 0,0 0 0 0 0,0 0 0 0 0,0-1-1 0 0,2-2 1 0 0,3-2-5 0 0,0-1 0 0 0,-1 0 0 0 0,0 0 0 0 0,0-1 0 0 0,0 0 0 0 0,-1 0 0 0 0,0 0 0 0 0,-1 0 1 0 0,4-11-1 0 0,4-22-97 0 0,-1 1 0 0 0,-2-1 0 0 0,-2-1 0 0 0,-2 0 1 0 0,-2 0-1 0 0,-2-53 0 0 0,-1 88 95 0 0,1 1 0 0 0,0 0 1 0 0,0 0-1 0 0,0 0 0 0 0,1 0 0 0 0,0 0 0 0 0,0 0 1 0 0,1 0-1 0 0,0 1 0 0 0,0-1 0 0 0,0 1 0 0 0,0 0 0 0 0,1-1 1 0 0,0 2-1 0 0,0-1 0 0 0,0 0 0 0 0,1 1 0 0 0,7-6 0 0 0,-9 7 2 0 0,1 0-1 0 0,0 1 0 0 0,0-1 1 0 0,0 1-1 0 0,0 0 0 0 0,0 0 1 0 0,0 1-1 0 0,0-1 0 0 0,1 1 1 0 0,-1 0-1 0 0,0 0 0 0 0,1 0 0 0 0,-1 1 1 0 0,1 0-1 0 0,-1-1 0 0 0,1 2 1 0 0,-1-1-1 0 0,1 0 0 0 0,-1 1 1 0 0,1 0-1 0 0,-1 0 0 0 0,1 0 1 0 0,-1 1-1 0 0,0-1 0 0 0,0 1 0 0 0,5 3 1 0 0,-3-2 18 0 0,0 2 1 0 0,-1-1-1 0 0,1 0 1 0 0,-1 1-1 0 0,0 0 1 0 0,0 1-1 0 0,-1-1 1 0 0,0 1-1 0 0,0-1 0 0 0,0 1 1 0 0,0 1-1 0 0,3 7 1 0 0,1 7 126 0 0,-1 0 0 0 0,7 34 0 0 0,-10-35-96 0 0,1-1 0 0 0,1 0 1 0 0,10 24-1 0 0,-15-42-273 0 0,-1 1 1 0 0,1-1 0 0 0,0 0-1 0 0,-1 0 1 0 0,1 0-1 0 0,0 0 1 0 0,0 0-1 0 0,0 0 1 0 0,0 0-1 0 0,0 0 1 0 0,0 0-1 0 0,0 0 1 0 0,0 0-1 0 0,0 0 1 0 0,0-1-1 0 0,0 1 1 0 0,1 0 0 0 0,-1-1-1 0 0,0 1 1 0 0,1-1-1 0 0,1 1 1 0 0,15-4-3934 0 0,-5-4 4567 0 0,1-1-429 0 0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8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22 105 5529 0 0,'19'-37'1852'0'0,"-17"32"-1232"0"0,0 0-1 0 0,-1 1 0 0 0,0-1 0 0 0,0 0 0 0 0,0 0 0 0 0,0 0 0 0 0,-1 0 1 0 0,1 0-1 0 0,-1 0 0 0 0,-1 0 0 0 0,-1-8 1370 0 0,1 13-1932 0 0,1-1 0 0 0,0 1 0 0 0,0 0 0 0 0,0 0 1 0 0,0 0-1 0 0,0 0 0 0 0,-1 0 0 0 0,1 0 0 0 0,0 0 0 0 0,0 0 0 0 0,0 0 0 0 0,0 0 0 0 0,0 0 0 0 0,-1 0 0 0 0,1 0 0 0 0,0 0 1 0 0,0 0-1 0 0,0 0 0 0 0,0 0 0 0 0,-1 0 0 0 0,1 0 0 0 0,0 0 0 0 0,0 0 0 0 0,0 1 0 0 0,0-1 0 0 0,-1 0 0 0 0,-7 9 1602 0 0,-4 14-413 0 0,5 1-1055 0 0,2-1 0 0 0,1 1 1 0 0,0 1-1 0 0,2-1 0 0 0,1 0 0 0 0,1 1 0 0 0,1-1 0 0 0,1 0 0 0 0,1 0 1 0 0,2 1-1 0 0,11 36 0 0 0,-16-59-193 0 0,0 0 1 0 0,1 0-1 0 0,0 0 0 0 0,-1 0 1 0 0,1 0-1 0 0,0 0 0 0 0,0 0 1 0 0,0 0-1 0 0,0-1 0 0 0,0 1 1 0 0,0 0-1 0 0,1-1 0 0 0,-1 1 0 0 0,1-1 1 0 0,-1 1-1 0 0,1-1 0 0 0,-1 0 1 0 0,1 0-1 0 0,0 0 0 0 0,2 2 1 0 0,-2-3-17 0 0,0 0 0 0 0,-1-1 1 0 0,1 1-1 0 0,0 0 0 0 0,-1-1 0 0 0,1 1 1 0 0,0-1-1 0 0,-1 0 0 0 0,1 0 0 0 0,-1 1 1 0 0,0-1-1 0 0,1 0 0 0 0,-1 0 1 0 0,0 0-1 0 0,1 0 0 0 0,-1-1 0 0 0,0 1 1 0 0,0 0-1 0 0,0-1 0 0 0,0 1 0 0 0,0 0 1 0 0,0-1-1 0 0,0 1 0 0 0,-1-1 1 0 0,2-1-1 0 0,6-15-554 0 0,0 0 0 0 0,-1 0-1 0 0,0 0 1 0 0,-2-1 0 0 0,0 0 0 0 0,-1 0 0 0 0,-1 0 0 0 0,1-30 0 0 0,4-23 357 0 0,-8 71 348 0 0,0 1 0 0 0,0-1 0 0 0,0 0 0 0 0,0 1 0 0 0,0-1 1 0 0,0 0-1 0 0,1 1 0 0 0,-1-1 0 0 0,0 0 0 0 0,0 1 0 0 0,1-1 0 0 0,-1 0 0 0 0,0 1 0 0 0,1-1 0 0 0,-1 1 1 0 0,0-1-1 0 0,1 1 0 0 0,-1-1 0 0 0,1 1 0 0 0,-1-1 0 0 0,1 1 0 0 0,-1-1 0 0 0,1 1 0 0 0,-1-1 0 0 0,1 1 1 0 0,1-1-1 0 0,-1 1-39 0 0,0 0 1 0 0,0 0 0 0 0,0 1 0 0 0,0-1 0 0 0,0 0-1 0 0,0 0 1 0 0,0 1 0 0 0,0-1 0 0 0,0 1-1 0 0,0-1 1 0 0,-1 1 0 0 0,1-1 0 0 0,0 1 0 0 0,0-1-1 0 0,0 1 1 0 0,1 1 0 0 0,34 43 350 0 0,-25-31-176 0 0,25 33-135 0 0,-17-20-25 0 0,34 34 0 0 0,-47-54-156 0 0,2-1 0 0 0,-1 1-1 0 0,1-2 1 0 0,-1 1 0 0 0,2-1 0 0 0,-1 0 0 0 0,1 0 0 0 0,-1-1 0 0 0,14 4 0 0 0,-18-7-288 0 0,-1 0 0 0 0,1 0-1 0 0,-1-1 1 0 0,1 1 0 0 0,0-1 0 0 0,0 0 0 0 0,-1 0-1 0 0,1-1 1 0 0,0 1 0 0 0,-1-1 0 0 0,1 0 0 0 0,-1 0 0 0 0,1 0-1 0 0,6-3 1 0 0,5-5-6296 0 0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8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2 274 7370 0 0,'0'-41'176'0'0,"-1"-10"4184"0"0,2-1 1 0 0,12-77-1 0 0,-13 129-4316 0 0,0 0 0 0 0,0 0 0 0 0,0 0-1 0 0,0 0 1 0 0,1 1 0 0 0,-1-1 307 0 0,0 1-308 0 0,0-1 1 0 0,1 0 0 0 0,-1 0 0 0 0,0 0 0 0 0,0 0-1 0 0,0 0 1 0 0,0 0 0 0 0,0 0 0 0 0,0 0 0 0 0,1 0 0 0 0,-1 0-1 0 0,0 0 1 0 0,0 0 0 0 0,0 0 0 0 0,0 0 0 0 0,0 0-1 0 0,0 0 1 0 0,1 0 0 0 0,-1 0 0 0 0,0 0 0 0 0,0 0 0 0 0,0 0-1 0 0,0 0 1 0 0,0 0 0 0 0,0 0 0 0 0,1 0 0 0 0,-1 0-1 0 0,1-1 308 0 0,-1 1-307 0 0,0 0 0 0 0,0 0-1 0 0,0 0 1 0 0,0 0 0 0 0,0-1 0 0 0,0 1 0 0 0,0 0 0 0 0,0 0-1 0 0,0 0 1 0 0,0-1 0 0 0,10 23 708 0 0,5 26-487 0 0,-9-27-116 0 0,161 502 830 0 0,-155-494-1144 0 0,55 120-1559 0 0,-63-144 909 0 0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9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4 114 8290 0 0,'-3'3'11347'0'0,"12"-8"-11133"0"0,58-36 1932 0 0,28-15-3108 0 0,-65 41-6542 0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9.4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33 362 9674 0 0,'10'-4'502'0'0,"-1"0"-1"0"0,1 0 1 0 0,-1-1-1 0 0,1 0 1 0 0,-1-1-1 0 0,-1 0 1 0 0,1-1-1 0 0,9-9 1 0 0,-3 1 394 0 0,0 0 0 0 0,-1-2 0 0 0,13-18 0 0 0,-23 28-664 0 0,-1 1 1 0 0,1-1-1 0 0,-1 0 1 0 0,-1-1 0 0 0,1 1-1 0 0,-1 0 1 0 0,-1-1-1 0 0,1 1 1 0 0,-1-1-1 0 0,-1 0 1 0 0,1 1 0 0 0,-1-1-1 0 0,0 0 1 0 0,-1 1-1 0 0,-2-9 1 0 0,3 11-173 0 0,-1 0 0 0 0,0 1 1 0 0,0-1-1 0 0,-1 1 0 0 0,1-1 1 0 0,-1 1-1 0 0,0-1 0 0 0,0 1 1 0 0,-1 0-1 0 0,1 0 0 0 0,-1 0 1 0 0,0 0-1 0 0,0 1 0 0 0,0-1 0 0 0,0 1 1 0 0,-1 0-1 0 0,1 0 0 0 0,-1 0 1 0 0,0 0-1 0 0,0 0 0 0 0,0 1 1 0 0,0 0-1 0 0,-1 0 0 0 0,1 0 1 0 0,-7-2-1 0 0,8 3-14 0 0,-1 1-1 0 0,0-1 1 0 0,1 1 0 0 0,-1-1-1 0 0,0 1 1 0 0,0 0 0 0 0,1 1-1 0 0,-1-1 1 0 0,0 1 0 0 0,1-1 0 0 0,-1 1-1 0 0,0 0 1 0 0,1 0 0 0 0,-1 1-1 0 0,1-1 1 0 0,0 1 0 0 0,-1 0-1 0 0,-3 3 1 0 0,2-2-32 0 0,1 2 0 0 0,-1-1 1 0 0,1 0-1 0 0,0 1 0 0 0,0 0 0 0 0,1 0 0 0 0,0 0 0 0 0,-1 0 1 0 0,2 1-1 0 0,-4 7 0 0 0,1 1-16 0 0,0 0 0 0 0,2 0 0 0 0,-1 0 0 0 0,2 1 0 0 0,0-1 0 0 0,1 1 0 0 0,0-1 0 0 0,2 26-1 0 0,1-29-11 0 0,0 0-1 0 0,0 0 0 0 0,1 0 0 0 0,0 0 0 0 0,1 0 0 0 0,0-1 0 0 0,1 1 0 0 0,0-1 0 0 0,1 0 0 0 0,0-1 0 0 0,0 1 0 0 0,1-1 1 0 0,0-1-1 0 0,1 1 0 0 0,0-1 0 0 0,0 0 0 0 0,1-1 0 0 0,0 0 0 0 0,0 0 0 0 0,0-1 0 0 0,1 0 0 0 0,0-1 0 0 0,0 0 0 0 0,1-1 0 0 0,-1 0 1 0 0,1 0-1 0 0,0-1 0 0 0,0 0 0 0 0,0-1 0 0 0,1-1 0 0 0,-1 0 0 0 0,0 0 0 0 0,1-1 0 0 0,-1 0 0 0 0,0-1 0 0 0,14-3 0 0 0,-15 2-370 0 0,0-1 0 0 0,0-1 0 0 0,-1 0 0 0 0,1 0 1 0 0,13-8-1 0 0,3-6-480 0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9.7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13251 0 0,'2'22'584'0'0,"0"0"0"0"0,2 0 0 0 0,6 22 0 0 0,1 11 1585 0 0,5 29 1124 0 0,-3-16-2488 0 0,4 73 1 0 0,-19-112-2037 0 0,-1-26 750 0 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09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0 11378 0 0,'-1'1'276'0'0,"0"-1"-1"0"0,0 1 0 0 0,0-1 1 0 0,1 1-1 0 0,-1 0 1 0 0,0-1-1 0 0,1 1 0 0 0,-1 0 1 0 0,1 0-1 0 0,-1 0 0 0 0,1-1 1 0 0,-1 1-1 0 0,1 0 0 0 0,-1 0 1 0 0,1 0-1 0 0,0 0 0 0 0,0 0 1 0 0,-1 0-1 0 0,1 0 0 0 0,0 0 1 0 0,0 0-1 0 0,0 0 0 0 0,0 1 1 0 0,-3 32 2061 0 0,3-28-2154 0 0,0-4-327 0 0,0 0-1 0 0,0 0 1 0 0,0 0-1 0 0,0 0 1 0 0,0 0-1 0 0,0 0 1 0 0,0 1-1 0 0,1-1 1 0 0,-1 0-1 0 0,1 0 1 0 0,0 0-1 0 0,0 0 1 0 0,-1 0-1 0 0,1-1 1 0 0,0 1-1 0 0,1 0 1 0 0,-1 0-1 0 0,0-1 1 0 0,3 4-1 0 0,5 0-1125 0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0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1 5529 0 0,'-22'1'9587'0'0,"20"0"-9288"0"0,0 0 1 0 0,0 0-1 0 0,0 0 1 0 0,0 0 0 0 0,0 1-1 0 0,0-1 1 0 0,0 0-1 0 0,1 1 1 0 0,-1-1-1 0 0,1 1 1 0 0,-3 2 0 0 0,-10 12 722 0 0,0 0 0 0 0,-13 23 0 0 0,23-34-904 0 0,1 0 1 0 0,0 0-1 0 0,0 0 1 0 0,1 1-1 0 0,0-1 1 0 0,0 1-1 0 0,0 0 1 0 0,0-1-1 0 0,1 1 0 0 0,0 0 1 0 0,0 0-1 0 0,1 11 1 0 0,1-14-106 0 0,0 0 0 0 0,0 0 0 0 0,0 0 0 0 0,1 0 0 0 0,0-1 1 0 0,-1 1-1 0 0,1 0 0 0 0,0-1 0 0 0,0 1 0 0 0,0-1 0 0 0,1 0 0 0 0,-1 1 0 0 0,1-1 0 0 0,-1 0 1 0 0,1-1-1 0 0,0 1 0 0 0,-1 0 0 0 0,1-1 0 0 0,5 2 0 0 0,7 4 30 0 0,1-1 1 0 0,20 6-1 0 0,-18-8-43 0 0,27 9 0 0 0,-43-13 0 0 0,1 1 0 0 0,-1 0 0 0 0,1 0 0 0 0,-1 1 0 0 0,0-1 0 0 0,1 0 0 0 0,-1 1 0 0 0,0 0 0 0 0,0-1 0 0 0,0 1 0 0 0,0 0 0 0 0,-1 0 0 0 0,3 3 0 0 0,-3-4 0 0 0,-1 1 0 0 0,1-1 0 0 0,-1 0 0 0 0,0 1 0 0 0,0-1 0 0 0,0 1 0 0 0,0-1 0 0 0,0 1 0 0 0,0-1 0 0 0,0 0 0 0 0,0 1 0 0 0,0-1 0 0 0,-1 1 0 0 0,1-1 0 0 0,-1 0 0 0 0,1 1 0 0 0,-1-1 0 0 0,1 0 0 0 0,-1 0 0 0 0,0 1 0 0 0,0-1 0 0 0,1 0 0 0 0,-1 0 0 0 0,0 0 0 0 0,0 0 0 0 0,0 0 0 0 0,0 0 0 0 0,-1 0 0 0 0,-1 1 0 0 0,-37 25 0 0 0,39-26 0 0 0,-13 6-306 0 0,1 0 1 0 0,-1-2-1 0 0,0 1 1 0 0,-1-1-1 0 0,1-1 1 0 0,-18 2-1 0 0,11-4-7445 0 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0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202 0 17508 0 0,'1'1'144'0'0,"1"-1"0"0"0,0 1 1 0 0,0 0-1 0 0,0 0 0 0 0,0-1 0 0 0,-1 1 1 0 0,1 1-1 0 0,0-1 0 0 0,-1 0 1 0 0,1 0-1 0 0,0 0 0 0 0,-1 1 0 0 0,0-1 1 0 0,1 1-1 0 0,-1-1 0 0 0,0 1 0 0 0,0 0 1 0 0,0-1-1 0 0,0 1 0 0 0,1 2 1 0 0,17 38 750 0 0,-11-17-617 0 0,-1 0 0 0 0,-2 1 0 0 0,0 0 0 0 0,-2-1 0 0 0,0 1 0 0 0,-2 0 0 0 0,-4 50 1 0 0,-5-13-165 0 0,-1 0 0 0 0,-21 65 0 0 0,23-98-70 0 0,-2-2 1 0 0,-1 1-1 0 0,-1-1 1 0 0,-19 33 0 0 0,24-52-96 0 0,0 0 1 0 0,0 0 0 0 0,0-1-1 0 0,-1 0 1 0 0,0-1 0 0 0,-16 14 0 0 0,18-18-110 0 0,0 1 1 0 0,0-1-1 0 0,-1 0 1 0 0,1-1-1 0 0,-1 1 1 0 0,1-1-1 0 0,-1 0 1 0 0,0 0-1 0 0,0-1 1 0 0,0 0-1 0 0,0 0 1 0 0,0 0-1 0 0,-6-1 1 0 0,-9-2-7636 0 0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0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6449 0 0,'6'-21'288'0'0,"-3"9"57"0"0,2 3-281 0 0,-2 4-64 0 0,-2 4 0 0 0,7 4 2776 0 0,-2 1-1216 0 0,0 4 9 0 0,0 7-473 0 0,0 3-88 0 0,-3 4-16 0 0,2 3-7 0 0,-4 1-1401 0 0,2 2-289 0 0,-1 2-47 0 0,-2-2-16 0 0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1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4145 0 0,'2'5'6301'0'0,"1"9"-3471"0"0,1 9-1832 0 0,0 0 1 0 0,2-1-1 0 0,0 0 0 0 0,12 25 1 0 0,-15-39-742 0 0,0-1 0 0 0,1 0 0 0 0,0 0 0 0 0,0 0 0 0 0,1 0 0 0 0,0-1 0 0 0,0 0 0 0 0,1 0 0 0 0,0 0 0 0 0,0 0 0 0 0,0-1 0 0 0,0 0 1 0 0,1-1-1 0 0,0 1 0 0 0,10 4 0 0 0,-15-8-254 0 0,1 0 1 0 0,-1 0-1 0 0,1 0 1 0 0,-1 0-1 0 0,1 0 1 0 0,-1-1-1 0 0,1 1 1 0 0,-1-1-1 0 0,1 0 1 0 0,0 1-1 0 0,-1-1 1 0 0,1-1-1 0 0,-1 1 1 0 0,1 0-1 0 0,0 0 1 0 0,-1-1-1 0 0,1 0 1 0 0,-1 1-1 0 0,1-1 1 0 0,-1 0-1 0 0,0 0 1 0 0,1 0-1 0 0,-1-1 1 0 0,0 1-1 0 0,0 0 1 0 0,0-1-1 0 0,0 0 1 0 0,0 1-1 0 0,0-1 1 0 0,0 0-1 0 0,0 0 1 0 0,-1 0-1 0 0,1 0 1 0 0,-1 0-1 0 0,1-1 1 0 0,-1 1 0 0 0,0 0-1 0 0,0-1 1 0 0,2-4-1 0 0,2-9 25 0 0,-1 0 0 0 0,0 0 0 0 0,-2 0 0 0 0,3-32 0 0 0,-5 39-29 0 0,1-6-7 0 0,5-38 52 0 0,-6 51-42 0 0,0 0 0 0 0,1 0-1 0 0,-1 0 1 0 0,1 0 0 0 0,0 0-1 0 0,0 0 1 0 0,0 0 0 0 0,0 0-1 0 0,0 0 1 0 0,0 0 0 0 0,0 1-1 0 0,0-1 1 0 0,1 0 0 0 0,-1 1-1 0 0,0-1 1 0 0,1 1 0 0 0,0 0-1 0 0,-1-1 1 0 0,1 1 0 0 0,2-1 0 0 0,-2 1 16 0 0,-1 1 1 0 0,0 0 0 0 0,0 0 0 0 0,0 0 0 0 0,1 0 0 0 0,-1 0-1 0 0,0 0 1 0 0,0 0 0 0 0,0 1 0 0 0,0-1 0 0 0,1 0 0 0 0,-1 1-1 0 0,0-1 1 0 0,0 0 0 0 0,0 1 0 0 0,0 0 0 0 0,0-1 0 0 0,0 1-1 0 0,0 0 1 0 0,0-1 0 0 0,0 1 0 0 0,0 0 0 0 0,-1 0 0 0 0,1 0 0 0 0,0 0-1 0 0,0 0 1 0 0,-1-1 0 0 0,1 2 0 0 0,0 0 0 0 0,20 38 186 0 0,-16-29-138 0 0,-5-10-65 0 0,14 26 154 0 0,1 0 1 0 0,20 29 0 0 0,-30-50-201 0 0,0 1 1 0 0,0-1 0 0 0,0 0 0 0 0,1 0 0 0 0,0-1-1 0 0,1 0 1 0 0,-1 0 0 0 0,1 0 0 0 0,0-1 0 0 0,0 0-1 0 0,0 0 1 0 0,0 0 0 0 0,13 3 0 0 0,-11-6-285 0 0,-1-2-7 0 0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1.6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 10138 0 0,'-4'10'899'0'0,"0"1"-1"0"0,0 0 1 0 0,1-1-1 0 0,0 1 1 0 0,1 1 0 0 0,-2 15-1 0 0,3-19-559 0 0,1-1 0 0 0,0 0 1 0 0,0 0-1 0 0,1 0 0 0 0,0 0 0 0 0,0 0 0 0 0,0 0 0 0 0,1 0 0 0 0,0 0 0 0 0,0 0 1 0 0,5 8-1 0 0,0-6-205 0 0,0-1 0 0 0,0-1 0 0 0,0 1 0 0 0,1-1 1 0 0,1 0-1 0 0,-1-1 0 0 0,1 0 0 0 0,0 0 0 0 0,0-1 1 0 0,13 6-1 0 0,-9-5-99 0 0,-1 0 0 0 0,0 1 0 0 0,-1 1 0 0 0,1 0 0 0 0,13 14 0 0 0,-22-19-33 0 0,0 0 0 0 0,-1 1-1 0 0,1 0 1 0 0,-1-1 0 0 0,0 1-1 0 0,0 0 1 0 0,0 0-1 0 0,0 0 1 0 0,-1 0 0 0 0,0 0-1 0 0,0 0 1 0 0,0 1 0 0 0,0-1-1 0 0,0 0 1 0 0,-1 1 0 0 0,0-1-1 0 0,0 0 1 0 0,0 1 0 0 0,-1-1-1 0 0,1 1 1 0 0,-3 5 0 0 0,1 1 54 0 0,-2 0 0 0 0,0-1 0 0 0,0 0 0 0 0,0 1 0 0 0,-1-2 0 0 0,-1 1 0 0 0,0 0 0 0 0,0-1 0 0 0,-12 12 0 0 0,-37 34-1590 0 0,15-23-3578 0 0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1.8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12899 0 0,'4'10'5215'0'0,"10"10"-2514"0"0,-3-5-1834 0 0,8 23-54 0 0,-2 1 0 0 0,-2 0 0 0 0,11 44 0 0 0,-17-49-863 0 0,2 0 0 0 0,1-1 0 0 0,1-1 0 0 0,2 0-1 0 0,26 41 1 0 0,-15-37-2378 0 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2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5 103 13363 0 0,'-3'-11'592'0'0,"1"5"120"0"0,2 1-568 0 0,0 1-144 0 0,2 1 0 0 0,-1 1 0 0 0,2-1 920 0 0,2-1 153 0 0,1-4 31 0 0,5 0 8 0 0,-1 1-504 0 0,4 1-104 0 0,0 1-24 0 0,1 0 1 0 0,0 1-706 0 0,3-1-135 0 0,5-1-32 0 0,-2-4-8 0 0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2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271 4 13363 0 0,'-21'-2'1158'0'0,"0"1"1"0"0,0 0-1 0 0,0 2 0 0 0,-34 5 1 0 0,49-5-974 0 0,-1 0 0 0 0,1 1-1 0 0,0 0 1 0 0,0 0 0 0 0,0 1 0 0 0,0-1 0 0 0,0 1 0 0 0,1 1 0 0 0,-1-1 0 0 0,1 1 0 0 0,0 0 0 0 0,0 0 0 0 0,0 0-1 0 0,1 1 1 0 0,-1 0 0 0 0,1 0 0 0 0,0 0 0 0 0,1 0 0 0 0,-6 9 0 0 0,5-3-98 0 0,0 1-1 0 0,0-1 1 0 0,1 1 0 0 0,0-1 0 0 0,1 1 0 0 0,1 0-1 0 0,0 0 1 0 0,0 0 0 0 0,1 0 0 0 0,1 0 0 0 0,2 12-1 0 0,3 17 90 0 0,21 71-1 0 0,-4-41-246 0 0,4-1 0 0 0,57 109 0 0 0,-65-138-1979 0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2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1 115 11522 0 0,'23'-2'831'0'0,"1"-1"-1"0"0,-1-2 1 0 0,0 0-1 0 0,-1-1 1 0 0,1-1-1 0 0,24-12 1 0 0,3 1-479 0 0,11-2 42 0 0,-26 11-2253 0 0,-1 2-1 0 0,42-4 1 0 0,-53 9 1726 0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2.8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0 2304 0 0,'-37'11'17242'0'0,"36"6"-17736"0"0,1-6 723 0 0,1 0-1 0 0,0 0 1 0 0,1 0 0 0 0,0 0-1 0 0,1-1 1 0 0,0 1 0 0 0,1-1-1 0 0,0 1 1 0 0,1-1 0 0 0,0 0-1 0 0,11 16 1 0 0,-12-20-210 0 0,0-1-1 0 0,0 0 1 0 0,0-1 0 0 0,0 1 0 0 0,1-1-1 0 0,0 0 1 0 0,0 0 0 0 0,0 0 0 0 0,0-1-1 0 0,0 1 1 0 0,1-1 0 0 0,0-1 0 0 0,-1 1 0 0 0,1-1-1 0 0,0 0 1 0 0,0 0 0 0 0,1-1 0 0 0,-1 0-1 0 0,0 0 1 0 0,0 0 0 0 0,1-1 0 0 0,6 0-1 0 0,-12 0-3 0 0,0 0 0 0 0,0 0 0 0 0,-1 0 0 0 0,1 0 0 0 0,0 0 0 0 0,0 0 0 0 0,0 0 0 0 0,0-1 0 0 0,-1 1 0 0 0,1 0 0 0 0,0-1 0 0 0,0 1 0 0 0,-1 0 0 0 0,1-1 0 0 0,0 1 0 0 0,-1-1 1 0 0,1 1-1 0 0,0-1 0 0 0,-1 1 0 0 0,1-1 0 0 0,-1 0 0 0 0,1 1 0 0 0,-1-1 0 0 0,1 0 0 0 0,-1 1 0 0 0,1-1 0 0 0,-1 0 0 0 0,0 0 0 0 0,1-1 0 0 0,-1 0 12 0 0,1-1 0 0 0,-1 1 0 0 0,0 0-1 0 0,-1-1 1 0 0,1 1 0 0 0,0 0 0 0 0,-1 0 0 0 0,1-1 0 0 0,-1 1 0 0 0,-2-4 0 0 0,-2-5 58 0 0,0 0-1 0 0,-1 0 0 0 0,-8-10 1 0 0,-5-4-370 0 0,-1 0 0 0 0,-27-26 0 0 0,30 35-463 0 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3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0 144 6449 0 0,'8'5'538'0'0,"0"0"0"0"0,0 1-1 0 0,0 0 1 0 0,-1 0 0 0 0,0 1-1 0 0,-1 0 1 0 0,1 0-1 0 0,-1 1 1 0 0,-1 0 0 0 0,1 0-1 0 0,-1 0 1 0 0,-1 0 0 0 0,1 1-1 0 0,-2 0 1 0 0,1 0-1 0 0,-1 0 1 0 0,0 0 0 0 0,-1 0-1 0 0,0 1 1 0 0,-1-1 0 0 0,0 1-1 0 0,0-1 1 0 0,-1 1-1 0 0,0 0 1 0 0,-1-1 0 0 0,0 1-1 0 0,0-1 1 0 0,-1 1 0 0 0,-5 14-1 0 0,7-24-515 0 0,0 0-1 0 0,0 0 1 0 0,0 0 0 0 0,0 0-1 0 0,0 1 1 0 0,0-1 0 0 0,0 0-1 0 0,0 0 1 0 0,0 0 0 0 0,0 0-1 0 0,0 0 1 0 0,0 0 0 0 0,0 0-1 0 0,0 1 1 0 0,0-1 0 0 0,-1 0-1 0 0,1 0 1 0 0,0 0 0 0 0,0 0-1 0 0,0 0 1 0 0,0 0 0 0 0,0 0-1 0 0,0 0 1 0 0,0 0 0 0 0,0 0-1 0 0,0 1 1 0 0,0-1 0 0 0,0 0-1 0 0,-1 0 1 0 0,1 0 0 0 0,0 0-1 0 0,0 0 1 0 0,0 0 0 0 0,0 0-1 0 0,0 0 1 0 0,0 0 0 0 0,0 0-1 0 0,-1 0 1 0 0,1 0 0 0 0,0 0-1 0 0,0 0 1 0 0,0 0 0 0 0,0 0-1 0 0,0 0 1 0 0,0 0 0 0 0,0 0-1 0 0,-1 0 1 0 0,1 0 0 0 0,0 0-1 0 0,0 0 1 0 0,0 0 0 0 0,0 0-1 0 0,0 0 1 0 0,0-1 0 0 0,0 1-1 0 0,0 0 1 0 0,-1 0 0 0 0,1 0-1 0 0,0 0 1 0 0,0 0 0 0 0,0 0-1 0 0,0 0 1 0 0,0 0 0 0 0,0 0-1 0 0,0 0 1 0 0,0-1 0 0 0,0 1-1 0 0,0 0 1 0 0,-5-14 661 0 0,1-16-98 0 0,4 6-494 0 0,1 0 0 0 0,2 0 0 0 0,0 0 0 0 0,1 0-1 0 0,2 0 1 0 0,0 1 0 0 0,2 0 0 0 0,10-22 0 0 0,-6 18-3890 0 0,23-37 0 0 0,-9 27-4176 0 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3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 0 14283 0 0,'-5'0'107'0'0,"-1"0"1"0"0,1 1-1 0 0,0 0 0 0 0,0-1 0 0 0,0 2 0 0 0,-1-1 1 0 0,1 1-1 0 0,0-1 0 0 0,1 1 0 0 0,-1 1 1 0 0,0-1-1 0 0,1 1 0 0 0,-1 0 0 0 0,1 0 0 0 0,-5 4 1 0 0,3-2 186 0 0,1 1 1 0 0,-1 1 0 0 0,1-1 0 0 0,1 1-1 0 0,-1-1 1 0 0,1 1 0 0 0,0 1 0 0 0,1-1-1 0 0,-3 8 1 0 0,0 4 208 0 0,1 1 1 0 0,0-1-1 0 0,2 1 0 0 0,0-1 1 0 0,1 1-1 0 0,1 0 1 0 0,2 24-1 0 0,1-29-595 0 0,0-1 0 0 0,0 0 0 0 0,1 1 0 0 0,1-1 0 0 0,0 0 0 0 0,1-1 0 0 0,1 1 0 0 0,0-1 0 0 0,1 0 0 0 0,0 0 0 0 0,1-1 0 0 0,0 0 0 0 0,1 0 0 0 0,1-1 1 0 0,0 0-1 0 0,0-1 0 0 0,1 0 0 0 0,0-1 0 0 0,0 0 0 0 0,1 0 0 0 0,17 8 0 0 0,1-3-7439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11 5065 0 0,'-1'0'305'0'0,"0"0"1"0"0,0 0-1 0 0,0 0 1 0 0,0 0-1 0 0,0 0 1 0 0,0 1-1 0 0,0-1 0 0 0,0 0 1 0 0,0 0-1 0 0,0 1 1 0 0,0-1-1 0 0,1 1 0 0 0,-1-1 1 0 0,0 1-1 0 0,0-1 1 0 0,0 1-1 0 0,1 0 1 0 0,-1-1-1 0 0,0 1 0 0 0,1 0 1 0 0,-1 0-1 0 0,0-1 1 0 0,0 2-1 0 0,0 0 75 0 0,0 1 0 0 0,0-1 0 0 0,0 0 0 0 0,1 1 1 0 0,-1-1-1 0 0,1 0 0 0 0,-1 1 0 0 0,1-1 0 0 0,0 4 0 0 0,0 2 172 0 0,1 1 0 0 0,0 0 0 0 0,0-1 0 0 0,3 11 0 0 0,0-5-193 0 0,1-1-1 0 0,0 0 1 0 0,0 0-1 0 0,2 0 1 0 0,-1-1-1 0 0,16 21 1 0 0,-19-29-301 0 0,0 0 0 0 0,0 0 0 0 0,1 0 0 0 0,-1-1 0 0 0,1 0 0 0 0,0 1 0 0 0,0-1 0 0 0,0 0 0 0 0,1-1 0 0 0,-1 1 0 0 0,1-1 0 0 0,-1 0 0 0 0,1 0 0 0 0,0 0 0 0 0,0-1 0 0 0,-1 0 0 0 0,1 0 0 0 0,0 0 0 0 0,0 0 0 0 0,1-1 0 0 0,-1 0 0 0 0,6 0 0 0 0,-9 0-35 0 0,1-1 0 0 0,0 1 0 0 0,-1-1 0 0 0,1 0 0 0 0,-1 1 1 0 0,1-1-1 0 0,-1-1 0 0 0,1 1 0 0 0,-1 0 0 0 0,1 0 1 0 0,-1-1-1 0 0,0 1 0 0 0,0-1 0 0 0,0 0 0 0 0,0 0 1 0 0,0 0-1 0 0,0 0 0 0 0,0 0 0 0 0,-1 0 0 0 0,1 0 0 0 0,-1-1 1 0 0,0 1-1 0 0,1 0 0 0 0,-1-1 0 0 0,0 1 0 0 0,0-1 1 0 0,-1 1-1 0 0,1-1 0 0 0,0 0 0 0 0,-1 1 0 0 0,1-6 1 0 0,-1 2 19 0 0,0-1 1 0 0,0 0-1 0 0,-1 1 1 0 0,1-1-1 0 0,-1 0 1 0 0,-1 1-1 0 0,1-1 1 0 0,-1 1-1 0 0,0-1 1 0 0,-1 1-1 0 0,-5-10 1 0 0,1 5 10 0 0,-1 0 0 0 0,0 0-1 0 0,0 0 1 0 0,-2 1 0 0 0,-15-13 0 0 0,21 19-107 0 0,0 0 1 0 0,0 1-1 0 0,-1 0 0 0 0,1 0 0 0 0,-1 0 1 0 0,0 0-1 0 0,0 1 0 0 0,0 0 0 0 0,0 0 1 0 0,0 0-1 0 0,-1 1 0 0 0,1-1 0 0 0,0 1 1 0 0,-1 1-1 0 0,1-1 0 0 0,-8 1 0 0 0,2 3-1836 0 0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4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17972 0 0,'4'2'228'0'0,"-1"0"1"0"0,0 1 0 0 0,0 0-1 0 0,0-1 1 0 0,0 1-1 0 0,0 0 1 0 0,0 1 0 0 0,-1-1-1 0 0,1 0 1 0 0,-1 1 0 0 0,0-1-1 0 0,0 1 1 0 0,0 0-1 0 0,-1 0 1 0 0,1 0 0 0 0,1 6-1 0 0,1 10-92 0 0,1 0-1 0 0,0 23 1 0 0,-2-18 12 0 0,0-6-147 0 0,1 0 1 0 0,6 22-1 0 0,-8-36 3 0 0,-1-1-1 0 0,0 0 1 0 0,1 0-1 0 0,0 0 1 0 0,0 0-1 0 0,0 0 1 0 0,0-1-1 0 0,1 1 1 0 0,-1-1-1 0 0,1 1 1 0 0,0-1-1 0 0,0 0 1 0 0,1 0-1 0 0,-1 0 1 0 0,0 0-1 0 0,6 2 1 0 0,-8-5-4 0 0,0 1 0 0 0,0-1 0 0 0,0 0-1 0 0,0 0 1 0 0,0 0 0 0 0,0 0 0 0 0,0 0 0 0 0,0-1 0 0 0,0 1 0 0 0,0 0 0 0 0,0 0 0 0 0,0-1 0 0 0,0 1 0 0 0,0 0 0 0 0,0-1-1 0 0,0 1 1 0 0,0-1 0 0 0,0 0 0 0 0,-1 1 0 0 0,1-1 0 0 0,0 0 0 0 0,0 1 0 0 0,-1-1 0 0 0,1 0 0 0 0,0 0 0 0 0,-1 1 0 0 0,1-1 0 0 0,0 0-1 0 0,-1 0 1 0 0,1 0 0 0 0,-1 0 0 0 0,0 0 0 0 0,1 0 0 0 0,-1 0 0 0 0,0-1 0 0 0,15-42 35 0 0,-14 39-14 0 0,9-38 125 0 0,-5 17-171 0 0,11-34 0 0 0,-14 54 28 0 0,1 0 1 0 0,-1 0 0 0 0,1 0 0 0 0,0 0 0 0 0,0 1 0 0 0,1-1 0 0 0,0 1 0 0 0,0 0 0 0 0,0 0 0 0 0,9-8 0 0 0,-11 12 15 0 0,0 0 1 0 0,1 0-1 0 0,-1 0 1 0 0,0 0-1 0 0,0 0 1 0 0,0 0-1 0 0,1 1 1 0 0,-1-1-1 0 0,0 1 1 0 0,1-1-1 0 0,-1 1 1 0 0,1 0-1 0 0,-1 0 1 0 0,0 0-1 0 0,1 0 1 0 0,-1 0-1 0 0,1 1 1 0 0,-1-1-1 0 0,0 1 1 0 0,0 0-1 0 0,1-1 1 0 0,-1 1-1 0 0,0 0 1 0 0,0 0-1 0 0,0 1 1 0 0,0-1-1 0 0,0 0 1 0 0,4 3-1 0 0,6 6 111 0 0,0 1-1 0 0,0 0 0 0 0,14 17 0 0 0,-7-7-40 0 0,61 51-2122 0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4.8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 16588 0 0,'0'-1'114'0'0,"-1"0"0"0"0,1 0 0 0 0,0 0 0 0 0,0 0 0 0 0,0 0 0 0 0,0 0 0 0 0,0 0 0 0 0,1 0 0 0 0,-1 0 0 0 0,0 0 0 0 0,0 0 0 0 0,1 0 0 0 0,-1 0 0 0 0,0 0 0 0 0,1 0 1 0 0,-1 0-1 0 0,1 0 0 0 0,-1 0 0 0 0,2-1 0 0 0,-2 2-6 0 0,1 0 1 0 0,0 1-1 0 0,-1-1 0 0 0,1 0 1 0 0,-1 0-1 0 0,1 0 1 0 0,-1 0-1 0 0,1 1 1 0 0,-1-1-1 0 0,1 0 0 0 0,-1 1 1 0 0,1-1-1 0 0,-1 0 1 0 0,1 1-1 0 0,-1-1 0 0 0,1 0 1 0 0,-1 1-1 0 0,0-1 1 0 0,1 1-1 0 0,-1-1 1 0 0,0 1-1 0 0,1-1 0 0 0,-1 2 1 0 0,22 38 1585 0 0,58 192-233 0 0,12 25-1700 0 0,-65-195-836 0 0,-21-46 376 0 0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5.0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84 13363 0 0,'0'-1'133'0'0,"0"0"0"0"0,-1 0 0 0 0,1-1 1 0 0,0 1-1 0 0,0 0 0 0 0,0-1 0 0 0,0 1 0 0 0,0 0 0 0 0,1 0 0 0 0,-1-1 1 0 0,0 1-1 0 0,0 0 0 0 0,1 0 0 0 0,-1 0 0 0 0,1-1 0 0 0,-1 1 1 0 0,1 0-1 0 0,0 0 0 0 0,-1 0 0 0 0,1 0 0 0 0,0 0 0 0 0,0 0 1 0 0,0 0-1 0 0,0 0 0 0 0,0 0 0 0 0,0 0 0 0 0,0 1 0 0 0,0-1 1 0 0,0 0-1 0 0,0 1 0 0 0,0-1 0 0 0,0 1 0 0 0,0-1 0 0 0,2 0 1 0 0,47-20 3163 0 0,-45 19-3183 0 0,15-4 279 0 0,39-5-1 0 0,-36 7-351 0 0,-8 1-41 0 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5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1 327 13363 0 0,'67'-51'7089'0'0,"-61"47"-6847"0"0,1 0 0 0 0,0 0 0 0 0,0 1 0 0 0,1 0 0 0 0,-1 1 0 0 0,0-1 0 0 0,1 1-1 0 0,0 1 1 0 0,-1 0 0 0 0,1 0 0 0 0,8 0 0 0 0,-10 1-217 0 0,-1 1 0 0 0,1 0-1 0 0,-1 0 1 0 0,0 1 0 0 0,1-1 0 0 0,-1 1-1 0 0,0 0 1 0 0,0 1 0 0 0,0-1 0 0 0,0 1-1 0 0,-1 0 1 0 0,1 0 0 0 0,-1 1 0 0 0,0-1-1 0 0,0 1 1 0 0,6 7 0 0 0,1 2-6 0 0,0 0-1 0 0,-1 0 1 0 0,11 21 0 0 0,-18-29 9 0 0,0 1 0 0 0,0 0 0 0 0,-1 0 0 0 0,1 1 0 0 0,-1-1 0 0 0,-1 0 0 0 0,1 1 1 0 0,-1-1-1 0 0,0 1 0 0 0,0 0 0 0 0,-1 8 0 0 0,0-14-12 0 0,0-1 0 0 0,0 1 0 0 0,0 0 0 0 0,0-1 0 0 0,0 1 1 0 0,0-1-1 0 0,0 1 0 0 0,0-1 0 0 0,-1 1 0 0 0,1-1 0 0 0,0 1 0 0 0,0-1 0 0 0,0 1 1 0 0,-1-1-1 0 0,1 0 0 0 0,0 1 0 0 0,0-1 0 0 0,-1 1 0 0 0,1-1 0 0 0,0 1 1 0 0,-1-1-1 0 0,1 0 0 0 0,-1 1 0 0 0,1-1 0 0 0,0 0 0 0 0,-1 1 0 0 0,1-1 0 0 0,-1 0 1 0 0,1 0-1 0 0,-1 0 0 0 0,1 1 0 0 0,-1-1 0 0 0,-15-8 545 0 0,-10-21-78 0 0,22 20-471 0 0,0-1 0 0 0,0 1 0 0 0,1-1 0 0 0,1 0 0 0 0,0 0 0 0 0,0 0 0 0 0,1 0-1 0 0,0-1 1 0 0,1 1 0 0 0,0 0 0 0 0,2-16 0 0 0,1 4-230 0 0,1 0 0 0 0,1 1 0 0 0,1-1 0 0 0,11-25 0 0 0,-13 35-130 0 0,0 1-1 0 0,2 1 0 0 0,-1-1 0 0 0,1 1 1 0 0,1 0-1 0 0,-1 0 0 0 0,2 1 0 0 0,-1 0 1 0 0,2 0-1 0 0,-1 1 0 0 0,1 0 0 0 0,0 0 1 0 0,19-12-1 0 0,1 7-6943 0 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6.1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 13 10594 0 0,'-2'-2'269'0'0,"0"1"-1"0"0,-1-1 1 0 0,1 1-1 0 0,0 0 1 0 0,-1 0-1 0 0,1 0 1 0 0,0 0 0 0 0,-1 1-1 0 0,1-1 1 0 0,-1 0-1 0 0,0 1 1 0 0,1 0-1 0 0,-1 0 1 0 0,1 0-1 0 0,-1 0 1 0 0,0 0-1 0 0,1 0 1 0 0,-1 1 0 0 0,1-1-1 0 0,-1 1 1 0 0,1 0-1 0 0,-1 0 1 0 0,1 0-1 0 0,0 0 1 0 0,-1 0-1 0 0,1 0 1 0 0,0 0-1 0 0,0 1 1 0 0,0-1-1 0 0,0 1 1 0 0,0 0 0 0 0,0 0-1 0 0,0 0 1 0 0,0 0-1 0 0,-1 2 1 0 0,-3 5-160 0 0,0 0 0 0 0,0 1 0 0 0,1 0 0 0 0,0 0 0 0 0,1 0 0 0 0,0 1 0 0 0,1-1 1 0 0,0 1-1 0 0,0 0 0 0 0,1 0 0 0 0,1 0 0 0 0,0 0 0 0 0,0 0 0 0 0,1 0 0 0 0,1 1 0 0 0,0-1 1 0 0,3 15-1 0 0,-2-17-119 0 0,0 1 1 0 0,0-1 0 0 0,1 0-1 0 0,0 0 1 0 0,1 0-1 0 0,0 0 1 0 0,0-1 0 0 0,1 1-1 0 0,0-1 1 0 0,0 0-1 0 0,1-1 1 0 0,0 1 0 0 0,0-1-1 0 0,1 0 1 0 0,0-1 0 0 0,0 0-1 0 0,1 0 1 0 0,-1 0-1 0 0,1-1 1 0 0,14 7 0 0 0,-21-11 14 0 0,1 0 0 0 0,0-1 1 0 0,0 1-1 0 0,-1 0 0 0 0,1 0 1 0 0,0-1-1 0 0,0 1 0 0 0,0-1 1 0 0,0 1-1 0 0,0-1 1 0 0,0 0-1 0 0,0 0 0 0 0,0 0 1 0 0,0 0-1 0 0,0 0 0 0 0,0 0 1 0 0,0-1-1 0 0,-1 1 0 0 0,1-1 1 0 0,0 1-1 0 0,0-1 0 0 0,0 0 1 0 0,0 0-1 0 0,-1 0 0 0 0,1 0 1 0 0,0 0-1 0 0,-1 0 0 0 0,1 0 1 0 0,-1 0-1 0 0,1-1 0 0 0,-1 1 1 0 0,1 0-1 0 0,-1-1 1 0 0,0 1-1 0 0,0-1 0 0 0,0 0 1 0 0,0 1-1 0 0,0-1 0 0 0,0 0 1 0 0,0 0-1 0 0,-1 0 0 0 0,1 0 1 0 0,0 1-1 0 0,-1-1 0 0 0,1-3 1 0 0,0-4 54 0 0,0 0 1 0 0,0 0-1 0 0,0 0 1 0 0,-1 0-1 0 0,-1 0 1 0 0,1 0-1 0 0,-2 0 1 0 0,-3-15 0 0 0,-5-6-186 0 0,-1 0 1 0 0,-29-52-1 0 0,8 25-6074 0 0,31 53 5577 0 0,-12-19-6113 0 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16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21661 0 0,'0'95'4164'0'0,"0"-42"-3565"0"0,0-12-462 0 0,0 46 323 0 0,13 112 1 0 0,-10-173-518 0 0,2 0-1 0 0,1-1 1 0 0,0 0 0 0 0,2 0 0 0 0,1-1 0 0 0,1 0-1 0 0,1 0 1 0 0,28 43 0 0 0,-23-45-544 0 0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24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386 359 5425 0 0,'-22'-16'-232'0'0,"-1"1"0"0"0,0 2 1 0 0,-1 0-1 0 0,-1 1 0 0 0,0 2 0 0 0,-30-9 0 0 0,49 17 193 0 0,1-1 0 0 0,-1 1 0 0 0,1-1 0 0 0,0-1-1 0 0,0 1 1 0 0,1-1 0 0 0,-1 1 0 0 0,1-1 0 0 0,-5-5 0 0 0,-21-17-21 0 0,17 17 1782 0 0,10 7-1056 0 0,0-1 0 0 0,0 1 0 0 0,1 1 0 0 0,-1-1 0 0 0,0 0 0 0 0,-1 1 1 0 0,1 0-1 0 0,-5-2 0 0 0,7 3-515 0 0,-1 0-1 0 0,1 0 1 0 0,0 0 0 0 0,-1 0 0 0 0,1 1 0 0 0,0-1 0 0 0,-1 0-1 0 0,1 1 1 0 0,0-1 0 0 0,-1 1 0 0 0,1-1 0 0 0,0 1 0 0 0,0 0 0 0 0,-1-1-1 0 0,1 1 1 0 0,0 0 0 0 0,0 0 0 0 0,0 0 0 0 0,0 0 0 0 0,0 0-1 0 0,0 0 1 0 0,0 0 0 0 0,1 0 0 0 0,-1 0 0 0 0,0 1 0 0 0,0 1 0 0 0,-4 6 245 0 0,1 1-1 0 0,0 0 1 0 0,0-1 0 0 0,1 1 0 0 0,1 0 0 0 0,-1 1 0 0 0,2-1 0 0 0,-2 19 0 0 0,5 89 400 0 0,-1-100-634 0 0,25 230 571 0 0,-21-220-703 0 0,1 0-1 0 0,2-1 0 0 0,1 1 1 0 0,0-2-1 0 0,2 0 0 0 0,26 45 0 0 0,-32-64-34 0 0,0 1-1 0 0,1-1 0 0 0,0 0 1 0 0,0-1-1 0 0,0 1 0 0 0,1-1 1 0 0,0 0-1 0 0,0-1 0 0 0,1 0 1 0 0,-1 0-1 0 0,1-1 0 0 0,0 1 1 0 0,1-2-1 0 0,-1 1 0 0 0,0-1 1 0 0,1-1-1 0 0,0 1 0 0 0,16 1 1 0 0,-12-3 7 0 0,0-1 1 0 0,0 0-1 0 0,0-1 0 0 0,0 0 1 0 0,-1-1-1 0 0,1-1 1 0 0,-1 0-1 0 0,1 0 1 0 0,-1-2-1 0 0,0 1 1 0 0,0-1-1 0 0,19-12 0 0 0,-13 5 26 0 0,-1 0 0 0 0,0-1 0 0 0,-1-1 0 0 0,0 0 0 0 0,-1-1 0 0 0,-1-1 0 0 0,0 0 0 0 0,-1-1 0 0 0,-1 0 0 0 0,-1-1 0 0 0,0 0 0 0 0,-2-1 0 0 0,0 0-1 0 0,8-24 1 0 0,-10 19 148 0 0,0 0-1 0 0,-2 1 0 0 0,-1-2 0 0 0,0 1 0 0 0,-2 0 0 0 0,-1-1 0 0 0,-1 1 0 0 0,-1-1 1 0 0,-1 1-1 0 0,-1-1 0 0 0,-13-46 0 0 0,7 41-50 0 0,-2-1-1 0 0,-1 1 1 0 0,-1 1 0 0 0,-2 1 0 0 0,-1 0-1 0 0,-25-34 1 0 0,33 51-113 0 0,0 0-1 0 0,-1 1 1 0 0,0 0-1 0 0,0 1 1 0 0,-2 0-1 0 0,1 0 1 0 0,-1 1-1 0 0,0 1 1 0 0,0 0-1 0 0,-1 0 1 0 0,0 1-1 0 0,0 1 1 0 0,-1 0-1 0 0,1 0 1 0 0,-1 1-1 0 0,0 1 1 0 0,-23-3-1 0 0,31 6-96 0 0,-1 0 0 0 0,1 0 0 0 0,-1 0 0 0 0,1 1-1 0 0,0 0 1 0 0,-1 0 0 0 0,1 1 0 0 0,0 0 0 0 0,-1-1 0 0 0,1 2 0 0 0,0-1-1 0 0,0 0 1 0 0,1 1 0 0 0,-1 0 0 0 0,1 0 0 0 0,-1 1 0 0 0,1-1 0 0 0,0 1-1 0 0,0 0 1 0 0,0 0 0 0 0,1 0 0 0 0,-1 1 0 0 0,1-1 0 0 0,0 1-1 0 0,-4 9 1 0 0,-9 21-7799 0 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25.1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160 34 10594 0 0,'-5'1'389'0'0,"0"2"-1"0"0,0-1 1 0 0,0 1-1 0 0,0 0 1 0 0,1 0-1 0 0,-1 0 1 0 0,1 0-1 0 0,0 1 1 0 0,0 0 0 0 0,-7 8-1 0 0,-32 46 1388 0 0,34-41-1503 0 0,0-1 1 0 0,2 2 0 0 0,0-1 0 0 0,0 1 0 0 0,2 1-1 0 0,0-1 1 0 0,1 1 0 0 0,1-1 0 0 0,1 1 0 0 0,0 24-1 0 0,2-7-178 0 0,2 1 0 0 0,1-1-1 0 0,2 0 1 0 0,13 51-1 0 0,-13-70-88 0 0,0 1 1 0 0,1-1-1 0 0,1-1 0 0 0,0 1 0 0 0,1-1 0 0 0,1 0 0 0 0,1-1 0 0 0,0 0 1 0 0,16 18-1 0 0,-20-26 46 0 0,1-1 0 0 0,0 0 0 0 0,1 0 0 0 0,-1 0 0 0 0,1-1 0 0 0,0 0 0 0 0,1 0 0 0 0,-1-1 0 0 0,1 0 0 0 0,0-1 1 0 0,0 1-1 0 0,0-2 0 0 0,0 1 0 0 0,1-2 0 0 0,-1 1 0 0 0,1-1 0 0 0,-1 0 0 0 0,1-1 0 0 0,11-1 0 0 0,-12 0 21 0 0,-1 0 1 0 0,0 0-1 0 0,0-1 0 0 0,0 0 1 0 0,0-1-1 0 0,0 0 0 0 0,-1 0 0 0 0,1 0 1 0 0,-1-1-1 0 0,0 0 0 0 0,0-1 0 0 0,0 0 1 0 0,0 0-1 0 0,5-6 0 0 0,-3 3 15 0 0,-1-2 0 0 0,0 1-1 0 0,-1-1 1 0 0,0-1-1 0 0,-1 1 1 0 0,0-1 0 0 0,0 0-1 0 0,6-20 1 0 0,-5 6 29 0 0,0-1 0 0 0,-2 0 0 0 0,0 0 0 0 0,-2 0 0 0 0,-1-1 0 0 0,-1 1 0 0 0,-2-1 0 0 0,-3-30 0 0 0,1 33 33 0 0,-2 1 1 0 0,0 0-1 0 0,-1 0 1 0 0,-1 1 0 0 0,-2 0-1 0 0,-20-41 1 0 0,20 49-156 0 0,0-1 1 0 0,-1 1-1 0 0,0 1 1 0 0,-1 0-1 0 0,-1 1 1 0 0,0 0-1 0 0,-1 0 1 0 0,0 1-1 0 0,0 1 1 0 0,-21-11-1 0 0,19 12-143 0 0,-56-28 247 0 0,65 34-353 0 0,0 1 0 0 0,0 0 0 0 0,0 0 0 0 0,0 1-1 0 0,0-1 1 0 0,0 1 0 0 0,0 1 0 0 0,-1-1 0 0 0,1 1 0 0 0,-8 1-1 0 0,-6 4-7809 0 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7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26 9218 0 0,'-6'-26'9314'0'0,"6"34"-6971"0"0,2 1-2157 0 0,26 331 743 0 0,-3-32 206 0 0,25-3-575 0 0,-14-175-560 0 0,-18-66 0 0 0,-2 0 0 0 0,8 68 0 0 0,-23-124-274 0 0,-1 0 0 0 0,0 0 0 0 0,0-1 0 0 0,-1 1 0 0 0,0 0 0 0 0,-2 8 0 0 0,2-10-253 0 0,-1-1 0 0 0,0 0 0 0 0,0 0 0 0 0,0 0 0 0 0,-1 0 0 0 0,0 0 0 0 0,0 0 0 0 0,0-1 0 0 0,-5 7 0 0 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7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1 173 7370 0 0,'1'-1'439'0'0,"-1"1"-403"0"0,0 0 1 0 0,0 0 0 0 0,0 0-1 0 0,0 0 1 0 0,0-1 0 0 0,-1-1 1061 0 0,1 2-1062 0 0,0 0 1 0 0,0 0 0 0 0,-1 0-1 0 0,1 0 1 0 0,15-14 1426 0 0,20-12 497 0 0,107-57 2926 0 0,-125 75-4826 0 0,0 1-1 0 0,0 0 1 0 0,1 1-1 0 0,0 1 1 0 0,0 1-1 0 0,34-4 1 0 0,-24 8-228 0 0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7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25 8290 0 0,'-12'-7'620'0'0,"-26"-10"6507"0"0,39 19-6861 0 0,-1-1 1 0 0,0 1 0 0 0,0 0 0 0 0,1 0-1 0 0,-1 0 1 0 0,1-1 0 0 0,-1 1-1 0 0,1 0 1 0 0,0-1 0 0 0,-1 1-1 0 0,1 0 1 0 0,0-1 0 0 0,0 1-1 0 0,0-1 1 0 0,2 2 0 0 0,-1 0 113 0 0,11 21-25 0 0,0 1 0 0 0,-2 0 0 0 0,-1 1 0 0 0,13 48-1 0 0,13 114-176 0 0,-18-81-161 0 0,-10-73-248 0 0,7 46-89 0 0,-14-72-383 0 0,-1 0 0 0 0,1 0 1 0 0,-1 0-1 0 0,-1 0 0 0 0,1 1 0 0 0,-2-1 0 0 0,-1 10 1 0 0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7.9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8 249 5065 0 0,'-2'-6'145'0'0,"1"-1"-1"0"0,-1 1 0 0 0,1 0 1 0 0,1-1-1 0 0,-1 1 1 0 0,1-1-1 0 0,0 1 1 0 0,0-1-1 0 0,1 1 1 0 0,0-1-1 0 0,0 1 1 0 0,1-1-1 0 0,0 1 0 0 0,0 0 1 0 0,0 0-1 0 0,0 0 1 0 0,1 0-1 0 0,4-6 1 0 0,-1 2 407 0 0,0 1 0 0 0,1-1 0 0 0,0 1 0 0 0,0 0 0 0 0,1 1 0 0 0,0 0 0 0 0,1 0 0 0 0,0 1 0 0 0,0 0-1 0 0,20-12 1 0 0,-21 16-238 0 0,-1 0 0 0 0,1 0 0 0 0,-1 1 0 0 0,1 0 0 0 0,0 0 0 0 0,0 1 0 0 0,0 0 0 0 0,0 0-1 0 0,0 0 1 0 0,1 2 0 0 0,-1-1 0 0 0,0 1 0 0 0,0 0 0 0 0,0 0 0 0 0,0 1 0 0 0,13 4-1 0 0,-12-2-184 0 0,0-1-1 0 0,0 2 1 0 0,0-1-1 0 0,-1 1 0 0 0,0 0 1 0 0,1 1-1 0 0,-2 0 0 0 0,1 0 1 0 0,-1 0-1 0 0,0 1 0 0 0,0 0 1 0 0,-1 1-1 0 0,0 0 0 0 0,0 0 1 0 0,-1 0-1 0 0,0 0 1 0 0,5 12-1 0 0,-5-8-79 0 0,-1 1 1 0 0,0 0 0 0 0,-1 0-1 0 0,0 0 1 0 0,-1 0 0 0 0,0 0-1 0 0,-1 1 1 0 0,-1-1-1 0 0,0 0 1 0 0,-1 1 0 0 0,0-1-1 0 0,-4 16 1 0 0,-1-2 48 0 0,-1 0 1 0 0,-1 0-1 0 0,-2-1 1 0 0,-22 44-1 0 0,25-57-87 0 0,-1 0-1 0 0,0-1 1 0 0,-1 1-1 0 0,0-2 1 0 0,0 0-1 0 0,-2 0 1 0 0,1 0-1 0 0,-1-2 1 0 0,-1 1-1 0 0,-20 12 1 0 0,30-21-121 0 0,1 0 0 0 0,0 0 1 0 0,0 0-1 0 0,-1 0 0 0 0,1-1 0 0 0,0 1 0 0 0,-1 0 1 0 0,1-1-1 0 0,-1 1 0 0 0,1-1 0 0 0,-1 0 0 0 0,1 1 1 0 0,-1-1-1 0 0,1 0 0 0 0,-1 0 0 0 0,1 0 0 0 0,-1 0 1 0 0,1 0-1 0 0,-1 0 0 0 0,1 0 0 0 0,-1-1 1 0 0,1 1-1 0 0,-1-1 0 0 0,1 1 0 0 0,0-1 0 0 0,-1 1 1 0 0,1-1-1 0 0,0 0 0 0 0,-1 1 0 0 0,0-2 0 0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8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5985 0 0,'50'-10'9960'0'0,"7"-1"-7737"0"0,-54 10-2297 0 0,1 1-1 0 0,-1 0 1 0 0,0 0 0 0 0,1 0-1 0 0,-1 1 1 0 0,1-1 0 0 0,-1 1-1 0 0,1 0 1 0 0,-1 0 0 0 0,0 0 0 0 0,0 0-1 0 0,1 0 1 0 0,3 3 0 0 0,2 4-1235 0 0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8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8290 0 0,'0'1'54'0'0,"0"-1"0"0"0,0 1 0 0 0,0-1 1 0 0,0 0-1 0 0,0 1 0 0 0,0-1 0 0 0,0 1 0 0 0,0-1 0 0 0,0 0 1 0 0,0 1-1 0 0,1-1 0 0 0,-1 1 0 0 0,0-1 0 0 0,0 0 1 0 0,0 1-1 0 0,1-1 0 0 0,-1 0 0 0 0,0 1 0 0 0,0-1 0 0 0,1 0 1 0 0,-1 0-1 0 0,0 1 0 0 0,1-1 0 0 0,-1 0 0 0 0,0 0 1 0 0,1 1-1 0 0,-1-1 0 0 0,0 0 0 0 0,1 0 0 0 0,-1 0 1 0 0,1 0-1 0 0,0 1 0 0 0,17-3 1218 0 0,17-11 997 0 0,16-11-2143 0 0,3 2-5445 0 0,-39 16 3494 0 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9.0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0 102 7834 0 0,'1'-5'225'0'0,"0"0"1"0"0,0 1-1 0 0,0-1 0 0 0,0 1 1 0 0,1-1-1 0 0,0 1 1 0 0,0 0-1 0 0,0 0 1 0 0,0 0-1 0 0,1 0 1 0 0,0 0-1 0 0,-1 0 0 0 0,2 1 1 0 0,-1-1-1 0 0,0 1 1 0 0,5-4-1 0 0,-5 4 121 0 0,1 0-1 0 0,-1 0 1 0 0,1 1-1 0 0,-1 0 1 0 0,1-1-1 0 0,0 1 1 0 0,0 0-1 0 0,0 1 1 0 0,0-1-1 0 0,0 1 1 0 0,0-1-1 0 0,0 1 1 0 0,0 0-1 0 0,1 1 1 0 0,-1-1-1 0 0,0 1 1 0 0,9 0-1 0 0,-10 1-310 0 0,-1 0-1 0 0,1 0 0 0 0,-1 0 1 0 0,0 1-1 0 0,1-1 0 0 0,-1 0 1 0 0,0 1-1 0 0,0 0 0 0 0,0-1 1 0 0,0 1-1 0 0,0 0 1 0 0,0 0-1 0 0,0 0 0 0 0,-1 0 1 0 0,1 0-1 0 0,-1 1 0 0 0,0-1 1 0 0,1 0-1 0 0,-1 1 1 0 0,0-1-1 0 0,0 1 0 0 0,-1-1 1 0 0,1 1-1 0 0,-1-1 0 0 0,1 6 1 0 0,2 7 177 0 0,-2 0 1 0 0,0 1-1 0 0,-1 17 1 0 0,-1-25-198 0 0,0 50-200 0 0,0 104-1996 0 0,2-135 1185 0 0,2 1-1 0 0,1-1 1 0 0,14 50-1 0 0,-6-46-4741 0 0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9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1 456 0 0,'-9'38'13675'0'0,"9"-31"-12147"0"0,0 3-423 0 0,0-3-81 0 0,0 1-24 0 0,0-4-584 0 0,1-2-128 0 0,1-1-16 0 0,4-4-8 0 0,3 0-200 0 0,0-4-64 0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49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4609 0 0,'2'0'577'0'0,"0"0"1"0"0,0 0-1 0 0,1 0 1 0 0,-1 1-1 0 0,0-1 1 0 0,0 1-1 0 0,0-1 1 0 0,0 1-1 0 0,0 0 1 0 0,0 0-1 0 0,4 2 0 0 0,-1 2-91 0 0,0 0 0 0 0,0 0 0 0 0,-1 0-1 0 0,1 1 1 0 0,-1-1 0 0 0,0 1 0 0 0,-1 0-1 0 0,1 0 1 0 0,-1 1 0 0 0,0-1 0 0 0,-1 1-1 0 0,3 8 1 0 0,2 13 549 0 0,6 46-1 0 0,-11-58-673 0 0,31 368 1753 0 0,-25-237-2150 0 0,30 170 0 0 0,-36-307-467 0 0,0 1 0 0 0,1-1 0 0 0,0 1 1 0 0,0-1-1 0 0,7 13 0 0 0,-15-60-6792 0 0,1 20 7285 0 0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0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15 146 6449 0 0,'-1'0'33'0'0,"0"-1"0"0"0,1 1 0 0 0,-1-1 0 0 0,0 1-1 0 0,0-1 1 0 0,0 1 0 0 0,1-1 0 0 0,-1 1 0 0 0,0-1-1 0 0,1 0 1 0 0,-1 1 0 0 0,0-1 0 0 0,1 0 0 0 0,-1 1-1 0 0,1-1 1 0 0,-1 0 0 0 0,1 0 0 0 0,-1 0-1 0 0,1 0 1 0 0,0 1 0 0 0,-1-1 0 0 0,1 0 0 0 0,0 0-1 0 0,0-1 1 0 0,1 0 58 0 0,0 0-1 0 0,0 0 1 0 0,0 1-1 0 0,0-1 1 0 0,0 0-1 0 0,1 1 1 0 0,-1-1-1 0 0,1 1 1 0 0,-1 0-1 0 0,3-2 1 0 0,-2 1-25 0 0,14-12 376 0 0,2 1 0 0 0,-1 1 0 0 0,1 1-1 0 0,1 0 1 0 0,24-10 0 0 0,-33 17-547 0 0,0-1 1 0 0,1 2-1 0 0,0 0 1 0 0,0 0-1 0 0,0 1 1 0 0,0 0-1 0 0,0 1 1 0 0,0 0-1 0 0,1 1 1 0 0,-1 0-1 0 0,20 3 0 0 0,-27-2-1 0 0,0 0-1 0 0,0 0 1 0 0,-1 0-1 0 0,1 0 1 0 0,-1 1-1 0 0,1 0 0 0 0,-1 0 1 0 0,1 0-1 0 0,-1 0 1 0 0,0 0-1 0 0,5 5 0 0 0,8 14-147 0 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0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1 128 8290 0 0,'1'2'120'0'0,"1"-1"1"0"0,0 1-1 0 0,0-1 0 0 0,-1 1 1 0 0,1-1-1 0 0,0 1 1 0 0,0-1-1 0 0,0 0 1 0 0,1 0-1 0 0,-1 0 1 0 0,0 0-1 0 0,0-1 0 0 0,0 1 1 0 0,1 0-1 0 0,-1-1 1 0 0,0 0-1 0 0,1 1 1 0 0,-1-1-1 0 0,0 0 0 0 0,4-1 1 0 0,50-2 1089 0 0,-36-1-863 0 0,-1-1 0 0 0,1 0 0 0 0,-1-1-1 0 0,0-1 1 0 0,24-13 0 0 0,87-55-2714 0 0,-121 69 1889 0 0,15-9-601 0 0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0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22 2761 0 0,'-37'-21'11733'0'0,"36"21"-11523"0"0,-8 22 1153 0 0,3 3-956 0 0,1 0 0 0 0,2 1-1 0 0,0 0 1 0 0,2-1 0 0 0,1 1-1 0 0,5 43 1 0 0,5 4 714 0 0,22 75 1 0 0,-17-90-2331 0 0,9 39-3652 0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0.9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94 3681 0 0,'0'-5'111'0'0,"1"1"-1"0"0,-1-1 1 0 0,1 0 0 0 0,0 0 0 0 0,0 1 0 0 0,0-1-1 0 0,4-7 1 0 0,-4 9 114 0 0,1 1 0 0 0,0 0 1 0 0,0 0-1 0 0,0-1 0 0 0,0 1 0 0 0,0 0 0 0 0,1 1 0 0 0,-1-1 0 0 0,1 0 1 0 0,-1 1-1 0 0,1-1 0 0 0,0 1 0 0 0,-1 0 0 0 0,4-1 0 0 0,5-2 289 0 0,-1 0 0 0 0,1 1 0 0 0,0 0 0 0 0,0 1 0 0 0,1 0 0 0 0,-1 1 0 0 0,0 0 0 0 0,0 1 0 0 0,1 0 0 0 0,-1 1 0 0 0,0 0 0 0 0,0 1 0 0 0,1 0-1 0 0,18 6 1 0 0,-22-5-330 0 0,-1 1-1 0 0,1-1 1 0 0,-1 1 0 0 0,0 0-1 0 0,0 1 1 0 0,-1 0-1 0 0,0 0 1 0 0,1 0-1 0 0,-1 1 1 0 0,-1 0-1 0 0,1 0 1 0 0,-1 0-1 0 0,-1 1 1 0 0,1-1-1 0 0,-1 1 1 0 0,0 0-1 0 0,0 1 1 0 0,-1-1-1 0 0,0 1 1 0 0,0-1-1 0 0,2 13 1 0 0,-2 2-34 0 0,0-1-1 0 0,-2 1 1 0 0,0-1 0 0 0,-1 1 0 0 0,-2 0-1 0 0,0-1 1 0 0,-1 0 0 0 0,-1 1 0 0 0,-11 32-1 0 0,4-21 13 0 0,-1 0-1 0 0,-2-1 1 0 0,-1-1-1 0 0,-2 0 0 0 0,-25 35 1 0 0,28-48-137 0 0,0-1 1 0 0,-28 27 0 0 0,7-15-6321 0 0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1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63 7834 0 0,'0'-1'53'0'0,"0"1"1"0"0,0-1 0 0 0,-1 1-1 0 0,1 0 1 0 0,0-1-1 0 0,0 1 1 0 0,0-1 0 0 0,0 1-1 0 0,0 0 1 0 0,1-1-1 0 0,-1 1 1 0 0,0-1 0 0 0,0 1-1 0 0,0 0 1 0 0,0-1-1 0 0,0 1 1 0 0,0 0 0 0 0,1-1-1 0 0,-1 1 1 0 0,0 0 0 0 0,0-1-1 0 0,0 1 1 0 0,1 0-1 0 0,-1-1 1 0 0,0 1 0 0 0,1 0-1 0 0,-1-1 1 0 0,0 1-1 0 0,0 0 1 0 0,1 0 0 0 0,-1 0-1 0 0,1-1 1 0 0,-1 1-1 0 0,0 0 1 0 0,1 0 0 0 0,-1 0-1 0 0,0 0 1 0 0,1 0 0 0 0,0 0-1 0 0,22-11 856 0 0,-17 9-552 0 0,4-3 387 0 0,5-2-659 0 0,0 1 0 0 0,0 0 0 0 0,19-4 0 0 0,-32 9-179 0 0,1 1 0 0 0,-1-1 0 0 0,1 0 0 0 0,0 1-1 0 0,0 0 1 0 0,-1-1 0 0 0,1 1 0 0 0,0 0 0 0 0,0 1 0 0 0,-1-1 0 0 0,1 0-1 0 0,0 1 1 0 0,-1-1 0 0 0,1 1 0 0 0,0 0 0 0 0,-1 0 0 0 0,1 0-1 0 0,-1 0 1 0 0,0 1 0 0 0,1-1 0 0 0,-1 1 0 0 0,0-1 0 0 0,0 1 0 0 0,1 0-1 0 0,-1 0 1 0 0,2 2 0 0 0,-1 4 94 0 0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1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 10138 0 0,'-1'5'519'0'0,"1"1"1"0"0,-1-1-1 0 0,1 0 0 0 0,0 1 1 0 0,1-1-1 0 0,1 10 0 0 0,-2-14-390 0 0,0 0 0 0 0,1 0-1 0 0,-1 0 1 0 0,0-1 0 0 0,1 1 0 0 0,-1 0 0 0 0,1 0-1 0 0,-1-1 1 0 0,1 1 0 0 0,0 0 0 0 0,-1-1 0 0 0,1 1-1 0 0,-1 0 1 0 0,1-1 0 0 0,0 1 0 0 0,0-1 0 0 0,-1 1-1 0 0,1-1 1 0 0,1 1 0 0 0,0-1-51 0 0,-1 1-1 0 0,1-1 1 0 0,0 0 0 0 0,-1 0 0 0 0,1 0 0 0 0,0 0-1 0 0,-1 0 1 0 0,1 0 0 0 0,0-1 0 0 0,-1 1 0 0 0,1 0-1 0 0,-1-1 1 0 0,1 0 0 0 0,2 0 0 0 0,4-3-234 0 0,1-1 1 0 0,-1 0-1 0 0,0 0 1 0 0,0 0-1 0 0,0-1 1 0 0,10-10 0 0 0,1-3 18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2.2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62 4145 0 0,'1'-1'105'0'0,"-1"-1"0"0"0,0 1 0 0 0,0-1 0 0 0,1 0 0 0 0,-1 1 0 0 0,0-1 0 0 0,1 1 0 0 0,0-1 0 0 0,-1 1 0 0 0,1-1 0 0 0,0 1 0 0 0,0 0 0 0 0,0-1 0 0 0,0 1 0 0 0,0 0 0 0 0,0 0 0 0 0,0 0 0 0 0,0-1 0 0 0,0 1 0 0 0,1 0 0 0 0,-1 1 0 0 0,0-1 1 0 0,1 0-1 0 0,-1 0 0 0 0,1 0 0 0 0,-1 1 0 0 0,1-1 0 0 0,-1 1 0 0 0,4-1 0 0 0,52-15 2593 0 0,-53 16-2520 0 0,14-4 518 0 0,-1 1 1 0 0,0 2-1 0 0,1-1 1 0 0,-1 2 0 0 0,1 0-1 0 0,0 2 1 0 0,22 3-1 0 0,-34-4-534 0 0,0 1 1 0 0,0-1-1 0 0,1 1 0 0 0,-1 1 0 0 0,-1-1 0 0 0,1 1 0 0 0,0 0 0 0 0,-1 0 0 0 0,1 0 0 0 0,-1 1 0 0 0,0 0 1 0 0,0 0-1 0 0,-1 1 0 0 0,1-1 0 0 0,-1 1 0 0 0,0 0 0 0 0,0 0 0 0 0,0 0 0 0 0,-1 0 0 0 0,0 1 1 0 0,0 0-1 0 0,0-1 0 0 0,2 8 0 0 0,0 6-45 0 0,-1 0 0 0 0,-1 0 0 0 0,0 1 0 0 0,-2-1-1 0 0,-1 37 1 0 0,-17 102 880 0 0,2-28-589 0 0,13-100-1429 0 0,3 0 1 0 0,7 58 0 0 0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5:52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13827 0 0,'-2'6'568'0'0,"1"1"-1"0"0,-1-1 1 0 0,1 1 0 0 0,0 0-1 0 0,0 8 1 0 0,1-12-276 0 0,0 0 0 0 0,0 0 1 0 0,1-1-1 0 0,-1 1 0 0 0,1 0 0 0 0,-1 0 1 0 0,1-1-1 0 0,0 1 0 0 0,0 0 0 0 0,0-1 1 0 0,0 1-1 0 0,1-1 0 0 0,-1 0 0 0 0,0 1 0 0 0,4 3 1 0 0,6-2-942 0 0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26.4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71 6449 0 0,'-1'1'165'0'0,"0"0"0"0"0,0-1 0 0 0,0 1 0 0 0,0 0 0 0 0,0 0 0 0 0,0 0 0 0 0,1-1 0 0 0,-1 1-1 0 0,0 0 1 0 0,0 0 0 0 0,1 0 0 0 0,-1 0 0 0 0,1 0 0 0 0,-1 1 0 0 0,1-1 0 0 0,0 0 0 0 0,-1 0 0 0 0,1 0-1 0 0,0 0 1 0 0,0 0 0 0 0,-1 2 0 0 0,-3 26 1171 0 0,4-22-1161 0 0,0 0-1 0 0,0-1 1 0 0,1 1 0 0 0,0-1-1 0 0,0 1 1 0 0,1-1 0 0 0,0 1-1 0 0,0-1 1 0 0,1 0 0 0 0,-1 0-1 0 0,1 0 1 0 0,1 0 0 0 0,-1-1-1 0 0,1 1 1 0 0,0-1 0 0 0,0 0-1 0 0,0 0 1 0 0,8 7 0 0 0,-8-10-62 0 0,-1 1 0 0 0,0-1 1 0 0,0 0-1 0 0,1 0 0 0 0,-1 0 0 0 0,1 0 1 0 0,0 0-1 0 0,0-1 0 0 0,-1 0 0 0 0,1 1 1 0 0,0-1-1 0 0,0-1 0 0 0,0 1 0 0 0,0-1 1 0 0,0 0-1 0 0,0 1 0 0 0,1-2 0 0 0,-1 1 1 0 0,0 0-1 0 0,0-1 0 0 0,0 0 0 0 0,0 0 1 0 0,-1 0-1 0 0,1 0 0 0 0,0-1 0 0 0,0 1 1 0 0,-1-1-1 0 0,1 0 0 0 0,-1 0 0 0 0,1-1 1 0 0,3-2-1 0 0,-3 1 16 0 0,0-1 0 0 0,0 1 1 0 0,-1-1-1 0 0,1 1 0 0 0,-1-1 0 0 0,0 0 0 0 0,0 0 1 0 0,-1-1-1 0 0,0 1 0 0 0,0 0 0 0 0,0-1 1 0 0,0 0-1 0 0,-1 1 0 0 0,0-1 0 0 0,0 0 0 0 0,0 1 1 0 0,-1-10-1 0 0,0 6-53 0 0,0-1 1 0 0,0 1 0 0 0,-1-1-1 0 0,-1 1 1 0 0,1 0 0 0 0,-1 0-1 0 0,-1 0 1 0 0,0 0-1 0 0,0 0 1 0 0,-6-10 0 0 0,8 17-74 0 0,0 0 1 0 0,0 0 0 0 0,0 0-1 0 0,-1 0 1 0 0,1 0-1 0 0,-1 0 1 0 0,0 1 0 0 0,1-1-1 0 0,-1 0 1 0 0,0 1 0 0 0,0-1-1 0 0,0 1 1 0 0,0 0 0 0 0,0 0-1 0 0,0 0 1 0 0,-1 0-1 0 0,1 0 1 0 0,0 0 0 0 0,-1 0-1 0 0,1 1 1 0 0,0-1 0 0 0,-1 1-1 0 0,1 0 1 0 0,0 0 0 0 0,-1 0-1 0 0,1 0 1 0 0,-1 0 0 0 0,1 0-1 0 0,0 0 1 0 0,-1 1-1 0 0,1-1 1 0 0,0 1 0 0 0,-1 0-1 0 0,1 0 1 0 0,0 0 0 0 0,0 0-1 0 0,-4 3 1 0 0,0-1-14 0 0,1 0 1 0 0,0 1-1 0 0,0 0 1 0 0,0 0-1 0 0,1 0 0 0 0,-1 1 1 0 0,1-1-1 0 0,0 1 1 0 0,1 0-1 0 0,-1 1 0 0 0,1-1 1 0 0,0 0-1 0 0,-4 11 1 0 0,5-10-42 0 0,0-1 0 0 0,1 1 0 0 0,0 0 1 0 0,0 0-1 0 0,0 0 0 0 0,1 0 0 0 0,0 1 0 0 0,0-1 1 0 0,1 0-1 0 0,-1 0 0 0 0,1 0 0 0 0,0 0 1 0 0,1 0-1 0 0,0-1 0 0 0,0 1 0 0 0,4 8 1 0 0,-4-11 42 0 0,0 0 0 0 0,0 0 0 0 0,0 0 0 0 0,0 0 0 0 0,1-1 0 0 0,-1 1 0 0 0,1-1 0 0 0,0 0 0 0 0,0 0 0 0 0,-1 0 0 0 0,1 0 0 0 0,1 0 0 0 0,-1 0 0 0 0,0-1 0 0 0,0 0 0 0 0,0 0 0 0 0,1 0 0 0 0,-1 0 0 0 0,1 0 0 0 0,-1 0 1 0 0,1-1-1 0 0,-1 0 0 0 0,1 0 0 0 0,-1 0 0 0 0,1 0 0 0 0,-1 0 0 0 0,1-1 0 0 0,-1 1 0 0 0,1-1 0 0 0,3-1 0 0 0,-3 0 55 0 0,0 1 1 0 0,0-1-1 0 0,0 1 0 0 0,0-1 1 0 0,-1 0-1 0 0,1 0 0 0 0,0-1 1 0 0,-1 1-1 0 0,0-1 0 0 0,1 0 1 0 0,-1 0-1 0 0,0 0 0 0 0,0 0 1 0 0,-1 0-1 0 0,1-1 0 0 0,-1 0 1 0 0,0 1-1 0 0,1-1 0 0 0,-2 0 1 0 0,1 0-1 0 0,0 0 0 0 0,-1 0 1 0 0,0 0-1 0 0,0 0 0 0 0,0 0 0 0 0,0-1 1 0 0,-1 1-1 0 0,1-9 0 0 0,-1 9-19 0 0,0-1 0 0 0,-1 1-1 0 0,1-1 1 0 0,-1 0-1 0 0,0 1 1 0 0,0-1-1 0 0,0 1 1 0 0,-1-1-1 0 0,1 1 1 0 0,-1 0-1 0 0,0 0 1 0 0,-1 0-1 0 0,1 0 1 0 0,-1 0-1 0 0,1 0 1 0 0,-1 1-1 0 0,0-1 1 0 0,0 1-1 0 0,-1 0 1 0 0,1-1-1 0 0,-1 2 1 0 0,0-1 0 0 0,0 0-1 0 0,1 1 1 0 0,-2 0-1 0 0,1 0 1 0 0,-5-2-1 0 0,8 3-8 0 0,0 1-1 0 0,-1-1 1 0 0,1 1 0 0 0,0-1-1 0 0,-1 1 1 0 0,1 0 0 0 0,0 0-1 0 0,-1-1 1 0 0,1 1 0 0 0,-1 0-1 0 0,1 0 1 0 0,0 0 0 0 0,-1 1-1 0 0,1-1 1 0 0,-1 0 0 0 0,1 0-1 0 0,0 1 1 0 0,-1-1 0 0 0,1 1-1 0 0,0-1 1 0 0,-1 1-1 0 0,1 0 1 0 0,-2 1 0 0 0,2-1-63 0 0,0 0 0 0 0,0 1 1 0 0,0-1-1 0 0,0 1 0 0 0,0 0 1 0 0,1-1-1 0 0,-1 1 0 0 0,0 0 0 0 0,1 0 1 0 0,-1-1-1 0 0,1 1 0 0 0,0 0 1 0 0,0 0-1 0 0,-1 0 0 0 0,1 2 0 0 0,1 9-786 0 0,1 0 0 0 0,-1-1 1 0 0,2 0-1 0 0,3 13 0 0 0,-5-21 315 0 0,10 39 5 0 0,-7-21 498 0 0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27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108 120 5065 0 0,'-32'-36'7292'0'0,"40"77"-4207"0"0,18 40-1174 0 0,-23-74-1784 0 0,0 0 0 0 0,0-1 0 0 0,1 0 0 0 0,-1 1 0 0 0,2-1 0 0 0,-1-1 0 0 0,0 1 0 0 0,1 0 0 0 0,9 7 0 0 0,-14-13-107 0 0,1 1 1 0 0,0-1 0 0 0,-1 1 0 0 0,1-1-1 0 0,-1 1 1 0 0,1-1 0 0 0,0 1 0 0 0,0-1-1 0 0,-1 0 1 0 0,1 0 0 0 0,0 1-1 0 0,-1-1 1 0 0,1 0 0 0 0,0 0 0 0 0,0 0-1 0 0,-1 0 1 0 0,1 0 0 0 0,0 0 0 0 0,0 0-1 0 0,0 0 1 0 0,-1 0 0 0 0,1 0 0 0 0,0 0-1 0 0,0 0 1 0 0,-1 0 0 0 0,1-1-1 0 0,0 1 1 0 0,0 0 0 0 0,-1-1 0 0 0,1 1-1 0 0,1-1 1 0 0,-1-1 27 0 0,1 0 1 0 0,-1 0-1 0 0,1 0 0 0 0,-1 0 0 0 0,0 0 0 0 0,0 0 1 0 0,0 0-1 0 0,0 0 0 0 0,0 0 0 0 0,1-4 1 0 0,1-6 356 0 0,-1 0 0 0 0,2-25 0 0 0,-4 24-278 0 0,0 1-1 0 0,-1-1 0 0 0,-1 1 0 0 0,0-1 0 0 0,0 1 0 0 0,-5-13 0 0 0,5 19-115 0 0,0 0 0 0 0,0 1 0 0 0,0-1 0 0 0,-1 1 0 0 0,0 0 0 0 0,0-1 1 0 0,0 2-1 0 0,-1-1 0 0 0,1 0 0 0 0,-1 1 0 0 0,0-1 0 0 0,-1 1 0 0 0,1 0 0 0 0,-1 0 1 0 0,-5-3-1 0 0,8 6-11 0 0,-1 0 1 0 0,1 0 0 0 0,0 0 0 0 0,-1 0-1 0 0,1 0 1 0 0,-1 0 0 0 0,1 1-1 0 0,-1-1 1 0 0,1 1 0 0 0,-1-1-1 0 0,1 1 1 0 0,-1 0 0 0 0,1 0 0 0 0,-1 1-1 0 0,1-1 1 0 0,-1 0 0 0 0,1 1-1 0 0,-1-1 1 0 0,1 1 0 0 0,-5 1-1 0 0,4 1-8 0 0,-1-1 1 0 0,1 0-1 0 0,-1 1 0 0 0,1 0 0 0 0,0 0 0 0 0,0 0 0 0 0,0 0 0 0 0,0 0 0 0 0,1 1 0 0 0,-1-1 0 0 0,-2 6 0 0 0,-1 3-46 0 0,0 0 0 0 0,1 1-1 0 0,0 0 1 0 0,1 0 0 0 0,1 0 0 0 0,-4 23 0 0 0,7-28 47 0 0,0 0 0 0 0,0 0 1 0 0,0 1-1 0 0,1-1 0 0 0,0 0 1 0 0,1 0-1 0 0,0 0 0 0 0,0 0 1 0 0,1-1-1 0 0,0 1 0 0 0,0-1 1 0 0,1 1-1 0 0,6 9 0 0 0,-8-14 9 0 0,0 0 0 0 0,0 0 0 0 0,0 0 0 0 0,0-1 0 0 0,1 1 0 0 0,0-1 0 0 0,-1 1 1 0 0,1-1-1 0 0,0 0 0 0 0,0 0 0 0 0,0 0 0 0 0,0-1 0 0 0,0 1 0 0 0,1-1 0 0 0,-1 1 0 0 0,0-1 0 0 0,1 0 0 0 0,-1-1 0 0 0,1 1 0 0 0,-1 0 0 0 0,1-1 0 0 0,0 0 0 0 0,-1 0 0 0 0,1 0 0 0 0,-1 0 0 0 0,1-1 0 0 0,-1 1 0 0 0,1-1 0 0 0,-1 0 0 0 0,1 0 0 0 0,-1 0 1 0 0,0 0-1 0 0,4-3 0 0 0,-3 2 13 0 0,0-1 1 0 0,0 0 0 0 0,0 0 0 0 0,0-1 0 0 0,0 1-1 0 0,-1-1 1 0 0,1 0 0 0 0,-1 0 0 0 0,0 0-1 0 0,-1 0 1 0 0,1 0 0 0 0,-1-1 0 0 0,1 1 0 0 0,-1-1-1 0 0,-1 1 1 0 0,1-1 0 0 0,-1 0 0 0 0,1 0 0 0 0,-1 0-1 0 0,-1 0 1 0 0,1 0 0 0 0,-1-9 0 0 0,1-5 53 0 0,-2 1 0 0 0,0 0 0 0 0,-1 0 0 0 0,-8-35 0 0 0,10 51-70 0 0,0 0 1 0 0,-1 0-1 0 0,1 1 1 0 0,-1-1-1 0 0,1 0 1 0 0,-1 0-1 0 0,0 1 1 0 0,0-1-1 0 0,0 0 1 0 0,0 1-1 0 0,0-1 1 0 0,0 1-1 0 0,0-1 1 0 0,0 1-1 0 0,-1-1 1 0 0,1 1-1 0 0,0 0 1 0 0,-1 0-1 0 0,1 0 1 0 0,-1 0-1 0 0,-3-2 1 0 0,3 3-2 0 0,1 0 1 0 0,-1-1-1 0 0,0 1 1 0 0,0 0 0 0 0,0 0-1 0 0,0 0 1 0 0,0 1 0 0 0,0-1-1 0 0,0 0 1 0 0,1 1-1 0 0,-1-1 1 0 0,0 1 0 0 0,0 0-1 0 0,0 0 1 0 0,1-1 0 0 0,-1 1-1 0 0,-2 2 1 0 0,-1 1-2 0 0,0 0 0 0 0,0-1 0 0 0,1 2 1 0 0,0-1-1 0 0,-1 0 0 0 0,2 1 0 0 0,-1 0 1 0 0,0 0-1 0 0,1 0 0 0 0,0 0 0 0 0,0 1 1 0 0,-3 8-1 0 0,5-6-4 0 0,0 0 1 0 0,0-1 0 0 0,1 1-1 0 0,0 0 1 0 0,1 0-1 0 0,-1-1 1 0 0,1 1 0 0 0,1 0-1 0 0,3 10 1 0 0,-4-13 1 0 0,1 1 1 0 0,-1-1 0 0 0,1 0 0 0 0,0-1-1 0 0,1 1 1 0 0,-1 0 0 0 0,1 0 0 0 0,0-1-1 0 0,0 0 1 0 0,0 0 0 0 0,1 0 0 0 0,0 0-1 0 0,-1 0 1 0 0,9 5 0 0 0,-11-8 4 0 0,1 0 0 0 0,0-1 0 0 0,0 1-1 0 0,0-1 1 0 0,-1 1 0 0 0,1-1 0 0 0,0 1 0 0 0,0-1 0 0 0,0 0 0 0 0,0 0 0 0 0,0 0 0 0 0,0 0 0 0 0,-1-1 0 0 0,1 1 0 0 0,0 0 0 0 0,0-1 0 0 0,0 1-1 0 0,0-1 1 0 0,-1 0 0 0 0,1 0 0 0 0,0 1 0 0 0,-1-1 0 0 0,1 0 0 0 0,-1 0 0 0 0,1-1 0 0 0,-1 1 0 0 0,1 0 0 0 0,-1 0 0 0 0,0-1 0 0 0,1 1-1 0 0,-1-1 1 0 0,0 1 0 0 0,0-1 0 0 0,0 1 0 0 0,0-1 0 0 0,1-2 0 0 0,1-2 2 0 0,0 0-1 0 0,0 0 1 0 0,0-1-1 0 0,0 1 0 0 0,-1-1 1 0 0,0 0-1 0 0,-1 0 1 0 0,2-10-1 0 0,-3 6 40 0 0,0 0-1 0 0,-1 0 1 0 0,0 0-1 0 0,-1 0 1 0 0,0 0-1 0 0,-1 1 1 0 0,0-1-1 0 0,0 1 0 0 0,-1 0 1 0 0,-1-1-1 0 0,-9-15 1 0 0,13 24-31 0 0,-1 1 0 0 0,1-1 0 0 0,0 1 0 0 0,0-1 1 0 0,-1 1-1 0 0,1 0 0 0 0,-1-1 0 0 0,1 1 0 0 0,-1 0 0 0 0,1 0 1 0 0,-1 0-1 0 0,0 0 0 0 0,0 0 0 0 0,1 1 0 0 0,-1-1 0 0 0,0 1 0 0 0,0-1 1 0 0,0 1-1 0 0,0-1 0 0 0,0 1 0 0 0,0 0 0 0 0,0 0 0 0 0,1 0 0 0 0,-1 0 1 0 0,0 0-1 0 0,0 0 0 0 0,0 1 0 0 0,0-1 0 0 0,0 1 0 0 0,0-1 1 0 0,1 1-1 0 0,-1 0 0 0 0,0 0 0 0 0,0 0 0 0 0,1 0 0 0 0,-1 0 0 0 0,0 0 1 0 0,1 0-1 0 0,-1 0 0 0 0,1 0 0 0 0,0 1 0 0 0,-1-1 0 0 0,-1 3 1 0 0,-1 1-12 0 0,-1 1 1 0 0,1-1 0 0 0,0 1 0 0 0,0 0 0 0 0,0 0 0 0 0,1 0 0 0 0,0 0 0 0 0,0 1-1 0 0,1 0 1 0 0,-4 12 0 0 0,5-4-1617 0 0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29.0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259 1 6913 0 0,'-132'141'7813'0'0,"115"-120"-7436"0"0,2 0 0 0 0,0 0 0 0 0,1 2 0 0 0,1 0 0 0 0,-13 33 0 0 0,25-53-315 0 0,0 0-1 0 0,0 0 1 0 0,0 0 0 0 0,1 1 0 0 0,-1-1 0 0 0,1 0 0 0 0,0 0 0 0 0,0 0 0 0 0,0 0 0 0 0,0 0 0 0 0,0 1 0 0 0,1-1 0 0 0,0 0 0 0 0,-1 0 0 0 0,1 0-1 0 0,0 0 1 0 0,0 0 0 0 0,1 0 0 0 0,-1-1 0 0 0,1 1 0 0 0,-1 0 0 0 0,1-1 0 0 0,0 1 0 0 0,0-1 0 0 0,0 1 0 0 0,0-1 0 0 0,1 0 0 0 0,-1 0-1 0 0,1 0 1 0 0,3 2 0 0 0,9 6 165 0 0,0-1-1 0 0,1-1 0 0 0,0 0 0 0 0,24 7 1 0 0,-4-1-106 0 0,32 22-32 0 0,-63-33-74 0 0,1 1 0 0 0,0 1-1 0 0,-1-1 1 0 0,0 1 0 0 0,0 0 0 0 0,0 0 0 0 0,-1 0 0 0 0,8 11 0 0 0,-11-14-1 0 0,0 0 1 0 0,-1-1-1 0 0,1 1 1 0 0,0-1-1 0 0,-1 1 1 0 0,1 0-1 0 0,-1 0 1 0 0,0-1-1 0 0,1 1 1 0 0,-1 0-1 0 0,0 0 1 0 0,0 0-1 0 0,0-1 1 0 0,0 1-1 0 0,0 0 1 0 0,-1 0-1 0 0,1-1 1 0 0,-1 1-1 0 0,0 3 1 0 0,-1-2 53 0 0,0 1 0 0 0,0-1 0 0 0,0 0 0 0 0,0 0 0 0 0,-1 0 1 0 0,1 0-1 0 0,-1-1 0 0 0,1 1 0 0 0,-5 2 0 0 0,-5 3 234 0 0,0 0-1 0 0,-1 0 0 0 0,-23 9 0 0 0,16-8-183 0 0,0-2-1 0 0,0 0 0 0 0,0-2 0 0 0,-1 0 0 0 0,-29 3 0 0 0,-17-8-3000 0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29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6 8754 0 0,'-8'-6'5010'0'0,"12"16"-1560"0"0,10 11-1811 0 0,-4-5-1479 0 0,-1 0 148 0 0,0 1 0 0 0,-1 0 0 0 0,-1 0 0 0 0,-1 1 0 0 0,0-1 0 0 0,-1 2 0 0 0,-1-1 0 0 0,2 29 0 0 0,-1 16-252 0 0,-5 90 1 0 0,-2-100-2 0 0,2 33-487 0 0,2-49-5356 0 0,-1-17-975 0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30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 6449 0 0,'69'-10'7748'0'0,"-50"5"-7042"0"0,0 2 0 0 0,0 0 0 0 0,0 2 0 0 0,22 0-1 0 0,-28 3-477 0 0,0 0 0 0 0,0 1 0 0 0,-1 1 0 0 0,1 0 0 0 0,-1 0-1 0 0,0 1 1 0 0,0 1 0 0 0,-1 0 0 0 0,0 1 0 0 0,0 0 0 0 0,0 0-1 0 0,15 15 1 0 0,-19-15-210 0 0,1 0 0 0 0,-1 1 0 0 0,0 0 0 0 0,-1 0 0 0 0,1 1 0 0 0,-2 0 0 0 0,1 0 0 0 0,-1 0 0 0 0,-1 0 0 0 0,0 1 0 0 0,0 0 0 0 0,-1 0 0 0 0,0 0 0 0 0,-1 0 0 0 0,0 1 0 0 0,1 11 0 0 0,-4-15 34 0 0,1 1 0 0 0,-1-1 0 0 0,-1 0 0 0 0,0 1 0 0 0,0-1 0 0 0,0 0 0 0 0,-1 0 0 0 0,0 0 0 0 0,0 0 1 0 0,-1-1-1 0 0,0 1 0 0 0,0-1 0 0 0,0 0 0 0 0,-1 0 0 0 0,0 0 0 0 0,-8 6 0 0 0,-10 10 251 0 0,-1-1 0 0 0,-39 24-1 0 0,59-42-273 0 0,-29 20-51 0 0,0-2 0 0 0,-65 31 0 0 0,86-49-845 0 0,11-5 413 0 0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1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82 10138 0 0,'-3'4'212'0'0,"0"0"0"0"0,0 0 0 0 0,1 1 0 0 0,-1-1 0 0 0,1 1 0 0 0,0-1 0 0 0,0 1 0 0 0,1 0 0 0 0,-2 6 0 0 0,-7 45 1101 0 0,9-52-1181 0 0,1-1 0 0 0,-1 0 1 0 0,1 1-1 0 0,0-1 0 0 0,0 0 1 0 0,0 1-1 0 0,1-1 0 0 0,-1 0 0 0 0,1 1 1 0 0,0-1-1 0 0,0 0 0 0 0,0 0 0 0 0,0 0 1 0 0,0 0-1 0 0,1 0 0 0 0,0 0 0 0 0,-1 0 1 0 0,1 0-1 0 0,0 0 0 0 0,0-1 1 0 0,1 1-1 0 0,-1-1 0 0 0,0 0 0 0 0,1 1 1 0 0,-1-1-1 0 0,1 0 0 0 0,0-1 0 0 0,0 1 1 0 0,0 0-1 0 0,0-1 0 0 0,0 1 1 0 0,0-1-1 0 0,0 0 0 0 0,0 0 0 0 0,1-1 1 0 0,-1 1-1 0 0,0 0 0 0 0,1-1 0 0 0,-1 0 1 0 0,0 0-1 0 0,1 0 0 0 0,-1 0 1 0 0,4-1-1 0 0,-6 0-87 0 0,1 1 0 0 0,-1 0 1 0 0,1-1-1 0 0,-1 0 0 0 0,1 1 1 0 0,-1-1-1 0 0,0 0 0 0 0,1 0 1 0 0,-1 0-1 0 0,0 1 0 0 0,0-1 1 0 0,0-1-1 0 0,0 1 0 0 0,0 0 1 0 0,0 0-1 0 0,0 0 0 0 0,0 0 1 0 0,0-1-1 0 0,0 1 0 0 0,0-2 1 0 0,1-1 26 0 0,-1 0 1 0 0,0 1 0 0 0,0-1 0 0 0,-1 0 0 0 0,1 0-1 0 0,-1 0 1 0 0,0-7 0 0 0,0-2 85 0 0,-2 0 0 0 0,0 1 1 0 0,-7-24-1 0 0,5 24-103 0 0,0 1 0 0 0,-1 1 0 0 0,0-1 0 0 0,-1 1 0 0 0,-1-1 0 0 0,-12-15 0 0 0,16 22-50 0 0,0 1 1 0 0,0-1-1 0 0,0 1 1 0 0,0 0-1 0 0,0 0 1 0 0,-1 0-1 0 0,1 0 1 0 0,-1 1-1 0 0,0 0 1 0 0,0-1-1 0 0,0 1 1 0 0,0 1-1 0 0,0-1 1 0 0,0 0-1 0 0,0 1 1 0 0,-1 0-1 0 0,1 0 1 0 0,0 0-1 0 0,-1 1 1 0 0,-8-1-1 0 0,11 2-3 0 0,-1-1-1 0 0,0 1 0 0 0,1 0 1 0 0,-1 0-1 0 0,0 0 1 0 0,1 0-1 0 0,-1 0 1 0 0,1 0-1 0 0,0 1 1 0 0,-1-1-1 0 0,1 1 1 0 0,0 0-1 0 0,0-1 0 0 0,0 1 1 0 0,0 0-1 0 0,0 0 1 0 0,0 1-1 0 0,-1 2 1 0 0,0-1 9 0 0,1 1 0 0 0,0-1 0 0 0,0 1 0 0 0,0 0 0 0 0,1-1-1 0 0,0 1 1 0 0,0 0 0 0 0,0 0 0 0 0,0 9 0 0 0,1-8-6 0 0,-1 0 0 0 0,2 0 0 0 0,-1 0 0 0 0,1 0 0 0 0,0 0 0 0 0,0 0 0 0 0,0 0 0 0 0,1-1 0 0 0,0 1 0 0 0,0 0 0 0 0,1-1 0 0 0,-1 0 0 0 0,1 1 0 0 0,0-1 0 0 0,1 0 0 0 0,-1-1 0 0 0,7 8 0 0 0,-7-10 1 0 0,1 1 0 0 0,-1-1 1 0 0,1 0-1 0 0,-1 0 1 0 0,1 0-1 0 0,0-1 0 0 0,0 1 1 0 0,0-1-1 0 0,0 0 0 0 0,0 0 1 0 0,0 0-1 0 0,0-1 0 0 0,0 1 1 0 0,0-1-1 0 0,0 0 0 0 0,0 0 1 0 0,0-1-1 0 0,0 1 0 0 0,0-1 1 0 0,0 0-1 0 0,0 0 0 0 0,0 0 1 0 0,0-1-1 0 0,0 1 1 0 0,0-1-1 0 0,-1 0 0 0 0,1 0 1 0 0,-1 0-1 0 0,4-3 0 0 0,-3 2 2 0 0,0 0 1 0 0,0-1-1 0 0,-1 1 0 0 0,0 0 0 0 0,0-1 0 0 0,0 0 0 0 0,0 0 1 0 0,0 0-1 0 0,-1 0 0 0 0,0 0 0 0 0,0-1 0 0 0,0 1 0 0 0,0-1 1 0 0,-1 1-1 0 0,1-1 0 0 0,-1 1 0 0 0,0-1 0 0 0,-1 0 1 0 0,1 0-1 0 0,-1 0 0 0 0,0 1 0 0 0,0-1 0 0 0,-1 0 0 0 0,-1-8 1 0 0,0 4-3 0 0,-1 0 1 0 0,0 0 0 0 0,-1 0 0 0 0,-6-12 0 0 0,8 19-6 0 0,1-1 0 0 0,0 1 0 0 0,-1 0 0 0 0,1 0-1 0 0,-1 0 1 0 0,1 0 0 0 0,-1 0 0 0 0,0 0 0 0 0,0 1 0 0 0,0-1 0 0 0,0 1-1 0 0,0-1 1 0 0,0 1 0 0 0,0 0 0 0 0,-1 0 0 0 0,1 0 0 0 0,0 0-1 0 0,-1 0 1 0 0,1 0 0 0 0,-1 0 0 0 0,-4 0 0 0 0,6 2-1 0 0,0-1 0 0 0,0 0 0 0 0,0 1 0 0 0,-1-1 0 0 0,1 1 1 0 0,0 0-1 0 0,0-1 0 0 0,0 1 0 0 0,0 0 0 0 0,0-1 0 0 0,0 1 0 0 0,0 0 0 0 0,0 0 1 0 0,0 0-1 0 0,0 0 0 0 0,0 0 0 0 0,1 0 0 0 0,-1 0 0 0 0,0 0 0 0 0,1 1 0 0 0,-1-1 1 0 0,1 0-1 0 0,-1 0 0 0 0,1 0 0 0 0,0 1 0 0 0,0-1 0 0 0,-1 0 0 0 0,1 1 0 0 0,0 1 1 0 0,-2 40-20 0 0,3-35 23 0 0,0 1-1 0 0,0-1 0 0 0,1 1 1 0 0,0-1-1 0 0,1 0 0 0 0,0 0 1 0 0,0 0-1 0 0,1 0 0 0 0,0 0 1 0 0,0-1-1 0 0,0 0 1 0 0,10 11-1 0 0,-10-14-236 0 0,0 1 0 0 0,1-1-1 0 0,0 0 1 0 0,0 0 0 0 0,0-1 0 0 0,0 0 0 0 0,1 0 0 0 0,-1 0 0 0 0,1 0-1 0 0,0-1 1 0 0,0 0 0 0 0,0 0 0 0 0,0 0 0 0 0,0-1 0 0 0,0 0 0 0 0,0 0-1 0 0,12-1 1 0 0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2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22 164 1376 0 0,'-10'-84'634'0'0,"-2"5"19879"0"0,13 109-18796 0 0,0 35-2444 0 0,24 116 793 0 0,-6-57 20 0 0,-6 0 0 0 0,-3 136 0 0 0,-15-131-75 0 0,-5 249 95 0 0,34 0-31 0 0,98 298 49 0 0,-78-515-7 0 0,14 67 154 0 0,-19 37 321 0 0,-11-72-592 0 0,-28-159-1162 0 0,0-29 283 0 0,0-22 310 0 0,0 7-506 0 0,-1 0-1 0 0,0 1 1 0 0,-1-1-1 0 0,1 1 0 0 0,-7-16 1 0 0,7 21 689 0 0,-1-1 0 0 0,0 1-1 0 0,0 0 1 0 0,0-1 0 0 0,0 1 0 0 0,-1 0 0 0 0,0 1 0 0 0,0-1-1 0 0,0 0 1 0 0,0 1 0 0 0,0 0 0 0 0,-1-1 0 0 0,-5-3 0 0 0,7 6 619 0 0,0 1 1 0 0,0-1 0 0 0,0 0 0 0 0,-1 1 0 0 0,1 0 0 0 0,0-1-1 0 0,0 1 1 0 0,0 0 0 0 0,0 0 0 0 0,-1 0 0 0 0,1 0-1 0 0,0 0 1 0 0,0 1 0 0 0,0-1 0 0 0,-3 2 0 0 0,-36 13 2404 0 0,25-9-1709 0 0,12-5-746 0 0,0 1 1 0 0,0 0 0 0 0,1-1-1 0 0,-1 1 1 0 0,1 0 0 0 0,-1 1-1 0 0,1-1 1 0 0,0 1 0 0 0,0-1-1 0 0,0 1 1 0 0,0 0 0 0 0,1 0-1 0 0,-1 0 1 0 0,1 0 0 0 0,0 1-1 0 0,-4 5 1 0 0,4-3-47 0 0,0 0 0 0 0,0 0 0 0 0,1 0 0 0 0,0 0 0 0 0,0 0 1 0 0,0 0-1 0 0,0 0 0 0 0,1 0 0 0 0,0 0 0 0 0,1 7 0 0 0,2 2-40 0 0,0 1-1 0 0,0-1 0 0 0,1 0 1 0 0,1-1-1 0 0,1 1 0 0 0,0-1 1 0 0,16 27-1 0 0,-19-37-94 0 0,0 0 1 0 0,0 0 0 0 0,0 0-1 0 0,1-1 1 0 0,0 1-1 0 0,-1-1 1 0 0,1 0-1 0 0,0 0 1 0 0,1 0-1 0 0,-1-1 1 0 0,0 1-1 0 0,1-1 1 0 0,0 0-1 0 0,-1-1 1 0 0,1 1-1 0 0,0-1 1 0 0,0 0-1 0 0,0 0 1 0 0,8 1-1 0 0,-10-2-1 0 0,0 0-1 0 0,-1 0 0 0 0,1-1 1 0 0,0 1-1 0 0,0-1 0 0 0,0 1 1 0 0,-1-1-1 0 0,1 0 1 0 0,0 0-1 0 0,-1 0 0 0 0,1 0 1 0 0,-1-1-1 0 0,1 1 1 0 0,-1-1-1 0 0,1 1 0 0 0,-1-1 1 0 0,0 0-1 0 0,0 0 0 0 0,0 0 1 0 0,0 0-1 0 0,0 0 1 0 0,0-1-1 0 0,-1 1 0 0 0,1 0 1 0 0,-1-1-1 0 0,0 1 1 0 0,1-1-1 0 0,-1 0 0 0 0,0 1 1 0 0,-1-1-1 0 0,1 0 0 0 0,0 0 1 0 0,-1 1-1 0 0,0-1 1 0 0,1-4-1 0 0,-1-18 52 0 0,-1 1 0 0 0,-1-1-1 0 0,0 1 1 0 0,-2-1 0 0 0,-1 1-1 0 0,-2 1 1 0 0,0-1 0 0 0,-1 1 0 0 0,-16-32-1 0 0,24 54-46 0 0,-1-1 0 0 0,1 0-1 0 0,-1 1 1 0 0,1-1 0 0 0,-1 0 0 0 0,0 1-1 0 0,0-1 1 0 0,0 1 0 0 0,0-1-1 0 0,0 1 1 0 0,0 0 0 0 0,-1 0-1 0 0,1-1 1 0 0,0 1 0 0 0,-1 0-1 0 0,1 0 1 0 0,-1 0 0 0 0,1 0-1 0 0,-1 0 1 0 0,1 1 0 0 0,-1-1-1 0 0,0 0 1 0 0,1 1 0 0 0,-1-1-1 0 0,0 1 1 0 0,1-1 0 0 0,-1 1-1 0 0,0 0 1 0 0,0 0 0 0 0,1 0-1 0 0,-4 0 1 0 0,3 1-5 0 0,0 0-1 0 0,0 1 0 0 0,0-1 1 0 0,0 0-1 0 0,0 1 1 0 0,0-1-1 0 0,0 1 0 0 0,0 0 1 0 0,1 0-1 0 0,-1 0 1 0 0,0 0-1 0 0,1 0 0 0 0,0 0 1 0 0,-1 0-1 0 0,1 0 1 0 0,0 0-1 0 0,0 1 0 0 0,0-1 1 0 0,1 0-1 0 0,-1 1 1 0 0,1-1-1 0 0,-1 4 0 0 0,-1 4-6 0 0,1 0-1 0 0,0 0 0 0 0,1 0 0 0 0,0 0 0 0 0,0 0 1 0 0,1 0-1 0 0,1 0 0 0 0,0 0 0 0 0,0 0 0 0 0,1 0 0 0 0,0 0 1 0 0,7 15-1 0 0,-6-18 7 0 0,0 1 0 0 0,0-1 0 0 0,1 0 0 0 0,0 0 0 0 0,0-1 0 0 0,0 1 0 0 0,1-1 0 0 0,0 0 0 0 0,0 0 0 0 0,0-1 0 0 0,1 0 0 0 0,0 0 0 0 0,0-1 0 0 0,1 1 0 0 0,12 4 0 0 0,-19-8 1 0 0,0-1 0 0 0,0 1 0 0 0,0-1 0 0 0,0 0 0 0 0,0 1 0 0 0,0-1 0 0 0,0 0 0 0 0,0 0 0 0 0,1 0 0 0 0,-1 0 0 0 0,0 0 0 0 0,0 0 0 0 0,0 0 0 0 0,0 0 0 0 0,0 0 0 0 0,0 0 0 0 0,0-1 0 0 0,0 1 0 0 0,0 0 0 0 0,0-1 0 0 0,0 1 0 0 0,0-1 0 0 0,0 1 0 0 0,0-1 0 0 0,0 1 0 0 0,0-1 0 0 0,-1 0 0 0 0,3-1 0 0 0,-2 0 0 0 0,0 0 0 0 0,0 0 0 0 0,0-1 0 0 0,0 1 0 0 0,0-1 0 0 0,0 1 0 0 0,0-1 0 0 0,-1 1 0 0 0,1-1 0 0 0,-1 1 0 0 0,0-5 0 0 0,0-8 0 0 0,-1 1 0 0 0,0 0 0 0 0,-4-16 0 0 0,5 29 0 0 0,-5-23 0 0 0,-1 0 0 0 0,-14-38 0 0 0,17 55 0 0 0,0 0 0 0 0,0 0 0 0 0,-1 1 0 0 0,1-1 0 0 0,-2 1 0 0 0,1 0 0 0 0,-1 0 0 0 0,0 0 0 0 0,0 1 0 0 0,0 0 0 0 0,-1 0 0 0 0,1 0 0 0 0,-9-4 0 0 0,14 8 0 0 0,-1 1 0 0 0,1-1 0 0 0,-1 1 0 0 0,0-1 0 0 0,1 1 0 0 0,-1 0 0 0 0,0-1 0 0 0,1 1 0 0 0,-1 0 0 0 0,0 0 0 0 0,0-1 0 0 0,1 1 1 0 0,-1 0-1 0 0,0 0 0 0 0,1 0 0 0 0,-1 0 0 0 0,0 0 0 0 0,0 0 0 0 0,1 0 0 0 0,-1 0 0 0 0,0 0 0 0 0,0 0 0 0 0,1 1 0 0 0,-1-1 0 0 0,0 0 0 0 0,0 0 0 0 0,1 1 0 0 0,-1-1 0 0 0,0 1 0 0 0,1-1 0 0 0,-2 1 0 0 0,2 1 0 0 0,-1-1 0 0 0,0 0 0 0 0,0 1-1 0 0,1 0 1 0 0,-1-1 0 0 0,1 1 0 0 0,-1-1 0 0 0,1 1 0 0 0,0 0-1 0 0,0-1 1 0 0,-1 1 0 0 0,1 0 0 0 0,1 2 0 0 0,-1 4 3 0 0,1 0 1 0 0,0 1-1 0 0,1-1 1 0 0,4 14-1 0 0,0-9 29 0 0,0 0 0 0 0,1-1 0 0 0,0 0 0 0 0,1 0 0 0 0,0 0 0 0 0,17 17-1 0 0,-23-26-40 0 0,1 0-1 0 0,1 0 1 0 0,-1 0-1 0 0,0 0 1 0 0,1 0-1 0 0,-1-1 1 0 0,1 1-1 0 0,0-1 1 0 0,0 0-1 0 0,0 0 1 0 0,0-1-1 0 0,0 1 1 0 0,0-1-1 0 0,0 0 1 0 0,1 0-1 0 0,-1 0 1 0 0,0-1-1 0 0,1 1 1 0 0,-1-1-1 0 0,1 0 1 0 0,-1-1-1 0 0,0 1 1 0 0,1-1-1 0 0,-1 1 1 0 0,7-3-1 0 0,-8 2 9 0 0,-1 0 0 0 0,1 0 1 0 0,-1-1-1 0 0,0 1 0 0 0,1 0 0 0 0,-1-1 0 0 0,0 0 0 0 0,0 1 1 0 0,0-1-1 0 0,0 0 0 0 0,0 0 0 0 0,0 0 0 0 0,-1 0 1 0 0,1-1-1 0 0,-1 1 0 0 0,1 0 0 0 0,-1-1 0 0 0,2-3 0 0 0,-2 1 5 0 0,0 1 0 0 0,0-1-1 0 0,-1 1 1 0 0,1-1-1 0 0,-1 1 1 0 0,0-1 0 0 0,0 0-1 0 0,0 1 1 0 0,-1-1 0 0 0,-1-5-1 0 0,-1 0 56 0 0,0 0-1 0 0,0 0 0 0 0,-1 0 1 0 0,0 1-1 0 0,-1 0 1 0 0,0 0-1 0 0,0 0 0 0 0,-1 0 1 0 0,-8-8-1 0 0,10 13-24 0 0,0 0 0 0 0,-1 1 0 0 0,0-1 0 0 0,0 1 0 0 0,0 0 0 0 0,0 1 0 0 0,0-1 0 0 0,0 1 0 0 0,-1 0 0 0 0,1 0 0 0 0,-1 1-1 0 0,1 0 1 0 0,-1 0 0 0 0,0 0 0 0 0,1 0 0 0 0,-9 1 0 0 0,10 0-32 0 0,1 0 1 0 0,-1 0-1 0 0,0 1 0 0 0,1-1 0 0 0,-1 1 1 0 0,1 0-1 0 0,-1 0 0 0 0,1 0 0 0 0,-1 0 1 0 0,1 1-1 0 0,-1-1 0 0 0,1 1 0 0 0,0 0 1 0 0,0 0-1 0 0,0 0 0 0 0,0 0 0 0 0,0 1 1 0 0,1-1-1 0 0,-1 1 0 0 0,1 0 0 0 0,-1-1 1 0 0,1 1-1 0 0,0 0 0 0 0,0 1 0 0 0,0-1 1 0 0,-2 5-1 0 0,4-6-99 0 0,0-1-1 0 0,-1 0 1 0 0,1 1 0 0 0,0-1 0 0 0,0 0 0 0 0,0 1 0 0 0,0-1 0 0 0,0 1 0 0 0,0-1 0 0 0,0 0-1 0 0,0 1 1 0 0,0-1 0 0 0,1 0 0 0 0,-1 1 0 0 0,1-1 0 0 0,-1 0 0 0 0,1 0 0 0 0,-1 1-1 0 0,1-1 1 0 0,0 0 0 0 0,-1 0 0 0 0,2 2 0 0 0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3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246 76 5985 0 0,'1'-2'236'0'0,"-1"-1"0"0"0,1 1 0 0 0,-1-1 0 0 0,1 1 0 0 0,-1 0 0 0 0,0-1 0 0 0,0 1 0 0 0,0-1 0 0 0,0 1 0 0 0,0-1 0 0 0,-1 1-1 0 0,1-1 1 0 0,-1 1 0 0 0,0 0 0 0 0,0-1 0 0 0,0 1 0 0 0,0 0 0 0 0,0-1 0 0 0,-2-1 0 0 0,3 2-54 0 0,-1 0-1 0 0,0 1 1 0 0,0-1 0 0 0,0 1 0 0 0,0-1-1 0 0,-1 1 1 0 0,1 0 0 0 0,0-1 0 0 0,0 1-1 0 0,-1 0 1 0 0,1 0 0 0 0,-1 0 0 0 0,1 0-1 0 0,-1 0 1 0 0,0 0 0 0 0,1 0 0 0 0,-1 1 0 0 0,0-1-1 0 0,0 0 1 0 0,1 1 0 0 0,-1 0 0 0 0,0-1-1 0 0,0 1 1 0 0,0 0 0 0 0,1 0 0 0 0,-4 0-1 0 0,-1 2 96 0 0,0 0 0 0 0,0 1-1 0 0,0 0 1 0 0,0 0 0 0 0,0 1-1 0 0,1-1 1 0 0,-1 1 0 0 0,1 0-1 0 0,0 1 1 0 0,0-1 0 0 0,1 1-1 0 0,-8 9 1 0 0,-4 7 454 0 0,-23 39 0 0 0,29-43-633 0 0,1 0 1 0 0,0 0 0 0 0,2 1-1 0 0,0 1 1 0 0,1-1-1 0 0,-6 29 1 0 0,11-42-100 0 0,0 0 1 0 0,0 0-1 0 0,1 0 0 0 0,-1 0 1 0 0,1 0-1 0 0,1 0 1 0 0,-1 0-1 0 0,1 0 0 0 0,0 0 1 0 0,0 0-1 0 0,0 0 1 0 0,1 0-1 0 0,-1 0 0 0 0,1 0 1 0 0,0-1-1 0 0,1 1 1 0 0,-1-1-1 0 0,1 0 0 0 0,0 0 1 0 0,0 0-1 0 0,0 0 1 0 0,1 0-1 0 0,-1 0 0 0 0,1-1 1 0 0,0 0-1 0 0,0 0 1 0 0,0 0-1 0 0,0 0 0 0 0,8 3 1 0 0,3 0-62 0 0,-1-1 1 0 0,1-1-1 0 0,0 0 0 0 0,0-1 0 0 0,20 2 1 0 0,-21-4 40 0 0,1 2 1 0 0,0-1-1 0 0,-1 2 1 0 0,1 0-1 0 0,20 9 0 0 0,-33-12 22 0 0,0 0-1 0 0,0-1 1 0 0,0 1-1 0 0,0 0 1 0 0,-1 1-1 0 0,1-1 1 0 0,0 0-1 0 0,-1 0 1 0 0,1 1-1 0 0,-1-1 1 0 0,1 1-1 0 0,-1 0 1 0 0,0-1-1 0 0,1 1 1 0 0,-1 0-1 0 0,0 0 1 0 0,0-1-1 0 0,0 1 1 0 0,-1 0-1 0 0,2 4 1 0 0,-2-4 37 0 0,0 0-1 0 0,0 1 1 0 0,0-1 0 0 0,-1 0 0 0 0,1 0 0 0 0,-1 0-1 0 0,1 0 1 0 0,-1 0 0 0 0,0 0 0 0 0,0 0 0 0 0,0 0-1 0 0,0 0 1 0 0,0 0 0 0 0,0 0 0 0 0,0 0 0 0 0,-3 2-1 0 0,-3 3 139 0 0,-1 1-1 0 0,0-2 1 0 0,0 1-1 0 0,0-1 1 0 0,-1 0-1 0 0,0-1 0 0 0,-10 5 1 0 0,-2-1-540 0 0,-1-2 0 0 0,1 0 0 0 0,-1-2 0 0 0,0 0 0 0 0,-27 2-1 0 0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4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13363 0 0,'19'27'2994'0'0,"-6"0"-1884"0"0,-1 1 0 0 0,-2 0-1 0 0,9 39 1 0 0,14 92 102 0 0,-28-130-1062 0 0,3 30 37 0 0,1 75 0 0 0,-4-35-2649 0 0,-5-96 1990 0 0,2 9-3537 0 0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4.5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1 124 3681 0 0,'0'-4'236'0'0,"0"0"0"0"0,0 0 0 0 0,0 0 0 0 0,1 0 1 0 0,-1 0-1 0 0,1 0 0 0 0,0 0 0 0 0,0 0 0 0 0,0 0 1 0 0,1 1-1 0 0,-1-1 0 0 0,1 1 0 0 0,0-1 0 0 0,0 1 0 0 0,0-1 1 0 0,1 1-1 0 0,-1 0 0 0 0,1 0 0 0 0,0 0 0 0 0,-1 0 0 0 0,1 1 1 0 0,5-4-1 0 0,-2 1 186 0 0,0 1 1 0 0,0 0 0 0 0,0 0 0 0 0,0 1-1 0 0,1-1 1 0 0,-1 1 0 0 0,1 1 0 0 0,0-1-1 0 0,0 1 1 0 0,0 1 0 0 0,0-1 0 0 0,7 0-1 0 0,-4 2-235 0 0,0 0-1 0 0,0 0 1 0 0,1 1-1 0 0,-1 0 1 0 0,0 1-1 0 0,0 0 0 0 0,-1 1 1 0 0,1 0-1 0 0,0 1 1 0 0,-1 0-1 0 0,0 0 1 0 0,0 1-1 0 0,0 0 0 0 0,0 0 1 0 0,-1 1-1 0 0,0 0 1 0 0,0 1-1 0 0,-1 0 1 0 0,1 0-1 0 0,-2 1 0 0 0,1-1 1 0 0,-1 1-1 0 0,0 1 1 0 0,-1-1-1 0 0,0 1 1 0 0,0 0-1 0 0,-1 1 0 0 0,0-1 1 0 0,0 1-1 0 0,-1-1 1 0 0,-1 1-1 0 0,1 0 1 0 0,-2 0-1 0 0,1 0 0 0 0,-1 0 1 0 0,-1 1-1 0 0,-1 18 1 0 0,-2-12-39 0 0,-1-1 0 0 0,0 1 0 0 0,-1-1 0 0 0,-1 0 0 0 0,-1 0 0 0 0,0-1 0 0 0,-1 0 0 0 0,0 0 0 0 0,-1-1 0 0 0,-1 0 0 0 0,0 0 0 0 0,-14 13 0 0 0,2-5-173 0 0,0-1 0 0 0,-1-2 0 0 0,-1 0 0 0 0,-1-1 0 0 0,-52 27 1 0 0,59-36-367 0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306 202 2761 0 0,'2'-14'663'0'0,"0"1"0"0"0,-1-1 0 0 0,0 0 0 0 0,-1 0 0 0 0,-1 0 0 0 0,0 1 0 0 0,-3-16 0 0 0,3 24-344 0 0,-1 0-1 0 0,1 0 1 0 0,-1 1-1 0 0,0-1 1 0 0,0 0-1 0 0,-1 1 0 0 0,1-1 1 0 0,-1 1-1 0 0,-6-8 1 0 0,7 10-116 0 0,-1-1 1 0 0,1 1 0 0 0,-1 0 0 0 0,1 1-1 0 0,-1-1 1 0 0,0 0 0 0 0,1 1-1 0 0,-1-1 1 0 0,0 1 0 0 0,0 0 0 0 0,0 0-1 0 0,0 0 1 0 0,0 1 0 0 0,-1-1-1 0 0,1 1 1 0 0,0-1 0 0 0,-4 1 0 0 0,1 1-6 0 0,1 0 1 0 0,0 0 0 0 0,-1 0 0 0 0,1 1 0 0 0,0-1 0 0 0,0 1 0 0 0,0 0 0 0 0,0 1 0 0 0,0-1 0 0 0,1 1 0 0 0,-1 0 0 0 0,1 0 0 0 0,0 1 0 0 0,0-1 0 0 0,0 1 0 0 0,0 0-1 0 0,0 0 1 0 0,1 0 0 0 0,0 1 0 0 0,-3 5 0 0 0,-7 9 234 0 0,2 1 0 0 0,1 0 0 0 0,-11 31 0 0 0,5-8-120 0 0,2 0 1 0 0,2 1-1 0 0,-12 87 0 0 0,21-107-251 0 0,2-1-1 0 0,0 1 0 0 0,1 0 1 0 0,2 0-1 0 0,0-1 0 0 0,2 1 1 0 0,0-1-1 0 0,2 0 0 0 0,10 30 1 0 0,-11-43-23 0 0,0 0 0 0 0,0 0 0 0 0,0 0 0 0 0,2-1 0 0 0,-1 0 0 0 0,1 0 1 0 0,0-1-1 0 0,1 1 0 0 0,0-1 0 0 0,0-1 0 0 0,1 0 0 0 0,0 0 0 0 0,0-1 0 0 0,0 0 0 0 0,1 0 0 0 0,0-1 0 0 0,0-1 1 0 0,1 1-1 0 0,15 3 0 0 0,-14-5-75 0 0,1-1 0 0 0,-1 0 1 0 0,1-1-1 0 0,-1 0 0 0 0,1-1 0 0 0,-1-1 1 0 0,1 0-1 0 0,-1 0 0 0 0,1-1 0 0 0,-1-1 1 0 0,0 0-1 0 0,0-1 0 0 0,0 0 0 0 0,0-1 1 0 0,-1 0-1 0 0,0 0 0 0 0,12-9 1 0 0,64-51-3570 0 0,-57 41-3435 0 0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8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59 456 0 0,'-13'-21'-63'0'0,"10"17"1553"0"0,0 0 1 0 0,0 0-1 0 0,-1 0 1 0 0,1 0-1 0 0,-1 1 1 0 0,0-1-1 0 0,0 1 1 0 0,0 0-1 0 0,-14-1 3789 0 0,18 4-5196 0 0,1 14 1454 0 0,5 14-952 0 0,-6-26-403 0 0,51 229 1526 0 0,66 235-1965 0 0,-86-389-2400 0 0,-16-43-4719 0 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8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35 163 9218 0 0,'-1'2'73'0'0,"0"-1"-1"0"0,-1 0 1 0 0,1 0 0 0 0,0 1 0 0 0,0-1-1 0 0,0 1 1 0 0,0-1 0 0 0,1 1 0 0 0,-1-1-1 0 0,0 1 1 0 0,1 0 0 0 0,-1-1-1 0 0,1 1 1 0 0,-1 0 0 0 0,1-1 0 0 0,0 1-1 0 0,0 0 1 0 0,0-1 0 0 0,0 1 0 0 0,0 0-1 0 0,0 0 1 0 0,0-1 0 0 0,1 4 0 0 0,8 42 770 0 0,-9-45-717 0 0,3 8 77 0 0,1 0 1 0 0,0 0-1 0 0,1 0 0 0 0,0 0 0 0 0,0-1 1 0 0,1 0-1 0 0,0 0 0 0 0,1-1 0 0 0,10 12 0 0 0,-12-15 10 0 0,0 0 0 0 0,0 0 0 0 0,1 0-1 0 0,0 0 1 0 0,0-1 0 0 0,0 0-1 0 0,0 0 1 0 0,1-1 0 0 0,0 0-1 0 0,-1 0 1 0 0,1-1 0 0 0,0 1-1 0 0,0-1 1 0 0,12 1 0 0 0,-17-3-141 0 0,1 1 0 0 0,-1-1 0 0 0,0 0 0 0 0,0 0 0 0 0,0-1 0 0 0,1 1 0 0 0,-1 0 0 0 0,0-1 0 0 0,0 0 0 0 0,0 1 0 0 0,0-1 0 0 0,0 0 0 0 0,0 0 0 0 0,0 0 0 0 0,0 0 0 0 0,0 0 0 0 0,0-1 0 0 0,-1 1 0 0 0,1 0 0 0 0,0-1 0 0 0,-1 1 0 0 0,1-1 0 0 0,-1 0 0 0 0,0 0 0 0 0,1 1 0 0 0,-1-1 0 0 0,0 0 0 0 0,0 0 0 0 0,0 0 0 0 0,-1 0 0 0 0,1 0 0 0 0,0 0 0 0 0,-1-1 0 0 0,1 1 0 0 0,-1 0 0 0 0,0 0 0 0 0,1 0 0 0 0,-1-3 0 0 0,0-10 255 0 0,0 1 0 0 0,-1 0 0 0 0,-1 0-1 0 0,-5-23 1 0 0,6 31-220 0 0,-5-22 182 0 0,-1 1 0 0 0,-2 1 0 0 0,-11-27 0 0 0,14 41-260 0 0,1 0 0 0 0,-1 1 1 0 0,-1 0-1 0 0,0 0 0 0 0,-1 1 1 0 0,0-1-1 0 0,0 2 1 0 0,-18-17-1 0 0,25 25-55 0 0,-1 0 0 0 0,0-1 0 0 0,1 1 0 0 0,-1 0 0 0 0,0 0-1 0 0,0-1 1 0 0,0 1 0 0 0,0 1 0 0 0,0-1 0 0 0,0 0 0 0 0,0 1 0 0 0,-1-1 0 0 0,1 1 0 0 0,0-1 0 0 0,0 1 0 0 0,0 0 0 0 0,-1 0 0 0 0,1 0 0 0 0,0 0-1 0 0,0 0 1 0 0,0 1 0 0 0,0-1 0 0 0,-1 1 0 0 0,1-1 0 0 0,0 1 0 0 0,0 0 0 0 0,0 0 0 0 0,0 0 0 0 0,0 0 0 0 0,0 0 0 0 0,1 0 0 0 0,-1 0-1 0 0,0 1 1 0 0,0-1 0 0 0,1 1 0 0 0,-1-1 0 0 0,-1 3 0 0 0,-2 4-482 0 0,-1-1-1 0 0,1 1 1 0 0,1 0-1 0 0,0 0 1 0 0,0 0-1 0 0,0 1 1 0 0,-3 14 0 0 0,-1 5-915 0 0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8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49 4609 0 0,'0'-3'246'0'0,"1"0"0"0"0,-1 1 0 0 0,0-1 0 0 0,0 1 0 0 0,0-1 0 0 0,0 0 0 0 0,-1 1 0 0 0,1-1 0 0 0,-1 1 0 0 0,0-1 0 0 0,1 1 0 0 0,-3-5 1 0 0,3 7-161 0 0,0-1 1 0 0,-1 1 0 0 0,1-1 0 0 0,0 1 0 0 0,0-1 0 0 0,-1 1-1 0 0,1-1 1 0 0,0 1 0 0 0,0-1 0 0 0,-1 1 0 0 0,1-1 0 0 0,-1 1 0 0 0,1-1-1 0 0,0 1 1 0 0,-1 0 0 0 0,1-1 0 0 0,-1 1 0 0 0,1 0 0 0 0,-1-1-1 0 0,1 1 1 0 0,-1 0 0 0 0,1 0 0 0 0,-1 0 0 0 0,1-1 0 0 0,-1 1 0 0 0,1 0-1 0 0,-1 0 1 0 0,1 0 0 0 0,-1 0 0 0 0,0 0 0 0 0,1 0 0 0 0,-1 0 0 0 0,1 0-1 0 0,-1 0 1 0 0,1 0 0 0 0,-1 0 0 0 0,0 0 0 0 0,1 1 0 0 0,-1-1-1 0 0,1 0 1 0 0,-1 0 0 0 0,1 0 0 0 0,-1 1 0 0 0,1-1 0 0 0,-1 0 0 0 0,1 1-1 0 0,0-1 1 0 0,-1 0 0 0 0,1 1 0 0 0,-1-1 0 0 0,1 1 0 0 0,0-1 0 0 0,-1 1-1 0 0,1-1 1 0 0,0 1 0 0 0,0-1 0 0 0,-1 1 0 0 0,1-1 0 0 0,0 1-1 0 0,0-1 1 0 0,-1 2 0 0 0,-5 7 419 0 0,1 2-1 0 0,0-1 1 0 0,0 0-1 0 0,1 1 0 0 0,1 0 1 0 0,-1 0-1 0 0,2 0 1 0 0,-1 1-1 0 0,2-1 1 0 0,0 0-1 0 0,0 23 1 0 0,1-26-433 0 0,1-1 1 0 0,0 1 0 0 0,0 0 0 0 0,1 0 0 0 0,0-1 0 0 0,0 1-1 0 0,1-1 1 0 0,0 1 0 0 0,0-1 0 0 0,1 0 0 0 0,0 0 0 0 0,0-1-1 0 0,0 1 1 0 0,1-1 0 0 0,0 0 0 0 0,0 0 0 0 0,1 0 0 0 0,6 4-1 0 0,3 0-73 0 0,0 0 0 0 0,28 12 0 0 0,-31-17 2 0 0,0 1 0 0 0,0 0-1 0 0,0 1 1 0 0,-1 1 0 0 0,17 14 0 0 0,-27-21 2 0 0,1 0 0 0 0,-1 0-1 0 0,0 1 1 0 0,0-1 0 0 0,0 1 0 0 0,0-1-1 0 0,0 1 1 0 0,-1-1 0 0 0,1 1 0 0 0,0-1 0 0 0,-1 1-1 0 0,1-1 1 0 0,-1 1 0 0 0,1 0 0 0 0,-1 0-1 0 0,0-1 1 0 0,0 1 0 0 0,0 0 0 0 0,0-1 0 0 0,0 1-1 0 0,0 0 1 0 0,-1 2 0 0 0,0 0 17 0 0,0 0-1 0 0,-1-1 1 0 0,1 1 0 0 0,-1-1 0 0 0,0 0 0 0 0,0 1-1 0 0,-1-1 1 0 0,1 0 0 0 0,-5 5 0 0 0,-4 2 201 0 0,-1 1-1 0 0,0-2 1 0 0,-26 16 0 0 0,-41 15 200 0 0,44-27-6510 0 0,18-6-865 0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9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0 394 2561 0 0,'23'1'984'0'0,"-21"0"-752"0"0,1 0 0 0 0,-1-1 0 0 0,0 0 0 0 0,0 0 0 0 0,0 0 0 0 0,0 1 0 0 0,0-2 0 0 0,0 1 0 0 0,1 0 0 0 0,-1 0 0 0 0,0-1-1 0 0,0 1 1 0 0,0-1 0 0 0,0 0 0 0 0,0 0 0 0 0,0 1 0 0 0,0-1 0 0 0,0 0 0 0 0,0-1 0 0 0,-1 1 0 0 0,1 0 0 0 0,0-1 0 0 0,-1 1 0 0 0,1 0 0 0 0,-1-1 0 0 0,1 0 0 0 0,-1 1 0 0 0,0-1 0 0 0,2-3 0 0 0,5-10 463 0 0,0 1 1 0 0,-2-2 0 0 0,0 1 0 0 0,0-1 0 0 0,-2 1-1 0 0,0-1 1 0 0,4-30 0 0 0,-4 3 555 0 0,-2-76 0 0 0,-2 113-1176 0 0,-2-23 197 0 0,2 28-252 0 0,0 0 1 0 0,0 0 0 0 0,0 0-1 0 0,-1 0 1 0 0,1 0 0 0 0,0-1-1 0 0,0 1 1 0 0,-1 0 0 0 0,1 0-1 0 0,-1 0 1 0 0,1 0 0 0 0,-1 0-1 0 0,1 0 1 0 0,-1 1 0 0 0,0-1-1 0 0,0 0 1 0 0,1 0 0 0 0,-1 0-1 0 0,-1 0 1 0 0,1 1 7 0 0,0 0 1 0 0,0 0-1 0 0,0 1 0 0 0,1-1 1 0 0,-1 0-1 0 0,0 1 0 0 0,0-1 1 0 0,0 1-1 0 0,1-1 0 0 0,-1 1 1 0 0,0-1-1 0 0,1 1 0 0 0,-1-1 1 0 0,0 1-1 0 0,1 0 0 0 0,-1-1 1 0 0,1 1-1 0 0,-1 0 1 0 0,1 0-1 0 0,-1-1 0 0 0,1 1 1 0 0,0 0-1 0 0,-1 0 0 0 0,1 0 1 0 0,0 1-1 0 0,-11 26 715 0 0,10-27-703 0 0,-5 20 163 0 0,1-1 0 0 0,0 1-1 0 0,1-1 1 0 0,1 1 0 0 0,2 0-1 0 0,0 1 1 0 0,1-1 0 0 0,1 0 0 0 0,0 0-1 0 0,6 23 1 0 0,-5-35-167 0 0,0 1 0 0 0,1-1 1 0 0,0 0-1 0 0,1 0 0 0 0,-1-1 0 0 0,2 1 1 0 0,-1-1-1 0 0,1 0 0 0 0,0 0 0 0 0,1 0 0 0 0,0-1 1 0 0,0 0-1 0 0,1 0 0 0 0,0 0 0 0 0,0-1 1 0 0,0 0-1 0 0,1 0 0 0 0,0-1 0 0 0,0 0 1 0 0,0 0-1 0 0,1-1 0 0 0,-1 0 0 0 0,1-1 1 0 0,17 5-1 0 0,-18-7-386 0 0,1 1 0 0 0,-1-1 0 0 0,0-1 0 0 0,13 0 0 0 0,7-3-7613 0 0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6:59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274 1 15203 0 0,'-7'1'306'0'0,"1"-1"-1"0"0,-1 2 0 0 0,0-1 1 0 0,1 1-1 0 0,-1 0 0 0 0,1 0 1 0 0,0 1-1 0 0,0 0 0 0 0,0 0 1 0 0,-9 7-1 0 0,-3 2 317 0 0,-31 28 0 0 0,36-26-484 0 0,1 1 1 0 0,0-1-1 0 0,1 2 1 0 0,0 0-1 0 0,1 0 1 0 0,1 1-1 0 0,0 0 1 0 0,2 0 0 0 0,0 1-1 0 0,1 0 1 0 0,0 1-1 0 0,2-1 1 0 0,0 1-1 0 0,1 0 1 0 0,1 0-1 0 0,1 31 1 0 0,1-20-71 0 0,2 1 1 0 0,1-1-1 0 0,1 0 0 0 0,2 0 1 0 0,1-1-1 0 0,1 0 1 0 0,2 0-1 0 0,1-1 0 0 0,25 49 1 0 0,-28-64-9 0 0,1 0 1 0 0,-1-1-1 0 0,2 0 1 0 0,0-1-1 0 0,0 0 0 0 0,1 0 1 0 0,0-1-1 0 0,1-1 1 0 0,0 0-1 0 0,25 14 0 0 0,-32-20-48 0 0,1 0 0 0 0,-1-1 0 0 0,0 0-1 0 0,1 0 1 0 0,0 0 0 0 0,-1-1 0 0 0,1 1 0 0 0,0-2-1 0 0,0 1 1 0 0,-1 0 0 0 0,1-1 0 0 0,0 0-1 0 0,0-1 1 0 0,0 1 0 0 0,-1-1 0 0 0,1 0 0 0 0,0-1-1 0 0,-1 1 1 0 0,1-1 0 0 0,-1 0 0 0 0,1-1-1 0 0,-1 1 1 0 0,0-1 0 0 0,0 0 0 0 0,0 0 0 0 0,0 0-1 0 0,-1-1 1 0 0,1 0 0 0 0,-1 0 0 0 0,7-8-1 0 0,-3 1 10 0 0,0-1 0 0 0,0 0 0 0 0,-1 0-1 0 0,-1-1 1 0 0,0 0 0 0 0,-1 0-1 0 0,0 0 1 0 0,-1-1 0 0 0,0 1 0 0 0,-1-1-1 0 0,-1 0 1 0 0,1-19 0 0 0,-1 0 29 0 0,-2 0 1 0 0,-1 1 0 0 0,-2-1 0 0 0,-8-41-1 0 0,1 26-135 0 0,-3 0 1 0 0,-25-66-1 0 0,30 94 38 0 0,-1 1 0 0 0,-1-1-1 0 0,0 2 1 0 0,-2-1 0 0 0,0 1 0 0 0,-1 1 0 0 0,-1 0 0 0 0,-16-15-1 0 0,30 32 32 0 0,-3-3-306 0 0,0 0-1 0 0,0 1 0 0 0,0-1 0 0 0,-1 1 1 0 0,1 0-1 0 0,-1 0 0 0 0,1 0 0 0 0,-6-2 1 0 0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00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11979 0 0,'9'3'467'0'0,"0"1"0"0"0,0 0 0 0 0,-1 1 0 0 0,0 0 0 0 0,0 0 0 0 0,0 1 0 0 0,-1 0 0 0 0,1 0 0 0 0,-1 0 0 0 0,-1 1 0 0 0,1 0 0 0 0,-1 1 0 0 0,-1-1 0 0 0,6 10 0 0 0,2 4 99 0 0,-1 1 1 0 0,-1 0 0 0 0,-1 1-1 0 0,9 29 1 0 0,-6-14-481 0 0,-2 1 1 0 0,-2 0 0 0 0,-1 0-1 0 0,4 61 1 0 0,-16-69-1047 0 0,-2-20-54 0 0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00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10594 0 0,'1'-2'29'0'0,"0"0"-1"0"0,0 1 0 0 0,0-1 0 0 0,0 0 0 0 0,1 0 1 0 0,-1 1-1 0 0,0-1 0 0 0,1 1 0 0 0,0-1 1 0 0,-1 1-1 0 0,1 0 0 0 0,0 0 0 0 0,-1 0 1 0 0,1-1-1 0 0,0 2 0 0 0,0-1 0 0 0,0 0 1 0 0,0 0-1 0 0,0 1 0 0 0,0-1 0 0 0,0 1 0 0 0,0-1 1 0 0,0 1-1 0 0,0 0 0 0 0,0 0 0 0 0,0 0 1 0 0,3 0-1 0 0,9-1 578 0 0,0 2 1 0 0,24 2-1 0 0,-31-2-194 0 0,0 0-1 0 0,1 0 1 0 0,-1 1 0 0 0,0 0-1 0 0,0 0 1 0 0,0 1 0 0 0,0 0-1 0 0,-1 0 1 0 0,8 5 0 0 0,-12-6-340 0 0,0 0 1 0 0,0 0-1 0 0,0-1 0 0 0,0 1 1 0 0,0 1-1 0 0,0-1 0 0 0,-1 0 1 0 0,1 0-1 0 0,-1 1 0 0 0,0-1 1 0 0,1 1-1 0 0,-1-1 0 0 0,0 1 1 0 0,-1-1-1 0 0,1 1 1 0 0,0 0-1 0 0,-1-1 0 0 0,1 1 1 0 0,-1 0-1 0 0,0-1 0 0 0,0 1 1 0 0,0 0-1 0 0,0 0 0 0 0,-1-1 1 0 0,1 1-1 0 0,-1 0 0 0 0,-1 4 1 0 0,-2 5-77 0 0,0 1 0 0 0,-1-1 0 0 0,-1 0 1 0 0,0 0-1 0 0,-8 11 0 0 0,-9 11-5222 0 0,7-13-838 0 0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00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0 371 4609 0 0,'9'-1'483'0'0,"1"0"1"0"0,-1 0-1 0 0,0-1 0 0 0,0-1 1 0 0,0 0-1 0 0,0 0 0 0 0,-1 0 1 0 0,1-1-1 0 0,-1 0 1 0 0,0-1-1 0 0,0 0 0 0 0,12-10 1 0 0,-8 5 210 0 0,-1 1 0 0 0,0-2 0 0 0,-1 1 0 0 0,0-1 1 0 0,-1-1-1 0 0,0 0 0 0 0,9-17 0 0 0,-9 12-258 0 0,-1-1-1 0 0,-1 0 1 0 0,7-25-1 0 0,-11 35-375 0 0,-2 0 0 0 0,1-1-1 0 0,-1 1 1 0 0,0 0 0 0 0,-1-1 0 0 0,1 1-1 0 0,-2 0 1 0 0,1-1 0 0 0,-1 1 0 0 0,-3-11-1 0 0,4 18-33 0 0,0 0-1 0 0,0 0 1 0 0,0 1-1 0 0,-1-1 1 0 0,1 0-1 0 0,0 0 1 0 0,0 1-1 0 0,-1-1 1 0 0,1 0-1 0 0,0 0 1 0 0,-1 1-1 0 0,1-1 0 0 0,-1 0 1 0 0,1 1-1 0 0,0-1 1 0 0,-1 1-1 0 0,0-1 1 0 0,1 1-1 0 0,-1-1 1 0 0,1 1-1 0 0,-1-1 1 0 0,0 1-1 0 0,1-1 1 0 0,-1 1-1 0 0,0 0 1 0 0,1-1-1 0 0,-1 1 1 0 0,0 0-1 0 0,0-1 1 0 0,1 1-1 0 0,-1 0 0 0 0,0 0 1 0 0,0 0-1 0 0,0 0 1 0 0,1 0-1 0 0,-1 0 1 0 0,0 0-1 0 0,0 0 1 0 0,1 0-1 0 0,-1 0 1 0 0,0 1-1 0 0,0-1 1 0 0,0 0-1 0 0,1 0 1 0 0,-1 1-1 0 0,0-1 1 0 0,1 0-1 0 0,-1 1 0 0 0,-1 0 1 0 0,0 1 77 0 0,0 0 0 0 0,-1 0 0 0 0,1 0 0 0 0,0 0-1 0 0,0 0 1 0 0,0 0 0 0 0,0 1 0 0 0,0-1 0 0 0,1 1 0 0 0,-1 0 0 0 0,-1 4 0 0 0,0 3-90 0 0,1 1-1 0 0,0 0 1 0 0,1 0 0 0 0,0-1-1 0 0,0 1 1 0 0,1 0 0 0 0,1 0-1 0 0,0 0 1 0 0,0 0 0 0 0,1 0-1 0 0,1 0 1 0 0,0-1 0 0 0,6 17-1 0 0,-5-17-4 0 0,0-1-1 0 0,0 1 1 0 0,1-1-1 0 0,0 0 1 0 0,1 0 0 0 0,0-1-1 0 0,0 0 1 0 0,1 0-1 0 0,0 0 1 0 0,0-1-1 0 0,1 0 1 0 0,0 0 0 0 0,0-1-1 0 0,13 8 1 0 0,-18-12-2 0 0,1-1 0 0 0,0 1 1 0 0,0-1-1 0 0,0 0 1 0 0,0 0-1 0 0,0 0 1 0 0,0-1-1 0 0,0 1 0 0 0,0-1 1 0 0,1 0-1 0 0,-1 0 1 0 0,0 0-1 0 0,0-1 0 0 0,0 0 1 0 0,0 1-1 0 0,0-1 1 0 0,0-1-1 0 0,0 1 0 0 0,0-1 1 0 0,0 1-1 0 0,-1-1 1 0 0,1 0-1 0 0,-1 0 1 0 0,1-1-1 0 0,-1 1 0 0 0,0-1 1 0 0,0 0-1 0 0,5-4 1 0 0,6-9 53 0 0,0-1 1 0 0,-1 0 0 0 0,-1-1 0 0 0,13-25-1 0 0,-8 16-5 0 0,-1-2 51 0 0,21-31 176 0 0,-34 56-270 0 0,-1 0 0 0 0,1 1 0 0 0,0-1 0 0 0,1 1 0 0 0,-1 0 0 0 0,0 0 0 0 0,1 0 0 0 0,0 1 0 0 0,0-1 0 0 0,-1 1 0 0 0,1 0 0 0 0,5-2 0 0 0,-7 3-3 0 0,1 1-1 0 0,-1 0 1 0 0,1 0 0 0 0,-1 0 0 0 0,0 0 0 0 0,1 0 0 0 0,-1 0-1 0 0,1 1 1 0 0,-1-1 0 0 0,0 1 0 0 0,1 0 0 0 0,-1 0-1 0 0,0 0 1 0 0,0 0 0 0 0,1 0 0 0 0,-1 0 0 0 0,0 0 0 0 0,0 1-1 0 0,0-1 1 0 0,0 1 0 0 0,-1-1 0 0 0,1 1 0 0 0,0 0-1 0 0,-1 0 1 0 0,1 0 0 0 0,-1 0 0 0 0,2 3 0 0 0,6 9 79 0 0,-1-1 0 0 0,0 2 0 0 0,5 15-1 0 0,-7-16-50 0 0,10 33 36 0 0,-14-39-73 0 0,0 0-1 0 0,1 0 1 0 0,-1 0-1 0 0,2 0 1 0 0,-1 0 0 0 0,1-1-1 0 0,0 0 1 0 0,0 0-1 0 0,10 12 1 0 0,-12-18 0 0 0,-1 0 0 0 0,0-1 0 0 0,0 1 0 0 0,0-1 0 0 0,1 0 0 0 0,-1 1 0 0 0,0-1 0 0 0,0 0 0 0 0,1 1 0 0 0,-1-1 0 0 0,0 0 0 0 0,0 0 0 0 0,1 0 0 0 0,-1 0 0 0 0,0 0 0 0 0,1-1 0 0 0,-1 1 0 0 0,0 0 0 0 0,0-1 0 0 0,1 1 0 0 0,-1 0 0 0 0,0-1 0 0 0,0 0 0 0 0,0 1 0 0 0,0-1 0 0 0,1 0 0 0 0,-1 1 0 0 0,0-1 0 0 0,0 0 0 0 0,1-2 0 0 0,32-31 0 0 0,-30 30 0 0 0,11-16 12 0 0,-1 0-1 0 0,14-28 1 0 0,-19 31 103 0 0,1 1-1 0 0,1-1 1 0 0,0 2 0 0 0,24-27-1 0 0,-33 41-92 0 0,-1-1 0 0 0,0 1 0 0 0,0 0 0 0 0,0 0 0 0 0,1 0 0 0 0,-1 0 0 0 0,0 0 0 0 0,1 0-1 0 0,-1 0 1 0 0,1 1 0 0 0,-1-1 0 0 0,1 0 0 0 0,0 1 0 0 0,-1-1 0 0 0,1 1 0 0 0,-1 0 0 0 0,1 0 0 0 0,0-1 0 0 0,-1 1 0 0 0,1 0 0 0 0,0 0-1 0 0,-1 1 1 0 0,1-1 0 0 0,0 0 0 0 0,-1 0 0 0 0,1 1 0 0 0,0-1 0 0 0,-1 1 0 0 0,1-1 0 0 0,-1 1 0 0 0,1 0 0 0 0,-1 0 0 0 0,1 0 0 0 0,-1 0 0 0 0,2 1-1 0 0,4 5-33 0 0,-1 0 0 0 0,0 0 0 0 0,0 0 0 0 0,0 1 0 0 0,6 12 1 0 0,10 13-1514 0 0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1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69 188 5065 0 0,'-4'-6'543'0'0,"0"1"-1"0"0,0 0 1 0 0,0 1 0 0 0,0-1-1 0 0,-1 1 1 0 0,0 0 0 0 0,0 0-1 0 0,0 0 1 0 0,0 0 0 0 0,-8-3-1 0 0,13 8-427 0 0,-1-1-1 0 0,1 1 1 0 0,0-1 0 0 0,0 0-1 0 0,-1 1 1 0 0,1-1-1 0 0,0 1 1 0 0,0 0-1 0 0,-1-1 1 0 0,1 1-1 0 0,0-1 1 0 0,0 1-1 0 0,0-1 1 0 0,0 1 0 0 0,0-1-1 0 0,0 1 1 0 0,0-1-1 0 0,0 1 1 0 0,0 0-1 0 0,0-1 1 0 0,0 1-1 0 0,0-1 1 0 0,0 1-1 0 0,1-1 1 0 0,-1 1-1 0 0,0-1 1 0 0,1 2 0 0 0,3 17 708 0 0,1-8-416 0 0,16 37 893 0 0,-19-45-1209 0 0,-1 0 1 0 0,1-1 0 0 0,0 1-1 0 0,0 0 1 0 0,0-1 0 0 0,0 1 0 0 0,1-1-1 0 0,-1 0 1 0 0,0 0 0 0 0,1 0-1 0 0,0 0 1 0 0,4 3 0 0 0,-6-5-84 0 0,-1 0 1 0 0,0 0-1 0 0,1 0 0 0 0,-1 1 1 0 0,1-1-1 0 0,-1 0 0 0 0,1 0 1 0 0,-1 0-1 0 0,1 0 0 0 0,-1 0 1 0 0,1 0-1 0 0,-1 0 0 0 0,1 0 1 0 0,-1 0-1 0 0,0-1 0 0 0,1 1 1 0 0,-1 0-1 0 0,1 0 1 0 0,-1 0-1 0 0,1 0 0 0 0,-1-1 1 0 0,0 1-1 0 0,1 0 0 0 0,-1 0 1 0 0,1-1-1 0 0,-1 1 0 0 0,0 0 1 0 0,1-1-1 0 0,-1 1 0 0 0,0 0 1 0 0,1-1-1 0 0,-1 0 0 0 0,7-20 247 0 0,-6-22 288 0 0,-3 33-480 0 0,0 0-1 0 0,-1 1 0 0 0,-1-1 0 0 0,1 0 0 0 0,-1 1 1 0 0,-1 0-1 0 0,0 0 0 0 0,0 1 0 0 0,-1-1 0 0 0,0 1 1 0 0,-1 0-1 0 0,0 1 0 0 0,-11-12 0 0 0,18 19-62 0 0,0 1 0 0 0,0-1 0 0 0,0 0 0 0 0,0 0 0 0 0,0 0 0 0 0,0 0 0 0 0,0 0 0 0 0,0 0 0 0 0,0 0 0 0 0,0 0 0 0 0,0 0 0 0 0,0 0 0 0 0,0 1 0 0 0,0-1 0 0 0,0 0 0 0 0,0 0 0 0 0,0 0 0 0 0,0 0 0 0 0,0 0 0 0 0,0 0 0 0 0,0 0 0 0 0,0 0 0 0 0,-1 0 0 0 0,1 0 0 0 0,0 0 0 0 0,0 1 0 0 0,0-1 0 0 0,0 0 0 0 0,0 0 0 0 0,0 0 0 0 0,0 0 0 0 0,0 0 0 0 0,0 0 0 0 0,0 0 0 0 0,0 0 0 0 0,0 0 0 0 0,0 0 0 0 0,0 0 0 0 0,-1 0 0 0 0,1 0 0 0 0,0 0 0 0 0,0 0 0 0 0,0 0 0 0 0,0 0 0 0 0,0 0 0 0 0,0 0 0 0 0,0 0 0 0 0,0 0 0 0 0,0 0 0 0 0,0 0 0 0 0,-1 0 0 0 0,1 0 0 0 0,0 0 0 0 0,0 0 0 0 0,0 0 0 0 0,0 0 0 0 0,0 0 0 0 0,0 0 0 0 0,0 0 0 0 0,0 0 0 0 0,0 0 0 0 0,5 13 0 0 0,9 14 0 0 0,-10-22 53 0 0,1 1 0 0 0,0 0 1 0 0,1-1-1 0 0,-1 0 0 0 0,1 0 0 0 0,0-1 0 0 0,0 1 0 0 0,0-1 0 0 0,1 0 0 0 0,12 5 0 0 0,-18-9-53 0 0,-1 0-1 0 0,0 0 0 0 0,1 0 0 0 0,-1 0 0 0 0,0 0 1 0 0,1 0-1 0 0,-1 1 0 0 0,0-1 0 0 0,1 0 0 0 0,-1 0 1 0 0,0 0-1 0 0,1 1 0 0 0,-1-1 0 0 0,0 0 1 0 0,0 1-1 0 0,1-1 0 0 0,-1 0 0 0 0,0 0 0 0 0,0 1 1 0 0,1-1-1 0 0,-1 0 0 0 0,0 1 0 0 0,0-1 0 0 0,0 0 1 0 0,0 1-1 0 0,0-1 0 0 0,0 1 0 0 0,0-1 0 0 0,0 0 1 0 0,0 1-1 0 0,1-1 0 0 0,-1 0 0 0 0,-1 1 1 0 0,1-1-1 0 0,0 1 0 0 0,-11 8-341 0 0,9-8 52 0 0,-1 0 0 0 0,1 0 0 0 0,0 0-1 0 0,0-1 1 0 0,0 1 0 0 0,0-1 0 0 0,-1 1 0 0 0,1-1 0 0 0,0 0 0 0 0,-1 0 0 0 0,1 0-1 0 0,0 0 1 0 0,0 0 0 0 0,-3-1 0 0 0,11 26-10837 0 0,-5-23 11089 0 0,0-1 0 0 0,-1 0 0 0 0,1 1 0 0 0,0-1 0 0 0,0 0 0 0 0,0 0 0 0 0,0 0 0 0 0,0 0 0 0 0,1 0 0 0 0,-1 0 0 0 0,0 0 0 0 0,0 0 0 0 0,1 0 0 0 0,1 0 0 0 0,-2-1 97 0 0,1 0-1 0 0,-1-1 1 0 0,0 1 0 0 0,1-1 0 0 0,-1 1 0 0 0,0-1 0 0 0,0 1-1 0 0,1-1 1 0 0,-1 0 0 0 0,0 0 0 0 0,0 0 0 0 0,0 0-1 0 0,0 1 1 0 0,0-1 0 0 0,0 0 0 0 0,0-1 0 0 0,-1 1-1 0 0,1 0 1 0 0,0 0 0 0 0,-1 0 0 0 0,1 0 0 0 0,0-1 0 0 0,-1 1-1 0 0,1 0 1 0 0,-1-1 0 0 0,0 1 0 0 0,0 0 0 0 0,1-1-1 0 0,-1 1 1 0 0,0 0 0 0 0,0-3 0 0 0,1-2 701 0 0,-1 0 1 0 0,0 0-1 0 0,0-1 0 0 0,0 1 1 0 0,-3-10-1 0 0,-1 0 729 0 0,-2 1-1 0 0,0 0 1 0 0,-1 0 0 0 0,0 1-1 0 0,-1-1 1 0 0,0 2-1 0 0,-17-21 1 0 0,25 33-1478 0 0,-1 1 0 0 0,1-1-1 0 0,-1 0 1 0 0,1 1 0 0 0,-1-1-1 0 0,1 1 1 0 0,-1-1 0 0 0,0 1 0 0 0,1-1-1 0 0,-1 1 1 0 0,0-1 0 0 0,0 1-1 0 0,1-1 1 0 0,-1 1 0 0 0,0 0 0 0 0,0-1-1 0 0,0 1 1 0 0,1 0 0 0 0,-1 0-1 0 0,0 0 1 0 0,0 0 0 0 0,0 0 0 0 0,0 0-1 0 0,1 0 1 0 0,-1 0 0 0 0,0 0-1 0 0,0 0 1 0 0,0 0 0 0 0,0 0 0 0 0,1 0-1 0 0,-1 1 1 0 0,0-1 0 0 0,0 0-1 0 0,1 1 1 0 0,-1-1 0 0 0,0 1-1 0 0,0-1 1 0 0,1 1 0 0 0,-1-1 0 0 0,0 1-1 0 0,1-1 1 0 0,-1 1 0 0 0,1-1-1 0 0,-1 1 1 0 0,1 0 0 0 0,-1 0 0 0 0,1-1-1 0 0,-1 1 1 0 0,1 0 0 0 0,0 0-1 0 0,-1-1 1 0 0,1 1 0 0 0,0 0 0 0 0,-1 1-1 0 0,0 2-44 0 0,-1-1 0 0 0,1 1-1 0 0,-1 0 1 0 0,1-1 0 0 0,0 1 0 0 0,1 0-1 0 0,-1 0 1 0 0,1 0 0 0 0,0 0-1 0 0,0 7 1 0 0,4 2-544 0 0,1-1-1 0 0,1 1 1 0 0,0-1 0 0 0,1-1-1 0 0,0 1 1 0 0,9 11-1 0 0,-15-22 458 0 0,0 0-1 0 0,1 0 0 0 0,-1 0 0 0 0,0 0 0 0 0,1 0 1 0 0,-1 0-1 0 0,0 0 0 0 0,1 0 0 0 0,-1 0 1 0 0,1 0-1 0 0,-1-1 0 0 0,1 1 0 0 0,-1-1 1 0 0,1 1-1 0 0,0-1 0 0 0,-1 0 0 0 0,1 0 1 0 0,0 1-1 0 0,-1-1 0 0 0,1 0 0 0 0,0 0 0 0 0,2-1 1 0 0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1.8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31 252 2761 0 0,'-3'-5'318'0'0,"-24"-23"8588"0"0,38 43-8280 0 0,-10-14-422 0 0,0 1 1 0 0,1-1-1 0 0,0 1 1 0 0,-1-1 0 0 0,1 1-1 0 0,0-1 1 0 0,0 0-1 0 0,0 0 1 0 0,0 0 0 0 0,0 0-1 0 0,0 0 1 0 0,0-1-1 0 0,0 1 1 0 0,0-1 0 0 0,0 1-1 0 0,0-1 1 0 0,0 0-1 0 0,0 1 1 0 0,4-2 0 0 0,-3 1-144 0 0,-1 0 0 0 0,0 0 1 0 0,0 0-1 0 0,0 0 1 0 0,0-1-1 0 0,0 1 1 0 0,1-1-1 0 0,-1 0 1 0 0,0 0-1 0 0,0 0 1 0 0,0 0-1 0 0,-1 0 1 0 0,1 0-1 0 0,0 0 1 0 0,0 0-1 0 0,-1-1 1 0 0,1 1-1 0 0,0-1 1 0 0,-1 1-1 0 0,1-1 0 0 0,-1 0 1 0 0,0 0-1 0 0,0 1 1 0 0,0-1-1 0 0,0 0 1 0 0,0 0-1 0 0,0 0 1 0 0,1-3-1 0 0,0-9 56 0 0,-1 0-1 0 0,-1-1 0 0 0,0 1 0 0 0,0 0 0 0 0,-2 0 1 0 0,0 0-1 0 0,0-1 0 0 0,-1 2 0 0 0,-1-1 1 0 0,0 0-1 0 0,-1 1 0 0 0,-7-13 0 0 0,11 24-127 0 0,0 1-1 0 0,1-1 0 0 0,-2 1 1 0 0,1-1-1 0 0,0 1 0 0 0,0-1 1 0 0,0 1-1 0 0,0 0 0 0 0,-1 0 1 0 0,1 0-1 0 0,-1 0 0 0 0,1 0 1 0 0,-1 0-1 0 0,-2-1 0 0 0,4 2 39 0 0,-1 0 1 0 0,0-1-1 0 0,0 1 0 0 0,0 0 0 0 0,0 0 1 0 0,0 0-1 0 0,1 0 0 0 0,-1 0 0 0 0,0 0 0 0 0,0 1 1 0 0,0-1-1 0 0,0 0 0 0 0,1 0 0 0 0,-1 0 1 0 0,0 1-1 0 0,0-1 0 0 0,0 1 0 0 0,1-1 0 0 0,-1 0 1 0 0,0 1-1 0 0,0 0 0 0 0,-14 19-1097 0 0,9 6-4112 0 0,4-8-904 0 0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2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15 6449 0 0,'-2'-14'4032'0'0,"-2"21"-1299"0"0,-3 18-1704 0 0,3 10-545 0 0,1 0-1 0 0,2 1 1 0 0,1-1-1 0 0,2 1 1 0 0,8 42 0 0 0,-8-61-353 0 0,68 432 1363 0 0,-16-126-153 0 0,-13 78 718 0 0,-41-381-4382 0 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2.9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6 510 10594 0 0,'9'-188'1999'0'0,"-3"114"-510"0"0,-7-138 0 0 0,-4 188-2015 0 0,0 14 98 0 0,5 10 422 0 0,0 0 0 0 0,0-1-1 0 0,0 1 1 0 0,0 0 0 0 0,0 0-1 0 0,0 0 1 0 0,0 0 0 0 0,-1 0-1 0 0,1 0 1 0 0,0 0 0 0 0,0 0-1 0 0,0 0 1 0 0,0 0 0 0 0,0 0 0 0 0,0 0-1 0 0,-1 0 1 0 0,1 0 0 0 0,0 0-1 0 0,0 0 1 0 0,0 0 0 0 0,0 0-1 0 0,0 0 1 0 0,-1 0 0 0 0,1 0 0 0 0,0 0-1 0 0,0 0 1 0 0,0 0 0 0 0,0 0-1 0 0,0 0 1 0 0,-1 0 0 0 0,1 0-1 0 0,0 0 1 0 0,0 0 0 0 0,0 0 0 0 0,0 0-1 0 0,0 0 1 0 0,0 0 0 0 0,0 0-1 0 0,-1 1 1 0 0,1-1 0 0 0,0 0-1 0 0,0 0 1 0 0,0 0 0 0 0,0 0-1 0 0,0 0 1 0 0,0 0 0 0 0,0 1 0 0 0,0-1-1 0 0,0 0 1 0 0,0 0 0 0 0,0 0-1 0 0,0 0 1 0 0,-5 10-466 0 0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3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610 1668 4913 0 0,'-3'63'4020'0'0,"1"-45"2002"0"0,-2-41-4843 0 0,-1-1 0 0 0,-14-38 0 0 0,-5-18-290 0 0,-84-325 1712 0 0,75 307-2336 0 0,-186-579 320 0 0,204 629-536 0 0,-2 1 1 0 0,-1 0-1 0 0,-3 1 1 0 0,-2 1-1 0 0,-2 2 1 0 0,-37-52-1 0 0,54 87-32 0 0,5 8-433 0 0,6 15-2860 0 0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6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63 861 3225 0 0,'-1'0'206'0'0,"-2"-2"165"0"0,1 1-1 0 0,-1-1 0 0 0,1 0 0 0 0,-1 0 0 0 0,1 0 0 0 0,0 0 0 0 0,0 0 0 0 0,0-1 1 0 0,0 1-1 0 0,1 0 0 0 0,-1-1 0 0 0,-1-4 0 0 0,-3-5 782 0 0,1 1 0 0 0,0-2 0 0 0,1 1 0 0 0,0 0 0 0 0,1-1 0 0 0,-1-15 0 0 0,3 16-987 0 0,0 1-1 0 0,2-1 0 0 0,-1 0 0 0 0,1 0 1 0 0,1 1-1 0 0,0-1 0 0 0,1 1 0 0 0,0-1 1 0 0,1 1-1 0 0,0 0 0 0 0,8-14 1 0 0,9-15 176 0 0,1 1 0 0 0,3 0 0 0 0,1 2 0 0 0,2 1 0 0 0,1 2 0 0 0,2 0 0 0 0,37-30 0 0 0,-54 52-310 0 0,0 2-1 0 0,1 0 1 0 0,0 0 0 0 0,1 2-1 0 0,0 0 1 0 0,0 0-1 0 0,31-8 1 0 0,-21 9 9 0 0,1 2 0 0 0,-1 0 0 0 0,1 2 0 0 0,40 1 1 0 0,-65 2-50 0 0,-1-1 5 0 0,0 1 0 0 0,0 0 1 0 0,0 0-1 0 0,0 0 1 0 0,0 0-1 0 0,0 0 1 0 0,0 0-1 0 0,0 0 0 0 0,0 0 1 0 0,0 0-1 0 0,0 1 1 0 0,0-1-1 0 0,0 0 1 0 0,0 1-1 0 0,0-1 0 0 0,0 1 1 0 0,1 0-1 0 0,-2-1 50 0 0,-1-4-256 0 0,1 1 210 0 0,0 1-1 0 0,-1 0 1 0 0,0 0-1 0 0,1 0 1 0 0,-1-1-1 0 0,0 1 1 0 0,0 0-1 0 0,0 0 1 0 0,0 0-1 0 0,-1 0 1 0 0,1 1-1 0 0,0-1 1 0 0,-1 0-1 0 0,1 1 1 0 0,-1-1-1 0 0,0 0 1 0 0,1 1-1 0 0,-1 0 1 0 0,0-1-1 0 0,-3 0 1 0 0,-64-54-3 0 0,22 16 16 0 0,46 39 5 0 0,-1 0-1 0 0,1-1 1 0 0,-1 1 0 0 0,1 0-1 0 0,-1 0 1 0 0,0 1-1 0 0,1-1 1 0 0,-1 0-1 0 0,0 0 1 0 0,0 1 0 0 0,1-1-1 0 0,-1 1 1 0 0,0 0-1 0 0,0 0 1 0 0,0-1-1 0 0,0 1 1 0 0,0 0 0 0 0,0 0-1 0 0,1 1 1 0 0,-1-1-1 0 0,0 0 1 0 0,0 1 0 0 0,0-1-1 0 0,0 1 1 0 0,1-1-1 0 0,-1 1 1 0 0,0 0-1 0 0,0 0 1 0 0,1 0 0 0 0,-1 0-1 0 0,1 0 1 0 0,-3 2-1 0 0,38 15 385 0 0,-1-4-404 0 0,0-2 1 0 0,0-1-1 0 0,1-1 0 0 0,41 6 1 0 0,8 2 9 0 0,-82-18-5 0 0,1 0 1 0 0,-1 0-1 0 0,0 1 0 0 0,0-1 1 0 0,0 1-1 0 0,0-1 1 0 0,0 0-1 0 0,0 1 0 0 0,0 0 1 0 0,0-1-1 0 0,0 1 1 0 0,0 0-1 0 0,0-1 0 0 0,1 3 1 0 0,-2-3 1 0 0,0 0 0 0 0,1 1 0 0 0,-1-1 0 0 0,0 1 0 0 0,0-1 1 0 0,0 0-1 0 0,0 1 0 0 0,0-1 0 0 0,0 1 0 0 0,0-1 0 0 0,0 1 0 0 0,0-1 0 0 0,0 0 1 0 0,0 1-1 0 0,0-1 0 0 0,0 1 0 0 0,0-1 0 0 0,0 1 0 0 0,-1-1 0 0 0,1 0 0 0 0,0 1 1 0 0,0-1-1 0 0,0 1 0 0 0,-1-1 0 0 0,1 0 0 0 0,0 1 0 0 0,-30 23 228 0 0,28-23-231 0 0,-9 7 6 0 0,1 0 1 0 0,1 1 0 0 0,-1 0-1 0 0,2 0 1 0 0,-1 1-1 0 0,1 0 1 0 0,1 0-1 0 0,-1 1 1 0 0,2 0-1 0 0,0 0 1 0 0,0 1 0 0 0,1 0-1 0 0,0 0 1 0 0,1 0-1 0 0,1 1 1 0 0,0-1-1 0 0,0 1 1 0 0,0 16 0 0 0,5-15-36 0 0,-2-14 24 0 0,0 1 0 0 0,0-1 0 0 0,0 0 0 0 0,1 0 1 0 0,-1 0-1 0 0,0 0 0 0 0,0 0 0 0 0,1 0 0 0 0,-1 0 0 0 0,0 0 1 0 0,0 0-1 0 0,1 0 0 0 0,-1 0 0 0 0,0 0 0 0 0,0 0 0 0 0,1 0 1 0 0,-1 0-1 0 0,0 0 0 0 0,0 0 0 0 0,1 0 0 0 0,-1 0 0 0 0,0 0 1 0 0,0 0-1 0 0,1 0 0 0 0,-1 0 0 0 0,0 0 0 0 0,0-1 0 0 0,1 1 1 0 0,-1 0-1 0 0,0 0 0 0 0,0 0 0 0 0,0 0 0 0 0,1-1 0 0 0,-1 1 1 0 0,0 0-1 0 0,0 0 0 0 0,0-1 0 0 0,0 1 0 0 0,0 0 0 0 0,0 0 1 0 0,1 0-1 0 0,-1-1 0 0 0,0 1 0 0 0,0 0 0 0 0,0 0 0 0 0,0-1 0 0 0,0 0-66 0 0,2-3-8 0 0,20-66-16 0 0,17-45 129 0 0,-33 99-48 0 0,2 0 0 0 0,-1 1 0 0 0,2 0 0 0 0,0 1 1 0 0,11-14-1 0 0,-17 25 8 0 0,-1 1 1 0 0,1 0-1 0 0,0-1 0 0 0,0 1 1 0 0,0 0-1 0 0,0 1 1 0 0,0-1-1 0 0,0 0 0 0 0,7-1 1 0 0,-9 2 2 0 0,-1 1 1 0 0,1 0 0 0 0,0 0-1 0 0,-1 0 1 0 0,1 0-1 0 0,0-1 1 0 0,-1 1-1 0 0,1 0 1 0 0,0 0 0 0 0,-1 0-1 0 0,1 1 1 0 0,0-1-1 0 0,-1 0 1 0 0,1 0 0 0 0,0 0-1 0 0,-1 0 1 0 0,1 1-1 0 0,0-1 1 0 0,-1 0 0 0 0,1 1-1 0 0,1 0 1 0 0,-2-1 0 0 0,1 1-1 0 0,-1 0 1 0 0,0 0 0 0 0,1 0 0 0 0,-1 0 0 0 0,0 0 0 0 0,1 0 0 0 0,-1 0-1 0 0,0 0 1 0 0,0 0 0 0 0,0 0 0 0 0,0 0 0 0 0,0 0 0 0 0,0 0 0 0 0,0 0-1 0 0,0 0 1 0 0,0 0 0 0 0,-1 0 0 0 0,1 0 0 0 0,-1 1 0 0 0,0 2-2 0 0,-1 0 0 0 0,0 0 0 0 0,0-1 0 0 0,-1 1 0 0 0,1-1 0 0 0,-1 1 0 0 0,1-1 0 0 0,-1 0 0 0 0,0 0 0 0 0,0 0 0 0 0,-1 0 0 0 0,1 0 0 0 0,0-1 0 0 0,-1 0 0 0 0,-7 4 0 0 0,6-3-5 0 0,0 0 1 0 0,0 1-1 0 0,0-1 1 0 0,0 1-1 0 0,1 0 1 0 0,-1 0-1 0 0,1 1 1 0 0,-4 4-1 0 0,-76 126-1799 0 0,73-121 1721 0 0,13-24-102 0 0,13-30-85 0 0,42-78 400 0 0,-57 118-128 0 0,0 0 0 0 0,0 0 0 0 0,0 0 0 0 0,0 0 0 0 0,0 0 0 0 0,0 0 0 0 0,0 0 0 0 0,0 0 0 0 0,0 0 0 0 0,0 0 0 0 0,1 0 0 0 0,-1 0 0 0 0,0 0 0 0 0,0 0 0 0 0,0 0 0 0 0,0 0 0 0 0,0 0 0 0 0,0 0 0 0 0,0 0 0 0 0,0 0-1 0 0,0 0 1 0 0,0 0 0 0 0,1 0 0 0 0,-1 0 0 0 0,0 0 0 0 0,0 0 0 0 0,0 0 0 0 0,0 0 0 0 0,0 0 0 0 0,0 0 0 0 0,0 0 0 0 0,0 0 0 0 0,0 0 0 0 0,0 0 0 0 0,1 0 0 0 0,-4 20-1 0 0,-8 28 14 0 0,-4-7 190 0 0,-34 64-1 0 0,57-123-484 0 0,-1 0 1 0 0,-1 0-1 0 0,-1-1 0 0 0,0 0 0 0 0,-2 0 0 0 0,0 0 0 0 0,-1 0 0 0 0,-1 0 0 0 0,-2-20 0 0 0,1 34 2 0 0,0 1 0 0 0,-1 0-1 0 0,0-1 1 0 0,0 1 0 0 0,0 0 0 0 0,-1 0-1 0 0,0 0 1 0 0,1 0 0 0 0,-2 0 0 0 0,1 0-1 0 0,-4-6 1 0 0,-2 2 93 0 0,0-1-1 0 0,0 1 0 0 0,-11-7 0 0 0,16 11 285 0 0,1 3-76 0 0,0-1 0 0 0,1 0 1 0 0,-1-1-1 0 0,1 1 0 0 0,-1 0 0 0 0,1 0 0 0 0,-7-14 6382 0 0,6 28-5202 0 0,0 5-1398 0 0,4 9 286 0 0,2-2 1 0 0,0 1-1 0 0,13 40 0 0 0,5-7-6278 0 0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8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6 6913 0 0,'-10'-3'2796'0'0,"9"3"-2726"0"0,1 0 0 0 0,-1-1 0 0 0,1 1 0 0 0,-1 0 0 0 0,0 0-1 0 0,1-1 1 0 0,-1 1 0 0 0,1 0 0 0 0,-1 0 0 0 0,0 0 0 0 0,1 0 0 0 0,-1 0 0 0 0,1 0-1 0 0,-1 0 1 0 0,0 0 0 0 0,1 0 0 0 0,-1 0 0 0 0,1 0 0 0 0,-1 0 0 0 0,1 1 0 0 0,-1-1-1 0 0,0 0 1 0 0,1 0 0 0 0,-1 1 0 0 0,1-1 0 0 0,-1 1 0 0 0,-2 1 130 0 0,0 0-1 0 0,0 0 1 0 0,1 1 0 0 0,-1-1-1 0 0,1 1 1 0 0,0 0 0 0 0,0 0-1 0 0,0 0 1 0 0,0 0 0 0 0,0 0 0 0 0,-2 6-1 0 0,-14 41 426 0 0,16-43-421 0 0,-9 27 256 0 0,2 1 1 0 0,1 0-1 0 0,2 0 1 0 0,-4 69 0 0 0,10-102-449 0 0,0 0 1 0 0,-1 0 0 0 0,1 0 0 0 0,0 0-1 0 0,0 0 1 0 0,1 0 0 0 0,-1 0 0 0 0,0 0-1 0 0,1 0 1 0 0,-1 0 0 0 0,1 0 0 0 0,0 0 0 0 0,0 0-1 0 0,-1 0 1 0 0,1 0 0 0 0,1 0 0 0 0,-1 0-1 0 0,0-1 1 0 0,0 1 0 0 0,0 0 0 0 0,1-1-1 0 0,-1 1 1 0 0,1-1 0 0 0,0 0 0 0 0,-1 1-1 0 0,1-1 1 0 0,0 0 0 0 0,0 0 0 0 0,-1 0-1 0 0,1 0 1 0 0,0-1 0 0 0,0 1 0 0 0,0 0-1 0 0,0-1 1 0 0,0 1 0 0 0,0-1 0 0 0,0 0-1 0 0,1 0 1 0 0,-1 1 0 0 0,2-2 0 0 0,7 0-29 0 0,-1 0 1 0 0,1-1 0 0 0,-1 0 0 0 0,0-1-1 0 0,1 0 1 0 0,12-7 0 0 0,-12 5 40 0 0,0 1-1 0 0,0 0 1 0 0,1 1 0 0 0,-1 1 0 0 0,1-1 0 0 0,0 2-1 0 0,-1-1 1 0 0,1 2 0 0 0,12 0 0 0 0,-22 0-19 0 0,-1 1 0 0 0,0-1 0 0 0,0 0 0 0 0,1 1 1 0 0,-1-1-1 0 0,0 1 0 0 0,1-1 0 0 0,-1 1 0 0 0,0-1 1 0 0,0 1-1 0 0,0 0 0 0 0,0 0 0 0 0,0 0 0 0 0,0 0 0 0 0,0 0 1 0 0,0 0-1 0 0,0 0 0 0 0,0 0 0 0 0,0 0 0 0 0,-1 0 0 0 0,2 1 1 0 0,-1 2 9 0 0,0-1-1 0 0,0 0 1 0 0,0 1 0 0 0,0-1 0 0 0,0 1 0 0 0,-1-1 0 0 0,1 1 0 0 0,-1 3 0 0 0,0 9 111 0 0,-2-1 0 0 0,-5 29 0 0 0,6-36-51 0 0,-5 20 623 0 0,-1 0 0 0 0,-11 29 0 0 0,13-43-582 0 0,-1-1 1 0 0,0 0-1 0 0,-1 0 0 0 0,0-1 0 0 0,-1 0 1 0 0,-11 12-1 0 0,4-10 289 0 0,7-13-1516 0 0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8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1 163 13363 0 0,'0'0'121'0'0,"0"-1"1"0"0,1 1-1 0 0,-1 0 1 0 0,0-1-1 0 0,1 1 1 0 0,-1 0-1 0 0,1-1 1 0 0,-1 1 0 0 0,0 0-1 0 0,1 0 1 0 0,-1-1-1 0 0,1 1 1 0 0,-1 0-1 0 0,1 0 1 0 0,-1 0-1 0 0,1 0 1 0 0,-1 0-1 0 0,1 0 1 0 0,-1 0-1 0 0,1 0 1 0 0,-1 0-1 0 0,1 0 1 0 0,-1 0-1 0 0,1 0 1 0 0,-1 0-1 0 0,0 0 1 0 0,1 0-1 0 0,-1 0 1 0 0,1 0-1 0 0,-1 1 1 0 0,1-1-1 0 0,-1 0 1 0 0,1 0-1 0 0,-1 1 1 0 0,14 18 1796 0 0,6 39-1159 0 0,-16-44-352 0 0,3 8-257 0 0,19 39 0 0 0,-22-54-130 0 0,-1-1 0 0 0,1 1-1 0 0,0-1 1 0 0,0 0 0 0 0,1 0-1 0 0,0 0 1 0 0,0-1-1 0 0,0 0 1 0 0,13 9 0 0 0,-17-13-24 0 0,1 0 0 0 0,0 0 1 0 0,-1-1-1 0 0,1 1 1 0 0,0 0-1 0 0,0-1 0 0 0,0 0 1 0 0,0 1-1 0 0,-1-1 1 0 0,1 0-1 0 0,0 0 0 0 0,0 0 1 0 0,0 0-1 0 0,0 0 1 0 0,0 0-1 0 0,0-1 0 0 0,-1 1 1 0 0,1-1-1 0 0,0 1 1 0 0,0-1-1 0 0,0 0 0 0 0,-1 0 1 0 0,1 1-1 0 0,0-1 0 0 0,-1 0 1 0 0,1-1-1 0 0,-1 1 1 0 0,1 0-1 0 0,-1 0 0 0 0,0-1 1 0 0,1 1-1 0 0,-1 0 1 0 0,0-1-1 0 0,1-1 0 0 0,6-8-60 0 0,-1 0 0 0 0,0 0-1 0 0,10-23 1 0 0,-10 20-2 0 0,2-5 144 0 0,0-1 1 0 0,-1-1-1 0 0,-1 1 0 0 0,-1-1 0 0 0,-1 0 1 0 0,-1-1-1 0 0,-1 1 0 0 0,0-1 1 0 0,-2 0-1 0 0,0 0 0 0 0,-2 1 0 0 0,-4-34 1 0 0,8 74 362 0 0,2-1 1 0 0,7 21 0 0 0,-8-30-649 0 0,-1 0-1 0 0,1 0 1 0 0,1-1 0 0 0,-1 0 0 0 0,2 1-1 0 0,-1-1 1 0 0,1-1 0 0 0,10 11 0 0 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8.8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25 132 5985 0 0,'-2'1'277'0'0,"1"1"-1"0"0,-1-1 0 0 0,0 0 0 0 0,1 0 1 0 0,-1 1-1 0 0,1-1 0 0 0,-1 1 1 0 0,1-1-1 0 0,0 1 0 0 0,0-1 1 0 0,0 1-1 0 0,0 0 0 0 0,0 0 0 0 0,0-1 1 0 0,0 1-1 0 0,0 0 0 0 0,1 0 1 0 0,-1 0-1 0 0,0 4 0 0 0,1-3 42 0 0,0 1 0 0 0,0-1 0 0 0,0 1 0 0 0,1 0-1 0 0,-1-1 1 0 0,1 0 0 0 0,0 1 0 0 0,0-1 0 0 0,0 1 0 0 0,4 5-1 0 0,-2-3 44 0 0,0-1-1 0 0,0 0 0 0 0,1 0 0 0 0,-1 0 1 0 0,1 0-1 0 0,1 0 0 0 0,-1-1 0 0 0,1 1 1 0 0,-1-1-1 0 0,1 0 0 0 0,0-1 0 0 0,1 1 1 0 0,6 2-1 0 0,-9-4-285 0 0,1-1 1 0 0,-1 1-1 0 0,1-1 1 0 0,-1 0-1 0 0,1 0 0 0 0,-1 0 1 0 0,1-1-1 0 0,0 1 1 0 0,-1-1-1 0 0,1 0 1 0 0,0 0-1 0 0,0 0 0 0 0,-1 0 1 0 0,1-1-1 0 0,0 0 1 0 0,-1 1-1 0 0,1-1 0 0 0,-1-1 1 0 0,1 1-1 0 0,-1 0 1 0 0,1-1-1 0 0,-1 0 1 0 0,0 0-1 0 0,0 0 0 0 0,0 0 1 0 0,0 0-1 0 0,0-1 1 0 0,0 1-1 0 0,-1-1 0 0 0,1 0 1 0 0,-1 0-1 0 0,1 0 1 0 0,-1 0-1 0 0,0 0 1 0 0,-1 0-1 0 0,1 0 0 0 0,0-1 1 0 0,1-5-1 0 0,2-4-59 0 0,-1-1 1 0 0,-1 0-1 0 0,0 0 0 0 0,-1 0 0 0 0,0 0 1 0 0,-1 0-1 0 0,-1-1 0 0 0,-2-25 0 0 0,-6-5-180 0 0,2 16-2915 0 0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9.0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4145 0 0,'15'14'9104'0'0,"0"0"-5453"0"0,-5 5-2837 0 0,0 0 0 0 0,-1 1 0 0 0,-2 0 0 0 0,0 0 0 0 0,8 39 0 0 0,-7-26-4202 0 0,14 36 1 0 0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9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2 11058 0 0,'-1'0'91'0'0,"0"-1"0"0"0,0 1 0 0 0,0 0 0 0 0,1 0 0 0 0,-1 0 0 0 0,0 0 0 0 0,0 0 0 0 0,0 0 0 0 0,1 0 0 0 0,-1 0 0 0 0,0 0 0 0 0,0 0 0 0 0,0 0 0 0 0,0 0 0 0 0,1 1 0 0 0,-1-1 0 0 0,0 0 0 0 0,0 0 0 0 0,1 1 0 0 0,-1-1 0 0 0,0 1 0 0 0,1-1 0 0 0,-1 1 0 0 0,0-1 0 0 0,1 1 0 0 0,-1-1 0 0 0,1 1 0 0 0,-1 0 0 0 0,1-1 0 0 0,-1 1 0 0 0,1 0 0 0 0,-1 0 0 0 0,0 2 18 0 0,0 1 0 0 0,0-1 0 0 0,0 0 0 0 0,0 0 0 0 0,1 0 0 0 0,0 0 0 0 0,0 0 0 0 0,0 1 0 0 0,0 2 0 0 0,1 8-494 0 0,1-1 0 0 0,1 0 1 0 0,6 21-1 0 0,-2-17-287 0 0,0 0 0 0 0,12 18 0 0 0,-5-12 646 0 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9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0 12443 0 0,'-18'3'3012'0'0,"24"10"514"0"0,4-1-3463 0 0,233 394 3338 0 0,-205-327-4984 0 0,-30-55-5892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49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14 250 6913 0 0,'0'0'47'0'0,"0"1"-1"0"0,-1-1 1 0 0,1 0-1 0 0,-1 0 1 0 0,1 0-1 0 0,-1 0 1 0 0,1 0-1 0 0,0 0 1 0 0,-1 0-1 0 0,1 0 1 0 0,-1 0-1 0 0,1 0 1 0 0,-1 0-1 0 0,1 0 1 0 0,0 0-1 0 0,-1 0 1 0 0,1 0-1 0 0,-1 0 0 0 0,1 0 1 0 0,-1 0-1 0 0,1 0 1 0 0,0-1-1 0 0,-1 1 1 0 0,1 0-1 0 0,0 0 1 0 0,-1-1-1 0 0,1 1 1 0 0,-1 0-1 0 0,1 0 1 0 0,0-1-1 0 0,0 1 1 0 0,-1 0-1 0 0,1-1 1 0 0,-1 0-1 0 0,6-15 1861 0 0,22-21 63 0 0,-24 32-2262 0 0,45-49-382 0 0,-33 39-545 0 0,2 1 0 0 0,-1 0 0 0 0,1 1 0 0 0,1 1 0 0 0,37-18 0 0 0,-40 23 1229 0 0,1 0 0 0 0,0 2 0 0 0,1 0 0 0 0,17-3 1 0 0,-10 5-78 0 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0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123 321 5065 0 0,'-1'-2'242'0'0,"0"0"0"0"0,0 1 0 0 0,-1-1-1 0 0,1 1 1 0 0,-1-1 0 0 0,0 1 0 0 0,1 0 0 0 0,-1-1-1 0 0,0 1 1 0 0,0 0 0 0 0,0 0 0 0 0,1 0 0 0 0,-1 0-1 0 0,0 1 1 0 0,0-1 0 0 0,0 1 0 0 0,-1-1 0 0 0,1 1 0 0 0,0 0-1 0 0,0-1 1 0 0,-3 1 0 0 0,3 0 71 0 0,-1 0 1 0 0,1 0-1 0 0,-1 0 1 0 0,0 0-1 0 0,1 1 0 0 0,-1-1 1 0 0,1 1-1 0 0,-1-1 1 0 0,0 1-1 0 0,1 0 0 0 0,0 0 1 0 0,-1 0-1 0 0,1 0 1 0 0,0 1-1 0 0,-1-1 0 0 0,-3 4 1 0 0,2 0-10 0 0,0 1 0 0 0,1 0 1 0 0,-1 0-1 0 0,1 1 0 0 0,0-1 1 0 0,1 1-1 0 0,0-1 0 0 0,0 1 1 0 0,0 0-1 0 0,1 0 0 0 0,-2 12 1 0 0,2 1 79 0 0,0 0 0 0 0,4 39 1 0 0,-2-54-359 0 0,0 1 0 0 0,0-1 0 0 0,1 1 0 0 0,-1-1 1 0 0,1 0-1 0 0,0 0 0 0 0,0 0 0 0 0,1 0 0 0 0,0 0 0 0 0,-1 0 1 0 0,2 0-1 0 0,-1-1 0 0 0,6 6 0 0 0,-7-7-13 0 0,1-1-1 0 0,0 0 0 0 0,0 0 1 0 0,0 0-1 0 0,0 0 0 0 0,0 0 1 0 0,0-1-1 0 0,0 1 1 0 0,1-1-1 0 0,-1 0 0 0 0,0 0 1 0 0,1 0-1 0 0,-1 0 0 0 0,1-1 1 0 0,-1 1-1 0 0,1-1 1 0 0,0 0-1 0 0,-1 0 0 0 0,1 0 1 0 0,-1-1-1 0 0,8-1 1 0 0,-5 0-37 0 0,0 1 0 0 0,1-2 0 0 0,-1 1 0 0 0,0-1 0 0 0,0 0 0 0 0,0 0 0 0 0,-1 0 1 0 0,1-1-1 0 0,-1 0 0 0 0,0 0 0 0 0,0-1 0 0 0,0 1 0 0 0,-1-1 0 0 0,7-9 0 0 0,-2 1-55 0 0,-1-1 0 0 0,0 0 0 0 0,-2 0 0 0 0,1 0 0 0 0,4-18 0 0 0,3-22-805 0 0,-2-1 0 0 0,-3 0 0 0 0,-2 0 0 0 0,0-59 0 0 0,4 9 4412 0 0,-5 122-2368 0 0,4 23-303 0 0,40 148 418 0 0,-42-164-1274 0 0,1 0 0 0 0,2-1 0 0 0,0 0 0 0 0,2-1 0 0 0,23 33 0 0 0,-35-54-1 0 0,-1 0-1 0 0,1 1 0 0 0,0-1 1 0 0,-1 0-1 0 0,1 0 1 0 0,0 0-1 0 0,0 0 0 0 0,0 0 1 0 0,0 0-1 0 0,0 0 1 0 0,0-1-1 0 0,0 1 0 0 0,0 0 1 0 0,0 0-1 0 0,0-1 1 0 0,1 1-1 0 0,-1-1 0 0 0,0 1 1 0 0,0-1-1 0 0,1 0 1 0 0,-1 1-1 0 0,0-1 1 0 0,1 0-1 0 0,-1 0 0 0 0,0 0 1 0 0,0 0-1 0 0,3 0 1 0 0,-2-1-3 0 0,-1-1 1 0 0,1 1 0 0 0,0-1 0 0 0,-1 1 0 0 0,1-1 0 0 0,-1 0-1 0 0,0 0 1 0 0,0 0 0 0 0,0 0 0 0 0,0 0 0 0 0,0 0 0 0 0,0 0-1 0 0,0 0 1 0 0,0 0 0 0 0,-1 0 0 0 0,1-4 0 0 0,19-84 66 0 0,-17 65-64 0 0,3 0 0 0 0,0 0 0 0 0,1 0 0 0 0,1 1 0 0 0,13-27 0 0 0,-20 49 10 0 0,0 0 0 0 0,-1 1 0 0 0,1-1 0 0 0,0 0 0 0 0,0 1 0 0 0,0-1 0 0 0,0 1 0 0 0,0-1 1 0 0,1 1-1 0 0,-1-1 0 0 0,0 1 0 0 0,1 0 0 0 0,-1-1 0 0 0,1 1 0 0 0,-1 0 0 0 0,1 0 0 0 0,-1 0 0 0 0,1 0 0 0 0,0 1 0 0 0,-1-1 0 0 0,1 0 1 0 0,0 1-1 0 0,0-1 0 0 0,0 1 0 0 0,0-1 0 0 0,-1 1 0 0 0,1 0 0 0 0,0 0 0 0 0,2 0 0 0 0,-1 1 9 0 0,0 1-1 0 0,0-1 1 0 0,0 1-1 0 0,0 0 0 0 0,0 0 1 0 0,0 0-1 0 0,-1 0 1 0 0,1 0-1 0 0,-1 1 1 0 0,0-1-1 0 0,1 1 1 0 0,-1 0-1 0 0,0-1 0 0 0,-1 1 1 0 0,4 5-1 0 0,11 19-115 0 0,1 0-1 0 0,2-1 1 0 0,0-1-1 0 0,2-1 0 0 0,39 35 1 0 0,-42-44-595 0 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1.0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41 5529 0 0,'-1'-3'204'0'0,"0"0"0"0"0,-1 1 0 0 0,1-1 0 0 0,-1 0 0 0 0,0 1 0 0 0,0 0 0 0 0,0-1 1 0 0,0 1-1 0 0,0 0 0 0 0,0 0 0 0 0,0 0 0 0 0,-1 0 0 0 0,-2-2 0 0 0,2 3 15 0 0,-1 0 1 0 0,1 0 0 0 0,0 0-1 0 0,-1 0 1 0 0,1 1 0 0 0,-1-1-1 0 0,0 1 1 0 0,1 0 0 0 0,-1 0-1 0 0,1 0 1 0 0,-1 1 0 0 0,1-1-1 0 0,-1 1 1 0 0,1 0 0 0 0,-1 0-1 0 0,1 0 1 0 0,0 0 0 0 0,-1 1-1 0 0,1-1 1 0 0,0 1 0 0 0,0 0-1 0 0,0 0 1 0 0,0 0 0 0 0,1 0-1 0 0,-1 0 1 0 0,0 1 0 0 0,1-1-1 0 0,-1 1 1 0 0,1 0 0 0 0,0 0-1 0 0,0 0 1 0 0,0 0 0 0 0,1 0-1 0 0,-1 0 1 0 0,1 0 0 0 0,-1 0-1 0 0,1 1 1 0 0,0-1 0 0 0,0 1-1 0 0,0-1 1 0 0,0 5 0 0 0,-1 14 68 0 0,1 1 0 0 0,1-1 0 0 0,0 1 0 0 0,2-1 1 0 0,1 0-1 0 0,0 0 0 0 0,2 0 0 0 0,0 0 0 0 0,15 36 0 0 0,-15-47-264 0 0,0 0 0 0 0,1 0 0 0 0,1 0 0 0 0,-1-1 0 0 0,2 0 0 0 0,-1 0 0 0 0,1-1 0 0 0,15 13 0 0 0,-17-17-17 0 0,1 0 0 0 0,-1 0 1 0 0,2-1-1 0 0,-1 0 1 0 0,0 0-1 0 0,1-1 1 0 0,-1 0-1 0 0,1 0 0 0 0,0-1 1 0 0,0 0-1 0 0,0 0 1 0 0,0-1-1 0 0,15 1 0 0 0,-18-2-18 0 0,1 0-1 0 0,-1-1 0 0 0,1 1 0 0 0,-1-1 0 0 0,1 0 0 0 0,-1-1 0 0 0,0 1 0 0 0,9-4 0 0 0,18-17-5650 0 0,-12 4-811 0 0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1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 10594 0 0,'-1'0'121'0'0,"0"0"-1"0"0,0 1 0 0 0,-1-1 0 0 0,1 1 1 0 0,0-1-1 0 0,0 1 0 0 0,0-1 0 0 0,0 1 1 0 0,0-1-1 0 0,0 1 0 0 0,0 0 0 0 0,0 0 0 0 0,1-1 1 0 0,-1 1-1 0 0,0 0 0 0 0,0 0 0 0 0,0 0 1 0 0,1 0-1 0 0,-1 0 0 0 0,1 0 0 0 0,-1 0 1 0 0,1 0-1 0 0,-1 2 0 0 0,0 0 122 0 0,1 0 0 0 0,0 0 0 0 0,1 0 0 0 0,-1-1 0 0 0,0 1 0 0 0,1 0 0 0 0,0 0 0 0 0,0 0-1 0 0,1 3 1 0 0,10 23 1419 0 0,1 1 0 0 0,19 29 0 0 0,6 15-546 0 0,-29-55-950 0 0,1-1-1 0 0,23 34 1 0 0,-28-46-375 0 0,0 1 0 0 0,0-1 0 0 0,1-1 0 0 0,-1 1 0 0 0,1-1 0 0 0,1 0 0 0 0,-1 0 0 0 0,1 0-1 0 0,0-1 1 0 0,12 5 0 0 0,-1-2-622 0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1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46 277 10594 0 0,'3'-4'371'0'0,"-1"1"1"0"0,0-1-1 0 0,1 0 0 0 0,0 1 0 0 0,0 0 0 0 0,0 0 0 0 0,0 0 0 0 0,1 0 1 0 0,-1 0-1 0 0,1 0 0 0 0,5-2 0 0 0,-5 2 796 0 0,-2 2-890 0 0,0 0-1 0 0,1 0 1 0 0,-1 0-1 0 0,1 0 1 0 0,-1 0 0 0 0,1 0-1 0 0,-1 1 1 0 0,1-1-1 0 0,-1 1 1 0 0,1 0-1 0 0,0 0 1 0 0,4 0-1 0 0,-4 0-182 0 0,-1 0 0 0 0,1 0-1 0 0,0 0 1 0 0,0 0 0 0 0,0-1-1 0 0,-1 1 1 0 0,1-1 0 0 0,0 0 0 0 0,-1 1-1 0 0,1-1 1 0 0,0-1 0 0 0,3-1-1 0 0,-1-1-30 0 0,-1 0 0 0 0,1-1 0 0 0,-1 0-1 0 0,0 1 1 0 0,-1-1 0 0 0,1-1-1 0 0,-1 1 1 0 0,0 0 0 0 0,0-1 0 0 0,0 0-1 0 0,-1 0 1 0 0,0 1 0 0 0,0-1-1 0 0,-1 0 1 0 0,0-1 0 0 0,0 1 0 0 0,0 0-1 0 0,-1 0 1 0 0,0-9 0 0 0,0 11-26 0 0,0 0 0 0 0,0 0 0 0 0,0-1 0 0 0,-1 1 0 0 0,1 0 0 0 0,-1 1 0 0 0,0-1 0 0 0,0 0 0 0 0,-1 0 0 0 0,1 0-1 0 0,-1 1 1 0 0,0-1 0 0 0,0 0 0 0 0,0 1 0 0 0,-1 0 0 0 0,1-1 0 0 0,-1 1 0 0 0,1 0 0 0 0,-1 1 0 0 0,0-1 0 0 0,0 0 0 0 0,0 1 0 0 0,-1-1 0 0 0,1 1 0 0 0,-1 0 0 0 0,1 0 0 0 0,-1 1 0 0 0,0-1 0 0 0,0 1 0 0 0,-6-2 0 0 0,5 2-42 0 0,1 1 0 0 0,0 1 0 0 0,-1-1 0 0 0,1 1 0 0 0,0-1 0 0 0,0 1 0 0 0,-1 0 0 0 0,1 1 0 0 0,0-1 0 0 0,0 1 1 0 0,0-1-1 0 0,0 1 0 0 0,1 1 0 0 0,-1-1 0 0 0,0 0 0 0 0,1 1 0 0 0,0 0 0 0 0,0 0 0 0 0,-1 0 0 0 0,-2 5 0 0 0,-3 2-12 0 0,0 0-1 0 0,1 1 1 0 0,0 0 0 0 0,1 1-1 0 0,-7 16 1 0 0,13-26-93 0 0,0 0 0 0 0,0 1 0 0 0,0-1-1 0 0,1 1 1 0 0,-1-1 0 0 0,1 1 0 0 0,0-1 0 0 0,0 1 0 0 0,0-1 0 0 0,0 1 0 0 0,0-1 0 0 0,0 1-1 0 0,1 3 1 0 0,0-3-506 0 0,1 1-1 0 0,-1 0 0 0 0,1 0 0 0 0,-1-1 0 0 0,1 1 1 0 0,0-1-1 0 0,5 6 0 0 0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2.1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84 6913 0 0,'-1'-6'395'0'0,"-1"0"-1"0"0,0 1 1 0 0,0 0-1 0 0,-1-1 1 0 0,1 1-1 0 0,-1 0 0 0 0,-1 0 1 0 0,1 0-1 0 0,0 0 1 0 0,-1 1-1 0 0,0 0 1 0 0,-5-5-1 0 0,8 8-221 0 0,-1 0-1 0 0,1-1 1 0 0,0 1 0 0 0,-1 0 0 0 0,1 0-1 0 0,-1 0 1 0 0,1 0 0 0 0,-1 1 0 0 0,0-1-1 0 0,1 0 1 0 0,-1 1 0 0 0,0-1-1 0 0,0 1 1 0 0,1-1 0 0 0,-1 1 0 0 0,0 0-1 0 0,0 0 1 0 0,0 0 0 0 0,1 0-1 0 0,-1 0 1 0 0,0 0 0 0 0,0 0 0 0 0,1 1-1 0 0,-1-1 1 0 0,0 1 0 0 0,0-1 0 0 0,1 1-1 0 0,-1 0 1 0 0,0-1 0 0 0,1 1-1 0 0,-1 0 1 0 0,1 0 0 0 0,-1 0 0 0 0,1 0-1 0 0,0 1 1 0 0,-1-1 0 0 0,1 0 0 0 0,0 1-1 0 0,0-1 1 0 0,0 0 0 0 0,0 1-1 0 0,-1 1 1 0 0,0-1-135 0 0,0 1-1 0 0,1-1 1 0 0,-1 1-1 0 0,1-1 1 0 0,-1 1-1 0 0,1 0 0 0 0,0-1 1 0 0,0 1-1 0 0,0 0 1 0 0,0 0-1 0 0,1 0 1 0 0,-1-1-1 0 0,1 1 1 0 0,0 0-1 0 0,0 0 1 0 0,0 0-1 0 0,0 0 1 0 0,0 0-1 0 0,1 0 1 0 0,-1 0-1 0 0,1 0 1 0 0,0-1-1 0 0,0 1 1 0 0,0 0-1 0 0,0 0 1 0 0,0-1-1 0 0,0 1 0 0 0,1-1 1 0 0,0 1-1 0 0,-1-1 1 0 0,1 1-1 0 0,0-1 1 0 0,3 3-1 0 0,7 5 207 0 0,1 0-1 0 0,0 0 0 0 0,0-1 0 0 0,1-1 1 0 0,17 8-1 0 0,10 6-8 0 0,-36-19-235 0 0,0 1 0 0 0,0-1 0 0 0,0 1 0 0 0,-1 0 0 0 0,1 0 0 0 0,-1 0 0 0 0,0 1 0 0 0,0-1 0 0 0,-1 1 0 0 0,1 0 0 0 0,-1 0 0 0 0,0 0 0 0 0,3 7 0 0 0,-6-8 0 0 0,1-1 0 0 0,0 1 0 0 0,-1-1 0 0 0,1 1 0 0 0,-1-1 0 0 0,0 1 0 0 0,0-1 0 0 0,-1 1 0 0 0,1-1 0 0 0,-1 1 0 0 0,1-1 0 0 0,-1 1 0 0 0,0-1 0 0 0,0 0 0 0 0,-1 1 0 0 0,1-1 0 0 0,-1 0 0 0 0,0 0 0 0 0,0 0 0 0 0,0 0 0 0 0,0 0 0 0 0,0-1 0 0 0,-5 6 0 0 0,5-7-384 0 0,1 1 0 0 0,-1 0 0 0 0,0 0 0 0 0,0-1 0 0 0,0 1 0 0 0,0-1 0 0 0,0 0 0 0 0,0 0 0 0 0,-1 0 1 0 0,1 0-1 0 0,0 0 0 0 0,-1 0 0 0 0,1 0 0 0 0,0-1 0 0 0,-1 1 0 0 0,-4 0 0 0 0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2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4 278 3209 0 0,'5'-8'394'0'0,"0"1"0"0"0,0-2 1 0 0,-1 1-1 0 0,0 0 1 0 0,-1-1-1 0 0,0 0 0 0 0,2-10 1 0 0,11-65 4662 0 0,-12 26-3039 0 0,-4 53-1746 0 0,0 1 0 0 0,-1-1 1 0 0,1 1-1 0 0,-1-1 0 0 0,0 1 1 0 0,0-1-1 0 0,-1 1 0 0 0,1 0 1 0 0,-1-1-1 0 0,-3-4 0 0 0,5 8-240 0 0,0 1 0 0 0,-1 0-1 0 0,1 0 1 0 0,0 0 0 0 0,0-1-1 0 0,0 1 1 0 0,0 0 0 0 0,0 0-1 0 0,-1 0 1 0 0,1-1 0 0 0,0 1-1 0 0,0 0 1 0 0,0 0 0 0 0,0 0-1 0 0,-1 0 1 0 0,1 0 0 0 0,0-1-1 0 0,0 1 1 0 0,-1 0 0 0 0,1 0-1 0 0,0 0 1 0 0,0 0 0 0 0,0 0-1 0 0,-1 0 1 0 0,1 0 0 0 0,0 0-1 0 0,0 0 1 0 0,-1 0 0 0 0,1 0-1 0 0,0 0 1 0 0,0 0 0 0 0,-1 0-1 0 0,1 0 1 0 0,0 0 0 0 0,0 0-1 0 0,-1 0 1 0 0,1 0 0 0 0,-7 10 746 0 0,-2 15 88 0 0,8-23-751 0 0,-4 16 297 0 0,1 0-1 0 0,0 0 0 0 0,-1 35 0 0 0,4-46-317 0 0,1 0 0 0 0,0-1 0 0 0,1 1 0 0 0,-1-1 0 0 0,1 1 0 0 0,1-1 0 0 0,-1 1 1 0 0,1-1-1 0 0,0 0 0 0 0,1 1 0 0 0,-1-1 0 0 0,1 0 0 0 0,0-1 0 0 0,5 8 0 0 0,-6-11-141 0 0,0 0 1 0 0,1 1 0 0 0,-1-2-1 0 0,0 1 1 0 0,1 0 0 0 0,-1 0-1 0 0,1-1 1 0 0,-1 1-1 0 0,1-1 1 0 0,0 0 0 0 0,-1 0-1 0 0,1 0 1 0 0,0 0-1 0 0,0 0 1 0 0,0-1 0 0 0,0 1-1 0 0,0-1 1 0 0,0 0 0 0 0,0 0-1 0 0,-1 0 1 0 0,1 0-1 0 0,0 0 1 0 0,0-1 0 0 0,5 0-1 0 0,3-3-634 0 0,0 1 1 0 0,0-1-1 0 0,-1-1 0 0 0,20-11 0 0 0,-10 4-5958 0 0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3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207 545 4145 0 0,'-2'-6'637'0'0,"-1"0"-1"0"0,0 0 1 0 0,0 1 0 0 0,0-1 0 0 0,-1 1-1 0 0,0-1 1 0 0,0 1 0 0 0,0 0 0 0 0,0 1-1 0 0,-1-1 1 0 0,0 1 0 0 0,0 0 0 0 0,0 0-1 0 0,0 1 1 0 0,-8-5 0 0 0,11 7-352 0 0,-1 0 0 0 0,1 0 1 0 0,-1 0-1 0 0,1 1 0 0 0,0-1 1 0 0,-1 0-1 0 0,1 1 0 0 0,-1 0 0 0 0,1 0 1 0 0,-1 0-1 0 0,0 0 0 0 0,1 0 1 0 0,-1 0-1 0 0,1 1 0 0 0,-1-1 0 0 0,-4 2 1 0 0,5-1-136 0 0,-1 1 1 0 0,0 0-1 0 0,1-1 1 0 0,-1 1-1 0 0,1 0 1 0 0,0 0-1 0 0,0 1 1 0 0,0-1-1 0 0,0 0 0 0 0,0 1 1 0 0,0-1-1 0 0,0 1 1 0 0,1 0-1 0 0,-1-1 1 0 0,1 1-1 0 0,0 0 1 0 0,-1 3-1 0 0,-4 14-45 0 0,2 0 1 0 0,0 1-1 0 0,1-1 0 0 0,1 0 0 0 0,1 1 0 0 0,1 0 0 0 0,0-1 0 0 0,2 1 0 0 0,0-1 0 0 0,6 22 1 0 0,-5-33-87 0 0,-1 0 1 0 0,2-1-1 0 0,-1 0 1 0 0,1 0-1 0 0,0 0 1 0 0,1 0-1 0 0,9 12 1 0 0,-12-18-25 0 0,-1 0 0 0 0,1-1 0 0 0,-1 1 0 0 0,1 0 1 0 0,0-1-1 0 0,0 1 0 0 0,0-1 0 0 0,0 0 0 0 0,0 0 1 0 0,0 0-1 0 0,0 0 0 0 0,0 0 0 0 0,0 0 0 0 0,5 1 1 0 0,-5-2-15 0 0,-1 0 0 0 0,1-1 0 0 0,0 1 0 0 0,0 0 0 0 0,-1-1 0 0 0,1 1 0 0 0,0-1 0 0 0,-1 1 0 0 0,1-1 0 0 0,-1 0 0 0 0,1 0 0 0 0,-1 1 0 0 0,1-1 0 0 0,-1 0 0 0 0,1 0 0 0 0,-1-1 0 0 0,0 1 1 0 0,0 0-1 0 0,1 0 0 0 0,-1-1 0 0 0,0 1 0 0 0,0-1 0 0 0,1-1 0 0 0,3-6-425 0 0,0-1 0 0 0,0 1 0 0 0,-1-1 0 0 0,0 0 0 0 0,-1 0 0 0 0,0-1 0 0 0,-1 1 0 0 0,0-1 0 0 0,1-12 0 0 0,0-97-4816 0 0,-5 78 3476 0 0,-3 1-1 0 0,-1 0 0 0 0,-2 1 1 0 0,-25-78-1 0 0,-19-18 1957 0 0,-4 6 4135 0 0,55 128-4193 0 0,-4-9 719 0 0,4 8-344 0 0,0 0 0 0 0,0 0 1 0 0,-1-1-1 0 0,1 1 0 0 0,-1 0 0 0 0,0 1 1 0 0,0-1-1 0 0,0 0 0 0 0,-2-2 0 0 0,2 6 31 0 0,2-1-347 0 0,0 1 0 0 0,-1-1 0 0 0,1 0 0 0 0,0 1 0 0 0,0-1 0 0 0,-1 1 0 0 0,1-1 0 0 0,0 1 0 0 0,0-1 0 0 0,0 1 0 0 0,-1-1 0 0 0,1 1 0 0 0,0 0 0 0 0,0-1 1 0 0,0 1-1 0 0,0-1 0 0 0,0 1 0 0 0,0-1 0 0 0,0 1 0 0 0,0-1 0 0 0,0 1 0 0 0,0-1 0 0 0,1 1 0 0 0,-1-1 0 0 0,0 1 0 0 0,0-1 0 0 0,1 2 0 0 0,2 23 1034 0 0,19 47 73 0 0,60 130 0 0 0,-39-102-666 0 0,-10-23-73 0 0,55 90 0 0 0,-63-126-962 0 0,1-1 0 0 0,3-2 1 0 0,56 59-1 0 0,-67-78-115 0 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4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69 7370 0 0,'-4'30'3100'0'0,"2"-13"-1999"0"0,1-1-1 0 0,1 0 1 0 0,3 33-1 0 0,-2-45-892 0 0,-1 0 0 0 0,1 0 0 0 0,0 0 0 0 0,0 0 0 0 0,0 0 0 0 0,0-1 0 0 0,1 1 0 0 0,0 0 0 0 0,-1-1 0 0 0,1 1 0 0 0,1-1 0 0 0,-1 1 0 0 0,0-1 0 0 0,1 0 0 0 0,0 0 0 0 0,-1 0 0 0 0,1-1 0 0 0,0 1 0 0 0,1-1 0 0 0,-1 1 0 0 0,0-1 0 0 0,6 3 0 0 0,-8-5-179 0 0,0 0 0 0 0,0 1 0 0 0,0-1 0 0 0,-1 0-1 0 0,1 0 1 0 0,0 0 0 0 0,0 0 0 0 0,0 0 0 0 0,0 0 0 0 0,0 0 0 0 0,0 0 0 0 0,0 0-1 0 0,0 0 1 0 0,0 0 0 0 0,0 0 0 0 0,0-1 0 0 0,0 1 0 0 0,-1 0 0 0 0,1-1-1 0 0,0 1 1 0 0,0-1 0 0 0,0 1 0 0 0,0-1 0 0 0,-1 1 0 0 0,1-1 0 0 0,0 0-1 0 0,-1 1 1 0 0,1-1 0 0 0,0 0 0 0 0,-1 1 0 0 0,1-1 0 0 0,-1 0 0 0 0,1 0-1 0 0,-1 0 1 0 0,1 0 0 0 0,-1 1 0 0 0,0-1 0 0 0,1 0 0 0 0,-1 0 0 0 0,0 0-1 0 0,0 0 1 0 0,0 0 0 0 0,0 0 0 0 0,0 0 0 0 0,0 0 0 0 0,0-1 0 0 0,1-9 22 0 0,0 1 0 0 0,-1 0 1 0 0,-2-15-1 0 0,1 17 48 0 0,-1-21-42 0 0,2 15-12 0 0,0 0 0 0 0,-2 0 1 0 0,1 0-1 0 0,-2-1 0 0 0,0 2 0 0 0,-1-1 0 0 0,0 0 0 0 0,-8-16 1 0 0,12 29-44 0 0,-1 0 0 0 0,1 0 1 0 0,-1 0-1 0 0,1 0 1 0 0,-1 0-1 0 0,0 0 0 0 0,1 0 1 0 0,-1 0-1 0 0,0 0 1 0 0,0 1-1 0 0,0-1 0 0 0,1 0 1 0 0,-1 0-1 0 0,0 1 0 0 0,0-1 1 0 0,0 1-1 0 0,0-1 1 0 0,0 1-1 0 0,0-1 0 0 0,0 1 1 0 0,-1 0-1 0 0,1 0 1 0 0,0-1-1 0 0,0 1 0 0 0,0 0 1 0 0,0 0-1 0 0,0 0 0 0 0,0 0 1 0 0,0 0-1 0 0,-1 0 1 0 0,1 0-1 0 0,0 1 0 0 0,0-1 1 0 0,0 0-1 0 0,0 1 1 0 0,0-1-1 0 0,0 1 0 0 0,0-1 1 0 0,0 1-1 0 0,0-1 1 0 0,0 1-1 0 0,0 0 0 0 0,0-1 1 0 0,1 1-1 0 0,-1 0 0 0 0,0 0 1 0 0,0-1-1 0 0,1 1 1 0 0,-2 2-1 0 0,-2 1 14 0 0,0 1-1 0 0,1-1 0 0 0,0 1 1 0 0,-1 0-1 0 0,2 0 1 0 0,-1 1-1 0 0,1-1 1 0 0,-3 6-1 0 0,5-6-12 0 0,-1-1 0 0 0,1 1-1 0 0,-1-1 1 0 0,1 1 0 0 0,1 0-1 0 0,-1-1 1 0 0,1 1 0 0 0,-1-1-1 0 0,3 6 1 0 0,-3-9-1 0 0,0 0 0 0 0,0 0 1 0 0,1 0-1 0 0,-1 0 0 0 0,0 0 0 0 0,0 0 0 0 0,1 0 0 0 0,-1 0 0 0 0,1 0 0 0 0,-1-1 0 0 0,1 1 1 0 0,-1 0-1 0 0,1 0 0 0 0,0 0 0 0 0,-1-1 0 0 0,1 1 0 0 0,0 0 0 0 0,-1-1 0 0 0,1 1 1 0 0,0 0-1 0 0,0-1 0 0 0,0 1 0 0 0,0-1 0 0 0,-1 0 0 0 0,1 1 0 0 0,0-1 0 0 0,0 0 1 0 0,0 1-1 0 0,0-1 0 0 0,0 0 0 0 0,0 0 0 0 0,0 0 0 0 0,0 0 0 0 0,0 0 0 0 0,0 0 1 0 0,0 0-1 0 0,0 0 0 0 0,0 0 0 0 0,0 0 0 0 0,0-1 0 0 0,0 1 0 0 0,0 0 0 0 0,0-1 0 0 0,0 1 1 0 0,-1-1-1 0 0,1 1 0 0 0,0-1 0 0 0,1 0 0 0 0,1-1 36 0 0,0-1 1 0 0,0 0-1 0 0,-1 1 1 0 0,1-1-1 0 0,0 0 1 0 0,-1 0-1 0 0,0 0 0 0 0,0-1 1 0 0,0 1-1 0 0,0-1 1 0 0,-1 1-1 0 0,1-1 0 0 0,-1 1 1 0 0,0-1-1 0 0,0 0 1 0 0,0 0-1 0 0,0 1 0 0 0,-1-1 1 0 0,0 0-1 0 0,1 0 1 0 0,-1 0-1 0 0,-1 0 0 0 0,1 0 1 0 0,-2-6-1 0 0,2 10-80 0 0,-1-1 0 0 0,1 1 0 0 0,-1 0 0 0 0,1 0 0 0 0,-1-1-1 0 0,1 1 1 0 0,0 0 0 0 0,-1 0 0 0 0,1 0 0 0 0,-1 0 0 0 0,1 0 0 0 0,-1 0 0 0 0,1 0-1 0 0,-1 0 1 0 0,1 0 0 0 0,-1 0 0 0 0,1 0 0 0 0,-1 0 0 0 0,1 0 0 0 0,-1 0 0 0 0,1 0-1 0 0,-1 0 1 0 0,1 1 0 0 0,-1-1 0 0 0,1 0 0 0 0,-1 0 0 0 0,1 1 0 0 0,-1-1 0 0 0,1 0-1 0 0,0 1 1 0 0,-1-1 0 0 0,1 0 0 0 0,0 1 0 0 0,-1-1 0 0 0,1 0 0 0 0,0 1-1 0 0,-1-1 1 0 0,1 1 0 0 0,0-1 0 0 0,0 1 0 0 0,0-1 0 0 0,-1 1 0 0 0,1-1 0 0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5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1 219 6913 0 0,'8'-19'1662'0'0,"-1"0"0"0"0,9-34 0 0 0,-13 38-658 0 0,2 0 0 0 0,-1 0 0 0 0,2 0 0 0 0,0 1 0 0 0,13-23-1 0 0,-17 36-828 0 0,-1-1 0 0 0,1 1 0 0 0,0-1 0 0 0,-1 1 0 0 0,1 0 0 0 0,0 0-1 0 0,0 0 1 0 0,0 0 0 0 0,0 0 0 0 0,0 0 0 0 0,0 0 0 0 0,0 1 0 0 0,0-1-1 0 0,0 1 1 0 0,0-1 0 0 0,0 1 0 0 0,1 0 0 0 0,-1 0 0 0 0,0 0 0 0 0,0 0-1 0 0,5 1 1 0 0,14 3 941 0 0,-15 0-172 0 0,-11-1-1074 0 0,-5 1 145 0 0,-1-3-2902 0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5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62 4609 0 0,'-8'-8'1255'0'0,"-1"0"0"0"0,0 1-1 0 0,-1 0 1 0 0,-15-9 0 0 0,-5 1 4346 0 0,31 15-5290 0 0,0 1 0 0 0,0 0 1 0 0,0 0-1 0 0,0 0 0 0 0,0 0 1 0 0,0-1-1 0 0,-1 1 1 0 0,1 0-1 0 0,0 0 0 0 0,-1 0 1 0 0,1 1-1 0 0,0-1 1 0 0,-1 0-1 0 0,1 1 0 0 0,5 25 940 0 0,-1 24-935 0 0,-3-21-203 0 0,1 0 1 0 0,2 0-1 0 0,1-1 1 0 0,1 0-1 0 0,1 0 1 0 0,18 38-1 0 0,90 156 104 0 0,-98-191-160 0 0,14 31 125 0 0,-3 2 0 0 0,28 90 0 0 0,16 39 496 0 0,-37-108-295 0 0,28 109 0 0 0,8 95 140 0 0,-42-168 79 0 0,6-2 1 0 0,58 128 0 0 0,-94-247-603 0 0,1 2 0 0 0,0 0 0 0 0,0 0 0 0 0,0 0 0 0 0,1-1 0 0 0,-1 1 0 0 0,1 0 0 0 0,0-1 0 0 0,-1 1 0 0 0,1-1 0 0 0,0 0 0 0 0,1 1 0 0 0,-1-1 0 0 0,0 0 0 0 0,3 1 0 0 0,-5-3-7 0 0,0 0 0 0 0,1 0 0 0 0,-1 0 0 0 0,0 0 0 0 0,0 0 0 0 0,0 0 0 0 0,0 0 0 0 0,0 0 0 0 0,0 0 0 0 0,0 0 0 0 0,1 0 0 0 0,-1 0 0 0 0,0 0 0 0 0,0-1 1 0 0,0 1-1 0 0,0 0 0 0 0,0 0 0 0 0,0 0 0 0 0,0 0 0 0 0,0 0 0 0 0,0 0 0 0 0,0 0 0 0 0,0-1 0 0 0,0 1 0 0 0,0 0 0 0 0,0 0 0 0 0,0 0 0 0 0,1 0 0 0 0,-1 0 0 0 0,0 0 0 0 0,0-1 0 0 0,0 1 0 0 0,0 0 0 0 0,0 0 0 0 0,-1 0 0 0 0,1 0 0 0 0,0 0 0 0 0,0 0 0 0 0,0 0 0 0 0,0-1 0 0 0,0 1 0 0 0,0 0 0 0 0,0 0 0 0 0,0 0 1 0 0,0 0-1 0 0,0 0 0 0 0,0 0 0 0 0,0 0 0 0 0,0-1 0 0 0,0 1 0 0 0,0 0 0 0 0,-1 0 0 0 0,1 0 0 0 0,0 0 0 0 0,0 0 0 0 0,0 0 0 0 0,0 0 0 0 0,-1-2-165 0 0,-2-6-436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6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 30 5985 0 0,'0'-1'112'0'0,"-1"1"-1"0"0,1 0 1 0 0,0-1-1 0 0,-1 1 1 0 0,1 0-1 0 0,-1-1 0 0 0,1 1 1 0 0,-1 0-1 0 0,1-1 1 0 0,0 1-1 0 0,-1 0 1 0 0,1 0-1 0 0,-1-1 1 0 0,0 1-1 0 0,1 0 0 0 0,-1 0 1 0 0,1 0-1 0 0,-1 0 1 0 0,1 0-1 0 0,-1 0 1 0 0,1 0-1 0 0,-1 0 1 0 0,1 0-1 0 0,-1 0 0 0 0,1 0 1 0 0,-1 0-1 0 0,1 0 1 0 0,-1 1-1 0 0,1-1 1 0 0,-1 0-1 0 0,1 0 1 0 0,-1 1-1 0 0,1-1 0 0 0,-1 0 1 0 0,1 0-1 0 0,-1 1 1 0 0,1-1-1 0 0,-1 0 1 0 0,1 1-1 0 0,0-1 1 0 0,-1 1-1 0 0,1-1 0 0 0,0 1 1 0 0,-1-1-1 0 0,1 0 1 0 0,0 1-1 0 0,0-1 1 0 0,0 1-1 0 0,-1-1 1 0 0,1 1-1 0 0,0 0 1 0 0,0-1-1 0 0,0 1 0 0 0,0-1 1 0 0,0 1-1 0 0,0 0 1 0 0,-7 29 1865 0 0,2 6 74 0 0,-14 55 0 0 0,5-45-1170 0 0,-39 87 1 0 0,48-122-863 0 0,-15 35 83 0 0,19-43-98 0 0,0 0 1 0 0,0 0 0 0 0,0-1-1 0 0,1 1 1 0 0,-1 0-1 0 0,1 0 1 0 0,0 0-1 0 0,0 0 1 0 0,0 0-1 0 0,0 0 1 0 0,1 0-1 0 0,-1 0 1 0 0,1 3-1 0 0,-1-5-3 0 0,1-1 0 0 0,-1 0-1 0 0,0 0 1 0 0,0 0-1 0 0,0 0 1 0 0,0 0 0 0 0,0 0-1 0 0,0 1 1 0 0,0-1 0 0 0,0 0-1 0 0,0 0 1 0 0,0 0-1 0 0,0 0 1 0 0,0 0 0 0 0,0 0-1 0 0,0 0 1 0 0,1 1 0 0 0,-1-1-1 0 0,0 0 1 0 0,0 0-1 0 0,0 0 1 0 0,0 0 0 0 0,0 0-1 0 0,0 0 1 0 0,1 0-1 0 0,-1 0 1 0 0,0 0 0 0 0,0 0-1 0 0,0 0 1 0 0,0 0 0 0 0,0 0-1 0 0,0 0 1 0 0,1 0-1 0 0,-1 0 1 0 0,0 0 0 0 0,0 0-1 0 0,0 0 1 0 0,0 0 0 0 0,0 0-1 0 0,0 0 1 0 0,1 0-1 0 0,-1 0 1 0 0,0 0 0 0 0,0 0-1 0 0,0 0 1 0 0,0 0 0 0 0,0 0-1 0 0,0 0 1 0 0,1-1-1 0 0,-1 1 1 0 0,0 0 0 0 0,0 0-1 0 0,0 0 1 0 0,7-10 74 0 0,3-14 52 0 0,89-291 742 0 0,-88 284-706 0 0,-4 10 199 0 0,0 1 1 0 0,17-32 0 0 0,-24 52-353 0 0,0 0 0 0 0,1-1 1 0 0,-1 1-1 0 0,0 0 1 0 0,0 0-1 0 0,0 0 0 0 0,1-1 1 0 0,-1 1-1 0 0,0 0 1 0 0,0 0-1 0 0,0 0 0 0 0,1 0 1 0 0,-1 0-1 0 0,0-1 1 0 0,1 1-1 0 0,-1 0 0 0 0,0 0 1 0 0,0 0-1 0 0,1 0 1 0 0,-1 0-1 0 0,0 0 0 0 0,0 0 1 0 0,1 0-1 0 0,-1 0 1 0 0,0 0-1 0 0,1 0 0 0 0,-1 0 1 0 0,0 0-1 0 0,0 0 1 0 0,1 0-1 0 0,-1 0 0 0 0,0 0 1 0 0,0 0-1 0 0,1 1 1 0 0,12 8 182 0 0,13 22-60 0 0,-19-21-77 0 0,28 26 218 0 0,76 62 0 0 0,-28-26 131 0 0,-52-47-435 0 0,-27-19-170 0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8.0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50 7370 0 0,'1'-11'1323'0'0,"-1"-21"3698"0"0,0 32-4944 0 0,0-1 0 0 0,0 1 0 0 0,0 0 0 0 0,0 0 0 0 0,0-1 0 0 0,0 1 0 0 0,0 0 0 0 0,0-1 0 0 0,0 1 0 0 0,-1 0 0 0 0,1 0 0 0 0,0-1 0 0 0,0 1 0 0 0,0 0 0 0 0,-1 0 0 0 0,1 0 0 0 0,0-1 0 0 0,0 1 0 0 0,-1 0 0 0 0,1 0 0 0 0,0 0 0 0 0,0 0 0 0 0,-1-1 0 0 0,1 1 0 0 0,0 0 0 0 0,0 0 0 0 0,-1 0 0 0 0,1 0 0 0 0,0 0 0 0 0,-1 0 0 0 0,-14 9 1392 0 0,-5 12-871 0 0,1 2 0 0 0,1 0-1 0 0,1 2 1 0 0,1 0 0 0 0,-24 52 0 0 0,37-71-574 0 0,0 0 1 0 0,0 0 0 0 0,1 0-1 0 0,0 0 1 0 0,0 0 0 0 0,1 1 0 0 0,0-1-1 0 0,0 1 1 0 0,0-1 0 0 0,1 12 0 0 0,0-15-18 0 0,1 0 0 0 0,0-1 0 0 0,0 1 0 0 0,0 0 0 0 0,0 0 0 0 0,0-1 0 0 0,0 1 0 0 0,1 0 0 0 0,-1-1 0 0 0,1 0 0 0 0,0 1 1 0 0,0-1-1 0 0,0 0 0 0 0,0 0 0 0 0,0 0 0 0 0,0 0 0 0 0,0 0 0 0 0,1 0 0 0 0,-1-1 0 0 0,1 1 0 0 0,-1-1 0 0 0,1 0 0 0 0,0 0 0 0 0,-1 0 1 0 0,6 2-1 0 0,9 1-21 0 0,1-1 1 0 0,-1 0-1 0 0,1-1 1 0 0,0-1 0 0 0,-1-1-1 0 0,34-3 1 0 0,-28 1-4 0 0,-1 1 1 0 0,1 1-1 0 0,34 5 1 0 0,-55-5 22 0 0,0 0 1 0 0,0 1-1 0 0,-1-1 1 0 0,1 1 0 0 0,0-1-1 0 0,0 1 1 0 0,0-1 0 0 0,-1 1-1 0 0,1 0 1 0 0,0 0 0 0 0,-1 0-1 0 0,1 0 1 0 0,-1 0-1 0 0,1 0 1 0 0,-1 1 0 0 0,1-1-1 0 0,-1 0 1 0 0,0 1 0 0 0,1-1-1 0 0,-1 1 1 0 0,0-1-1 0 0,1 3 1 0 0,-1-1 16 0 0,-1-1 1 0 0,0 1-1 0 0,1-1 0 0 0,-1 1 0 0 0,0-1 0 0 0,0 1 1 0 0,0-1-1 0 0,0 1 0 0 0,-1-1 0 0 0,1 1 1 0 0,-1-1-1 0 0,0 1 0 0 0,1-1 0 0 0,-3 4 1 0 0,-5 9 102 0 0,0-1 0 0 0,0 0 0 0 0,-2-1 0 0 0,-11 15 0 0 0,16-22-105 0 0,-3 4-61 0 0,-1 1 0 0 0,0-1 1 0 0,-1 0-1 0 0,0-1 0 0 0,0 0 0 0 0,-1-1 1 0 0,0 0-1 0 0,-1-1 0 0 0,-18 10 0 0 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8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4 114 2761 0 0,'-3'2'6569'0'0,"2"17"-3534"0"0,6 24-573 0 0,3-10-239 0 0,20 50-1 0 0,-23-71-1830 0 0,0 0 0 0 0,2 0 0 0 0,-1 0 1 0 0,1 0-1 0 0,1-1 0 0 0,17 19 0 0 0,-24-29-373 0 0,-1 0 1 0 0,1-1 0 0 0,0 1-1 0 0,0 0 1 0 0,0-1 0 0 0,0 1-1 0 0,-1-1 1 0 0,1 1 0 0 0,0-1-1 0 0,0 1 1 0 0,0-1 0 0 0,0 1-1 0 0,0-1 1 0 0,0 0 0 0 0,0 0-1 0 0,0 0 1 0 0,0 1 0 0 0,0-1-1 0 0,1 0 1 0 0,-1 0 0 0 0,0 0-1 0 0,0-1 1 0 0,0 1 0 0 0,0 0-1 0 0,0 0 1 0 0,1-1 0 0 0,0 0-7 0 0,1 0 0 0 0,-1-1 0 0 0,1 1 0 0 0,-1-1 0 0 0,0 0 0 0 0,1 0 1 0 0,-1 0-1 0 0,0 0 0 0 0,3-4 0 0 0,1-3 5 0 0,1 0 0 0 0,-1-1 0 0 0,9-20 1 0 0,-7 7-23 0 0,-1-2 1 0 0,-1 1 0 0 0,-1-1 0 0 0,-1 1-1 0 0,-2-1 1 0 0,1-26 0 0 0,2-20-261 0 0,-5 71 263 0 0,0 0 0 0 0,0 0 0 0 0,0 0 0 0 0,0-1 0 0 0,-1 1 1 0 0,1 0-1 0 0,0 0 0 0 0,0 0 0 0 0,0 0 0 0 0,0 0 0 0 0,0-1 0 0 0,0 1 1 0 0,0 0-1 0 0,0 0 0 0 0,0 0 0 0 0,0 0 0 0 0,0 0 0 0 0,1 0 0 0 0,-1-1 0 0 0,0 1 1 0 0,0 0-1 0 0,0 0 0 0 0,0 0 0 0 0,0 0 0 0 0,0 0 0 0 0,0 0 0 0 0,0 0 1 0 0,0-1-1 0 0,0 1 0 0 0,0 0 0 0 0,1 0 0 0 0,-1 0 0 0 0,0 0 0 0 0,0 0 0 0 0,0 0 1 0 0,0 0-1 0 0,0 0 0 0 0,0 0 0 0 0,0 0 0 0 0,1 0 0 0 0,-1 0 0 0 0,0 0 1 0 0,0-1-1 0 0,0 1 0 0 0,0 0 0 0 0,0 0 0 0 0,1 0 0 0 0,-1 0 0 0 0,0 0 0 0 0,0 0 1 0 0,0 1-1 0 0,0-1 0 0 0,0 0 0 0 0,0 0 0 0 0,1 0 0 0 0,-1 0 0 0 0,8 10-15 0 0,10 24 29 0 0,-12-23-8 0 0,-5-8 5 0 0,45 70 152 0 0,-42-66-147 0 0,1-1 0 0 0,0 0-1 0 0,0 0 1 0 0,1 0 0 0 0,0-1 0 0 0,0 0 0 0 0,0 0-1 0 0,12 7 1 0 0,-17-12-14 0 0,0 0-1 0 0,-1 1 1 0 0,1-1 0 0 0,0 0-1 0 0,0 0 1 0 0,0 0-1 0 0,0 1 1 0 0,-1-1 0 0 0,1 0-1 0 0,0 0 1 0 0,0 0-1 0 0,0 0 1 0 0,0-1 0 0 0,0 1-1 0 0,-1 0 1 0 0,1 0-1 0 0,0 0 1 0 0,0-1 0 0 0,0 1-1 0 0,-1 0 1 0 0,1-1 0 0 0,0 1-1 0 0,1-2 1 0 0,17-19 57 0 0,6-33 157 0 0,-23 49-180 0 0,5-11-5 0 0,-1 2 41 0 0,0 0 0 0 0,4-22 0 0 0,-9 32-62 0 0,0 0 1 0 0,-1 1-1 0 0,1-1 0 0 0,-1 0 1 0 0,0 0-1 0 0,0 0 1 0 0,0 0-1 0 0,-1 0 1 0 0,1 1-1 0 0,-1-1 0 0 0,0 0 1 0 0,0 0-1 0 0,0 1 1 0 0,-4-7-1 0 0,5 9-10 0 0,-1 0-1 0 0,0 0 1 0 0,0 0 0 0 0,0 0 0 0 0,0 0-1 0 0,0 0 1 0 0,0 0 0 0 0,0 1-1 0 0,0-1 1 0 0,0 0 0 0 0,0 1 0 0 0,0-1-1 0 0,0 1 1 0 0,-1-1 0 0 0,1 1 0 0 0,0 0-1 0 0,0-1 1 0 0,-1 1 0 0 0,1 0-1 0 0,0 0 1 0 0,0 0 0 0 0,-1 0 0 0 0,1 0-1 0 0,-2 1 1 0 0,1 0-159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8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0,'2'1'6763'0'0,"3"6"-4101"0"0,3 8-902 0 0,27 166 361 0 0,-18-80-2277 0 0,-11-70-1487 0 0,-2-3-6111 0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8.9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25 12443 0 0,'-11'-7'544'0'0,"5"2"128"0"0,2 2-544 0 0,-1 0-128 0 0,4 1 0 0 0,-1 1 0 0 0,1 1 160 0 0,-1-2 8 0 0,-1 1 0 0 0,0 1 0 0 0,0 3-448 0 0,3 1-88 0 0,3 3-16 0 0,3 0-8 0 0,17 10 296 0 0,-12-13 96 0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9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27 8954 0 0,'-14'-26'4196'0'0,"11"39"-1153"0"0,3-2-2092 0 0,0 1 1 0 0,1 0-1 0 0,0-1 0 0 0,3 14 1 0 0,29 83 609 0 0,-21-73-1178 0 0,41 113 105 0 0,15 44-713 0 0,-60-161-111 0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9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0 135 1840 0 0,'9'-8'80'0'0,"-3"4"16"0"0,4-1-96 0 0,-3 0 0 0 0,-1 2 0 0 0,-1 0 0 0 0,4-1 208 0 0,6-2 17 0 0,10-6 7 0 0,6-4 0 0 0,8 0-232 0 0,-1-1 0 0 0,-3 0 0 0 0,-3-1 0 0 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7:59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71 237 5041 0 0,'-3'1'448'0'0,"1"-1"0"0"0,-1 0-1 0 0,0 1 1 0 0,1-1 0 0 0,-1 1-1 0 0,0 0 1 0 0,1-1 0 0 0,-1 1 0 0 0,1 1-1 0 0,0-1 1 0 0,-1 0 0 0 0,1 1 0 0 0,0-1-1 0 0,0 1 1 0 0,-1-1 0 0 0,1 1 0 0 0,1 0-1 0 0,-1 0 1 0 0,0 0 0 0 0,0 0-1 0 0,1 0 1 0 0,-2 3 0 0 0,0-1 444 0 0,1 1 0 0 0,0-1 0 0 0,0 1 0 0 0,0-1-1 0 0,-1 11 1 0 0,0 9-152 0 0,3-13-719 0 0,0 0 1 0 0,1 1-1 0 0,1-1 0 0 0,0 0 1 0 0,0 0-1 0 0,1-1 0 0 0,0 1 0 0 0,9 18 1 0 0,-11-26-27 0 0,1 0 1 0 0,0 0 0 0 0,0 0-1 0 0,0 0 1 0 0,0-1-1 0 0,0 1 1 0 0,1-1 0 0 0,-1 1-1 0 0,1-1 1 0 0,-1 0-1 0 0,1 0 1 0 0,0 0 0 0 0,0 0-1 0 0,0 0 1 0 0,0-1-1 0 0,0 1 1 0 0,1-1 0 0 0,-1 0-1 0 0,0 0 1 0 0,1 0-1 0 0,-1 0 1 0 0,0-1 0 0 0,1 1-1 0 0,-1-1 1 0 0,1 0-1 0 0,-1 0 1 0 0,1 0 0 0 0,-1 0-1 0 0,1-1 1 0 0,-1 0-1 0 0,0 1 1 0 0,5-3 0 0 0,-2 1-96 0 0,1 0 0 0 0,-1 0 0 0 0,0-1 0 0 0,0 0 0 0 0,0 0 0 0 0,0-1 0 0 0,-1 0 0 0 0,1 0 0 0 0,-1 0 0 0 0,0-1 0 0 0,0 1 0 0 0,8-11 0 0 0,-7 6 20 0 0,1-1 0 0 0,-2 0 0 0 0,1 0 0 0 0,-1 0 0 0 0,-1-1 0 0 0,7-21 0 0 0,-4 0 35 0 0,-1-2-1 0 0,-2 1 1 0 0,-1-1 0 0 0,-2-37 0 0 0,-16-65 1204 0 0,16 142-949 0 0,0 1 1 0 0,0 0-1 0 0,1 0 0 0 0,0-1 1 0 0,3 8-1 0 0,4 15-181 0 0,13 129 94 0 0,-18-109-123 0 0,16 74 1 0 0,-18-114-7 0 0,0 0 0 0 0,1 0 0 0 0,0-1 1 0 0,1 1-1 0 0,0-1 0 0 0,8 13 0 0 0,-11-19-8 0 0,0-1-1 0 0,0 1 1 0 0,0-1-1 0 0,1 0 1 0 0,-1 1-1 0 0,0-1 1 0 0,1 0-1 0 0,-1 0 1 0 0,1 0-1 0 0,0 0 1 0 0,-1 0-1 0 0,1 0 1 0 0,0 0-1 0 0,-1-1 1 0 0,1 1-1 0 0,0-1 0 0 0,0 1 1 0 0,0-1-1 0 0,0 0 1 0 0,-1 1-1 0 0,1-1 1 0 0,0 0-1 0 0,0 0 1 0 0,0-1-1 0 0,0 1 1 0 0,0 0-1 0 0,-1-1 1 0 0,1 1-1 0 0,0-1 1 0 0,0 1-1 0 0,0-1 1 0 0,-1 0-1 0 0,1 0 1 0 0,0 1-1 0 0,-1-1 1 0 0,1-1-1 0 0,2-1 1 0 0,7-6-147 0 0,1-1 0 0 0,-1-1 1 0 0,-1 0-1 0 0,0 0 1 0 0,0-1-1 0 0,-1 0 1 0 0,-1-1-1 0 0,0 1 0 0 0,11-28 1 0 0,-12 25 266 0 0,1 0 1 0 0,1 0-1 0 0,0 1 1 0 0,1 0 0 0 0,0 0-1 0 0,1 1 1 0 0,16-14-1 0 0,-26 26-67 0 0,0-1 1 0 0,0 1-1 0 0,1 0 0 0 0,-1 0 0 0 0,1 0 1 0 0,-1 0-1 0 0,1 0 0 0 0,-1 0 1 0 0,1 1-1 0 0,-1-1 0 0 0,1 0 0 0 0,0 1 1 0 0,-1-1-1 0 0,1 1 0 0 0,0-1 0 0 0,-1 1 1 0 0,1 0-1 0 0,0 0 0 0 0,0 0 1 0 0,-1 0-1 0 0,1 0 0 0 0,0 0 0 0 0,0 1 1 0 0,-1-1-1 0 0,1 0 0 0 0,0 1 0 0 0,-1 0 1 0 0,1-1-1 0 0,0 1 0 0 0,-1 0 1 0 0,1 0-1 0 0,-1-1 0 0 0,1 1 0 0 0,-1 1 1 0 0,0-1-1 0 0,1 0 0 0 0,-1 0 0 0 0,0 0 1 0 0,0 1-1 0 0,0-1 0 0 0,0 0 1 0 0,0 1-1 0 0,1 1 0 0 0,4 8 51 0 0,0 1 0 0 0,-1-1 0 0 0,0 1 0 0 0,6 23 0 0 0,-7-20-195 0 0,4 7-222 0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8:00.4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 55 8754 0 0,'-4'-6'-295'0'0,"2"2"1072"0"0,0 0 0 0 0,0 0 0 0 0,-1 1 0 0 0,0-1 0 0 0,1 1 0 0 0,-1-1 1 0 0,-4-2-1 0 0,6 6-587 0 0,1-1 0 0 0,-1 1-1 0 0,1 0 1 0 0,-1-1 0 0 0,1 1 0 0 0,-1 0 0 0 0,1 0 0 0 0,-1-1 0 0 0,0 1 0 0 0,1 0 0 0 0,-1 0 0 0 0,1 0 0 0 0,-1 0 0 0 0,0 0 0 0 0,1 0 0 0 0,-1 0 0 0 0,1 0 0 0 0,-1 0 0 0 0,0 0 0 0 0,1 0 0 0 0,-1 1-1 0 0,0-1 1 0 0,-1 1-29 0 0,1 0-1 0 0,0 0 0 0 0,-1 0 0 0 0,1 0 0 0 0,0 0 1 0 0,0 1-1 0 0,0-1 0 0 0,0 0 0 0 0,0 1 1 0 0,0-1-1 0 0,0 0 0 0 0,-1 3 0 0 0,-4 9 60 0 0,1 1-1 0 0,0 0 1 0 0,1 0 0 0 0,1 0-1 0 0,0 1 1 0 0,1-1 0 0 0,0 1-1 0 0,1 0 1 0 0,2 21 0 0 0,0-11-191 0 0,1 1 0 0 0,2-1 0 0 0,1 0 0 0 0,12 40 0 0 0,-13-54-7 0 0,1 0-1 0 0,0 0 1 0 0,0-1-1 0 0,1 0 1 0 0,0 0-1 0 0,1 0 1 0 0,0-1-1 0 0,0 0 1 0 0,1 0-1 0 0,1-1 1 0 0,14 12-1 0 0,-19-17-9 0 0,0 0 0 0 0,0 0 0 0 0,1-1 0 0 0,-1 1-1 0 0,1-1 1 0 0,0 0 0 0 0,0 0 0 0 0,-1-1-1 0 0,1 1 1 0 0,0-1 0 0 0,0 0 0 0 0,1-1 0 0 0,-1 1-1 0 0,0-1 1 0 0,0 0 0 0 0,0 0 0 0 0,0-1 0 0 0,0 1-1 0 0,0-1 1 0 0,0 0 0 0 0,0-1 0 0 0,0 1-1 0 0,0-1 1 0 0,0 0 0 0 0,-1 0 0 0 0,1 0 0 0 0,-1-1-1 0 0,7-4 1 0 0,-2 0 13 0 0,0-1 0 0 0,0 0 0 0 0,-1 0 0 0 0,0-1 0 0 0,-1 0 0 0 0,0 0-1 0 0,0-1 1 0 0,-1 0 0 0 0,-1 0 0 0 0,1 0 0 0 0,-1-1 0 0 0,-1 0 0 0 0,0 0 0 0 0,-1 0 0 0 0,0 0 0 0 0,0-1 0 0 0,-2 1-1 0 0,1-1 1 0 0,-1 1 0 0 0,-1-1 0 0 0,0 0 0 0 0,-3-19 0 0 0,2 19-172 0 0,-1 0 1 0 0,-1 0-1 0 0,0 0 1 0 0,0 0-1 0 0,-1 0 0 0 0,-1 1 1 0 0,0 0-1 0 0,0 0 0 0 0,-1 0 1 0 0,-1 1-1 0 0,0 0 1 0 0,0 0-1 0 0,-1 0 0 0 0,0 1 1 0 0,-1 0-1 0 0,0 1 1 0 0,0 0-1 0 0,-1 0 0 0 0,0 1 1 0 0,0 0-1 0 0,-16-7 1 0 0,3 5-1975 0 0,2 5-4948 0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8:00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10138 0 0,'2'1'446'0'0,"-1"0"1"0"0,1 0-1 0 0,-1 1 0 0 0,0-1 1 0 0,1 0-1 0 0,-1 1 0 0 0,0 0 1 0 0,0-1-1 0 0,0 1 0 0 0,0-1 1 0 0,0 1-1 0 0,0 0 0 0 0,-1 0 1 0 0,1-1-1 0 0,0 5 0 0 0,7 33 1761 0 0,-6-26-1321 0 0,12 85 1249 0 0,9 47-1319 0 0,-19-128-810 0 0,1 1 0 0 0,1-1 0 0 0,0 0 0 0 0,1 0 0 0 0,17 28-1 0 0,-23-44-37 0 0,-1 1 0 0 0,1-1-1 0 0,0 0 1 0 0,-1 0 0 0 0,1 0-1 0 0,0 0 1 0 0,0 0-1 0 0,-1 0 1 0 0,1 0 0 0 0,0 0-1 0 0,0 0 1 0 0,0-1 0 0 0,0 1-1 0 0,1 0 1 0 0,-1-1 0 0 0,0 1-1 0 0,0-1 1 0 0,0 1 0 0 0,0-1-1 0 0,1 1 1 0 0,-1-1 0 0 0,2 1-1 0 0,2-2-568 0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8:00.9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4145 0 0,'5'-3'498'0'0,"0"-1"0"0"0,0 1 0 0 0,0 0 0 0 0,0 0 0 0 0,0 1 0 0 0,1-1 0 0 0,-1 1 0 0 0,1 0 0 0 0,0 1 0 0 0,-1-1 0 0 0,1 1 0 0 0,0 0 1 0 0,0 1-1 0 0,0-1 0 0 0,0 1 0 0 0,0 0 0 0 0,0 1 0 0 0,8 1 0 0 0,-10-1-257 0 0,0 1-1 0 0,0 0 1 0 0,0-1 0 0 0,0 1 0 0 0,0 1 0 0 0,-1-1-1 0 0,1 0 1 0 0,-1 1 0 0 0,1 0 0 0 0,-1 0-1 0 0,0 0 1 0 0,0 0 0 0 0,0 0 0 0 0,-1 1 0 0 0,1-1-1 0 0,-1 1 1 0 0,0 0 0 0 0,0 0 0 0 0,0 0 0 0 0,0 0-1 0 0,-1 0 1 0 0,1 0 0 0 0,-1 0 0 0 0,0 0-1 0 0,0 7 1 0 0,2 10 32 0 0,-2 0 1 0 0,0-1-1 0 0,-1 1 0 0 0,-1 0 0 0 0,-1 0 0 0 0,-1-1 0 0 0,-1 0 0 0 0,-8 28 1 0 0,6-31-857 0 0,0 0-1 0 0,-1 0 1 0 0,-1 0 0 0 0,0-1 0 0 0,-20 27 0 0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8:01.4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0 238 3225 0 0,'13'-4'1862'0'0,"-1"0"1"0"0,-1-1 0 0 0,1 0-1 0 0,-1 0 1 0 0,0-1 0 0 0,0-1-1 0 0,20-15 1 0 0,5-13 1544 0 0,-33 29-3331 0 0,1 1 0 0 0,-1-1 0 0 0,0 0 0 0 0,0 0 0 0 0,-1 0 0 0 0,0 0 0 0 0,0 0 0 0 0,0-1 0 0 0,0-6 0 0 0,-1 9-47 0 0,-1-1 0 0 0,1 1 1 0 0,-1 0-1 0 0,0 0 0 0 0,0-1 1 0 0,0 1-1 0 0,-1 0 0 0 0,1 0 1 0 0,-1-1-1 0 0,0 1 0 0 0,-1 0 1 0 0,1 0-1 0 0,-1 0 1 0 0,-3-7-1 0 0,5 11-33 0 0,0-1 1 0 0,-1 1-1 0 0,1-1 1 0 0,0 1-1 0 0,-1-1 0 0 0,1 1 1 0 0,0 0-1 0 0,0-1 1 0 0,-1 1-1 0 0,1 0 0 0 0,-1-1 1 0 0,1 1-1 0 0,0 0 1 0 0,-1-1-1 0 0,1 1 1 0 0,-1 0-1 0 0,1 0 0 0 0,-1-1 1 0 0,1 1-1 0 0,0 0 1 0 0,-1 0-1 0 0,1 0 0 0 0,-1 0 1 0 0,1 0-1 0 0,-1 0 1 0 0,1 0-1 0 0,-1 0 1 0 0,1 0-1 0 0,-1 0 0 0 0,1 0 1 0 0,-1 0-1 0 0,1 0 1 0 0,-1 0-1 0 0,1 0 0 0 0,-1 0 1 0 0,0 1-1 0 0,-12 17-292 0 0,0 26-177 0 0,11-30 433 0 0,0-1 1 0 0,1 1-1 0 0,1 0 0 0 0,0 0 0 0 0,3 18 0 0 0,-2-28 31 0 0,0 1-1 0 0,0-1 1 0 0,0 0 0 0 0,0 1-1 0 0,0-1 1 0 0,1 0 0 0 0,0 0 0 0 0,0 0-1 0 0,0 0 1 0 0,0 0 0 0 0,1-1-1 0 0,-1 1 1 0 0,1-1 0 0 0,0 0-1 0 0,0 1 1 0 0,0-1 0 0 0,1 0-1 0 0,-1-1 1 0 0,1 1 0 0 0,5 3 0 0 0,-7-6 7 0 0,1 1 1 0 0,-1 0-1 0 0,1-1 1 0 0,-1 1 0 0 0,0-1-1 0 0,1 0 1 0 0,-1 0-1 0 0,1 0 1 0 0,-1 0 0 0 0,1 0-1 0 0,-1-1 1 0 0,0 1-1 0 0,1-1 1 0 0,-1 1 0 0 0,1-1-1 0 0,-1 0 1 0 0,0 0-1 0 0,0 0 1 0 0,1 0 0 0 0,-1 0-1 0 0,0-1 1 0 0,0 1-1 0 0,0-1 1 0 0,2-2 0 0 0,7-6-4 0 0,-2 0-1 0 0,1 0 1 0 0,9-14 0 0 0,-8 9 22 0 0,27-38 230 0 0,-31 40-227 0 0,0 2 0 0 0,1-1 0 0 0,1 1-1 0 0,0 1 1 0 0,0-1 0 0 0,1 2 0 0 0,0-1 0 0 0,13-8-1 0 0,-21 17 5 0 0,-1 1 0 0 0,1-1-1 0 0,0 1 1 0 0,-1-1 0 0 0,1 1-1 0 0,0 0 1 0 0,0-1 0 0 0,0 1-1 0 0,0 0 1 0 0,-1 0 0 0 0,1 1-1 0 0,0-1 1 0 0,0 0 0 0 0,0 1-1 0 0,-1-1 1 0 0,1 0 0 0 0,0 1-1 0 0,-1 0 1 0 0,1 0 0 0 0,0-1-1 0 0,-1 1 1 0 0,1 0 0 0 0,-1 0-1 0 0,1 0 1 0 0,-1 1-1 0 0,0-1 1 0 0,1 0 0 0 0,-1 0-1 0 0,0 1 1 0 0,0-1 0 0 0,0 1-1 0 0,0-1 1 0 0,1 3 0 0 0,6 7 92 0 0,0 1 0 0 0,-1 1 0 0 0,6 14-1 0 0,-9-19-97 0 0,17 36 84 0 0,56 105-497 0 0,-76-148 220 0 0,-1 0-12 0 0,1 1-1 0 0,0-1 0 0 0,-1 0 0 0 0,1 0 1 0 0,0 1-1 0 0,0-1 0 0 0,0 0 1 0 0,0 0-1 0 0,0 0 0 0 0,0 0 0 0 0,0-1 1 0 0,1 1-1 0 0,-1 0 0 0 0,2 1 1 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28:01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16588 0 0,'1'9'736'0'0,"-1"-3"152"0"0,0 0-712 0 0,0-1-176 0 0,2-2 0 0 0,-2 0 0 0 0,0 1 824 0 0,0 4 128 0 0,-2 3 25 0 0,-1 1 7 0 0,1 0-664 0 0,1-5-136 0 0,1-2-24 0 0,1-10-8 0 0,4-7-152 0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16 183 3225 0 0,'-2'-16'478'0'0,"1"0"0"0"0,0 0 1 0 0,1 0-1 0 0,2-16 0 0 0,0 13 819 0 0,-2-1-1 0 0,-1-19 1 0 0,-2 31 1708 0 0,-2 14-557 0 0,-1 13-563 0 0,10 305 1298 0 0,3-162-2535 0 0,1 51-42 0 0,0 99-430 0 0,-6-294-1240 0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5985 0 0,'5'7'6466'0'0,"21"22"-4699"0"0,-6-7-762 0 0,148 189 2247 0 0,-98-126-2667 0 0,47 51 272 0 0,-99-119-601 0 0,0 1 0 0 0,1-2 0 0 0,1 0 0 0 0,42 24 0 0 0,-61-39-227 0 0,0-1 1 0 0,1 1 0 0 0,-1-1-1 0 0,0 1 1 0 0,0-1 0 0 0,1 0-1 0 0,-1 1 1 0 0,0-1 0 0 0,1 0 0 0 0,-1 0-1 0 0,0 0 1 0 0,1 0 0 0 0,-1 0-1 0 0,0 0 1 0 0,1 0 0 0 0,-1 0 0 0 0,0-1-1 0 0,1 1 1 0 0,-1 0 0 0 0,0-1-1 0 0,1 0 1 0 0,-1 1 0 0 0,0-1 0 0 0,0 1-1 0 0,0-1 1 0 0,0 0 0 0 0,0 0-1 0 0,0 0 1 0 0,0 0 0 0 0,0 0-1 0 0,0 0 1 0 0,0 0 0 0 0,0 0 0 0 0,0 0-1 0 0,-1 0 1 0 0,1 0 0 0 0,0 0-1 0 0,-1-1 1 0 0,1 1 0 0 0,-1 0 0 0 0,1 0-1 0 0,-1-3 1 0 0,5-9 14 0 0,-2 0 0 0 0,0 0 0 0 0,3-20 0 0 0,-4 18 63 0 0,22-195 124 0 0,-19 140-1051 0 0,3 1-1 0 0,25-103 1 0 0,-15 128-2874 0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2.7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7 14283 0 0,'-19'3'956'0'0,"15"-1"-1544"0"0,14 0-723 0 0,11-2 2322 0 0,-1 0-1 0 0,1-1 1 0 0,22-5 0 0 0,12-1-1226 0 0,1 7-4461 0 0,-36 3-694 0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3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378 76 10594 0 0,'-6'-10'130'0'0,"-2"1"1"0"0,1-1-1 0 0,-11-8 0 0 0,14 15 51 0 0,1 0 0 0 0,-1 0 0 0 0,0 0-1 0 0,0 1 1 0 0,0 0 0 0 0,0 0 0 0 0,-1 0 0 0 0,1 0 0 0 0,0 1 0 0 0,-1 0 0 0 0,-6-2-1 0 0,5 2 80 0 0,-1 1 0 0 0,0-1-1 0 0,0 1 1 0 0,0 0-1 0 0,0 1 1 0 0,0-1-1 0 0,1 1 1 0 0,-1 1-1 0 0,0-1 1 0 0,0 1-1 0 0,1 0 1 0 0,-1 1-1 0 0,1 0 1 0 0,-6 3-1 0 0,3 0-57 0 0,0 0-1 0 0,0 1 0 0 0,1-1 0 0 0,0 2 1 0 0,0-1-1 0 0,1 1 0 0 0,0 0 1 0 0,-7 12-1 0 0,0 2-87 0 0,2 0 0 0 0,0 1 0 0 0,2 0 0 0 0,1 1 0 0 0,0 0 0 0 0,-8 46 0 0 0,11-41-130 0 0,2 0 1 0 0,0 59-1 0 0,4-75-1 0 0,1-1 1 0 0,0 1-1 0 0,0-1 1 0 0,2 1-1 0 0,0-1 1 0 0,0 0 0 0 0,1 0-1 0 0,0 0 1 0 0,10 17-1 0 0,-11-23 1 0 0,1-1 0 0 0,-1 0 0 0 0,1 0 0 0 0,0-1 0 0 0,1 1 1 0 0,-1-1-1 0 0,1 0 0 0 0,0 0 0 0 0,0 0 0 0 0,0-1 0 0 0,0 0 0 0 0,1 0 0 0 0,0 0 0 0 0,10 3 0 0 0,-7-3-56 0 0,1-1 1 0 0,-1-1-1 0 0,0 1 1 0 0,1-1-1 0 0,-1-1 1 0 0,1 0-1 0 0,-1-1 0 0 0,1 1 1 0 0,9-3-1 0 0,-1-1-92 0 0,-1-1 0 0 0,1 0 0 0 0,-1-2 0 0 0,0 1 0 0 0,-1-2 0 0 0,0 0 0 0 0,0-1 0 0 0,0-1 0 0 0,23-20 0 0 0,-27 19 62 0 0,-2-1-1 0 0,1 0 1 0 0,-1 0-1 0 0,-1-1 1 0 0,-1-1-1 0 0,0 1 1 0 0,0-2 0 0 0,-1 1-1 0 0,9-30 1 0 0,0-10 209 0 0,11-83 0 0 0,-14 68 258 0 0,-11 58-209 0 0,0 6 47 0 0,-1-1 1 0 0,1 0 0 0 0,-2 0-1 0 0,1 1 1 0 0,0-1-1 0 0,-1 0 1 0 0,-1 0-1 0 0,-1-8 1042 0 0,2 14-1209 0 0,-1 0 0 0 0,1 0 0 0 0,0 0 0 0 0,0 0 0 0 0,0 0 0 0 0,0 0 0 0 0,0 0-1 0 0,0 0 1 0 0,0 0 0 0 0,-2 0 575 0 0,2 0-575 0 0,2 17 1130 0 0,74 170-761 0 0,-6-20-150 0 0,-57-131-247 0 0,15 44 35 0 0,-24-72-39 0 0,0 0 0 0 0,0-1-1 0 0,1 1 1 0 0,0-1-1 0 0,0 1 1 0 0,1-1-1 0 0,6 6 1 0 0,-11-12-14 0 0,0 1 0 0 0,1-1-1 0 0,-1 0 1 0 0,0 0 0 0 0,1 0 0 0 0,-1 0 0 0 0,1 0 0 0 0,0 0 0 0 0,-1 0 0 0 0,1 0-1 0 0,0 0 1 0 0,-1-1 0 0 0,1 1 0 0 0,0-1 0 0 0,0 1 0 0 0,0-1 0 0 0,-1 0 0 0 0,4 0 0 0 0,-4 0-12 0 0,0 0 0 0 0,0-1 1 0 0,0 1-1 0 0,1-1 1 0 0,-1 0-1 0 0,0 1 1 0 0,0-1-1 0 0,0 0 1 0 0,0 1-1 0 0,0-1 1 0 0,0 0-1 0 0,0 0 1 0 0,0 0-1 0 0,0 0 1 0 0,-1 0-1 0 0,1 0 1 0 0,0 0-1 0 0,-1 0 1 0 0,2-3-1 0 0,2-6-117 0 0,-1 0 1 0 0,0 0-1 0 0,0-1 0 0 0,2-20 0 0 0,-3 15 169 0 0,31-131-298 0 0,-26 127 256 0 0,0 0 1 0 0,1 0-1 0 0,1 1 1 0 0,1 0-1 0 0,13-19 0 0 0,-21 34 45 0 0,1 1-1 0 0,-1 0 0 0 0,1 0 1 0 0,-1 0-1 0 0,1 0 0 0 0,0 1 1 0 0,0-1-1 0 0,0 1 0 0 0,0-1 1 0 0,1 1-1 0 0,-1 0 0 0 0,1 1 1 0 0,-1-1-1 0 0,7-2 0 0 0,-8 4 6 0 0,0 0 0 0 0,0 0 1 0 0,0 0-1 0 0,1 0 0 0 0,-1 0 0 0 0,0 0 0 0 0,0 1 0 0 0,0-1 0 0 0,0 1 0 0 0,1-1 0 0 0,-1 1 0 0 0,0 0 0 0 0,0 0 0 0 0,0 0 0 0 0,0 0 0 0 0,-1 0 0 0 0,1 0 0 0 0,0 0 0 0 0,0 1 0 0 0,-1-1 0 0 0,1 1 1 0 0,-1-1-1 0 0,1 1 0 0 0,-1 0 0 0 0,1 0 0 0 0,1 3 0 0 0,46 74-203 0 0,21 28-1627 0 0,-59-94 17 0 0,0 0 0 0 0,1 0-1 0 0,14 10 1 0 0,-2-5-3978 0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360 39 6449 0 0,'-4'-4'317'0'0,"1"0"-1"0"0,-2 1 1 0 0,1-1-1 0 0,0 1 0 0 0,-1 1 1 0 0,1-1-1 0 0,-1 0 0 0 0,0 1 1 0 0,1 0-1 0 0,-1 0 1 0 0,-1 1-1 0 0,1-1 0 0 0,0 1 1 0 0,0 0-1 0 0,0 0 0 0 0,-1 1 1 0 0,1 0-1 0 0,0 0 1 0 0,0 0-1 0 0,-1 0 0 0 0,1 1 1 0 0,0 0-1 0 0,0 0 0 0 0,-1 0 1 0 0,-5 3-1 0 0,1 1 5 0 0,-1-1 0 0 0,1 1 0 0 0,1 1 0 0 0,-1 0 1 0 0,1 1-1 0 0,0-1 0 0 0,1 2 0 0 0,-1-1 0 0 0,1 1 0 0 0,1 0 0 0 0,-7 10 0 0 0,-4 7-61 0 0,2 0 0 0 0,0 0-1 0 0,-11 29 1 0 0,20-39-157 0 0,1-1-1 0 0,1 1 1 0 0,0 1 0 0 0,1-1-1 0 0,1 1 1 0 0,1 0 0 0 0,-2 22-1 0 0,4-34-152 0 0,0-1 0 0 0,0 1 0 0 0,1-1 0 0 0,-1 0 0 0 0,1 1 0 0 0,-1-1 0 0 0,1 0 0 0 0,0 0 0 0 0,1 0 0 0 0,-1 1 0 0 0,0-1 0 0 0,1 0 0 0 0,0-1 0 0 0,-1 1 0 0 0,1 0 0 0 0,0 0-1 0 0,1-1 1 0 0,-1 1 0 0 0,0-1 0 0 0,1 0 0 0 0,-1 0 0 0 0,1 0 0 0 0,4 3 0 0 0,-5-4-2 0 0,1 0 0 0 0,0 0 0 0 0,0 0 0 0 0,0-1 0 0 0,0 1-1 0 0,-1-1 1 0 0,1 1 0 0 0,0-1 0 0 0,0 0 0 0 0,0 0 0 0 0,0-1 0 0 0,0 1 0 0 0,0 0-1 0 0,0-1 1 0 0,0 0 0 0 0,-1 0 0 0 0,1 0 0 0 0,0 0 0 0 0,0 0 0 0 0,-1 0 0 0 0,1-1 0 0 0,-1 1-1 0 0,1-1 1 0 0,-1 0 0 0 0,0 1 0 0 0,0-1 0 0 0,3-3 0 0 0,4-5-173 0 0,0 0 0 0 0,-1-1 0 0 0,0 0 0 0 0,-1 0 0 0 0,0-1 0 0 0,-1 0 0 0 0,0 0 0 0 0,-1-1 0 0 0,6-20 0 0 0,1-12 464 0 0,8-64 1 0 0,-17 93-91 0 0,-3 8 218 0 0,1-1 0 0 0,1 1 1 0 0,0 0-1 0 0,0-1 0 0 0,1 1 0 0 0,0 0 1 0 0,4-8-1 0 0,-2 15 853 0 0,0 9-739 0 0,2 13-236 0 0,-7-19-148 0 0,19 67 347 0 0,-12-38-435 0 0,2 0 1 0 0,0 0 0 0 0,26 51-1 0 0,-30-72-468 0 0,1 0 0 0 0,1-1 0 0 0,0 0 0 0 0,0 0 0 0 0,16 15 0 0 0,-15-18-309 0 0,0 1 1 0 0,1-1-1 0 0,0-1 1 0 0,0 1-1 0 0,0-1 1 0 0,1-1-1 0 0,13 5 1 0 0,3-2-4162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4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 5985 0 0,'1'-1'78'0'0,"-1"0"-1"0"0,0 0 0 0 0,0 1 0 0 0,1-1 1 0 0,-1 0-1 0 0,0 1 0 0 0,1-1 0 0 0,-1 0 1 0 0,0 1-1 0 0,1-1 0 0 0,-1 0 0 0 0,1 1 1 0 0,-1-1-1 0 0,1 1 0 0 0,0-1 0 0 0,-1 1 1 0 0,1-1-1 0 0,0 1 0 0 0,-1-1 0 0 0,1 1 1 0 0,0 0-1 0 0,-1-1 0 0 0,1 1 0 0 0,0 0 1 0 0,0-1-1 0 0,-1 1 0 0 0,1 0 0 0 0,0 0 1 0 0,0 0-1 0 0,-1 0 0 0 0,1 0 0 0 0,0 0 1 0 0,0 0-1 0 0,0 0 0 0 0,-1 0 0 0 0,1 0 1 0 0,0 0-1 0 0,0 1 0 0 0,-1-1 0 0 0,2 1 1 0 0,2-1 397 0 0,0 1 0 0 0,-1 0 1 0 0,1 0-1 0 0,-1 0 0 0 0,0 1 1 0 0,1-1-1 0 0,-1 1 1 0 0,4 2-1 0 0,0 3 85 0 0,0 0 0 0 0,-1 1 0 0 0,0 0 0 0 0,0 0 0 0 0,-1 0 1 0 0,0 1-1 0 0,0 0 0 0 0,-1 0 0 0 0,0 0 0 0 0,5 19 0 0 0,0 10 357 0 0,8 54-1 0 0,-15-75-786 0 0,0 17-46 0 0,-2-29-44 0 0,3-16-19 0 0,-1-2-20 0 0,7-32-69 0 0,2 1 0 0 0,2 0 0 0 0,31-71 0 0 0,-43 113 81 0 0,-1 0 1 0 0,1 1 0 0 0,0-1-1 0 0,-1 0 1 0 0,1 1 0 0 0,0-1-1 0 0,0 1 1 0 0,0-1 0 0 0,0 1-1 0 0,1 0 1 0 0,-1-1 0 0 0,0 1-1 0 0,0 0 1 0 0,1 0 0 0 0,-1 0-1 0 0,1 0 1 0 0,-1 0 0 0 0,1 0-1 0 0,-1 0 1 0 0,1 1 0 0 0,0-1-1 0 0,-1 0 1 0 0,1 1 0 0 0,0 0-1 0 0,0-1 1 0 0,-1 1 0 0 0,1 0-1 0 0,2 0 1 0 0,1 1 50 0 0,-1 0-1 0 0,1 1 1 0 0,-1 0-1 0 0,1 0 1 0 0,-1 0-1 0 0,0 0 1 0 0,0 1 0 0 0,0 0-1 0 0,5 4 1 0 0,5 5-48 0 0,0 1 0 0 0,-1 1 1 0 0,-1 0-1 0 0,0 0 0 0 0,-1 1 0 0 0,0 1 1 0 0,-1-1-1 0 0,-1 2 0 0 0,-1-1 0 0 0,0 1 1 0 0,-1 1-1 0 0,-1-1 0 0 0,0 1 0 0 0,-2 1 1 0 0,4 23-1 0 0,-8-40-57 0 0,1 3-45 0 0,0 0-1 0 0,-1 0 1 0 0,1 0-1 0 0,-1 0 1 0 0,0 0 0 0 0,-1 0-1 0 0,-1 9 1 0 0,-2-48-2850 0 0,3 6 2160 0 0,1-1 0 0 0,7-43 0 0 0,-6 63 779 0 0,0-1 1 0 0,2 0-1 0 0,-1 1 0 0 0,1-1 0 0 0,0 1 1 0 0,1 0-1 0 0,0 0 0 0 0,1 0 0 0 0,-1 1 1 0 0,13-16-1 0 0,-16 22-4 0 0,1 1 0 0 0,-1-1 0 0 0,1 1 0 0 0,-1-1 0 0 0,1 1 0 0 0,-1 0 0 0 0,1 0 0 0 0,0 0 0 0 0,-1 0 0 0 0,1 0 0 0 0,0 0 0 0 0,0 1 0 0 0,0-1 0 0 0,0 0 1 0 0,0 1-1 0 0,0 0 0 0 0,0-1 0 0 0,0 1 0 0 0,0 0 0 0 0,0 0 0 0 0,0 0 0 0 0,0 0 0 0 0,0 0 0 0 0,2 1 0 0 0,-2 0-176 0 0,1 0-1 0 0,0 0 1 0 0,0 1-1 0 0,0-1 1 0 0,-1 1 0 0 0,1 0-1 0 0,-1 0 1 0 0,1 0 0 0 0,-1 0-1 0 0,0 0 1 0 0,1 0-1 0 0,-1 1 1 0 0,0-1 0 0 0,2 4-1 0 0,4 7-4960 0 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5.8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2304 0 0,'0'-1'349'0'0,"0"0"0"0"0,0 0-1 0 0,0 0 1 0 0,0 0-1 0 0,0 0 1 0 0,0-1-1 0 0,0 1 1 0 0,0 0-1 0 0,0 0 1 0 0,0 0 0 0 0,1 0-1 0 0,-1 0 1 0 0,0 0-1 0 0,1 0 1 0 0,-1 0-1 0 0,1 0 1 0 0,-1 0-1 0 0,1 0 1 0 0,0 0-1 0 0,-1 0 1 0 0,2-1 0 0 0,-1 2-120 0 0,0 0 1 0 0,0 0-1 0 0,-1 0 1 0 0,1 0 0 0 0,0 0-1 0 0,0 0 1 0 0,-1 0-1 0 0,1 1 1 0 0,0-1 0 0 0,0 0-1 0 0,-1 0 1 0 0,1 1-1 0 0,0-1 1 0 0,-1 1-1 0 0,1-1 1 0 0,0 0 0 0 0,-1 1-1 0 0,1-1 1 0 0,-1 1-1 0 0,1 0 1 0 0,-1-1 0 0 0,2 2-1 0 0,3 5 589 0 0,1 0 0 0 0,-1 0-1 0 0,9 16 1 0 0,-1 5-421 0 0,-2 1 0 0 0,-1 1 0 0 0,-1-1 0 0 0,-1 2 0 0 0,-2-1 0 0 0,-1 1 1 0 0,1 35-1 0 0,-1-78-333 0 0,7-32-61 0 0,6-22-6 0 0,-15 57-5 0 0,39-103 308 0 0,-36 98-272 0 0,1 0 0 0 0,0 0 0 0 0,1 0 0 0 0,1 1 0 0 0,15-18 0 0 0,-23 30-16 0 0,0 0-1 0 0,-1 0 1 0 0,1 0 0 0 0,0 0 0 0 0,0 0 0 0 0,0 0 0 0 0,0 0 0 0 0,0 1 0 0 0,0-1-1 0 0,0 0 1 0 0,0 0 0 0 0,0 1 0 0 0,0-1 0 0 0,0 1 0 0 0,0-1 0 0 0,1 1-1 0 0,-1-1 1 0 0,0 1 0 0 0,0 0 0 0 0,1-1 0 0 0,-1 1 0 0 0,0 0 0 0 0,1 0 0 0 0,-1 0-1 0 0,0 0 1 0 0,0 0 0 0 0,1 0 0 0 0,-1 1 0 0 0,0-1 0 0 0,0 0 0 0 0,1 1-1 0 0,-1-1 1 0 0,0 0 0 0 0,0 1 0 0 0,0 0 0 0 0,1-1 0 0 0,-1 1 0 0 0,0 0 0 0 0,0-1-1 0 0,0 1 1 0 0,0 0 0 0 0,0 0 0 0 0,-1 0 0 0 0,3 2 0 0 0,2 5 128 0 0,1 1 0 0 0,-1 0 0 0 0,-1 0 1 0 0,8 19-1 0 0,-1-2-407 0 0,1-3-437 0 0,24 31 1 0 0,-13-24-5437 0 0,-6-12-592 0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0 190 3681 0 0,'14'4'7173'0'0,"-12"-3"-6876"0"0,0 0 0 0 0,0-1 0 0 0,0 1 0 0 0,0 0 1 0 0,0-1-1 0 0,0 1 0 0 0,0-1 0 0 0,0 0 0 0 0,0 0 0 0 0,0 0 1 0 0,1 0-1 0 0,-1 0 0 0 0,0 0 0 0 0,3-1 0 0 0,-1 0-213 0 0,1-1 1 0 0,0 0-1 0 0,-1 0 0 0 0,1 0 0 0 0,-1-1 1 0 0,0 1-1 0 0,0-1 0 0 0,0 0 0 0 0,0 0 0 0 0,0-1 1 0 0,-1 1-1 0 0,1-1 0 0 0,-1 1 0 0 0,0-1 0 0 0,0 0 1 0 0,0-1-1 0 0,-1 1 0 0 0,1 0 0 0 0,-1-1 0 0 0,0 1 1 0 0,-1-1-1 0 0,1 0 0 0 0,-1 1 0 0 0,0-1 0 0 0,0 0 1 0 0,0 0-1 0 0,-1 0 0 0 0,1 0 0 0 0,-1 0 0 0 0,0 0 1 0 0,-1 0-1 0 0,1 0 0 0 0,-1 0 0 0 0,0 0 0 0 0,-1 1 1 0 0,1-1-1 0 0,-1 0 0 0 0,1 1 0 0 0,-2-1 0 0 0,1 1 1 0 0,0-1-1 0 0,-6-6 0 0 0,8 10-36 0 0,-1 0 0 0 0,0-1 0 0 0,-1 1 0 0 0,1 0 0 0 0,0 0 0 0 0,0-1 0 0 0,0 1 0 0 0,-1 0-1 0 0,1 0 1 0 0,-1 0 0 0 0,1 0 0 0 0,-1 1 0 0 0,1-1 0 0 0,-1 0 0 0 0,1 1 0 0 0,-1-1 0 0 0,0 1 0 0 0,1-1 0 0 0,-1 1 0 0 0,0 0 0 0 0,1 0 0 0 0,-1 0 0 0 0,0 0 0 0 0,1 0-1 0 0,-1 0 1 0 0,0 0 0 0 0,0 0 0 0 0,1 1 0 0 0,-1-1 0 0 0,1 1 0 0 0,-1-1 0 0 0,0 1 0 0 0,1 0 0 0 0,-1 0 0 0 0,1-1 0 0 0,-1 1 0 0 0,1 0 0 0 0,0 0 0 0 0,-1 0-1 0 0,1 1 1 0 0,0-1 0 0 0,0 0 0 0 0,0 0 0 0 0,0 1 0 0 0,-2 1 0 0 0,-1 3-45 0 0,0 0 1 0 0,0 0-1 0 0,0 0 0 0 0,0 1 0 0 0,1-1 1 0 0,0 1-1 0 0,1 0 0 0 0,-1 0 1 0 0,-1 10-1 0 0,3-8-90 0 0,0-1-1 0 0,1 1 1 0 0,0 0-1 0 0,1 0 1 0 0,0-1 0 0 0,0 1-1 0 0,0-1 1 0 0,1 1 0 0 0,1-1-1 0 0,-1 1 1 0 0,2-1 0 0 0,-1 0-1 0 0,1 0 1 0 0,0-1 0 0 0,0 1-1 0 0,1-1 1 0 0,0 0 0 0 0,1 0-1 0 0,10 11 1 0 0,-8-11-295 0 0,-1-1 1 0 0,1 1-1 0 0,0-2 1 0 0,1 1-1 0 0,-1-1 1 0 0,1 0-1 0 0,0-1 1 0 0,0 0-1 0 0,0 0 1 0 0,1-1 0 0 0,-1 0-1 0 0,1-1 1 0 0,0 0-1 0 0,0-1 1 0 0,0 0-1 0 0,0 0 1 0 0,11-1-1 0 0,-10-1-260 0 0,-1 0 0 0 0,1 0 0 0 0,0-1 0 0 0,-1-1 0 0 0,1 0 0 0 0,-1 0-1 0 0,0-1 1 0 0,0 0 0 0 0,0-1 0 0 0,14-8 0 0 0,2-6 470 0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6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13 3225 0 0,'-1'-1'60'0'0,"1"0"1"0"0,-1 0-1 0 0,1 0 1 0 0,-1 0-1 0 0,0 1 1 0 0,0-1-1 0 0,1 0 1 0 0,-1 0-1 0 0,0 0 1 0 0,0 1-1 0 0,0-1 1 0 0,0 0-1 0 0,0 1 0 0 0,0-1 1 0 0,-1 0-1 0 0,1 1 106 0 0,1 0 0 0 0,-1 0 0 0 0,1 0-1 0 0,-1 0 1 0 0,1 0 0 0 0,-7 5 2817 0 0,7-5-2818 0 0,-1 1 1 0 0,-11 34 6016 0 0,11-31-6522 0 0,-3 15 1176 0 0,0 1 0 0 0,2-1 0 0 0,1 1 0 0 0,1 34 0 0 0,15 77 819 0 0,-1-63-980 0 0,4-1 1 0 0,38 96 0 0 0,-1-5-1108 0 0,-30-45-2349 0 0,-23-101 2336 0 0,4 17-674 0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0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6913 0 0,'-11'4'1812'0'0,"-15"11"8396"0"0,56-14-6965 0 0,-10 0-3001 0 0,26-6-410 0 0,0-2-1 0 0,-1-2 0 0 0,53-19 1 0 0,-23 8-7422 0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37.3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 2361 0 0,'-16'23'7554'0'0,"16"-23"-7313"0"0,1 1 0 0 0,0-1 0 0 0,-1 0 0 0 0,1 1 0 0 0,-1-1 0 0 0,1 0 0 0 0,0 0 0 0 0,-1 0 0 0 0,1 1 0 0 0,0-1 0 0 0,0 0 1 0 0,-1 0-1 0 0,1 0 0 0 0,0 0 0 0 0,-1 0 0 0 0,1 0 0 0 0,0 0 0 0 0,0 0 0 0 0,-1-1 0 0 0,1 1 0 0 0,0 0 0 0 0,0 0 0 0 0,48-7 4217 0 0,-23 3-3454 0 0,42-2 1 0 0,-66 6-999 0 0,23 0-93 0 0,0 0 0 0 0,35-7 0 0 0,-50 5-427 0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4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16 6449 0 0,'-12'-15'11806'0'0,"10"28"-11645"0"0,-9 138 384 0 0,-3 111 1059 0 0,15-225-1450 0 0,1-1 1 0 0,2 0 0 0 0,1 0-1 0 0,2 0 1 0 0,12 38 0 0 0,-13-55-650 0 0,17 34 1 0 0,-20-49 384 0 0,-1 1-1 0 0,1-1 1 0 0,-1 0-1 0 0,1 1 1 0 0,1-1-1 0 0,-1-1 1 0 0,0 1-1 0 0,1 0 1 0 0,0-1-1 0 0,0 0 1 0 0,0 0-1 0 0,0 0 1 0 0,5 2-1 0 0,-8-4-95 0 0,0-1 1 0 0,0 1-1 0 0,0-1 0 0 0,0 0 0 0 0,0 0 0 0 0,1 1 0 0 0,-1-1 0 0 0,0 0 0 0 0,0 0 1 0 0,0 0-1 0 0,0 0 0 0 0,0 0 0 0 0,0 0 0 0 0,1-1 0 0 0,0 1 0 0 0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0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1 242 456 0 0,'0'-8'554'0'0,"1"0"0"0"0,0 0 0 0 0,0 0 0 0 0,5-13 1 0 0,-5 19-215 0 0,-1-1 0 0 0,1 0 0 0 0,0 1 0 0 0,0-1 0 0 0,0 1 0 0 0,1 0 0 0 0,-1-1 0 0 0,0 1 0 0 0,1 0 0 0 0,0 0 0 0 0,-1 0 0 0 0,1 0 0 0 0,0 0 0 0 0,0 0 0 0 0,0 1 0 0 0,0-1 0 0 0,4-2 0 0 0,-4 4-83 0 0,0 0 1 0 0,0 0-1 0 0,0 0 0 0 0,-1 0 0 0 0,1 0 0 0 0,0 0 0 0 0,0 1 0 0 0,0-1 0 0 0,-1 0 0 0 0,1 1 0 0 0,0-1 1 0 0,0 1-1 0 0,-1 0 0 0 0,1 0 0 0 0,-1 0 0 0 0,1 0 0 0 0,0 0 0 0 0,-1 0 0 0 0,0 0 0 0 0,1 0 0 0 0,0 2 0 0 0,31 32 1425 0 0,-27-28-1266 0 0,120 167 1689 0 0,-2-4-339 0 0,-117-161-1617 0 0,2 0-1 0 0,-1 0 0 0 0,1-1 0 0 0,1 0 0 0 0,15 10 0 0 0,-23-17-129 0 0,-1 0 1 0 0,0 0-1 0 0,1 0 0 0 0,-1 0 1 0 0,1 0-1 0 0,-1 0 1 0 0,1-1-1 0 0,0 1 1 0 0,-1-1-1 0 0,1 1 0 0 0,0-1 1 0 0,-1 0-1 0 0,1 1 1 0 0,0-1-1 0 0,-1 0 1 0 0,1 0-1 0 0,0 0 0 0 0,0 0 1 0 0,-1-1-1 0 0,1 1 1 0 0,0 0-1 0 0,-1-1 1 0 0,1 1-1 0 0,0-1 0 0 0,-1 1 1 0 0,1-1-1 0 0,-1 0 1 0 0,1 0-1 0 0,-1 0 1 0 0,1 0-1 0 0,-1 0 1 0 0,0 0-1 0 0,1 0 0 0 0,-1 0 1 0 0,0 0-1 0 0,0-1 1 0 0,0 1-1 0 0,0-1 1 0 0,0 1-1 0 0,0-1 0 0 0,0 1 1 0 0,0-1-1 0 0,-1 1 1 0 0,1-1-1 0 0,-1 1 1 0 0,1-1-1 0 0,-1 0 0 0 0,1-3 1 0 0,3-17 94 0 0,-1 0 0 0 0,0-1-1 0 0,-2 1 1 0 0,-1-1 0 0 0,-3-35 0 0 0,-1-15 11 0 0,3 22-733 0 0,2 0 1 0 0,3 0-1 0 0,1 0 1 0 0,17-64-1 0 0,-16 96-4492 0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6 14283 0 0,'0'-1'-34'0'0,"-1"1"0"0"0,1-1 0 0 0,-1 1 0 0 0,1-1 0 0 0,-1 1 0 0 0,0-1 0 0 0,1 1 0 0 0,-1 0 0 0 0,0-1 1 0 0,1 1-1 0 0,-1 0 0 0 0,0 0 0 0 0,1 0 0 0 0,-1-1 0 0 0,0 1 0 0 0,0 0 0 0 0,1 0 0 0 0,-1 0 0 0 0,0 0 0 0 0,0 0 0 0 0,1 0 0 0 0,-1 0 0 0 0,0 1 0 0 0,0-1 0 0 0,1 0 0 0 0,-1 0 0 0 0,0 1 0 0 0,1-1 0 0 0,-1 0 0 0 0,-1 1 0 0 0,1 1 130 0 0,-1-1-1 0 0,1 1 0 0 0,-1 0 1 0 0,1-1-1 0 0,-1 1 0 0 0,1 0 1 0 0,0 0-1 0 0,0 0 0 0 0,0 0 1 0 0,-1 3-1 0 0,-3 9 655 0 0,1 0 1 0 0,-3 22-1 0 0,7-34-804 0 0,-19 134 1734 0 0,-2 167 0 0 0,20-270-1654 0 0,1 0 0 0 0,6 39 1 0 0,-4-61-454 0 0,0 0 0 0 0,0-1 0 0 0,1 0 0 0 0,0 0 0 0 0,1 0 0 0 0,0 0 0 0 0,1 0 0 0 0,0-1 0 0 0,0 1 0 0 0,13 14 0 0 0,-5-11-3538 0 0,1-4-911 0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22 153 6913 0 0,'-4'-9'599'0'0,"0"0"0"0"0,1 0 0 0 0,0-1-1 0 0,-3-17 1 0 0,5 24-315 0 0,1 0 1 0 0,0 0-1 0 0,0 0 1 0 0,0 0-1 0 0,0 0 0 0 0,0 0 1 0 0,1 0-1 0 0,-1 0 1 0 0,2-4-1 0 0,-1 6-162 0 0,-1 0 0 0 0,1 0 0 0 0,-1 0 0 0 0,1 0 0 0 0,-1 0 0 0 0,1 0 1 0 0,0 0-1 0 0,0 0 0 0 0,0 0 0 0 0,-1 0 0 0 0,1 0 0 0 0,0 1 0 0 0,0-1 0 0 0,0 0 0 0 0,0 1 0 0 0,0-1 0 0 0,0 0 0 0 0,1 1 0 0 0,-1-1 0 0 0,0 1 0 0 0,0 0 1 0 0,0-1-1 0 0,2 1 0 0 0,0 0 4 0 0,-1 0 1 0 0,1 0 0 0 0,0 0 0 0 0,0 1 0 0 0,0-1-1 0 0,0 1 1 0 0,-1-1 0 0 0,1 1 0 0 0,0 0 0 0 0,-1 0-1 0 0,1 0 1 0 0,0 1 0 0 0,-1-1 0 0 0,0 1 0 0 0,1-1-1 0 0,-1 1 1 0 0,0 0 0 0 0,0 0 0 0 0,0 0 0 0 0,0 0-1 0 0,2 3 1 0 0,6 7 277 0 0,0 0 0 0 0,12 22 1 0 0,-16-23-172 0 0,40 64 109 0 0,-14-21 75 0 0,59 76 1 0 0,-75-109-399 0 0,23 25 99 0 0,-36-43-108 0 0,-1 0 0 0 0,1-1 0 0 0,1 1 0 0 0,-1-1-1 0 0,0 0 1 0 0,1 1 0 0 0,-1-1 0 0 0,1-1 0 0 0,0 1 0 0 0,-1-1 0 0 0,7 2 0 0 0,-8-3-1 0 0,-1 0-1 0 0,1 0 1 0 0,0 0 0 0 0,-1 0 0 0 0,1 0 0 0 0,0-1 0 0 0,-1 1 0 0 0,1-1 0 0 0,0 1 0 0 0,-1-1 0 0 0,1 0 0 0 0,-1 0 0 0 0,1 0 0 0 0,-1 0 0 0 0,1 0 0 0 0,-1 0 0 0 0,0 0 0 0 0,1 0-1 0 0,-1 0 1 0 0,0-1 0 0 0,0 1 0 0 0,0 0 0 0 0,0-1 0 0 0,0 1 0 0 0,0-1 0 0 0,0 1 0 0 0,0-3 0 0 0,20-51 231 0 0,-19 47-154 0 0,11-44-130 0 0,-2-1 0 0 0,5-75 0 0 0,-1 3-15 0 0,-15 122 101 0 0,1 0 0 0 0,0 0 0 0 0,0 0-1 0 0,0 0 1 0 0,0 0 0 0 0,0 0 0 0 0,0 0 0 0 0,1 1 0 0 0,-1-1 0 0 0,4-3 0 0 0,-5 6-23 0 0,0-1 0 0 0,0 1 0 0 0,1 0 0 0 0,-1 0 0 0 0,0-1 0 0 0,1 1 0 0 0,-1 0 0 0 0,0 0 0 0 0,1-1 0 0 0,-1 1 1 0 0,1 0-1 0 0,-1 0 0 0 0,0 0 0 0 0,1 0 0 0 0,-1-1 0 0 0,1 1 0 0 0,-1 0 0 0 0,0 0 0 0 0,1 0 0 0 0,-1 0 1 0 0,1 0-1 0 0,-1 0 0 0 0,1 0 0 0 0,-1 0 0 0 0,0 1 0 0 0,1-1 0 0 0,0 0 0 0 0,0 1-12 0 0,0 0 0 0 0,0-1 0 0 0,0 1 0 0 0,0 0-1 0 0,0 0 1 0 0,0 0 0 0 0,0 0 0 0 0,-1 0 0 0 0,1 1 0 0 0,0-1-1 0 0,-1 0 1 0 0,1 0 0 0 0,0 3 0 0 0,12 33 47 0 0,-2 0-1 0 0,10 54 1 0 0,-14-51-141 0 0,3 0 1 0 0,15 42-1 0 0,8-13-839 0 0,-8-26-5281 0 0,-7-16-504 0 0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1.9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68 11058 0 0,'-4'-4'572'0'0,"1"0"-1"0"0,-1 0 1 0 0,0 1 0 0 0,0 0-1 0 0,0 0 1 0 0,0 0-1 0 0,-1 0 1 0 0,-5-2-1 0 0,9 5-393 0 0,0 0 1 0 0,0-1-1 0 0,0 1 0 0 0,0 0 1 0 0,0 0-1 0 0,0 0 0 0 0,0 0 1 0 0,0 0-1 0 0,0 0 0 0 0,0 0 1 0 0,0 0-1 0 0,0 1 0 0 0,0-1 0 0 0,0 0 1 0 0,1 1-1 0 0,-1-1 0 0 0,0 0 1 0 0,-2 2-1 0 0,2-1-124 0 0,-1 1 0 0 0,0-1 0 0 0,0 1 1 0 0,1 0-1 0 0,-1 0 0 0 0,1 0 0 0 0,-1 0 0 0 0,1 0 0 0 0,0 0 0 0 0,-2 4 1 0 0,-5 14-14 0 0,0 0 0 0 0,1 1 1 0 0,1-1-1 0 0,1 1 0 0 0,1 1 1 0 0,1-1-1 0 0,1 1 0 0 0,0-1 1 0 0,2 1-1 0 0,1-1 0 0 0,0 1 1 0 0,2-1-1 0 0,7 31 0 0 0,-7-42-94 0 0,1-1-1 0 0,0 0 1 0 0,0 0-1 0 0,1 0 1 0 0,0 0-1 0 0,1-1 1 0 0,0 0-1 0 0,0 0 1 0 0,0 0-1 0 0,1-1 1 0 0,1 0-1 0 0,-1 0 1 0 0,1-1-1 0 0,12 8 1 0 0,-15-11 23 0 0,0-1 0 0 0,0 1 0 0 0,0-1 0 0 0,0 0 1 0 0,0 0-1 0 0,1-1 0 0 0,-1 0 0 0 0,1 0 0 0 0,-1 0 0 0 0,1 0 0 0 0,0-1 0 0 0,-1 0 1 0 0,1 0-1 0 0,-1 0 0 0 0,1-1 0 0 0,-1 0 0 0 0,1 0 0 0 0,-1-1 0 0 0,1 1 0 0 0,-1-1 1 0 0,0 0-1 0 0,0 0 0 0 0,0-1 0 0 0,0 0 0 0 0,0 0 0 0 0,0 0 0 0 0,4-4 0 0 0,0-1 85 0 0,-1 0-1 0 0,-1 0 0 0 0,1-1 0 0 0,-1 0 1 0 0,-1 0-1 0 0,0 0 0 0 0,0-1 0 0 0,-1 0 0 0 0,0 0 1 0 0,0-1-1 0 0,-1 1 0 0 0,-1-1 0 0 0,0 0 0 0 0,0 0 1 0 0,-1 0-1 0 0,-1 0 0 0 0,0 0 0 0 0,0-1 1 0 0,-1 1-1 0 0,-1 0 0 0 0,-2-19 0 0 0,1 15 52 0 0,-1 0 1 0 0,0 0-1 0 0,-1 0 0 0 0,-1 0 0 0 0,0 0 1 0 0,-1 1-1 0 0,-1 0 0 0 0,0 0 0 0 0,-1 1 1 0 0,0 0-1 0 0,-1 0 0 0 0,0 1 0 0 0,-1 0 1 0 0,-1 1-1 0 0,-16-15 0 0 0,22 22-199 0 0,-1 0 0 0 0,0 1 0 0 0,0-1 1 0 0,0 1-1 0 0,0 0 0 0 0,-12-4 0 0 0,15 7-154 0 0,0-1 0 0 0,0 0 0 0 0,0 1 0 0 0,-1-1-1 0 0,1 1 1 0 0,0 0 0 0 0,0 0 0 0 0,-1 0 0 0 0,1 0 0 0 0,0 1 0 0 0,0-1 0 0 0,-1 1 0 0 0,1 0 0 0 0,0 0-1 0 0,-6 3 1 0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2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65 4145 0 0,'2'-1'329'0'0,"-1"-1"0"0"0,1 1 0 0 0,-1-1 0 0 0,1 0 0 0 0,-1 0 0 0 0,0 0 0 0 0,0 0 1 0 0,0 0-1 0 0,0 0 0 0 0,0 0 0 0 0,0 0 0 0 0,0 0 0 0 0,-1 0 0 0 0,1 0 0 0 0,-1-1 0 0 0,0 1 0 0 0,1 0 0 0 0,-1 0 0 0 0,0-1 1 0 0,0 1-1 0 0,-1 0 0 0 0,1-3 0 0 0,-1 4-148 0 0,1 0 1 0 0,0 1-1 0 0,-1-1 0 0 0,1 0 1 0 0,-1 0-1 0 0,1 0 0 0 0,-1 1 1 0 0,1-1-1 0 0,-1 0 1 0 0,0 0-1 0 0,1 1 0 0 0,-1-1 1 0 0,0 1-1 0 0,1-1 0 0 0,-1 1 1 0 0,0-1-1 0 0,0 1 1 0 0,0-1-1 0 0,1 1 0 0 0,-1-1 1 0 0,-1 1-1 0 0,0 0-48 0 0,0-1 0 0 0,-1 1 0 0 0,1 0 1 0 0,0 0-1 0 0,0 0 0 0 0,0 0 0 0 0,0 0 0 0 0,0 1 0 0 0,-1-1 0 0 0,1 1 0 0 0,0-1 0 0 0,-3 3 0 0 0,-6 1 20 0 0,1 2 0 0 0,-1 0-1 0 0,1 0 1 0 0,1 0 0 0 0,-1 1-1 0 0,1 1 1 0 0,0 0-1 0 0,1 0 1 0 0,0 0 0 0 0,0 1-1 0 0,1 0 1 0 0,-12 20-1 0 0,16-23-80 0 0,-1 0 0 0 0,1 1 0 0 0,0-1-1 0 0,0 1 1 0 0,1-1 0 0 0,0 1 0 0 0,0 0-1 0 0,0 0 1 0 0,1 0 0 0 0,0 0 0 0 0,1 0-1 0 0,0 1 1 0 0,0-1 0 0 0,0 0 0 0 0,1 0-1 0 0,0 0 1 0 0,0 0 0 0 0,1 0 0 0 0,0 0-1 0 0,0 0 1 0 0,0-1 0 0 0,5 8 0 0 0,4 3-109 0 0,1-1 1 0 0,1-1 0 0 0,0 0 0 0 0,1-1 0 0 0,1 0-1 0 0,0-1 1 0 0,33 21 0 0 0,-28-20-7 0 0,-1 0 0 0 0,0 1 0 0 0,-1 1 0 0 0,27 32 0 0 0,-44-46 45 0 0,1 0-1 0 0,-1 0 0 0 0,1 0 1 0 0,-1 0-1 0 0,0 1 0 0 0,0-1 1 0 0,0 0-1 0 0,0 1 0 0 0,0-1 1 0 0,0 1-1 0 0,-1-1 0 0 0,1 1 1 0 0,-1-1-1 0 0,0 1 0 0 0,0-1 0 0 0,0 1 1 0 0,0-1-1 0 0,0 1 0 0 0,0-1 1 0 0,-2 4-1 0 0,1-2 19 0 0,-1 0 0 0 0,0 0 0 0 0,0 0 0 0 0,0-1 0 0 0,0 1 0 0 0,0-1 0 0 0,-1 0 0 0 0,0 0 0 0 0,0 1 0 0 0,0-2 0 0 0,-4 5 0 0 0,-8 3 138 0 0,0 0 0 0 0,0-1-1 0 0,-1 0 1 0 0,-28 10 0 0 0,-15 2-76 0 0,31-15-292 0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2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10594 0 0,'0'1'83'0'0,"0"-1"0"0"0,0 1 0 0 0,0-1 0 0 0,0 0 0 0 0,0 1-1 0 0,0-1 1 0 0,0 0 0 0 0,0 1 0 0 0,0-1 0 0 0,0 0 0 0 0,-1 1-1 0 0,1-1 1 0 0,0 0 0 0 0,0 1 0 0 0,0-1 0 0 0,-1 0 0 0 0,1 1 0 0 0,0-1-1 0 0,0 0 1 0 0,-1 0 0 0 0,1 1 0 0 0,0-1 0 0 0,0 0 0 0 0,-1 0 0 0 0,1 0-1 0 0,0 1 1 0 0,-1-1 0 0 0,1 0 0 0 0,0 0 0 0 0,-1 0 0 0 0,1 0-1 0 0,0 0 1 0 0,-1 0 0 0 0,1 0 0 0 0,0 0 0 0 0,-1 0 0 0 0,1 0 0 0 0,-1 0-1 0 0,1 0 1 0 0,0 0 0 0 0,-1 0 0 0 0,1 0 0 0 0,0 0 0 0 0,-1 0 0 0 0,1 0-1 0 0,0 0 1 0 0,-1 0 0 0 0,1-1 0 0 0,0 1 0 0 0,-1 0 0 0 0,1 0 0 0 0,0 0-1 0 0,-1-1 1 0 0,1 1 0 0 0,0 0 0 0 0,0 0 0 0 0,-1-1 0 0 0,1 1-1 0 0,0 0 1 0 0,0 0 0 0 0,0-1 0 0 0,-1 1 0 0 0,1-1 0 0 0,12 87 305 0 0,3-1 0 0 0,3-1 0 0 0,48 130 0 0 0,15-31-1594 0 0,-48-113-2420 0 0,-29-57 1206 0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4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8 446 1376 0 0,'-4'-26'315'0'0,"2"-1"-1"0"0,0 1 1 0 0,2-1-1 0 0,1 0 1 0 0,1 1 0 0 0,12-52-1 0 0,-10 61 184 0 0,2 1 0 0 0,0-1 0 0 0,1 1 0 0 0,0 1 0 0 0,1-1 0 0 0,1 1 0 0 0,1 0 0 0 0,13-15-1 0 0,-20 26-297 0 0,1 0-1 0 0,0-1 0 0 0,0 1 0 0 0,0 1 0 0 0,0-1 1 0 0,1 1-1 0 0,-1 0 0 0 0,1 0 0 0 0,0 0 0 0 0,0 0 1 0 0,0 1-1 0 0,1 0 0 0 0,-1 0 0 0 0,0 1 0 0 0,1-1 0 0 0,-1 1 1 0 0,1 0-1 0 0,0 1 0 0 0,-1-1 0 0 0,1 1 0 0 0,0 0 1 0 0,-1 0-1 0 0,1 1 0 0 0,-1 0 0 0 0,1 0 0 0 0,-1 0 0 0 0,1 1 1 0 0,-1-1-1 0 0,7 4 0 0 0,-7-2-82 0 0,0-1 0 0 0,0 1-1 0 0,0 0 1 0 0,-1 0 0 0 0,1 0 0 0 0,-1 1-1 0 0,0-1 1 0 0,0 1 0 0 0,0 0 0 0 0,-1 0 0 0 0,1 1-1 0 0,-1-1 1 0 0,0 1 0 0 0,0-1 0 0 0,3 8 0 0 0,-3-4 11 0 0,-1 0 0 0 0,1 0 0 0 0,-1 0 1 0 0,-1 0-1 0 0,1 1 0 0 0,-1-1 1 0 0,-1 1-1 0 0,0-1 0 0 0,-1 11 1 0 0,-1-2 82 0 0,-1 0 0 0 0,0 0 0 0 0,-1 0 0 0 0,-1-1 1 0 0,-1 1-1 0 0,-1-1 0 0 0,0-1 0 0 0,0 1 1 0 0,-14 18-1 0 0,-47 53 1206 0 0,27-47-2231 0 0,-3-10-5212 0 0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3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39 5985 0 0,'89'-4'9004'0'0,"43"-14"-7767"0"0,-36 5-3879 0 0,-61 10 2253 0 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214 187 8754 0 0,'-6'-2'154'0'0,"0"0"0"0"0,0 0 1 0 0,0 1-1 0 0,0-1 0 0 0,-1 1 0 0 0,1 1 1 0 0,0-1-1 0 0,-1 1 0 0 0,1 0 0 0 0,-1 1 1 0 0,1-1-1 0 0,0 1 0 0 0,0 1 0 0 0,-1-1 1 0 0,1 1-1 0 0,0 0 0 0 0,0 0 0 0 0,1 1 1 0 0,-1 0-1 0 0,0 0 0 0 0,1 0 0 0 0,0 0 1 0 0,-1 1-1 0 0,1 0 0 0 0,1 0 1 0 0,-1 1-1 0 0,1-1 0 0 0,-1 1 0 0 0,-3 6 1 0 0,3-2-85 0 0,0 1 1 0 0,0 0 0 0 0,1 0 0 0 0,0 0 0 0 0,0 1 0 0 0,1 0 0 0 0,1-1 0 0 0,0 1 0 0 0,1 0 0 0 0,-1 0 0 0 0,2 0 0 0 0,0 0-1 0 0,1 13 1 0 0,1-9-58 0 0,-1-1-1 0 0,2 0 1 0 0,0 0-1 0 0,1 0 1 0 0,0 0-1 0 0,1-1 1 0 0,0 0-1 0 0,1 0 1 0 0,13 21-1 0 0,-13-27-12 0 0,-1 0-1 0 0,1 0 1 0 0,0 0 0 0 0,1-1-1 0 0,-1 0 1 0 0,1-1 0 0 0,1 1-1 0 0,-1-1 1 0 0,1-1 0 0 0,-1 1-1 0 0,2-1 1 0 0,-1-1 0 0 0,0 0-1 0 0,0 0 1 0 0,1 0 0 0 0,0-1-1 0 0,0 0 1 0 0,-1-1 0 0 0,1 0-1 0 0,0 0 1 0 0,10-1 0 0 0,-9-1-33 0 0,0 0 0 0 0,0 0 1 0 0,-1-1-1 0 0,1 0 0 0 0,-1 0 1 0 0,1-1-1 0 0,-1-1 1 0 0,0 1-1 0 0,0-2 0 0 0,-1 1 1 0 0,1-1-1 0 0,-1 0 0 0 0,0-1 1 0 0,0 0-1 0 0,-1 0 0 0 0,1-1 1 0 0,-2 0-1 0 0,1 0 1 0 0,6-9-1 0 0,-2-2 52 0 0,0 1 0 0 0,-1-2 0 0 0,-1 1 0 0 0,0-2 0 0 0,-2 1 0 0 0,0-1-1 0 0,5-27 1 0 0,-2-11 514 0 0,3-76 0 0 0,-13 133-528 0 0,3-32 404 0 0,0 4 457 0 0,-1 1 1 0 0,-2-1-1 0 0,-3-32 1 0 0,15 120 2417 0 0,35 100-3307 0 0,-43-143-46 0 0,2-1 1 0 0,0 0-1 0 0,0 0 1 0 0,2-1-1 0 0,-1 0 1 0 0,2 0-1 0 0,0-1 0 0 0,1 0 1 0 0,0 0-1 0 0,1-1 1 0 0,0-1-1 0 0,1 0 1 0 0,0 0-1 0 0,1-1 1 0 0,0-1-1 0 0,0 0 1 0 0,23 11-1 0 0,-34-19 22 0 0,-1-1 0 0 0,1 1 0 0 0,0-1 0 0 0,-1 1 0 0 0,1-1-1 0 0,-1 0 1 0 0,1 1 0 0 0,0-1 0 0 0,-1 0 0 0 0,1 0 0 0 0,0 0 0 0 0,-1-1 0 0 0,1 1-1 0 0,0 0 1 0 0,-1 0 0 0 0,1-1 0 0 0,-1 1 0 0 0,1-1 0 0 0,0 0 0 0 0,-1 1 0 0 0,1-1 0 0 0,-1 0-1 0 0,0 0 1 0 0,1 0 0 0 0,-1 0 0 0 0,0 0 0 0 0,0 0 0 0 0,1 0 0 0 0,-1 0 0 0 0,0-1-1 0 0,0 1 1 0 0,0 0 0 0 0,0-1 0 0 0,-1 1 0 0 0,1-1 0 0 0,0 1 0 0 0,0-1 0 0 0,0-1 0 0 0,3-9 8 0 0,1 0 0 0 0,-2 0 1 0 0,0-1-1 0 0,2-13 1 0 0,-1 8 29 0 0,-1 2 34 0 0,23-81 241 0 0,-23 88-219 0 0,1 0 0 0 0,0 0 0 0 0,0 0 0 0 0,1 0 0 0 0,0 1 1 0 0,0 0-1 0 0,1 0 0 0 0,7-7 0 0 0,-12 14-26 0 0,-1 0 1 0 0,1 0-1 0 0,0 0 1 0 0,0 1 0 0 0,0-1-1 0 0,0 1 1 0 0,0-1-1 0 0,0 0 1 0 0,0 1-1 0 0,0-1 1 0 0,0 1-1 0 0,0 0 1 0 0,0-1 0 0 0,0 1-1 0 0,0 0 1 0 0,0 0-1 0 0,0 0 1 0 0,0 0-1 0 0,0 0 1 0 0,0 0-1 0 0,0 0 1 0 0,0 0-1 0 0,0 0 1 0 0,1 0 0 0 0,-1 0-1 0 0,0 1 1 0 0,0-1-1 0 0,0 0 1 0 0,0 1-1 0 0,0-1 1 0 0,0 1-1 0 0,0-1 1 0 0,-1 1-1 0 0,1 0 1 0 0,0-1 0 0 0,0 1-1 0 0,0 0 1 0 0,0 0-1 0 0,-1-1 1 0 0,1 1-1 0 0,0 0 1 0 0,-1 0-1 0 0,2 2 1 0 0,3 5 116 0 0,1 1 0 0 0,-2-1 0 0 0,8 19 0 0 0,-7-16-80 0 0,11 23-504 0 0,38 57 0 0 0,-39-70-639 0 0,1 0 1 0 0,1-2 0 0 0,28 27-1 0 0,-15-21-535 0 0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4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99 3225 0 0,'-6'-12'497'0'0,"1"1"569"0"0,0 1 1 0 0,-1 0-1 0 0,0 0 1 0 0,0 0-1 0 0,-9-9 1 0 0,13 17-917 0 0,1 1 0 0 0,0 0 0 0 0,0-1 1 0 0,-1 1-1 0 0,1 0 0 0 0,-1 0 1 0 0,1 0-1 0 0,-1 0 0 0 0,0 0 1 0 0,1 0-1 0 0,-1 1 0 0 0,0-1 0 0 0,1 0 1 0 0,-1 1-1 0 0,0 0 0 0 0,0-1 1 0 0,0 1-1 0 0,0 0 0 0 0,1 0 1 0 0,-1 0-1 0 0,0 0 0 0 0,0 0 1 0 0,0 0-1 0 0,0 0 0 0 0,1 1 0 0 0,-1-1 1 0 0,0 1-1 0 0,0-1 0 0 0,1 1 1 0 0,-1 0-1 0 0,0 0 0 0 0,1 0 1 0 0,-1 0-1 0 0,0 0 0 0 0,1 0 1 0 0,0 0-1 0 0,-1 0 0 0 0,1 0 0 0 0,-2 3 1 0 0,-6 5 82 0 0,1 1 0 0 0,1 0 0 0 0,0 0 0 0 0,0 0 0 0 0,1 1 0 0 0,-8 19 0 0 0,1 0 76 0 0,-10 43 1 0 0,20-61-257 0 0,0 0 1 0 0,1 0 0 0 0,1 0-1 0 0,0 0 1 0 0,0 0 0 0 0,1 1-1 0 0,1-1 1 0 0,3 17 0 0 0,-4-25-114 0 0,1 0 0 0 0,0 0 0 0 0,0 0 0 0 0,0-1 0 0 0,1 1 0 0 0,-1 0 0 0 0,1-1 1 0 0,0 1-1 0 0,0-1 0 0 0,0 0 0 0 0,0 0 0 0 0,0 0 0 0 0,1 0 0 0 0,0 0 0 0 0,-1 0 0 0 0,1-1 0 0 0,0 1 1 0 0,0-1-1 0 0,1 0 0 0 0,-1 0 0 0 0,0 0 0 0 0,1 0 0 0 0,-1 0 0 0 0,1-1 0 0 0,-1 0 0 0 0,1 1 1 0 0,0-1-1 0 0,0-1 0 0 0,0 1 0 0 0,5 0 0 0 0,-5-1-135 0 0,1-1 1 0 0,-1 0-1 0 0,0 0 1 0 0,1 0-1 0 0,-1 0 1 0 0,0-1-1 0 0,0 1 1 0 0,0-1-1 0 0,0 0 1 0 0,0 0-1 0 0,0-1 1 0 0,-1 1-1 0 0,1-1 1 0 0,-1 0-1 0 0,1 0 0 0 0,-1 0 1 0 0,0 0-1 0 0,0-1 1 0 0,-1 1-1 0 0,1-1 1 0 0,3-6-1 0 0,4-6-4 0 0,-1-1 0 0 0,0 0 0 0 0,9-29 0 0 0,-2-10 995 0 0,-13 42-10 0 0,1 1 0 0 0,0-1 0 0 0,0 1-1 0 0,2-1 1 0 0,11-20 0 0 0,-17 33-749 0 0,1 1 1 0 0,-1 0-1 0 0,0-1 1 0 0,0 1-1 0 0,1 0 1 0 0,-1-1-1 0 0,0 1 1 0 0,0 0-1 0 0,1-1 1 0 0,-1 1-1 0 0,0 0 0 0 0,1-1 1 0 0,-1 1-1 0 0,1 0 1 0 0,-1 0-1 0 0,0 0 1 0 0,1-1-1 0 0,-1 1 1 0 0,1 0-1 0 0,-1 0 1 0 0,0 0-1 0 0,1 0 1 0 0,-1 0-1 0 0,1 0 1 0 0,-1 0-1 0 0,1 0 1 0 0,-1 0-1 0 0,1 0 1 0 0,-1 0-1 0 0,0 0 1 0 0,1 0-1 0 0,-1 0 1 0 0,1 0-1 0 0,-1 0 1 0 0,0 1-1 0 0,1-1 0 0 0,-1 0 1 0 0,1 0-1 0 0,-1 1 1 0 0,0-1-1 0 0,1 0 1 0 0,-1 0-1 0 0,0 1 1 0 0,1-1-1 0 0,-1 0 1 0 0,0 1-1 0 0,1-1 1 0 0,-1 0-1 0 0,0 1 1 0 0,0-1-1 0 0,0 0 1 0 0,1 1-1 0 0,-1-1 1 0 0,0 1-1 0 0,0-1 1 0 0,0 1-1 0 0,0-1 1 0 0,0 1-1 0 0,14 35 144 0 0,-9-23-46 0 0,0-1-297 0 0,1-1 0 0 0,0 0 0 0 0,1 0-1 0 0,0 0 1 0 0,13 13 0 0 0,-12-15-742 0 0,1-1 0 0 0,0 0 0 0 0,13 9 0 0 0,1-3-4812 0 0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5985 0 0,'1'-1'157'0'0,"0"0"1"0"0,0 1-1 0 0,0-1 0 0 0,1 0 0 0 0,-1 0 0 0 0,0 1 0 0 0,1-1 0 0 0,-1 1 1 0 0,1-1-1 0 0,-1 1 0 0 0,1 0 0 0 0,-1 0 0 0 0,0-1 0 0 0,1 1 0 0 0,-1 0 0 0 0,1 0 1 0 0,-1 0-1 0 0,1 1 0 0 0,-1-1 0 0 0,1 0 0 0 0,-1 0 0 0 0,1 1 0 0 0,-1-1 1 0 0,2 1-1 0 0,0 1 156 0 0,1 0-1 0 0,-1 1 1 0 0,0-1 0 0 0,0 0 0 0 0,0 1 0 0 0,0 0 0 0 0,-1-1 0 0 0,1 1 0 0 0,2 4-1 0 0,5 8 517 0 0,-2-1 0 0 0,1 2 0 0 0,6 17 0 0 0,-15-33-825 0 0,23 65 1300 0 0,-15-40-791 0 0,16 32 0 0 0,-23-80-847 0 0,2 0 0 0 0,6-30 0 0 0,-9 53 320 0 0,5-23-126 0 0,0-1 1 0 0,1 1-1 0 0,2 1 1 0 0,0-1-1 0 0,1 1 1 0 0,19-32 0 0 0,-27 54 234 0 0,-1-1 0 0 0,0 0 1 0 0,1 1-1 0 0,-1-1 0 0 0,1 0 1 0 0,-1 1-1 0 0,1-1 0 0 0,-1 1 1 0 0,1-1-1 0 0,-1 1 0 0 0,1-1 1 0 0,-1 1-1 0 0,1-1 0 0 0,0 1 1 0 0,-1-1-1 0 0,1 1 0 0 0,0 0 1 0 0,0 0-1 0 0,-1-1 0 0 0,1 1 1 0 0,0 0-1 0 0,0 0 0 0 0,-1 0 1 0 0,1-1-1 0 0,0 1 0 0 0,0 0 1 0 0,1 1-1 0 0,-1-1-5 0 0,0 1 1 0 0,1-1-1 0 0,-1 1 0 0 0,0 0 1 0 0,0 0-1 0 0,0 0 0 0 0,1 0 1 0 0,-1 0-1 0 0,0 0 0 0 0,0 0 1 0 0,-1 0-1 0 0,1 0 0 0 0,0 0 1 0 0,1 2-1 0 0,4 9 160 0 0,-1-1-1 0 0,9 24 1 0 0,-10-22-38 0 0,16 34 90 0 0,27 46-1 0 0,-37-76-943 0 0,0-1-1 0 0,2 0 0 0 0,-1-1 0 0 0,2 0 1 0 0,0-1-1 0 0,16 14 0 0 0,-21-22-342 0 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5.7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4609 0 0,'1'-1'210'0'0,"-1"-1"0"0"0,1 1 0 0 0,0 0-1 0 0,0 0 1 0 0,0 0 0 0 0,0 0 0 0 0,0 0 0 0 0,0 0 0 0 0,0 0-1 0 0,0 1 1 0 0,0-1 0 0 0,1 0 0 0 0,-1 1 0 0 0,0-1 0 0 0,0 0-1 0 0,1 1 1 0 0,-1 0 0 0 0,0-1 0 0 0,1 1 0 0 0,-1 0 0 0 0,1-1 0 0 0,-1 1-1 0 0,3 0 1 0 0,-1 1 127 0 0,0-1-1 0 0,0 1 1 0 0,-1 0-1 0 0,1 0 1 0 0,0 0-1 0 0,-1 0 1 0 0,1 1 0 0 0,-1-1-1 0 0,1 1 1 0 0,-1-1-1 0 0,3 3 1 0 0,2 2 278 0 0,0 0-1 0 0,-1 1 1 0 0,0-1 0 0 0,0 2 0 0 0,-1-1 0 0 0,8 12 0 0 0,-5-1-225 0 0,-1 0 0 0 0,-1 1-1 0 0,5 21 1 0 0,14 39-165 0 0,-14-150-2197 0 0,-7 51 1541 0 0,2 1-1 0 0,0-1 1 0 0,1 2 0 0 0,13-26-1 0 0,-16 37 561 0 0,0 0 0 0 0,0 0 0 0 0,0 1 0 0 0,1-1-1 0 0,0 1 1 0 0,0 0 0 0 0,1 0 0 0 0,-1 1 0 0 0,1 0 0 0 0,1 0-1 0 0,-1 0 1 0 0,1 1 0 0 0,0-1 0 0 0,7-2 0 0 0,-12 6 15 0 0,1 1 0 0 0,-1-1 0 0 0,0 1-1 0 0,1 0 1 0 0,-1-1 0 0 0,1 1 0 0 0,-1 0 0 0 0,1 1 0 0 0,-1-1 0 0 0,1 0 0 0 0,-1 1 0 0 0,1-1 0 0 0,-1 1 0 0 0,0 0 0 0 0,1 0 0 0 0,-1 0 0 0 0,0 0 0 0 0,1 0 0 0 0,-1 0-1 0 0,0 1 1 0 0,0-1 0 0 0,0 1 0 0 0,3 3 0 0 0,5 5-32 0 0,-1 0 0 0 0,0 1-1 0 0,10 14 1 0 0,0 1-514 0 0,26 27-1194 0 0,-28-34 497 0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68 631 3225 0 0,'4'-16'738'0'0,"0"-1"0"0"0,2 1 0 0 0,9-19 0 0 0,-7 15 400 0 0,0 0-1 0 0,5-21 0 0 0,-12 35-799 0 0,0 0 1 0 0,0 1-1 0 0,0-1 0 0 0,-1 0 0 0 0,0 0 0 0 0,0 1 1 0 0,0-1-1 0 0,-1 0 0 0 0,0 0 0 0 0,0 1 0 0 0,0-1 0 0 0,-3-6 1 0 0,3 10-232 0 0,1 0 1 0 0,-1-1 0 0 0,0 1 0 0 0,0 0-1 0 0,0 0 1 0 0,-1 0 0 0 0,1 0 0 0 0,0 0-1 0 0,-1 0 1 0 0,0 0 0 0 0,1 0-1 0 0,-1 1 1 0 0,0-1 0 0 0,0 1 0 0 0,0-1-1 0 0,0 1 1 0 0,0 0 0 0 0,0-1 0 0 0,0 1-1 0 0,0 0 1 0 0,-1 1 0 0 0,1-1 0 0 0,0 0-1 0 0,-1 0 1 0 0,1 1 0 0 0,0 0 0 0 0,-1-1-1 0 0,1 1 1 0 0,-1 0 0 0 0,1 0-1 0 0,0 0 1 0 0,-1 1 0 0 0,1-1 0 0 0,-1 1-1 0 0,1-1 1 0 0,0 1 0 0 0,-1 0 0 0 0,1-1-1 0 0,0 1 1 0 0,0 0 0 0 0,0 1 0 0 0,0-1-1 0 0,0 0 1 0 0,0 1 0 0 0,0-1 0 0 0,0 1-1 0 0,0-1 1 0 0,0 1 0 0 0,1 0 0 0 0,-1 0-1 0 0,1 0 1 0 0,0 0 0 0 0,-1 0-1 0 0,1 0 1 0 0,-1 4 0 0 0,-1 0-86 0 0,0 0 0 0 0,1 1 0 0 0,0 0 0 0 0,0 0 0 0 0,0-1 0 0 0,1 1 0 0 0,0 0 0 0 0,1 0 0 0 0,-1 0 0 0 0,1 0-1 0 0,1 0 1 0 0,-1 0 0 0 0,1 0 0 0 0,0 0 0 0 0,1 0 0 0 0,0 0 0 0 0,0 0 0 0 0,0-1 0 0 0,5 8 0 0 0,-5-10-56 0 0,0 0 0 0 0,0 0 0 0 0,0 0 0 0 0,1-1 0 0 0,0 0 0 0 0,0 1 1 0 0,0-1-1 0 0,0 0 0 0 0,0 0 0 0 0,0 0 0 0 0,1-1 0 0 0,-1 1 0 0 0,1-1 0 0 0,0 0 0 0 0,0 0 0 0 0,0 0 0 0 0,0-1 0 0 0,0 1 0 0 0,0-1 0 0 0,0 0 0 0 0,1 0 0 0 0,-1 0 1 0 0,0-1-1 0 0,1 0 0 0 0,-1 1 0 0 0,1-1 0 0 0,-1-1 0 0 0,0 1 0 0 0,1-1 0 0 0,-1 0 0 0 0,8-2 0 0 0,-3-1-198 0 0,0 1-1 0 0,0-2 0 0 0,-1 1 1 0 0,1-1-1 0 0,-1-1 1 0 0,0 1-1 0 0,-1-1 1 0 0,1-1-1 0 0,-1 1 1 0 0,-1-1-1 0 0,10-12 1 0 0,-4 4-83 0 0,-1-1 0 0 0,-1 0 0 0 0,0-1 0 0 0,13-33 0 0 0,-17 32 245 0 0,-1 0-1 0 0,-1 0 1 0 0,0-1-1 0 0,-1 0 1 0 0,-1 1-1 0 0,-1-1 1 0 0,-3-35-1 0 0,0 26 650 0 0,-2 0 0 0 0,-1 1 0 0 0,-1-1 0 0 0,-16-42 0 0 0,22 69-453 0 0,0 0 0 0 0,0 0 0 0 0,-1 0 0 0 0,1 0 0 0 0,0 0 0 0 0,0 0 0 0 0,-1 0 0 0 0,1 0 0 0 0,-1 0 0 0 0,1 0-1 0 0,-1 0 1 0 0,1 0 0 0 0,-1 1 0 0 0,0-1 0 0 0,1 0 0 0 0,-1 0 0 0 0,0 1 0 0 0,1-1 0 0 0,-1 0 0 0 0,0 1 0 0 0,0-1 0 0 0,0 1 0 0 0,0-1-1 0 0,-1 0 1 0 0,1 2-37 0 0,0 0-1 0 0,1 0 0 0 0,-1-1 0 0 0,0 1 1 0 0,1 0-1 0 0,-1 0 0 0 0,1 0 0 0 0,-1 0 1 0 0,1 0-1 0 0,-1 0 0 0 0,1 0 0 0 0,-1 0 1 0 0,1 1-1 0 0,0-1 0 0 0,0 0 0 0 0,0 0 1 0 0,-1 1-1 0 0,-4 59 538 0 0,6-28-537 0 0,1 1 0 0 0,1-1 0 0 0,2-1 1 0 0,2 1-1 0 0,0-1 0 0 0,2 0 0 0 0,2-1 0 0 0,25 53 1 0 0,13 10-1539 0 0,85 120 0 0 0,-77-127-2332 0 0,-38-57 1711 0 0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5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54 10594 0 0,'21'-8'3356'0'0,"0"-2"-2923"0"0,0 1 0 0 0,1 1 0 0 0,43-9 0 0 0,-58 16-776 0 0,0 1 0 0 0,0 0 0 0 0,0 0 0 0 0,0 0 0 0 0,0 1 0 0 0,0 0 0 0 0,-1 0 0 0 0,1 1 0 0 0,0 0 0 0 0,-1 0 0 0 0,1 1 0 0 0,-1-1 0 0 0,0 1 0 0 0,0 1 0 0 0,11 6 0 0 0,-8-2 343 0 0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6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48 7834 0 0,'-12'4'3640'0'0,"16"-7"-2631"0"0,4 0-257 0 0,15-6-464 0 0,-9 3 0 0 0,4 1-1776 0 0,3-2-361 0 0,4 0-71 0 0,1-4-9 0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0,'2'20'3575'0'0,"35"151"1955"0"0,-23-97-5156 0 0,3-1-1 0 0,3-1 1 0 0,44 104-1 0 0,-45-137-523 0 0,1 3-864 0 0,-7-14-4683 0 0,-6-8-1266 0 0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5985 0 0,'7'-6'272'0'0,"1"0"0"0"0,-1 1 0 0 0,1 0-1 0 0,0 0 1 0 0,0 1 0 0 0,1 0-1 0 0,-1 0 1 0 0,1 1 0 0 0,0 0 0 0 0,-1 1-1 0 0,1 0 1 0 0,19-2 0 0 0,5 1 927 0 0,1 2 0 0 0,38 3 0 0 0,-66-1-983 0 0,21 0 826 0 0,45 8 0 0 0,-66-8-856 0 0,-1 1-1 0 0,1-1 1 0 0,0 1-1 0 0,0 0 1 0 0,0 0-1 0 0,-1 1 1 0 0,0-1-1 0 0,1 1 1 0 0,-1 1-1 0 0,0-1 0 0 0,0 1 1 0 0,-1 0-1 0 0,8 7 1 0 0,-11-10-118 0 0,0 1 1 0 0,-1-1-1 0 0,1 1 1 0 0,-1-1-1 0 0,1 1 1 0 0,-1-1-1 0 0,0 1 1 0 0,1 0-1 0 0,-1-1 1 0 0,0 1-1 0 0,0 0 1 0 0,0-1-1 0 0,0 1 1 0 0,0 0-1 0 0,-1-1 1 0 0,1 1-1 0 0,0-1 1 0 0,-1 1-1 0 0,1 0 1 0 0,-1-1-1 0 0,0 1 1 0 0,1-1-1 0 0,-1 1 1 0 0,0-1-1 0 0,0 0 1 0 0,0 1-1 0 0,0-1 1 0 0,0 0-1 0 0,0 0 1 0 0,0 0-1 0 0,-1 1 1 0 0,1-1-1 0 0,-2 1 1 0 0,-7 6 300 0 0,0 1 1 0 0,-22 12-1 0 0,28-18-264 0 0,-52 27-972 0 0,29-16-4581 0 0,7-3-1101 0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7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 9674 0 0,'-13'-12'10745'0'0,"17"15"-10300"0"0,0 1-356 0 0,0 0 0 0 0,-1 0 0 0 0,0 0-1 0 0,0 1 1 0 0,0-1 0 0 0,-1 1 0 0 0,1-1-1 0 0,-1 1 1 0 0,0 0 0 0 0,0 0-1 0 0,-1 0 1 0 0,0 0 0 0 0,0 1 0 0 0,1 7-1 0 0,10 107 628 0 0,-9-71-715 0 0,2-1 0 0 0,2 0 0 0 0,3-1 0 0 0,25 78 0 0 0,-19-78-3158 0 0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62 197 4809 0 0,'-16'-9'221'0'0,"-13"-8"433"0"0,12 3 2655 0 0,34 32-1745 0 0,1-1 1 0 0,1-1 0 0 0,0-1 0 0 0,1 0 0 0 0,40 21-1 0 0,-52-32-1473 0 0,0-1 0 0 0,0 0 0 0 0,0 0 0 0 0,1 0 0 0 0,-1-1 0 0 0,1-1-1 0 0,0 0 1 0 0,-1 0 0 0 0,1 0 0 0 0,0-1 0 0 0,0 0 0 0 0,0-1 0 0 0,-1 0 0 0 0,1 0-1 0 0,0-1 1 0 0,-1 0 0 0 0,1-1 0 0 0,-1 0 0 0 0,0 0 0 0 0,8-5 0 0 0,-5 2-68 0 0,0-1 0 0 0,-1 0 0 0 0,0 0 0 0 0,0-1 0 0 0,-1-1 0 0 0,0 1 0 0 0,0-2 0 0 0,-1 1 0 0 0,9-15 0 0 0,4-9 391 0 0,26-58 1 0 0,-28 51 289 0 0,-18 40-671 0 0,-1-1-1 0 0,0 0 1 0 0,1 0 0 0 0,-1 1 0 0 0,0-1 0 0 0,1 0 0 0 0,-1 1 0 0 0,1-1-1 0 0,-1 1 1 0 0,1-1 0 0 0,-1 1 0 0 0,1-1 0 0 0,-1 1 0 0 0,1-1 0 0 0,0 1-1 0 0,-1-1 1 0 0,1 1 0 0 0,0 0 0 0 0,-1-1 0 0 0,1 1 0 0 0,0 0 0 0 0,-1 0-1 0 0,1-1 1 0 0,0 1 0 0 0,0 0 0 0 0,-1 0 0 0 0,2 0 0 0 0,0 0-6 0 0,-1 1 0 0 0,1-1 0 0 0,-1 1 0 0 0,1-1 0 0 0,-1 1 0 0 0,1 0 0 0 0,-1 0 1 0 0,0 0-1 0 0,0 0 0 0 0,1 0 0 0 0,-1 0 0 0 0,2 2 0 0 0,5 6-14 0 0,-1 1 0 0 0,13 20 0 0 0,-14-20 63 0 0,4 5-169 0 0,98 143 349 0 0,-25-60-4263 0 0,-67-80-3138 0 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21 7834 0 0,'-2'0'323'0'0,"1"1"1"0"0,-1-1 0 0 0,0 1 0 0 0,1 0-1 0 0,-1 0 1 0 0,0-1 0 0 0,1 1-1 0 0,-1 0 1 0 0,1 0 0 0 0,-1 0 0 0 0,1 1-1 0 0,0-1 1 0 0,0 0 0 0 0,-1 1-1 0 0,1-1 1 0 0,0 0 0 0 0,0 1 0 0 0,0-1-1 0 0,0 1 1 0 0,0 0 0 0 0,1-1-1 0 0,-1 1 1 0 0,0 2 0 0 0,-13 39 2222 0 0,11-31-2237 0 0,1 1-1 0 0,0-1 1 0 0,1 1-1 0 0,0-1 1 0 0,1 1-1 0 0,1 0 1 0 0,0-1-1 0 0,0 1 1 0 0,1-1-1 0 0,1 1 1 0 0,0-1-1 0 0,1 0 1 0 0,10 23-1 0 0,-9-26-285 0 0,0-1 0 0 0,0 1 0 0 0,1-1 0 0 0,1 0 0 0 0,-1 0 0 0 0,1-1 0 0 0,0 0 0 0 0,1 0 0 0 0,0-1 0 0 0,0 0 0 0 0,0 0 0 0 0,1-1 0 0 0,0 0 0 0 0,0 0 0 0 0,0-1 0 0 0,0 0 0 0 0,19 4 0 0 0,-14-5-20 0 0,-1 0-1 0 0,1-1 1 0 0,-1-1 0 0 0,1 0-1 0 0,-1-1 1 0 0,1-1-1 0 0,0 0 1 0 0,14-3 0 0 0,-22 3-11 0 0,0-1 0 0 0,1 1 1 0 0,-1-1-1 0 0,0 0 0 0 0,-1-1 0 0 0,1 1 1 0 0,0-1-1 0 0,-1 0 0 0 0,1 0 1 0 0,-1-1-1 0 0,0 0 0 0 0,0 0 1 0 0,-1 0-1 0 0,1 0 0 0 0,-1-1 0 0 0,0 0 1 0 0,0 0-1 0 0,0 0 0 0 0,4-9 1 0 0,-5 6-2 0 0,-1 1 1 0 0,0-1 0 0 0,-1 1-1 0 0,0-1 1 0 0,0 0 0 0 0,-1 1-1 0 0,1-1 1 0 0,-2 0 0 0 0,1 0 0 0 0,-1 1-1 0 0,0-1 1 0 0,-1 0 0 0 0,-3-10-1 0 0,-3-6-31 0 0,-1-1 0 0 0,-20-38 0 0 0,22 49 61 0 0,-1 0 0 0 0,-17-23 0 0 0,-2 11-1397 0 0,23 23 366 0 0,0 1 0 0 0,0-1 0 0 0,0 1 0 0 0,0 0 0 0 0,-10-3 0 0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6:48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37 456 0 0,'21'-31'12151'0'0,"-15"25"-10262"0"0,-23 23 3041 0 0,-19 42-3545 0 0,33-54-1332 0 0,0 0 0 0 0,1 1 0 0 0,-1 0 0 0 0,1 0 0 0 0,0-1 0 0 0,1 1 0 0 0,0 0 0 0 0,-1 0 0 0 0,2 1 0 0 0,-1-1 0 0 0,1 0 0 0 0,0 0 0 0 0,0 0 0 0 0,1 0 0 0 0,0 0 0 0 0,0 0 1 0 0,0 0-1 0 0,1 0 0 0 0,0 0 0 0 0,0 0 0 0 0,0 0 0 0 0,1-1 0 0 0,0 1 0 0 0,0-1 0 0 0,8 10 0 0 0,6 6-46 0 0,2 0-1 0 0,0-2 1 0 0,2 0 0 0 0,34 25 0 0 0,-8-6 235 0 0,-44-36-242 0 0,-1 0 0 0 0,1 0 0 0 0,-1 0 1 0 0,0 0-1 0 0,0 1 0 0 0,0-1 0 0 0,0 1 0 0 0,0-1 0 0 0,0 1 0 0 0,-1 0 0 0 0,1 0 0 0 0,-1 0 1 0 0,0 0-1 0 0,2 6 0 0 0,-3-7 5 0 0,0 0 0 0 0,-1 0 1 0 0,1 1-1 0 0,0-1 0 0 0,-1 0 1 0 0,0 0-1 0 0,1 0 0 0 0,-1 0 1 0 0,0 0-1 0 0,0 0 0 0 0,0 0 1 0 0,0 0-1 0 0,-1 0 0 0 0,1-1 1 0 0,0 1-1 0 0,-1 0 0 0 0,1-1 1 0 0,-1 1-1 0 0,0-1 0 0 0,0 1 1 0 0,1-1-1 0 0,-4 2 0 0 0,-11 6-20 0 0,0 0 0 0 0,0-2-1 0 0,-1 0 1 0 0,0 0 0 0 0,0-2-1 0 0,-1 0 1 0 0,0-1 0 0 0,-30 3 0 0 0,24-3-1041 0 0,1 1-6626 0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 4513 0 0,'-3'3'518'0'0,"0"1"1"0"0,-1-1-1 0 0,0 0 1 0 0,1 0-1 0 0,-1 0 0 0 0,0 0 1 0 0,0 0-1 0 0,-1-1 1 0 0,1 0-1 0 0,-1 0 0 0 0,1 0 1 0 0,-1-1-1 0 0,-5 2 1613 0 0,13-2-1966 0 0,-1 0 0 0 0,1 1 0 0 0,-1-1 0 0 0,1 0 0 0 0,-1-1 0 0 0,1 1 0 0 0,0 0 0 0 0,-1-1 0 0 0,1 1 0 0 0,0-1 0 0 0,3 0 0 0 0,11 0-45 0 0,-1 0 0 0 0,0-2 0 0 0,1 1-1 0 0,21-7 1 0 0,15-1-388 0 0,2 4-2971 0 0,-38 3-1390 0 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1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0,'7'-1'8420'0'0,"12"3"-8185"0"0,-1 0 0 0 0,0 1-1 0 0,1 1 1 0 0,-1 1 0 0 0,32 12-1 0 0,-16-3-1966 0 0,-13-9 837 0 0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7:02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1376 0 0,'28'6'8367'0'0,"-19"-3"-7837"0"0,0 0-1 0 0,0-1 1 0 0,1-1-1 0 0,-1 1 1 0 0,17-1-1 0 0,89-16-568 0 0,-96 15-4600 0 0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5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43 178 1840 0 0,'-29'-21'2787'0'0,"28"20"-2576"0"0,0 0 0 0 0,0 0 0 0 0,0 0 0 0 0,0 0-1 0 0,0 0 1 0 0,0-1 0 0 0,0 1 0 0 0,0 0-1 0 0,1 0 1 0 0,-1-1 0 0 0,0 1 0 0 0,1-1 0 0 0,-1 1-1 0 0,1-1 1 0 0,-1 1 0 0 0,1 0 0 0 0,0-1-1 0 0,0 1 1 0 0,0-1 0 0 0,0 1 0 0 0,0-1 0 0 0,0-1-1 0 0,1 2-95 0 0,-1 1 0 0 0,1 0 0 0 0,0 0 1 0 0,-1 0-1 0 0,1-1 0 0 0,0 1 0 0 0,-1 0 0 0 0,1 0 0 0 0,0 0 0 0 0,-1 0 0 0 0,1 0 0 0 0,0 0 0 0 0,-1 0 0 0 0,1 0 0 0 0,0 1 0 0 0,-1-1 0 0 0,1 0 0 0 0,0 0 0 0 0,-1 0 0 0 0,1 1 0 0 0,0-1 0 0 0,-1 0 0 0 0,1 1 0 0 0,-1-1 0 0 0,1 1 0 0 0,-1-1 0 0 0,1 1 0 0 0,19 11 903 0 0,-19-12-970 0 0,20 17 779 0 0,0 0-1 0 0,-1 2 1 0 0,19 21 0 0 0,-5-4-262 0 0,22 22 92 0 0,49 69 0 0 0,-103-125-631 0 0,0 1 1 0 0,-1-1-1 0 0,1 0 0 0 0,0 0 1 0 0,1 0-1 0 0,-1 0 0 0 0,0-1 1 0 0,0 1-1 0 0,1 0 0 0 0,-1-1 1 0 0,5 2-1 0 0,-7-3-21 0 0,0 0 0 0 0,1 0 0 0 0,-1 0 0 0 0,0 0 0 0 0,0 0 0 0 0,1 0 0 0 0,-1 1 0 0 0,0-2 0 0 0,0 1 0 0 0,1 0 0 0 0,-1 0 0 0 0,0 0 0 0 0,1 0 0 0 0,-1 0 0 0 0,0 0 0 0 0,0 0 0 0 0,1 0 1 0 0,-1 0-1 0 0,0 0 0 0 0,0-1 0 0 0,1 1 0 0 0,-1 0 0 0 0,0 0 0 0 0,0 0 0 0 0,0 0 0 0 0,1-1 0 0 0,-1 1 0 0 0,0 0 0 0 0,0 0 0 0 0,0-1 0 0 0,1 1 0 0 0,-1 0 0 0 0,0 0 0 0 0,0-1 0 0 0,0 1 0 0 0,0 0 0 0 0,-2-22 77 0 0,-14-26-118 0 0,-28-59-1 0 0,30 77 30 0 0,1-1 0 0 0,1 0 0 0 0,2 0 0 0 0,1-1 0 0 0,-8-54 0 0 0,16 84 41 0 0,1 1-1 0 0,-1-1 0 0 0,1 0 0 0 0,0 0 0 0 0,0 0 1 0 0,0 0-1 0 0,0 0 0 0 0,0 0 0 0 0,0 1 0 0 0,1-1 0 0 0,-1 0 1 0 0,0 0-1 0 0,1 0 0 0 0,0 0 0 0 0,-1 1 0 0 0,1-1 1 0 0,0 0-1 0 0,0 1 0 0 0,0-1 0 0 0,0 0 0 0 0,0 1 1 0 0,0 0-1 0 0,1-1 0 0 0,-1 1 0 0 0,0 0 0 0 0,1-1 0 0 0,-1 1 1 0 0,1 0-1 0 0,-1 0 0 0 0,1 0 0 0 0,0 0 0 0 0,-1 0 1 0 0,1 1-1 0 0,0-1 0 0 0,0 0 0 0 0,0 1 0 0 0,-1 0 0 0 0,1-1 1 0 0,0 1-1 0 0,0 0 0 0 0,0 0 0 0 0,0 0 0 0 0,0 0 1 0 0,0 0-1 0 0,2 1 0 0 0,4 0 58 0 0,0 0 0 0 0,0 1 1 0 0,0 0-1 0 0,0 1 0 0 0,-1 0 1 0 0,1 0-1 0 0,-1 0 0 0 0,0 1 0 0 0,9 6 1 0 0,1 4 1 0 0,-2 0 1 0 0,0 1 0 0 0,0 1-1 0 0,14 21 1 0 0,-18-22-205 0 0,2 0 1 0 0,0 0-1 0 0,0-1 0 0 0,1-1 0 0 0,18 14 1 0 0,-28-25-564 0 0,1 1 1 0 0,-1 0 0 0 0,1-1-1 0 0,-1 0 1 0 0,1 0 0 0 0,8 2 0 0 0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0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81 409 4145 0 0,'0'2'134'0'0,"0"-1"-1"0"0,1 1 1 0 0,-1-1 0 0 0,1 1-1 0 0,-1-1 1 0 0,1 1 0 0 0,-1-1-1 0 0,1 1 1 0 0,0-1 0 0 0,0 0-1 0 0,0 1 1 0 0,0-1 0 0 0,0 0-1 0 0,0 0 1 0 0,0 0 0 0 0,0 1-1 0 0,0-1 1 0 0,0 0 0 0 0,1-1-1 0 0,-1 1 1 0 0,0 0 0 0 0,1 0-1 0 0,-1 0 1 0 0,1-1 0 0 0,-1 1-1 0 0,0-1 1 0 0,3 1 0 0 0,-3-1-14 0 0,0 0 0 0 0,1-1 0 0 0,-1 1 0 0 0,1 0 0 0 0,-1-1 0 0 0,1 1 0 0 0,-1-1 0 0 0,0 0 0 0 0,0 1 0 0 0,1-1 0 0 0,-1 0 0 0 0,0 0 0 0 0,0 0 0 0 0,0 0 0 0 0,0 0 0 0 0,0 0 1 0 0,0 0-1 0 0,0 0 0 0 0,0 0 0 0 0,0 0 0 0 0,0 0 0 0 0,0-1 0 0 0,-1 1 0 0 0,1 0 0 0 0,-1-1 0 0 0,1 1 0 0 0,-1 0 0 0 0,1-3 0 0 0,3-11 200 0 0,-1-1 0 0 0,0 1-1 0 0,-1 0 1 0 0,-1-1 0 0 0,0 1 0 0 0,-1-1-1 0 0,-1 1 1 0 0,0-1 0 0 0,-1 1 0 0 0,-8-29-1 0 0,1 15 36 0 0,-1 0 0 0 0,-1 0-1 0 0,-1 1 1 0 0,-26-41 0 0 0,37 67-324 0 0,-1-1 1 0 0,0 0-1 0 0,0 1 1 0 0,0 0 0 0 0,0-1-1 0 0,-1 1 1 0 0,1 0 0 0 0,-1 0-1 0 0,1 1 1 0 0,-1-1-1 0 0,0 0 1 0 0,-3-1 0 0 0,5 3-18 0 0,1 0 0 0 0,-1-1 0 0 0,0 1 0 0 0,0 0 0 0 0,1 0 0 0 0,-1 0 0 0 0,0 0 0 0 0,0 0 0 0 0,0 0 0 0 0,1 0 0 0 0,-1 0 0 0 0,0 0 0 0 0,0 0 0 0 0,1 0 0 0 0,-1 0 0 0 0,0 1 0 0 0,0-1 0 0 0,1 0 0 0 0,-1 1 0 0 0,-1 0 0 0 0,1 0-2 0 0,0 0 0 0 0,0 0 1 0 0,0 0-1 0 0,1 0 0 0 0,-1 0 0 0 0,0 0 0 0 0,1 0 0 0 0,-1 0 0 0 0,0 1 1 0 0,1-1-1 0 0,0 0 0 0 0,-1 0 0 0 0,1 1 0 0 0,0-1 0 0 0,-1 0 1 0 0,1 3-1 0 0,0 4-54 0 0,0 0 1 0 0,1 0-1 0 0,-1 0 1 0 0,2-1-1 0 0,-1 1 1 0 0,1 0-1 0 0,0-1 1 0 0,1 1-1 0 0,4 9 1 0 0,3 5-385 0 0,23 36 1 0 0,-24-45-31 0 0,0 0 1 0 0,1-1-1 0 0,0 0 0 0 0,1-1 1 0 0,0 0-1 0 0,1-1 0 0 0,0 0 1 0 0,1-1-1 0 0,20 12 0 0 0,-5-8-3947 0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0 3225 0 0,'-3'1'278'0'0,"0"-1"1"0"0,0 1-1 0 0,0 0 1 0 0,0 0-1 0 0,0 0 1 0 0,0 1-1 0 0,0-1 1 0 0,0 1-1 0 0,0-1 1 0 0,1 1-1 0 0,-1 0 1 0 0,0 0-1 0 0,1 0 1 0 0,0 0-1 0 0,0 1 1 0 0,-1-1-1 0 0,1 1 1 0 0,1-1-1 0 0,-1 1 1 0 0,0 0-1 0 0,1 0 1 0 0,-1-1-1 0 0,1 1 1 0 0,-1 4 0 0 0,-5 9 407 0 0,1 0 1 0 0,0 0-1 0 0,2 1 1 0 0,0-1-1 0 0,1 1 1 0 0,0 0-1 0 0,0 28 1 0 0,3-29-506 0 0,1 0-1 0 0,0 0 1 0 0,1 0 0 0 0,0 0 0 0 0,1-1 0 0 0,1 1 0 0 0,1-1 0 0 0,8 21 0 0 0,-11-33-200 0 0,-1-1 1 0 0,1 1 0 0 0,-1-1-1 0 0,1 1 1 0 0,0-1 0 0 0,0 1-1 0 0,0-1 1 0 0,0 0 0 0 0,0 0-1 0 0,1 0 1 0 0,-1 0 0 0 0,1 0-1 0 0,-1 0 1 0 0,1-1 0 0 0,-1 1-1 0 0,1-1 1 0 0,0 0 0 0 0,0 0-1 0 0,3 1 1 0 0,-4-2-58 0 0,0 0 0 0 0,0 0 0 0 0,0 0 1 0 0,-1 0-1 0 0,1 0 0 0 0,0 0 0 0 0,0-1 0 0 0,0 1 1 0 0,-1-1-1 0 0,1 1 0 0 0,0-1 0 0 0,0 0 0 0 0,-1 1 1 0 0,1-1-1 0 0,-1 0 0 0 0,1 0 0 0 0,-1 0 0 0 0,1 0 0 0 0,-1-1 1 0 0,1 1-1 0 0,-1 0 0 0 0,0-1 0 0 0,0 1 0 0 0,0-1 1 0 0,0 1-1 0 0,0-1 0 0 0,0 1 0 0 0,0-1 0 0 0,0 0 1 0 0,0 1-1 0 0,-1-1 0 0 0,1-3 0 0 0,3-6-268 0 0,-1 0 1 0 0,0 0-1 0 0,-1 0 0 0 0,0-1 1 0 0,-1 1-1 0 0,-1-1 0 0 0,0-11 0 0 0,-2-9 851 0 0,-9-37 0 0 0,6 40 466 0 0,1 0 0 0 0,-1-30 0 0 0,5 57-896 0 0,0 1-1 0 0,0-1 1 0 0,0 1 0 0 0,0-1-1 0 0,0 0 1 0 0,0 1 0 0 0,0-1 0 0 0,1 1-1 0 0,-1-1 1 0 0,0 1 0 0 0,1 0-1 0 0,-1-1 1 0 0,1 1 0 0 0,0-1-1 0 0,-1 1 1 0 0,1 0 0 0 0,0-1 0 0 0,1-1-1 0 0,-1 3-22 0 0,0 0 0 0 0,-1 0 0 0 0,1 0 0 0 0,0 0 0 0 0,0-1 0 0 0,-1 1 0 0 0,1 0 0 0 0,0 0 1 0 0,-1 0-1 0 0,1 1 0 0 0,0-1 0 0 0,0 0 0 0 0,-1 0 0 0 0,1 0 0 0 0,0 0 0 0 0,-1 1 0 0 0,1-1 0 0 0,0 0 0 0 0,-1 1 0 0 0,1-1 0 0 0,0 0 0 0 0,-1 1 0 0 0,1-1 0 0 0,-1 1 0 0 0,2 0 0 0 0,3 4 217 0 0,1 1 0 0 0,-1-1-1 0 0,-1 1 1 0 0,1 0 0 0 0,6 13-1 0 0,4 10 114 0 0,-2 1 1 0 0,-2 1-1 0 0,0 0 0 0 0,6 34 0 0 0,-6-5-507 0 0,6 77-1 0 0,-12-47-1982 0 0,-4-30-3138 0 0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1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165 0 10594 0 0,'-28'2'1229'0'0,"24"-2"-1120"0"0,-1-1-1 0 0,1 2 0 0 0,-1-1 1 0 0,1 0-1 0 0,0 1 0 0 0,-1 0 0 0 0,1 0 1 0 0,0 0-1 0 0,-1 1 0 0 0,1-1 1 0 0,-7 5-1 0 0,5-1 161 0 0,0 0-1 0 0,0 0 1 0 0,0 0 0 0 0,1 1 0 0 0,0 0 0 0 0,0 0-1 0 0,1 0 1 0 0,0 0 0 0 0,0 1 0 0 0,0 0 0 0 0,1 0-1 0 0,0 0 1 0 0,0 0 0 0 0,0 0 0 0 0,1 1-1 0 0,-2 14 1 0 0,2-12-170 0 0,1 0-1 0 0,0 0 1 0 0,1 0-1 0 0,0 0 1 0 0,0 1 0 0 0,1-1-1 0 0,1 0 1 0 0,-1 0-1 0 0,2 0 1 0 0,-1 0-1 0 0,1-1 1 0 0,7 14-1 0 0,-10-21-133 0 0,1 0-1 0 0,0 0 0 0 0,0 0 0 0 0,0-1 0 0 0,0 1 0 0 0,0 0 0 0 0,0-1 1 0 0,0 1-1 0 0,1-1 0 0 0,-1 0 0 0 0,1 1 0 0 0,-1-1 0 0 0,1 0 0 0 0,-1 0 1 0 0,1 0-1 0 0,0 0 0 0 0,-1 0 0 0 0,1 0 0 0 0,0 0 0 0 0,0 0 0 0 0,0-1 1 0 0,-1 1-1 0 0,1-1 0 0 0,0 0 0 0 0,0 1 0 0 0,0-1 0 0 0,0 0 0 0 0,0 0 1 0 0,0 0-1 0 0,0 0 0 0 0,0-1 0 0 0,0 1 0 0 0,0 0 0 0 0,0-1 0 0 0,0 1 0 0 0,-1-1 1 0 0,1 0-1 0 0,0 0 0 0 0,0 0 0 0 0,-1 0 0 0 0,1 0 0 0 0,0 0 0 0 0,2-2 1 0 0,2-2-342 0 0,0 0 1 0 0,0-1-1 0 0,0 0 1 0 0,-1 0-1 0 0,0 0 1 0 0,0 0-1 0 0,0-1 1 0 0,-1 1-1 0 0,5-13 1 0 0,-3 5 304 0 0,-1-1 1 0 0,-1 1-1 0 0,0-1 1 0 0,-1-1-1 0 0,0 1 0 0 0,-2 0 1 0 0,1-1-1 0 0,-3-27 1 0 0,16 66 4217 0 0,6 23-3364 0 0,-14-26-378 0 0,2-1 0 0 0,16 29 0 0 0,-23-45-561 0 0,1 1-1 0 0,-1 0 0 0 0,1 0 0 0 0,-1-1 0 0 0,1 0 1 0 0,0 1-1 0 0,0-1 0 0 0,1 0 0 0 0,-1-1 0 0 0,1 1 1 0 0,-1 0-1 0 0,1-1 0 0 0,0 0 0 0 0,0 0 0 0 0,0 0 1 0 0,0-1-1 0 0,0 1 0 0 0,0-1 0 0 0,7 2 0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0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14 9674 0 0,'-13'-13'1333'0'0,"10"21"1212"0"0,11 30 478 0 0,-8-36-3136 0 0,53 171 4303 0 0,-29-107-3458 0 0,62 116 1 0 0,-69-154-959 0 0,1 0 0 0 0,1-1 0 0 0,1-1 0 0 0,1-1-1 0 0,29 26 1 0 0,-25-29-1130 0 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1 111 5065 0 0,'0'-2'108'0'0,"0"1"-1"0"0,0 0 1 0 0,0 0-1 0 0,0 0 1 0 0,0 0 0 0 0,0 0-1 0 0,1 0 1 0 0,-1 0-1 0 0,1 0 1 0 0,-1 0 0 0 0,1 0-1 0 0,-1 0 1 0 0,1 0-1 0 0,-1 0 1 0 0,1 0 0 0 0,0 1-1 0 0,-1-1 1 0 0,1 0-1 0 0,1-1 1 0 0,16-18 862 0 0,-10 14-733 0 0,-1 0 0 0 0,1 0 0 0 0,0 0 0 0 0,1 1 0 0 0,-1 0 0 0 0,1 1 0 0 0,0 0 0 0 0,0 0 0 0 0,13-3 0 0 0,51-7-1661 0 0,-57 11-1916 0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4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53 2240 0 0,'13'-16'1364'0'0,"-9"11"-398"0"0,-1 1 0 0 0,0 0 0 0 0,1 0 0 0 0,0 0 0 0 0,0 0 0 0 0,6-4 0 0 0,-9 7-836 0 0,0 1 1 0 0,0 0-1 0 0,0-1 0 0 0,0 1 1 0 0,0-1-1 0 0,0 1 0 0 0,0 0 1 0 0,0 0-1 0 0,0 0 0 0 0,1-1 0 0 0,-1 1 1 0 0,0 0-1 0 0,0 1 0 0 0,0-1 1 0 0,0 0-1 0 0,0 0 0 0 0,0 0 1 0 0,0 1-1 0 0,0-1 0 0 0,1 0 0 0 0,-1 1 1 0 0,0-1-1 0 0,0 1 0 0 0,0-1 1 0 0,-1 1-1 0 0,1 0 0 0 0,0-1 1 0 0,0 1-1 0 0,0 0 0 0 0,0 0 0 0 0,-1-1 1 0 0,1 1-1 0 0,0 0 0 0 0,0 0 1 0 0,-1 0-1 0 0,2 2 0 0 0,5 8 866 0 0,0 1 1 0 0,-1-1-1 0 0,0 2 0 0 0,7 19 0 0 0,5 24-1522 0 0,-1-3-5560 0 0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6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7834 0 0,'18'-33'6314'0'0,"-17"33"-6226"0"0,0 0-1 0 0,-1 0 0 0 0,1 0 1 0 0,0 0-1 0 0,0 0 0 0 0,-1 0 0 0 0,1 0 1 0 0,0 0-1 0 0,0 0 0 0 0,-1 0 1 0 0,1 1-1 0 0,0-1 0 0 0,0 0 1 0 0,-1 0-1 0 0,1 1 0 0 0,0-1 0 0 0,-1 0 1 0 0,1 1-1 0 0,0-1 0 0 0,-1 1 1 0 0,1-1-1 0 0,-1 1 0 0 0,1-1 0 0 0,-1 1 1 0 0,1-1-1 0 0,-1 1 0 0 0,1 0 1 0 0,0 0-1 0 0,15 23-201 0 0,-13-18-430 0 0,25 36-2333 0 0,-12-19 1374 0 0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2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0 198 10594 0 0,'9'7'951'0'0,"1"-1"-1"0"0,0 0 0 0 0,0 0 0 0 0,0-1 1 0 0,1 0-1 0 0,-1-1 0 0 0,1 0 1 0 0,17 3-1 0 0,-1 2 482 0 0,-17-5-1152 0 0,-1 0-1 0 0,0 0 0 0 0,12 9 1 0 0,19 9 54 0 0,-57-69 263 0 0,5 19-1012 0 0,2-2 0 0 0,0 0 1 0 0,3 0-1 0 0,0 0 1 0 0,-2-35-1 0 0,6 22-6890 0 0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22 311 2761 0 0,'5'5'121'0'0,"1"0"1"0"0,0 0-1 0 0,-1-1 1 0 0,2 1-1 0 0,-1-1 1 0 0,0-1-1 0 0,1 1 1 0 0,0-1-1 0 0,9 3 1 0 0,-14-5-27 0 0,0 0 1 0 0,0-1 0 0 0,1 1 0 0 0,-1 0 0 0 0,1-1 0 0 0,-1 0 0 0 0,0 1-1 0 0,1-1 1 0 0,-1 0 0 0 0,1 0 0 0 0,-1 0 0 0 0,1-1 0 0 0,-1 1 0 0 0,0-1-1 0 0,1 1 1 0 0,-1-1 0 0 0,0 0 0 0 0,1 0 0 0 0,-1 0 0 0 0,0 0-1 0 0,0 0 1 0 0,0 0 0 0 0,0-1 0 0 0,0 1 0 0 0,0-1 0 0 0,0 1 0 0 0,0-1-1 0 0,-1 0 1 0 0,1 1 0 0 0,0-1 0 0 0,1-4 0 0 0,-1 1 71 0 0,0-1 0 0 0,0 1 0 0 0,0-1-1 0 0,-1 1 1 0 0,0-1 0 0 0,-1 0 0 0 0,1 1 0 0 0,-1-1 0 0 0,0 0 0 0 0,0 1 0 0 0,-1-1 0 0 0,1 0 0 0 0,-1 1-1 0 0,-3-8 1 0 0,-2-10 155 0 0,-2 1 0 0 0,-10-23 0 0 0,18 43-302 0 0,-38-75 379 0 0,34 70-330 0 0,0-1 0 0 0,0 2 0 0 0,-1-1 0 0 0,0 0 0 0 0,-1 1 0 0 0,0 0 0 0 0,0 0 0 0 0,-7-5 0 0 0,12 10-3 0 0,0 0 0 0 0,0 1 0 0 0,0-1 0 0 0,0 0 0 0 0,0 1 0 0 0,1-1 0 0 0,-1 1 0 0 0,-1 0 0 0 0,1-1 1 0 0,0 1-1 0 0,0 0 0 0 0,0-1 0 0 0,0 1 0 0 0,0 0 0 0 0,0 0 0 0 0,0 0 0 0 0,0 0 0 0 0,0 0 0 0 0,0 0 0 0 0,0 0 0 0 0,-1 0 0 0 0,1 1 0 0 0,0-1 1 0 0,0 0-1 0 0,0 1 0 0 0,-2 0 0 0 0,2 0 117 0 0,0 0 0 0 0,0 1 1 0 0,-1-1-1 0 0,1 1 0 0 0,0-1 0 0 0,0 1 1 0 0,0-1-1 0 0,1 1 0 0 0,-1-1 1 0 0,0 1-1 0 0,1 0 0 0 0,-1 0 0 0 0,1-1 1 0 0,-1 4-1 0 0,0 0 159 0 0,0 0 1 0 0,0 1-1 0 0,1-1 0 0 0,0 0 1 0 0,0 0-1 0 0,1 1 0 0 0,-1-1 1 0 0,1 0-1 0 0,0 0 1 0 0,4 9-1 0 0,-3-10-281 0 0,0-1 0 0 0,1 1 0 0 0,0-1 0 0 0,0 0 0 0 0,0 0 1 0 0,0 0-1 0 0,0 0 0 0 0,0 0 0 0 0,1-1 0 0 0,-1 1 0 0 0,1-1 0 0 0,0 0 0 0 0,0 0 0 0 0,0-1 0 0 0,0 1 1 0 0,0-1-1 0 0,0 0 0 0 0,0 0 0 0 0,5 1 0 0 0,38 0-1106 0 0,-2-6-4197 0 0,-10-2-1110 0 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3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97 351 10138 0 0,'-12'11'2631'0'0,"37"-47"1205"0"0,-20 21-3831 0 0,-1-1 1 0 0,-1 0-1 0 0,0 0 1 0 0,-1-1-1 0 0,-1 1 0 0 0,0 0 1 0 0,-1-1-1 0 0,-1 1 1 0 0,-1 0-1 0 0,0-1 0 0 0,-1 1 1 0 0,0 0-1 0 0,-2 1 1 0 0,0-1-1 0 0,-1 1 0 0 0,-13-27 1 0 0,18 40-49 0 0,0 0 0 0 0,0 0 0 0 0,-1 0-1 0 0,1 0 1 0 0,0 1 0 0 0,-1-1 0 0 0,1 0 0 0 0,-1 1 0 0 0,0-1 0 0 0,1 1 0 0 0,-1-1 0 0 0,0 1-1 0 0,0 0 1 0 0,0 0 0 0 0,-2-1 0 0 0,3 2 16 0 0,-1-1 0 0 0,1 1-1 0 0,0 0 1 0 0,0 0 0 0 0,0 0 0 0 0,-1 0-1 0 0,1 0 1 0 0,0 0 0 0 0,0 0 0 0 0,0 0 0 0 0,-1 1-1 0 0,1-1 1 0 0,0 0 0 0 0,0 1 0 0 0,0-1-1 0 0,0 1 1 0 0,0-1 0 0 0,0 1 0 0 0,0 0-1 0 0,-2 0 1 0 0,0 2 38 0 0,1 0 1 0 0,-1 0-1 0 0,1 0 0 0 0,0 0 0 0 0,-1 0 0 0 0,1 0 0 0 0,1 1 1 0 0,-1-1-1 0 0,0 1 0 0 0,1-1 0 0 0,0 1 0 0 0,0-1 0 0 0,0 1 1 0 0,0 0-1 0 0,0 7 0 0 0,0 0 58 0 0,0 0-1 0 0,2 1 1 0 0,-1-1-1 0 0,1 0 1 0 0,1 0-1 0 0,0 0 1 0 0,6 17-1 0 0,-6-22-78 0 0,1 1 0 0 0,0-1 0 0 0,0 0-1 0 0,1 0 1 0 0,0-1 0 0 0,0 1 0 0 0,0-1 0 0 0,0 0-1 0 0,1 0 1 0 0,0 0 0 0 0,0-1 0 0 0,0 1 0 0 0,12 6-1 0 0,-2-4-26 0 0,0 0-1 0 0,0 0 1 0 0,1-2-1 0 0,0 0 0 0 0,0 0 1 0 0,0-2-1 0 0,0 0 0 0 0,1-1 1 0 0,0 0-1 0 0,-1-2 0 0 0,1 0 1 0 0,0 0-1 0 0,-1-2 1 0 0,1 0-1 0 0,-1-1 0 0 0,0 0 1 0 0,18-7-1 0 0,-16 1-1632 0 0,-2-3-3376 0 0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1 920 0 0,'-1'0'207'0'0,"-1"1"-1"0"0,1 0 1 0 0,0-1 0 0 0,0 1-1 0 0,-1 0 1 0 0,1 0-1 0 0,0 0 1 0 0,0 0-1 0 0,0 0 1 0 0,0 0 0 0 0,0 0-1 0 0,1 0 1 0 0,-1 1-1 0 0,0-1 1 0 0,0 0-1 0 0,1 0 1 0 0,-1 2 0 0 0,-10 24 3796 0 0,10-13-2862 0 0,1-1-1 0 0,0 0 1 0 0,1 1 0 0 0,0-1 0 0 0,1 0 0 0 0,1 0 0 0 0,6 22-1 0 0,5 5 170 0 0,20 41-1 0 0,110 199 1111 0 0,-33-102-4489 0 0,-93-151-5378 0 0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4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9218 0 0,'0'0'17'0'0,"0"0"-1"0"0,0 0 1 0 0,0 0 0 0 0,0 0-1 0 0,0 0 1 0 0,0 0 0 0 0,0 0-1 0 0,0 0 1 0 0,0 0-1 0 0,0 0 1 0 0,0 1 0 0 0,0-1-1 0 0,0 0 1 0 0,0 0 0 0 0,0 0-1 0 0,0 0 1 0 0,0 0 0 0 0,0 0-1 0 0,0 0 1 0 0,0 0 0 0 0,0 1-1 0 0,0-1 1 0 0,0 0 0 0 0,0 0-1 0 0,0 0 1 0 0,0 0 0 0 0,0 0-1 0 0,0 0 1 0 0,0 0-1 0 0,0 0 1 0 0,0 0 0 0 0,0 1-1 0 0,0-1 1 0 0,0 0 0 0 0,0 0-1 0 0,0 0 1 0 0,0 0 0 0 0,0 0-1 0 0,0 0 1 0 0,1 0 0 0 0,-1 0-1 0 0,0 0 1 0 0,0 0 0 0 0,0 0-1 0 0,0 0 1 0 0,0 0 0 0 0,0 0-1 0 0,0 0 1 0 0,0 0-1 0 0,0 0 1 0 0,1 0 0 0 0,-1 0-1 0 0,0 0 1 0 0,0 0 0 0 0,0 0-1 0 0,0 0 1 0 0,0 0 0 0 0,0 0-1 0 0,0 0 1 0 0,0 0 0 0 0,1 0-1 0 0,-1 0 1 0 0,0 0 0 0 0,0 0-1 0 0,0 0 1 0 0,0 0 0 0 0,0 0-1 0 0,0 0 1 0 0,12-7 953 0 0,10-11 317 0 0,-11 6-470 0 0,-1-1 0 0 0,0 0-1 0 0,-1-1 1 0 0,0 0 0 0 0,-1-1 0 0 0,0 0-1 0 0,10-30 1 0 0,-15 37-821 0 0,-1 1 0 0 0,0-1 0 0 0,0 1-1 0 0,-1-1 1 0 0,0 0 0 0 0,0 1 0 0 0,-1-1 0 0 0,0 0 0 0 0,0 0-1 0 0,-1 0 1 0 0,0 1 0 0 0,0-1 0 0 0,-1 0 0 0 0,0 1 0 0 0,0-1-1 0 0,-1 1 1 0 0,0 0 0 0 0,0 0 0 0 0,-5-8 0 0 0,7 13-14 0 0,0 1 1 0 0,0-1-1 0 0,-1 1 0 0 0,1-1 1 0 0,0 1-1 0 0,0-1 1 0 0,-1 1-1 0 0,1 0 0 0 0,-1 0 1 0 0,1 0-1 0 0,-1 0 1 0 0,0 0-1 0 0,1 0 0 0 0,-1 0 1 0 0,0 0-1 0 0,0 1 1 0 0,0-1-1 0 0,1 1 0 0 0,-1-1 1 0 0,0 1-1 0 0,0 0 1 0 0,0 0-1 0 0,0-1 0 0 0,0 1 1 0 0,0 1-1 0 0,0-1 1 0 0,0 0-1 0 0,1 0 0 0 0,-1 1 1 0 0,0-1-1 0 0,0 1 1 0 0,0 0-1 0 0,0-1 0 0 0,-2 2 1 0 0,2 0 12 0 0,-1 0 0 0 0,1 0 0 0 0,-1 0-1 0 0,1 0 1 0 0,0 0 0 0 0,0 0 0 0 0,0 0 0 0 0,0 1 0 0 0,0-1 0 0 0,0 1 0 0 0,1-1 0 0 0,-1 1 0 0 0,1 0 0 0 0,-1 0-1 0 0,1 0 1 0 0,0 0 0 0 0,0 0 0 0 0,1 0 0 0 0,-1 0 0 0 0,0 5 0 0 0,1 1 41 0 0,1 0-1 0 0,0 0 1 0 0,0 0-1 0 0,1 0 1 0 0,0-1 0 0 0,0 1-1 0 0,1-1 1 0 0,0 1 0 0 0,1-1-1 0 0,-1 0 1 0 0,2 0 0 0 0,-1 0-1 0 0,1-1 1 0 0,0 0 0 0 0,1 0-1 0 0,0 0 1 0 0,0 0-1 0 0,0-1 1 0 0,1 0 0 0 0,0 0-1 0 0,0-1 1 0 0,13 7 0 0 0,-8-4-367 0 0,1-1 0 0 0,1-1 0 0 0,-1 0 0 0 0,1 0 0 0 0,0-2 0 0 0,0 0 0 0 0,1 0 0 0 0,-1-1 0 0 0,1-1 0 0 0,-1-1 0 0 0,1 0 0 0 0,0-1 0 0 0,15-1 0 0 0,-7-3-5077 0 0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 6913 0 0,'-3'0'300'0'0,"0"0"0"0"0,0 0 0 0 0,0 0 0 0 0,0 1 0 0 0,-1-1 0 0 0,1 1 0 0 0,0 0 0 0 0,0 0 0 0 0,0 0 0 0 0,0 0 0 0 0,0 0 0 0 0,1 1 0 0 0,-1-1 0 0 0,0 1 0 0 0,0 0 0 0 0,1 0 0 0 0,-1 0 0 0 0,1 0 0 0 0,0 0 0 0 0,-3 4 0 0 0,2-2 71 0 0,1 1 0 0 0,-1-1-1 0 0,1 1 1 0 0,0-1 0 0 0,1 1 0 0 0,-1 0 0 0 0,1 0-1 0 0,0 0 1 0 0,0 0 0 0 0,0 0 0 0 0,1 9 0 0 0,0 0-24 0 0,1-1 1 0 0,0 1 0 0 0,2-1 0 0 0,-1 1-1 0 0,1-1 1 0 0,1 0 0 0 0,1 0 0 0 0,9 20-1 0 0,-10-26-250 0 0,0 0-1 0 0,1 0 0 0 0,0 0 0 0 0,0 0 0 0 0,0-1 1 0 0,1 0-1 0 0,0-1 0 0 0,1 1 0 0 0,-1-1 0 0 0,12 7 1 0 0,27 10-883 0 0,4-4-4777 0 0,-29-11-1097 0 0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5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1 175 8290 0 0,'0'1'113'0'0,"0"-1"-1"0"0,0 1 1 0 0,0-1 0 0 0,0 1 0 0 0,0-1 0 0 0,0 1 0 0 0,1-1 0 0 0,-1 1-1 0 0,0-1 1 0 0,0 1 0 0 0,0-1 0 0 0,1 1 0 0 0,-1-1 0 0 0,0 1 0 0 0,1-1-1 0 0,-1 1 1 0 0,1-1 0 0 0,-1 1 0 0 0,0-1 0 0 0,1 0 0 0 0,-1 1 0 0 0,1-1-1 0 0,-1 0 1 0 0,1 1 0 0 0,-1-1 0 0 0,1 0 0 0 0,-1 0 0 0 0,1 0 0 0 0,-1 1-1 0 0,1-1 1 0 0,-1 0 0 0 0,1 0 0 0 0,-1 0 0 0 0,2 0 0 0 0,25 8 2689 0 0,-21-7-1991 0 0,31 9 1084 0 0,0 1 0 0 0,49 23 0 0 0,-95-39-1743 0 0,0 0-1 0 0,1 0 1 0 0,0-1 0 0 0,0 0-1 0 0,1 0 1 0 0,-1-1 0 0 0,1 0-1 0 0,1 0 1 0 0,-1 0 0 0 0,1-1 0 0 0,1 0-1 0 0,-1-1 1 0 0,1 1 0 0 0,-3-10-1 0 0,-9-32-1950 0 0,9-4-3494 0 0,7 18-1890 0 0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6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7834 0 0,'0'3'4239'0'0,"5"16"-2021"0"0,66 130 3177 0 0,-20-45-4545 0 0,-28-57-730 0 0,2-2 0 0 0,3-1-1 0 0,63 80 1 0 0,-8-24-3379 0 0,-61-75-3247 0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11 152 6913 0 0,'-1'-1'83'0'0,"0"0"0"0"0,0 0 0 0 0,0 0 0 0 0,0 0 0 0 0,1 0 0 0 0,-1 0 0 0 0,0-1 0 0 0,1 1 0 0 0,-1 0 0 0 0,0 0 0 0 0,1-1 0 0 0,0 1 0 0 0,-1 0 0 0 0,1-1 0 0 0,0 1 0 0 0,-1 0 0 0 0,1-1 0 0 0,0 1 0 0 0,0 0 0 0 0,0-1 0 0 0,0 1 0 0 0,1-2 0 0 0,0 0 190 0 0,0-1 0 0 0,0 1 0 0 0,1-1 0 0 0,0 1 0 0 0,-1 0-1 0 0,1 0 1 0 0,4-5 0 0 0,-1 1 249 0 0,0 1 1 0 0,1 0-1 0 0,0 0 1 0 0,0 0-1 0 0,0 0 1 0 0,1 1-1 0 0,0 0 0 0 0,0 1 1 0 0,0-1-1 0 0,1 1 1 0 0,-1 1-1 0 0,17-6 1 0 0,-7 4-347 0 0,1 1 0 0 0,0 1 0 0 0,-1 1 0 0 0,1 1 0 0 0,20 0 0 0 0,-21 1-4758 0 0,0-3-1551 0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0 408 456 0 0,'4'-5'5707'0'0,"-3"3"-5094"0"0,0 1 1 0 0,0-1-1 0 0,1 0 1 0 0,-1 0 0 0 0,1 1-1 0 0,-1-1 1 0 0,1 1-1 0 0,0-1 1 0 0,-1 1-1 0 0,1 0 1 0 0,0 0-1 0 0,0 0 1 0 0,3-2-1 0 0,1 1 95 0 0,1 0 0 0 0,-1 1 0 0 0,0 0 0 0 0,1 0-1 0 0,-1 0 1 0 0,1 1 0 0 0,-1 0 0 0 0,1 0-1 0 0,11 2 1 0 0,-2 1-315 0 0,-1 2 0 0 0,25 10-1 0 0,-28-10-219 0 0,1 0 45 0 0,-19-10-100 0 0,-2-1-91 0 0,1-1 0 0 0,-1 1 0 0 0,1-2-1 0 0,1 1 1 0 0,-1-1 0 0 0,1 1 0 0 0,1-2 0 0 0,-1 1-1 0 0,1-1 1 0 0,1 1 0 0 0,0-1 0 0 0,0-1 0 0 0,1 1 0 0 0,0 0-1 0 0,0-1 1 0 0,-1-11 0 0 0,-2-13-370 0 0,2 0 1 0 0,1-1-1 0 0,2-42 0 0 0,3 41-1612 0 0,1 0-5529 0 0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7.9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5985 0 0,'-1'0'183'0'0,"0"1"0"0"0,0-1 0 0 0,0 0 0 0 0,0 0 0 0 0,0 1 0 0 0,0-1 0 0 0,0 1 0 0 0,0-1-1 0 0,0 1 1 0 0,0-1 0 0 0,0 1 0 0 0,0 0 0 0 0,0-1 0 0 0,0 1 0 0 0,1 0 0 0 0,-1 0 0 0 0,0 0 0 0 0,0 0 0 0 0,0 1-1 0 0,0 0 191 0 0,1 0 0 0 0,-1 0 0 0 0,1 1-1 0 0,0-1 1 0 0,0 0 0 0 0,0 0 0 0 0,0 1-1 0 0,0-1 1 0 0,1 4 0 0 0,1 5-19 0 0,0-1 1 0 0,1 0-1 0 0,0 1 0 0 0,0-2 0 0 0,2 1 1 0 0,-1 0-1 0 0,1-1 0 0 0,0 1 1 0 0,1-1-1 0 0,13 15 0 0 0,-16-20-359 0 0,0 0-1 0 0,1 0 1 0 0,-1 0-1 0 0,1 0 0 0 0,0-1 1 0 0,1 1-1 0 0,-1-1 0 0 0,0 0 1 0 0,1-1-1 0 0,0 1 0 0 0,-1-1 1 0 0,1 0-1 0 0,0 0 0 0 0,0 0 1 0 0,1-1-1 0 0,-1 1 1 0 0,0-1-1 0 0,0-1 0 0 0,1 1 1 0 0,-1-1-1 0 0,0 0 0 0 0,1 0 1 0 0,5-1-1 0 0,-9 1-29 0 0,-1-1 0 0 0,1 1 0 0 0,-1-1 0 0 0,1 1 0 0 0,-1-1 1 0 0,1 0-1 0 0,-1 1 0 0 0,1-1 0 0 0,-1 0 0 0 0,0 0 0 0 0,1 0 0 0 0,-1 0 0 0 0,0 0 0 0 0,0 0 0 0 0,0 0 0 0 0,0-1 1 0 0,0 1-1 0 0,0 0 0 0 0,0-1 0 0 0,0 1 0 0 0,0-3 0 0 0,0 1-50 0 0,0 0 1 0 0,0 0-1 0 0,-1 0 0 0 0,0 0 0 0 0,1 0 1 0 0,-1 0-1 0 0,0 0 0 0 0,0 0 1 0 0,-1 0-1 0 0,0-5 0 0 0,-1-2-396 0 0,-1 1 0 0 0,0-1 0 0 0,-1 1 0 0 0,0 0 0 0 0,-10-16 0 0 0,5 10-581 0 0,-2 1-125 0 0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18.3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4 220 5985 0 0,'0'-1'203'0'0,"-1"1"0"0"0,1-1 0 0 0,0 0 0 0 0,-1 1-1 0 0,1-1 1 0 0,0 0 0 0 0,-1 0 0 0 0,1 1 0 0 0,0-1-1 0 0,0 0 1 0 0,-1 0 0 0 0,1 1 0 0 0,0-1 0 0 0,0 0 0 0 0,0 0-1 0 0,0 0 1 0 0,0 1 0 0 0,0-1 0 0 0,1 0 0 0 0,-1 0-1 0 0,0 0 1 0 0,0 1 0 0 0,1-1 0 0 0,-1 0 0 0 0,0 0 0 0 0,1 1-1 0 0,-1-1 1 0 0,0 0 0 0 0,1 1 0 0 0,-1-1 0 0 0,1 1-1 0 0,-1-1 1 0 0,1 0 0 0 0,0 1 0 0 0,-1-1 0 0 0,1 1 0 0 0,-1-1-1 0 0,1 1 1 0 0,0 0 0 0 0,-1-1 0 0 0,1 1 0 0 0,0 0-1 0 0,0-1 1 0 0,-1 1 0 0 0,1 0 0 0 0,0 0 0 0 0,0 0 0 0 0,0-1-1 0 0,-1 1 1 0 0,1 0 0 0 0,0 0 0 0 0,0 0 0 0 0,0 0-1 0 0,-1 1 1 0 0,1-1 0 0 0,0 0 0 0 0,0 0 0 0 0,-1 0 0 0 0,1 1-1 0 0,0-1 1 0 0,1 1 0 0 0,35 36 2587 0 0,-32-31-2718 0 0,-1-1 1 0 0,1 0-1 0 0,0 1 1 0 0,1-2-1 0 0,-1 1 0 0 0,1-1 1 0 0,0 1-1 0 0,0-1 1 0 0,9 4-1 0 0,-18-50-1702 0 0,0 14 1340 0 0,-3-68-122 0 0,6 87 418 0 0,0 1 0 0 0,1 0 1 0 0,0-1-1 0 0,0 1 1 0 0,1 0-1 0 0,0 0 0 0 0,1 0 1 0 0,0 0-1 0 0,3-8 1 0 0,-5 15 31 0 0,0-1 1 0 0,0 0-1 0 0,0 1 1 0 0,0-1-1 0 0,1 1 1 0 0,-1-1-1 0 0,0 1 1 0 0,1-1-1 0 0,-1 1 1 0 0,1 0-1 0 0,-1 0 1 0 0,1 0-1 0 0,-1 0 1 0 0,1 0-1 0 0,0 0 1 0 0,0 0 0 0 0,-1 0-1 0 0,1 1 1 0 0,0-1-1 0 0,0 1 1 0 0,0-1-1 0 0,0 1 1 0 0,0 0-1 0 0,0 0 1 0 0,0 0-1 0 0,-1 0 1 0 0,1 0-1 0 0,0 0 1 0 0,0 0-1 0 0,0 1 1 0 0,0-1-1 0 0,0 1 1 0 0,0-1-1 0 0,0 1 1 0 0,-1 0 0 0 0,4 1-1 0 0,6 4 198 0 0,1 1-1 0 0,-1 0 1 0 0,-1 1-1 0 0,15 13 1 0 0,-5-4-160 0 0,-8-8-449 0 0,1 0 1 0 0,0-1 0 0 0,19 9-1 0 0,-13-9-7139 0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4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35 6913 0 0,'0'-1'176'0'0,"0"0"0"0"0,0-1-1 0 0,0 1 1 0 0,0 0-1 0 0,0-1 1 0 0,0 1-1 0 0,-1-1 1 0 0,1 1-1 0 0,0 0 1 0 0,-1-1-1 0 0,1 1 1 0 0,-1 0-1 0 0,1 0 1 0 0,-1-1-1 0 0,1 1 1 0 0,-1 0-1 0 0,0 0 1 0 0,0 0-1 0 0,0 0 1 0 0,0 0-1 0 0,1 0 1 0 0,-1 0-1 0 0,-1 0 1 0 0,1 0-1 0 0,0 0 1 0 0,0 0-1 0 0,0 1 1 0 0,-3-2 0 0 0,3 2-72 0 0,0 0 0 0 0,-1 0 0 0 0,1 0 0 0 0,0 0 1 0 0,-1 0-1 0 0,1 1 0 0 0,-1-1 0 0 0,1 0 0 0 0,0 1 1 0 0,0-1-1 0 0,-1 1 0 0 0,1-1 0 0 0,0 1 1 0 0,0 0-1 0 0,-1-1 0 0 0,1 1 0 0 0,0 0 0 0 0,0 0 1 0 0,0 0-1 0 0,0 0 0 0 0,0 0 0 0 0,0 0 1 0 0,1 0-1 0 0,-1 0 0 0 0,0 0 0 0 0,0 1 0 0 0,1-1 1 0 0,-1 2-1 0 0,-5 8 214 0 0,1 1 0 0 0,1 0 1 0 0,0 0-1 0 0,1 0 0 0 0,0 0 0 0 0,1 1 0 0 0,1-1 1 0 0,-1 14-1 0 0,1-19-264 0 0,1-1 0 0 0,0 1 0 0 0,1 0 0 0 0,-1 0 1 0 0,1 0-1 0 0,1 0 0 0 0,-1-1 0 0 0,1 1 0 0 0,0 0 0 0 0,1-1 0 0 0,-1 0 0 0 0,1 1 1 0 0,1-1-1 0 0,-1 0 0 0 0,9 10 0 0 0,-7-11-83 0 0,0-1-1 0 0,0-1 1 0 0,0 1 0 0 0,0-1 0 0 0,0 0-1 0 0,1 0 1 0 0,0 0 0 0 0,0-1 0 0 0,-1 0-1 0 0,1 0 1 0 0,0 0 0 0 0,9 0 0 0 0,9 1-531 0 0,48-1 1 0 0,-54-2 268 0 0,0 0 1 0 0,0 1-1 0 0,33 6 0 0 0,-47-6 261 0 0,0 0 0 0 0,0 0 1 0 0,0 1-1 0 0,0-1 0 0 0,0 1 0 0 0,0 0 0 0 0,-1 0 0 0 0,1 0 0 0 0,-1 0 1 0 0,0 1-1 0 0,1-1 0 0 0,-1 1 0 0 0,0 0 0 0 0,0 0 0 0 0,-1 0 0 0 0,1 0 1 0 0,-1 0-1 0 0,3 4 0 0 0,-4-2 46 0 0,1 0 0 0 0,-1-1 1 0 0,0 1-1 0 0,0 0 0 0 0,0 0 1 0 0,-1-1-1 0 0,1 1 0 0 0,-1 0 0 0 0,0 0 1 0 0,-1 0-1 0 0,1 0 0 0 0,-1-1 1 0 0,0 1-1 0 0,0 0 0 0 0,-3 4 0 0 0,0 4 177 0 0,-1 0 0 0 0,0-1 0 0 0,-1 0-1 0 0,-1 0 1 0 0,0 0 0 0 0,0-1 0 0 0,-1 0-1 0 0,-1 0 1 0 0,1-1 0 0 0,-2 0 0 0 0,0-1-1 0 0,0 0 1 0 0,0 0 0 0 0,-1-1 0 0 0,0-1-1 0 0,-1 1 1 0 0,0-2 0 0 0,0 0 0 0 0,0 0-1 0 0,-1-1 1 0 0,0-1 0 0 0,0 0 0 0 0,0-1-1 0 0,0 0 1 0 0,-1-1 0 0 0,1-1 0 0 0,-1 0-1 0 0,1 0 1 0 0,-16-2 0 0 0,17-1-861 0 0,1-2-206 0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6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763 43 4609 0 0,'-11'-6'300'0'0,"0"0"-1"0"0,0 0 1 0 0,-1 1 0 0 0,0 1 0 0 0,0 0 0 0 0,0 1-1 0 0,-1 0 1 0 0,1 1 0 0 0,-1 0 0 0 0,1 1-1 0 0,-1 0 1 0 0,-13 2 0 0 0,-1 1 191 0 0,1 1-1 0 0,-1 1 1 0 0,1 1 0 0 0,0 1-1 0 0,1 2 1 0 0,0 0 0 0 0,-41 21 0 0 0,31-11-32 0 0,0 2 0 0 0,2 1 0 0 0,0 1 0 0 0,-44 41 0 0 0,65-52-254 0 0,0 1 1 0 0,1 0-1 0 0,1 1 0 0 0,0 0 0 0 0,0 1 1 0 0,1 0-1 0 0,1 0 0 0 0,1 1 0 0 0,0 0 1 0 0,-9 30-1 0 0,10-20-89 0 0,1 0 1 0 0,1 0 0 0 0,2 0-1 0 0,0 0 1 0 0,1 0 0 0 0,5 39-1 0 0,-1-25-126 0 0,2-1 0 0 0,1 1 0 0 0,2-2 0 0 0,1 1 0 0 0,3-1 0 0 0,1 0 1 0 0,1-1-1 0 0,2-1 0 0 0,2-1 0 0 0,28 43 0 0 0,19 11 316 0 0,46 69 268 0 0,-98-137-542 0 0,1 0-1 0 0,1 0 1 0 0,1-1 0 0 0,0-1-1 0 0,1-1 1 0 0,1 0 0 0 0,1-2-1 0 0,0 0 1 0 0,1-1 0 0 0,32 17-1 0 0,-37-23-42 0 0,1-1 0 0 0,-1-1 0 0 0,2-1-1 0 0,-1 0 1 0 0,0-1 0 0 0,1-1-1 0 0,0 0 1 0 0,0-1 0 0 0,0-1 0 0 0,0-1-1 0 0,0 0 1 0 0,0-1 0 0 0,-1-1 0 0 0,1 0-1 0 0,30-10 1 0 0,-11 0 24 0 0,0-2 1 0 0,-1-2-1 0 0,-1-1 0 0 0,0-2 0 0 0,-2-1 1 0 0,35-27-1 0 0,-28 16 207 0 0,-2-2 0 0 0,-1-2 0 0 0,-2-1-1 0 0,38-51 1 0 0,-60 69-132 0 0,-1-1 0 0 0,-1 0 0 0 0,-1-1 0 0 0,0 0 0 0 0,-2 0 0 0 0,0-1 0 0 0,-1 0 0 0 0,-1 0-1 0 0,-2 0 1 0 0,2-23 0 0 0,0-34 286 0 0,-6-107-1 0 0,0 179-374 0 0,0-28 163 0 0,-1 1 0 0 0,-14-62 1 0 0,13 82-96 0 0,-1 1 1 0 0,0 0 0 0 0,-1 0 0 0 0,0 0-1 0 0,-1 0 1 0 0,-1 1 0 0 0,1 0 0 0 0,-2 0-1 0 0,0 1 1 0 0,-13-15 0 0 0,-29-18 163 0 0,-1 1 0 0 0,-110-66-1 0 0,111 76-229 0 0,34 22 12 0 0,0 0-1 0 0,-1 1 0 0 0,0 1 1 0 0,0 1-1 0 0,-22-6 0 0 0,28 10-176 0 0,0 1 0 0 0,-1 0 0 0 0,1 1 0 0 0,-1 0-1 0 0,0 1 1 0 0,1 0 0 0 0,-1 0 0 0 0,0 2-1 0 0,-17 3 1 0 0,0 3-753 0 0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5065 0 0,'3'9'13306'0'0,"26"11"-12266"0"0,9 9-415 0 0,-27-17-317 0 0,0 1 0 0 0,-1 0 0 0 0,0 1 0 0 0,-1 0 0 0 0,-1 0-1 0 0,0 1 1 0 0,9 26 0 0 0,0 10-17 0 0,11 55 0 0 0,-17-60-209 0 0,29 78 0 0 0,-34-108-189 0 0,-1 0 1 0 0,4 20-1 0 0,-4-14-1015 0 0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5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83 110 3681 0 0,'-18'-4'128'0'0,"7"2"691"0"0,1-1 0 0 0,0 1 0 0 0,0-2 0 0 0,-14-11 4061 0 0,24 14-4792 0 0,11-6 1560 0 0,12-5-647 0 0,-22 12-925 0 0,25-11 873 0 0,1 0 0 0 0,1 2 0 0 0,0 1 0 0 0,0 1 0 0 0,38-5 0 0 0,-55 11-875 0 0,0 1 0 0 0,0 0-1 0 0,0 0 1 0 0,0 1 0 0 0,0 0 0 0 0,-1 1-1 0 0,1 0 1 0 0,0 1 0 0 0,-1 0-1 0 0,0 1 1 0 0,0 0 0 0 0,0 0 0 0 0,0 1-1 0 0,0 1 1 0 0,-1 0 0 0 0,0 0 0 0 0,10 9-1 0 0,-7-4-60 0 0,-1 0 0 0 0,-1 1 0 0 0,0 0 0 0 0,0 1 0 0 0,-2 0-1 0 0,1 0 1 0 0,-2 1 0 0 0,0 0 0 0 0,0 0 0 0 0,-1 0 0 0 0,7 31 0 0 0,-10-35 26 0 0,-1 0 0 0 0,-1 0 0 0 0,0 1 0 0 0,-1-1 0 0 0,0 0 0 0 0,0 0 0 0 0,-1 0 0 0 0,0 0 0 0 0,-1 0 1 0 0,0 0-1 0 0,0 0 0 0 0,-1 0 0 0 0,-1-1 0 0 0,0 1 0 0 0,0-1 0 0 0,0 0 0 0 0,-2 0 0 0 0,1 0 0 0 0,-9 10 1 0 0,5-9-105 0 0,0 0 0 0 0,-1-1 1 0 0,0 0-1 0 0,-1 0 0 0 0,1-1 1 0 0,-22 12-1 0 0,-15 1-7212 0 0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28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593 70 6913 0 0,'-22'-9'964'0'0,"-15"-7"641"0"0,-1 3 1 0 0,-41-10-1 0 0,66 20-1295 0 0,0 1-1 0 0,0 0 1 0 0,0 1 0 0 0,-1 1-1 0 0,1 0 1 0 0,0 1 0 0 0,-1 0-1 0 0,1 1 1 0 0,0 0 0 0 0,-15 6-1 0 0,8-2 39 0 0,0 2 0 0 0,1 0-1 0 0,0 1 1 0 0,1 1 0 0 0,0 0-1 0 0,1 2 1 0 0,-25 20 0 0 0,35-26-267 0 0,-1 2 0 0 0,1-1 0 0 0,0 1 0 0 0,1 0 0 0 0,-1 1 1 0 0,2-1-1 0 0,-1 1 0 0 0,1 0 0 0 0,1 1 0 0 0,0-1 0 0 0,0 1 1 0 0,1 0-1 0 0,0 0 0 0 0,0 0 0 0 0,1 0 0 0 0,-1 19 0 0 0,3 9-61 0 0,2 0 0 0 0,2 0 1 0 0,1-1-1 0 0,2 1 0 0 0,22 67 0 0 0,0-27 68 0 0,60 119-1 0 0,-46-118-87 0 0,71 97 0 0 0,-94-149 15 0 0,2 0-1 0 0,0-2 0 0 0,2 0 0 0 0,1-2 0 0 0,1-1 0 0 0,0-1 1 0 0,58 35-1 0 0,-70-49-88 0 0,0 0 1 0 0,1-1-1 0 0,-1-1 0 0 0,1 0 1 0 0,0-1-1 0 0,0-1 1 0 0,1 0-1 0 0,-1-1 0 0 0,1-1 1 0 0,-1 0-1 0 0,1-1 0 0 0,-1-1 1 0 0,1 0-1 0 0,-1-1 1 0 0,1-1-1 0 0,-1-1 0 0 0,0 0 1 0 0,0 0-1 0 0,-1-2 1 0 0,1 0-1 0 0,-1 0 0 0 0,0-1 1 0 0,-1-1-1 0 0,0 0 1 0 0,14-12-1 0 0,17-16-16 0 0,-2-1 0 0 0,-1-2 1 0 0,-3-2-1 0 0,50-67 0 0 0,-69 80 427 0 0,-1 0 0 0 0,-1-1 0 0 0,-2 0 0 0 0,-1-2 0 0 0,-1 1 0 0 0,-2-2-1 0 0,-1 0 1 0 0,11-61 0 0 0,-17 66-211 0 0,-1 0-1 0 0,-2 0 1 0 0,0-1-1 0 0,-2 1 1 0 0,-6-37 0 0 0,3 45-20 0 0,-1-1 1 0 0,0 1 0 0 0,-2 0-1 0 0,0 1 1 0 0,-1-1 0 0 0,-1 1 0 0 0,0 1-1 0 0,-14-18 1 0 0,-2-3 118 0 0,-3 2 0 0 0,-56-59 0 0 0,72 83-188 0 0,-1 1-1 0 0,-1 0 1 0 0,1 1-1 0 0,-2 1 1 0 0,1 0 0 0 0,-1 1-1 0 0,0 1 1 0 0,-1 0-1 0 0,0 1 1 0 0,-30-7-1 0 0,11 6-25 0 0,-1 2 0 0 0,1 2 1 0 0,-1 0-1 0 0,-68 6 0 0 0,84-1-193 0 0,0 1 1 0 0,0 0 0 0 0,1 2 0 0 0,-1 0 0 0 0,1 1 0 0 0,0 1 0 0 0,1 1 0 0 0,0 0 0 0 0,0 2 0 0 0,-22 14 0 0 0,20-6-1773 0 0,2 2-5395 0 0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0 743 5065 0 0,'1'-7'249'0'0,"1"0"-1"0"0,-1-1 1 0 0,1 1 0 0 0,1 0-1 0 0,-1 0 1 0 0,1 0-1 0 0,4-6 1 0 0,4-12 287 0 0,24-56 1520 0 0,4 2 1 0 0,3 1 0 0 0,73-100 0 0 0,-80 132-1197 0 0,54-57 0 0 0,3 14-5513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4.7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0,'0'0'499'0'0,"1"27"1680"0"0,2 3-961 0 0,2 0 0 0 0,14 48 0 0 0,-16-67-936 0 0,1 0-1 0 0,0 0 1 0 0,1 0-1 0 0,0-1 1 0 0,1 1-1 0 0,0-1 1 0 0,0-1 0 0 0,1 1-1 0 0,17 16 1 0 0,-21-22-227 0 0,1-1 0 0 0,1 0 0 0 0,-1 0 1 0 0,0 0-1 0 0,1-1 0 0 0,-1 1 1 0 0,1-1-1 0 0,0 0 0 0 0,0 0 0 0 0,0-1 1 0 0,0 0-1 0 0,0 0 0 0 0,0 0 0 0 0,0 0 1 0 0,0-1-1 0 0,1 0 0 0 0,-1 0 1 0 0,0 0-1 0 0,0 0 0 0 0,0-1 0 0 0,0 0 1 0 0,1 0-1 0 0,-1-1 0 0 0,-1 1 0 0 0,1-1 1 0 0,0 0-1 0 0,0 0 0 0 0,-1-1 1 0 0,1 1-1 0 0,-1-1 0 0 0,0 0 0 0 0,1 0 1 0 0,-2-1-1 0 0,1 1 0 0 0,5-7 0 0 0,35-38-2794 0 0,-20 20-2754 0 0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29 11979 0 0,'-5'-5'168'0'0,"-25"-17"2960"0"0,30 22-3055 0 0,0-1 0 0 0,-1 1-1 0 0,1 0 1 0 0,0 0-1 0 0,-1 0 1 0 0,1 0 0 0 0,0 0-1 0 0,-1 0 1 0 0,1-1-1 0 0,0 1 1 0 0,-1 0 0 0 0,1 0-1 0 0,0 0 1 0 0,-1 0 0 0 0,1 0-1 0 0,0 0 1 0 0,-1 1-1 0 0,1-1 1 0 0,0 0 0 0 0,-1 0-1 0 0,1 0 1 0 0,0 0-1 0 0,-1 0 1 0 0,1 0 0 0 0,0 1-1 0 0,-1-1 1 0 0,1 0-1 0 0,0 0 1 0 0,0 0 0 0 0,-1 1-1 0 0,0 19 2038 0 0,8 24-1684 0 0,1 0-1 0 0,3-1 0 0 0,1 0 1 0 0,2 0-1 0 0,21 40 1 0 0,-31-74-564 0 0,2 0 0 0 0,0-1 1 0 0,0 1-1 0 0,0-1 0 0 0,1 0 1 0 0,0-1-1 0 0,15 12 0 0 0,-17-14-313 0 0,1-1-1 0 0,-1-1 1 0 0,1 1-1 0 0,0-1 1 0 0,0 0-1 0 0,0-1 1 0 0,1 1-1 0 0,-1-1 1 0 0,1 0-1 0 0,-1-1 0 0 0,1 0 1 0 0,-1 0-1 0 0,8 0 1 0 0,-12-1 275 0 0,-1 0 0 0 0,1 0 1 0 0,-1 0-1 0 0,1 0 0 0 0,-1-1 1 0 0,0 1-1 0 0,1-1 0 0 0,-1 1 0 0 0,1-1 1 0 0,-1 0-1 0 0,0 1 0 0 0,0-1 1 0 0,1 0-1 0 0,-1 0 0 0 0,0 0 0 0 0,0 0 1 0 0,0 0-1 0 0,0 0 0 0 0,0 0 1 0 0,0 0-1 0 0,0 0 0 0 0,0-1 0 0 0,-1 1 1 0 0,1 0-1 0 0,0-1 0 0 0,-1 1 1 0 0,1 0-1 0 0,-1-1 0 0 0,1 1 0 0 0,-1-1 1 0 0,0 1-1 0 0,0-1 0 0 0,1 1 1 0 0,-1-1-1 0 0,0 1 0 0 0,-1-3 0 0 0,0-7-2943 0 0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5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116 526 3225 0 0,'-78'-116'2883'0'0,"41"59"1987"0"0,58 72 1333 0 0,74 33-4085 0 0,-79-42-1987 0 0,-1-1 0 0 0,1 0 0 0 0,0-1 0 0 0,0-1 0 0 0,1-1 0 0 0,30 2 0 0 0,-40-4-57 0 0,1 0 1 0 0,-1-1-1 0 0,0 1 1 0 0,1-1-1 0 0,-1-1 1 0 0,0 0-1 0 0,1 0 1 0 0,-1 0-1 0 0,0-1 1 0 0,-1 0-1 0 0,1 0 1 0 0,0 0-1 0 0,-1-1 1 0 0,0 0-1 0 0,0-1 1 0 0,0 1-1 0 0,8-8 1 0 0,-11 7-23 0 0,1 0 0 0 0,-1 0 1 0 0,0 0-1 0 0,-1 0 1 0 0,1-1-1 0 0,-1 1 0 0 0,0-1 1 0 0,0 1-1 0 0,-1-1 0 0 0,1 0 1 0 0,-1 1-1 0 0,-1-1 1 0 0,1 0-1 0 0,-1 0 0 0 0,0 0 1 0 0,0 0-1 0 0,-1 0 1 0 0,1 1-1 0 0,-1-1 0 0 0,-1 0 1 0 0,-2-8-1 0 0,-5-13 19 0 0,-1 1 0 0 0,-2 0 0 0 0,-17-31 0 0 0,6 14-111 0 0,6 4-667 0 0,7 13-5133 0 0,4 7-1212 0 0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247 185 8290 0 0,'-7'-2'201'0'0,"0"2"0"0"0,0-1 0 0 0,0 1 0 0 0,1 0 0 0 0,-1 0 0 0 0,0 1 0 0 0,0-1 1 0 0,0 2-1 0 0,1-1 0 0 0,-1 1 0 0 0,0 0 0 0 0,1 0 0 0 0,0 1 0 0 0,-1 0 0 0 0,1 0 0 0 0,0 0 0 0 0,1 1 0 0 0,-1 0 1 0 0,1 0-1 0 0,-1 1 0 0 0,1-1 0 0 0,0 1 0 0 0,1 0 0 0 0,-1 0 0 0 0,1 1 0 0 0,0-1 0 0 0,0 1 0 0 0,1 0 1 0 0,0 0-1 0 0,0 1 0 0 0,0-1 0 0 0,1 0 0 0 0,0 1 0 0 0,0-1 0 0 0,1 1 0 0 0,-1 0 0 0 0,1 13 0 0 0,1-7-83 0 0,0 1 0 0 0,1 0-1 0 0,1-1 1 0 0,0 0-1 0 0,1 1 1 0 0,1-1-1 0 0,0 0 1 0 0,1-1 0 0 0,0 1-1 0 0,0-1 1 0 0,15 23-1 0 0,-16-30-75 0 0,0 0 0 0 0,0 1 0 0 0,0-1 0 0 0,1-1 0 0 0,0 1 0 0 0,0-1 0 0 0,0 0 0 0 0,0 0 0 0 0,1 0 0 0 0,-1-1 0 0 0,11 5 0 0 0,-12-6-53 0 0,1-1-1 0 0,0 0 0 0 0,0 0 0 0 0,0 0 0 0 0,0 0 0 0 0,0-1 1 0 0,0 0-1 0 0,0 0 0 0 0,0 0 0 0 0,0-1 0 0 0,0 1 0 0 0,0-1 0 0 0,-1-1 1 0 0,1 1-1 0 0,0-1 0 0 0,9-3 0 0 0,-10 3-25 0 0,0 0 0 0 0,0-1 0 0 0,0 1 0 0 0,0-1 0 0 0,0 0 1 0 0,0 0-1 0 0,-1 0 0 0 0,1 0 0 0 0,-1 0 0 0 0,0-1 0 0 0,0 0 0 0 0,0 1 0 0 0,-1-1 0 0 0,1 0 0 0 0,-1-1 0 0 0,2-4 0 0 0,-1 2 24 0 0,-2 0 0 0 0,1 0 0 0 0,-1 0 0 0 0,0 0 0 0 0,0 0 0 0 0,-1 0 0 0 0,0 0 0 0 0,0 0 0 0 0,-2-13 0 0 0,-3 0 188 0 0,0 0-1 0 0,-1 1 0 0 0,-1 0 0 0 0,0 0 0 0 0,-2 1 0 0 0,-16-27 1 0 0,0 9-153 0 0,-3 1 1 0 0,-1 1 0 0 0,-1 1-1 0 0,-1 2 1 0 0,-51-39 0 0 0,80 68-149 0 0,-1-1 0 0 0,0 1 0 0 0,0 0 0 0 0,0 0 0 0 0,0 0 0 0 0,0 0 0 0 0,0 0 1 0 0,0 1-1 0 0,-1 0 0 0 0,1-1 0 0 0,0 1 0 0 0,-6-1 0 0 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5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3201 0 0,'-19'0'13860'0'0,"11"6"-11132"0"0,33 19-9674 0 0,-14-2 7668 0 0,1 0-1 0 0,1-1 1 0 0,1 0 0 0 0,1-1 0 0 0,1-1-1 0 0,1-1 1 0 0,22 21 0 0 0,-8-13-1076 0 0,2-1 1 0 0,0-2-1 0 0,64 35 0 0 0,-76-48-5846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6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49 10138 0 0,'-2'2'139'0'0,"0"1"0"0"0,1 0 1 0 0,-1 0-1 0 0,1 0 0 0 0,-1 1 0 0 0,1-1 0 0 0,0 0 0 0 0,1 0 1 0 0,-1 1-1 0 0,1-1 0 0 0,-1 0 0 0 0,1 1 0 0 0,0-1 0 0 0,0 1 0 0 0,0-1 1 0 0,1 0-1 0 0,-1 1 0 0 0,1-1 0 0 0,0 0 0 0 0,0 1 0 0 0,0-1 1 0 0,0 0-1 0 0,1 0 0 0 0,-1 0 0 0 0,1 0 0 0 0,-1 0 0 0 0,1 0 0 0 0,0 0 1 0 0,1-1-1 0 0,1 3 0 0 0,1 0 42 0 0,0-1 1 0 0,0 0-1 0 0,0 0 0 0 0,0-1 1 0 0,1 1-1 0 0,-1-1 0 0 0,1 0 0 0 0,0-1 1 0 0,0 1-1 0 0,0-1 0 0 0,0-1 1 0 0,1 1-1 0 0,-1-1 0 0 0,13 1 1 0 0,-12-2-33 0 0,1 0 1 0 0,-1 0 0 0 0,0-1-1 0 0,0 0 1 0 0,1-1 0 0 0,-1 0-1 0 0,0 0 1 0 0,0 0-1 0 0,8-5 1 0 0,-13 6-139 0 0,-1 0 0 0 0,1 0 0 0 0,-1 0 0 0 0,1 0 0 0 0,-1 0 0 0 0,0 0 0 0 0,1 0 0 0 0,-1 0 0 0 0,0-1 0 0 0,0 1 0 0 0,0 0 0 0 0,0-1 0 0 0,0 1 0 0 0,0-1 0 0 0,-1 1 0 0 0,1-1 0 0 0,0 0 0 0 0,0-1 0 0 0,-1 1-14 0 0,0 0 0 0 0,0 0 0 0 0,0 0 0 0 0,-1-1 0 0 0,1 1 0 0 0,-1 0 0 0 0,1 0 0 0 0,-1 0 1 0 0,0 0-1 0 0,1 1 0 0 0,-1-1 0 0 0,0 0 0 0 0,0 0 0 0 0,0 0 0 0 0,-1 1 0 0 0,1-1 0 0 0,0 1 0 0 0,-1-1 1 0 0,-1-1-1 0 0,-8-8-26 0 0,-1 0 0 0 0,0 1 1 0 0,-1 0-1 0 0,0 1 0 0 0,0 1 1 0 0,-1 0-1 0 0,0 1 0 0 0,0 0 1 0 0,-1 1-1 0 0,0 1 0 0 0,0 0 1 0 0,0 1-1 0 0,-24-3 0 0 0,25 7-1579 0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2761 0 0,'1'0'247'0'0,"0"0"1"0"0,0-1-1 0 0,-1 1 1 0 0,1 0 0 0 0,0 0-1 0 0,0-1 1 0 0,0 1-1 0 0,-1 0 1 0 0,1 0-1 0 0,0 0 1 0 0,0 0 0 0 0,0 0-1 0 0,-1 0 1 0 0,1 0-1 0 0,0 0 1 0 0,0 0 0 0 0,0 0-1 0 0,0 1 1 0 0,-1-1-1 0 0,1 0 1 0 0,0 1 0 0 0,0-1-1 0 0,-1 0 1 0 0,1 1-1 0 0,0-1 1 0 0,-1 1 0 0 0,1-1-1 0 0,0 1 1 0 0,0 0-1 0 0,26 23 2828 0 0,-18-16-1952 0 0,63 56 3129 0 0,-4 4-4285 0 0,-49-49-1079 0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 6913 0 0,'-1'0'31'0'0,"1"0"-1"0"0,0-1 0 0 0,-1 1 1 0 0,1 0-1 0 0,0 0 0 0 0,0-1 0 0 0,-1 1 1 0 0,1-1-1 0 0,0 1 0 0 0,0 0 1 0 0,0-1-1 0 0,-1 1 0 0 0,1 0 0 0 0,0-1 1 0 0,0 1-1 0 0,0-1 0 0 0,0 1 0 0 0,0-1 1 0 0,0 1-1 0 0,0 0 0 0 0,0-1 1 0 0,0 1-1 0 0,0-1 0 0 0,0 1 0 0 0,0 0 1 0 0,0-1-1 0 0,0 1 0 0 0,1-1 0 0 0,-1 1 1 0 0,0 0-1 0 0,0-1 0 0 0,0 1 1 0 0,1-1-1 0 0,-1 1 0 0 0,0 0 0 0 0,0-1 1 0 0,1 1-1 0 0,17-3 1908 0 0,-12 3-1381 0 0,-1 1 0 0 0,1 0 1 0 0,-1 0-1 0 0,1 1 0 0 0,6 2 1 0 0,-7-1-345 0 0,0 0 0 0 0,0 0 0 0 0,-1 1 1 0 0,0 0-1 0 0,0-1 0 0 0,0 1 1 0 0,0 1-1 0 0,0-1 0 0 0,-1 1 1 0 0,0-1-1 0 0,0 1 0 0 0,0 0 0 0 0,-1 0 1 0 0,1 0-1 0 0,-1 0 0 0 0,-1 1 1 0 0,1-1-1 0 0,1 6 0 0 0,-1 1-347 0 0,-1-1-1 0 0,0 1 0 0 0,-1-1 1 0 0,0 1-1 0 0,0-1 0 0 0,-1 1 0 0 0,-5 20 1 0 0,0-11-864 0 0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5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10594 0 0,'3'0'142'0'0,"-1"1"-1"0"0,1 0 1 0 0,-1 0-1 0 0,1 0 0 0 0,-1 0 1 0 0,0 1-1 0 0,1-1 1 0 0,-1 1-1 0 0,0-1 1 0 0,0 1-1 0 0,0 0 1 0 0,0-1-1 0 0,0 1 0 0 0,-1 0 1 0 0,1 1-1 0 0,0-1 1 0 0,-1 0-1 0 0,0 0 1 0 0,1 1-1 0 0,0 2 1 0 0,4 7 605 0 0,0 0 0 0 0,6 22 0 0 0,-4-11-216 0 0,22 80-5282 0 0,-30-99 4766 0 0,0-4 58 0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7.6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46 4145 0 0,'-19'-18'554'0'0,"11"13"838"0"0,0 0-1 0 0,-1 0 0 0 0,1 1 0 0 0,-11-4 1 0 0,67 37-3094 0 0,-34-23 1702 0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1 221 5065 0 0,'3'-6'611'0'0,"1"-1"-1"0"0,0 1 1 0 0,0 0-1 0 0,1 0 1 0 0,-1 1 0 0 0,1 0-1 0 0,1-1 1 0 0,6-4-1 0 0,-11 9-439 0 0,0 0-1 0 0,0 0 0 0 0,1 0 1 0 0,-1 0-1 0 0,0 0 1 0 0,1 0-1 0 0,-1 1 0 0 0,1-1 1 0 0,-1 0-1 0 0,1 1 1 0 0,-1-1-1 0 0,1 1 0 0 0,0 0 1 0 0,-1 0-1 0 0,1-1 1 0 0,0 1-1 0 0,-1 0 0 0 0,1 0 1 0 0,-1 0-1 0 0,1 1 1 0 0,0-1-1 0 0,-1 0 0 0 0,1 1 1 0 0,-1-1-1 0 0,1 1 1 0 0,-1-1-1 0 0,1 1 0 0 0,-1 0 1 0 0,1-1-1 0 0,-1 1 0 0 0,1 0 1 0 0,-1 0-1 0 0,0 0 1 0 0,0 0-1 0 0,1 0 0 0 0,-1 1 1 0 0,0-1-1 0 0,0 0 1 0 0,0 0-1 0 0,1 3 0 0 0,19 32 1681 0 0,-13-21-1455 0 0,1 0-1 0 0,11 16 1 0 0,-17-28-373 0 0,0 0 0 0 0,-1 0 0 0 0,1 0 0 0 0,0 0 0 0 0,1 0 0 0 0,-1-1 0 0 0,0 1 0 0 0,1-1 0 0 0,-1 0 0 0 0,1 0 0 0 0,0 0 0 0 0,-1-1-1 0 0,1 1 1 0 0,5 0 0 0 0,-9-2-28 0 0,1 0 0 0 0,-1 0 0 0 0,1 0 0 0 0,0 0 0 0 0,-1-1-1 0 0,1 1 1 0 0,-1 0 0 0 0,1 0 0 0 0,-1-1 0 0 0,1 1 0 0 0,-1 0-1 0 0,1-1 1 0 0,-1 1 0 0 0,1 0 0 0 0,-1-1 0 0 0,1 1-1 0 0,-1-1 1 0 0,1 1 0 0 0,-1-1 0 0 0,0 1 0 0 0,1-1 0 0 0,-1 1-1 0 0,0-1 1 0 0,0 1 0 0 0,1-1 0 0 0,-1 0 0 0 0,0 1 0 0 0,0-1-1 0 0,0 1 1 0 0,0-1 0 0 0,1 0 0 0 0,-1 1 0 0 0,0-2-1 0 0,3-26-35 0 0,-3 23-47 0 0,3-27-40 0 0,10-76-1017 0 0,-11 96 1030 0 0,0 1 1 0 0,2 0-1 0 0,-1-1 1 0 0,1 1-1 0 0,1 1 1 0 0,12-22-1 0 0,-17 31 120 0 0,0 0 0 0 0,1 0 0 0 0,0 0 0 0 0,-1 0-1 0 0,1 0 1 0 0,0 0 0 0 0,-1 0 0 0 0,1 0 0 0 0,0 0 0 0 0,0 0 0 0 0,0 1 0 0 0,0-1 0 0 0,0 0 0 0 0,0 0 0 0 0,0 1-1 0 0,0-1 1 0 0,0 1 0 0 0,0-1 0 0 0,0 1 0 0 0,1-1 0 0 0,-1 1 0 0 0,0 0 0 0 0,0-1 0 0 0,0 1 0 0 0,1 0 0 0 0,-1 0-1 0 0,0 0 1 0 0,0 0 0 0 0,0 0 0 0 0,1 0 0 0 0,-1 0 0 0 0,0 1 0 0 0,0-1 0 0 0,0 0 0 0 0,1 1 0 0 0,0 0-1 0 0,3 2 15 0 0,0 1 0 0 0,-1-1 0 0 0,1 1 0 0 0,-1 0 0 0 0,0 1 0 0 0,5 7 0 0 0,13 12-252 0 0,-4-8-2627 0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22 3225 0 0,'-1'-2'110'0'0,"-1"0"0"0"0,1 1 0 0 0,0-1 0 0 0,-1 1 0 0 0,1-1 0 0 0,-1 1 1 0 0,1 0-1 0 0,-1-1 0 0 0,0 1 0 0 0,0 0 0 0 0,0 0 0 0 0,1 0 0 0 0,-1 0 0 0 0,0 1 1 0 0,0-1-1 0 0,0 0 0 0 0,0 1 0 0 0,-3-1 0 0 0,3 2 74 0 0,0-1-1 0 0,0 1 1 0 0,0 0-1 0 0,0-1 1 0 0,0 1-1 0 0,0 0 1 0 0,1 0-1 0 0,-1 0 1 0 0,0 0-1 0 0,1 1 1 0 0,-1-1-1 0 0,1 0 1 0 0,-1 1 0 0 0,1-1-1 0 0,0 1 1 0 0,0-1-1 0 0,-1 1 1 0 0,1 0-1 0 0,0-1 1 0 0,-1 4-1 0 0,-4 7 320 0 0,0 0 1 0 0,1 0-1 0 0,1 1 0 0 0,0-1 0 0 0,0 1 0 0 0,1 0 0 0 0,-2 26 1 0 0,5-34-472 0 0,-1 1 0 0 0,1 0 1 0 0,0 0-1 0 0,0-1 0 0 0,0 1 0 0 0,1 0 1 0 0,0 0-1 0 0,0-1 0 0 0,0 1 1 0 0,1 0-1 0 0,0-1 0 0 0,0 0 1 0 0,0 1-1 0 0,1-1 0 0 0,0 0 0 0 0,0 0 1 0 0,0 0-1 0 0,1-1 0 0 0,-1 1 1 0 0,7 5-1 0 0,-9-9-87 0 0,1 0 0 0 0,0 1 0 0 0,1-1 0 0 0,-1 0 0 0 0,0 0 0 0 0,0 0 0 0 0,0-1 0 0 0,1 1 0 0 0,-1 0 1 0 0,0-1-1 0 0,0 0 0 0 0,1 1 0 0 0,-1-1 0 0 0,1 0 0 0 0,-1 0 0 0 0,0 0 0 0 0,1-1 0 0 0,-1 1 0 0 0,0 0 0 0 0,1-1 0 0 0,-1 0 0 0 0,0 1 0 0 0,0-1 0 0 0,0 0 0 0 0,1 0 0 0 0,-1 0 0 0 0,0-1 1 0 0,0 1-1 0 0,-1 0 0 0 0,1-1 0 0 0,0 1 0 0 0,0-1 0 0 0,1-2 0 0 0,8-6 25 0 0,-1-2 1 0 0,-1 1-1 0 0,0-1 0 0 0,8-15 1 0 0,-8 13 201 0 0,-3 5-109 0 0,1-2 159 0 0,0 0 0 0 0,1 0 0 0 0,0 1 0 0 0,1 0 0 0 0,13-11 0 0 0,-20 19-138 0 0,0 0 0 0 0,0 1 1 0 0,0 0-1 0 0,0-1 0 0 0,1 1 0 0 0,-1 0 0 0 0,0 0 1 0 0,1 0-1 0 0,-1 0 0 0 0,0 1 0 0 0,1-1 0 0 0,-1 1 0 0 0,1-1 1 0 0,-1 1-1 0 0,1 0 0 0 0,-1 0 0 0 0,1 0 0 0 0,-1 0 1 0 0,1 0-1 0 0,-1 1 0 0 0,1-1 0 0 0,-1 1 0 0 0,1 0 1 0 0,-1 0-1 0 0,0 0 0 0 0,1 0 0 0 0,-1 0 0 0 0,0 0 1 0 0,0 0-1 0 0,0 1 0 0 0,0-1 0 0 0,0 1 0 0 0,0 0 1 0 0,3 2-1 0 0,3 5 101 0 0,-1-1 0 0 0,0 1 0 0 0,0 0 1 0 0,-1 1-1 0 0,0-1 0 0 0,-1 1 0 0 0,0 0 0 0 0,0 1 1 0 0,-1-1-1 0 0,-1 1 0 0 0,0 0 0 0 0,0 0 0 0 0,-1 0 1 0 0,0 0-1 0 0,-1 0 0 0 0,0 1 0 0 0,-1-1 0 0 0,0 0 0 0 0,-1 0 1 0 0,-4 21-1 0 0,0-8 122 0 0,-1 1 0 0 0,-1-2-1 0 0,0 1 1 0 0,-2-1 0 0 0,-1-1 0 0 0,-1 0 0 0 0,-1 0 0 0 0,-22 30 0 0 0,31-47-305 0 0,0-1 0 0 0,0 0 0 0 0,0 0 0 0 0,-1-1 0 0 0,1 1 1 0 0,-1-1-1 0 0,0 0 0 0 0,0 1 0 0 0,0-2 0 0 0,-7 5 1 0 0,3-5-158 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38.5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2304 0 0,'-4'11'201'0'0,"4"-5"-201"0"0,1-1 0 0 0,-1-2 0 0 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2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56 7370 0 0,'2'-2'143'0'0,"1"1"1"0"0,-1-1 0 0 0,1 1 0 0 0,0-1 0 0 0,0 1 0 0 0,-1 0 0 0 0,1 0-1 0 0,0 1 1 0 0,0-1 0 0 0,0 1 0 0 0,6-1 0 0 0,37-1 1532 0 0,-40 2-1306 0 0,23 0 680 0 0,0-1-1 0 0,30-5 0 0 0,-46 4-1264 0 0,0-2 1 0 0,0 1-1 0 0,0-2 1 0 0,12-5-1 0 0,-6 1-4520 0 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3.7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21 2304 0 0,'0'-1'260'0'0,"0"0"-1"0"0,-1 0 0 0 0,1 0 0 0 0,-1 0 0 0 0,1-1 0 0 0,-1 1 0 0 0,1 0 0 0 0,-1 0 1 0 0,0 0-1 0 0,0 0 0 0 0,1 1 0 0 0,-1-1 0 0 0,0 0 0 0 0,0 0 0 0 0,0 0 0 0 0,0 1 0 0 0,0-1 1 0 0,0 0-1 0 0,0 1 0 0 0,0-1 0 0 0,0 1 0 0 0,0-1 0 0 0,-2 0 0 0 0,1 2-60 0 0,1 0-1 0 0,0 0 1 0 0,-1 0 0 0 0,1 0-1 0 0,0 0 1 0 0,0 0-1 0 0,0 0 1 0 0,0 0-1 0 0,0 0 1 0 0,0 0 0 0 0,0 1-1 0 0,0-1 1 0 0,0 0-1 0 0,1 1 1 0 0,-1-1-1 0 0,0 1 1 0 0,1-1 0 0 0,-1 1-1 0 0,0 2 1 0 0,-6 22 177 0 0,1 0 1 0 0,1 1-1 0 0,2-1 1 0 0,-2 36 0 0 0,1-7-212 0 0,4-49-197 0 0,-3 10-205 0 0,2 0 0 0 0,0 0 1 0 0,1 1-1 0 0,1-1 0 0 0,0 0 0 0 0,4 17 0 0 0,0-18-4422 0 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0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7370 0 0,'7'3'740'0'0,"0"0"0"0"0,0 0 0 0 0,0 0 0 0 0,0-1 0 0 0,0 0 0 0 0,1-1 0 0 0,-1 1 0 0 0,9-1 0 0 0,-15-1-623 0 0,12 2 215 0 0,-1-2-1 0 0,1 0 1 0 0,-1 0-1 0 0,20-3 1 0 0,21-10-3482 0 0,-38 8-1551 0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11 5529 0 0,'-7'-10'4150'0'0,"6"21"-42"0"0,0 12-3628 0 0,-4 27 661 0 0,-5 79 439 0 0,10-114-2235 0 0,1 0 1 0 0,0 0-1 0 0,6 22 1 0 0,-2-22-4602 0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52 6913 0 0,'133'-38'3496'0'0,"-111"34"-2428"0"0,37-3 1 0 0,-2 8-2663 0 0,-41-1 1562 0 0,-9-4-22 0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4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 2761 0 0,'-2'0'320'0'0,"0"1"0"0"0,0-1 0 0 0,0 1 0 0 0,0-1 0 0 0,0 1 0 0 0,0 0 0 0 0,0 0 0 0 0,1 0 0 0 0,-1 0 0 0 0,0 0 0 0 0,1 0 0 0 0,-1 0 0 0 0,1 1 1 0 0,-1-1-1 0 0,1 1 0 0 0,-1-1 0 0 0,1 1 0 0 0,0-1 0 0 0,0 1 0 0 0,0 0 0 0 0,0 0 0 0 0,0-1 0 0 0,0 1 0 0 0,0 0 0 0 0,1 0 0 0 0,-1 0 0 0 0,0 2 1 0 0,0 6 889 0 0,-1 0 1 0 0,2 0-1 0 0,0 0 1 0 0,1 15 0 0 0,0 6-826 0 0,-1-30-363 0 0,1 114 1708 0 0,0-98-2647 0 0,1-1 0 0 0,8 26 0 0 0,-5-26-90 0 0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8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722 68 3225 0 0,'-5'-2'16'0'0,"-21"-12"563"0"0,0 2 1 0 0,-1 0-1 0 0,-32-8 1 0 0,48 18-343 0 0,1 0 0 0 0,0 1 0 0 0,-1 0 0 0 0,1 0 0 0 0,-1 1 0 0 0,0 0 0 0 0,1 1 0 0 0,-1 0 0 0 0,1 1 0 0 0,0 0 0 0 0,-1 1 0 0 0,-12 5 1 0 0,-15 9 120 0 0,0 2 1 0 0,2 1 0 0 0,0 2 0 0 0,1 2 0 0 0,-31 28 0 0 0,51-40-214 0 0,1 2 0 0 0,0 0 0 0 0,1 1 0 0 0,1 0 0 0 0,0 1 0 0 0,1 0 0 0 0,1 0 0 0 0,1 2 0 0 0,0-1 0 0 0,-10 29 0 0 0,9-14-40 0 0,1 0 0 0 0,2 1 0 0 0,1-1 0 0 0,1 1 0 0 0,0 46 0 0 0,4-31-105 0 0,2 0 0 0 0,9 59 0 0 0,-7-87 0 0 0,2-1 0 0 0,0 1 0 0 0,1 0 0 0 0,0-1 0 0 0,2-1 0 0 0,1 1 0 0 0,20 33 0 0 0,-8-21-26 0 0,1 0 0 0 0,2-2 0 0 0,1 0 1 0 0,1-2-1 0 0,1-1 0 0 0,1-1 0 0 0,2-1 1 0 0,0-2-1 0 0,2-1 0 0 0,0-1 0 0 0,58 25 0 0 0,-28-19-259 0 0,126 35 1 0 0,-151-52 303 0 0,1-2 0 0 0,0-2 0 0 0,1-1 0 0 0,70-2 0 0 0,-90-4-81 0 0,0-1 0 0 0,0-1 0 0 0,0-1 0 0 0,-1-1 0 0 0,1 0 0 0 0,-1-2-1 0 0,-1 0 1 0 0,0 0 0 0 0,0-2 0 0 0,-1 0 0 0 0,21-17 0 0 0,-2-2 222 0 0,-2-1 1 0 0,-1-1-1 0 0,50-63 0 0 0,-65 72 204 0 0,-1 0 0 0 0,-1-1 0 0 0,-1-1 1 0 0,-2 0-1 0 0,14-34 0 0 0,-20 40-68 0 0,0 0 0 0 0,-2-1 0 0 0,0 1 0 0 0,-1-1 0 0 0,-1 0 0 0 0,-1 0 0 0 0,0 0 0 0 0,-4-28 0 0 0,-1 8 239 0 0,-3 1 0 0 0,-1 0 0 0 0,-2 0 0 0 0,-1 1 0 0 0,-28-62 0 0 0,29 78-328 0 0,-1 0-1 0 0,0 1 1 0 0,-2 1-1 0 0,0 0 0 0 0,-1 0 1 0 0,-1 2-1 0 0,0-1 1 0 0,-2 2-1 0 0,0 0 0 0 0,-37-26 1 0 0,38 34-133 0 0,-1 0-1 0 0,1 1 1 0 0,-1 1 0 0 0,0 0 0 0 0,-1 1 0 0 0,1 1 0 0 0,-1 1-1 0 0,0 0 1 0 0,0 1 0 0 0,-36 2 0 0 0,-66 9-1512 0 0,7 11-5087 0 0,75-12-71 0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49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790 302 8290 0 0,'-31'-8'780'0'0,"0"2"1"0"0,-1 1-1 0 0,1 1 1 0 0,-1 2-1 0 0,0 1 1 0 0,0 2-1 0 0,1 1 0 0 0,-39 7 1 0 0,44-5-342 0 0,0 1 0 0 0,0 2 0 0 0,0 0 0 0 0,1 2 0 0 0,0 1 0 0 0,1 0 0 0 0,-45 28 0 0 0,52-27-337 0 0,2 1 0 0 0,0 0 0 0 0,0 2 1 0 0,1-1-1 0 0,1 1 0 0 0,0 1 0 0 0,1 1 0 0 0,0 0 1 0 0,2 0-1 0 0,0 1 0 0 0,-12 28 0 0 0,11-19-111 0 0,2 1 0 0 0,0 0 0 0 0,2 0 1 0 0,1 1-1 0 0,2 0 0 0 0,0 0 0 0 0,2 1 0 0 0,1-1 0 0 0,2 0 0 0 0,3 29 0 0 0,-1-35 19 0 0,0-1 1 0 0,2 1-1 0 0,1-1 0 0 0,0 0 1 0 0,2-1-1 0 0,0 1 0 0 0,2-1 1 0 0,0-1-1 0 0,1 0 1 0 0,0 0-1 0 0,2-1 0 0 0,0-1 1 0 0,23 23-1 0 0,-3-10-46 0 0,1-1 0 0 0,2-2 1 0 0,0-2-1 0 0,2-1 0 0 0,1-2 1 0 0,56 24-1 0 0,-37-23-104 0 0,1-2 0 0 0,1-3 0 0 0,0-3 0 0 0,63 8 0 0 0,-83-18-24 0 0,-1-1 0 0 0,1-3 0 0 0,0-1 0 0 0,-1-1 0 0 0,1-3 0 0 0,67-14-1 0 0,-75 9 308 0 0,-1 0 1 0 0,0-2-1 0 0,-1-2 0 0 0,-1 0 0 0 0,0-2 0 0 0,0-2 0 0 0,-2 0 0 0 0,43-36 0 0 0,-46 33 95 0 0,-2-1 1 0 0,-1-1-1 0 0,0-1 0 0 0,-2-1 0 0 0,-1 0 1 0 0,0-2-1 0 0,-2 0 0 0 0,-1-1 1 0 0,-1 0-1 0 0,-2-1 0 0 0,17-54 0 0 0,-12 22-90 0 0,-2-2 0 0 0,11-100-1 0 0,-23 135-74 0 0,-2-1 0 0 0,0 0-1 0 0,-2 0 1 0 0,-2 1 0 0 0,0-1 0 0 0,-2 1-1 0 0,0 0 1 0 0,-15-38 0 0 0,10 41-8 0 0,-2 1 0 0 0,0 1 1 0 0,-2 0-1 0 0,0 1 0 0 0,-2 0 0 0 0,0 1 0 0 0,-1 1 0 0 0,-1 0 1 0 0,-1 2-1 0 0,-24-18 0 0 0,9 9-150 0 0,-2 2-1 0 0,0 2 1 0 0,-2 1-1 0 0,0 2 1 0 0,-55-19-1 0 0,38 21-1718 0 0,-2 1-5990 0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0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0 7370 0 0,'-2'4'326'0'0,"1"0"0"0"0,-1-1 0 0 0,1 1 1 0 0,0 0-1 0 0,0 0 0 0 0,0 0 1 0 0,1 0-1 0 0,-1 7 0 0 0,0-6 50 0 0,0 2-228 0 0,0-1 0 0 0,1 0-1 0 0,0 1 1 0 0,0-1 0 0 0,0 1-1 0 0,1-1 1 0 0,-1 1 0 0 0,2-1 0 0 0,-1 1-1 0 0,1-1 1 0 0,0 0 0 0 0,0 0-1 0 0,1 0 1 0 0,-1 0 0 0 0,1 0-1 0 0,1-1 1 0 0,-1 1 0 0 0,6 5-1 0 0,-3-5-115 0 0,0 0 0 0 0,0 0 0 0 0,1-1 0 0 0,0 0-1 0 0,0 0 1 0 0,0-1 0 0 0,1 1 0 0 0,0-2 0 0 0,-1 1-1 0 0,1-1 1 0 0,0 0 0 0 0,1-1 0 0 0,11 2 0 0 0,47 3-145 0 0,-52-6 197 0 0,-1 0 0 0 0,1 1 0 0 0,-1 0 1 0 0,1 1-1 0 0,18 7 0 0 0,-33-10-29 0 0,1 0 0 0 0,0 0 0 0 0,-1 0 1 0 0,1 1-1 0 0,0-1 0 0 0,-1 1 0 0 0,1-1 0 0 0,-1 0 1 0 0,1 1-1 0 0,0-1 0 0 0,-1 1 0 0 0,1-1 0 0 0,-1 1 1 0 0,0-1-1 0 0,1 1 0 0 0,-1-1 0 0 0,1 1 0 0 0,-1 0 1 0 0,0-1-1 0 0,1 1 0 0 0,-1 0 0 0 0,0-1 0 0 0,0 1 1 0 0,0 0-1 0 0,1-1 0 0 0,-1 1 0 0 0,0 0 0 0 0,0 0 1 0 0,0-1-1 0 0,0 1 0 0 0,0 1 0 0 0,-1 0 75 0 0,0 1 0 0 0,0-1 0 0 0,0 1-1 0 0,0-1 1 0 0,0 0 0 0 0,0 1 0 0 0,-1-1-1 0 0,1 0 1 0 0,-3 3 0 0 0,-43 39 1521 0 0,45-42-1552 0 0,-7 4-71 0 0,0 0-1 0 0,0 0 0 0 0,-1-1 1 0 0,0 0-1 0 0,0-1 1 0 0,0 0-1 0 0,-1 0 1 0 0,1-1-1 0 0,-1-1 1 0 0,0 0-1 0 0,1 0 0 0 0,-1-1 1 0 0,0 0-1 0 0,0-1 1 0 0,0 0-1 0 0,0-1 1 0 0,0 0-1 0 0,0-1 1 0 0,0 0-1 0 0,1-1 1 0 0,-1 0-1 0 0,1-1 0 0 0,-17-8 1 0 0,19 7-1844 0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0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7370 0 0,'5'0'3227'0'0,"-4"-1"-2992"0"0,1 1 0 0 0,-1 0 0 0 0,1-1 1 0 0,-1 1-1 0 0,1 0 0 0 0,-1 0 0 0 0,0 0 0 0 0,1 0 1 0 0,-1 1-1 0 0,1-1 0 0 0,-1 0 0 0 0,1 1 0 0 0,-1-1 1 0 0,0 0-1 0 0,1 1 0 0 0,-1 0 0 0 0,0-1 1 0 0,1 1-1 0 0,-1 0 0 0 0,0 0 0 0 0,2 1 0 0 0,8 11 407 0 0,-1 0 0 0 0,-1 1 0 0 0,0 0 0 0 0,-1 0 0 0 0,-1 1 0 0 0,0 0 0 0 0,-1 0-1 0 0,6 21 1 0 0,-7-18-685 0 0,2 0 0 0 0,0-1-1 0 0,1 0 1 0 0,0 0-1 0 0,1-1 1 0 0,14 18 0 0 0,-10-19-1639 0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9:51.3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5985 0 0,'0'-1'30'0'0,"0"0"1"0"0,0 1-1 0 0,0-1 0 0 0,0 0 0 0 0,0 1 0 0 0,1-1 1 0 0,-1 0-1 0 0,0 1 0 0 0,0-1 0 0 0,1 1 0 0 0,-1-1 1 0 0,0 0-1 0 0,0 1 0 0 0,1-1 0 0 0,-1 1 0 0 0,1-1 1 0 0,-1 1-1 0 0,0-1 0 0 0,1 1 0 0 0,-1-1 0 0 0,1 1 0 0 0,-1-1 1 0 0,2 1-1 0 0,16-17 454 0 0,-13 13-111 0 0,1-2 61 0 0,0 1 0 0 0,0-1-1 0 0,1 1 1 0 0,0 1 0 0 0,0-1 0 0 0,0 1 0 0 0,0 1 0 0 0,1-1 0 0 0,-1 1-1 0 0,1 1 1 0 0,0-1 0 0 0,14-1 0 0 0,-17 3-176 0 0,1 1 0 0 0,-1 0 0 0 0,0 0 0 0 0,1 1 0 0 0,-1-1 0 0 0,0 1 0 0 0,1 1 1 0 0,-1-1-1 0 0,0 1 0 0 0,0-1 0 0 0,0 2 0 0 0,0-1 0 0 0,0 0 0 0 0,-1 1 0 0 0,1 0 0 0 0,-1 0 0 0 0,1 1 0 0 0,-1-1 0 0 0,0 1 1 0 0,5 5-1 0 0,-3-1-109 0 0,0-1 0 0 0,0 1 0 0 0,0 0 0 0 0,-1 0 0 0 0,0 1 0 0 0,-1-1 0 0 0,0 1 0 0 0,0 0 0 0 0,-1 0 0 0 0,0 1 0 0 0,-1-1 1 0 0,0 1-1 0 0,0-1 0 0 0,-1 1 0 0 0,-1 0 0 0 0,0 12 0 0 0,-1-9-80 0 0,0 0 1 0 0,-2 0-1 0 0,1 0 1 0 0,-2 0-1 0 0,0 0 0 0 0,0 0 1 0 0,-1-1-1 0 0,-1 0 1 0 0,0 0-1 0 0,-1 0 1 0 0,-9 13-1 0 0,14-23-177 0 0,-66 86-323 0 0,35-55-5845 0 0,18-20-261 0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18:56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37 7834 0 0,'-3'-3'541'0'0,"0"0"0"0"0,0 0-1 0 0,1 0 1 0 0,0 0 0 0 0,-1 0 0 0 0,1-1 0 0 0,0 1 0 0 0,1-1 0 0 0,-3-4 0 0 0,33 47 3637 0 0,101 165-1937 0 0,-8-10-2683 0 0,-120-189 238 0 0,1-1 1 0 0,1 0-1 0 0,-1 1 1 0 0,1-2-1 0 0,-1 1 0 0 0,1 0 1 0 0,0-1-1 0 0,0 1 0 0 0,1-1 1 0 0,-1 0-1 0 0,1-1 1 0 0,7 4-1 0 0,-1 2-3949 0 0,-1 4-1209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3.4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1131 90 9218 0 0,'2'-45'4361'0'0,"-2"41"-4031"0"0,0 1 0 0 0,0 0 0 0 0,1 0 0 0 0,0-1 0 0 0,-1 1 0 0 0,1 0 0 0 0,1 0 0 0 0,-1 0 0 0 0,0 0 1 0 0,1 0-1 0 0,2-4 0 0 0,-4 7-278 0 0,0 0 0 0 0,1-1 0 0 0,-1 1 0 0 0,0 0 0 0 0,1 0 0 0 0,-1 0 0 0 0,0-1-1 0 0,0 1 1 0 0,1 0 0 0 0,-1 0 0 0 0,1 0 0 0 0,-1 0 0 0 0,0 0 0 0 0,1 0 0 0 0,-1 0 0 0 0,0 0 0 0 0,1 0 0 0 0,-1 0 0 0 0,0 0 0 0 0,1 0 0 0 0,-1 0 0 0 0,1 0 0 0 0,-1 0 0 0 0,0 0 0 0 0,1 0 0 0 0,-1 0 0 0 0,0 0 0 0 0,1 0 0 0 0,-1 1 0 0 0,0-1 0 0 0,1 0 0 0 0,-1 0 0 0 0,1 1 0 0 0,11 12 646 0 0,3 19-251 0 0,-5 3-232 0 0,-1 0-1 0 0,-2 0 1 0 0,-1 1 0 0 0,-2 0-1 0 0,-1 43 1 0 0,3 21-30 0 0,45 243 49 0 0,-26-209-87 0 0,9 193 0 0 0,-33-307-152 0 0,-2-11-8 0 0,1 0-1 0 0,0 0 0 0 0,0 0 1 0 0,1 0-1 0 0,0 0 1 0 0,1 0-1 0 0,0 0 1 0 0,1-1-1 0 0,5 15 1 0 0,-60-21-1856 0 0,-144-4 2146 0 0,-213 6 623 0 0,165-1-790 0 0,153-5-53 0 0,-152 16 0 0 0,228-12-192 0 0,1 1 0 0 0,-1 0 1 0 0,1 1-1 0 0,0 0 0 0 0,0 1 0 0 0,-17 9 1 0 0,27-10-1429 0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3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15 3681 0 0,'-11'-6'-701'0'0,"-11"-2"6119"0"0,22 8-5248 0 0,-1 0-1 0 0,0 1 0 0 0,1 0 1 0 0,-1-1-1 0 0,1 1 1 0 0,-1-1-1 0 0,1 1 0 0 0,-1 0 1 0 0,1-1-1 0 0,-1 1 0 0 0,1 0 1 0 0,0-1-1 0 0,-1 1 0 0 0,1 0 1 0 0,0 0-1 0 0,0-1 0 0 0,-1 1 1 0 0,1 0-1 0 0,0 0 0 0 0,0-1 1 0 0,0 1-1 0 0,0 0 0 0 0,0 0 1 0 0,0 0-1 0 0,0-1 0 0 0,0 1 1 0 0,0 0-1 0 0,1 0 1 0 0,-1 0-1 0 0,1 0 0 0 0,37 406 6631 0 0,-18-185-5762 0 0,-2-43-1187 0 0,-7 255 1 0 0,-13-415-180 0 0,0 34-477 0 0,2-50 439 0 0,0 1 1 0 0,0-1 0 0 0,1 1-1 0 0,-1-1 1 0 0,1 1-1 0 0,0-1 1 0 0,0 1 0 0 0,0-1-1 0 0,0 0 1 0 0,1 1 0 0 0,1 2-1 0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4.0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1 456 0 0,'17'3'7429'0'0,"33"0"-4738"0"0,598-6 5489 0 0,-531-1-8557 0 0,187 18 1 0 0,-277-10-170 0 0,-18-2-287 0 0,0-1-1 0 0,-1 0 1 0 0,1-1-1 0 0,13 0 1 0 0,-18-1-302 0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 5985 0 0,'-1'-7'7690'0'0,"5"10"-6463"0"0,3 3-842 0 0,0 0 1 0 0,-1 1-1 0 0,0 0 1 0 0,0 0-1 0 0,-1 0 1 0 0,0 1-1 0 0,0 0 1 0 0,-1 0 0 0 0,0 0-1 0 0,0 0 1 0 0,-1 1-1 0 0,4 14 1 0 0,17 87 984 0 0,17 198 1 0 0,-22-140-1076 0 0,27 142 391 0 0,-7-49-1051 0 0,-18-88-2960 0 0,-19-151-3946 0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5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91 4057 0 0,'3'-18'342'0'0,"4"-29"1325"0"0,1 22 8334 0 0,6 44-8671 0 0,-7-1-782 0 0,-1-1-1 0 0,-1 2 0 0 0,0-1 1 0 0,3 34-1 0 0,0 79 442 0 0,-7-93-773 0 0,6 238 400 0 0,0 6-1394 0 0,4-94-3643 0 0,-8-163-1789 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5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1956 3 4145 0 0,'-2'-1'558'0'0,"-1"1"0"0"0,1-1 1 0 0,0 1-1 0 0,0 0 0 0 0,0 0 0 0 0,-1 0 1 0 0,1 0-1 0 0,0 0 0 0 0,0 1 0 0 0,0-1 1 0 0,0 1-1 0 0,-1-1 0 0 0,-1 2 0 0 0,-2-1 399 0 0,-94 13 3700 0 0,-52-1-2859 0 0,-383 29 328 0 0,263-17-1609 0 0,-305 0-454 0 0,425-18-417 0 0,51 8-2647 0 0,73-8-3815 0 0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6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215 77 3681 0 0,'0'-6'774'0'0,"-1"0"0"0"0,1 0 0 0 0,-1 0 1 0 0,0 0-1 0 0,0 0 0 0 0,-1 1 0 0 0,0-1 0 0 0,-4-10 0 0 0,5 15-612 0 0,1 0-1 0 0,-1 0 0 0 0,1 0 0 0 0,-1 0 0 0 0,1 1 0 0 0,-1-1 0 0 0,0 0 1 0 0,0 1-1 0 0,1-1 0 0 0,-1 0 0 0 0,0 1 0 0 0,0-1 0 0 0,1 1 0 0 0,-1-1 0 0 0,0 1 1 0 0,0-1-1 0 0,0 1 0 0 0,0 0 0 0 0,0-1 0 0 0,0 1 0 0 0,0 0 0 0 0,-2 0 1 0 0,1 0-101 0 0,1 1 0 0 0,-1-1 0 0 0,0 1 0 0 0,0-1 0 0 0,0 1 0 0 0,1 0 1 0 0,-1 0-1 0 0,0 0 0 0 0,1 0 0 0 0,-1 0 0 0 0,1 1 0 0 0,-1-1 0 0 0,1 0 1 0 0,0 1-1 0 0,-1-1 0 0 0,-1 3 0 0 0,-13 17 154 0 0,1 1 0 0 0,0 1 1 0 0,2 0-1 0 0,-19 45 0 0 0,16-27-64 0 0,2 0 0 0 0,-10 50-1 0 0,22-80-123 0 0,0-1-1 0 0,1 0 1 0 0,0 1-1 0 0,1-1 1 0 0,0 1-1 0 0,0-1 1 0 0,1 1-1 0 0,0-1 0 0 0,1 1 1 0 0,5 16-1 0 0,-5-22 11 0 0,0-1 0 0 0,0 1 0 0 0,0-1 0 0 0,1 0 0 0 0,0 0 0 0 0,-1 0 1 0 0,1 0-1 0 0,1-1 0 0 0,-1 1 0 0 0,0-1 0 0 0,1 1 0 0 0,0-1 0 0 0,0 0 0 0 0,0-1 0 0 0,0 1 0 0 0,0-1 0 0 0,0 0 0 0 0,1 0 0 0 0,-1 0 0 0 0,1 0 0 0 0,-1-1 0 0 0,1 0 0 0 0,0 0 0 0 0,-1 0 0 0 0,8 0 0 0 0,-3-1 64 0 0,0 0 0 0 0,-1-1 0 0 0,1 0 0 0 0,0-1 0 0 0,-1 1 0 0 0,1-2 1 0 0,-1 1-1 0 0,1-1 0 0 0,-1 0 0 0 0,0-1 0 0 0,0 0 0 0 0,11-8 0 0 0,-10 6-89 0 0,0 0-1 0 0,-1 0 1 0 0,0-1-1 0 0,-1 0 1 0 0,1-1 0 0 0,-1 1-1 0 0,-1-1 1 0 0,1-1-1 0 0,-2 1 1 0 0,8-14 0 0 0,-12 20-16 0 0,0 0 1 0 0,0 0 0 0 0,0 0 0 0 0,-1 1 0 0 0,1-1 0 0 0,-1 0 0 0 0,1 0 0 0 0,-1 0 0 0 0,0-1 0 0 0,0 1 0 0 0,0 0 0 0 0,0 0 0 0 0,0 0 0 0 0,0 0-1 0 0,0 0 1 0 0,-1 0 0 0 0,1 0 0 0 0,-2-3 0 0 0,0 2 5 0 0,0-1 1 0 0,-1 1-1 0 0,1-1 1 0 0,-1 1-1 0 0,0 0 0 0 0,-5-5 1 0 0,5 5-20 0 0,0 0 1 0 0,0 0 0 0 0,0 0-1 0 0,0-1 1 0 0,0 1 0 0 0,1 0-1 0 0,0-1 1 0 0,0 0-1 0 0,-2-4 1 0 0,3 7 12 0 0,1-1-1 0 0,-1 1 1 0 0,1-1-1 0 0,0 1 1 0 0,0 0-1 0 0,0-1 1 0 0,-1 1-1 0 0,1-1 1 0 0,0 1 0 0 0,1-1-1 0 0,-1 1 1 0 0,0 0-1 0 0,0-1 1 0 0,1 1-1 0 0,-1-1 1 0 0,1 1-1 0 0,-1 0 1 0 0,1 0-1 0 0,-1-1 1 0 0,1 1 0 0 0,0 0-1 0 0,1-2 1 0 0,0 1-12 0 0,0 0 0 0 0,0 0 0 0 0,1 0 1 0 0,-1 0-1 0 0,0 1 0 0 0,1-1 0 0 0,0 1 0 0 0,-1-1 1 0 0,1 1-1 0 0,4-1 0 0 0,1-1-13 0 0,-1 1-1 0 0,1 1 1 0 0,0 0-1 0 0,1 0 1 0 0,-1 0-1 0 0,0 1 1 0 0,9 1-1 0 0,-11-1 64 0 0,-1 1 0 0 0,0 0 0 0 0,0 1 0 0 0,1-1 0 0 0,-1 1-1 0 0,0 0 1 0 0,0 0 0 0 0,-1 1 0 0 0,1-1 0 0 0,0 1 0 0 0,-1 0 0 0 0,0 1 0 0 0,0-1 0 0 0,0 1 0 0 0,5 4-1 0 0,-4-1 88 0 0,-1-1 0 0 0,1 1 0 0 0,-1 0 0 0 0,0 1 0 0 0,-1-1 0 0 0,0 1 0 0 0,0-1 0 0 0,0 1 0 0 0,1 9 0 0 0,1 13 261 0 0,-2 1 0 0 0,-1-1 0 0 0,-1 1 0 0 0,-4 36 0 0 0,2-60-373 0 0,0 37-2974 0 0,1-29-225 0 0,-2 16-3864 0 0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7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311 1 9130 0 0,'-11'3'150'0'0,"1"2"0"0"0,0-1 1 0 0,0 1-1 0 0,0 1 0 0 0,1 0 1 0 0,0 0-1 0 0,-10 8 0 0 0,1 0 500 0 0,-90 70 2220 0 0,95-73-2605 0 0,1 2 0 0 0,0-1 0 0 0,1 1 0 0 0,1 1-1 0 0,0 0 1 0 0,-8 16 0 0 0,16-28-205 0 0,1 0 1 0 0,0 1-1 0 0,-1 0 0 0 0,1-1 0 0 0,1 1 1 0 0,-1 0-1 0 0,0-1 0 0 0,1 1 0 0 0,-1 0 1 0 0,1 0-1 0 0,0-1 0 0 0,0 1 0 0 0,0 0 1 0 0,0 0-1 0 0,0 0 0 0 0,1 0 0 0 0,-1-1 1 0 0,1 1-1 0 0,1 4 0 0 0,0-4 3 0 0,0 1-1 0 0,0-1 1 0 0,1 0-1 0 0,-1 0 1 0 0,1 0-1 0 0,-1 0 1 0 0,1-1-1 0 0,0 1 1 0 0,0-1-1 0 0,0 0 1 0 0,1 1-1 0 0,5 1 1 0 0,9 4 82 0 0,0 0 0 0 0,1-2 1 0 0,0-1-1 0 0,28 6 0 0 0,-36-9-119 0 0,5 1 42 0 0,7 1 42 0 0,-1 1 1 0 0,22 9 0 0 0,-39-13-65 0 0,0 1 0 0 0,-1 0-1 0 0,1 0 1 0 0,-1 1 0 0 0,1-1-1 0 0,-1 1 1 0 0,0 0 0 0 0,0 0-1 0 0,0 0 1 0 0,-1 1 0 0 0,1-1-1 0 0,-1 1 1 0 0,1 0 0 0 0,-1 0-1 0 0,3 6 1 0 0,-6-8 3 0 0,1 1 1 0 0,0-1-1 0 0,-1 1 1 0 0,1-1-1 0 0,-1 1 1 0 0,0 0-1 0 0,0-1 1 0 0,0 1-1 0 0,0-1 1 0 0,-1 1-1 0 0,1-1 1 0 0,-1 1-1 0 0,1 0 1 0 0,-1-1-1 0 0,0 1 1 0 0,0-1-1 0 0,0 0 1 0 0,0 1-1 0 0,-1-1 1 0 0,1 0-1 0 0,-1 0 1 0 0,1 0-1 0 0,-1 0 1 0 0,0 0-1 0 0,1 0 1 0 0,-3 2-1 0 0,-7 6 204 0 0,-1 0 0 0 0,1 0 0 0 0,-15 8 0 0 0,24-17-233 0 0,-29 19 224 0 0,-37 15 0 0 0,44-24-703 0 0,1 2 0 0 0,0 0 0 0 0,-40 32 0 0 0,52-34 282 0 0,7-4 155 0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7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13363 0 0,'1'-2'959'0'0,"0"2"-890"0"0,-1 0-1 0 0,0-1 1 0 0,0 1 0 0 0,0 0-1 0 0,0 0 1 0 0,1 0-1 0 0,-1 0 1 0 0,0 0-1 0 0,0 0 1 0 0,0 0-1 0 0,1 0 1 0 0,-1 0-1 0 0,0 0 1 0 0,0 0-1 0 0,0 0 1 0 0,1 0 0 0 0,-1 0-1 0 0,0 0 1 0 0,0 0-1 0 0,0 0 1 0 0,0 0-1 0 0,1 0 1 0 0,-1 0-1 0 0,0 0 1 0 0,1 1 548 0 0,0 0-549 0 0,9 12 1545 0 0,4 17-117 0 0,4 34-370 0 0,21 128 0 0 0,-5-12-3731 0 0,-25-148 404 0 0,-3-3-4201 0 0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48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 4145 0 0,'4'-3'179'0'0,"0"0"0"0"0,0 1 1 0 0,0 0-1 0 0,0-1 0 0 0,0 2 1 0 0,0-1-1 0 0,1 0 0 0 0,-1 1 0 0 0,1 0 1 0 0,-1 0-1 0 0,1 0 0 0 0,7 0 1 0 0,56 0 2705 0 0,-54 2-2395 0 0,0 1 0 0 0,0 0 0 0 0,-1 1 1 0 0,1 0-1 0 0,-1 1 0 0 0,0 0 0 0 0,0 1 1 0 0,0 1-1 0 0,-1 0 0 0 0,0 1 1 0 0,0 0-1 0 0,0 1 0 0 0,-1 0 0 0 0,18 17 1 0 0,-24-19-395 0 0,1 0 0 0 0,0 0 1 0 0,-1 1-1 0 0,0 0 1 0 0,-1 0-1 0 0,0 0 1 0 0,0 1-1 0 0,0 0 1 0 0,-1-1-1 0 0,0 1 1 0 0,-1 0-1 0 0,0 0 1 0 0,0 1-1 0 0,0-1 1 0 0,-1 0-1 0 0,-1 1 1 0 0,1-1-1 0 0,-1 0 0 0 0,-1 1 1 0 0,1-1-1 0 0,-1 1 1 0 0,-1-1-1 0 0,0 0 1 0 0,0 0-1 0 0,-5 12 1 0 0,1-6-23 0 0,-1 0 1 0 0,0-1 0 0 0,-1 0 0 0 0,-1 0-1 0 0,0-1 1 0 0,0 0 0 0 0,-14 12 0 0 0,-3 1-961 0 0,-55 41 0 0 0,43-40-5601 0 0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2.8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105 514 5985 0 0,'-12'-15'972'0'0,"0"0"-1"0"0,0 0 0 0 0,2-2 0 0 0,0 1 1 0 0,1-1-1 0 0,0-1 0 0 0,2 1 0 0 0,0-2 1 0 0,-6-25-1 0 0,12 44-907 0 0,1 0 0 0 0,0 0 0 0 0,0-1 0 0 0,-1 1 0 0 0,1 0 0 0 0,0-1 0 0 0,0 1 0 0 0,0 0 0 0 0,0-1 0 0 0,-1 1 0 0 0,1 0 0 0 0,0-1 0 0 0,0 1 0 0 0,0 0 0 0 0,0-1 0 0 0,0 1 0 0 0,0-1 0 0 0,0 1 0 0 0,0 0 0 0 0,0-1 0 0 0,0 1 0 0 0,0 0 0 0 0,0-1 0 0 0,0 1 0 0 0,0 0 0 0 0,0-1 0 0 0,1 1 0 0 0,-1-1 0 0 0,0 1 1 0 0,0 0-1 0 0,0 0 0 0 0,0-1 0 0 0,1 1 0 0 0,-1 0 0 0 0,0-1 0 0 0,0 1 0 0 0,1 0 0 0 0,-1 0 0 0 0,0-1 0 0 0,1 1 0 0 0,13 11 765 0 0,13 27-570 0 0,41 84 166 0 0,73 118 73 0 0,-122-213-476 0 0,2-1 1 0 0,0-1 0 0 0,1-1-1 0 0,2-1 1 0 0,0-1 0 0 0,41 28-1 0 0,-58-45-27 0 0,-1-1 71 0 0,-1 0 0 0 0,1-1 0 0 0,-1 0 1 0 0,1 0-1 0 0,0 0 0 0 0,9 3 0 0 0,-13-6-27 0 0,-1 0 0 0 0,1 0 0 0 0,0 0 0 0 0,-1 0 0 0 0,1 0 0 0 0,-1 0 0 0 0,1 0 0 0 0,0 0-1 0 0,-1-1 1 0 0,1 1 0 0 0,-1-1 0 0 0,1 1 0 0 0,0-1 0 0 0,-1 1 0 0 0,0-1 0 0 0,1 0 0 0 0,-1 0 0 0 0,1 0 0 0 0,-1 0 0 0 0,0 0 0 0 0,0 0-1 0 0,1 0 1 0 0,-1 0 0 0 0,0-1 0 0 0,0 1 0 0 0,0 0 0 0 0,0-1 0 0 0,-1 1 0 0 0,1 0 0 0 0,1-3 0 0 0,11-25 137 0 0,-2 0-1 0 0,-1 0 1 0 0,-1-1 0 0 0,-1 0 0 0 0,4-37 0 0 0,-2 18-52 0 0,28-151-46 0 0,33-142-640 0 0,-63 306 329 0 0,11-39-2066 0 0,-15 69 102 0 0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3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159 211 5529 0 0,'-4'-21'1255'0'0,"-1"0"0"0"0,-1 0-1 0 0,-14-31 1 0 0,16 44-796 0 0,-1-1 0 0 0,0 1 0 0 0,0 0 0 0 0,0 0 1 0 0,-1 0-1 0 0,0 1 0 0 0,-1 0 0 0 0,0 0 0 0 0,0 0 0 0 0,-12-7 0 0 0,19 13-360 0 0,-1 1 1 0 0,1-1-1 0 0,-1 1 0 0 0,0-1 1 0 0,1 1-1 0 0,-1 0 0 0 0,0 0 1 0 0,1-1-1 0 0,-1 1 0 0 0,0 0 1 0 0,0 0-1 0 0,1 0 0 0 0,-1-1 1 0 0,0 1-1 0 0,0 0 0 0 0,1 0 1 0 0,-1 0-1 0 0,0 0 0 0 0,0 1 1 0 0,1-1-1 0 0,-1 0 0 0 0,0 0 1 0 0,1 0-1 0 0,-1 1 0 0 0,0-1 1 0 0,1 0-1 0 0,-1 0 0 0 0,0 1 1 0 0,0 0-1 0 0,-1 0 12 0 0,1 1-1 0 0,-1 0 1 0 0,1 0 0 0 0,0-1-1 0 0,-1 1 1 0 0,1 0 0 0 0,0 0-1 0 0,0 0 1 0 0,1 0 0 0 0,-2 3 0 0 0,-1 5 54 0 0,0 1 0 0 0,1-1 0 0 0,0 14 0 0 0,0-5-142 0 0,1-1 0 0 0,1 1 0 0 0,1-1 0 0 0,0 1 0 0 0,2-1 0 0 0,0 1 0 0 0,1-1 0 0 0,8 22 0 0 0,-9-32-16 0 0,0 0 1 0 0,1 0-1 0 0,1 0 0 0 0,-1-1 0 0 0,1 0 0 0 0,0 0 0 0 0,1 0 0 0 0,0 0 0 0 0,0-1 0 0 0,0 0 0 0 0,1 0 0 0 0,0 0 0 0 0,0-1 0 0 0,0 0 0 0 0,1-1 0 0 0,0 0 0 0 0,0 0 0 0 0,0 0 0 0 0,11 3 0 0 0,-15-6 4 0 0,-1 0 0 0 0,1 0 0 0 0,-1 0-1 0 0,1 0 1 0 0,0 0 0 0 0,-1-1 0 0 0,1 0-1 0 0,0 0 1 0 0,-1 0 0 0 0,1 0 0 0 0,0 0-1 0 0,0-1 1 0 0,-1 0 0 0 0,1 1 0 0 0,-1-1-1 0 0,1-1 1 0 0,-1 1 0 0 0,7-4-1 0 0,-7 3 2 0 0,0-1-1 0 0,0 0 0 0 0,0 1 1 0 0,-1-1-1 0 0,1-1 1 0 0,-1 1-1 0 0,0 0 0 0 0,0 0 1 0 0,0-1-1 0 0,0 0 0 0 0,-1 1 1 0 0,0-1-1 0 0,1 0 0 0 0,-1 1 1 0 0,0-1-1 0 0,-1 0 0 0 0,1-7 1 0 0,0-38-57 0 0,-2 39 20 0 0,1 1 0 0 0,0-1 0 0 0,2-17 0 0 0,-1 24 22 0 0,0 0-1 0 0,0 0 1 0 0,0 0-1 0 0,0 0 1 0 0,0 0-1 0 0,1 0 1 0 0,0 0-1 0 0,-1 0 1 0 0,1 0-1 0 0,0 1 1 0 0,0-1-1 0 0,0 1 1 0 0,1-1-1 0 0,-1 1 1 0 0,4-3-1 0 0,2-1 12 0 0,0 0-1 0 0,0 1 1 0 0,1-1-1 0 0,0 1 1 0 0,0 1-1 0 0,0 0 1 0 0,10-3-1 0 0,-17 6-4 0 0,0 1 0 0 0,1-1 0 0 0,-1 1 1 0 0,0 0-1 0 0,0 0 0 0 0,1 0 0 0 0,-1 0 0 0 0,0 0 0 0 0,0 0 0 0 0,1 0 0 0 0,-1 1 0 0 0,0-1 0 0 0,0 1 1 0 0,0 0-1 0 0,0-1 0 0 0,0 1 0 0 0,0 0 0 0 0,0 0 0 0 0,0 1 0 0 0,0-1 0 0 0,0 0 0 0 0,0 1 0 0 0,-1-1 1 0 0,1 1-1 0 0,0-1 0 0 0,-1 1 0 0 0,1 0 0 0 0,-1 0 0 0 0,0-1 0 0 0,0 1 0 0 0,0 0 0 0 0,0 0 0 0 0,0 0 0 0 0,0 1 1 0 0,0-1-1 0 0,-1 0 0 0 0,1 2 0 0 0,5 17 224 0 0,-2 0 1 0 0,0 0-1 0 0,-2-1 1 0 0,0 36-1 0 0,-2-36-348 0 0,1 1 0 0 0,1-1-1 0 0,1 1 1 0 0,0-1 0 0 0,7 20-1 0 0,-4-27-733 0 0,0-1-245 0 0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5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400 62 920 0 0,'20'-30'2085'0'0,"-16"24"-988"0"0,7-20 8990 0 0,-42 53-9211 0 0,3-4-186 0 0,-332 370 3079 0 0,358-391-3668 0 0,1-1 0 0 0,-1 1 1 0 0,1 0-1 0 0,0-1 0 0 0,-1 1 0 0 0,1 0 0 0 0,0 0 0 0 0,0 0 0 0 0,0 0 0 0 0,1 0 1 0 0,-2 4-1 0 0,2-5-59 0 0,1 0 0 0 0,-1 0 0 0 0,1-1 1 0 0,0 1-1 0 0,-1 0 0 0 0,1 0 0 0 0,0-1 1 0 0,-1 1-1 0 0,1 0 0 0 0,0-1 0 0 0,0 1 0 0 0,0 0 1 0 0,0-1-1 0 0,0 1 0 0 0,-1-1 0 0 0,1 0 1 0 0,0 1-1 0 0,0-1 0 0 0,0 0 0 0 0,0 1 1 0 0,0-1-1 0 0,0 0 0 0 0,0 0 0 0 0,0 0 1 0 0,0 0-1 0 0,2 0 0 0 0,32 6 108 0 0,299 68-1140 0 0,-311-66-4138 0 0,-1 1-1708 0 0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6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10 145 5065 0 0,'-1'-1'165'0'0,"1"1"0"0"0,-1-1 0 0 0,0 1 0 0 0,1-1 1 0 0,-1 1-1 0 0,1-1 0 0 0,-1 1 0 0 0,1-1 0 0 0,-1 1 0 0 0,1-1 0 0 0,-1 0 0 0 0,1 1 0 0 0,0-1 0 0 0,-1 0 1 0 0,1 1-1 0 0,0-1 0 0 0,-1 0 0 0 0,1 0 0 0 0,0 1 0 0 0,0-1 0 0 0,0 0 0 0 0,0 0 0 0 0,0 1 0 0 0,0-1 0 0 0,0 0 1 0 0,0 0-1 0 0,0 1 0 0 0,0-1 0 0 0,0 0 0 0 0,0 0 0 0 0,1 1 0 0 0,-1-1 0 0 0,0 0 0 0 0,1 1 0 0 0,-1-1 1 0 0,0 0-1 0 0,1 1 0 0 0,-1-1 0 0 0,1 0 0 0 0,-1 1 0 0 0,1-1 0 0 0,-1 1 0 0 0,1-1 0 0 0,1 0 27 0 0,-1 0 0 0 0,1 0-1 0 0,0 0 1 0 0,-1 1-1 0 0,1-1 1 0 0,-1 1 0 0 0,1-1-1 0 0,0 1 1 0 0,0 0 0 0 0,-1 0-1 0 0,1-1 1 0 0,0 1-1 0 0,0 0 1 0 0,-1 1 0 0 0,1-1-1 0 0,0 0 1 0 0,-1 0-1 0 0,4 2 1 0 0,0 0-40 0 0,-1 0 1 0 0,1 0-1 0 0,-1 1 1 0 0,1 0-1 0 0,-1 0 0 0 0,0 0 1 0 0,0 1-1 0 0,-1 0 1 0 0,1-1-1 0 0,-1 1 0 0 0,1 0 1 0 0,4 8-1 0 0,3 8 248 0 0,16 31 0 0 0,-23-41-300 0 0,6 12 70 0 0,18 38 41 0 0,39 60 0 0 0,-58-105-140 0 0,2 0 1 0 0,0 0 0 0 0,0-1 0 0 0,2 0-1 0 0,-1-1 1 0 0,2-1 0 0 0,0 0 0 0 0,29 19-1 0 0,-43-30-35 0 0,1 0 0 0 0,0-1 0 0 0,-1 1 0 0 0,1-1-1 0 0,0 1 1 0 0,0-1 0 0 0,-1 1 0 0 0,1-1 0 0 0,0 1-1 0 0,0-1 1 0 0,0 0 0 0 0,-1 0 0 0 0,1 1 0 0 0,0-1 0 0 0,0 0-1 0 0,0 0 1 0 0,0 0 0 0 0,0 0 0 0 0,0 0 0 0 0,0 0-1 0 0,-1 0 1 0 0,1 0 0 0 0,0 0 0 0 0,0 0 0 0 0,0-1-1 0 0,0 1 1 0 0,0 0 0 0 0,-1 0 0 0 0,1-1 0 0 0,0 1 0 0 0,0-1-1 0 0,0 1 1 0 0,-1-1 0 0 0,1 1 0 0 0,0-1 0 0 0,0 0-1 0 0,1-3 105 0 0,-1 1-1 0 0,0 0 0 0 0,0-1 0 0 0,0 1 1 0 0,0-1-1 0 0,-1 1 0 0 0,1-8 0 0 0,-1 5-141 0 0,8-69-25 0 0,2 0-1 0 0,4 1 1 0 0,4 0 0 0 0,31-88 0 0 0,-42 145-1260 0 0,1-1 0 0 0,20-32 0 0 0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6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99 4145 0 0,'0'0'319'0'0,"27"-20"7849"0"0,-14 14-5681 0 0,0-1 1 0 0,23-6-1 0 0,66-12-249 0 0,-36 10-2421 0 0,-2 4-1791 0 0,-22 9-2310 0 0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0:57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 4145 0 0,'4'-27'13192'0'0,"3"168"-10102"0"0,8 7-3580 0 0,-11-106-576 0 0,1-5-5714 0 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04.41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56 6449 0 0,'1'-2'73'0'0,"0"0"-1"0"0,0 1 1 0 0,0-1-1 0 0,-1 1 1 0 0,2-1-1 0 0,-1 1 1 0 0,0-1-1 0 0,0 1 1 0 0,0 0-1 0 0,1 0 1 0 0,-1-1-1 0 0,0 1 1 0 0,4-1-1 0 0,24-18-151 0 0,-24 17 128 0 0,-4 2-30 0 0,1 0 0 0 0,-1-1 0 0 0,0 2 0 0 0,1-1 0 0 0,-1 0 0 0 0,1 0 0 0 0,-1 0 0 0 0,1 1 0 0 0,-1-1 0 0 0,1 0 0 0 0,0 1 0 0 0,-1 0 1 0 0,1-1-1 0 0,0 1 0 0 0,-1 0 0 0 0,1 0 0 0 0,0 0 0 0 0,-1 0 0 0 0,1 0 0 0 0,0 0 0 0 0,-1 1 0 0 0,1-1 0 0 0,0 0 0 0 0,-1 1 0 0 0,1-1 1 0 0,-1 1-1 0 0,1 0 0 0 0,-1-1 0 0 0,1 1 0 0 0,-1 0 0 0 0,2 1 0 0 0,4 2 171 0 0,-1-2 184 0 0,0-1 1 0 0,-1 0 0 0 0,1 0-1 0 0,0 0 1 0 0,-1-1 0 0 0,1 1-1 0 0,11-2 1 0 0,10 1 949 0 0,8 1-111 0 0,54-6 0 0 0,-52 2-778 0 0,44 2 0 0 0,47 14 638 0 0,-66-6-286 0 0,88-1-1 0 0,-89-8-581 0 0,0-2-129 0 0,1 3 1 0 0,120 15 0 0 0,63 12-97 0 0,-25-4 248 0 0,104-1-46 0 0,-99-12-108 0 0,20 5 226 0 0,-99-8-112 0 0,77 14 957 0 0,-135-11-1028 0 0,5-3 2 0 0,141-9 1 0 0,92-27 160 0 0,-263 24-268 0 0,165-26 66 0 0,-111 13 19 0 0,182-5 0 0 0,-90 21-97 0 0,163 3 0 0 0,-234 7 80 0 0,202 15-32 0 0,474 17 203 0 0,-605-36-122 0 0,224-18-155 0 0,-220 2-2 0 0,-71 7 47 0 0,280-11 236 0 0,234 40-86 0 0,-210 0-74 0 0,-22 19 35 0 0,-9-1-4 0 0,279-72 70 0 0,-531 18-176 0 0,144 8 42 0 0,-52 3 20 0 0,153-5-120 0 0,-132 4 52 0 0,25 12 18 0 0,-1-1 0 0 0,-15 5-36 0 0,-3 0 0 0 0,175-12 6 0 0,-160 3-15 0 0,465-3 24 0 0,-419-5-11 0 0,-240-1 284 0 0,1-5 0 0 0,148-33 0 0 0,-202 34-830 0 0,86-5 0 0 0,64-16 363 0 0,-70 7 182 0 0,182-10 857 0 0,-243 30-704 0 0,0 3 0 0 0,105 13 0 0 0,-149-7-248 0 0,-1 0 0 0 0,0 2 0 0 0,0 1 0 0 0,-1 0 0 0 0,0 2 0 0 0,30 19 0 0 0,-37-21-144 0 0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07.70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3280 241 3225 0 0,'33'-3'-326'0'0,"-52"-10"-750"0"0,-26 2 1501 0 0,-1 1 1 0 0,0 2-1 0 0,-54-1 0 0 0,62 5-196 0 0,-296-4 1274 0 0,-1 27-745 0 0,136-6-777 0 0,-463 14-609 0 0,641-26 614 0 0,-542 24 110 0 0,82 30 925 0 0,380-41-938 0 0,52-8-61 0 0,3-1 74 0 0,1 2 1 0 0,-1 2-1 0 0,2 2 1 0 0,-49 18 0 0 0,137-28 1032 0 0,153-27 70 0 0,-23 2-672 0 0,511-55 1837 0 0,-296 38-1128 0 0,808-77 445 0 0,1183 11-405 0 0,-2349 106-1164 0 0,-14 0 14 0 0,0 1 1 0 0,1 1-1 0 0,-1 0 0 0 0,0 1 0 0 0,31 8 1 0 0,-48-10-120 0 0,1 0-1 0 0,-1 0 1 0 0,0 0 0 0 0,1 0 0 0 0,-1 0 0 0 0,0 0-1 0 0,0 0 1 0 0,1 0 0 0 0,-1 0 0 0 0,0 0 0 0 0,0 0 0 0 0,1 0-1 0 0,-1 1 1 0 0,0-1 0 0 0,0 0 0 0 0,1 0 0 0 0,-1 0 0 0 0,0 0-1 0 0,0 1 1 0 0,0-1 0 0 0,1 0 0 0 0,-1 0 0 0 0,0 1-1 0 0,0-1 1 0 0,0 0 0 0 0,0 0 0 0 0,0 1 0 0 0,1-1 0 0 0,-1 0-1 0 0,0 0 1 0 0,0 1 0 0 0,0-1 0 0 0,0 0 0 0 0,0 0 0 0 0,0 1-1 0 0,0-1 1 0 0,0 1 0 0 0,-10 6 43 0 0,-21 4-77 0 0,31-11 33 0 0,-128 28-453 0 0,-229 22 0 0 0,236-37 277 0 0,-1131 141-3919 0 0,459-17 2535 0 0,737-126 1458 0 0,-372 81-395 0 0,-435 156 0 0 0,725-205 672 0 0,-89 32 3 0 0,221-72-177 0 0,3-3-7 0 0,0 1 1 0 0,1 0-1 0 0,-1 0 0 0 0,1 0 0 0 0,-1 0 0 0 0,1 1 1 0 0,-1-1-1 0 0,1 0 0 0 0,0 1 0 0 0,0 0 0 0 0,0 0 1 0 0,0-1-1 0 0,0 1 0 0 0,-2 3 0 0 0,4-5 1 0 0,0 1-1 0 0,0-1 1 0 0,0 0 0 0 0,1 1-1 0 0,-1-1 1 0 0,0 0 0 0 0,0 1-1 0 0,0-1 1 0 0,0 0-1 0 0,0 1 1 0 0,1-1 0 0 0,-1 0-1 0 0,0 0 1 0 0,0 1 0 0 0,0-1-1 0 0,1 0 1 0 0,-1 0 0 0 0,0 1-1 0 0,1-1 1 0 0,-1 0-1 0 0,0 0 1 0 0,0 0 0 0 0,1 1-1 0 0,-1-1 1 0 0,0 0 0 0 0,1 0-1 0 0,-1 0 1 0 0,0 0-1 0 0,1 0 1 0 0,-1 0 0 0 0,1 0-1 0 0,-1 0 1 0 0,0 0 0 0 0,1 0-1 0 0,-1 0 1 0 0,17 2 58 0 0,-16-2-50 0 0,79 2 509 0 0,0-4 1 0 0,130-21 0 0 0,-127 13-187 0 0,168-21 509 0 0,1263-133 1386 0 0,6 121-1737 0 0,-1406 46-509 0 0,-12-1-602 0 0,139 21 0 0 0,-240-23 579 0 0,0 0 1 0 0,0 0 0 0 0,0 0-1 0 0,0 0 1 0 0,0 0-1 0 0,0 1 1 0 0,0-1-1 0 0,0 0 1 0 0,0 0 0 0 0,0 1-1 0 0,-1-1 1 0 0,1 1-1 0 0,0-1 1 0 0,0 1 0 0 0,0-1-1 0 0,-1 1 1 0 0,1-1-1 0 0,0 1 1 0 0,0 0-1 0 0,-1 0 14 0 0,0 0-1 0 0,0-1 1 0 0,-1 1-1 0 0,1-1 0 0 0,0 0 1 0 0,-1 1-1 0 0,1-1 0 0 0,0 1 1 0 0,-1-1-1 0 0,1 1 1 0 0,-1-1-1 0 0,1 0 0 0 0,0 1 1 0 0,-1-1-1 0 0,1 0 0 0 0,-1 0 1 0 0,1 1-1 0 0,-1-1 1 0 0,1 0-1 0 0,-1 0 0 0 0,0 0 1 0 0,0 1-1 0 0,-41 11-397 0 0,-161 24 319 0 0,-221 12 0 0 0,345-41 103 0 0,-1103 87-491 0 0,24-2-75 0 0,837-64 3 0 0,-407 41-2303 0 0,9 57-525 0 0,700-121 3354 0 0,19-5 47 0 0,0 0-1 0 0,0 0 1 0 0,1 0 0 0 0,-1 0-1 0 0,0 0 1 0 0,0 0 0 0 0,0 0 0 0 0,0 0-1 0 0,0 0 1 0 0,0 0 0 0 0,0 0 0 0 0,0 0-1 0 0,0 0 1 0 0,0 0 0 0 0,0 1 0 0 0,0-1-1 0 0,0 0 1 0 0,0 0 0 0 0,0 0-1 0 0,0 0 1 0 0,0 0 0 0 0,0 0 0 0 0,0 0-1 0 0,0 0 1 0 0,1 0 0 0 0,-1 0 0 0 0,0 0-1 0 0,0 0 1 0 0,0 0 0 0 0,0 0 0 0 0,0 0-1 0 0,0 0 1 0 0,0 1 0 0 0,0-1-1 0 0,0 0 1 0 0,0 0 0 0 0,0 0 0 0 0,0 0-1 0 0,0 0 1 0 0,0 0 0 0 0,0 0 0 0 0,-1 0-1 0 0,1 0 1 0 0,0 0 0 0 0,35-1 512 0 0,297-37 1253 0 0,-200 21-1053 0 0,1490-155 4403 0 0,-1394 154-4495 0 0,278-17 596 0 0,-282 24-777 0 0,631-18 430 0 0,-638 27-877 0 0,235 2 16 0 0,-320-1 14 0 0,108 5 4 0 0,-227-3-32 0 0,-7-1 0 0 0,0 0 0 0 0,0 0 0 0 0,-1 0 0 0 0,1 1 0 0 0,0 0 0 0 0,0 0 0 0 0,-1 1 0 0 0,1 0 0 0 0,-1-1 0 0 0,1 2 0 0 0,6 3 0 0 0,-12-6-4 0 0,0 0 0 0 0,0 0-1 0 0,0 1 1 0 0,0-1-1 0 0,1 0 1 0 0,-1 0-1 0 0,0 0 1 0 0,0 1-1 0 0,0-1 1 0 0,0 0-1 0 0,0 0 1 0 0,0 1 0 0 0,0-1-1 0 0,0 0 1 0 0,0 0-1 0 0,0 1 1 0 0,0-1-1 0 0,0 0 1 0 0,0 0-1 0 0,0 0 1 0 0,0 1 0 0 0,0-1-1 0 0,0 0 1 0 0,0 0-1 0 0,0 1 1 0 0,0-1-1 0 0,0 0 1 0 0,-1 0-1 0 0,1 0 1 0 0,0 1-1 0 0,0-1 1 0 0,0 0 0 0 0,0 0-1 0 0,0 0 1 0 0,-1 1-1 0 0,1-1 1 0 0,0 0-1 0 0,0 0 1 0 0,0 0-1 0 0,-1 0 1 0 0,1 0 0 0 0,0 0-1 0 0,0 1 1 0 0,0-1-1 0 0,-1 0 1 0 0,1 0-1 0 0,-13 6-405 0 0,11-6 323 0 0,-69 21-539 0 0,0-3-1 0 0,-124 16 1 0 0,195-34 626 0 0,-989 96-1452 0 0,474-55 1278 0 0,-863 115 24 0 0,606-36-1050 0 0,500-79 1136 0 0,250-36 64 0 0,17-1 0 0 0,15-1 0 0 0,99 9-26 0 0,2-6-1 0 0,113-7 0 0 0,-96-1 398 0 0,1409-33 2075 0 0,2-34-2458 0 0,-1358 60 257 0 0,424-12 1224 0 0,-2900 101-1416 0 0,1386-16-2208 0 0,840-58 1938 0 0,-1406 107-3542 0 0,1457-112 3802 0 0,-108 4 288 0 0,106-6-206 0 0,0 0 0 0 0,1-1 0 0 0,-1-1 0 0 0,-22-6 0 0 0,41 9-113 0 0,0 0 1 0 0,0-1-1 0 0,1 1 0 0 0,-1 0 0 0 0,0 0 0 0 0,0 0 1 0 0,0-1-1 0 0,1 1 0 0 0,-1 0 0 0 0,0-1 1 0 0,0 1-1 0 0,1 0 0 0 0,-1-1 0 0 0,0 1 0 0 0,1-1 1 0 0,-1 1-1 0 0,0-1 0 0 0,1 0 0 0 0,-1 1 1 0 0,1-1-1 0 0,-1 0 0 0 0,1 1 0 0 0,-1-1 0 0 0,1 0 1 0 0,0 1-1 0 0,-1-1 0 0 0,1 0 0 0 0,0 0 1 0 0,-1-1-1 0 0,2 0-8 0 0,-1 1 1 0 0,1 0-1 0 0,-1-1 1 0 0,1 1-1 0 0,0 0 1 0 0,0 0-1 0 0,-1-1 1 0 0,1 1-1 0 0,0 0 1 0 0,0 0-1 0 0,0 0 1 0 0,0 0-1 0 0,0 0 1 0 0,1 0-1 0 0,0 0 1 0 0,10-7-33 0 0,0 1 1 0 0,20-9 0 0 0,-31 16 33 0 0,261-101-1122 0 0,-122 50 685 0 0,332-111 210 0 0,104-41 689 0 0,-563 197-529 0 0,4 1 109 0 0,-2-1 0 0 0,1-1-1 0 0,-1-1 1 0 0,0 0 0 0 0,0-1 0 0 0,-1-1 0 0 0,21-18 0 0 0,-34 27-13 0 0,0 1-1 0 0,0-1 1 0 0,0 0-1 0 0,0-1 1 0 0,0 1-1 0 0,0 0 0 0 0,-1 0 1 0 0,1 0-1 0 0,0 0 1 0 0,-1-1-1 0 0,1 1 1 0 0,-1 0-1 0 0,1 0 1 0 0,-1-1-1 0 0,0 1 1 0 0,0 0-1 0 0,1-1 1 0 0,-1 1-1 0 0,0-1 0 0 0,0 1 1 0 0,0 0-1 0 0,0-1 1 0 0,-1 1-1 0 0,1 0 1 0 0,-1-2-1 0 0,0 1 48 0 0,0 0-1 0 0,0 1 1 0 0,0-1-1 0 0,-1 0 1 0 0,1 1-1 0 0,-1-1 1 0 0,1 1-1 0 0,-1 0 1 0 0,1-1-1 0 0,-1 1 1 0 0,0 0-1 0 0,0 0 1 0 0,0 0-1 0 0,-3-1 1 0 0,-7-3 381 0 0,-2 1 0 0 0,1 1-1 0 0,-24-4 1 0 0,36 7-452 0 0,-80-10 458 0 0,-123 0 1 0 0,-84 20-1008 0 0,63 0-964 0 0,-210 1-1338 0 0,434-11 2846 0 0,-20 1-372 0 0,18-2 75 0 0,13-2 189 0 0,79-9-168 0 0,151-1-1 0 0,-31 3 22 0 0,-163 6 310 0 0,0-3-1 0 0,66-18 1 0 0,-106 24-88 0 0,0-1 1 0 0,1 0 0 0 0,-1-1 0 0 0,11-6-1 0 0,-16 9 14 0 0,-1-1-1 0 0,1 1 1 0 0,-1 0-1 0 0,1-1 1 0 0,-1 1-1 0 0,1 0 1 0 0,-1-1-1 0 0,0 1 1 0 0,1-1-1 0 0,-1 1 1 0 0,0-1-1 0 0,1 1 1 0 0,-1-1-1 0 0,0 1 1 0 0,1-1-1 0 0,-1 0 1 0 0,0 1-1 0 0,0-1 1 0 0,0 1-1 0 0,0-1 1 0 0,1 0-1 0 0,-1 1 1 0 0,0-1-1 0 0,0 0 0 0 0,-1-1-7 0 0,0 1-1 0 0,1 0 0 0 0,-1 0 0 0 0,0 0 0 0 0,1 0 0 0 0,-1 0 0 0 0,0 0 0 0 0,0 0 0 0 0,0 0 0 0 0,0 0 0 0 0,0 0 0 0 0,0 1 0 0 0,0-1 0 0 0,0 0 0 0 0,0 1 0 0 0,-3-2 0 0 0,-12-5 219 0 0,-1 0 1 0 0,0 0-1 0 0,-1 2 1 0 0,-29-6-1 0 0,-75-5 927 0 0,90 13-800 0 0,-57-6 315 0 0,-131-18 657 0 0,170 19-967 0 0,0-3-1 0 0,-63-23 1 0 0,93 25 161 0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2.9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72 8290 0 0,'-3'-6'1082'0'0,"0"-1"0"0"0,0 0-1 0 0,1 0 1 0 0,0 0 0 0 0,0 0 0 0 0,0 0 0 0 0,0-13 0 0 0,2 20-1054 0 0,0 0-1 0 0,0 0 1 0 0,0 0-1 0 0,0 0 1 0 0,0 0-1 0 0,0 0 1 0 0,0 0 0 0 0,0 0-1 0 0,0-1 1 0 0,0 1-1 0 0,0 0 1 0 0,0 0-1 0 0,0 0 1 0 0,0 0 0 0 0,0 0-1 0 0,0 0 1 0 0,0 0-1 0 0,0 0 1 0 0,0 0-1 0 0,0-1 1 0 0,0 1-1 0 0,0 0 1 0 0,0 0 0 0 0,0 0-1 0 0,0 0 1 0 0,0 0-1 0 0,0 0 1 0 0,0 0-1 0 0,0 0 1 0 0,0 0 0 0 0,0 0-1 0 0,0-1 1 0 0,0 1-1 0 0,0 0 1 0 0,0 0-1 0 0,0 0 1 0 0,1 0 0 0 0,-1 0-1 0 0,0 0 1 0 0,0 0-1 0 0,0 0 1 0 0,0 0-1 0 0,0 0 1 0 0,0 0 0 0 0,0 0-1 0 0,0 0 1 0 0,0 0-1 0 0,1 0 1 0 0,-1 0-1 0 0,0 0 1 0 0,0 0 0 0 0,0 0-1 0 0,0 0 1 0 0,0 0-1 0 0,0 0 1 0 0,0 0-1 0 0,0 0 1 0 0,0 0 0 0 0,0 0-1 0 0,1 0 1 0 0,-1 0-1 0 0,0 0 1 0 0,0 0-1 0 0,0 0 1 0 0,7 8 680 0 0,4 10-206 0 0,-3-1-169 0 0,-1 1 0 0 0,-1-1 0 0 0,-1 1 0 0 0,5 26 0 0 0,5 77 428 0 0,-12-90-689 0 0,10 102 152 0 0,-6-40-188 0 0,4-1 0 0 0,39 157 0 0 0,-44-227-242 0 0,2 7-247 0 0,0-10-6434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3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62 125 4609 0 0,'5'-7'532'0'0,"0"1"-1"0"0,0 0 1 0 0,0 0-1 0 0,1 0 1 0 0,0 1 0 0 0,0 0-1 0 0,0 0 1 0 0,1 0-1 0 0,10-5 1 0 0,70-32 4294 0 0,-76 37-4299 0 0,-3 2 2 0 0,-1 0 0 0 0,1 0 0 0 0,0 1 0 0 0,13-3 0 0 0,-20 5-503 0 0,0-1 1 0 0,0 1-1 0 0,0 0 1 0 0,0 0-1 0 0,0 0 0 0 0,0 0 1 0 0,0 0-1 0 0,0 0 1 0 0,0 0-1 0 0,0 0 1 0 0,0 1-1 0 0,0-1 0 0 0,0 0 1 0 0,-1 1-1 0 0,1-1 1 0 0,0 0-1 0 0,0 1 1 0 0,0-1-1 0 0,0 1 0 0 0,0-1 1 0 0,-1 1-1 0 0,1 0 1 0 0,0-1-1 0 0,-1 1 1 0 0,1 0-1 0 0,0-1 0 0 0,-1 1 1 0 0,1 0-1 0 0,-1 0 1 0 0,1 0-1 0 0,-1-1 0 0 0,1 1 1 0 0,-1 0-1 0 0,0 0 1 0 0,1 0-1 0 0,-1 0 1 0 0,0 0-1 0 0,0 0 0 0 0,1 0 1 0 0,-1 0-1 0 0,0 0 1 0 0,0 0-1 0 0,0 0 1 0 0,0 0-1 0 0,-1 0 0 0 0,1 0 1 0 0,0 0-1 0 0,0 0 1 0 0,-1 1-1 0 0,-4 20-5 0 0,0-1-1 0 0,-2 1 1 0 0,0-1 0 0 0,-1-1 0 0 0,-19 34-1 0 0,-66 94 149 0 0,69-111-122 0 0,-24 29 254 0 0,27-39 220 0 0,1 1 0 0 0,-19 36 1 0 0,39-64-483 0 0,0 1 0 0 0,-1 0 0 0 0,1-1 0 0 0,0 1 0 0 0,-1-1 0 0 0,1 1 0 0 0,0 0 0 0 0,0-1 1 0 0,-1 1-1 0 0,1-1 0 0 0,0 1 0 0 0,0 0 0 0 0,0-1 0 0 0,0 1 0 0 0,0 0 0 0 0,0-1 0 0 0,0 1 1 0 0,0 0-1 0 0,0-1 0 0 0,0 1 0 0 0,1 0 0 0 0,-1-1 0 0 0,0 1 0 0 0,0 0 0 0 0,1-1 0 0 0,-1 1 1 0 0,0-1-1 0 0,1 1 0 0 0,0 0-6 0 0,0 0 0 0 0,0-1-1 0 0,0 1 1 0 0,0 0 0 0 0,0-1 0 0 0,1 0 0 0 0,-1 1 0 0 0,0-1 0 0 0,0 0 0 0 0,0 1 0 0 0,0-1-1 0 0,1 0 1 0 0,-1 0 0 0 0,2 0 0 0 0,46-6 230 0 0,-44 5-181 0 0,72-16 79 0 0,-26 5 186 0 0,73-7 1 0 0,-109 18-647 0 0,0 0 1 0 0,0 1-1 0 0,0 1 1 0 0,0 0 0 0 0,0 1-1 0 0,-1 1 1 0 0,1 0-1 0 0,0 1 1 0 0,20 8 0 0 0,-13-1-7392 0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3.6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234 140 6449 0 0,'-3'-11'911'0'0,"0"0"0"0"0,-1 1 0 0 0,0 0 0 0 0,0-1 0 0 0,-1 2 0 0 0,-1-1 0 0 0,-11-16-1 0 0,14 22-483 0 0,0 0 0 0 0,-1 0 0 0 0,1 1-1 0 0,-1-1 1 0 0,0 1 0 0 0,-1 0 0 0 0,1 0 0 0 0,-6-4-1 0 0,7 6-247 0 0,1 0 0 0 0,-1 0 0 0 0,1 0 0 0 0,-1 1 0 0 0,0-1 0 0 0,1 0 0 0 0,-1 1 0 0 0,0 0 0 0 0,1 0 0 0 0,-1 0-1 0 0,0 0 1 0 0,1 0 0 0 0,-1 0 0 0 0,0 1 0 0 0,1-1 0 0 0,-6 2 0 0 0,4 1-58 0 0,0-1 1 0 0,0 0-1 0 0,0 1 0 0 0,0 0 1 0 0,1 0-1 0 0,-1 0 0 0 0,1 0 1 0 0,0 1-1 0 0,0 0 1 0 0,0-1-1 0 0,0 1 0 0 0,0 0 1 0 0,1 0-1 0 0,-4 9 0 0 0,-3 8-44 0 0,-11 37 0 0 0,17-50-54 0 0,0 2-19 0 0,0 1 1 0 0,1 0 0 0 0,0 0 0 0 0,0 0 0 0 0,2 0 0 0 0,-1 0-1 0 0,1 0 1 0 0,1 0 0 0 0,0 0 0 0 0,0 0 0 0 0,5 17 0 0 0,-4-22-6 0 0,0-1 1 0 0,0 0 0 0 0,1 1 0 0 0,-1-1 0 0 0,1 0-1 0 0,0-1 1 0 0,1 1 0 0 0,-1 0 0 0 0,1-1 0 0 0,0 0-1 0 0,0 0 1 0 0,0 0 0 0 0,0 0 0 0 0,1-1 0 0 0,0 1 0 0 0,-1-1-1 0 0,1-1 1 0 0,0 1 0 0 0,1-1 0 0 0,-1 1 0 0 0,0-1-1 0 0,1-1 1 0 0,-1 1 0 0 0,8 0 0 0 0,-8-1-47 0 0,0-1-1 0 0,1 1 1 0 0,-1-1 0 0 0,0 0 0 0 0,1-1 0 0 0,-1 1-1 0 0,0-1 1 0 0,1 0 0 0 0,-1-1 0 0 0,0 1-1 0 0,0-1 1 0 0,0 0 0 0 0,6-3 0 0 0,-3 0-624 0 0,1 0 1 0 0,-2-1-1 0 0,1 1 1 0 0,0-2-1 0 0,-1 1 1 0 0,10-12-1 0 0,-2 0-5745 0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4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4345 0 0,'8'-17'-608'0'0,"9"-9"5345"0"0,-17 25-4471 0 0,1 0 0 0 0,0 0 266 0 0,-1 0-266 0 0,1 1 0 0 0,0-1-1 0 0,-1 1 1 0 0,1-1 0 0 0,0 1 0 0 0,0 0 0 0 0,-1-1 0 0 0,1 1 0 0 0,0 0 0 0 0,0-1-1 0 0,-1 1 1 0 0,1 0 0 0 0,0 0 0 0 0,0 0 0 0 0,0 0 0 0 0,0 0 0 0 0,1 0 0 0 0,-1 0-35 0 0,0 1 1 0 0,0-1-1 0 0,0 1 1 0 0,0 0-1 0 0,1 0 1 0 0,-1-1-1 0 0,0 1 1 0 0,0 0-1 0 0,-1 0 1 0 0,1 0-1 0 0,0 0 1 0 0,0 0-1 0 0,0 0 1 0 0,-1 0 0 0 0,1 1-1 0 0,0-1 1 0 0,-1 0-1 0 0,1 3 1 0 0,8 17 709 0 0,-2 1 1 0 0,-1 0 0 0 0,5 34 0 0 0,-6-28-899 0 0,16 50 1 0 0,-19-70-42 0 0,2 0 0 0 0,-1 0 0 0 0,1-1-1 0 0,1 1 1 0 0,-1-1 0 0 0,1 0 0 0 0,0 0-1 0 0,1 0 1 0 0,0-1 0 0 0,8 8 0 0 0,-14-14-3 0 0,1 0-1 0 0,-1 0 1 0 0,0 1 0 0 0,1-1-1 0 0,-1 0 1 0 0,1 0 0 0 0,-1 0-1 0 0,0 0 1 0 0,1 0 0 0 0,-1 0-1 0 0,1 0 1 0 0,-1 0 0 0 0,1 0-1 0 0,-1-1 1 0 0,0 1 0 0 0,1 0-1 0 0,-1 0 1 0 0,0 0 0 0 0,1 0 0 0 0,-1 0-1 0 0,1-1 1 0 0,-1 1 0 0 0,0 0-1 0 0,1 0 1 0 0,-1-1 0 0 0,0 1-1 0 0,1 0 1 0 0,-1-1 0 0 0,0 1-1 0 0,0 0 1 0 0,1-1 0 0 0,-1 1-1 0 0,0 0 1 0 0,0-1 0 0 0,0 1-1 0 0,0 0 1 0 0,1-1 0 0 0,-1 1-1 0 0,0-1 1 0 0,0 1 0 0 0,0 0 0 0 0,0-1-1 0 0,0 1 1 0 0,0-1 0 0 0,0 1-1 0 0,0 0 1 0 0,0-1 0 0 0,0 0-1 0 0,7-32-150 0 0,-5 21 155 0 0,3-8-12 0 0,1 1-1 0 0,0-1 1 0 0,14-25-1 0 0,-18 40 34 0 0,1 0 1 0 0,-1 0 0 0 0,1 0-1 0 0,1 1 1 0 0,-1-1-1 0 0,0 1 1 0 0,1 0 0 0 0,0 0-1 0 0,0 0 1 0 0,0 1-1 0 0,0-1 1 0 0,1 1 0 0 0,0 0-1 0 0,-1 0 1 0 0,1 1-1 0 0,0-1 1 0 0,9-2 0 0 0,-12 5-5 0 0,1-1 0 0 0,-1 1 0 0 0,0 0 0 0 0,0 0 0 0 0,1 0 0 0 0,-1 0 1 0 0,0 0-1 0 0,1 1 0 0 0,-1-1 0 0 0,0 1 0 0 0,0-1 0 0 0,1 1 0 0 0,-1 0 1 0 0,0 0-1 0 0,0 0 0 0 0,0 0 0 0 0,0 0 0 0 0,0 1 0 0 0,0-1 1 0 0,-1 0-1 0 0,1 1 0 0 0,0 0 0 0 0,-1-1 0 0 0,1 1 0 0 0,-1 0 0 0 0,1 0 1 0 0,-1 0-1 0 0,0 0 0 0 0,1 2 0 0 0,5 8 37 0 0,-2 1-1 0 0,1-1 1 0 0,6 27 0 0 0,-3-10-263 0 0,-3-15-1481 0 0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4.7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8290 0 0,'0'0'119'0'0,"-1"-1"-1"0"0,1 1 1 0 0,0-1 0 0 0,0 1 0 0 0,0 0 0 0 0,0-1-1 0 0,0 1 1 0 0,0-1 0 0 0,0 1 0 0 0,0-1-1 0 0,0 1 1 0 0,1-1 0 0 0,-1 1 0 0 0,0 0 0 0 0,0-1-1 0 0,0 1 1 0 0,0-1 0 0 0,1 1 0 0 0,-1 0 0 0 0,0-1-1 0 0,0 1 1 0 0,1-1 0 0 0,-1 1 0 0 0,0 0 0 0 0,1 0-1 0 0,-1-1 1 0 0,0 1 0 0 0,1 0 0 0 0,-1-1 0 0 0,0 1-1 0 0,1 0 1 0 0,11 6 3988 0 0,-9-3-3566 0 0,0 0-1 0 0,-1-1 1 0 0,0 1 0 0 0,1 1-1 0 0,-1-1 1 0 0,0 0-1 0 0,2 6 1 0 0,-1 3-64 0 0,-1 0-1 0 0,0 1 0 0 0,1 16 1 0 0,-4 37-2276 0 0,-1-54 317 0 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4.9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 9674 0 0,'0'-2'1992'0'0,"1"2"-1479"0"0,-1-1 7 0 0,2 1-288 0 0,1 0-56 0 0,0 0 144 0 0,18 15-4617 0 0,-15-8 2729 0 0,-3 3 1224 0 0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5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185 1 5985 0 0,'-4'1'217'0'0,"0"1"-1"0"0,-1-1 0 0 0,1 1 0 0 0,0 0 0 0 0,0 0 1 0 0,0 1-1 0 0,0-1 0 0 0,1 1 0 0 0,-1 0 1 0 0,1 0-1 0 0,-5 4 0 0 0,0 1 273 0 0,5-6-380 0 0,-18 15 863 0 0,1 2 1 0 0,-24 26 0 0 0,40-41-811 0 0,1 0 1 0 0,-1 1 0 0 0,1-1-1 0 0,0 1 1 0 0,0-1 0 0 0,0 1 0 0 0,1 0-1 0 0,-1 0 1 0 0,1 0 0 0 0,1 0 0 0 0,-1 1-1 0 0,1-1 1 0 0,0 1 0 0 0,0-1-1 0 0,0 1 1 0 0,1-1 0 0 0,-1 1 0 0 0,2 8-1 0 0,1-10-93 0 0,-1 0 0 0 0,1 0-1 0 0,0 0 1 0 0,1 0 0 0 0,-1-1 0 0 0,0 1-1 0 0,1-1 1 0 0,0 0 0 0 0,0 0 0 0 0,0 0-1 0 0,0 0 1 0 0,0 0 0 0 0,1-1 0 0 0,-1 1-1 0 0,1-1 1 0 0,0 0 0 0 0,4 2 0 0 0,12 5 280 0 0,0 0 1 0 0,22 5 0 0 0,-28-9-100 0 0,-1-1-21 0 0,29 10 262 0 0,-41-14-468 0 0,1 1 0 0 0,0 0 0 0 0,0 0 0 0 0,0 0-1 0 0,-1 0 1 0 0,1 0 0 0 0,-1 0 0 0 0,1 0 0 0 0,-1 0-1 0 0,1 1 1 0 0,-1-1 0 0 0,0 1 0 0 0,1-1 0 0 0,-1 1-1 0 0,0-1 1 0 0,2 4 0 0 0,-3-3-23 0 0,0-1 1 0 0,-1 0-1 0 0,1 0 1 0 0,0 1-1 0 0,0-1 1 0 0,-1 0-1 0 0,1 0 0 0 0,0 1 1 0 0,-1-1-1 0 0,1 0 1 0 0,-1 0-1 0 0,0 0 1 0 0,1 0-1 0 0,-1 0 0 0 0,0 0 1 0 0,0 0-1 0 0,0 0 1 0 0,1 0-1 0 0,-1 0 1 0 0,0 0-1 0 0,0 0 0 0 0,0 0 1 0 0,-1-1-1 0 0,1 1 1 0 0,0-1-1 0 0,0 1 1 0 0,0 0-1 0 0,-2-1 0 0 0,-40 18-439 0 0,38-16 235 0 0,-13 4-1315 0 0,0-2-4521 0 0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5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14 6321 0 0,'-5'-7'280'0'0,"1"1"56"0"0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6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23 202 3681 0 0,'-13'-26'1663'0'0,"3"-18"12115"0"0,11 45-13714 0 0,10 5 1198 0 0,9 8-796 0 0,2 10-45 0 0,-1 0 0 0 0,-2 0-1 0 0,28 46 1 0 0,-29-41-313 0 0,2-1 0 0 0,41 46 0 0 0,-59-72-95 0 0,-1 0-1 0 0,1 0 1 0 0,0 0 0 0 0,-1-1-1 0 0,1 1 1 0 0,0-1 0 0 0,0 0-1 0 0,0 1 1 0 0,0-1 0 0 0,1 0-1 0 0,-1 0 1 0 0,0 0 0 0 0,0 0-1 0 0,1-1 1 0 0,-1 1 0 0 0,0-1-1 0 0,1 1 1 0 0,-1-1 0 0 0,0 0-1 0 0,1 0 1 0 0,-1 0 0 0 0,1 0-1 0 0,3-1 1 0 0,-3 0 13 0 0,-1-1 1 0 0,1 1-1 0 0,0-1 0 0 0,-1 0 1 0 0,1 1-1 0 0,-1-1 0 0 0,0 0 0 0 0,1-1 1 0 0,-1 1-1 0 0,0 0 0 0 0,-1-1 1 0 0,1 1-1 0 0,0-1 0 0 0,-1 0 1 0 0,1 1-1 0 0,-1-1 0 0 0,0 0 1 0 0,1-3-1 0 0,18-51-16 0 0,15-71-1 0 0,13-40-1934 0 0,-38 143 701 0 0,1 2-295 0 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6.5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1 409 2304 0 0,'1'1'90'0'0,"1"0"-1"0"0,0-1 0 0 0,-1 1 0 0 0,1-1 0 0 0,0 0 0 0 0,0 1 0 0 0,-1-1 1 0 0,1 0-1 0 0,0 0 0 0 0,0 0 0 0 0,-1 0 0 0 0,1 0 0 0 0,0-1 0 0 0,0 1 0 0 0,-1 0 1 0 0,1-1-1 0 0,0 1 0 0 0,-1-1 0 0 0,4-1 0 0 0,34-19 3259 0 0,-29 14-3097 0 0,6-2 477 0 0,-1-1 1 0 0,0-1 0 0 0,-1-1 0 0 0,-1 0-1 0 0,0 0 1 0 0,0-1 0 0 0,-1-1 0 0 0,-1 0-1 0 0,10-17 1 0 0,-15 22-547 0 0,0-1 0 0 0,-1 1-1 0 0,0-1 1 0 0,-1 0 0 0 0,0 0 0 0 0,-1-1 0 0 0,0 1 0 0 0,-1-1-1 0 0,0 0 1 0 0,0 1 0 0 0,-1-1 0 0 0,-1 0 0 0 0,1 0-1 0 0,-2 0 1 0 0,0 0 0 0 0,-3-15 0 0 0,4 24-209 0 0,-1-1 0 0 0,0 0-1 0 0,0 0 1 0 0,0 1 0 0 0,0-1 0 0 0,0 0 0 0 0,-1 1 0 0 0,1-1 0 0 0,-1 1-1 0 0,0 0 1 0 0,0-1 0 0 0,0 1 0 0 0,0 0 0 0 0,0 0 0 0 0,0 0 0 0 0,0 0 0 0 0,-1 1-1 0 0,1-1 1 0 0,-1 1 0 0 0,-3-3 0 0 0,4 4-17 0 0,0 0-1 0 0,0 0 1 0 0,1-1-1 0 0,-1 1 1 0 0,0 0 0 0 0,0 1-1 0 0,1-1 1 0 0,-1 0-1 0 0,0 0 1 0 0,1 1 0 0 0,-1-1-1 0 0,0 1 1 0 0,1 0-1 0 0,-1-1 1 0 0,1 1-1 0 0,-1 0 1 0 0,1 0 0 0 0,-1 0-1 0 0,1 0 1 0 0,-1 0-1 0 0,1 0 1 0 0,0 0 0 0 0,0 0-1 0 0,-1 1 1 0 0,1-1-1 0 0,0 1 1 0 0,0-1 0 0 0,0 0-1 0 0,1 1 1 0 0,-1 0-1 0 0,0-1 1 0 0,1 1 0 0 0,-1-1-1 0 0,1 1 1 0 0,-1 2-1 0 0,-1 1 81 0 0,1 1-1 0 0,-1 0 0 0 0,2 0 0 0 0,-1 0 0 0 0,1 0 0 0 0,-1 0 1 0 0,2 1-1 0 0,-1-1 0 0 0,1 0 0 0 0,0 0 0 0 0,0 0 1 0 0,0 0-1 0 0,1-1 0 0 0,0 1 0 0 0,0 0 0 0 0,1-1 1 0 0,-1 1-1 0 0,1-1 0 0 0,0 0 0 0 0,5 6 0 0 0,-2-2 190 0 0,1 1-1 0 0,1-1 0 0 0,0 0 1 0 0,0-1-1 0 0,1 0 0 0 0,0 0 0 0 0,0-1 1 0 0,1 0-1 0 0,14 8 0 0 0,-20-13-479 0 0,1 0-1 0 0,-1-1 1 0 0,1 1-1 0 0,-1-1 1 0 0,1 0-1 0 0,5 1 1 0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6.7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1 156 2304 0 0,'16'6'882'0'0,"0"0"-1"0"0,-1 2 1 0 0,0 0-1 0 0,0 1 1 0 0,-1 0-1 0 0,0 1 1 0 0,19 17-1 0 0,-12-6 605 0 0,-1 0 0 0 0,-1 1 0 0 0,26 39 1 0 0,-48-66-843 0 0,1-1 0 0 0,-1 0 0 0 0,1 0 0 0 0,0 1 0 0 0,0-2 0 0 0,0 1 0 0 0,1 0 1 0 0,0 0-1 0 0,0-12 0 0 0,0 1-205 0 0,2 0-1 0 0,0-1 1 0 0,5-23 0 0 0,-1 17-1212 0 0,1 1 0 0 0,1-1 0 0 0,0 2 0 0 0,2-1 0 0 0,23-40 0 0 0,-19 42-6147 0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7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3913 0 0,'2'16'514'0'0,"1"-1"0"0"0,0 1 0 0 0,1 0 0 0 0,10 22 0 0 0,-9-26 97 0 0,1-1 0 0 0,0 0 0 0 0,0 0 0 0 0,9 11 0 0 0,-14-20-460 0 0,0-1-1 0 0,1 1 1 0 0,-1-1 0 0 0,1 1 0 0 0,-1-1 0 0 0,1 0 0 0 0,-1 0 0 0 0,1 0 0 0 0,0 1-1 0 0,-1-2 1 0 0,1 1 0 0 0,0 0 0 0 0,0 0 0 0 0,0 0 0 0 0,2 0 0 0 0,-3-1-28 0 0,1-1 0 0 0,-1 1 0 0 0,1 0 1 0 0,-1 0-1 0 0,0-1 0 0 0,1 1 1 0 0,-1-1-1 0 0,0 1 0 0 0,1-1 1 0 0,-1 1-1 0 0,0-1 0 0 0,1 0 0 0 0,-1 0 1 0 0,0 0-1 0 0,0 0 0 0 0,0 1 1 0 0,0-1-1 0 0,0-1 0 0 0,0 1 0 0 0,0 0 1 0 0,0 0-1 0 0,0 0 0 0 0,-1 0 1 0 0,2-2-1 0 0,33-67 2880 0 0,-28 54-2334 0 0,0 0 0 0 0,1 1 0 0 0,18-26-1 0 0,-26 41-632 0 0,1-1 0 0 0,-1 1 0 0 0,1-1 0 0 0,-1 0 0 0 0,0 1 0 0 0,1-1 0 0 0,-1 1 0 0 0,1-1 0 0 0,-1 1 0 0 0,1-1 0 0 0,0 1 0 0 0,-1 0 0 0 0,1-1 0 0 0,-1 1 0 0 0,1 0 0 0 0,0-1 0 0 0,-1 1 0 0 0,1 0 0 0 0,0 0 0 0 0,-1-1 0 0 0,1 1 0 0 0,0 0 0 0 0,-1 0 0 0 0,1 0 0 0 0,0 0 0 0 0,0 0 0 0 0,-1 0 0 0 0,1 0 0 0 0,0 0 0 0 0,-1 0 0 0 0,1 1 0 0 0,1-1 0 0 0,0 1 6 0 0,-1 1 0 0 0,0-1 0 0 0,1 0-1 0 0,-1 1 1 0 0,0-1 0 0 0,0 1 0 0 0,0-1-1 0 0,1 1 1 0 0,-2-1 0 0 0,1 1 0 0 0,0 0-1 0 0,1 2 1 0 0,1 6 59 0 0,1 1-1 0 0,-1 0 0 0 0,2 14 1 0 0,-2 11-12 0 0,-1 0 1 0 0,-2 0-1 0 0,-1 0 0 0 0,-2 1 1 0 0,-11 47-1 0 0,-3-8 143 0 0,-37 105 0 0 0,43-151-920 0 0,-1-1-1 0 0,-2 0 1 0 0,-28 44-1 0 0,18-37-6935 0 0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8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 4145 0 0,'1'-2'189'0'0,"0"1"1"0"0,1 0 0 0 0,-1-1-1 0 0,0 1 1 0 0,1 0 0 0 0,-1 0-1 0 0,1 0 1 0 0,0 0-1 0 0,-1 0 1 0 0,1 0 0 0 0,0 1-1 0 0,-1-1 1 0 0,1 0-1 0 0,0 1 1 0 0,0-1 0 0 0,0 1-1 0 0,0 0 1 0 0,-1 0-1 0 0,1 0 1 0 0,0 0 0 0 0,0 0-1 0 0,0 0 1 0 0,0 0-1 0 0,0 0 1 0 0,-1 1 0 0 0,1-1-1 0 0,0 1 1 0 0,0-1 0 0 0,0 1-1 0 0,-1 0 1 0 0,1 0-1 0 0,2 2 1 0 0,0-1 200 0 0,-1 1 0 0 0,0 0 0 0 0,0 0 0 0 0,-1 0 0 0 0,1 0-1 0 0,0 0 1 0 0,-1 1 0 0 0,0-1 0 0 0,0 1 0 0 0,0-1 0 0 0,0 1 0 0 0,-1 0 0 0 0,3 8 0 0 0,21 126 2914 0 0,-4-20-3276 0 0,-21-117-38 0 0,0-1 0 0 0,0 1-1 0 0,0-1 1 0 0,0 1-1 0 0,0-1 1 0 0,1 0 0 0 0,-1 1-1 0 0,0-1 1 0 0,0 1-1 0 0,0-1 1 0 0,1 1-1 0 0,-1-1 1 0 0,0 0 0 0 0,0 1-1 0 0,1-1 1 0 0,-1 0-1 0 0,0 1 1 0 0,1-1 0 0 0,-1 0-1 0 0,1 1 1 0 0,-1-1-1 0 0,0 0 1 0 0,1 0 0 0 0,-1 1-1 0 0,1-1 1 0 0,-1 0-1 0 0,1 0 1 0 0,-1 0-1 0 0,0 0 1 0 0,1 0 0 0 0,-1 0-1 0 0,1 0 1 0 0,-1 1-1 0 0,1-1 1 0 0,-1 0 0 0 0,1-1-1 0 0,0 1 1 0 0,21-11-528 0 0,16-23-550 0 0,13-27 477 0 0,-39 45 953 0 0,0 0 0 0 0,1 1 0 0 0,1 1-1 0 0,0 0 1 0 0,27-20 0 0 0,-40 33-301 0 0,1 0 0 0 0,-1 0 0 0 0,1 0 0 0 0,-1 1 0 0 0,1-1 0 0 0,-1 0-1 0 0,1 1 1 0 0,0-1 0 0 0,0 1 0 0 0,-1-1 0 0 0,1 1 0 0 0,0 0 0 0 0,0 0 0 0 0,-1 0 0 0 0,1 0 0 0 0,0 0 0 0 0,0 0 0 0 0,0 0 0 0 0,-1 1 0 0 0,1-1-1 0 0,0 0 1 0 0,-1 1 0 0 0,1 0 0 0 0,0-1 0 0 0,-1 1 0 0 0,1 0 0 0 0,-1 0 0 0 0,1 0 0 0 0,-1 0 0 0 0,1 0 0 0 0,-1 0 0 0 0,0 0 0 0 0,1 1-1 0 0,-1-1 1 0 0,1 2 0 0 0,5 6 164 0 0,-1 1 0 0 0,0-1 1 0 0,-1 1-1 0 0,8 19 0 0 0,-2-3 161 0 0,-11-26-367 0 0,7 13 78 0 0,-1-1-1 0 0,1 0 1 0 0,1 0-1 0 0,0-1 1 0 0,15 16-1 0 0,-22-25-145 0 0,1 0 0 0 0,0-1-1 0 0,0 1 1 0 0,0-1-1 0 0,0 1 1 0 0,0-1-1 0 0,0 0 1 0 0,1 0 0 0 0,-1 0-1 0 0,0 0 1 0 0,1 0-1 0 0,-1 0 1 0 0,0-1 0 0 0,1 1-1 0 0,-1-1 1 0 0,1 1-1 0 0,-1-1 1 0 0,1 0-1 0 0,-1 0 1 0 0,1 0 0 0 0,-1-1-1 0 0,1 1 1 0 0,-1 0-1 0 0,1-1 1 0 0,-1 0 0 0 0,0 0-1 0 0,1 1 1 0 0,-1-1-1 0 0,0-1 1 0 0,1 1-1 0 0,-1 0 1 0 0,0 0 0 0 0,0-1-1 0 0,0 1 1 0 0,0-1-1 0 0,-1 0 1 0 0,1 0 0 0 0,3-3-1 0 0,2-4-694 0 0,1-1-1 0 0,-1 1 1 0 0,-1-2 0 0 0,10-18-1 0 0,-13 22 706 0 0,0 0-1 0 0,0 0 0 0 0,1 0 0 0 0,0 0 0 0 0,1 1 0 0 0,-1 0 0 0 0,1 0 1 0 0,0 0-1 0 0,1 0 0 0 0,-1 1 0 0 0,1 0 0 0 0,0 0 0 0 0,10-5 0 0 0,-14 10 144 0 0,1-1 0 0 0,-1 1 0 0 0,1 0 0 0 0,0 0 0 0 0,-1 0 0 0 0,1 1 0 0 0,-1-1 0 0 0,1 0-1 0 0,-1 1 1 0 0,1 0 0 0 0,-1 0 0 0 0,1 0 0 0 0,-1 0 0 0 0,0 0 0 0 0,1 0 0 0 0,-1 0-1 0 0,0 1 1 0 0,0-1 0 0 0,0 1 0 0 0,0 0 0 0 0,3 3 0 0 0,14 8-1501 0 0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8.2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11979 0 0,'-8'1'1307'0'0,"14"3"-646"0"0,-4-3-664 0 0,-1-1 0 0 0,1 1-1 0 0,0 1 1 0 0,-1-1 0 0 0,1 0 0 0 0,0 0 0 0 0,-1 1 0 0 0,1-1 0 0 0,-1 0-1 0 0,2 3 1 0 0,1 6-953 0 0,0 0-1 0 0,0 0 0 0 0,-1 1 1 0 0,2 14-1 0 0,8 24-1224 0 0,-2-23 2042 0 0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49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227 307 5985 0 0,'-1'-2'197'0'0,"-1"0"-1"0"0,1 0 0 0 0,0 0 1 0 0,-1 0-1 0 0,0 0 0 0 0,1 0 1 0 0,-1 1-1 0 0,0-1 0 0 0,0 1 1 0 0,0-1-1 0 0,0 1 0 0 0,0 0 1 0 0,0-1-1 0 0,-1 1 0 0 0,1 0 1 0 0,0 0-1 0 0,-1 1 0 0 0,1-1 1 0 0,-5 0-1 0 0,3 0 44 0 0,-1 1 0 0 0,0 1 0 0 0,1-1 0 0 0,-1 1-1 0 0,1-1 1 0 0,0 1 0 0 0,-1 0 0 0 0,1 1 0 0 0,0-1 0 0 0,-6 3 0 0 0,-4 4 209 0 0,1 0 1 0 0,-1 0 0 0 0,1 1-1 0 0,0 1 1 0 0,-13 13 0 0 0,22-19-388 0 0,0 0 0 0 0,0 0 0 0 0,1 1 0 0 0,-1-1 0 0 0,1 1 0 0 0,0 0 0 0 0,0 0 0 0 0,1 0-1 0 0,-3 6 1 0 0,5-10-75 0 0,-1 0 0 0 0,1 0 0 0 0,0-1 0 0 0,0 1 0 0 0,0 0-1 0 0,0 0 1 0 0,0 0 0 0 0,0 0 0 0 0,0 0 0 0 0,0 0 0 0 0,0 0-1 0 0,0-1 1 0 0,0 1 0 0 0,1 0 0 0 0,-1 0 0 0 0,0 0 0 0 0,0 0-1 0 0,1 0 1 0 0,-1-1 0 0 0,1 1 0 0 0,-1 0 0 0 0,1 0 0 0 0,0 1-1 0 0,1-1-56 0 0,0 0 0 0 0,0 0 0 0 0,-1-1 0 0 0,1 1 0 0 0,0 0 0 0 0,0 0 0 0 0,0-1 0 0 0,0 1 0 0 0,0-1 0 0 0,0 0 0 0 0,0 0 0 0 0,0 0 0 0 0,0 0 0 0 0,0 0 0 0 0,3 0 0 0 0,10-2 27 0 0,0-1-1 0 0,-1 0 1 0 0,0-1-1 0 0,0 0 0 0 0,15-7 1 0 0,-17 5 129 0 0,1 1-1 0 0,0 1 1 0 0,0 1 0 0 0,0-1 0 0 0,0 2-1 0 0,19-2 1 0 0,-31 4-79 0 0,1 0 0 0 0,-1 0 0 0 0,1 1 0 0 0,-1-1 0 0 0,1 0 0 0 0,-1 1 1 0 0,1-1-1 0 0,-1 1 0 0 0,1-1 0 0 0,-1 1 0 0 0,0 0 0 0 0,1-1 0 0 0,-1 1 0 0 0,0 0 0 0 0,1 0 0 0 0,-1 0 0 0 0,0 0 0 0 0,0 0 0 0 0,0 0 0 0 0,1 2 0 0 0,0 0 24 0 0,0 0 1 0 0,0 0-1 0 0,-1 0 0 0 0,1 1 0 0 0,-1-1 0 0 0,0 0 1 0 0,0 1-1 0 0,1 5 0 0 0,-1 5 157 0 0,0-1 0 0 0,0 1 1 0 0,-3 22-1 0 0,-1-3 441 0 0,-11 45 0 0 0,12-68-525 0 0,-1 0 0 0 0,0 0-1 0 0,0 0 1 0 0,-1 0 0 0 0,-1-1 0 0 0,0 1 0 0 0,0-1-1 0 0,-11 14 1 0 0,14-21-96 0 0,0 0 1 0 0,0 0-1 0 0,0 0 0 0 0,0 0 1 0 0,-1 0-1 0 0,1 0 0 0 0,-1-1 0 0 0,1 1 1 0 0,-1-1-1 0 0,0 0 0 0 0,1 0 0 0 0,-1 0 1 0 0,0 0-1 0 0,0 0 0 0 0,0 0 1 0 0,0-1-1 0 0,0 0 0 0 0,1 1 0 0 0,-1-1 1 0 0,0 0-1 0 0,-6-1 0 0 0,7 1-25 0 0,0-1-1 0 0,1 0 0 0 0,-1 1 1 0 0,0-1-1 0 0,0 0 0 0 0,0 0 1 0 0,0 0-1 0 0,1 0 0 0 0,-1-1 1 0 0,0 1-1 0 0,1 0 0 0 0,-1-1 1 0 0,1 1-1 0 0,-1-1 0 0 0,1 1 1 0 0,0-1-1 0 0,0 0 1 0 0,0 0-1 0 0,0 1 0 0 0,0-1 1 0 0,0 0-1 0 0,0 0 0 0 0,0 0 1 0 0,1 0-1 0 0,-1 0 0 0 0,1 0 1 0 0,0 0-1 0 0,-1 0 0 0 0,1 0 1 0 0,0 0-1 0 0,1-4 0 0 0,-1-5-174 0 0,1 0-1 0 0,1 0 1 0 0,0 0-1 0 0,0 1 0 0 0,1-1 1 0 0,5-11-1 0 0,31-64-370 0 0,-13 32 358 0 0,83-168 206 0 0,-12 29 1588 0 0,-88 166-1011 0 0,-8 27-531 0 0,-1-1 0 0 0,0 1-1 0 0,1-1 1 0 0,-1 0 0 0 0,0 1-1 0 0,1-1 1 0 0,-1 0 0 0 0,0 1-1 0 0,0-1 1 0 0,0 0 0 0 0,0 1 0 0 0,0-1-1 0 0,0 0 1 0 0,0 0 0 0 0,0 1-1 0 0,0-1 1 0 0,0 0 0 0 0,0 1-1 0 0,0-1 1 0 0,0 0 0 0 0,0 1-1 0 0,-1-1 1 0 0,1 0 0 0 0,0 1-1 0 0,-1-1 1 0 0,1 0 0 0 0,0 1-1 0 0,-1-1 1 0 0,1 1 0 0 0,-1-1-1 0 0,1 0 1 0 0,-1 0 0 0 0,0 2 7 0 0,0-1 0 0 0,0 1 0 0 0,0-1 0 0 0,0 1 0 0 0,0-1 0 0 0,0 1 0 0 0,0 0 0 0 0,0-1 0 0 0,0 1 0 0 0,1 0 0 0 0,-1 0 1 0 0,0 0-1 0 0,1 0 0 0 0,-1-1 0 0 0,0 1 0 0 0,1 0 0 0 0,-1 0 0 0 0,1 0 0 0 0,-1 0 0 0 0,1 0 0 0 0,0 0 0 0 0,-1 2 0 0 0,-8 29 204 0 0,8-26-142 0 0,-3 11-102 0 0,0 1-1 0 0,2-1 0 0 0,0 1 0 0 0,1 0 0 0 0,1 0 1 0 0,0 0-1 0 0,2-1 0 0 0,5 30 0 0 0,-4-33-29 0 0,1 0 0 0 0,0 0-1 0 0,1 0 1 0 0,0-1 0 0 0,1 0-1 0 0,1 0 1 0 0,0 0-1 0 0,1-1 1 0 0,0 0 0 0 0,1 0-1 0 0,10 10 1 0 0,-18-21 3 0 0,0 0 0 0 0,-1-1 0 0 0,1 1 0 0 0,0 0-1 0 0,0-1 1 0 0,0 1 0 0 0,0 0 0 0 0,0-1 0 0 0,0 1 0 0 0,-1-1 0 0 0,1 0 0 0 0,0 1-1 0 0,0-1 1 0 0,1 0 0 0 0,-1 1 0 0 0,0-1 0 0 0,0 0 0 0 0,0 0 0 0 0,0 0-1 0 0,0 0 1 0 0,0 0 0 0 0,0 0 0 0 0,0 0 0 0 0,0 0 0 0 0,0 0 0 0 0,0-1 0 0 0,0 1-1 0 0,0 0 1 0 0,0-1 0 0 0,0 1 0 0 0,0-1 0 0 0,0 1 0 0 0,0-1 0 0 0,0 1-1 0 0,0-1 1 0 0,-1 0 0 0 0,1 0 0 0 0,0 1 0 0 0,0-1 0 0 0,-1 0 0 0 0,1 0 0 0 0,0 0-1 0 0,0-1 1 0 0,5-6-104 0 0,-1 0 0 0 0,0-1 0 0 0,-1 0 0 0 0,4-9-1 0 0,1 0-89 0 0,-2 4 56 0 0,-3 5 158 0 0,1 1 1 0 0,0 0 0 0 0,0 0-1 0 0,0 1 1 0 0,1 0-1 0 0,7-8 1 0 0,-12 14 46 0 0,1 0 0 0 0,-1 0-1 0 0,1 0 1 0 0,-1 0 0 0 0,1 0 0 0 0,0 0 0 0 0,-1 0 0 0 0,1 1 0 0 0,0-1 0 0 0,0 0 0 0 0,0 1 0 0 0,0 0 0 0 0,-1-1 0 0 0,1 1-1 0 0,0 0 1 0 0,0 0 0 0 0,0 0 0 0 0,0 0 0 0 0,0 0 0 0 0,0 0 0 0 0,0 1 0 0 0,-1-1 0 0 0,1 1 0 0 0,0-1 0 0 0,0 1 0 0 0,0 0-1 0 0,-1 0 1 0 0,1 0 0 0 0,0 0 0 0 0,-1 0 0 0 0,1 0 0 0 0,-1 0 0 0 0,1 0 0 0 0,-1 0 0 0 0,0 1 0 0 0,2 1 0 0 0,4 5 138 0 0,0 0 1 0 0,0 1 0 0 0,-1 0 0 0 0,0 0 0 0 0,8 19 0 0 0,-10-20-210 0 0,0 0 0 0 0,1 0 0 0 0,-1 0 0 0 0,2 0 1 0 0,-1-1-1 0 0,1 0 0 0 0,0 0 0 0 0,11 10 0 0 0,-5-10-1621 0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0.1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5985 0 0,'4'-15'12067'0'0,"25"136"-9131"0"0,14 45-2061 0 0,-20-103-909 0 0,38 75-1 0 0,-39-98-1759 0 0,31 45-1 0 0,-45-73 736 0 0,-1-3-84 0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0.5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8 153 6449 0 0,'-1'0'79'0'0,"1"0"-1"0"0,0 0 0 0 0,0 0 0 0 0,-1 0 0 0 0,1 0 0 0 0,0 0 0 0 0,0 0 0 0 0,0 0 1 0 0,-1 0-1 0 0,1 0 0 0 0,0 0 0 0 0,0 0 0 0 0,-1 0 0 0 0,1 0 0 0 0,-3-2 1173 0 0,3 2-1173 0 0,0 0 0 0 0,0 0 0 0 0,0 0 0 0 0,0-1 0 0 0,0 1 0 0 0,0 0 1 0 0,0 0-1 0 0,0 0 0 0 0,-1-1 0 0 0,1 1 0 0 0,0 0 0 0 0,0 0 0 0 0,0-1 1 0 0,0 1-1 0 0,8-12 1786 0 0,14-8-26 0 0,3 4-1313 0 0,1 0 1 0 0,1 2 0 0 0,0 1 0 0 0,1 2 0 0 0,0 0 0 0 0,1 2 0 0 0,0 1 0 0 0,43-6 0 0 0,-62 12-1224 0 0,1 1 0 0 0,-1 1 0 0 0,16 0 0 0 0,-11 3-5043 0 0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0.7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1 139 6449 0 0,'8'-2'606'0'0,"0"0"0"0"0,0 0-1 0 0,0-1 1 0 0,0 0 0 0 0,-1 0 0 0 0,1-1-1 0 0,-1 0 1 0 0,0 0 0 0 0,8-6-1 0 0,10-5 476 0 0,14-6 394 0 0,-11 5-857 0 0,40-17-1 0 0,-58 30-1289 0 0,0-1 0 0 0,1 1 0 0 0,-1 1 0 0 0,17-2 0 0 0,-8 3-566 0 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1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11522 0 0,'0'2'311'0'0,"0"0"0"0"0,0 0-1 0 0,1 0 1 0 0,-1 0-1 0 0,1 0 1 0 0,-1 0-1 0 0,1 0 1 0 0,0 0-1 0 0,0 0 1 0 0,0 0-1 0 0,1 2 1 0 0,1 1 182 0 0,6 20 1188 0 0,0 1 1 0 0,6 33-1 0 0,1 58-84 0 0,-12 118-1857 0 0,-5-216-75 0 0,-3 59-1010 0 0,3-71 635 0 0,0 0 0 0 0,0 0 1 0 0,-1-1-1 0 0,0 1 0 0 0,0-1 0 0 0,-1 1 0 0 0,1-1 0 0 0,-8 11 0 0 0,7-13-581 0 0,0-2 2 0 0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1.3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4 225 2304 0 0,'-1'-5'409'0'0,"0"0"0"0"0,0 0 0 0 0,1 0 0 0 0,-1 0 0 0 0,1 0 0 0 0,0 1-1 0 0,1-1 1 0 0,-1 0 0 0 0,1 0 0 0 0,2-9 0 0 0,18-48 3423 0 0,-18 56-3564 0 0,0 0 0 0 0,0-1 0 0 0,1 1 0 0 0,-1 1 0 0 0,2-1-1 0 0,-1 1 1 0 0,0-1 0 0 0,1 1 0 0 0,0 0 0 0 0,0 1 0 0 0,1-1 0 0 0,-1 1-1 0 0,1 0 1 0 0,0 1 0 0 0,0-1 0 0 0,0 1 0 0 0,1 0 0 0 0,-1 1 0 0 0,13-4-1 0 0,-9 4 34 0 0,1 1-1 0 0,0 0 1 0 0,0 0-1 0 0,0 1 0 0 0,0 1 1 0 0,0 0-1 0 0,0 0 1 0 0,-1 1-1 0 0,1 1 0 0 0,0-1 1 0 0,18 9-1 0 0,-17-5-202 0 0,0 0 0 0 0,-1 1 0 0 0,0 0 1 0 0,0 0-1 0 0,-1 1 0 0 0,0 1 0 0 0,0 0 0 0 0,-1 0 0 0 0,0 1 0 0 0,-1 0 0 0 0,0 0 0 0 0,0 1 1 0 0,-1 0-1 0 0,-1 1 0 0 0,0-1 0 0 0,0 1 0 0 0,-1 1 0 0 0,6 23 0 0 0,-6-19-72 0 0,-1 0 0 0 0,-1 1-1 0 0,-1-1 1 0 0,0 1 0 0 0,-1-1 0 0 0,-1 1-1 0 0,-1 0 1 0 0,0-1 0 0 0,-2 1 0 0 0,0-1-1 0 0,0 0 1 0 0,-2 0 0 0 0,-11 28 0 0 0,12-36 17 0 0,-1 0 0 0 0,-1 0 0 0 0,1-1 0 0 0,-2 0 0 0 0,1 0 0 0 0,-1-1 1 0 0,0 1-1 0 0,0-2 0 0 0,-1 1 0 0 0,-9 6 0 0 0,13-10-138 0 0,-1 0 0 0 0,1-1 0 0 0,-1 1 0 0 0,1-1 0 0 0,-1 0-1 0 0,0 0 1 0 0,1 0 0 0 0,-1-1 0 0 0,0 1 0 0 0,0-1 0 0 0,0-1 0 0 0,0 1 0 0 0,-1-1 0 0 0,1 1 0 0 0,0-2 0 0 0,0 1-1 0 0,0 0 1 0 0,0-1 0 0 0,0 0 0 0 0,0 0 0 0 0,-9-4 0 0 0,-6-9-1821 0 0,12 5 561 0 0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1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0 134 4609 0 0,'4'-7'459'0'0,"0"0"0"0"0,1 0 0 0 0,0 0-1 0 0,0 0 1 0 0,0 1 0 0 0,1 0 0 0 0,7-6 0 0 0,-1 0 274 0 0,-6 5-133 0 0,1 0 0 0 0,1 0 0 0 0,-1 1 0 0 0,1 0 0 0 0,0 1 0 0 0,1 0 1 0 0,15-8-1 0 0,-21 12-422 0 0,1 0 1 0 0,-1-1 0 0 0,0 2-1 0 0,0-1 1 0 0,0 0 0 0 0,1 1 0 0 0,-1-1-1 0 0,0 1 1 0 0,1 0 0 0 0,-1 0-1 0 0,0 0 1 0 0,1 1 0 0 0,-1-1 0 0 0,0 1-1 0 0,0 0 1 0 0,0 0 0 0 0,1 0-1 0 0,-1 0 1 0 0,0 0 0 0 0,0 1-1 0 0,0-1 1 0 0,-1 1 0 0 0,1 0 0 0 0,0 0-1 0 0,-1 0 1 0 0,4 3 0 0 0,5 8-33 0 0,0 1-1 0 0,16 25 1 0 0,-21-29-63 0 0,0 0 0 0 0,0 0 0 0 0,1-1 0 0 0,1 1-1 0 0,0-2 1 0 0,0 1 0 0 0,0-1 0 0 0,15 10 0 0 0,-21-17-6 0 0,1 0 0 0 0,-1 0 1 0 0,1 0-1 0 0,-1 0 1 0 0,1-1-1 0 0,0 1 0 0 0,-1-1 1 0 0,1 0-1 0 0,0 1 1 0 0,-1-1-1 0 0,1 0 0 0 0,0-1 1 0 0,-1 1-1 0 0,1 0 1 0 0,0-1-1 0 0,-1 0 0 0 0,1 1 1 0 0,-1-1-1 0 0,1 0 1 0 0,-1 0-1 0 0,1 0 0 0 0,-1-1 1 0 0,0 1-1 0 0,0-1 1 0 0,1 1-1 0 0,-1-1 0 0 0,2-2 1 0 0,8-7 45 0 0,-1 0 0 0 0,0-1 0 0 0,13-20 0 0 0,-11 16-74 0 0,2-4-80 0 0,3-6-310 0 0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2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0 185 1376 0 0,'6'-20'1939'0'0,"0"2"-388"0"0,0 0 0 0 0,10-18-1 0 0,-15 32-1205 0 0,0 1-1 0 0,1 0 0 0 0,0 0 1 0 0,0 0-1 0 0,0 0 0 0 0,0 0 0 0 0,0 1 1 0 0,1-1-1 0 0,-1 1 0 0 0,1-1 0 0 0,0 1 1 0 0,-1 0-1 0 0,1 0 0 0 0,0 0 1 0 0,0 0-1 0 0,0 0 0 0 0,7-1 0 0 0,-7 2-70 0 0,1 1-1 0 0,0 0 1 0 0,-1 0 0 0 0,1 0-1 0 0,0 0 1 0 0,-1 0-1 0 0,1 1 1 0 0,0 0-1 0 0,-1 0 1 0 0,1 0-1 0 0,-1 0 1 0 0,1 0 0 0 0,-1 1-1 0 0,0 0 1 0 0,6 3-1 0 0,5 5 70 0 0,0 1 1 0 0,15 14-1 0 0,7 5 112 0 0,-32-27-406 0 0,0 0 1 0 0,0 0 0 0 0,1-1 0 0 0,-1 0-1 0 0,1 0 1 0 0,-1 0 0 0 0,1 0 0 0 0,0-1-1 0 0,0 0 1 0 0,0 0 0 0 0,0 0 0 0 0,-1 0 0 0 0,1-1-1 0 0,0 0 1 0 0,0 0 0 0 0,0 0 0 0 0,8-2-1 0 0,-7 0-2 0 0,-1 0-1 0 0,1 0 1 0 0,-1 0-1 0 0,1-1 1 0 0,-1 0-1 0 0,0 0 0 0 0,0 0 1 0 0,0 0-1 0 0,-1-1 1 0 0,1 0-1 0 0,-1 0 1 0 0,0 0-1 0 0,0 0 1 0 0,5-8-1 0 0,-3 3 73 0 0,30-36-2079 0 0,-30 38 872 0 0,1 0 1 0 0,0 0 0 0 0,1 1 0 0 0,7-6-1 0 0,-1 3 495 0 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1:52.6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156 158 7370 0 0,'-4'-4'453'0'0,"0"0"1"0"0,0 0-1 0 0,-1 0 0 0 0,1 1 1 0 0,-1 0-1 0 0,1-1 1 0 0,-8-2-1 0 0,10 5-241 0 0,0 1 0 0 0,0-1-1 0 0,0 1 1 0 0,0 0 0 0 0,0 0-1 0 0,0 0 1 0 0,0 0-1 0 0,0 0 1 0 0,0 0 0 0 0,0 1-1 0 0,0-1 1 0 0,1 0-1 0 0,-1 1 1 0 0,0 0 0 0 0,0-1-1 0 0,0 1 1 0 0,1 0 0 0 0,-1 0-1 0 0,0 0 1 0 0,1 0-1 0 0,-1 0 1 0 0,0 1 0 0 0,1-1-1 0 0,0 0 1 0 0,-2 3 0 0 0,-4 3-39 0 0,0 1 0 0 0,1 0 1 0 0,0 1-1 0 0,0-1 0 0 0,1 1 1 0 0,0 1-1 0 0,1-1 0 0 0,0 0 1 0 0,1 1-1 0 0,0 0 0 0 0,0 0 1 0 0,1 0-1 0 0,0 0 0 0 0,1 0 1 0 0,0 1-1 0 0,0-1 0 0 0,1 0 1 0 0,1 1-1 0 0,2 11 0 0 0,-2-8-136 0 0,1-1 0 0 0,1 1-1 0 0,0-1 1 0 0,1 0 0 0 0,1 0-1 0 0,0-1 1 0 0,0 1 0 0 0,1-1-1 0 0,1 0 1 0 0,0-1 0 0 0,1 1-1 0 0,0-1 1 0 0,0-1 0 0 0,13 12-1 0 0,-16-17-3 0 0,1 0 0 0 0,0 0-1 0 0,1-1 1 0 0,-1 0-1 0 0,1 0 1 0 0,-1-1 0 0 0,1 1-1 0 0,0-1 1 0 0,0-1 0 0 0,1 0-1 0 0,-1 0 1 0 0,1 0-1 0 0,-1-1 1 0 0,11 1 0 0 0,-11-2 13 0 0,0-1 0 0 0,0 1 0 0 0,0-1 0 0 0,0-1 0 0 0,-1 0 0 0 0,1 0 1 0 0,-1 0-1 0 0,1 0 0 0 0,-1-1 0 0 0,0 0 0 0 0,0-1 0 0 0,0 1 0 0 0,0-1 1 0 0,-1 0-1 0 0,1-1 0 0 0,4-5 0 0 0,-1 0 60 0 0,0 0 0 0 0,-1 0 0 0 0,0-1 0 0 0,-1 0 1 0 0,-1-1-1 0 0,1 1 0 0 0,-2-1 0 0 0,0-1 0 0 0,0 1 0 0 0,-1-1 0 0 0,-1 0 0 0 0,0 0 0 0 0,2-23 1 0 0,-3 21-17 0 0,-1 0 1 0 0,-1 0-1 0 0,0 0 1 0 0,-1 0-1 0 0,-1-1 1 0 0,0 1 0 0 0,-1 1-1 0 0,-1-1 1 0 0,0 0-1 0 0,-1 1 1 0 0,-13-25 0 0 0,11 27-106 0 0,-2 0 1 0 0,1 1 0 0 0,-1 1 0 0 0,-1 0 0 0 0,0 0 0 0 0,-1 0-1 0 0,0 1 1 0 0,-19-11 0 0 0,-23-12-6949 0 0,30 21-459 0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00.13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1080 386 6913 0 0,'-36'-4'185'0'0,"1"2"-1"0"0,-1 1 0 0 0,-52 6 0 0 0,-259 25-142 0 0,-15 0 188 0 0,319-26-19 0 0,31-4-5 0 0,-1 1 0 0 0,1 0 0 0 0,-1 1 0 0 0,1 1 0 0 0,0 0 0 0 0,-22 8 0 0 0,34-10-165 0 0,0-1 0 0 0,1 1-1 0 0,-1-1 1 0 0,0 1-1 0 0,1-1 1 0 0,-1 1-1 0 0,0-1 1 0 0,1 0 0 0 0,-1 1-1 0 0,0-1 1 0 0,1 1-1 0 0,-1-1 1 0 0,1 0-1 0 0,-1 1 1 0 0,1-1 0 0 0,-1 0-1 0 0,1 0 1 0 0,-1 1-1 0 0,1-1 1 0 0,-1 0-1 0 0,1 0 1 0 0,-1 0 0 0 0,1 0-1 0 0,-1 0 1 0 0,1 0-1 0 0,0 1 1 0 0,-1-1-1 0 0,2-1 1 0 0,22 8 203 0 0,15-1-390 0 0,0-2 0 0 0,0-1 1 0 0,75-6-1 0 0,119-26 317 0 0,-171 19-89 0 0,282-41 496 0 0,548-77 1522 0 0,6 27-97 0 0,-735 86-1660 0 0,1137-79 8 0 0,-231 34-3045 0 0,-961 55 1386 0 0,187 16-1 0 0,-293-11 1217 0 0,1 1 0 0 0,0-1-1 0 0,-1 1 1 0 0,1-1-1 0 0,0 1 1 0 0,-1 0 0 0 0,1 0-1 0 0,-1 0 1 0 0,5 3 0 0 0,-7-4 67 0 0,0 0 0 0 0,1 1-150 0 0,-1-1 150 0 0,0 1 0 0 0,1-1 0 0 0,-1 0 0 0 0,0 0 0 0 0,0 0 0 0 0,0 1 0 0 0,0-1 0 0 0,0 0 0 0 0,0 0 0 0 0,0 1 0 0 0,0-1 1 0 0,0 0-1 0 0,0 0 0 0 0,0 0 0 0 0,0 1 0 0 0,0-1 0 0 0,0 0 0 0 0,0 0 0 0 0,0 1 0 0 0,0-1 0 0 0,0 0 0 0 0,-1 0 0 0 0,1 0 0 0 0,0 1 0 0 0,0-1 0 0 0,0 0 0 0 0,0 1 0 0 0,-17 8-680 0 0,-25 3 235 0 0,-1-2 0 0 0,0-2 1 0 0,0-1-1 0 0,-50 0 1 0 0,37-3 248 0 0,-2742 280 3741 0 0,2780-281-3489 0 0,-750 97 1227 0 0,10 43-300 0 0,702-130-963 0 0,-415 105 26 0 0,10 32-1395 0 0,459-150 1348 0 0,1 1 0 0 0,-1-1-1 0 0,1 1 1 0 0,0-1 0 0 0,-1 1-1 0 0,1 0 1 0 0,-1 0 0 0 0,1-1 0 0 0,0 1-1 0 0,0 0 1 0 0,0 0 0 0 0,-1 0-1 0 0,1 1 1 0 0,-1 1 0 0 0,2-3 17 0 0,0 1 1 0 0,0-1-1 0 0,0 0 1 0 0,0 1-1 0 0,0-1 1 0 0,0 1 0 0 0,0-1-1 0 0,0 0 1 0 0,1 1-1 0 0,-1-1 1 0 0,0 0-1 0 0,0 1 1 0 0,0-1-1 0 0,1 1 1 0 0,-1-1-1 0 0,0 0 1 0 0,1 0-1 0 0,-1 1 1 0 0,0-1-1 0 0,0 0 1 0 0,1 1-1 0 0,-1-1 1 0 0,1 0-1 0 0,-1 0 1 0 0,0 0 0 0 0,1 1-1 0 0,-1-1 1 0 0,0 0-1 0 0,1 0 1 0 0,-1 0-1 0 0,1 0 1 0 0,0 0-1 0 0,47 9 26 0 0,40-5 441 0 0,171-17 1 0 0,-173 7-279 0 0,380-33 1385 0 0,75-5 446 0 0,-53 10-1041 0 0,2285-136 1230 0 0,-657 193-3654 0 0,-2088-21 1189 0 0,2-1-295 0 0,-1 2-1 0 0,33 8 0 0 0,-45-3 75 0 0,-17-8 470 0 0,0 0 0 0 0,1 1 0 0 0,-1-1 0 0 0,0 0 0 0 0,0 0 0 0 0,0 1 0 0 0,0-1 0 0 0,0 0 0 0 0,-1 1 0 0 0,1-1 1 0 0,0 0-1 0 0,0 1 0 0 0,0-1 0 0 0,0 0 0 0 0,0 0 0 0 0,0 1 0 0 0,0-1 0 0 0,-1 0 0 0 0,1 0 0 0 0,0 1 0 0 0,0-1 0 0 0,0 0 0 0 0,0 0 0 0 0,-1 0 0 0 0,1 1 0 0 0,0-1 0 0 0,0 0 0 0 0,-1 0 0 0 0,1 0 0 0 0,0 0 0 0 0,0 1 0 0 0,-1-1 1 0 0,1 0-1 0 0,-36 12-574 0 0,-423 52-876 0 0,279-45 1649 0 0,-1482 168 1425 0 0,645-75-503 0 0,106 14 206 0 0,6 27-1461 0 0,773-131-75 0 0,-109 21-567 0 0,173-28 74 0 0,-97 35 0 0 0,161-48 681 0 0,0-1 0 0 0,0 1 0 0 0,-1 0 1 0 0,1 0-1 0 0,0 1 0 0 0,1-1 0 0 0,-7 5 0 0 0,10-7 34 0 0,0 1 0 0 0,0-1 0 0 0,-1 0 0 0 0,1 1 0 0 0,0-1 0 0 0,0 0 0 0 0,-1 1 0 0 0,1-1 0 0 0,0 0 0 0 0,0 1 0 0 0,0-1 0 0 0,0 0 0 0 0,0 1 0 0 0,-1-1 0 0 0,1 1 0 0 0,0-1 0 0 0,0 0 0 0 0,0 1 0 0 0,0-1 0 0 0,0 1 0 0 0,0-1 0 0 0,0 0 0 0 0,0 1 0 0 0,1-1 0 0 0,-1 0 0 0 0,0 1 0 0 0,0-1 0 0 0,0 1-1 0 0,0-1 1 0 0,0 0 0 0 0,1 1 0 0 0,0 0 13 0 0,1 1 0 0 0,-1-1 0 0 0,0 0 0 0 0,1 0 0 0 0,-1 0 0 0 0,1 0 0 0 0,-1-1 0 0 0,1 1 0 0 0,0 0 0 0 0,-1 0 0 0 0,4 0 0 0 0,21 6 128 0 0,0-1 1 0 0,1-1-1 0 0,46 3 1 0 0,86-6 328 0 0,-136-3-416 0 0,631-28 2255 0 0,3-25-687 0 0,-454 36-1415 0 0,1655-186 964 0 0,-870 71-1959 0 0,-983 132 700 0 0,24-3-219 0 0,-28 4 277 0 0,0 0 0 0 0,0 0 0 0 0,0-1 0 0 0,-1 1 0 0 0,1 0 0 0 0,0 0 0 0 0,0 0 0 0 0,-1 0 0 0 0,1-1 0 0 0,0 1 0 0 0,0 0 0 0 0,-1-1 0 0 0,1 1 0 0 0,0-1 0 0 0,-1 1 0 0 0,1-1 0 0 0,0 1 0 0 0,-1-1 0 0 0,1 1 0 0 0,-1-1 0 0 0,1 1 0 0 0,-1-1 0 0 0,1-1 0 0 0,-2 1-20 0 0,0 0 0 0 0,0 0 0 0 0,0 0 1 0 0,0 1-1 0 0,0-1 0 0 0,-1 0 0 0 0,1 1 1 0 0,0-1-1 0 0,0 1 0 0 0,-1-1 0 0 0,1 1 1 0 0,0 0-1 0 0,-1 0 0 0 0,1-1 0 0 0,-2 1 1 0 0,-2-1-98 0 0,-67-11-690 0 0,-1 4-1 0 0,-142 0 1 0 0,171 8 650 0 0,-1314 74-3033 0 0,6 105 5901 0 0,955-122-1258 0 0,-747 140 353 0 0,390-41-3911 0 0,693-142 1633 0 0,5-1-1079 0 0,-94 10 1 0 0,189-29 386 0 0,69-20 1 0 0,-31 7 863 0 0,1729-287 1461 0 0,-741 203 2029 0 0,-479 53-1397 0 0,-4 48 546 0 0,-564 2-2226 0 0,-11 0-60 0 0,-1 0 0 0 0,0 0 0 0 0,0 0 0 0 0,0 0 0 0 0,0 1 0 0 0,0 0 0 0 0,0 1 0 0 0,0-1 0 0 0,10 5 0 0 0,-17-5-61 0 0,0 0-1 0 0,0 0 1 0 0,0 0-1 0 0,0 0 1 0 0,0-1-1 0 0,0 1 1 0 0,-1-1 0 0 0,1 1-1 0 0,0 0 1 0 0,0-1-1 0 0,0 0 1 0 0,-1 1 0 0 0,1-1-1 0 0,0 0 1 0 0,0 0-1 0 0,-3 1 1 0 0,-441 38-4933 0 0,313-31 4492 0 0,-1089 112 667 0 0,361 15 3213 0 0,23 88-1129 0 0,793-209-2312 0 0,-53 20-129 0 0,87-29 150 0 0,-1 0 0 0 0,1 0 1 0 0,0 1-1 0 0,0 0 0 0 0,0 1 1 0 0,-9 9-1 0 0,18-16 20 0 0,1 1-1 0 0,-1-1 1 0 0,0 1 0 0 0,1-1-1 0 0,-1 1 1 0 0,0-1 0 0 0,1 1-1 0 0,-1-1 1 0 0,1 1 0 0 0,-1 0-1 0 0,1-1 1 0 0,-1 1-1 0 0,1 0 1 0 0,0 0 0 0 0,-1-1-1 0 0,1 1 1 0 0,0 0 0 0 0,0 0-1 0 0,-1 0 1 0 0,1-1 0 0 0,0 1-1 0 0,0 0 1 0 0,0 0-1 0 0,0 0 1 0 0,0 0 0 0 0,0-1-1 0 0,0 1 1 0 0,0 0 0 0 0,0 0-1 0 0,1 0 1 0 0,-1 0 0 0 0,0-1-1 0 0,0 1 1 0 0,1 0 0 0 0,-1 0-1 0 0,1-1 1 0 0,-1 1-1 0 0,1 0 1 0 0,-1-1 0 0 0,1 1-1 0 0,-1 0 1 0 0,1-1 0 0 0,-1 1-1 0 0,1-1 1 0 0,0 1 0 0 0,-1-1-1 0 0,1 1 1 0 0,0-1-1 0 0,-1 1 1 0 0,1-1 0 0 0,1 1-1 0 0,5 2-65 0 0,0 0 0 0 0,0 0 0 0 0,1-1 0 0 0,10 2-1 0 0,-17-3 57 0 0,48 8-365 0 0,1-1 0 0 0,80 1 0 0 0,105-12 110 0 0,-206 2 259 0 0,931-49-325 0 0,-97 4 800 0 0,362 67-259 0 0,-1194-19-211 0 0,59 7-5 0 0,-82-8-18 0 0,1 1-1 0 0,-1 0 1 0 0,1 0-1 0 0,-1 1 1 0 0,0 0-1 0 0,0 1 1 0 0,10 5-1 0 0,-17-8 18 0 0,-1-1 1 0 0,1 0-1 0 0,-1 0 0 0 0,1 0 0 0 0,-1 1 0 0 0,1-1 0 0 0,-1 0 1 0 0,1 1-1 0 0,-1-1 0 0 0,0 0 0 0 0,1 1 0 0 0,-1-1 1 0 0,0 0-1 0 0,1 1 0 0 0,-1-1 0 0 0,0 1 0 0 0,1-1 1 0 0,-1 1-1 0 0,0-1 0 0 0,0 1 0 0 0,0-1 0 0 0,0 1 1 0 0,1-1-1 0 0,-1 1 0 0 0,0-1 0 0 0,0 1 0 0 0,0-1 1 0 0,0 1-1 0 0,0-1 0 0 0,0 1 0 0 0,0-1 0 0 0,0 1 1 0 0,0-1-1 0 0,0 1 0 0 0,-1-1 0 0 0,1 1 0 0 0,0-1 1 0 0,0 1-1 0 0,0-1 0 0 0,-1 1 0 0 0,1-1 0 0 0,0 1 1 0 0,0-1-1 0 0,-1 0 0 0 0,1 1 0 0 0,0-1 0 0 0,-1 1 1 0 0,1-1-1 0 0,-1 0 0 0 0,0 1 0 0 0,-25 13-442 0 0,-34 5-45 0 0,-1-3 0 0 0,-94 13-1 0 0,110-22 356 0 0,-1824 259 967 0 0,1843-262-773 0 0,-656 115 1177 0 0,662-114-1250 0 0,13-4 16 0 0,1 0 0 0 0,-1 0 1 0 0,1 1-1 0 0,0 0 1 0 0,0 0-1 0 0,0 1 0 0 0,0-1 1 0 0,0 1-1 0 0,0 1 0 0 0,-6 4 1 0 0,12-8 3 0 0,-1 0 0 0 0,1 1 0 0 0,0-1-1 0 0,0 0 1 0 0,0 0 0 0 0,0 0 0 0 0,0 1 0 0 0,0-1 0 0 0,-1 0 0 0 0,1 0 0 0 0,0 0 0 0 0,0 1 0 0 0,0-1 0 0 0,0 0 0 0 0,0 0 0 0 0,0 1 0 0 0,0-1 0 0 0,0 0 0 0 0,0 0 0 0 0,0 0-1 0 0,0 1 1 0 0,0-1 0 0 0,0 0 0 0 0,0 0 0 0 0,0 1 0 0 0,0-1 0 0 0,1 0 0 0 0,-1 0 0 0 0,0 0 0 0 0,0 1 0 0 0,0-1 0 0 0,0 0 0 0 0,0 0 0 0 0,0 0 0 0 0,1 1 0 0 0,-1-1 0 0 0,0 0-1 0 0,0 0 1 0 0,0 0 0 0 0,1 0 0 0 0,12 7 6 0 0,16 1-163 0 0,26-2-641 0 0,1-3-1 0 0,0-2 0 0 0,-1-2 0 0 0,64-10 0 0 0,-47 5 683 0 0,1208-104 2159 0 0,-632 94 1594 0 0,-630 17-3516 0 0,6 0 48 0 0,1 0 0 0 0,-1 1 0 0 0,0 1 0 0 0,0 2 0 0 0,0 0 0 0 0,26 10 0 0 0,-49-15-170 0 0,-1 1 1 0 0,1-1-1 0 0,-1 0 0 0 0,1 0 0 0 0,-1 0 0 0 0,1 0 0 0 0,-1 1 0 0 0,1-1 0 0 0,-1 0 1 0 0,0 0-1 0 0,1 1 0 0 0,-1-1 0 0 0,1 0 0 0 0,-1 1 0 0 0,0-1 0 0 0,1 0 1 0 0,-1 1-1 0 0,0-1 0 0 0,1 0 0 0 0,-1 1 0 0 0,0-1 0 0 0,0 1 0 0 0,1-1 0 0 0,-1 1 1 0 0,0-1-1 0 0,0 1 0 0 0,0-1 0 0 0,0 1 0 0 0,1-1 0 0 0,-1 1 0 0 0,0-1 1 0 0,0 1-1 0 0,0-1 0 0 0,0 1 0 0 0,0 0 0 0 0,-16 12-249 0 0,-31 3-277 0 0,-308 57-940 0 0,214-49 1166 0 0,-555 90-118 0 0,308-54 559 0 0,179-28 108 0 0,-226 40 374 0 0,7 25 142 0 0,413-94-760 0 0,6-1 8 0 0,0 0 1 0 0,0 1 0 0 0,0 0 0 0 0,1 0-1 0 0,-1 1 1 0 0,1 0 0 0 0,0 1 0 0 0,-15 10-1 0 0,23-15-6 0 0,0 0 0 0 0,-1 0 0 0 0,1 1-1 0 0,0-1 1 0 0,0 0 0 0 0,-1 0 0 0 0,1 1 0 0 0,0-1-1 0 0,0 0 1 0 0,-1 1 0 0 0,1-1 0 0 0,0 0-1 0 0,0 1 1 0 0,-1-1 0 0 0,1 0 0 0 0,0 1 0 0 0,0-1-1 0 0,0 0 1 0 0,0 1 0 0 0,0-1 0 0 0,0 1-1 0 0,0-1 1 0 0,0 0 0 0 0,0 1 0 0 0,0-1 0 0 0,0 1-1 0 0,0-1 1 0 0,0 0 0 0 0,0 1 0 0 0,0-1-1 0 0,0 1 1 0 0,0-1 0 0 0,0 0 0 0 0,1 1 0 0 0,-1-1-1 0 0,0 0 1 0 0,0 1 0 0 0,0-1 0 0 0,1 1-1 0 0,18 8 133 0 0,27 0-65 0 0,-45-9-73 0 0,76 6-570 0 0,143-8 0 0 0,81-26 494 0 0,-237 21 212 0 0,343-40 332 0 0,558-52 1644 0 0,1 84-320 0 0,-946 16-1782 0 0,4 0-8 0 0,-1 1 0 0 0,1 1 0 0 0,43 10 0 0 0,-66-12-14 0 0,1-1-1 0 0,-1 0 1 0 0,1 1 0 0 0,-1-1 0 0 0,0 1-1 0 0,1 0 1 0 0,-1 0 0 0 0,0-1 0 0 0,1 1-1 0 0,-1 0 1 0 0,0 0 0 0 0,2 2 0 0 0,-3-3-12 0 0,0 1 1 0 0,0-1-1 0 0,0 1 0 0 0,1-1 1 0 0,-1 0-1 0 0,0 1 1 0 0,0-1-1 0 0,0 1 1 0 0,0-1-1 0 0,0 0 1 0 0,0 1-1 0 0,0-1 0 0 0,0 1 1 0 0,0-1-1 0 0,0 1 1 0 0,0-1-1 0 0,0 0 1 0 0,0 1-1 0 0,0-1 1 0 0,0 1-1 0 0,-1-1 1 0 0,1 0-1 0 0,0 1 0 0 0,0-1 1 0 0,0 1-1 0 0,-1-1 1 0 0,1 0-1 0 0,-1 1 1 0 0,-1 2-102 0 0,-1-1 1 0 0,0 1-1 0 0,-1-1 1 0 0,1 0 0 0 0,0 0-1 0 0,-1 0 1 0 0,1 0-1 0 0,-7 2 1 0 0,-56 17-865 0 0,-1-2 0 0 0,-83 11-1 0 0,96-20 613 0 0,-417 69-982 0 0,-533 20 0 0 0,-287 42 6031 0 0,1271-138-4633 0 0,-32 6 47 0 0,0 1 0 0 0,-98 35-1 0 0,149-45-88 0 0,-1 1-1 0 0,1-1 1 0 0,0 1-1 0 0,-1-1 1 0 0,1 1 0 0 0,0 0-1 0 0,0 0 1 0 0,0-1-1 0 0,0 1 1 0 0,0 0-1 0 0,-1 0 1 0 0,2 0 0 0 0,-1 0-1 0 0,-1 2 1 0 0,2-3-1 0 0,0 0 0 0 0,0 1 0 0 0,0-1 1 0 0,-1 1-1 0 0,1-1 0 0 0,0 0 0 0 0,1 1 1 0 0,-1-1-1 0 0,0 1 0 0 0,0-1 0 0 0,0 0 0 0 0,0 1 1 0 0,0-1-1 0 0,0 0 0 0 0,0 1 0 0 0,1-1 1 0 0,-1 0-1 0 0,0 1 0 0 0,0-1 0 0 0,0 0 1 0 0,1 1-1 0 0,-1-1 0 0 0,0 0 0 0 0,0 0 1 0 0,1 1-1 0 0,-1-1 0 0 0,0 0 0 0 0,1 0 0 0 0,-1 1 1 0 0,0-1-1 0 0,1 0 0 0 0,4 3-37 0 0,1-1 1 0 0,-1 0-1 0 0,0 0 0 0 0,1-1 1 0 0,9 2-1 0 0,72 8 180 0 0,0-3 1 0 0,103-5-1 0 0,-79-3 61 0 0,1076 24 3681 0 0,-1 31-1893 0 0,-1131-51-1983 0 0,444 50 0 0 0,-463-44-192 0 0,-26 0-315 0 0,-10-10 468 0 0,0 1-1 0 0,-1-1 0 0 0,1 1 1 0 0,0 0-1 0 0,0-1 1 0 0,-1 1-1 0 0,1-1 1 0 0,-1 1-1 0 0,1-1 0 0 0,0 1 1 0 0,-1-1-1 0 0,1 1 1 0 0,-1-1-1 0 0,1 1 1 0 0,-1-1-1 0 0,0 1 0 0 0,1-1 1 0 0,-1 0-1 0 0,1 0 1 0 0,-1 1-1 0 0,0-1 1 0 0,1 0-1 0 0,-1 0 0 0 0,0 1 1 0 0,-27 8-549 0 0,-1 0 0 0 0,0-2 1 0 0,-57 8-1 0 0,47-10 251 0 0,-1558 149-1797 0 0,785-85 2891 0 0,810-69-763 0 0,-75 15 38 0 0,69-13-58 0 0,0 0 0 0 0,0 1 0 0 0,0 0 0 0 0,1 0 0 0 0,-1 1 0 0 0,-13 8 0 0 0,21-11 6 0 0,0-1-1 0 0,-1 0 1 0 0,1 0 0 0 0,0 0 0 0 0,0 1-1 0 0,0-1 1 0 0,-1 0 0 0 0,1 0 0 0 0,0 1-1 0 0,0-1 1 0 0,0 0 0 0 0,-1 0 0 0 0,1 1-1 0 0,0-1 1 0 0,0 0 0 0 0,0 1 0 0 0,0-1-1 0 0,0 0 1 0 0,0 1 0 0 0,0-1 0 0 0,0 0-1 0 0,0 1 1 0 0,0-1 0 0 0,0 0 0 0 0,0 0-1 0 0,0 1 1 0 0,0-1 0 0 0,0 0 0 0 0,0 1-1 0 0,0-1 1 0 0,0 0 0 0 0,0 1 0 0 0,1-1-1 0 0,-1 0 1 0 0,0 0 0 0 0,0 1 0 0 0,0-1-1 0 0,0 0 1 0 0,1 0 0 0 0,-1 1 0 0 0,0-1-1 0 0,0 0 1 0 0,0 0 0 0 0,1 1 0 0 0,-1-1-1 0 0,0 0 1 0 0,1 0 0 0 0,-1 0 0 0 0,0 0-1 0 0,0 0 1 0 0,1 1 0 0 0,-1-1 0 0 0,0 0-1 0 0,1 0 1 0 0,-1 0 0 0 0,0 0 0 0 0,1 0-1 0 0,-1 0 1 0 0,23 7-497 0 0,41 4 7 0 0,95 3-1 0 0,70-9 829 0 0,-176-5-65 0 0,327 1 1621 0 0,395 4 308 0 0,-4 30-521 0 0,-740-32-1588 0 0,-9-2 16 0 0,0 1 0 0 0,0 0 0 0 0,0 2 0 0 0,23 7 0 0 0,-44-11-95 0 0,0 1-1 0 0,0-1 1 0 0,-1 0 0 0 0,1 0-1 0 0,0 1 1 0 0,0-1-1 0 0,0 0 1 0 0,-1 1 0 0 0,1-1-1 0 0,0 1 1 0 0,0-1-1 0 0,-1 1 1 0 0,1-1 0 0 0,0 1-1 0 0,-1-1 1 0 0,1 1 0 0 0,-1 0-1 0 0,1-1 1 0 0,-1 1-1 0 0,1 1 1 0 0,-1-2-5 0 0,0 1 0 0 0,0-1 0 0 0,0 1 0 0 0,-1-1 1 0 0,1 0-1 0 0,0 1 0 0 0,0-1 0 0 0,-1 1 0 0 0,1-1 0 0 0,0 1 0 0 0,0-1 0 0 0,-1 0 1 0 0,1 1-1 0 0,-1-1 0 0 0,1 0 0 0 0,0 1 0 0 0,-1-1 0 0 0,1 0 0 0 0,-1 0 0 0 0,1 1 1 0 0,-1-1-1 0 0,1 0 0 0 0,-1 1 0 0 0,-37 9-268 0 0,-294 32-2172 0 0,227-32 2457 0 0,-1119 50 1645 0 0,812-37-193 0 0,301-10-768 0 0,-181 46 0 0 0,282-56-705 0 0,-25 7 85 0 0,34-10-82 0 0,-1 1 1 0 0,1-1-1 0 0,0 1 0 0 0,-1 0 0 0 0,1-1 1 0 0,0 1-1 0 0,-1 0 0 0 0,1 0 1 0 0,0 0-1 0 0,0 0 0 0 0,0 0 0 0 0,0 0 1 0 0,0 0-1 0 0,0 0 0 0 0,0 0 0 0 0,0 1 1 0 0,1-1-1 0 0,-2 3 0 0 0,2-3 0 0 0,0 0-1 0 0,0 0 1 0 0,0 0 0 0 0,1 0-1 0 0,-1 0 1 0 0,0 0 0 0 0,1 0-1 0 0,-1 0 1 0 0,1 0 0 0 0,-1-1-1 0 0,1 1 1 0 0,-1 0 0 0 0,1 0-1 0 0,0 0 1 0 0,-1 0 0 0 0,1-1-1 0 0,0 1 1 0 0,0 0-1 0 0,0-1 1 0 0,-1 1 0 0 0,1-1-1 0 0,0 1 1 0 0,0-1 0 0 0,0 1-1 0 0,0-1 1 0 0,0 1 0 0 0,0-1-1 0 0,0 0 1 0 0,2 1 0 0 0,34 8 17 0 0,-35-8-18 0 0,70 10-18 0 0,130 4 0 0 0,72-18 198 0 0,-99-1-111 0 0,-17 4-327 0 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3.6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33 337 8290 0 0,'-5'-10'606'0'0,"0"0"0"0"0,1 0 0 0 0,0-1 0 0 0,0 1 0 0 0,1-1-1 0 0,1 0 1 0 0,0 0 0 0 0,0 0 0 0 0,1 0 0 0 0,0-14 0 0 0,1 24-517 0 0,0 0 0 0 0,1 0 0 0 0,-1 0 0 0 0,0 0 0 0 0,0 0 0 0 0,1 0 0 0 0,-1 0 0 0 0,1 0 0 0 0,-1 0 0 0 0,1 0 0 0 0,-1 0 0 0 0,1 0-1 0 0,-1 0 1 0 0,1 0 0 0 0,0 1 0 0 0,-1-1 0 0 0,1 0 0 0 0,0 0 0 0 0,0 1 0 0 0,0-1 0 0 0,0 0 0 0 0,0 1 0 0 0,-1-1 0 0 0,1 1 0 0 0,0-1 0 0 0,0 1 0 0 0,0 0 0 0 0,0-1 0 0 0,1 1-1 0 0,-1 0 1 0 0,0 0 0 0 0,0 0 0 0 0,0 0 0 0 0,0 0 0 0 0,0 0 0 0 0,0 0 0 0 0,0 0 0 0 0,0 0 0 0 0,0 0 0 0 0,0 0 0 0 0,0 1 0 0 0,0-1 0 0 0,0 0 0 0 0,2 2 0 0 0,1-1 45 0 0,0 1 1 0 0,0 0-1 0 0,0 0 0 0 0,-1 1 1 0 0,1-1-1 0 0,0 1 1 0 0,-1 0-1 0 0,0-1 1 0 0,0 2-1 0 0,3 2 0 0 0,16 27 142 0 0,-2 1 1 0 0,-2 1-1 0 0,-1 1 0 0 0,17 49 0 0 0,1 3-192 0 0,-5-22-92 0 0,2-1-1 0 0,52 77 1 0 0,-62-109 118 0 0,2-2-1 0 0,1-1 1 0 0,2-1-1 0 0,0-1 0 0 0,59 45 1 0 0,-64-63 184 0 0,-22-10-279 0 0,1 0-1 0 0,-1 0 1 0 0,1 0 0 0 0,-1 0-1 0 0,1 0 1 0 0,-1 0-1 0 0,1 0 1 0 0,-1 0-1 0 0,0-1 1 0 0,1 1-1 0 0,-1 0 1 0 0,1 0-1 0 0,-1 0 1 0 0,1-1 0 0 0,-1 1-1 0 0,0 0 1 0 0,1-1-1 0 0,-1 1 1 0 0,0 0-1 0 0,1-1 1 0 0,-1 1-1 0 0,0 0 1 0 0,1-1-1 0 0,-1 1 1 0 0,0-1 0 0 0,1 0-1 0 0,0-3 48 0 0,0 0 0 0 0,0-1 0 0 0,0 1 0 0 0,-1-1 0 0 0,0 1 0 0 0,1-1 0 0 0,-2-4 0 0 0,1 4-69 0 0,3-96 388 0 0,17-101 1 0 0,29-99-548 0 0,-39 240 49 0 0,-5 35-66 0 0,3-22-37 0 0,16-52 0 0 0,-20 88-96 0 0,0 0-1 0 0,0 0 1 0 0,2 1-1 0 0,-1-1 1 0 0,1 1-1 0 0,1 0 1 0 0,0 1 0 0 0,1 0-1 0 0,12-14 1 0 0,-4 12-4751 0 0,-1 6-1546 0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4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138 135 1376 0 0,'0'-1'120'0'0,"-1"-1"0"0"0,1 0 0 0 0,-1 1 0 0 0,1-1 0 0 0,0 0-1 0 0,0 0 1 0 0,0 1 0 0 0,0-1 0 0 0,0 0 0 0 0,0 0 0 0 0,0 1-1 0 0,0-1 1 0 0,1 0 0 0 0,-1 1 0 0 0,1-1 0 0 0,-1 0 0 0 0,1 1-1 0 0,0-1 1 0 0,-1 1 0 0 0,1-1 0 0 0,2-2 0 0 0,22-33 2452 0 0,-14 27-1525 0 0,13-12 3580 0 0,-24 21-4506 0 0,1 1 0 0 0,0-1 1 0 0,-1 0-1 0 0,1 0 1 0 0,-1 0-1 0 0,1 0 1 0 0,-1 0-1 0 0,1 0 1 0 0,-1 1-1 0 0,0-1 1 0 0,1 0-1 0 0,-1 0 1 0 0,0 0-1 0 0,0-1 1 0 0,-7-11 5486 0 0,-8 22-4202 0 0,-9 9-1651 0 0,12-6 218 0 0,1 1 0 0 0,1 0 0 0 0,0 1 0 0 0,0 0 0 0 0,1 0 0 0 0,-10 24 0 0 0,2 1-81 0 0,-16 58-1 0 0,26-73 63 0 0,-1-2-191 0 0,-7 40-1 0 0,14-57 213 0 0,1 0-1 0 0,-1 0 1 0 0,1 0-1 0 0,0 0 1 0 0,0 0-1 0 0,0 0 1 0 0,1 0-1 0 0,-1 0 0 0 0,1 0 1 0 0,0 0-1 0 0,1 0 1 0 0,-1 0-1 0 0,1 0 1 0 0,3 4-1 0 0,-4-7-1 0 0,0 0-1 0 0,1 0 0 0 0,-1 0 1 0 0,1-1-1 0 0,-1 1 0 0 0,1 0 1 0 0,-1-1-1 0 0,1 1 0 0 0,0-1 1 0 0,0 0-1 0 0,0 1 0 0 0,0-1 1 0 0,0 0-1 0 0,0 0 0 0 0,0-1 1 0 0,0 1-1 0 0,1 0 0 0 0,-1-1 1 0 0,0 1-1 0 0,0-1 0 0 0,3 1 1 0 0,-1-1 2 0 0,1-1 0 0 0,0 1 0 0 0,-1-1 0 0 0,1 0 0 0 0,-1 0 0 0 0,0 0 0 0 0,1-1 0 0 0,-1 1 0 0 0,0-1 0 0 0,5-3 0 0 0,1-1 14 0 0,0-1 0 0 0,0 0-1 0 0,0 0 1 0 0,-1-1 0 0 0,0 0 0 0 0,0-1 0 0 0,8-12 0 0 0,-10 9-24 0 0,-1 1 1 0 0,0-2-1 0 0,-1 1 0 0 0,-1-1 1 0 0,0 1-1 0 0,-1-1 0 0 0,0 0 1 0 0,-1 0-1 0 0,0-1 1 0 0,0-13-1 0 0,7-40 169 0 0,-9 65-133 0 0,0 0-1 0 0,1 0 1 0 0,-1 0 0 0 0,1 0-1 0 0,-1 0 1 0 0,1 0-1 0 0,0 0 1 0 0,0 0 0 0 0,0 0-1 0 0,0 0 1 0 0,0 0-1 0 0,1 1 1 0 0,-1-1 0 0 0,1 1-1 0 0,-1-1 1 0 0,3-1-1 0 0,-3 2 0 0 0,0 1-1 0 0,0-1 0 0 0,0 1 1 0 0,0-1-1 0 0,0 1 0 0 0,1 0 0 0 0,-1-1 1 0 0,0 1-1 0 0,0 0 0 0 0,0 0 1 0 0,1 0-1 0 0,-1 0 0 0 0,0 0 0 0 0,0 0 1 0 0,1 0-1 0 0,-1 1 0 0 0,0-1 1 0 0,0 0-1 0 0,0 1 0 0 0,2 0 0 0 0,1 1 12 0 0,0 0-1 0 0,-1 0 1 0 0,1 1-1 0 0,-1-1 1 0 0,0 1-1 0 0,0 0 1 0 0,0 0-1 0 0,0 0 1 0 0,0 0-1 0 0,-1 1 0 0 0,1-1 1 0 0,-1 1-1 0 0,0-1 1 0 0,2 6-1 0 0,5 14 269 0 0,-2 0 0 0 0,0 1 0 0 0,-2-1 1 0 0,-1 1-1 0 0,0 0 0 0 0,-2 0 0 0 0,-1 1 0 0 0,-1-1 0 0 0,-1 0 0 0 0,-1 0 0 0 0,-7 35 0 0 0,7-38-1913 0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5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 41 3225 0 0,'-5'-6'655'0'0,"-27"-28"9552"0"0,31 34-9890 0 0,0 0 0 0 0,1-1 0 0 0,-1 1 1 0 0,0 0-1 0 0,0 0 0 0 0,1 0 0 0 0,-1 0 0 0 0,0 0 0 0 0,0 0 0 0 0,1 0 1 0 0,-1 0-1 0 0,0 0 0 0 0,0 1 0 0 0,1-1 0 0 0,-2 1 587 0 0,135 117 1649 0 0,-75-57-2492 0 0,-35-36-15 0 0,1 0-1 0 0,0-1 1 0 0,2-1 0 0 0,1-2 0 0 0,50 31 0 0 0,-54-41-26 0 0,-1-2 0 0 0,2 0 0 0 0,39 8 0 0 0,-16-4-4 0 0,-47-13-14 0 0,1 0 0 0 0,-1 0 0 0 0,0 0 0 0 0,1 0 0 0 0,-1 0 1 0 0,0 1-1 0 0,1-1 0 0 0,-1 0 0 0 0,0 0 0 0 0,1 1 0 0 0,-1-1 0 0 0,0 0 0 0 0,1 1 1 0 0,-1-1-1 0 0,0 0 0 0 0,0 1 0 0 0,0-1 0 0 0,1 0 0 0 0,-1 1 0 0 0,0-1 0 0 0,0 1 1 0 0,0-1-1 0 0,0 0 0 0 0,0 1 0 0 0,1-1 0 0 0,-1 1 0 0 0,0-1 0 0 0,0 0 0 0 0,0 1 1 0 0,0-1-1 0 0,0 1 0 0 0,-1-1 0 0 0,1 0 0 0 0,0 1 0 0 0,0-1 0 0 0,0 1 0 0 0,0-1 1 0 0,0 0-1 0 0,0 1 0 0 0,-1-1 0 0 0,1 0 0 0 0,0 1 0 0 0,0-1 0 0 0,0 0 0 0 0,-1 1 1 0 0,1-1-1 0 0,0 0 0 0 0,-1 1 0 0 0,1-1 0 0 0,0 0 0 0 0,-1 1 0 0 0,-21 21 187 0 0,15-15-135 0 0,-218 240 361 0 0,208-226-671 0 0,-1-2 0 0 0,0 0 0 0 0,-2-1 0 0 0,0-1 0 0 0,-1-1 0 0 0,-43 25 0 0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6.3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57 299 4145 0 0,'-56'-16'12244'0'0,"60"-1"-11740"0"0,-8 9 2266 0 0,18 23 488 0 0,16 25-3017 0 0,-6-8-190 0 0,40 49 24 0 0,-11-12 24 0 0,109 109-1 0 0,-162-178-97 0 0,43 35 131 0 0,-40-33-108 0 0,-1 0-1 0 0,1 0 1 0 0,-1-1 0 0 0,1 0 0 0 0,-1 1-1 0 0,1-1 1 0 0,0 0 0 0 0,0 0-1 0 0,-1 0 1 0 0,1-1 0 0 0,0 1 0 0 0,0-1-1 0 0,0 1 1 0 0,0-1 0 0 0,0 0-1 0 0,4-1 1 0 0,-5 1 9 0 0,-1-1-1 0 0,0 0 1 0 0,0 0-1 0 0,1 0 1 0 0,-1 0-1 0 0,0 0 1 0 0,0 0-1 0 0,0 0 1 0 0,0 0 0 0 0,0 0-1 0 0,0 0 1 0 0,0-1-1 0 0,0 1 1 0 0,0 0-1 0 0,-1-1 1 0 0,1 1-1 0 0,-1-1 1 0 0,1 1-1 0 0,-1-1 1 0 0,1 1 0 0 0,-1-1-1 0 0,0-1 1 0 0,4-43 400 0 0,-3 27-263 0 0,43-389 511 0 0,-44 407-688 0 0,18-109-1000 0 0,-16 100 671 0 0,1-1 1 0 0,1 0-1 0 0,0 1 0 0 0,0 0 0 0 0,1 0 1 0 0,0 0-1 0 0,13-17 0 0 0,-8 17-1728 0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6.6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0 136 14283 0 0,'51'-27'1662'0'0,"1"2"1"0"0,2 2-1 0 0,68-19 0 0 0,-101 36-1742 0 0,1 2-1 0 0,27-3 0 0 0,-9 5-4904 0 0,-34 2 3275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16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1 6449 0 0,'-1'0'69'0'0,"0"0"-1"0"0,0 0 1 0 0,0 0-1 0 0,1 1 1 0 0,-1-1-1 0 0,0 0 1 0 0,0 1-1 0 0,0-1 0 0 0,1 1 1 0 0,-1-1-1 0 0,0 1 1 0 0,0-1-1 0 0,1 1 1 0 0,-1-1-1 0 0,0 1 1 0 0,1 0-1 0 0,-1-1 1 0 0,1 1-1 0 0,-1 0 1 0 0,1 0-1 0 0,-1 0 0 0 0,1-1 1 0 0,-1 1-1 0 0,1 0 1 0 0,0 0-1 0 0,0 0 1 0 0,-1 0-1 0 0,1-1 1 0 0,0 1-1 0 0,0 0 1 0 0,0 0-1 0 0,0 0 0 0 0,0 0 1 0 0,0 0-1 0 0,0 0 1 0 0,0 0-1 0 0,0 1 1 0 0,0 9 931 0 0,-7 199 8332 0 0,25-1-6953 0 0,-9-160-3817 0 0,3 0-5803 0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0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60 9674 0 0,'-4'-8'1285'0'0,"-1"-1"0"0"0,1 1 0 0 0,0-1 0 0 0,-4-16 0 0 0,32 97 2460 0 0,26 219-1649 0 0,-26-124-1785 0 0,-10-96-290 0 0,-6-38-267 0 0,-2 2-1 0 0,-1-1 1 0 0,-2 0 0 0 0,-1 1-1 0 0,-3 40 1 0 0,-2-59-1703 0 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2 232 3225 0 0,'-1'-19'1102'0'0,"0"0"1"0"0,2 0-1 0 0,3-31 1 0 0,-3 42-701 0 0,1-1 0 0 0,0 1 0 0 0,0 0 0 0 0,0 0-1 0 0,1 0 1 0 0,0 0 0 0 0,1 0 0 0 0,0 1 0 0 0,0-1 0 0 0,7-9 0 0 0,-9 15-278 0 0,0 0-1 0 0,0 0 1 0 0,-1 0 0 0 0,1 0-1 0 0,1 0 1 0 0,-1 0 0 0 0,0 1-1 0 0,0-1 1 0 0,1 0 0 0 0,-1 1-1 0 0,1 0 1 0 0,-1 0 0 0 0,1 0-1 0 0,-1 0 1 0 0,1 0 0 0 0,0 0-1 0 0,-1 1 1 0 0,1-1 0 0 0,0 1-1 0 0,0 0 1 0 0,-1 0 0 0 0,1 0-1 0 0,0 0 1 0 0,0 0 0 0 0,0 1 0 0 0,-1-1-1 0 0,1 1 1 0 0,4 1 0 0 0,-3 0-24 0 0,-1 0 0 0 0,1 0 1 0 0,-1 1-1 0 0,1-1 1 0 0,-1 1-1 0 0,0 0 0 0 0,0 0 1 0 0,-1 0-1 0 0,1 0 1 0 0,0 1-1 0 0,-1-1 1 0 0,0 1-1 0 0,0-1 0 0 0,0 1 1 0 0,0 0-1 0 0,-1 0 1 0 0,1 0-1 0 0,0 6 0 0 0,3 13-30 0 0,-2 0 0 0 0,0 1 0 0 0,-1-1 0 0 0,-4 47-1 0 0,-21 93-332 0 0,16-139 374 0 0,0-1 1 0 0,-2 0 0 0 0,0 0-1 0 0,-2-1 1 0 0,0 0-1 0 0,-16 21 1 0 0,-10 21 1419 0 0,36-63-1444 0 0,0 0-1 0 0,1 1 0 0 0,-1-1 0 0 0,0 0 0 0 0,1 1 1 0 0,-1-1-1 0 0,0 1 0 0 0,1-1 0 0 0,0 1 1 0 0,-1-1-1 0 0,1 1 0 0 0,0-1 0 0 0,0 1 1 0 0,0-1-1 0 0,0 1 0 0 0,0-1 0 0 0,0 1 0 0 0,0-1 1 0 0,1 1-1 0 0,0 2 0 0 0,0-3-43 0 0,0 0-1 0 0,-1 0 1 0 0,1 0-1 0 0,0 0 1 0 0,0 0-1 0 0,0-1 1 0 0,1 1-1 0 0,-1 0 1 0 0,0-1-1 0 0,0 1 1 0 0,0 0-1 0 0,0-1 1 0 0,1 0-1 0 0,-1 1 1 0 0,0-1 0 0 0,0 0-1 0 0,1 1 1 0 0,-1-1-1 0 0,2 0 1 0 0,10 0 8 0 0,0 0 1 0 0,0-1-1 0 0,-1 0 1 0 0,15-4 0 0 0,-8 2-3 0 0,2 0-323 0 0,0 1 0 0 0,0 1 0 0 0,25 3 0 0 0,-35-1-566 0 0,1 1-1 0 0,0 0 0 0 0,-1 1 0 0 0,15 6 0 0 0,-2 1-837 0 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1.6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81 2 9098 0 0,'-1'0'73'0'0,"0"-1"0"0"0,0 1-1 0 0,-1 0 1 0 0,1 0 0 0 0,0 0 0 0 0,0 0 0 0 0,0 0 0 0 0,0 0 0 0 0,0 0-1 0 0,0 0 1 0 0,0 0 0 0 0,0 0 0 0 0,0 1 0 0 0,0-1 0 0 0,0 0 0 0 0,0 1-1 0 0,0-1 1 0 0,0 1 0 0 0,0-1 0 0 0,0 1 0 0 0,0-1 0 0 0,0 1-1 0 0,0 0 1 0 0,1-1 0 0 0,-1 1 0 0 0,0 0 0 0 0,0 0 0 0 0,1 0 0 0 0,-1 0-1 0 0,1-1 1 0 0,-1 1 0 0 0,0 0 0 0 0,1 0 0 0 0,-1 2 0 0 0,-21 39 2755 0 0,21-39-2609 0 0,-4 11 94 0 0,0 0-1 0 0,1 0 1 0 0,0 0-1 0 0,2 1 1 0 0,-1 0-1 0 0,2-1 1 0 0,0 1-1 0 0,1 0 1 0 0,0 0-1 0 0,3 16 1 0 0,-2-24-111 0 0,1 1 1 0 0,0 0-1 0 0,0-1 0 0 0,0 1 1 0 0,1-1-1 0 0,0 0 0 0 0,1 0 1 0 0,0 0-1 0 0,5 8 0 0 0,-6-11-146 0 0,0 0 0 0 0,1-1 0 0 0,-1 1 0 0 0,1-1 0 0 0,0 0 0 0 0,0 0 0 0 0,0 0 0 0 0,0-1 0 0 0,0 1 0 0 0,1-1 0 0 0,-1 0 0 0 0,1 0 0 0 0,-1-1 0 0 0,1 1 0 0 0,9 1 0 0 0,-9-3-262 0 0,0 0 0 0 0,0 0 0 0 0,0 0 0 0 0,0 0 0 0 0,0-1 0 0 0,0 0 0 0 0,0 0 0 0 0,0-1-1 0 0,0 1 1 0 0,0-1 0 0 0,0 0 0 0 0,-1 0 0 0 0,1 0 0 0 0,-1-1 0 0 0,0 0 0 0 0,1 0 0 0 0,-1 0-1 0 0,0 0 1 0 0,-1-1 0 0 0,1 1 0 0 0,5-8 0 0 0,5-7-1458 0 0,0-1 0 0 0,-1 0 0 0 0,13-28 0 0 0,-24 45 1571 0 0,7-15-4155 0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1.9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0 196 2745 0 0,'2'-13'248'0'0,"3"-96"1606"0"0,-4 36 6697 0 0,2 90-3355 0 0,10 15-3646 0 0,-3-6-859 0 0,7 24-211 0 0,37 76 0 0 0,-46-110-394 0 0,1-1 1 0 0,0 0-1 0 0,1 0 1 0 0,1-1-1 0 0,0 0 1 0 0,1-1-1 0 0,0 0 0 0 0,23 18 1 0 0,-34-31-89 0 0,0 1 0 0 0,-1-1 0 0 0,1 1 0 0 0,0-1 0 0 0,0 0 0 0 0,-1 1 0 0 0,1-1 0 0 0,0 0 0 0 0,0 0 0 0 0,0 0 0 0 0,0 0 0 0 0,-1 0 0 0 0,1 0 0 0 0,0 0 0 0 0,0 0 0 0 0,0 0 0 0 0,0 0 0 0 0,-1 0 0 0 0,1 0 0 0 0,0 0 0 0 0,0-1 0 0 0,0 1 0 0 0,-1 0 0 0 0,1-1 0 0 0,0 1 0 0 0,0 0 0 0 0,-1-1 0 0 0,1 1 0 0 0,0-1 0 0 0,-1 1 0 0 0,1-1 0 0 0,0 0 0 0 0,-1 1 0 0 0,1-1 0 0 0,-1 0 0 0 0,1 1 0 0 0,-1-1 0 0 0,1 0 0 0 0,-1 0 0 0 0,0 1 0 0 0,1-1 0 0 0,-1-1 0 0 0,18-45-132 0 0,-12 29 106 0 0,-1 5 92 0 0,0 1-49 0 0,0 1 1 0 0,13-22-1 0 0,-18 32 17 0 0,1-1-1 0 0,0 1 1 0 0,0-1-1 0 0,0 1 1 0 0,0 0-1 0 0,0-1 1 0 0,1 1-1 0 0,-1 0 1 0 0,0 0-1 0 0,0 0 1 0 0,1 0-1 0 0,-1 0 1 0 0,1 0-1 0 0,-1 0 1 0 0,1 0-1 0 0,-1 0 1 0 0,1 1-1 0 0,0-1 1 0 0,-1 1-1 0 0,1-1 1 0 0,0 1-1 0 0,-1 0 1 0 0,1-1-1 0 0,0 1 1 0 0,0 0-1 0 0,-1 0 1 0 0,1 0-1 0 0,3 1 1 0 0,0 2-37 0 0,-1 1 1 0 0,1-1-1 0 0,-1 1 1 0 0,0 0-1 0 0,0 1 1 0 0,0-1-1 0 0,-1 0 1 0 0,1 1-1 0 0,-1 0 0 0 0,0 0 1 0 0,0 0-1 0 0,2 9 1 0 0,5 4 251 0 0,36 47-107 0 0,-24-40-6704 0 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2.4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0,'0'4'329'0'0,"2"0"0"0"0,-1-1-1 0 0,0 1 1 0 0,1-1 0 0 0,-1 1-1 0 0,1-1 1 0 0,3 5 0 0 0,6 13 851 0 0,2 21 1766 0 0,12 72 0 0 0,-18-74-2551 0 0,1 0 0 0 0,19 49 1 0 0,-21-77-1966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2.6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50 13363 0 0,'-2'-1'239'0'0,"0"0"-1"0"0,0-1 1 0 0,1 0 0 0 0,-1 1-1 0 0,1-1 1 0 0,0 0 0 0 0,-1 0-1 0 0,1 1 1 0 0,0-1 0 0 0,0 0-1 0 0,-1-3 1 0 0,2 4-132 0 0,-1 0 0 0 0,1 0 0 0 0,0 1 0 0 0,-1-1 0 0 0,1 0 0 0 0,0 0 0 0 0,0 0-1 0 0,0 1 1 0 0,0-1 0 0 0,0 0 0 0 0,0 0 0 0 0,0 0 0 0 0,0 0 0 0 0,0 1 0 0 0,0-1 0 0 0,0 0 0 0 0,0 0 0 0 0,0 0 0 0 0,1 1 0 0 0,-1-1 0 0 0,0 0 0 0 0,1 0 0 0 0,-1 1 0 0 0,0-1-1 0 0,1 0 1 0 0,-1 0 0 0 0,1 1 0 0 0,-1-1 0 0 0,1 1 0 0 0,0-1 0 0 0,-1 0 0 0 0,1 1 0 0 0,1-1 0 0 0,-1 1-320 0 0,1 0 0 0 0,-1 0 1 0 0,0 0-1 0 0,0 0 0 0 0,1 1 1 0 0,-1-1-1 0 0,0 0 0 0 0,1 1 0 0 0,-1-1 1 0 0,0 1-1 0 0,0 0 0 0 0,0-1 1 0 0,0 1-1 0 0,1 0 0 0 0,-1 0 0 0 0,0 0 1 0 0,0-1-1 0 0,0 1 0 0 0,-1 0 1 0 0,1 0-1 0 0,0 1 0 0 0,0-1 0 0 0,1 2 1 0 0,18 27-4400 0 0,-12-11 3756 0 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3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211 15 5529 0 0,'0'-1'62'0'0,"-1"0"-1"0"0,0 0 0 0 0,1 0 1 0 0,-1 0-1 0 0,0 0 0 0 0,0 0 1 0 0,0 0-1 0 0,0 0 0 0 0,1 1 1 0 0,-1-1-1 0 0,0 0 0 0 0,0 1 1 0 0,0-1-1 0 0,-1 1 0 0 0,1-1 1 0 0,0 1-1 0 0,0-1 0 0 0,0 1 1 0 0,0 0-1 0 0,0 0 0 0 0,0-1 1 0 0,-1 1-1 0 0,1 0 0 0 0,0 0 1 0 0,0 0-1 0 0,0 0 0 0 0,-1 0 1 0 0,1 1-1 0 0,0-1 0 0 0,0 0 1 0 0,0 0-1 0 0,0 1 0 0 0,0-1 1 0 0,0 1-1 0 0,-1-1 0 0 0,0 1 1 0 0,-4 2 308 0 0,0-1-1 0 0,-1 1 1 0 0,1 1 0 0 0,0-1 0 0 0,-6 5 0 0 0,-5 6 373 0 0,0 1 0 0 0,-25 28-1 0 0,35-35-535 0 0,1 0-1 0 0,0 0 0 0 0,0 1 1 0 0,0 0-1 0 0,1 0 1 0 0,1 1-1 0 0,-7 18 1 0 0,10-25-167 0 0,1 0 1 0 0,0 0-1 0 0,0 0 0 0 0,0 0 1 0 0,0 0-1 0 0,0 0 1 0 0,1 0-1 0 0,-1 0 1 0 0,1-1-1 0 0,0 1 0 0 0,0 0 1 0 0,0 0-1 0 0,0 0 1 0 0,0-1-1 0 0,1 1 1 0 0,-1 0-1 0 0,1-1 0 0 0,-1 1 1 0 0,4 2-1 0 0,5 6 128 0 0,0 0-1 0 0,21 16 1 0 0,-14-12 42 0 0,20 15 182 0 0,-28-24-248 0 0,-1-1-1 0 0,0 1 0 0 0,-1 1 0 0 0,0 0 1 0 0,0 0-1 0 0,0 0 0 0 0,-1 1 0 0 0,1 0 0 0 0,8 15 1 0 0,-15-21-77 0 0,1-1 1 0 0,-1 1-1 0 0,1 0 1 0 0,-1-1-1 0 0,1 1 1 0 0,-1 0 0 0 0,0-1-1 0 0,0 1 1 0 0,0 0-1 0 0,0-1 1 0 0,0 1-1 0 0,0 0 1 0 0,0-1-1 0 0,0 1 1 0 0,-1 0-1 0 0,1-1 1 0 0,-1 1 0 0 0,1-1-1 0 0,-1 1 1 0 0,0 0-1 0 0,0-1 1 0 0,-1 2-1 0 0,0 0 41 0 0,0-1-1 0 0,-1 1 0 0 0,1-1 1 0 0,-1 0-1 0 0,0 0 0 0 0,1 0 0 0 0,-1 0 1 0 0,0 0-1 0 0,0 0 0 0 0,-5 1 1 0 0,-5 2-9 0 0,-1-1 1 0 0,1-1 0 0 0,-1 0 0 0 0,-17 2-1 0 0,4-4-1564 0 0,-1 0-5351 0 0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3.7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12 10594 0 0,'-8'-12'642'0'0,"6"13"-35"0"0,8 21 814 0 0,0-2 314 0 0,26 161 4147 0 0,-13-60-4925 0 0,6 35-7130 0 0,-18-111-546 0 0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4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0 418 13827 0 0,'59'-88'427'0'0,"-45"59"-107"0"0,-1-1 1 0 0,-2 0-1 0 0,-1-1 0 0 0,-1 0 1 0 0,-2-1-1 0 0,-1 1 1 0 0,3-50-1 0 0,-8 80-317 0 0,-1-1 0 0 0,0 1 0 0 0,0 0 0 0 0,0 0 0 0 0,0 0 0 0 0,0-1 0 0 0,0 1 0 0 0,0 0 0 0 0,0 0 0 0 0,0-1 0 0 0,0 1 0 0 0,-1 0 0 0 0,1 0 0 0 0,0 0 0 0 0,-1 0 0 0 0,1-1 0 0 0,-1 1 0 0 0,1 0 0 0 0,-1 0 0 0 0,0 0 0 0 0,0 0 0 0 0,1 0 0 0 0,-1 0 0 0 0,0 0 0 0 0,0 1 0 0 0,0-1 0 0 0,0 0-1 0 0,0 0 1 0 0,0 1 0 0 0,0-1 0 0 0,-2 0 0 0 0,1 1 25 0 0,1 0-1 0 0,-1 0 0 0 0,0 0 0 0 0,1 1 0 0 0,-1-1 1 0 0,1 0-1 0 0,-1 1 0 0 0,0 0 0 0 0,1-1 0 0 0,0 1 1 0 0,-1 0-1 0 0,1 0 0 0 0,-1 0 0 0 0,1 0 0 0 0,0 0 1 0 0,-1 0-1 0 0,1 0 0 0 0,0 0 0 0 0,0 1 0 0 0,0-1 0 0 0,0 0 1 0 0,0 1-1 0 0,-1 2 0 0 0,-7 10 118 0 0,2 1 0 0 0,-1 0 0 0 0,2 0 0 0 0,0 0 0 0 0,1 1 0 0 0,-6 26 0 0 0,10-36-123 0 0,-1 0-1 0 0,1 1 0 0 0,1-1 0 0 0,-1 0 0 0 0,1 1 1 0 0,0-1-1 0 0,0 1 0 0 0,1-1 0 0 0,0 0 0 0 0,0 1 0 0 0,1-1 1 0 0,-1 0-1 0 0,1 0 0 0 0,1 0 0 0 0,-1 0 0 0 0,1 0 1 0 0,0 0-1 0 0,0-1 0 0 0,8 11 0 0 0,-7-13-26 0 0,0 0 0 0 0,0 0-1 0 0,0 0 1 0 0,0 0 0 0 0,1-1-1 0 0,-1 0 1 0 0,1 0 0 0 0,-1 0 0 0 0,1 0-1 0 0,0-1 1 0 0,0 1 0 0 0,0-1-1 0 0,0 0 1 0 0,0-1 0 0 0,0 1 0 0 0,5-1-1 0 0,-2-1-507 0 0,1 1-1 0 0,-1-1 1 0 0,0 0-1 0 0,0-1 0 0 0,11-3 1 0 0,1-4-5302 0 0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4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261 10 5985 0 0,'-1'-1'75'0'0,"1"1"-1"0"0,0-1 0 0 0,-1 1 0 0 0,1-1 0 0 0,-1 1 1 0 0,1-1-1 0 0,-1 0 0 0 0,1 1 0 0 0,-1 0 1 0 0,0-1-1 0 0,1 1 0 0 0,-1-1 0 0 0,1 1 1 0 0,-1 0-1 0 0,0-1 0 0 0,1 1 0 0 0,-1 0 1 0 0,0 0-1 0 0,1-1 0 0 0,-1 1 0 0 0,0 0 1 0 0,0 0-1 0 0,1 0 0 0 0,-1 0 0 0 0,0 0 1 0 0,1 0-1 0 0,-1 0 0 0 0,-1 0 0 0 0,-26 11 2063 0 0,-21 24 244 0 0,28-17-1817 0 0,1 0 1 0 0,1 1-1 0 0,1 1 0 0 0,0 0 0 0 0,2 2 1 0 0,0 0-1 0 0,-12 24 0 0 0,27-45-525 0 0,0 1-1 0 0,0-1 1 0 0,0 1-1 0 0,0 0 1 0 0,1-1-1 0 0,-1 1 0 0 0,0-1 1 0 0,1 1-1 0 0,-1 0 1 0 0,1 0-1 0 0,0-1 1 0 0,0 1-1 0 0,-1 0 1 0 0,1 0-1 0 0,0-1 1 0 0,1 1-1 0 0,-1 0 0 0 0,0 0 1 0 0,0-1-1 0 0,1 1 1 0 0,-1 0-1 0 0,1-1 1 0 0,-1 1-1 0 0,1 0 1 0 0,0-1-1 0 0,0 1 0 0 0,0-1 1 0 0,0 1-1 0 0,0-1 1 0 0,2 3-1 0 0,0-2-35 0 0,0-1-1 0 0,0 1 0 0 0,0-1 0 0 0,0 0 1 0 0,1 0-1 0 0,-1 0 0 0 0,0 0 0 0 0,0-1 1 0 0,1 1-1 0 0,-1-1 0 0 0,1 0 1 0 0,-1 0-1 0 0,0 0 0 0 0,1 0 0 0 0,4-2 1 0 0,16-2 14 0 0,41-15 1 0 0,-50 14 14 0 0,0 0 0 0 0,1 1 0 0 0,-1 0 0 0 0,1 2 0 0 0,-1 0-1 0 0,29-1 1 0 0,-43 3-10 0 0,0 0-1 0 0,0 0 0 0 0,0 0 0 0 0,0 0 1 0 0,0 0-1 0 0,0 0 0 0 0,0 1 1 0 0,0-1-1 0 0,0 0 0 0 0,0 0 0 0 0,0 1 1 0 0,0-1-1 0 0,0 1 0 0 0,-1-1 1 0 0,1 0-1 0 0,0 1 0 0 0,0 0 0 0 0,0-1 1 0 0,0 1-1 0 0,-1 0 0 0 0,1-1 1 0 0,0 1-1 0 0,-1 0 0 0 0,1 0 0 0 0,-1-1 1 0 0,2 3-1 0 0,-2-2 16 0 0,0 1-1 0 0,0-1 1 0 0,0 1 0 0 0,0-1 0 0 0,0 1-1 0 0,-1-1 1 0 0,1 1 0 0 0,0-1 0 0 0,-1 0-1 0 0,1 1 1 0 0,-1-1 0 0 0,0 1 0 0 0,1-1-1 0 0,-1 0 1 0 0,0 0 0 0 0,-1 2 0 0 0,-6 8 123 0 0,-1 0 1 0 0,-1 0-1 0 0,-11 9 1 0 0,13-12-256 0 0,-78 74-3475 0 0,77-71 2443 0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4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39 6913 0 0,'0'-38'6955'0'0,"-12"49"-5430"0"0,5-3-1298 0 0,1 1 1 0 0,1 0-1 0 0,0 1 1 0 0,0-1-1 0 0,0 1 1 0 0,1 0-1 0 0,1 0 1 0 0,0 1-1 0 0,0-1 1 0 0,-2 17 0 0 0,5-19-124 0 0,0 1 1 0 0,0-1 0 0 0,0 1 0 0 0,1-1 0 0 0,0 0 0 0 0,1 1 0 0 0,0-1 0 0 0,0 0 0 0 0,1 0 0 0 0,0 0-1 0 0,0 0 1 0 0,1-1 0 0 0,8 15 0 0 0,9 7 461 0 0,-13-18-314 0 0,1 1 0 0 0,-2 0-1 0 0,1 1 1 0 0,-2-1 0 0 0,7 16-1 0 0,-12-23-227 0 0,0-1 0 0 0,0 1 0 0 0,0-1 1 0 0,-1 1-1 0 0,1-1 0 0 0,-1 1 0 0 0,0 0 0 0 0,0-1 0 0 0,-1 1 0 0 0,1-1 0 0 0,-1 1 0 0 0,0-1 0 0 0,0 1 0 0 0,-1-1 0 0 0,1 0 1 0 0,-1 1-1 0 0,0-1 0 0 0,0 0 0 0 0,-1 0 0 0 0,-4 6 0 0 0,-21 25-1643 0 0,9-16-5657 0 0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8.9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0 190 2304 0 0,'0'-1'167'0'0,"0"0"-145"0"0,7-45 19998 0 0,-6 45-20014 0 0,0 0 1 0 0,0-1 0 0 0,0 1-1 0 0,0 0 1 0 0,0 0 0 0 0,0 0-1 0 0,0 0 1 0 0,1 0 0 0 0,-1 0-1 0 0,0 0 1 0 0,1 0-1 0 0,-1 0 1 0 0,0 1 0 0 0,1-1-1 0 0,-1 0 1 0 0,1 1 0 0 0,-1-1-1 0 0,1 1 1 0 0,-1 0 0 0 0,1-1-1 0 0,-1 1 1 0 0,1 0-1 0 0,0 0 1 0 0,-1 0 0 0 0,1 0-1 0 0,-1 0 1 0 0,1 1 0 0 0,-1-1-1 0 0,1 0 1 0 0,-1 1 0 0 0,1-1-1 0 0,-1 1 1 0 0,1 0-1 0 0,-1-1 1 0 0,1 1 0 0 0,-1 0-1 0 0,0 0 1 0 0,1 0 0 0 0,-1 0-1 0 0,2 1 1 0 0,12 14 24 0 0,0 1-1 0 0,-2 0 1 0 0,1 1-1 0 0,-2 0 1 0 0,20 39 0 0 0,-8-13-11 0 0,-11-23-20 0 0,-4-7 0 0 0,0 2 0 0 0,-1-1 0 0 0,12 32 0 0 0,-20-47 0 0 0,0 0 0 0 0,1 1 1 0 0,-1-1-1 0 0,0 0 0 0 0,0 0 1 0 0,0 0-1 0 0,0 0 0 0 0,0 0 0 0 0,0 0 1 0 0,0 0-1 0 0,0 0 0 0 0,0 0 1 0 0,0 1-1 0 0,0-1 0 0 0,0 0 0 0 0,0 0 1 0 0,0 0-1 0 0,0 0 0 0 0,0 0 1 0 0,0 0-1 0 0,0 1 0 0 0,0-1 0 0 0,0 0 1 0 0,0 0-1 0 0,0 0 0 0 0,0 0 1 0 0,0 0-1 0 0,0 0 0 0 0,0 0 0 0 0,0 1 1 0 0,0-1-1 0 0,0 0 0 0 0,0 0 0 0 0,0 0 1 0 0,0 0-1 0 0,0 0 0 0 0,0 0 1 0 0,0 0-1 0 0,0 0 0 0 0,0 0 0 0 0,0 1 1 0 0,-1-1-1 0 0,1 0 0 0 0,0 0 1 0 0,0 0-1 0 0,0 0 0 0 0,0 0 0 0 0,0 0 1 0 0,0 0-1 0 0,0 0 0 0 0,0 0 1 0 0,-1 0-1 0 0,1 0 0 0 0,0 0 0 0 0,0 0 1 0 0,0 0-1 0 0,0 0 0 0 0,0 0 1 0 0,0 0-1 0 0,-1 0 0 0 0,1 0 0 0 0,0 0 1 0 0,0 0-1 0 0,-10-7 44 0 0,-9-12 62 0 0,13 8-59 0 0,1 0 1 0 0,0-1 0 0 0,0 0-1 0 0,1 0 1 0 0,1 0-1 0 0,0 0 1 0 0,1-1-1 0 0,0 1 1 0 0,0-1-1 0 0,2 0 1 0 0,0 1-1 0 0,0-1 1 0 0,1 0-1 0 0,0 1 1 0 0,1-1-1 0 0,1 1 1 0 0,4-14-1 0 0,-4 16-291 0 0,1-1 0 0 0,0 1 0 0 0,1 0 0 0 0,0 0 0 0 0,0 0 0 0 0,1 1 0 0 0,0-1 0 0 0,0 2 0 0 0,1-1 0 0 0,1 1-1 0 0,-1 0 1 0 0,2 0 0 0 0,-1 1 0 0 0,1 0 0 0 0,0 0 0 0 0,0 1 0 0 0,0 0 0 0 0,1 1 0 0 0,18-7 0 0 0,-2 4-1163 0 0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9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11 426 8754 0 0,'25'-43'5474'0'0,"10"-11"-2100"0"0,-17 29-2409 0 0,-1-2 0 0 0,25-54 0 0 0,-38 74-962 0 0,-2-1 0 0 0,1 0 0 0 0,-1 0 0 0 0,0-1 0 0 0,0 1 0 0 0,-1 0 0 0 0,0-1 0 0 0,-1 1 0 0 0,0-1 0 0 0,0 1 0 0 0,0 0 0 0 0,-1-1 1 0 0,-1 1-1 0 0,0 0 0 0 0,-4-14 0 0 0,5 19-17 0 0,0 0 1 0 0,0 1 0 0 0,0-1-1 0 0,0 0 1 0 0,-1 1-1 0 0,1-1 1 0 0,-1 1 0 0 0,1-1-1 0 0,-1 1 1 0 0,0 0-1 0 0,0 0 1 0 0,0 0 0 0 0,-1 0-1 0 0,1 0 1 0 0,0 0 0 0 0,-1 1-1 0 0,1-1 1 0 0,-1 1-1 0 0,1-1 1 0 0,-1 1 0 0 0,0 0-1 0 0,0 0 1 0 0,1 0-1 0 0,-1 1 1 0 0,0-1 0 0 0,0 1-1 0 0,0-1 1 0 0,0 1 0 0 0,0 0-1 0 0,0 0 1 0 0,0 0-1 0 0,0 0 1 0 0,1 1 0 0 0,-1-1-1 0 0,0 1 1 0 0,0 0-1 0 0,0 0 1 0 0,1 0 0 0 0,-1 0-1 0 0,0 0 1 0 0,1 1 0 0 0,-1-1-1 0 0,1 1 1 0 0,-1 0-1 0 0,1-1 1 0 0,0 1 0 0 0,0 0-1 0 0,0 1 1 0 0,0-1-1 0 0,0 0 1 0 0,0 0 0 0 0,0 1-1 0 0,1-1 1 0 0,0 1 0 0 0,-3 4-1 0 0,0 2-19 0 0,0 1 0 0 0,0 0 0 0 0,1 0 0 0 0,0 1 0 0 0,0-1 0 0 0,2 1 0 0 0,-1-1 0 0 0,1 1 0 0 0,1 0 0 0 0,-1-1 0 0 0,2 1 0 0 0,0 0 0 0 0,3 14 0 0 0,-3-19-36 0 0,0-1 1 0 0,0 0-1 0 0,1 0 0 0 0,0 0 1 0 0,0 0-1 0 0,0 0 1 0 0,1 0-1 0 0,0-1 1 0 0,0 1-1 0 0,0-1 0 0 0,0 1 1 0 0,1-1-1 0 0,-1 0 1 0 0,1-1-1 0 0,0 1 1 0 0,0-1-1 0 0,1 1 0 0 0,-1-1 1 0 0,1 0-1 0 0,-1-1 1 0 0,1 1-1 0 0,0-1 0 0 0,0 0 1 0 0,0 0-1 0 0,0-1 1 0 0,0 1-1 0 0,1-1 1 0 0,6 0-1 0 0,0 0-426 0 0,-1 0-1 0 0,1-1 1 0 0,0-1 0 0 0,18-3 0 0 0,-1-2-531 0 0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9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 5985 0 0,'-3'0'220'0'0,"-1"-1"0"0"0,1 1 0 0 0,0 1 0 0 0,0-1 0 0 0,-1 0 0 0 0,1 1 0 0 0,0 0 0 0 0,0 0 0 0 0,-1 0 0 0 0,1 0 0 0 0,0 0 0 0 0,0 0 0 0 0,0 1 0 0 0,1 0 0 0 0,-1-1 0 0 0,0 1 0 0 0,-4 4 0 0 0,-3 3 480 0 0,1-1 0 0 0,0 1 0 0 0,-11 14 0 0 0,16-18-488 0 0,0 0-1 0 0,1 1 0 0 0,-1 0 1 0 0,1 0-1 0 0,0 0 0 0 0,0 0 1 0 0,1 0-1 0 0,0 1 0 0 0,0-1 1 0 0,0 1-1 0 0,1-1 0 0 0,0 1 1 0 0,0 0-1 0 0,1 7 0 0 0,0-11-176 0 0,1 1-1 0 0,-1-1 1 0 0,1 0 0 0 0,0 1-1 0 0,0-1 1 0 0,0 1-1 0 0,0-1 1 0 0,1 0 0 0 0,-1 0-1 0 0,1 0 1 0 0,0 0-1 0 0,0 0 1 0 0,0 0-1 0 0,0 0 1 0 0,1-1 0 0 0,-1 1-1 0 0,1-1 1 0 0,-1 0-1 0 0,1 0 1 0 0,0 1 0 0 0,0-2-1 0 0,0 1 1 0 0,0 0-1 0 0,0-1 1 0 0,1 1 0 0 0,-1-1-1 0 0,0 0 1 0 0,6 1-1 0 0,3 0-125 0 0,0 0 0 0 0,0 0 0 0 0,19-2-1 0 0,-16 0-110 0 0,0 1 0 0 0,23 4 0 0 0,-34-4 181 0 0,0 0 0 0 0,-1 0-1 0 0,1 0 1 0 0,0 1 0 0 0,-1-1-1 0 0,1 1 1 0 0,-1 0 0 0 0,0 0-1 0 0,0 0 1 0 0,0 0 0 0 0,0 1-1 0 0,0-1 1 0 0,0 1 0 0 0,4 4-1 0 0,-6-4 38 0 0,0-1-1 0 0,0 0 1 0 0,0 1-1 0 0,0-1 0 0 0,-1 0 1 0 0,1 1-1 0 0,-1-1 1 0 0,1 1-1 0 0,-1-1 1 0 0,0 1-1 0 0,0-1 0 0 0,0 1 1 0 0,0-1-1 0 0,-1 1 1 0 0,1-1-1 0 0,-1 1 0 0 0,1-1 1 0 0,-1 0-1 0 0,0 1 1 0 0,0-1-1 0 0,0 0 1 0 0,0 1-1 0 0,-2 1 0 0 0,-3 8 142 0 0,-1-1 0 0 0,-14 19 0 0 0,-56 61-2545 0 0,70-78 1287 0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9.8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0,'16'35'3170'0'0,"15"53"-1"0"0,-2-6-3217 0 0,-20-104-4138 0 0,-7 5 4186 0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29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19 8754 0 0,'-5'-6'384'0'0,"1"1"88"0"0,1 1-376 0 0,1 2-96 0 0,2 1 0 0 0,-2 1 264 0 0,2 1 40 0 0,-1 1 8 0 0,1 2 0 0 0,1 4-312 0 0,9 16 0 0 0,-3-8 0 0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0.3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1 5985 0 0,'-3'1'349'0'0,"0"-1"0"0"0,0 1 0 0 0,0 0 0 0 0,0 0 0 0 0,0 1 0 0 0,0-1 0 0 0,0 1 0 0 0,0-1-1 0 0,0 1 1 0 0,1 0 0 0 0,-1 0 0 0 0,1 0 0 0 0,-1 0 0 0 0,-2 4 0 0 0,-30 38 2876 0 0,31-39-2969 0 0,1 1-1 0 0,0 0 0 0 0,0 1 0 0 0,0-1 1 0 0,0 0-1 0 0,1 1 0 0 0,0 0 1 0 0,1-1-1 0 0,-2 11 0 0 0,3-14-230 0 0,0 0 0 0 0,0 0 0 0 0,0 0 0 0 0,1 0 0 0 0,-1 0 0 0 0,1 0 0 0 0,-1 0 1 0 0,1 0-1 0 0,0 0 0 0 0,0 0 0 0 0,1 0 0 0 0,-1-1 0 0 0,1 1 0 0 0,-1 0 0 0 0,1-1 0 0 0,0 1 0 0 0,0-1 0 0 0,0 0 0 0 0,0 1 0 0 0,0-1 0 0 0,0 0 0 0 0,1 0 0 0 0,2 1 0 0 0,9 5-77 0 0,1 0-1 0 0,-1-1 0 0 0,2 0 1 0 0,20 5-1 0 0,-21-7 79 0 0,0 0 0 0 0,0 1 0 0 0,-1 0 0 0 0,23 15 0 0 0,-35-20-21 0 0,-1 0 0 0 0,1 0 0 0 0,0 1-1 0 0,-1-1 1 0 0,1 1 0 0 0,-1-1 0 0 0,0 1 0 0 0,1-1-1 0 0,-1 1 1 0 0,0 0 0 0 0,0 0 0 0 0,0 0 0 0 0,0 0 0 0 0,0 0-1 0 0,-1 0 1 0 0,1 0 0 0 0,-1 0 0 0 0,1 0 0 0 0,-1 0-1 0 0,1 0 1 0 0,-1 2 0 0 0,-1 0 7 0 0,1 0 1 0 0,-1 0-1 0 0,0 0 1 0 0,1-1-1 0 0,-2 1 0 0 0,1 0 1 0 0,0-1-1 0 0,-1 1 0 0 0,0 0 1 0 0,-3 5-1 0 0,-3 1-17 0 0,0 0-1 0 0,-1 0 1 0 0,0 0-1 0 0,0-1 1 0 0,-20 15-1 0 0,-13 2-1575 0 0,22-15-4222 0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0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4 14283 0 0,'-1'-1'130'0'0,"1"1"-1"0"0,0 0 1 0 0,-1-1 0 0 0,1 1-1 0 0,0 0 1 0 0,-1 0-1 0 0,1 0 1 0 0,-1-1 0 0 0,1 1-1 0 0,0 0 1 0 0,-1 0-1 0 0,1 0 1 0 0,-1 0 0 0 0,1-1-1 0 0,-1 1 1 0 0,1 0 0 0 0,0 0-1 0 0,-1 0 1 0 0,1 0-1 0 0,-1 0 1 0 0,1 0 0 0 0,-1 0-1 0 0,1 1 1 0 0,-1-1 0 0 0,1 0-1 0 0,0 0 1 0 0,-1 0-1 0 0,1 0 1 0 0,-1 0 0 0 0,1 1-1 0 0,0-1 1 0 0,-2 1-1 0 0,-3 15 2052 0 0,8 32-629 0 0,-2-41-1107 0 0,9 65 140 0 0,29 112-1 0 0,10-17-5815 0 0,-42-144-1666 0 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0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1 199 8290 0 0,'0'-4'148'0'0,"0"0"0"0"0,0 0 1 0 0,1 0-1 0 0,-1 0 1 0 0,1 0-1 0 0,0 1 0 0 0,1-1 1 0 0,-1 0-1 0 0,1 1 0 0 0,-1-1 1 0 0,1 0-1 0 0,0 1 0 0 0,0 0 1 0 0,1 0-1 0 0,-1-1 0 0 0,0 1 1 0 0,1 1-1 0 0,6-6 0 0 0,6-6 395 0 0,0 1 0 0 0,21-13 0 0 0,-20 16-370 0 0,1-1 0 0 0,1 2-1 0 0,0 0 1 0 0,0 1 0 0 0,29-8 0 0 0,-37 13-228 0 0,0 1 1 0 0,1 0-1 0 0,-1 0 1 0 0,0 1-1 0 0,1 0 1 0 0,-1 1-1 0 0,0 0 1 0 0,1 1-1 0 0,-1 0 1 0 0,1 1-1 0 0,-1 0 1 0 0,12 4-1 0 0,-18-4 68 0 0,1 0-1 0 0,-1 0 0 0 0,0 1 0 0 0,0 0 0 0 0,0 0 1 0 0,0 0-1 0 0,0 0 0 0 0,-1 1 0 0 0,1-1 0 0 0,-1 1 1 0 0,0 0-1 0 0,0 0 0 0 0,0 0 0 0 0,-1 1 1 0 0,1-1-1 0 0,-1 0 0 0 0,2 7 0 0 0,3 10 1238 0 0,0 1 0 0 0,5 37 0 0 0,4 9 844 0 0,-13-54-3826 0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1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54 7834 0 0,'-5'-38'3692'0'0,"6"22"-183"0"0,0 20-3590 0 0,0 2 31 0 0,0-1 0 0 0,1 0 0 0 0,-1 0 0 0 0,1 0 1 0 0,0-1-1 0 0,1 1 0 0 0,3 7 0 0 0,4 3 50 0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1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16 14283 0 0,'-13'-1'1322'0'0,"10"7"340"0"0,13 13 836 0 0,-4-10-2563 0 0,21 39 1254 0 0,37 48-1 0 0,-51-80-1074 0 0,0 1-1 0 0,1-2 0 0 0,0 0 0 0 0,2 0 1 0 0,32 23-1 0 0,-47-37-104 0 0,1 0 0 0 0,-1 0 1 0 0,0 0-1 0 0,1 0 0 0 0,-1-1 1 0 0,1 1-1 0 0,-1 0 0 0 0,1-1 1 0 0,-1 1-1 0 0,1-1 0 0 0,-1 0 0 0 0,1 1 1 0 0,-1-1-1 0 0,1 0 0 0 0,0 0 1 0 0,-1 0-1 0 0,1 0 0 0 0,1 0 0 0 0,-2-1 9 0 0,0 1-1 0 0,0-1 0 0 0,0 1 1 0 0,0-1-1 0 0,-1 0 0 0 0,1 1 1 0 0,0-1-1 0 0,0 0 0 0 0,-1 0 1 0 0,1 1-1 0 0,-1-1 0 0 0,1 0 1 0 0,0 0-1 0 0,-1 0 0 0 0,0 0 1 0 0,1 0-1 0 0,-1 0 0 0 0,1 0 1 0 0,-1 0-1 0 0,0 0 0 0 0,1-1 0 0 0,0-9 143 0 0,0 1-1 0 0,-1-1 0 0 0,0 1 0 0 0,-3-18 0 0 0,2 3-32 0 0,1 4-715 0 0,1-1-1 0 0,6-34 0 0 0,-6 48 377 0 0,1 0 0 0 0,0 1 0 0 0,1-1 0 0 0,-1 1 0 0 0,2 0 0 0 0,-1 0 0 0 0,1 0 0 0 0,0 0 0 0 0,0 1 0 0 0,9-11 0 0 0,4 1-923 0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1.7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0 344 5065 0 0,'3'-1'421'0'0,"-1"1"0"0"0,1-1-1 0 0,-1 0 1 0 0,1 0 0 0 0,-1 0 0 0 0,0 0 0 0 0,1 0-1 0 0,-1-1 1 0 0,0 1 0 0 0,0 0 0 0 0,0-1 0 0 0,0 0-1 0 0,0 0 1 0 0,0 1 0 0 0,-1-1 0 0 0,4-4 0 0 0,22-35 3643 0 0,-22 30-3527 0 0,0 1 0 0 0,-1-1 0 0 0,-1 1 0 0 0,0-1 0 0 0,0-1 0 0 0,-1 1 0 0 0,2-23 0 0 0,-3 8-108 0 0,-2 0 0 0 0,-4-35 0 0 0,5 57-405 0 0,0 1 0 0 0,-1-1 0 0 0,0 1 0 0 0,0 0 0 0 0,0-1 0 0 0,0 1 0 0 0,0 0 0 0 0,-1 0 0 0 0,0 0 0 0 0,1 0 0 0 0,-1 0-1 0 0,0 0 1 0 0,-3-3 0 0 0,4 6-16 0 0,1-1-1 0 0,-1 1 0 0 0,1-1 0 0 0,-1 1 0 0 0,0-1 0 0 0,1 1 1 0 0,-1-1-1 0 0,0 1 0 0 0,0 0 0 0 0,1 0 0 0 0,-1-1 0 0 0,0 1 1 0 0,0 0-1 0 0,1 0 0 0 0,-1 0 0 0 0,0 0 0 0 0,0 0 1 0 0,0 0-1 0 0,1 0 0 0 0,-1 0 0 0 0,0 0 0 0 0,-1 1 0 0 0,0-1-2 0 0,1 1 0 0 0,-1 0 0 0 0,0 0 0 0 0,1 0 1 0 0,-1 1-1 0 0,1-1 0 0 0,0 0 0 0 0,-1 0 0 0 0,1 1 0 0 0,0-1 0 0 0,0 1 0 0 0,-1-1 0 0 0,0 3 0 0 0,-3 5-30 0 0,1 1-1 0 0,0-1 1 0 0,1 1 0 0 0,0 0 0 0 0,0 0-1 0 0,1 0 1 0 0,0 0 0 0 0,1 0 0 0 0,0 0-1 0 0,0 1 1 0 0,2-1 0 0 0,0 13 0 0 0,1-1-41 0 0,1-1 1 0 0,1 0-1 0 0,1 0 0 0 0,15 38 1 0 0,-18-53-49 0 0,0 0 1 0 0,1 0-1 0 0,0-1 1 0 0,0 1-1 0 0,1-1 1 0 0,-1 0-1 0 0,1 0 1 0 0,0 0-1 0 0,1 0 1 0 0,-1-1-1 0 0,1 0 1 0 0,0 0-1 0 0,0 0 1 0 0,0 0-1 0 0,1-1 1 0 0,-1 0-1 0 0,1 0 1 0 0,0 0-1 0 0,0-1 1 0 0,9 3-1 0 0,-7-4-143 0 0,-1 0 0 0 0,1 0-1 0 0,-1-1 1 0 0,1 0 0 0 0,0 0-1 0 0,-1-1 1 0 0,1 0-1 0 0,-1 0 1 0 0,0-1 0 0 0,1 0-1 0 0,-1 0 1 0 0,0-1-1 0 0,0 0 1 0 0,0 0 0 0 0,0-1-1 0 0,11-7 1 0 0,3-4-5403 0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1.9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 16131 0 0,'-4'1'713'0'0,"1"-1"151"0"0,1 2-696 0 0,1-2-168 0 0,-1 0 0 0 0,2 2 0 0 0,-2-1-240 0 0,-1 2-80 0 0,0 3-24 0 0,0 2 0 0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4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31 113 10594 0 0,'-4'-8'524'0'0,"0"0"1"0"0,0 0-1 0 0,1 0 0 0 0,0-1 0 0 0,-4-16 0 0 0,2-21 5537 0 0,28 76-2973 0 0,-11 1-2991 0 0,-2 0 1 0 0,0 0-1 0 0,-2 1 1 0 0,6 56-1 0 0,-2 135 10 0 0,-4-42-137 0 0,-2-135-134 0 0,-3-27-967 0 0,0 1 0 0 0,-2 36 0 0 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4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27 104 3225 0 0,'-1'0'305'0'0,"-1"0"1"0"0,1 0-1 0 0,-1 0 0 0 0,1 0 1 0 0,-1 0-1 0 0,1-1 1 0 0,-1 1-1 0 0,1 0 0 0 0,-1-1 1 0 0,1 1-1 0 0,0-1 1 0 0,-1 0-1 0 0,1 1 0 0 0,0-1 1 0 0,-1 0-1 0 0,1 0 1 0 0,-2-11 4302 0 0,17 0-3377 0 0,12-1 195 0 0,1 0-1 0 0,1 2 0 0 0,51-14 0 0 0,-67 22-1568 0 0,1 0 0 0 0,0 1 0 0 0,0 1 1 0 0,0 0-1 0 0,0 1 0 0 0,0 0 0 0 0,0 1 0 0 0,-1 0 0 0 0,1 1 0 0 0,0 0 0 0 0,15 6 1 0 0,-8 0-6475 0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4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0 173 6913 0 0,'1'0'80'0'0,"0"0"-1"0"0,0 1 0 0 0,-1-1 1 0 0,1 0-1 0 0,0 1 0 0 0,0-1 0 0 0,0 0 1 0 0,0 0-1 0 0,0 0 0 0 0,-1 0 1 0 0,1 0-1 0 0,0 0 0 0 0,0 0 0 0 0,0 0 1 0 0,0 0-1 0 0,0 0 0 0 0,0 0 1 0 0,-1-1-1 0 0,1 1 0 0 0,0 0 0 0 0,0-1 1 0 0,0 1-1 0 0,0-1 0 0 0,25-12 1765 0 0,-17 8-1060 0 0,90-58 5284 0 0,-73 45-5956 0 0,1 0 1 0 0,0 2 0 0 0,31-13 0 0 0,-54 27-195 0 0,1 1 0 0 0,-1-1 1 0 0,1 1-1 0 0,0 0 0 0 0,0 0 1 0 0,0 0-1 0 0,0 1 0 0 0,9 0 1 0 0,-7 1 1 0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5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 6449 0 0,'-1'0'198'0'0,"0"0"0"0"0,1 0 0 0 0,-1 0 0 0 0,0 0 0 0 0,1 1 0 0 0,-1-1-1 0 0,0 0 1 0 0,1 0 0 0 0,-1 1 0 0 0,0-1 0 0 0,1 0 0 0 0,-1 1 0 0 0,1-1-1 0 0,-1 1 1 0 0,1-1 0 0 0,-1 1 0 0 0,1-1 0 0 0,-1 1 0 0 0,1-1 0 0 0,-1 1 0 0 0,1-1-1 0 0,0 1 1 0 0,-1 0 0 0 0,1-1 0 0 0,0 1 0 0 0,-1-1 0 0 0,1 1 0 0 0,0 0-1 0 0,0 0 1 0 0,0-1 0 0 0,0 1 0 0 0,0 0 0 0 0,-1-1 0 0 0,1 1 0 0 0,0 0 0 0 0,1-1-1 0 0,-1 1 1 0 0,0 0 0 0 0,0-1 0 0 0,0 1 0 0 0,0 0 0 0 0,0 0 0 0 0,1 0-1 0 0,11 36 2205 0 0,-10-31-1891 0 0,25 64 1164 0 0,54 162 843 0 0,-72-199-3212 0 0,-1 0 0 0 0,-2 0-1 0 0,-1 1 1 0 0,-2-1 0 0 0,-1 41 0 0 0,-3-57-1437 0 0,-1-2-3808 0 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5.6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10 3225 0 0,'-4'1'39'0'0,"0"-1"-1"0"0,0 1 1 0 0,0 0 0 0 0,0 0 0 0 0,0 0 0 0 0,0 0 0 0 0,-3 3 0 0 0,3-3 597 0 0,-21 4 10330 0 0,41-8-11066 0 0,-6 2 553 0 0,-9 1-242 0 0,0-1 0 0 0,0 1 0 0 0,0 0 0 0 0,0 0 0 0 0,0-1-1 0 0,0 1 1 0 0,0 0 0 0 0,0 0 0 0 0,0 0 0 0 0,0 0 0 0 0,0 0-1 0 0,0 0 1 0 0,1 1 0 0 0,-1-1 0 0 0,0 0 0 0 0,0 0 0 0 0,0 1 0 0 0,0-1-1 0 0,2 2 408 0 0,1-3-539 0 0,13-3-25 0 0,8-2 429 0 0,44-6-1 0 0,-59 12-390 0 0,0 0-1 0 0,-1 0 1 0 0,1 0-1 0 0,0 1 1 0 0,0 1-1 0 0,-1 0 1 0 0,1 0-1 0 0,12 5 1 0 0,15 8-54 0 0,0 1 1 0 0,38 23 0 0 0,-63-31-33 0 0,0-1 0 0 0,0 2 0 0 0,-1-1 0 0 0,0 2 0 0 0,-1-1 0 0 0,0 1 0 0 0,0 1 0 0 0,-1 0 0 0 0,12 19 0 0 0,-19-26 0 0 0,1 1 0 0 0,-1 0 1 0 0,0 0-1 0 0,0 0 1 0 0,-1 0-1 0 0,0 0 0 0 0,1 0 1 0 0,-2 1-1 0 0,1-1 0 0 0,-1 0 1 0 0,1 1-1 0 0,-1-1 0 0 0,-1 0 1 0 0,0 9-1 0 0,-1-7 18 0 0,-1 1 0 0 0,1 0-1 0 0,-1-1 1 0 0,0 0 0 0 0,-1 0 0 0 0,0 0-1 0 0,0 0 1 0 0,-9 11 0 0 0,-7 4 47 0 0,0-2-1 0 0,-1 0 1 0 0,-2-1 0 0 0,-28 18-1 0 0,49-35-68 0 0,-8 5-342 0 0,-20 15 950 0 0,-46 25 0 0 0,65-42-882 0 0,0 0-1 0 0,-1 0 0 0 0,-12 3 1 0 0,17-6-473 0 0,1-1-1 0 0,0 0 1 0 0,0 0 0 0 0,0-1 0 0 0,-1 0-1 0 0,1 0 1 0 0,-8-1 0 0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6.1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0 10594 0 0,'-1'1'261'0'0,"0"-1"-1"0"0,0 1 0 0 0,0-1 1 0 0,0 1-1 0 0,0-1 0 0 0,0 1 1 0 0,1 0-1 0 0,-1-1 1 0 0,0 1-1 0 0,0 0 0 0 0,1 0 1 0 0,-1-1-1 0 0,0 1 0 0 0,1 0 1 0 0,-1 0-1 0 0,1 0 0 0 0,-1 0 1 0 0,1 0-1 0 0,0 0 1 0 0,-1 0-1 0 0,1 0 0 0 0,-1 2 1 0 0,-6 28 1640 0 0,6-27-1509 0 0,-2 14 165 0 0,0-1 0 0 0,1 1 0 0 0,1 0-1 0 0,1 0 1 0 0,3 26 0 0 0,-1-29-1080 0 0,1 1 0 0 0,0-1 0 0 0,10 25 1 0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6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5 104 14283 0 0,'-5'-51'1281'0'0,"5"47"-1246"0"0,0 1 0 0 0,1-1 0 0 0,-1 1 0 0 0,0 0 0 0 0,1-1 0 0 0,0 1 0 0 0,0 0 0 0 0,0 0 0 0 0,0-1 0 0 0,1 1 0 0 0,-1 0 0 0 0,4-5 0 0 0,-4 8-151 0 0,0-1 0 0 0,-1 1 0 0 0,1-1 0 0 0,0 1 0 0 0,0-1 0 0 0,0 1 0 0 0,0-1 0 0 0,0 1 0 0 0,0 0 0 0 0,-1 0 0 0 0,1-1 0 0 0,0 1 0 0 0,0 0 0 0 0,0 0 0 0 0,0 0 0 0 0,0 0 0 0 0,0 0 0 0 0,0 0 0 0 0,0 0 0 0 0,0 1 0 0 0,0-1 0 0 0,0 0 0 0 0,0 0 0 0 0,0 1 0 0 0,0-1 0 0 0,1 1 0 0 0,9 2-1115 0 0,1-3 849 0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7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74 3225 0 0,'-2'-3'413'0'0,"0"0"1"0"0,1 0-1 0 0,-1 0 1 0 0,1-1 0 0 0,-1 1-1 0 0,1 0 1 0 0,0-1-1 0 0,-1-5 1 0 0,2 7-137 0 0,-1 0-1 0 0,1 1 1 0 0,0-1 0 0 0,0 1-1 0 0,0-1 1 0 0,0 1 0 0 0,0-1 0 0 0,0 1-1 0 0,1-1 1 0 0,-1 0 0 0 0,0 1 0 0 0,1-1-1 0 0,-1 1 1 0 0,1 0 0 0 0,0-1-1 0 0,-1 1 1 0 0,1-1 0 0 0,0 1 0 0 0,0 0-1 0 0,0 0 1 0 0,0-1 0 0 0,0 1 0 0 0,1-1-1 0 0,0 1-95 0 0,-1 1-1 0 0,0 0 1 0 0,0-1-1 0 0,1 1 1 0 0,-1 0-1 0 0,0-1 1 0 0,1 1-1 0 0,-1 0 1 0 0,0 0-1 0 0,1 0 1 0 0,-1 0-1 0 0,0 1 1 0 0,1-1-1 0 0,-1 0 1 0 0,0 0-1 0 0,1 1 1 0 0,-1-1-1 0 0,0 1 1 0 0,0-1-1 0 0,0 1 1 0 0,1-1-1 0 0,-1 1 1 0 0,0 0-1 0 0,0 0 1 0 0,0 0-1 0 0,0-1 1 0 0,0 1-1 0 0,0 0 1 0 0,0 0-1 0 0,-1 0 1 0 0,1 1-1 0 0,0-1 1 0 0,1 2-1 0 0,25 38 1329 0 0,-14-9-1304 0 0,-2-1 1 0 0,-1 1-1 0 0,11 54 0 0 0,-7-23-87 0 0,-15-71-120 0 0,0-1-1 0 0,1 1 1 0 0,0-1 0 0 0,0 1 0 0 0,1-1 0 0 0,0 1-1 0 0,1-1 1 0 0,0 1 0 0 0,0 0 0 0 0,1 0 0 0 0,4-11-1 0 0,-2 8 7 0 0,0 0 0 0 0,0 0 0 0 0,1 1 0 0 0,0 0 0 0 0,1 0 0 0 0,0 1 0 0 0,1-1 0 0 0,10-8 0 0 0,-16 15 24 0 0,1 1 1 0 0,0 0-1 0 0,0 0 0 0 0,-1 0 1 0 0,1 0-1 0 0,1 0 0 0 0,-1 1 0 0 0,0 0 1 0 0,0-1-1 0 0,1 1 0 0 0,-1 0 1 0 0,0 1-1 0 0,1-1 0 0 0,-1 0 1 0 0,1 1-1 0 0,-1 0 0 0 0,1 0 0 0 0,4 0 1 0 0,-3 1 3 0 0,0 1 0 0 0,-1-1 1 0 0,1 1-1 0 0,0 0 1 0 0,-1 0-1 0 0,1 0 0 0 0,-1 0 1 0 0,0 1-1 0 0,0 0 0 0 0,0 0 1 0 0,6 5-1 0 0,2 5-52 0 0,0 1 1 0 0,-1 0-1 0 0,0 0 1 0 0,-1 1-1 0 0,15 31 0 0 0,-21-37-105 0 0,11 19-6170 0 0,-4-7-825 0 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7.3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51 5529 0 0,'-4'-16'-80'0'0,"-8"-9"5002"0"0,8 20-2841 0 0,4 4-1849 0 0,-1 1-1 0 0,1-1 0 0 0,-1 1 1 0 0,0 0-1 0 0,1-1 0 0 0,-1 1 0 0 0,0 0 1 0 0,1 0-1 0 0,-1-1 0 0 0,0 1 1 0 0,1 0-1 0 0,-1 0 0 0 0,-1 0 1 0 0,1 0-76 0 0,0 1 0 0 0,0-1 1 0 0,0 1-1 0 0,0 0 1 0 0,0-1-1 0 0,0 1 0 0 0,0 0 1 0 0,1-1-1 0 0,-1 1 1 0 0,0 0-1 0 0,0 0 0 0 0,1 0 1 0 0,-1 0-1 0 0,0 0 1 0 0,1 0-1 0 0,-1 0 0 0 0,1 0 1 0 0,-1 0-1 0 0,0 1 1 0 0,-3 9 102 0 0,0 0 0 0 0,1 0 1 0 0,0 1-1 0 0,1-1 0 0 0,0 0 0 0 0,1 1 1 0 0,0-1-1 0 0,0 1 0 0 0,2 0 1 0 0,-1-1-1 0 0,1 1 0 0 0,1-1 0 0 0,0 1 1 0 0,1-1-1 0 0,0 0 0 0 0,6 14 1 0 0,-5-16-421 0 0,0 0 0 0 0,1 0 0 0 0,0 0 0 0 0,1 0 0 0 0,0-1 0 0 0,0 0 0 0 0,1 0 1 0 0,9 8-1 0 0,-10-10-432 0 0,0-1 0 0 0,0-1 1 0 0,1 1-1 0 0,0-1 0 0 0,0-1 0 0 0,0 1 1 0 0,0-1-1 0 0,0 0 0 0 0,1-1 0 0 0,-1 0 1 0 0,12 2-1 0 0,5 0-5735 0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7.5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49 6913 0 0,'-4'-6'305'0'0,"1"2"63"0"0,3 1-296 0 0,0 0-72 0 0,0 0 0 0 0,0 1 0 0 0,1 1 0 0 0,2-4 0 0 0,3 0 0 0 0,2-2-64 0 0,-3-2-32 0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7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44 6913 0 0,'-13'0'7687'0'0,"17"1"-6553"0"0,10 1-648 0 0,0 0 0 0 0,0 1 1 0 0,0 1-1 0 0,0 0 0 0 0,-1 1 0 0 0,0 0 0 0 0,22 13 1 0 0,-30-15-359 0 0,-1-1 1 0 0,0 1-1 0 0,1 0 1 0 0,-1 1-1 0 0,0-1 1 0 0,0 1-1 0 0,-1-1 1 0 0,1 1-1 0 0,-1 0 1 0 0,0 0-1 0 0,0 1 1 0 0,0-1-1 0 0,0 1 1 0 0,-1-1-1 0 0,0 1 1 0 0,0 0-1 0 0,0 0 1 0 0,-1 0-1 0 0,1 0 1 0 0,-1 0-1 0 0,0 0 1 0 0,-1 1-1 0 0,1-1 1 0 0,-1 0-1 0 0,-1 8 1 0 0,1-12-114 0 0,0 0 1 0 0,0 0-1 0 0,0-1 1 0 0,0 1-1 0 0,0 0 1 0 0,0 0-1 0 0,0 0 1 0 0,0-1-1 0 0,0 1 1 0 0,0 0-1 0 0,-1 0 1 0 0,1 0-1 0 0,0-1 1 0 0,-1 1-1 0 0,1 0 1 0 0,0-1-1 0 0,-1 1 1 0 0,1 0-1 0 0,-1-1 1 0 0,1 1-1 0 0,-1 0 1 0 0,0-1-1 0 0,1 1 1 0 0,-1-1-1 0 0,1 1 1 0 0,-1-1-1 0 0,0 0 1 0 0,0 1-1 0 0,1-1 1 0 0,-1 1-1 0 0,0-1 1 0 0,1 0-1 0 0,-1 0 1 0 0,0 1-1 0 0,0-1 1 0 0,0 0-1 0 0,1 0 1 0 0,-1 0-1 0 0,0 0 1 0 0,0 0-1 0 0,0 0 1 0 0,1 0-1 0 0,-1 0 1 0 0,0 0-1 0 0,0-1 1 0 0,0 1-1 0 0,1 0 1 0 0,-1 0-1 0 0,0-1 1 0 0,0 1-1 0 0,1-1 1 0 0,-1 1-1 0 0,0 0 1 0 0,1-1-1 0 0,-1 1 1 0 0,0-1-1 0 0,0-1 1 0 0,-4-1 114 0 0,0-1 1 0 0,1 0 0 0 0,-1 0 0 0 0,1 0-1 0 0,0 0 1 0 0,-5-8 0 0 0,6 7-115 0 0,1 0 1 0 0,-1 0-1 0 0,1 0 0 0 0,0-1 1 0 0,0 1-1 0 0,1-1 1 0 0,0 1-1 0 0,0-1 1 0 0,0 1-1 0 0,1-1 1 0 0,-1 1-1 0 0,2-9 1 0 0,6-27-1467 0 0,6 2-4695 0 0,2 10-1331 0 0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8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21 186 2304 0 0,'25'30'1575'0'0,"23"9"10450"0"0,-48-39-11943 0 0,5-12 1615 0 0,-1-17-342 0 0,-3 27-981 0 0,-1-5-103 0 0,1-1 0 0 0,-2 1 0 0 0,1-1 1 0 0,-1 1-1 0 0,0-1 0 0 0,0 1 0 0 0,-1 0 0 0 0,-4-13 0 0 0,5 16-207 0 0,-1 0 0 0 0,1 0 0 0 0,-1 1 0 0 0,0-1 0 0 0,0 1 0 0 0,0 0 0 0 0,0-1 0 0 0,-1 1 0 0 0,0 0 0 0 0,1 0 1 0 0,-1 0-1 0 0,0 1 0 0 0,0-1 0 0 0,0 1 0 0 0,-1 0 0 0 0,1-1 0 0 0,-1 2 0 0 0,-3-3 0 0 0,6 4-55 0 0,0 0 1 0 0,1-1-1 0 0,-1 1 1 0 0,0 0-1 0 0,0 0 1 0 0,0 0-1 0 0,1 0 1 0 0,-1 0-1 0 0,0 0 1 0 0,0 0-1 0 0,0 0 1 0 0,1 0-1 0 0,-1 0 1 0 0,0 1-1 0 0,0-1 1 0 0,0 0-1 0 0,1 0 1 0 0,-1 1-1 0 0,0-1 1 0 0,1 1-1 0 0,-1-1 1 0 0,0 0-1 0 0,1 1 1 0 0,-1-1-1 0 0,0 1 1 0 0,1 0-1 0 0,-1 0 0 0 0,-12 25 112 0 0,6 30-75 0 0,7-46-127 0 0,1-1 0 0 0,-1 1 0 0 0,1 0 1 0 0,1-1-1 0 0,0 1 0 0 0,0-1 0 0 0,1 0 0 0 0,0 0 0 0 0,1 0 0 0 0,0 0 0 0 0,0 0 1 0 0,1-1-1 0 0,0 0 0 0 0,1 0 0 0 0,0 0 0 0 0,0-1 0 0 0,0 1 0 0 0,11 8 0 0 0,-11-12-365 0 0,-1 1 0 0 0,1-1 0 0 0,0-1 0 0 0,0 1-1 0 0,0-1 1 0 0,0 0 0 0 0,1 0 0 0 0,-1-1 0 0 0,1 0-1 0 0,0 0 1 0 0,0 0 0 0 0,-1-1 0 0 0,1 0 0 0 0,0-1-1 0 0,0 1 1 0 0,0-1 0 0 0,0-1 0 0 0,0 1-1 0 0,0-1 1 0 0,0-1 0 0 0,0 1 0 0 0,0-1 0 0 0,-1 0-1 0 0,1 0 1 0 0,-1-1 0 0 0,8-4 0 0 0,-3 1 322 0 0,0 0 1 0 0,-1-1-1 0 0,1-1 1 0 0,-2 1-1 0 0,1-2 1 0 0,-1 1-1 0 0,0-2 1 0 0,0 1-1 0 0,-1-1 1 0 0,-1 0-1 0 0,0 0 1 0 0,0-1-1 0 0,-1 0 1 0 0,0-1-1 0 0,-1 1 1 0 0,0-1-1 0 0,-1 0 1 0 0,-1 0-1 0 0,5-23 1 0 0,-3 3 1565 0 0,-3 19 238 0 0,1-1 0 0 0,-2 0 0 0 0,0 0 0 0 0,-1 0 0 0 0,-2-22 0 0 0,2 35-1624 0 0,0 1 0 0 0,0 0 1 0 0,-1-2 839 0 0,1 2-840 0 0,0 0 0 0 0,0 0 0 0 0,-1 0 1 0 0,1 0-1 0 0,0 0 0 0 0,0-1 0 0 0,0 1 0 0 0,0 0 0 0 0,0 0 0 0 0,-1 0 0 0 0,1 0 0 0 0,0 0 0 0 0,0 0 0 0 0,0 0 0 0 0,0 0 0 0 0,-1 0 0 0 0,1 0 0 0 0,0 0 0 0 0,0 0 0 0 0,0 0 0 0 0,0 0 0 0 0,-2 2 617 0 0,2-2-617 0 0,-12 11 1107 0 0,-7 13-476 0 0,19-23-658 0 0,-21 31 479 0 0,-18 38 0 0 0,34-60-522 0 0,1 0-1 0 0,0-1 1 0 0,1 1 0 0 0,0 1 0 0 0,0-1 0 0 0,1 0 0 0 0,1 1 0 0 0,0-1-1 0 0,0 13 1 0 0,1-20-29 0 0,-1-1 1 0 0,2 1-1 0 0,-1 0 0 0 0,0-1 0 0 0,1 1 0 0 0,-1 0 0 0 0,1-1 0 0 0,-1 1 1 0 0,1-1-1 0 0,0 1 0 0 0,0-1 0 0 0,1 0 0 0 0,-1 1 0 0 0,0-1 1 0 0,1 0-1 0 0,-1 0 0 0 0,1 0 0 0 0,0 0 0 0 0,0 0 0 0 0,0 0 0 0 0,0 0 1 0 0,0 0-1 0 0,0-1 0 0 0,0 1 0 0 0,0-1 0 0 0,1 0 0 0 0,-1 0 1 0 0,1 0-1 0 0,-1 0 0 0 0,1 0 0 0 0,-1 0 0 0 0,1 0 0 0 0,3-1 0 0 0,1 1-443 0 0,0-1-1 0 0,-1 0 1 0 0,1-1-1 0 0,0 0 0 0 0,0 0 1 0 0,-1 0-1 0 0,1-1 1 0 0,-1 0-1 0 0,1 0 0 0 0,-1-1 1 0 0,11-5-1 0 0,-9 4-1016 0 0,-7 3 1170 0 0,1 1 1 0 0,0-1-1 0 0,-1 0 0 0 0,1 0 1 0 0,0 1-1 0 0,-1-1 1 0 0,1 0-1 0 0,-1-1 1 0 0,1 1-1 0 0,-1 0 1 0 0,0 0-1 0 0,2-3 0 0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9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204 5 11522 0 0,'-1'-1'198'0'0,"-1"0"-1"0"0,1 1 0 0 0,0-1 1 0 0,-1 1-1 0 0,1-1 0 0 0,-1 1 0 0 0,1 0 1 0 0,-1 0-1 0 0,1-1 0 0 0,0 1 0 0 0,-1 0 1 0 0,1 0-1 0 0,-1 1 0 0 0,1-1 0 0 0,-1 0 1 0 0,1 0-1 0 0,-3 1 0 0 0,-27 9 1843 0 0,28-10-2019 0 0,-9 5 418 0 0,-1 1 0 0 0,1 0 0 0 0,0 1 0 0 0,0 0 0 0 0,-21 16 0 0 0,29-20-414 0 0,1 0 0 0 0,-1 0 0 0 0,1 0 0 0 0,-1 1 0 0 0,1-1 1 0 0,0 1-1 0 0,0 0 0 0 0,0 0 0 0 0,1 0 0 0 0,0 0 1 0 0,-1 0-1 0 0,1 1 0 0 0,1-1 0 0 0,-1 0 0 0 0,1 1 0 0 0,-1 0 1 0 0,1-1-1 0 0,1 1 0 0 0,-1 0 0 0 0,0 7 0 0 0,2-9-28 0 0,0 0 0 0 0,0 0 0 0 0,0 0 0 0 0,1 0 0 0 0,-1 0 0 0 0,1 0 0 0 0,-1 0 0 0 0,1 0 0 0 0,0 0 0 0 0,0-1 0 0 0,0 1-1 0 0,1-1 1 0 0,-1 0 0 0 0,0 0 0 0 0,1 1 0 0 0,0-1 0 0 0,-1-1 0 0 0,1 1 0 0 0,0 0 0 0 0,0-1 0 0 0,5 3 0 0 0,8 2-33 0 0,1-1 0 0 0,31 7 0 0 0,-35-9 31 0 0,-11-2 5 0 0,9 1 6 0 0,0 1 0 0 0,0 0 0 0 0,-1 0 0 0 0,1 1 0 0 0,18 10 0 0 0,-27-13-5 0 0,0 1 0 0 0,-1-1 0 0 0,1 0 0 0 0,-1 1 0 0 0,1-1 0 0 0,-1 1 0 0 0,1-1 0 0 0,-1 1 1 0 0,0-1-1 0 0,0 1 0 0 0,0 0 0 0 0,0 0 0 0 0,0 0 0 0 0,0 0 0 0 0,-1 0 0 0 0,2 2 0 0 0,-2-2-1 0 0,0 1 0 0 0,0 0 0 0 0,0-1 0 0 0,0 1 0 0 0,-1 0 0 0 0,1-1 0 0 0,-1 1 0 0 0,1 0 0 0 0,-1-1 0 0 0,0 1 0 0 0,0-1 0 0 0,0 1 0 0 0,-1-1 0 0 0,1 1 0 0 0,-3 2 0 0 0,-5 8 28 0 0,0 0 0 0 0,-2-1 1 0 0,1 0-1 0 0,-1-1 0 0 0,-1 0 1 0 0,-17 12-1 0 0,-17 8-5880 0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39.7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132 14 4145 0 0,'0'-1'107'0'0,"0"0"1"0"0,-1 0-1 0 0,1 1 1 0 0,-1-1 0 0 0,1 0-1 0 0,-1 0 1 0 0,1 1-1 0 0,-1-1 1 0 0,1 0-1 0 0,-1 1 1 0 0,0-1-1 0 0,1 1 1 0 0,-1-1-1 0 0,0 1 1 0 0,1-1-1 0 0,-1 1 1 0 0,0 0-1 0 0,0-1 1 0 0,0 1-1 0 0,1 0 1 0 0,-1-1-1 0 0,0 1 1 0 0,0 0-1 0 0,0 0 1 0 0,0 0-1 0 0,0 0 1 0 0,1 0 0 0 0,-1 0-1 0 0,0 0 1 0 0,0 0-1 0 0,0 0 1 0 0,-1 0-1 0 0,-28 4 2441 0 0,26-3-1993 0 0,1 0 1 0 0,0 1 0 0 0,-1-1-1 0 0,1 1 1 0 0,0 0-1 0 0,0 0 1 0 0,0 0-1 0 0,0 0 1 0 0,0 1 0 0 0,1-1-1 0 0,-1 1 1 0 0,-2 4-1 0 0,1-1-132 0 0,0-1-1 0 0,1 1 1 0 0,-1 0-1 0 0,2 0 0 0 0,-1 1 1 0 0,-2 8-1 0 0,2-4-210 0 0,1 0-1 0 0,0 1 0 0 0,0-1 1 0 0,1 0-1 0 0,1 1 1 0 0,0-1-1 0 0,3 20 0 0 0,-2-25-148 0 0,0 0 0 0 0,1 0 0 0 0,-1 1 0 0 0,2-1 0 0 0,-1-1-1 0 0,1 1 1 0 0,0 0 0 0 0,0-1 0 0 0,0 1 0 0 0,1-1 0 0 0,0 0-1 0 0,0 0 1 0 0,0 0 0 0 0,0-1 0 0 0,1 1 0 0 0,0-1 0 0 0,9 6-1 0 0,-10-8-160 0 0,0 0 0 0 0,1 1 0 0 0,-1-2 0 0 0,1 1 0 0 0,0 0 0 0 0,-1-1 0 0 0,1 0 0 0 0,0 0 0 0 0,10 0 0 0 0,-10-1-472 0 0,0 0 0 0 0,0-1 1 0 0,1 0-1 0 0,-1 0 0 0 0,0 0 1 0 0,0 0-1 0 0,0-1 0 0 0,0 0 1 0 0,0 0-1 0 0,5-3 0 0 0,10-7-6311 0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40.8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43 309 1376 0 0,'2'-1'569'0'0,"0"1"-1"0"0,1-1 1 0 0,-1 1 0 0 0,0-1-1 0 0,0 0 1 0 0,1 0-1 0 0,-1 1 1 0 0,0-2-1 0 0,0 1 1 0 0,2-2 0 0 0,27-22 1540 0 0,-18 13-1698 0 0,-2 0-1 0 0,17-24 1 0 0,-21 25-87 0 0,0 1 0 0 0,-1-2 1 0 0,-1 1-1 0 0,0-1 0 0 0,7-23 0 0 0,-11 30-206 0 0,0 0 0 0 0,0 0 0 0 0,0 0-1 0 0,-1-1 1 0 0,1 1 0 0 0,-1 0 0 0 0,-1 0-1 0 0,1-1 1 0 0,-1 1 0 0 0,0 0-1 0 0,0 0 1 0 0,0 0 0 0 0,-1 0 0 0 0,1 0-1 0 0,-1 0 1 0 0,-1 0 0 0 0,-2-4 0 0 0,4 7-23 0 0,0 0 1 0 0,0 1 0 0 0,0-1 0 0 0,0 0 0 0 0,-1 1 0 0 0,1-1 0 0 0,-1 1 0 0 0,1-1 0 0 0,-1 1-1 0 0,1 0 1 0 0,-1 0 0 0 0,0 0 0 0 0,0 0 0 0 0,1 0 0 0 0,-1 0 0 0 0,0 0 0 0 0,0 1 0 0 0,0-1-1 0 0,0 0 1 0 0,0 1 0 0 0,0 0 0 0 0,0-1 0 0 0,0 1 0 0 0,0 0 0 0 0,0 0 0 0 0,0 0 0 0 0,0 1-1 0 0,0-1 1 0 0,0 0 0 0 0,0 1 0 0 0,0-1 0 0 0,0 1 0 0 0,0 0 0 0 0,0-1 0 0 0,0 1 0 0 0,0 0-1 0 0,1 0 1 0 0,-1 0 0 0 0,0 1 0 0 0,-2 1 0 0 0,-2 2 17 0 0,1 0 0 0 0,-1 0 1 0 0,1 1-1 0 0,-1-1 0 0 0,2 1 0 0 0,-1 1 1 0 0,1-1-1 0 0,0 1 0 0 0,-5 9 0 0 0,-3 11 96 0 0,1 1 0 0 0,-14 58 0 0 0,23-77-147 0 0,1 0 0 0 0,0 1 1 0 0,1-1-1 0 0,-1 1 1 0 0,2-1-1 0 0,1 10 1 0 0,-2-14-6 0 0,1-1 0 0 0,0 1 0 0 0,1-1 0 0 0,-1 1 0 0 0,1-1 0 0 0,0 0 0 0 0,0 0 0 0 0,0 0 0 0 0,1 0 0 0 0,-1 0 0 0 0,1 0 0 0 0,0-1 0 0 0,4 5 0 0 0,-4-5-48 0 0,1-1 1 0 0,0 1-1 0 0,-1-1 1 0 0,1 1-1 0 0,0-1 1 0 0,0 0-1 0 0,0 0 0 0 0,0-1 1 0 0,1 1-1 0 0,-1-1 1 0 0,0 0-1 0 0,1 0 1 0 0,-1 0-1 0 0,0-1 0 0 0,1 0 1 0 0,-1 0-1 0 0,10 0 1 0 0,-3-2-403 0 0,0 0 0 0 0,0-1 0 0 0,0 0 0 0 0,0 0 0 0 0,20-10 0 0 0,-7 1-1009 0 0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2:41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5 2761 0 0,'-4'-1'531'0'0,"1"0"1"0"0,-1 0 0 0 0,1 1-1 0 0,-1-1 1 0 0,1 1 0 0 0,-1 0-1 0 0,0-1 1 0 0,1 2-1 0 0,-1-1 1 0 0,1 0 0 0 0,-1 1-1 0 0,1-1 1 0 0,-1 1 0 0 0,1 0-1 0 0,-1 1 1 0 0,1-1 0 0 0,-1 0-1 0 0,1 1 1 0 0,0 0 0 0 0,0 0-1 0 0,0 0 1 0 0,-5 4 0 0 0,-2 2 205 0 0,0 0 1 0 0,1 0-1 0 0,0 1 1 0 0,1 0-1 0 0,-11 15 0 0 0,16-21-693 0 0,0 1 0 0 0,1 1 0 0 0,-1-1 0 0 0,1 0 0 0 0,0 1 0 0 0,0-1-1 0 0,0 1 1 0 0,1-1 0 0 0,0 1 0 0 0,0 0 0 0 0,0 0 0 0 0,0-1-1 0 0,1 1 1 0 0,-1 0 0 0 0,1 0 0 0 0,1 0 0 0 0,-1 0 0 0 0,1 0-1 0 0,-1-1 1 0 0,3 6 0 0 0,0-3-15 0 0,0-1-1 0 0,0 1 1 0 0,1-1 0 0 0,-1 0 0 0 0,2 0-1 0 0,-1 0 1 0 0,1-1 0 0 0,0 1-1 0 0,0-1 1 0 0,0 0 0 0 0,1-1-1 0 0,10 8 1 0 0,15 8 322 0 0,-22-16-272 0 0,-1 1 0 0 0,1 0 0 0 0,-1 1-1 0 0,0 0 1 0 0,0 0 0 0 0,-1 1 0 0 0,1 0 0 0 0,-2 1 0 0 0,1-1 0 0 0,6 11 0 0 0,-12-16-57 0 0,0 1-1 0 0,0-1 1 0 0,0 0 0 0 0,-1 0-1 0 0,1 0 1 0 0,-1 0 0 0 0,1 1 0 0 0,-1-1-1 0 0,0 0 1 0 0,0 0 0 0 0,0 0-1 0 0,0 1 1 0 0,0-1 0 0 0,-1 0-1 0 0,1 0 1 0 0,-1 1 0 0 0,1-1-1 0 0,-1 0 1 0 0,0 0 0 0 0,-1 2 0 0 0,0 0 17 0 0,-1 0 0 0 0,0 0 0 0 0,0 0 0 0 0,0-1 1 0 0,0 1-1 0 0,-1-1 0 0 0,1 0 0 0 0,-1 0 1 0 0,-4 3-1 0 0,-5 2 18 0 0,0-1 0 0 0,0 0 0 0 0,0-1 1 0 0,-1-1-1 0 0,-17 5 0 0 0,-1-2-1539 0 0,-1 0-6230 0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3:05.277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55 1282 5065 0 0,'-54'26'1799'0'0,"65"-37"-1200"0"0,24-18 21 0 0,471-331 1700 0 0,-103 78-1982 0 0,-238 162 353 0 0,191-105 0 0 0,-175 123-145 0 0,64-34-47 0 0,-233 129-488 0 0,43-19-53 0 0,-51 24 25 0 0,0 1-1 0 0,0-1 1 0 0,1 1 0 0 0,-1 0-1 0 0,1 0 1 0 0,-1 1-1 0 0,1-1 1 0 0,0 1-1 0 0,8 0 1 0 0,-13 0 7 0 0,1 1 0 0 0,0-1-1 0 0,-1 0 1 0 0,1 0 0 0 0,0 0 0 0 0,-1 1 0 0 0,1-1 0 0 0,-1 0 0 0 0,1 1 0 0 0,-1-1-1 0 0,1 1 1 0 0,-1-1 0 0 0,1 0 0 0 0,-1 1 0 0 0,1-1 0 0 0,-1 1 0 0 0,1 0 0 0 0,-1-1-1 0 0,0 1 1 0 0,1-1 0 0 0,-1 1 0 0 0,0-1 0 0 0,1 1 0 0 0,-1 0 0 0 0,0-1 0 0 0,0 1-1 0 0,0 0 1 0 0,0-1 0 0 0,0 1 0 0 0,0 0 0 0 0,0-1 0 0 0,0 1 0 0 0,0 0 0 0 0,0-1-1 0 0,0 1 1 0 0,0 0 0 0 0,0-1 0 0 0,0 1 0 0 0,0 0 0 0 0,-1 0 0 0 0,-12 28-267 0 0,-6-2 34 0 0,-2-1 0 0 0,-1-1 1 0 0,0 0-1 0 0,-2-2 0 0 0,-38 29 1 0 0,25-20 259 0 0,-796 649 939 0 0,723-596-828 0 0,-235 192 175 0 0,2 19-303 0 0,320-278-24 0 0,0 2 0 0 0,1 0 0 0 0,1 2 0 0 0,1 0 0 0 0,1 1 0 0 0,-20 33 0 0 0,29-30-68 0 0,10-25 83 0 0,0-1-1 0 0,0 1 1 0 0,0 0 0 0 0,0 0-1 0 0,0-1 1 0 0,0 1 0 0 0,0 0 0 0 0,0-1-1 0 0,1 1 1 0 0,-1 0 0 0 0,0 0-1 0 0,0-1 1 0 0,1 1 0 0 0,-1 0 0 0 0,0-1-1 0 0,1 1 1 0 0,-1-1 0 0 0,1 1 0 0 0,-1 0-1 0 0,1 0 1 0 0,1 0-11 0 0,0 0 1 0 0,0-1-1 0 0,0 1 0 0 0,0-1 1 0 0,0 1-1 0 0,1-1 0 0 0,-1 0 1 0 0,0 1-1 0 0,0-1 0 0 0,0 0 1 0 0,0 0-1 0 0,0-1 0 0 0,0 1 0 0 0,0 0 1 0 0,1-1-1 0 0,-1 1 0 0 0,0-1 1 0 0,0 0-1 0 0,2-1 0 0 0,34-13-118 0 0,1-3-1 0 0,59-37 1 0 0,-50 28 96 0 0,377-237 557 0 0,-281 171-139 0 0,93-64 122 0 0,129-79-21 0 0,-78 60-116 0 0,400-218 379 0 0,-584 345-686 0 0,197-62-1 0 0,-298 110-41 0 0,5-1-70 0 0,0 0 1 0 0,0 0 0 0 0,16-1 0 0 0,-24 3 33 0 0,1-1-1 0 0,0 1 0 0 0,-1 0 1 0 0,1 0-1 0 0,0 0 1 0 0,0 0-1 0 0,-1 0 0 0 0,1 0 1 0 0,0 0-1 0 0,0 0 0 0 0,-1 0 1 0 0,1 1-1 0 0,0-1 1 0 0,0 0-1 0 0,-1 0 0 0 0,1 1 1 0 0,0-1-1 0 0,-1 0 1 0 0,1 1-1 0 0,0-1 0 0 0,-1 1 1 0 0,1-1-1 0 0,-1 1 1 0 0,1-1-1 0 0,-1 1 0 0 0,1-1 1 0 0,-1 1-1 0 0,1 0 1 0 0,-1-1-1 0 0,1 1 0 0 0,-1 0 1 0 0,0-1-1 0 0,1 1 0 0 0,-1 0 1 0 0,0-1-1 0 0,0 1 1 0 0,0 0-1 0 0,1 0 0 0 0,-1-1 1 0 0,0 1-1 0 0,0 0 1 0 0,0 0-1 0 0,0-1 0 0 0,0 1 1 0 0,0 0-1 0 0,0 0 1 0 0,-1-1-1 0 0,1 1 0 0 0,0 0 1 0 0,0-1-1 0 0,-1 1 1 0 0,1 0-1 0 0,-1 1 0 0 0,-3 7-231 0 0,0 0 0 0 0,-1 0 0 0 0,0 0 0 0 0,0-1 0 0 0,-1 1 0 0 0,0-1 0 0 0,-11 10 0 0 0,-59 52-1337 0 0,51-48 1177 0 0,-726 588-2029 0 0,511-420 2886 0 0,-37 28 110 0 0,-251 190 672 0 0,328-246-882 0 0,-384 347 790 0 0,549-474-1130 0 0,18-20-3 0 0,1 1 0 0 0,1 0 0 0 0,0 2-1 0 0,2-1 1 0 0,-18 30 0 0 0,30-46-1 0 0,0 0 0 0 0,0 1 0 0 0,1-1 0 0 0,-1 0 0 0 0,1 1 0 0 0,-1-1 0 0 0,1 0 0 0 0,-1 1 0 0 0,1-1 0 0 0,0 1 0 0 0,0-1 0 0 0,0 1-1 0 0,-1-1 1 0 0,1 1 0 0 0,1-1 0 0 0,-1 1 0 0 0,0 2 0 0 0,1-4 2 0 0,-1 1-1 0 0,1 0 1 0 0,-1-1-1 0 0,1 1 1 0 0,0-1-1 0 0,-1 1 1 0 0,1-1-1 0 0,-1 1 1 0 0,1-1-1 0 0,0 1 1 0 0,-1-1-1 0 0,1 0 1 0 0,0 1-1 0 0,0-1 1 0 0,-1 0-1 0 0,1 1 1 0 0,0-1-1 0 0,0 0 1 0 0,0 0-1 0 0,-1 0 1 0 0,1 0-1 0 0,0 0 1 0 0,1 0-1 0 0,6 0-18 0 0,0-1-1 0 0,1-1 1 0 0,-1 1-1 0 0,14-5 1 0 0,35-14-324 0 0,0-1 1 0 0,-2-3-1 0 0,57-34 1 0 0,154-107 151 0 0,-135 80 503 0 0,638-388 1784 0 0,327-175 1632 0 0,-885 528-3049 0 0,357-182 369 0 0,-203 112-554 0 0,-309 159-449 0 0,58-31 121 0 0,232-92 0 0 0,-346 154-166 0 0,6-2-9 0 0,1-1 0 0 0,0 1-1 0 0,-1 0 1 0 0,1 1 0 0 0,0 0 0 0 0,0 0-1 0 0,13 0 1 0 0,-20 1-4 0 0,0 0-1 0 0,1 0 1 0 0,-1 0 0 0 0,0 0-1 0 0,0 0 1 0 0,1 0 0 0 0,-1 0-1 0 0,0 0 1 0 0,0 0 0 0 0,1 0-1 0 0,-1 0 1 0 0,0 0 0 0 0,0 1-1 0 0,0-1 1 0 0,1 0 0 0 0,-1 0 0 0 0,0 0-1 0 0,0 0 1 0 0,0 0 0 0 0,1 1-1 0 0,-1-1 1 0 0,0 0 0 0 0,0 0-1 0 0,0 0 1 0 0,0 0 0 0 0,0 1-1 0 0,1-1 1 0 0,-1 0 0 0 0,0 0-1 0 0,0 0 1 0 0,0 1 0 0 0,0-1-1 0 0,0 0 1 0 0,0 0 0 0 0,0 1 0 0 0,0-1-1 0 0,0 0 1 0 0,0 0 0 0 0,0 1-1 0 0,0-1 1 0 0,-7 11-385 0 0,-14 9-118 0 0,-410 275-1851 0 0,334-233 2422 0 0,-890 560 1247 0 0,-414 272 292 0 0,1088-671-1558 0 0,-104 68 15 0 0,384-268-71 0 0,25-17-184 0 0,1 0 0 0 0,-1 0 0 0 0,0-1-1 0 0,-1-1 1 0 0,1 1 0 0 0,-13 3 0 0 0,63-46-2057 0 0,133-103 460 0 0,87-74 1888 0 0,383-296 1239 0 0,-428 347-871 0 0,622-418 1178 0 0,308-68 280 0 0,-1103 627-1886 0 0,108-52 78 0 0,-125 63-84 0 0,0 2-1 0 0,0 1 1 0 0,46-9-1 0 0,-71 18-18 0 0,0-1 0 0 0,1 1 0 0 0,-1 0 0 0 0,1 0 0 0 0,-1 0 0 0 0,1 0 0 0 0,-1 0 0 0 0,0 0 0 0 0,1 1 0 0 0,3 0 0 0 0,-6-1-2 0 0,1 0 0 0 0,-1 1 0 0 0,1-1 0 0 0,-1 0 0 0 0,1 1 0 0 0,-1-1 0 0 0,1 1-1 0 0,-1-1 1 0 0,1 0 0 0 0,-1 1 0 0 0,1-1 0 0 0,-1 1 0 0 0,0-1 0 0 0,1 1 0 0 0,-1-1 0 0 0,0 1 0 0 0,0-1 0 0 0,1 1 0 0 0,-1 0 0 0 0,0-1 0 0 0,0 1-1 0 0,0-1 1 0 0,1 1 0 0 0,-1 0 0 0 0,0-1 0 0 0,0 2 0 0 0,-1 1-46 0 0,0 1 0 0 0,0-1 1 0 0,0 1-1 0 0,0-1 0 0 0,-1 1 0 0 0,1-1 0 0 0,-1 0 1 0 0,0 0-1 0 0,0 1 0 0 0,0-1 0 0 0,0-1 0 0 0,-5 5 1 0 0,-57 63-726 0 0,-3-2 0 0 0,-80 60 0 0 0,-166 109 260 0 0,265-203 406 0 0,-623 478 638 0 0,480-364-199 0 0,-1020 812 837 0 0,606-431-1141 0 0,438-381-29 0 0,76-70 0 0 0,-150 165 0 0 0,229-228-3 0 0,0 0 1 0 0,0 1-1 0 0,2 0 0 0 0,0 1 1 0 0,-13 30-1 0 0,22-46 1 0 0,1 0-1 0 0,-1 0 1 0 0,0 1-1 0 0,1-1 1 0 0,-1 0-1 0 0,1 1 1 0 0,0-1-1 0 0,0 1 1 0 0,-1-1 0 0 0,1 1-1 0 0,0-1 1 0 0,0 0-1 0 0,0 1 1 0 0,0-1-1 0 0,1 1 1 0 0,-1-1-1 0 0,0 1 1 0 0,0-1-1 0 0,1 0 1 0 0,-1 1 0 0 0,1-1-1 0 0,0 0 1 0 0,-1 1-1 0 0,2 1 1 0 0,0-2-6 0 0,-1 0 0 0 0,1-1 1 0 0,-1 1-1 0 0,1 0 0 0 0,-1-1 1 0 0,1 1-1 0 0,0-1 0 0 0,-1 0 1 0 0,1 1-1 0 0,0-1 0 0 0,-1 0 1 0 0,1 0-1 0 0,0 0 0 0 0,-1 0 1 0 0,1 0-1 0 0,0 0 0 0 0,2-1 1 0 0,10-3-177 0 0,0 0 1 0 0,0-1-1 0 0,23-11 1 0 0,45-28-857 0 0,78-55 0 0 0,-78 46 570 0 0,845-574-287 0 0,-28 31 4211 0 0,-817 544-3139 0 0,966-571 3225 0 0,-92 146-1835 0 0,-918 460-1700 0 0,-12 5-28 0 0,-1 1-1 0 0,2 1 1 0 0,0 1-1 0 0,0 2 1 0 0,40-7-1 0 0,-66 14 6 0 0,1-1 0 0 0,-1 1-1 0 0,0 0 1 0 0,0 0-1 0 0,1 0 1 0 0,-1 0-1 0 0,0 0 1 0 0,0 0 0 0 0,0 1-1 0 0,1-1 1 0 0,-1 0-1 0 0,0 1 1 0 0,0-1 0 0 0,0 1-1 0 0,0-1 1 0 0,2 1-1 0 0,-3 0 9 0 0,0-1-1 0 0,1 1 1 0 0,-1-1 0 0 0,0 1-1 0 0,0-1 1 0 0,0 0-1 0 0,0 1 1 0 0,1-1 0 0 0,-1 1-1 0 0,0-1 1 0 0,0 1-1 0 0,0-1 1 0 0,0 1 0 0 0,0-1-1 0 0,0 1 1 0 0,0-1 0 0 0,0 1-1 0 0,0-1 1 0 0,-1 0-1 0 0,1 1 1 0 0,0-1 0 0 0,0 1-1 0 0,0-1 1 0 0,0 1-1 0 0,-1-1 1 0 0,1 0 0 0 0,-1 1-1 0 0,-2 4-69 0 0,0 0-1 0 0,-1 0 1 0 0,0-1-1 0 0,0 0 1 0 0,-5 4-1 0 0,-258 201-3303 0 0,-22-16 2194 0 0,59-40 1210 0 0,-304 212 239 0 0,-294 203 437 0 0,369-251-380 0 0,-713 515-32 0 0,1103-780-288 0 0,-324 252 0 0 0,30 25-340 0 0,345-312 288 0 0,13-12-42 0 0,0-1-1 0 0,0 1 1 0 0,1-1-1 0 0,0 1 1 0 0,0 1-1 0 0,0-1 0 0 0,-3 8 1 0 0,7-13 76 0 0,0 0 0 0 0,0 0 1 0 0,0 1-1 0 0,0-1 0 0 0,0 0 0 0 0,0 0 1 0 0,0 1-1 0 0,0-1 0 0 0,0 0 0 0 0,0 0 0 0 0,0 1 1 0 0,0-1-1 0 0,0 0 0 0 0,0 0 0 0 0,0 1 1 0 0,1-1-1 0 0,-1 0 0 0 0,0 0 0 0 0,0 0 1 0 0,0 1-1 0 0,0-1 0 0 0,1 0 0 0 0,-1 0 0 0 0,0 0 1 0 0,0 0-1 0 0,0 1 0 0 0,1-1 0 0 0,-1 0 1 0 0,0 0-1 0 0,0 0 0 0 0,1 0 0 0 0,-1 0 1 0 0,0 0-1 0 0,0 0 0 0 0,0 0 0 0 0,1 0 0 0 0,-1 0 1 0 0,0 1-1 0 0,0-1 0 0 0,1 0 0 0 0,-1 0 1 0 0,0-1-1 0 0,0 1 0 0 0,1 0 0 0 0,-1 0 1 0 0,0 0-1 0 0,0 0 0 0 0,1 0 0 0 0,-1 0 1 0 0,0 0-1 0 0,0 0 0 0 0,1 0 0 0 0,-1-1 0 0 0,18-3-478 0 0,21-15-227 0 0,-1-2 1 0 0,-1-1 0 0 0,-1-1-1 0 0,45-41 1 0 0,-33 28 197 0 0,309-237 45 0 0,236-178 2580 0 0,18 20 1126 0 0,796-450 1555 0 0,-217 225-3554 0 0,-1051 587-1244 0 0,-116 61-98 0 0,-23 12 9 0 0,-12 5 32 0 0,-751 490-1284 0 0,140-98 1449 0 0,-783 583 52 0 0,386-201 55 0 0,821-625-212 0 0,-146 132-98 0 0,240-190-2 0 0,-99 120 0 0 0,188-202 91 0 0,9-11-58 0 0,1 0 0 0 0,0 1 0 0 0,0 0 0 0 0,0 0 0 0 0,1 0 0 0 0,0 1 0 0 0,-5 13 0 0 0,10-21 60 0 0,-1-1 1 0 0,1 1 0 0 0,0 0-1 0 0,0-1 1 0 0,0 1 0 0 0,-1 0-1 0 0,1-1 1 0 0,0 1-1 0 0,0 0 1 0 0,0-1 0 0 0,0 1-1 0 0,0 0 1 0 0,0-1 0 0 0,0 1-1 0 0,1 0 1 0 0,-1-1-1 0 0,0 1 1 0 0,0-1 0 0 0,0 1-1 0 0,1 0 1 0 0,-1-1 0 0 0,0 1-1 0 0,1-1 1 0 0,-1 1-1 0 0,0 0 1 0 0,1-1 0 0 0,-1 1-1 0 0,1-1 1 0 0,-1 0 0 0 0,1 1-1 0 0,-1-1 1 0 0,2 1 0 0 0,0 0-36 0 0,0 0 1 0 0,-1-1 0 0 0,1 1 0 0 0,0-1 0 0 0,0 0 0 0 0,0 0-1 0 0,0 1 1 0 0,0-1 0 0 0,0 0 0 0 0,4-1 0 0 0,14-2-206 0 0,0-1 0 0 0,-1-1 0 0 0,1-1 0 0 0,-1 0 0 0 0,0-1 0 0 0,24-14 0 0 0,113-72-768 0 0,-124 73 825 0 0,764-507 597 0 0,262-162 3111 0 0,80 28-808 0 0,34 66-1319 0 0,-909 469-1150 0 0,114-51-59 0 0,7 33 91 0 0,-371 140-235 0 0,4-2 39 0 0,1 2-1 0 0,0-1 1 0 0,25-1-1 0 0,-42 6-52 0 0,0-1-1 0 0,-1 1 1 0 0,1 0-1 0 0,0 0 1 0 0,0 0-1 0 0,0 0 1 0 0,0 1-1 0 0,0-1 1 0 0,0 0-1 0 0,0 0 1 0 0,-1 0 0 0 0,1 1-1 0 0,0-1 1 0 0,0 0-1 0 0,0 1 1 0 0,0-1-1 0 0,0 1 1 0 0,0 0-5 0 0,-1-1 0 0 0,0 1 0 0 0,0-1 1 0 0,1 0-1 0 0,-1 1 0 0 0,0-1 0 0 0,0 1 0 0 0,0-1 1 0 0,0 1-1 0 0,0-1 0 0 0,0 1 0 0 0,0-1 1 0 0,0 0-1 0 0,0 1 0 0 0,0-1 0 0 0,0 1 1 0 0,0-1-1 0 0,0 1 0 0 0,0-1 0 0 0,0 0 1 0 0,-1 1-1 0 0,1-1 0 0 0,0 1 0 0 0,0 0 1 0 0,-20 25-17 0 0,20-26 15 0 0,-25 24-56 0 0,0-1-1 0 0,-2-2 0 0 0,-50 33 0 0 0,27-20-100 0 0,-693 460-994 0 0,-355 220 785 0 0,-22 57-145 0 0,800-545 238 0 0,-392 306-365 0 0,559-414 463 0 0,-108 90 19 0 0,203-157-400 0 0,3 2 0 0 0,-63 78 0 0 0,109-120 375 0 0,5-7 46 0 0,0 1 0 0 0,0-1 1 0 0,0 1-1 0 0,1 1 0 0 0,0-1 0 0 0,0 0 0 0 0,0 1 0 0 0,0-1 0 0 0,1 1 1 0 0,0 0-1 0 0,-1 7 0 0 0,3-13 101 0 0,0 0 0 0 0,0 0 0 0 0,-1 1 1 0 0,1-1-1 0 0,0 0 0 0 0,0 0 0 0 0,0 1 0 0 0,0-1 0 0 0,0 0 1 0 0,0 0-1 0 0,0 1 0 0 0,0-1 0 0 0,0 0 0 0 0,0 0 1 0 0,0 1-1 0 0,0-1 0 0 0,1 0 0 0 0,-1 0 0 0 0,0 1 0 0 0,0-1 1 0 0,22-2-1608 0 0,-18 0 1327 0 0,22-11-495 0 0,0 0 0 0 0,-1-2 0 0 0,44-35 0 0 0,-28 19 490 0 0,239-172-960 0 0,681-469 5852 0 0,824-423 2574 0 0,-831 636-5758 0 0,-913 441-1357 0 0,61-22 41 0 0,-88 35-64 0 0,0 1 1 0 0,0 1 0 0 0,0 0 0 0 0,0 1-1 0 0,19 0 1 0 0,-32 2-10 0 0,1 0-1 0 0,0 0 1 0 0,-1 0 0 0 0,1 0-1 0 0,-1 0 1 0 0,1 0 0 0 0,-1 1-1 0 0,1-1 1 0 0,-1 1 0 0 0,1-1-1 0 0,-1 1 1 0 0,1-1 0 0 0,-1 1-1 0 0,3 2 1 0 0,-3-3-9 0 0,-1 1 1 0 0,0-1-1 0 0,1 1 0 0 0,-1-1 1 0 0,1 1-1 0 0,-1 0 0 0 0,0-1 1 0 0,0 1-1 0 0,1 0 0 0 0,-1-1 1 0 0,0 1-1 0 0,0 0 0 0 0,0-1 1 0 0,1 1-1 0 0,-1 0 1 0 0,0-1-1 0 0,0 1 0 0 0,0 0 1 0 0,0 0-1 0 0,-1-1 0 0 0,1 1 1 0 0,0 1-1 0 0,-2 2-44 0 0,1 0 0 0 0,-1 1 0 0 0,-1-1 0 0 0,1 0 0 0 0,0 0 0 0 0,-1-1 0 0 0,-6 8 0 0 0,-26 27-374 0 0,-1-2 1 0 0,-64 48-1 0 0,-96 57-1108 0 0,152-111 1212 0 0,-114 79-476 0 0,-1282 900-1086 0 0,40 52 2885 0 0,687-466-765 0 0,57 50-61 0 0,629-615-174 0 0,-56 67 0 0 0,72-82 0 0 0,1 0 0 0 0,0 1 0 0 0,1 0 0 0 0,-11 28 0 0 0,19-42-12 0 0,0 1-1 0 0,0-1 1 0 0,0 1-1 0 0,1 0 1 0 0,-1-1-1 0 0,1 1 1 0 0,0-1-1 0 0,-1 1 1 0 0,1 0-1 0 0,0-1 1 0 0,1 1-1 0 0,-1-1 1 0 0,1 6-1 0 0,0-7-7 0 0,-1 0-1 0 0,1 1 1 0 0,0-1-1 0 0,-1 0 1 0 0,1 0 0 0 0,0 0-1 0 0,0 0 1 0 0,0 0-1 0 0,0 0 1 0 0,0 0-1 0 0,0 0 1 0 0,0 0-1 0 0,0-1 1 0 0,0 1-1 0 0,0 0 1 0 0,0-1 0 0 0,1 1-1 0 0,-1-1 1 0 0,3 2-1 0 0,2-1-54 0 0,0-1 0 0 0,0 1 0 0 0,1-1 0 0 0,-1 0 0 0 0,0 0 0 0 0,1-1 0 0 0,-1 0 0 0 0,0 0 0 0 0,0 0-1 0 0,9-4 1 0 0,40-14-548 0 0,-1-2-1 0 0,79-45 1 0 0,102-74-1018 0 0,-233 139 1633 0 0,697-476-1190 0 0,-563 380 1156 0 0,896-604 906 0 0,-928 635-761 0 0,863-524 1642 0 0,-926 568-1647 0 0,538-284 859 0 0,-427 234-420 0 0,297-94 0 0 0,-430 160-473 0 0,-13 4-31 0 0,-1 0 0 0 0,1 0-1 0 0,0 0 1 0 0,0 1 0 0 0,0 0 0 0 0,0 0 0 0 0,0 0 0 0 0,0 1 0 0 0,0 0-1 0 0,11 1 1 0 0,-16-1-32 0 0,-1 1-1 0 0,1-1 1 0 0,-1 0-1 0 0,0 0 0 0 0,1 0 1 0 0,-1 0-1 0 0,1 1 1 0 0,-1-1-1 0 0,1 0 1 0 0,-1 0-1 0 0,0 1 1 0 0,1-1-1 0 0,-1 0 1 0 0,0 1-1 0 0,1-1 1 0 0,-1 0-1 0 0,0 1 0 0 0,1-1 1 0 0,-1 0-1 0 0,0 1 1 0 0,0-1-1 0 0,1 1 1 0 0,-1-1-1 0 0,0 1 1 0 0,0-1-1 0 0,0 1 1 0 0,0-1-1 0 0,1 0 0 0 0,-1 1 1 0 0,0-1-1 0 0,0 1 1 0 0,0-1-1 0 0,0 1 1 0 0,0-1-1 0 0,0 1 1 0 0,0-1-1 0 0,-1 1 1 0 0,1-1-1 0 0,0 1 1 0 0,0-1-1 0 0,0 1 0 0 0,-13 20-57 0 0,12-20 54 0 0,-18 22-61 0 0,-1-1-1 0 0,-1-2 1 0 0,-1 0 0 0 0,0-1 0 0 0,-26 16 0 0 0,13-9-71 0 0,-854 618-649 0 0,412-303 1406 0 0,-769 558 456 0 0,471-290-935 0 0,740-581-144 0 0,-124 107 75 0 0,131-109-69 0 0,1 2-1 0 0,2 1 0 0 0,-26 35 0 0 0,50-63-9 0 0,0 1 0 0 0,0-1-1 0 0,0 0 1 0 0,0 0-1 0 0,0 0 1 0 0,1 1 0 0 0,-1-1-1 0 0,0 0 1 0 0,1 1 0 0 0,-1-1-1 0 0,1 1 1 0 0,-1-1-1 0 0,1 1 1 0 0,0-1 0 0 0,-1 1-1 0 0,1-1 1 0 0,0 1-1 0 0,0-1 1 0 0,0 1 0 0 0,1 1-1 0 0,-1-2-1 0 0,1-1 0 0 0,0 1 0 0 0,0 0 0 0 0,-1-1-1 0 0,1 1 1 0 0,0-1 0 0 0,0 0 0 0 0,0 1 0 0 0,0-1-1 0 0,-1 0 1 0 0,1 1 0 0 0,0-1 0 0 0,0 0 0 0 0,0 0 0 0 0,0 0-1 0 0,0 0 1 0 0,0 0 0 0 0,0 0 0 0 0,0 0 0 0 0,0 0-1 0 0,0 0 1 0 0,-1-1 0 0 0,3 1 0 0 0,10-3-139 0 0,-1-1 1 0 0,1 0-1 0 0,18-9 0 0 0,33-22-641 0 0,114-79 1 0 0,-100 60 484 0 0,767-535 125 0 0,101-69 2443 0 0,-880 614-2100 0 0,564-368 1574 0 0,12 22-212 0 0,-491 304-1255 0 0,372-205 637 0 0,17 36-341 0 0,-504 240-528 0 0,-6 2 5 0 0,1 0 0 0 0,1 2 1 0 0,-1 2-1 0 0,58-10 0 0 0,-87 19-41 0 0,-1-1 1 0 0,1 1-1 0 0,-1 0 0 0 0,1 0 0 0 0,-1 0 1 0 0,1 0-1 0 0,-1 0 0 0 0,1 1 0 0 0,-1-1 1 0 0,1 0-1 0 0,-1 1 0 0 0,3 0 0 0 0,-4-1-7 0 0,0 1 0 0 0,1-1 0 0 0,-1 0 0 0 0,0 1 0 0 0,1-1 0 0 0,-1 0 0 0 0,0 0 0 0 0,0 1 0 0 0,0-1 0 0 0,1 1-1 0 0,-1-1 1 0 0,0 0 0 0 0,0 1 0 0 0,0-1 0 0 0,0 0 0 0 0,0 1 0 0 0,0-1 0 0 0,0 1 0 0 0,1-1 0 0 0,-1 0 0 0 0,0 1 0 0 0,0-1 0 0 0,0 0-1 0 0,-1 1 1 0 0,1-1 0 0 0,0 1 0 0 0,0-1 0 0 0,0 0 0 0 0,0 1 0 0 0,-2 3-67 0 0,0-1-1 0 0,0 0 1 0 0,0 0-1 0 0,0 0 1 0 0,-1 0-1 0 0,1 0 1 0 0,-1 0 0 0 0,-5 4-1 0 0,-33 24-652 0 0,-1-2-1 0 0,-63 33 1 0 0,35-22 167 0 0,-1188 723-4770 0 0,637-383 4930 0 0,-245 182 231 0 0,24 30-766 0 0,-227 266-3793 0 0,1044-836 4519 0 0,3-3-46 0 0,1 1 0 0 0,-22 27-1 0 0,32-26-44 0 0,11-21 288 0 0,0 1-1 0 0,0-1 1 0 0,0 0-1 0 0,0 1 1 0 0,0-1-1 0 0,0 0 1 0 0,0 1 0 0 0,0-1-1 0 0,1 1 1 0 0,-1-1-1 0 0,0 0 1 0 0,0 1-1 0 0,0-1 1 0 0,0 0-1 0 0,0 1 1 0 0,1-1-1 0 0,-1 0 1 0 0,0 1 0 0 0,0-1-1 0 0,0 0 1 0 0,1 0-1 0 0,-1 1 1 0 0,0-1-1 0 0,1 0 1 0 0,-1 0-1 0 0,0 1 1 0 0,1-1 0 0 0,-1 0-1 0 0,0 0 1 0 0,1 0-1 0 0,2 1 28 0 0,0-1-1 0 0,0 0 0 0 0,0 1 1 0 0,0-1-1 0 0,0-1 0 0 0,0 1 1 0 0,0 0-1 0 0,0-1 0 0 0,0 0 1 0 0,6-1-1 0 0,54-23 674 0 0,-2-1 0 0 0,114-69 0 0 0,-119 62-352 0 0,13-5 32 0 0,367-221 1606 0 0,-408 241-1840 0 0,1371-854 5895 0 0,-1388 866-5986 0 0,899-497 2778 0 0,-614 356-2156 0 0,357-124 0 0 0,-599 251-615 0 0,1 1 1 0 0,1 4-1 0 0,106-16 1 0 0,-157 30-51 0 0,1 1 1 0 0,-1 0-1 0 0,0 0 1 0 0,0 0-1 0 0,0 1 1 0 0,1-1-1 0 0,-1 1 1 0 0,9 3 0 0 0,-13-3-8 0 0,0-1 1 0 0,0 1-1 0 0,0 0 1 0 0,0-1-1 0 0,0 1 1 0 0,0 0-1 0 0,0 0 1 0 0,0 0-1 0 0,0 0 1 0 0,0 0-1 0 0,0 0 1 0 0,0 0-1 0 0,-1 0 1 0 0,1 0-1 0 0,0 0 1 0 0,-1 0-1 0 0,1 0 1 0 0,-1 1-1 0 0,1-1 1 0 0,-1 0-1 0 0,0 0 1 0 0,0 1-1 0 0,1-1 1 0 0,-1 0-1 0 0,0 0 1 0 0,0 1-1 0 0,0-1 1 0 0,0 0-1 0 0,0 1 1 0 0,-1-1-1 0 0,1 0 1 0 0,0 0-1 0 0,-1 1 1 0 0,1-1-1 0 0,-1 0 1 0 0,0 2-1 0 0,-3 6-76 0 0,0 0 0 0 0,0 0 0 0 0,-1-1 0 0 0,0 1 0 0 0,-1-1-1 0 0,0 0 1 0 0,-10 10 0 0 0,-56 49-416 0 0,52-50 366 0 0,-210 163-602 0 0,80-67 552 0 0,-447 327-31 0 0,-320 237 739 0 0,174-80-1256 0 0,683-547 350 0 0,2 3-1 0 0,3 3 1 0 0,-70 89 0 0 0,121-140 329 0 0,-3 2-72 0 0,2 1 0 0 0,-1-1 0 0 0,1 1-1 0 0,0 0 1 0 0,0 1 0 0 0,1-1 0 0 0,0 1 0 0 0,1 0 0 0 0,-5 17-1 0 0,8-25 90 0 0,0 0-1 0 0,0 0 1 0 0,0 0-1 0 0,0 0 0 0 0,0 0 1 0 0,0 1-1 0 0,0-1 1 0 0,0 0-1 0 0,1 0 0 0 0,-1 0 1 0 0,0 0-1 0 0,1 0 1 0 0,-1 0-1 0 0,1 0 0 0 0,-1 0 1 0 0,1 0-1 0 0,0 0 1 0 0,-1 0-1 0 0,1 0 0 0 0,0-1 1 0 0,-1 1-1 0 0,1 0 1 0 0,0 0-1 0 0,0-1 0 0 0,0 1 1 0 0,0 0-1 0 0,0-1 1 0 0,0 1-1 0 0,0-1 0 0 0,0 1 1 0 0,0-1-1 0 0,0 0 1 0 0,0 1-1 0 0,0-1 0 0 0,0 0 1 0 0,0 0-1 0 0,1 0 1 0 0,-1 0-1 0 0,0 0 0 0 0,0 0 1 0 0,0 0-1 0 0,1 0 1 0 0,7-1-261 0 0,0 0 0 0 0,-1 0 0 0 0,0 0 0 0 0,14-5 0 0 0,32-13-1014 0 0,0-2 0 0 0,64-35 0 0 0,101-69-265 0 0,263-178 501 0 0,-250 155 1878 0 0,51-33 863 0 0,300-185 2143 0 0,-556 350-3607 0 0,980-560 6553 0 0,-844 492-5909 0 0,397-185 1022 0 0,-537 260-1800 0 0,-9 2-47 0 0,0 1 0 0 0,0 0 1 0 0,1 1-1 0 0,0 1 1 0 0,0 0-1 0 0,0 2 0 0 0,0-1 1 0 0,18 1-1 0 0,-33 2-27 0 0,1-1-1 0 0,-1 1 0 0 0,1 0 1 0 0,-1 0-1 0 0,0 0 0 0 0,1 0 1 0 0,-1 0-1 0 0,1 0 0 0 0,-1 0 1 0 0,1 0-1 0 0,-1 0 0 0 0,1 0 1 0 0,-1 0-1 0 0,0 0 0 0 0,1 1 1 0 0,-1-1-1 0 0,1 0 0 0 0,-1 0 1 0 0,1 0-1 0 0,-1 0 1 0 0,0 1-1 0 0,1-1 0 0 0,-1 0 1 0 0,0 1-1 0 0,1-1 0 0 0,-1 0 1 0 0,0 0-1 0 0,1 1 0 0 0,-1-1 1 0 0,0 1-1 0 0,0-1 0 0 0,1 0 1 0 0,-1 1-1 0 0,0-1 0 0 0,0 1 1 0 0,0-1-1 0 0,1 0 0 0 0,-1 1 1 0 0,0-1-1 0 0,0 1 0 0 0,0-1 1 0 0,0 1-1 0 0,0-1 1 0 0,0 0-1 0 0,0 1 0 0 0,0-1 1 0 0,0 1-1 0 0,0-1 0 0 0,0 1 1 0 0,0-1-1 0 0,-1 1 0 0 0,1-1 1 0 0,0 0-1 0 0,0 1 0 0 0,0-1 1 0 0,-1 1-1 0 0,1-1 0 0 0,0 0 1 0 0,0 1-1 0 0,-1-1 0 0 0,1 1 1 0 0,-24 24-264 0 0,-236 172-1205 0 0,-20-19 503 0 0,211-135 729 0 0,-991 652-3276 0 0,306-142-532 0 0,742-543 3890 0 0,9-8 61 0 0,0 0 1 0 0,0 0-1 0 0,0 0 1 0 0,0 1-1 0 0,1-1 0 0 0,-1 1 1 0 0,1-1-1 0 0,-1 1 1 0 0,1 0-1 0 0,-3 6 1 0 0,5-9 79 0 0,0 1 1 0 0,0-1-1 0 0,0 0 0 0 0,0 0 1 0 0,0 0-1 0 0,0 1 1 0 0,0-1-1 0 0,0 0 1 0 0,0 0-1 0 0,0 0 0 0 0,1 1 1 0 0,-1-1-1 0 0,0 0 1 0 0,0 0-1 0 0,0 0 1 0 0,0 0-1 0 0,0 1 0 0 0,1-1 1 0 0,-1 0-1 0 0,0 0 1 0 0,0 0-1 0 0,0 0 1 0 0,0 0-1 0 0,1 0 0 0 0,-1 0 1 0 0,0 1-1 0 0,0-1 1 0 0,0 0-1 0 0,0 0 1 0 0,1 0-1 0 0,-1 0 0 0 0,0 0 1 0 0,0 0-1 0 0,1 0 1 0 0,-1 0-1 0 0,0 0 1 0 0,0 0-1 0 0,0 0 0 0 0,1 0 1 0 0,-1 0-1 0 0,0 0 1 0 0,0 0-1 0 0,0 0 1 0 0,1 0-1 0 0,-1-1 0 0 0,0 1 1 0 0,0 0-1 0 0,0 0 1 0 0,0 0-1 0 0,1 0 1 0 0,16-5-392 0 0,1 0 0 0 0,-1-2 0 0 0,0 1 0 0 0,-1-2 1 0 0,22-13-1 0 0,-14 8 40 0 0,197-115-1545 0 0,104-84 3396 0 0,-142 91-605 0 0,380-226 4302 0 0,-258 163-2671 0 0,547-264 3595 0 0,-790 418-5561 0 0,-30 14-184 0 0,0 1 0 0 0,49-15 0 0 0,-81 30-355 0 0,0 0 1 0 0,0 0-1 0 0,0-1 0 0 0,0 1 1 0 0,1 0-1 0 0,-1 0 0 0 0,0 0 1 0 0,0 0-1 0 0,0 0 0 0 0,0 0 1 0 0,0 0-1 0 0,1 0 0 0 0,-1-1 0 0 0,0 1 1 0 0,0 0-1 0 0,0 0 0 0 0,0 0 1 0 0,1 0-1 0 0,-1 0 0 0 0,0 0 1 0 0,0 0-1 0 0,0 0 0 0 0,0 0 1 0 0,1 0-1 0 0,-1 0 0 0 0,0 0 1 0 0,0 0-1 0 0,0 0 0 0 0,0 0 1 0 0,1 0-1 0 0,-1 1 0 0 0,0-1 1 0 0,0 0-1 0 0,0 0 0 0 0,0 0 0 0 0,0 0 1 0 0,1 0-1 0 0,-1 0 0 0 0,0 0 1 0 0,0 0-1 0 0,0 1 0 0 0,0-1 1 0 0,0 0-1 0 0,0 0 0 0 0,0 0 1 0 0,1 0-1 0 0,-1 0 0 0 0,0 1 1 0 0,0-1-1 0 0,0 0 0 0 0,0 0 1 0 0,0 0-1 0 0,0 0 0 0 0,0 1 1 0 0,0-1-1 0 0,-8 11 143 0 0,-18 14-29 0 0,-225 174-1535 0 0,149-125-5613 0 0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3:07.853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43 1332 3225 0 0,'-2'-1'72'0'0,"0"1"1"0"0,0-1-1 0 0,0 0 1 0 0,0 0-1 0 0,0 0 0 0 0,0 0 1 0 0,0 0-1 0 0,0 0 1 0 0,0 0-1 0 0,1-1 1 0 0,-1 1-1 0 0,0-1 1 0 0,1 1-1 0 0,-1-1 1 0 0,1 0-1 0 0,0 1 1 0 0,0-1-1 0 0,-3-4 1 0 0,3 2 108 0 0,-1 0 0 0 0,1-1 1 0 0,0 1-1 0 0,0-1 0 0 0,0 1 1 0 0,0-1-1 0 0,1 1 0 0 0,0-9 1 0 0,2-6 302 0 0,0-1 0 0 0,2 1 0 0 0,7-26 1 0 0,-8 35-536 0 0,2-4 349 0 0,0-1-1 0 0,1 1 0 0 0,1 0 0 0 0,0 0 0 0 0,1 0 0 0 0,1 1 1 0 0,0 0-1 0 0,0 1 0 0 0,2 0 0 0 0,18-17 0 0 0,12-7 975 0 0,78-51-1 0 0,-56 42-984 0 0,-42 30-250 0 0,247-170 916 0 0,-218 155-630 0 0,0 3 0 0 0,2 2 0 0 0,91-31 0 0 0,-3 9-199 0 0,-63 19-82 0 0,1 4 0 0 0,1 3 0 0 0,91-12 0 0 0,75-6 81 0 0,69-6 173 0 0,489-52 1044 0 0,-718 85-1000 0 0,1 4 0 0 0,120 5 0 0 0,-105 4-380 0 0,120-16 0 0 0,-40-10-2 0 0,222-28 25 0 0,3 29 356 0 0,-299 24-183 0 0,582 24 344 0 0,-236 40-396 0 0,73 7 24 0 0,-190-58-205 0 0,-113-8 2 0 0,210-20-42 0 0,-271 4 152 0 0,49-7-22 0 0,93-3-16 0 0,378 14 3 0 0,-384-11 154 0 0,-60 1-66 0 0,-39 11-125 0 0,260 26 0 0 0,97 28 1019 0 0,-469-41-903 0 0,185 1 98 0 0,-15 0-66 0 0,108-1 297 0 0,-108-6-300 0 0,-96 2-26 0 0,-2 0-99 0 0,160 23 0 0 0,-281-21-6 0 0,-7-1-409 0 0,-1 1 1 0 0,0 1 0 0 0,40 14-1 0 0,-54-13-508 0 0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3:09.405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2984 10594 0 0,'39'-50'-869'0'0,"-28"39"827"0"0,-1-2 1 0 0,0 1-1 0 0,8-15 0 0 0,9-27 481 0 0,34-101-1 0 0,9-20 417 0 0,-2 45-318 0 0,4 3 0 0 0,107-139-1 0 0,248-393 1335 0 0,-378 571-1933 0 0,45-72-310 0 0,-75 132 225 0 0,1 1 0 0 0,1 1 0 0 0,38-35 1 0 0,15-6 503 0 0,3 3 1 0 0,97-60 0 0 0,-118 89-141 0 0,2 3 0 0 0,1 3 0 0 0,2 2 0 0 0,78-24-1 0 0,-60 29-201 0 0,2 4-1 0 0,0 3 1 0 0,0 4-1 0 0,120-2 0 0 0,157-21 205 0 0,-149 9-54 0 0,-45 6 330 0 0,126-8-9 0 0,138-11-579 0 0,-389 34 102 0 0,165-16-7 0 0,144-21 228 0 0,240-19 264 0 0,-577 59-487 0 0,242-3 144 0 0,62-6 164 0 0,296-76-234 0 0,-506 69-69 0 0,1 4 0 0 0,0 5 0 0 0,205 12 0 0 0,-14 22-45 0 0,567 33-134 0 0,-290-90 278 0 0,-427 17-85 0 0,83-3-142 0 0,1 10 0 0 0,366 35 0 0 0,-415-11-321 0 0,1-9-1 0 0,193-16 1 0 0,-248-1 1362 0 0,454-19 1766 0 0,-420 29-2117 0 0,258 32 1 0 0,-95 7-2385 0 0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3:11.344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5082 8290 0 0,'1'-4'42'0'0,"-1"1"0"0"0,1-1 0 0 0,0 1 0 0 0,0 0 0 0 0,1-1 0 0 0,-1 1 0 0 0,0 0 0 0 0,1 0 0 0 0,0 0 0 0 0,0 0 0 0 0,0 0 1 0 0,2-2-1 0 0,2-5-852 0 0,69-158-3224 0 0,-25 50 5510 0 0,150-291 4695 0 0,33-41-2730 0 0,-136 270-2452 0 0,15-26-19 0 0,109-218-334 0 0,-142 256-639 0 0,91-218 451 0 0,75-248 1242 0 0,-231 599-1721 0 0,158-372-881 0 0,-150 364 992 0 0,3 0 0 0 0,1 2 0 0 0,2 1 0 0 0,1 1 0 0 0,3 1 0 0 0,1 2 0 0 0,1 1 0 0 0,2 2 0 0 0,1 1 0 0 0,2 2 0 0 0,1 2 0 0 0,79-42 0 0 0,-4 13-88 0 0,215-71 0 0 0,-229 100-15 0 0,123-18 1 0 0,-45 11 3 0 0,211-22 78 0 0,-307 48-54 0 0,101-18-5 0 0,76-6 12 0 0,119-14 160 0 0,-109 10-220 0 0,137-41-21 0 0,-260 45 90 0 0,86-20-11 0 0,361-65-44 0 0,-449 97 34 0 0,626-77 0 0 0,-759 96 0 0 0,321-25-29 0 0,1 26-22 0 0,-71 12-293 0 0,26 1-160 0 0,-170-2 429 0 0,416 37-450 0 0,62-13 460 0 0,-367-27 50 0 0,636 2-2748 0 0,-349-12 1468 0 0,54-1 2904 0 0,511-51 1104 0 0,-1052 53-2757 0 0,86 0-550 0 0,-106 3 521 0 0,0 0-1 0 0,0 0 1 0 0,-1 1 0 0 0,1 0 0 0 0,0 1-1 0 0,-1 0 1 0 0,0 0 0 0 0,18 10-1 0 0,-17-6-412 0 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0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15 10138 0 0,'5'-15'2309'0'0,"-5"24"73"0"0,-4 29-273 0 0,-70 240 961 0 0,18-74-2535 0 0,-31 132-562 0 0,48-193-2493 0 0,31-106 499 0 0,5-26 785 0 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0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3681 0 0,'2'-16'693'0'0,"1"1"0"0"0,0-1 0 0 0,2 1 0 0 0,0 0 0 0 0,0 0 0 0 0,2 1 0 0 0,-1-1 0 0 0,2 1 0 0 0,0 1 0 0 0,1 0 1 0 0,0 0-1 0 0,13-14 0 0 0,-20 25-520 0 0,-1 0 1 0 0,1 1-1 0 0,0-1 0 0 0,0 0 1 0 0,0 1-1 0 0,0 0 1 0 0,0-1-1 0 0,0 1 0 0 0,0 0 1 0 0,1 0-1 0 0,-1 0 1 0 0,0 0-1 0 0,1 1 0 0 0,-1-1 1 0 0,1 1-1 0 0,-1-1 1 0 0,0 1-1 0 0,6 0 0 0 0,-4 1 35 0 0,-1-1 0 0 0,1 1-1 0 0,0 0 1 0 0,-1 0-1 0 0,1 1 1 0 0,-1-1 0 0 0,1 1-1 0 0,-1 0 1 0 0,0 0-1 0 0,0 0 1 0 0,4 3 0 0 0,4 5 232 0 0,0 0 1 0 0,-1 0 0 0 0,-1 1 0 0 0,0 1 0 0 0,11 17 0 0 0,5 18-126 0 0,-1 1 0 0 0,-2 2 0 0 0,-2 0 0 0 0,13 58 0 0 0,-12-41-1971 0 0,48 108-1 0 0,-60-160-497 0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59 8754 0 0,'-9'0'341'0'0,"-28"1"350"0"0,36-1-480 0 0,-1 0 0 0 0,1 0 0 0 0,-1 0 0 0 0,1 1 0 0 0,-1-1 0 0 0,1 0 0 0 0,0 1 0 0 0,-1-1 0 0 0,1 1 0 0 0,0 0 0 0 0,-1-1 0 0 0,1 1 0 0 0,0 0 0 0 0,0 0 0 0 0,0 0 0 0 0,-1 0 0 0 0,1 0 0 0 0,0 0 0 0 0,-1 1 0 0 0,2-2-123 0 0,1 1 1 0 0,-1-1 0 0 0,0 1-1 0 0,0-1 1 0 0,1 0-1 0 0,-1 0 1 0 0,0 1 0 0 0,1-1-1 0 0,-1 0 1 0 0,0 1 0 0 0,1-1-1 0 0,-1 0 1 0 0,0 0-1 0 0,1 0 1 0 0,-1 1 0 0 0,1-1-1 0 0,-1 0 1 0 0,0 0 0 0 0,1 0-1 0 0,-1 0 1 0 0,1 0-1 0 0,-1 0 1 0 0,0 0 0 0 0,1 0-1 0 0,-1 0 1 0 0,1 0-1 0 0,-1 0 1 0 0,1 0 0 0 0,-1 0-1 0 0,0 0 1 0 0,1 0 0 0 0,-1 0-1 0 0,1-1 1 0 0,-1 1-1 0 0,0 0 1 0 0,1-1 0 0 0,20-2 435 0 0,-1-5-470 0 0,0 0 0 0 0,-1 0-1 0 0,24-17 1 0 0,-29 18-776 0 0,14-10-5466 0 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1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6913 0 0,'-10'7'6196'0'0,"10"-6"-6033"0"0,-10 23 2238 0 0,7-17-1574 0 0,-3 11-34 0 0,0 1 1 0 0,0 0 0 0 0,2 1 0 0 0,1-1-1 0 0,0 1 1 0 0,0 28 0 0 0,10 123-212 0 0,-5-150-551 0 0,-2-15-99 0 0,18 150-396 0 0,-14-134-1080 0 0,1 0 1 0 0,13 33-1 0 0,-10-37-23 0 0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1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32 261 10594 0 0,'-3'-2'136'0'0,"0"0"-1"0"0,0 0 0 0 0,1-1 0 0 0,-1 1 1 0 0,1-1-1 0 0,-1 1 0 0 0,1-1 0 0 0,0 0 1 0 0,0 1-1 0 0,0-1 0 0 0,-1-4 1 0 0,2 4 23 0 0,1 1 0 0 0,0 0 1 0 0,0 0-1 0 0,0 0 0 0 0,0 0 1 0 0,0-1-1 0 0,0 1 0 0 0,1 0 1 0 0,-1 0-1 0 0,1 0 0 0 0,0 0 1 0 0,-1 0-1 0 0,1 0 0 0 0,0 0 1 0 0,0 0-1 0 0,0 0 1 0 0,0 0-1 0 0,1 0 0 0 0,2-2 1 0 0,2-4 289 0 0,1 0 0 0 0,0 0 0 0 0,1 1 0 0 0,-1 1 0 0 0,1-1 0 0 0,17-9 0 0 0,60-29 173 0 0,-57 31-611 0 0,1 0-1332 0 0,2 1-1 0 0,49-14 1 0 0,-43 17 915 0 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1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1 10594 0 0,'-10'6'336'0'0,"-1"1"0"0"0,1 0 0 0 0,0 0-1 0 0,1 1 1 0 0,0 1 0 0 0,0 0 0 0 0,-9 13 0 0 0,-1 1 486 0 0,-27 49 0 0 0,41-61-636 0 0,-1 0 1 0 0,2 0 0 0 0,-1 1 0 0 0,2 0 0 0 0,0 0 0 0 0,0 0 0 0 0,1 0 0 0 0,0 0 0 0 0,1 0 0 0 0,0 1 0 0 0,2 13 0 0 0,-1-21-128 0 0,1 0-1 0 0,-1 0 1 0 0,1 0-1 0 0,0 0 1 0 0,0 0 0 0 0,1-1-1 0 0,-1 1 1 0 0,1 0-1 0 0,0-1 1 0 0,1 1 0 0 0,-1-1-1 0 0,1 0 1 0 0,-1 0-1 0 0,1 0 1 0 0,1 0-1 0 0,-1 0 1 0 0,0-1 0 0 0,1 1-1 0 0,0-1 1 0 0,0 0-1 0 0,0 0 1 0 0,0 0-1 0 0,0-1 1 0 0,1 1 0 0 0,-1-1-1 0 0,1 0 1 0 0,-1-1-1 0 0,1 1 1 0 0,0-1-1 0 0,5 1 1 0 0,-7-1-50 0 0,1 0-1 0 0,-1-1 0 0 0,1 1 1 0 0,-1-1-1 0 0,1 0 1 0 0,-1 0-1 0 0,1-1 1 0 0,-1 1-1 0 0,1-1 0 0 0,-1 0 1 0 0,1 0-1 0 0,-1 0 1 0 0,1 0-1 0 0,-1 0 1 0 0,0-1-1 0 0,0 1 1 0 0,0-1-1 0 0,0 0 0 0 0,0 0 1 0 0,0 0-1 0 0,0 0 1 0 0,-1-1-1 0 0,1 1 1 0 0,-1-1-1 0 0,1 0 1 0 0,-1 0-1 0 0,0 1 0 0 0,0-1 1 0 0,-1-1-1 0 0,1 1 1 0 0,0 0-1 0 0,-1 0 1 0 0,0-1-1 0 0,0 1 1 0 0,1-4-1 0 0,0-2 16 0 0,0-1-1 0 0,0 1 1 0 0,-1-1 0 0 0,0 1 0 0 0,-1-1-1 0 0,0 1 1 0 0,-1-1 0 0 0,0 1-1 0 0,0-1 1 0 0,-1 1 0 0 0,0 0-1 0 0,-4-11 1 0 0,0 6-18 0 0,-1 0 0 0 0,0 1 0 0 0,0-1-1 0 0,-2 2 1 0 0,-14-19 0 0 0,-11-4-5523 0 0,14 19-547 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9674 0 0,'0'0'84'0'0,"0"-1"-1"0"0,0 1 1 0 0,0-1-1 0 0,0 1 1 0 0,0-1-1 0 0,1 1 1 0 0,-1-1-1 0 0,0 1 1 0 0,0 0-1 0 0,0-1 1 0 0,1 1-1 0 0,-1-1 1 0 0,0 1-1 0 0,0 0 1 0 0,1-1-1 0 0,-1 1 1 0 0,0 0-1 0 0,1-1 1 0 0,-1 1-1 0 0,1 0 1 0 0,-1 0-1 0 0,0-1 1 0 0,1 1-1 0 0,-1 0 1 0 0,1 0-1 0 0,-1-1 1 0 0,0 1-1 0 0,1 0 1 0 0,-1 0-1 0 0,1 0 1 0 0,-1 0-1 0 0,1 0 1 0 0,-1 0-1 0 0,1 0 1 0 0,-1 0-1 0 0,1 0 1 0 0,-1 0-1 0 0,1 0 1 0 0,-1 0-1 0 0,1 0 1 0 0,-1 0-1 0 0,0 0 1 0 0,1 1-1 0 0,-1-1 1 0 0,1 0-1 0 0,-1 0 1 0 0,1 0-1 0 0,-1 1 1 0 0,0-1-1 0 0,1 0 1 0 0,-1 1-1 0 0,0-1 1 0 0,1 0-1 0 0,-1 1 1 0 0,0-1-1 0 0,1 0 1 0 0,-1 1-1 0 0,0-1 1 0 0,0 1-1 0 0,1-1 1 0 0,-1 0-1 0 0,0 1 1 0 0,0 0-1 0 0,2 2 314 0 0,0 1 0 0 0,-1-1 0 0 0,0 0 0 0 0,0 1 0 0 0,0-1 0 0 0,0 1 1 0 0,1 3-1 0 0,-3 19 883 0 0,1 21-533 0 0,1-45-738 0 0,-1 0 0 0 0,0 0 0 0 0,0 0 0 0 0,1 0 0 0 0,-1 0 0 0 0,1 0 0 0 0,0 0 0 0 0,-1 0 1 0 0,1-1-1 0 0,0 1 0 0 0,0 0 0 0 0,0-1 0 0 0,0 1 0 0 0,0 0 0 0 0,1-1 0 0 0,-1 1 0 0 0,0-1 0 0 0,3 2 0 0 0,-3-2-11 0 0,1-1 0 0 0,0 1 0 0 0,0-1 1 0 0,0 0-1 0 0,0 1 0 0 0,0-1 0 0 0,0 0 0 0 0,0 0 1 0 0,0 0-1 0 0,0 0 0 0 0,0-1 0 0 0,0 1 0 0 0,0 0 1 0 0,0-1-1 0 0,0 1 0 0 0,-1-1 0 0 0,1 0 0 0 0,0 0 1 0 0,0 1-1 0 0,-1-1 0 0 0,1-1 0 0 0,0 1 1 0 0,-1 0-1 0 0,1 0 0 0 0,-1 0 0 0 0,1-1 0 0 0,1-2 1 0 0,6-5-22 0 0,0 0 1 0 0,13-19-1 0 0,-22 28 23 0 0,12-18 154 0 0,17-36 0 0 0,-23 42-68 0 0,-1 0 0 0 0,1 0 0 0 0,1 1 0 0 0,0 0 0 0 0,0 1 0 0 0,1 0 0 0 0,1 0 0 0 0,15-15 0 0 0,-22 24-55 0 0,-1 1 0 0 0,0-1 0 0 0,0 1 0 0 0,0-1 1 0 0,1 1-1 0 0,-1-1 0 0 0,0 1 0 0 0,0 0 0 0 0,1-1 0 0 0,-1 1 0 0 0,0 0 1 0 0,1 0-1 0 0,-1 0 0 0 0,0 0 0 0 0,1 0 0 0 0,-1 0 0 0 0,0 1 0 0 0,1-1 1 0 0,-1 0-1 0 0,0 1 0 0 0,0-1 0 0 0,1 1 0 0 0,-1-1 0 0 0,0 1 0 0 0,0-1 1 0 0,0 1-1 0 0,0 0 0 0 0,0 0 0 0 0,0 0 0 0 0,0-1 0 0 0,0 1 0 0 0,0 0 1 0 0,0 0-1 0 0,0 0 0 0 0,0 0 0 0 0,-1 1 0 0 0,2 1 0 0 0,5 7 21 0 0,-1 0 0 0 0,0 0-1 0 0,5 16 1 0 0,-3-10-11 0 0,6 13-78 0 0,-10-19-202 0 0,1 0 1 0 0,0 0-1 0 0,0-1 0 0 0,1 0 1 0 0,0 0-1 0 0,1 0 1 0 0,0-1-1 0 0,12 12 0 0 0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2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69 377 8290 0 0,'11'-11'690'0'0,"-1"-1"0"0"0,-1-1 0 0 0,0 0 0 0 0,0 0 0 0 0,-2-1 0 0 0,11-22 0 0 0,-11 17-346 0 0,0 0 0 0 0,-1 0 0 0 0,-1 0 0 0 0,-1-1 0 0 0,0 1 0 0 0,-2-1 0 0 0,0 0 0 0 0,-1-27-1 0 0,-1 44-297 0 0,-1 1 0 0 0,1-1 0 0 0,0 0 0 0 0,-1 0 0 0 0,1 0 0 0 0,-1 1 0 0 0,0-1 0 0 0,0 0 0 0 0,0 1 0 0 0,0-1 0 0 0,-1 1 0 0 0,1-1 0 0 0,0 1 0 0 0,-1-1 0 0 0,0 1 0 0 0,0 0 0 0 0,0 0 0 0 0,0 0 0 0 0,0 0 0 0 0,0 0 0 0 0,0 1 0 0 0,0-1 0 0 0,-4-2 0 0 0,3 3 13 0 0,0 1 1 0 0,0-1-1 0 0,0 1 1 0 0,1-1-1 0 0,-1 1 1 0 0,0 0 0 0 0,0 0-1 0 0,0 0 1 0 0,0 0-1 0 0,0 0 1 0 0,0 1-1 0 0,0-1 1 0 0,1 1-1 0 0,-1 0 1 0 0,0 0 0 0 0,0 0-1 0 0,1 0 1 0 0,-1 1-1 0 0,1-1 1 0 0,-1 1-1 0 0,1-1 1 0 0,0 1-1 0 0,-3 2 1 0 0,-2 2 36 0 0,1 1 0 0 0,0 0 0 0 0,0 0 0 0 0,0 0 0 0 0,1 0 0 0 0,0 1 0 0 0,1 0 0 0 0,0 0 0 0 0,0 0 0 0 0,1 0 0 0 0,0 1 0 0 0,0 0 1 0 0,-1 9-1 0 0,0 0-2 0 0,1 0 1 0 0,1 0-1 0 0,1 0 1 0 0,0 1 0 0 0,4 26-1 0 0,-2-35-189 0 0,0 0-1 0 0,1-1 0 0 0,0 1 0 0 0,1-1 0 0 0,0 1 0 0 0,0-1 0 0 0,1 0 0 0 0,0 0 0 0 0,1-1 0 0 0,0 1 0 0 0,0-1 0 0 0,1 0 1 0 0,0 0-1 0 0,0-1 0 0 0,1 0 0 0 0,0 0 0 0 0,0 0 0 0 0,1-1 0 0 0,0 0 0 0 0,0-1 0 0 0,0 1 0 0 0,0-2 0 0 0,1 1 1 0 0,15 5-1 0 0,12 0-6525 0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3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10594 0 0,'1'-4'453'0'0,"0"1"-1"0"0,-1 0 0 0 0,2 0 0 0 0,-1 0 1 0 0,0-1-1 0 0,0 1 0 0 0,1 0 1 0 0,0 1-1 0 0,0-1 0 0 0,-1 0 1 0 0,2 0-1 0 0,-1 1 0 0 0,4-5 0 0 0,-5 7-325 0 0,-1-1 1 0 0,1 1-1 0 0,0 0 0 0 0,-1-1 0 0 0,1 1 0 0 0,0 0 0 0 0,-1-1 0 0 0,1 1 0 0 0,0 0 0 0 0,-1 0 0 0 0,1 0 0 0 0,0 0 0 0 0,-1 0 0 0 0,1 0 0 0 0,0 0 0 0 0,-1 0 0 0 0,1 0 0 0 0,0 0 1 0 0,-1 0-1 0 0,1 0 0 0 0,0 0 0 0 0,0 0 0 0 0,-1 1 0 0 0,1-1 0 0 0,0 1 0 0 0,1 0-32 0 0,-1 0 0 0 0,1 1 1 0 0,-1-1-1 0 0,0 0 0 0 0,1 1 0 0 0,-1 0 1 0 0,0-1-1 0 0,0 1 0 0 0,0 0 0 0 0,0-1 1 0 0,0 1-1 0 0,-1 0 0 0 0,2 3 0 0 0,7 29 281 0 0,0 0 0 0 0,-3 1 0 0 0,-1-1 0 0 0,1 70 0 0 0,-5-67-499 0 0,2 1 0 0 0,1-1 0 0 0,1 0 1 0 0,12 39-1 0 0,-16-75 15 0 0,11 31-677 0 0,-1-14-3127 0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6 238 3681 0 0,'-1'-9'208'0'0,"-1"0"1"0"0,1-1 0 0 0,0 1-1 0 0,1 0 1 0 0,0 0 0 0 0,1-1-1 0 0,0 1 1 0 0,0 0-1 0 0,1 0 1 0 0,0 0 0 0 0,0 0-1 0 0,1 0 1 0 0,1 0 0 0 0,-1 1-1 0 0,10-16 1 0 0,-10 18 106 0 0,0 1 1 0 0,1 0-1 0 0,0 0 1 0 0,0 0-1 0 0,0 0 1 0 0,0 0 0 0 0,1 1-1 0 0,0 0 1 0 0,0 0-1 0 0,0 0 1 0 0,0 1-1 0 0,0 0 1 0 0,1 0-1 0 0,0 0 1 0 0,-1 1-1 0 0,1-1 1 0 0,0 1-1 0 0,0 1 1 0 0,0-1-1 0 0,1 1 1 0 0,-1 0-1 0 0,0 0 1 0 0,0 1-1 0 0,1 0 1 0 0,-1 0-1 0 0,0 1 1 0 0,1-1 0 0 0,-1 1-1 0 0,0 1 1 0 0,0-1-1 0 0,7 3 1 0 0,-6-1-8 0 0,1-1 0 0 0,0 1 0 0 0,-1 1 0 0 0,1 0 0 0 0,-1 0 0 0 0,0 0 0 0 0,-1 1 0 0 0,1 0 0 0 0,-1 0 0 0 0,0 0 0 0 0,11 13 0 0 0,-15-15-269 0 0,0 0 0 0 0,0 0 0 0 0,0 1 1 0 0,-1-1-1 0 0,1 1 0 0 0,-1-1 1 0 0,0 1-1 0 0,0-1 0 0 0,0 1 1 0 0,0 0-1 0 0,-1 0 0 0 0,0-1 0 0 0,1 1 1 0 0,-2 0-1 0 0,1 0 0 0 0,0-1 1 0 0,-1 1-1 0 0,1 0 0 0 0,-1-1 1 0 0,0 1-1 0 0,0 0 0 0 0,0-1 1 0 0,-1 1-1 0 0,1-1 0 0 0,-1 0 0 0 0,0 1 1 0 0,0-1-1 0 0,-3 3 0 0 0,-24 29-946 0 0,14-23-4606 0 0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22 6913 0 0,'12'-13'992'0'0,"-12"13"-944"0"0,0 0-1 0 0,0-1 1 0 0,0 1-1 0 0,0 0 1 0 0,0 0 0 0 0,0 0-1 0 0,0-1 1 0 0,0 1-1 0 0,1 0 1 0 0,-1 0-1 0 0,0-1 1 0 0,0 1-1 0 0,0 0 1 0 0,0 0-1 0 0,-1-1 1 0 0,1 1-1 0 0,0 0 1 0 0,0 0-1 0 0,0-1 1 0 0,0 1-1 0 0,0 0 1 0 0,0 0-1 0 0,0 0 1 0 0,0-1 0 0 0,0 1-1 0 0,-1 0 1 0 0,1 0-1 0 0,0 0 1 0 0,0-1-1 0 0,0 1 1 0 0,0 0-1 0 0,-1 0 1 0 0,1 0-1 0 0,0 0 1 0 0,0 0-1 0 0,0-1 1 0 0,-1 1-1 0 0,1 0 1 0 0,0 0-1 0 0,0 0 1 0 0,0 0-1 0 0,-1 0 1 0 0,1 0 0 0 0,0 0-1 0 0,0 0 1 0 0,-1 0-1 0 0,-3 1 1958 0 0,-2 2-569 0 0,-6 3-1070 0 0,1 1 0 0 0,0 1 0 0 0,1 0 0 0 0,0 0 0 0 0,0 1-1 0 0,0 0 1 0 0,1 1 0 0 0,1 0 0 0 0,0 0 0 0 0,-12 20 0 0 0,17-25-303 0 0,1 0 0 0 0,-1 0 0 0 0,1 1 0 0 0,0-1 0 0 0,0 1 1 0 0,0 0-1 0 0,1-1 0 0 0,0 1 0 0 0,0 0 0 0 0,1 0 0 0 0,0 11 0 0 0,0-12-16 0 0,1-1 0 0 0,0 0 0 0 0,1 0-1 0 0,-1 0 1 0 0,1 0 0 0 0,-1 0-1 0 0,1 0 1 0 0,0 0 0 0 0,1-1-1 0 0,-1 1 1 0 0,0-1 0 0 0,1 1-1 0 0,0-1 1 0 0,0 0 0 0 0,0 0-1 0 0,0 0 1 0 0,1-1 0 0 0,4 4-1 0 0,-4-3 36 0 0,-1-1 0 0 0,0 0 0 0 0,1 0-1 0 0,0-1 1 0 0,-1 1 0 0 0,1-1 0 0 0,0 0-1 0 0,0 0 1 0 0,0 0 0 0 0,-1 0 0 0 0,1-1-1 0 0,0 1 1 0 0,0-1 0 0 0,0 0 0 0 0,0 0-1 0 0,0 0 1 0 0,7-2 0 0 0,-5 0-17 0 0,-1 0 0 0 0,1 0 0 0 0,-1 0 0 0 0,0-1 0 0 0,0 0 0 0 0,0 0 0 0 0,0 0 0 0 0,0-1 0 0 0,-1 1-1 0 0,1-1 1 0 0,4-6 0 0 0,-3 5-26 0 0,-1-2 1 0 0,0 1-1 0 0,-1 0 0 0 0,1-1 0 0 0,-1 0 0 0 0,0 0 0 0 0,-1 0 0 0 0,0-1 1 0 0,0 1-1 0 0,0-1 0 0 0,-1 1 0 0 0,0-1 0 0 0,-1 0 0 0 0,0 0 0 0 0,0 0 0 0 0,0 0 1 0 0,-2-14-1 0 0,0 16 0 0 0,-1 0 0 0 0,0 0 1 0 0,0 0-1 0 0,-1 1 0 0 0,1-1 1 0 0,-1 1-1 0 0,0 0 0 0 0,-1 0 0 0 0,-6-9 1 0 0,8 12-182 0 0,1 0 0 0 0,-1 1 1 0 0,1-1-1 0 0,-1 1 0 0 0,0-1 0 0 0,1 1 1 0 0,-1-1-1 0 0,0 1 0 0 0,0 0 0 0 0,0 0 1 0 0,0 0-1 0 0,0 0 0 0 0,0 0 0 0 0,0 0 1 0 0,0 1-1 0 0,-1-1 0 0 0,1 1 0 0 0,0 0 1 0 0,0-1-1 0 0,-1 1 0 0 0,1 0 0 0 0,0 0 1 0 0,0 0-1 0 0,-1 1 0 0 0,1-1 0 0 0,0 0 1 0 0,0 1-1 0 0,0 0 0 0 0,-3 0 0 0 0,4 0-38 0 0,1-1-1 0 0,-1 1 1 0 0,1-1 0 0 0,-1 1-1 0 0,1-1 1 0 0,-1 1-1 0 0,1-1 1 0 0,0 1 0 0 0,-1 0-1 0 0,1-1 1 0 0,0 1-1 0 0,-1-1 1 0 0,1 1-1 0 0,0 0 1 0 0,0-1 0 0 0,-1 1-1 0 0,1 0 1 0 0,0-1-1 0 0,0 1 1 0 0,0 0 0 0 0,0-1-1 0 0,0 1 1 0 0,0 0-1 0 0,0-1 1 0 0,0 1-1 0 0,1 0 1 0 0,-1 0 0 0 0,0-1-1 0 0,0 1 1 0 0,0-1-1 0 0,1 1 1 0 0,-1 0 0 0 0,0-1-1 0 0,1 1 1 0 0,-1-1-1 0 0,1 1 1 0 0,-1 0 0 0 0,1 0-1 0 0,5 5-6 0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8290 0 0,'1'0'122'0'0,"-1"-1"0"0"0,1 1 0 0 0,-1 0 1 0 0,0 0-1 0 0,1 0 0 0 0,-1-1 0 0 0,1 1 0 0 0,-1 0 1 0 0,1 0-1 0 0,-1 0 0 0 0,1 0 0 0 0,-1 0 1 0 0,1 0-1 0 0,-1 0 0 0 0,1 0 0 0 0,-1 0 0 0 0,1 0 1 0 0,-1 0-1 0 0,1 0 0 0 0,-1 1 0 0 0,0-1 0 0 0,1 0 1 0 0,-1 0-1 0 0,1 0 0 0 0,-1 1 0 0 0,1-1 1 0 0,-1 0-1 0 0,0 0 0 0 0,1 1 0 0 0,-1-1 0 0 0,0 0 1 0 0,1 1-1 0 0,-1-1 0 0 0,0 0 0 0 0,1 1 0 0 0,-1-1 1 0 0,0 1-1 0 0,0-1 0 0 0,1 1 0 0 0,-1-1 1 0 0,0 0-1 0 0,0 1 0 0 0,0-1 0 0 0,0 1 0 0 0,0-1 1 0 0,1 1-1 0 0,7 22 2905 0 0,-3 8-1472 0 0,-2 0 1 0 0,0 39-1 0 0,-3-46-1816 0 0,1 1 0 0 0,1 0-1 0 0,1-1 1 0 0,12 46-1 0 0,-13-65-978 0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4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10138 0 0,'-6'-7'1924'0'0,"11"19"-736"0"0,9 15-784 0 0,11 2-672 0 0,-10-15 332 0 0,-7-2 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4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8290 0 0,'0'14'1006'0'0,"2"0"-1"0"0,-1 0 1 0 0,2-1 0 0 0,0 1 0 0 0,1-1 0 0 0,7 20-1 0 0,-7-24-776 0 0,0 0-1 0 0,1-1 0 0 0,0 1 0 0 0,0-1 0 0 0,11 14 1 0 0,-15-21-234 0 0,0 0 1 0 0,0 0-1 0 0,0 0 1 0 0,-1 0 0 0 0,1 0-1 0 0,1 0 1 0 0,-1 0 0 0 0,0 0-1 0 0,0 0 1 0 0,0-1-1 0 0,0 1 1 0 0,1 0 0 0 0,-1-1-1 0 0,0 1 1 0 0,1-1-1 0 0,-1 1 1 0 0,0-1 0 0 0,1 0-1 0 0,-1 1 1 0 0,1-1 0 0 0,-1 0-1 0 0,0 0 1 0 0,1 0-1 0 0,-1 0 1 0 0,1 0 0 0 0,-1 0-1 0 0,0-1 1 0 0,1 1 0 0 0,-1 0-1 0 0,1-1 1 0 0,-1 1-1 0 0,0-1 1 0 0,0 1 0 0 0,1-1-1 0 0,-1 0 1 0 0,0 0-1 0 0,0 1 1 0 0,0-1 0 0 0,0 0-1 0 0,1 0 1 0 0,-1 0 0 0 0,1-2-1 0 0,5-6-127 0 0,0 0 0 0 0,-1-1-1 0 0,0 1 1 0 0,7-19 0 0 0,2 1-109 0 0,-9 17 190 0 0,1-2-124 0 0,0 1 1 0 0,1 0-1 0 0,10-11 0 0 0,-16 20 281 0 0,-1 0-1 0 0,1 1 1 0 0,0-1-1 0 0,-1 1 1 0 0,1-1-1 0 0,0 1 1 0 0,0 0-1 0 0,0-1 1 0 0,0 1-1 0 0,0 0 1 0 0,0 0-1 0 0,0 0 1 0 0,0 1-1 0 0,0-1 1 0 0,1 0-1 0 0,-1 1 1 0 0,0 0-1 0 0,1-1 1 0 0,-1 1-1 0 0,0 0 1 0 0,0 0-1 0 0,1 0 1 0 0,-1 1-1 0 0,0-1 1 0 0,4 1-1 0 0,-3 2 94 0 0,1 0 0 0 0,0 0 0 0 0,-1 0-1 0 0,0 0 1 0 0,0 1 0 0 0,0-1-1 0 0,0 1 1 0 0,0 0 0 0 0,-1 0-1 0 0,0 0 1 0 0,0 0 0 0 0,0 0-1 0 0,0 0 1 0 0,2 9 0 0 0,15 25-1954 0 0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4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12899 0 0,'1'-2'23'0'0,"1"-11"321"0"0,2 0 0 0 0,0 1 1 0 0,10-23-1 0 0,-13 35-291 0 0,-1-1 1 0 0,0 1-1 0 0,0 0 0 0 0,0 0 1 0 0,1 0-1 0 0,-1 0 0 0 0,0 0 1 0 0,0-1-1 0 0,0 1 0 0 0,1 0 1 0 0,-1 0-1 0 0,0 0 0 0 0,0 0 1 0 0,1 0-1 0 0,-1 0 0 0 0,0 0 1 0 0,0 0-1 0 0,1 0 0 0 0,-1 0 1 0 0,0 0-1 0 0,1 0 0 0 0,-1 0 1 0 0,0 0-1 0 0,0 0 0 0 0,1 0 1 0 0,-1 0-1 0 0,0 0 0 0 0,0 0 1 0 0,0 1-1 0 0,1-1 0 0 0,-1 0 1 0 0,0 0-1 0 0,0 0 0 0 0,1 0 1 0 0,-1 0-1 0 0,0 1 0 0 0,0-1 1 0 0,0 0-1 0 0,0 0 0 0 0,1 0 1 0 0,-1 1-1 0 0,0-1 0 0 0,0 0 1 0 0,0 0-1 0 0,0 1 0 0 0,0-1 1 0 0,0 0-1 0 0,1 1 0 0 0,5 10 923 0 0,-2 3-401 0 0,-1 1 0 0 0,0-1 0 0 0,-1 1 0 0 0,-1 0 0 0 0,-1-1 0 0 0,-1 19 0 0 0,3 37 49 0 0,2-39-482 0 0,1-1 1 0 0,2-1-1 0 0,14 43 1 0 0,42 83-1863 0 0,-58-145 1383 0 0,8 21-7214 0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4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0 179 8754 0 0,'20'-9'776'0'0,"-2"0"-616"0"0,-1 2-160 0 0,-6 3 0 0 0,-1 1 288 0 0,9-5 24 0 0,16-5 8 0 0,18-10 0 0 0,15-3 24 0 0,2 0 8 0 0,-4 6 1 0 0,-8 5-1 0 0,-5 6-352 0 0,-9 4 0 0 0,-9 4 0 0 0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5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7370 0 0,'0'9'203'0'0,"0"0"0"0"0,0 1 0 0 0,1-1 0 0 0,0 0 0 0 0,0 1 0 0 0,1-1 0 0 0,1 0 0 0 0,4 13 1 0 0,-1-7 306 0 0,0-1 0 0 0,2 1 0 0 0,-1-1 0 0 0,11 14 0 0 0,-14-23-305 0 0,-1 0 0 0 0,1 0-1 0 0,1-1 1 0 0,-1 1 0 0 0,0-1 0 0 0,1 0 0 0 0,0 0 0 0 0,0 0-1 0 0,1-1 1 0 0,-1 0 0 0 0,1 0 0 0 0,-1 0 0 0 0,1 0 0 0 0,0-1-1 0 0,0 0 1 0 0,0-1 0 0 0,0 1 0 0 0,0-1 0 0 0,0 0 0 0 0,1 0-1 0 0,-1-1 1 0 0,0 0 0 0 0,0 0 0 0 0,1-1 0 0 0,5-1 0 0 0,-4 1-35 0 0,-1-1 1 0 0,0-1 0 0 0,0 1 0 0 0,0-1 0 0 0,0-1-1 0 0,-1 1 1 0 0,1-1 0 0 0,-1 0 0 0 0,0-1 0 0 0,0 1-1 0 0,0-1 1 0 0,-1 0 0 0 0,0-1 0 0 0,0 1 0 0 0,0-1-1 0 0,0 0 1 0 0,-1 0 0 0 0,0-1 0 0 0,0 1 0 0 0,4-13-1 0 0,-3 4 160 0 0,0-1-1 0 0,4-24 0 0 0,-6 24-18 0 0,1-1-1 0 0,7-19 0 0 0,-11 36-300 0 0,0-1 0 0 0,0 1 0 0 0,0 0 0 0 0,0-1 0 0 0,0 1 0 0 0,0-1 0 0 0,0 1-1 0 0,0-1 1 0 0,1 1 0 0 0,-1-1 0 0 0,0 1 0 0 0,0 0 0 0 0,1-1 0 0 0,-1 1-1 0 0,0 0 1 0 0,0-1 0 0 0,1 1 0 0 0,-1 0 0 0 0,0-1 0 0 0,1 1 0 0 0,-1 0 0 0 0,0-1-1 0 0,1 1 1 0 0,-1 0 0 0 0,1 0 0 0 0,-1 0 0 0 0,0-1 0 0 0,1 1 0 0 0,-1 0-1 0 0,1 0 1 0 0,-1 0 0 0 0,1 0 0 0 0,-1 0 0 0 0,1 0 0 0 0,-1 0 0 0 0,1 0-1 0 0,-1 0 1 0 0,0 0 0 0 0,1 0 0 0 0,-1 0 0 0 0,1 0 0 0 0,0 0 0 0 0,1 2 6 0 0,-1-1 0 0 0,1 1-1 0 0,-1-1 1 0 0,1 1 0 0 0,-1 0 0 0 0,1 0 0 0 0,-1 0 0 0 0,0-1 0 0 0,2 5 0 0 0,17 48 131 0 0,-11-9-89 0 0,-2 1-1 0 0,-1 0 0 0 0,-3-1 0 0 0,-2 1 0 0 0,-1 0 0 0 0,-3 0 1 0 0,-9 48-1 0 0,10-81-25 0 0,-1 0 0 0 0,-1 0 0 0 0,0 0 0 0 0,-1-1 0 0 0,-10 20 0 0 0,12-26-122 0 0,-1-1 0 0 0,1 1 0 0 0,-1-1 0 0 0,0 0 0 0 0,0-1 0 0 0,-1 1 0 0 0,1-1 0 0 0,-1 0 0 0 0,0 0 0 0 0,0 0 0 0 0,0-1 0 0 0,-1 1 0 0 0,1-1 0 0 0,-7 2 0 0 0,-3 0-715 0 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5.7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22 4609 0 0,'1'-1'251'0'0,"0"0"-1"0"0,0-1 1 0 0,0 1-1 0 0,1 0 1 0 0,-1 0-1 0 0,0 0 1 0 0,1 0-1 0 0,-1 1 1 0 0,1-1-1 0 0,-1 0 1 0 0,1 0-1 0 0,-1 1 1 0 0,1-1-1 0 0,-1 1 1 0 0,10 5 4499 0 0,-12 13-2618 0 0,-5 6-714 0 0,-2 3-627 0 0,2 1 1 0 0,1-1-1 0 0,1 1 0 0 0,-1 30 0 0 0,5-51-743 0 0,0 0-1 0 0,1 0 1 0 0,0 0 0 0 0,0 1-1 0 0,0-1 1 0 0,1 0-1 0 0,0-1 1 0 0,0 1-1 0 0,1 0 1 0 0,0-1 0 0 0,0 1-1 0 0,0-1 1 0 0,1 0-1 0 0,0 0 1 0 0,0 0 0 0 0,1 0-1 0 0,-1-1 1 0 0,1 0-1 0 0,1 0 1 0 0,-1 0-1 0 0,8 5 1 0 0,-10-8-25 0 0,-1-1 1 0 0,0 1-1 0 0,1-1 1 0 0,-1 1-1 0 0,1-1 1 0 0,-1 0-1 0 0,1 0 1 0 0,0 0-1 0 0,-1 0 0 0 0,1-1 1 0 0,0 1-1 0 0,0-1 1 0 0,-1 1-1 0 0,1-1 1 0 0,0 0-1 0 0,0 0 1 0 0,0 0-1 0 0,0-1 1 0 0,-1 1-1 0 0,1-1 0 0 0,0 1 1 0 0,-1-1-1 0 0,1 0 1 0 0,0 0-1 0 0,-1 0 1 0 0,1 0-1 0 0,-1-1 1 0 0,1 1-1 0 0,-1-1 0 0 0,4-3 1 0 0,-3 2-6 0 0,0 0 0 0 0,-1 0-1 0 0,1-1 1 0 0,-1 1 0 0 0,0-1 0 0 0,0 1 0 0 0,0-1 0 0 0,0 0 0 0 0,-1 0 0 0 0,1 0-1 0 0,-1 0 1 0 0,0 0 0 0 0,0 0 0 0 0,-1 0 0 0 0,1 0 0 0 0,-1-1 0 0 0,0 1-1 0 0,0 0 1 0 0,-2-8 0 0 0,-2-7-166 0 0,-1 0 0 0 0,0 0 0 0 0,-2 1-1 0 0,0 0 1 0 0,-1 1 0 0 0,-1-1 0 0 0,0 2 0 0 0,-2-1-1 0 0,0 1 1 0 0,0 1 0 0 0,-2 0 0 0 0,0 0-1 0 0,0 2 1 0 0,-20-16 0 0 0,5 14-2956 0 0,27 15 2967 0 0,1-1-1 0 0,-1 1 0 0 0,0 0 0 0 0,1 0 0 0 0,-1 0 1 0 0,1-1-1 0 0,-1 1 0 0 0,1 0 0 0 0,-1 0 0 0 0,0 0 0 0 0,1 0 1 0 0,-1 0-1 0 0,1 0 0 0 0,-1 0 0 0 0,1 0 0 0 0,-1 0 0 0 0,0 0 1 0 0,1 1-1 0 0,-1-1 0 0 0,1 0 0 0 0,-1 0 0 0 0,1 0 0 0 0,-1 1 1 0 0,1-1-1 0 0,-1 0 0 0 0,1 1 0 0 0,-1-1 0 0 0,1 0 0 0 0,-1 1 1 0 0,1-1-1 0 0,0 1 0 0 0,-1-1 0 0 0,1 1 0 0 0,0-1 0 0 0,-1 1 1 0 0,1-1-1 0 0,0 1 0 0 0,-1-1 0 0 0,1 1 0 0 0,0-1 0 0 0,0 1 1 0 0,0-1-1 0 0,0 1 0 0 0,-1 0 0 0 0,1-1 0 0 0,0 1 1 0 0,0-1-1 0 0,0 1 0 0 0,0-1 0 0 0,1 2 0 0 0,0 4-42 0 0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6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12443 0 0,'-13'26'3813'0'0,"2"-6"-2568"0"0,8-12-1003 0 0,1 0 0 0 0,0 1 0 0 0,1-1 0 0 0,-1 1 0 0 0,2 0 0 0 0,-1-1 0 0 0,1 1 0 0 0,0 0 0 0 0,1-1 0 0 0,3 14 0 0 0,-4-18-242 0 0,1-1 1 0 0,-1 1-1 0 0,1-1 0 0 0,0 0 1 0 0,1 1-1 0 0,-1-1 0 0 0,0 0 1 0 0,1 0-1 0 0,0 0 0 0 0,0 0 1 0 0,0 0-1 0 0,0 0 0 0 0,0-1 1 0 0,0 1-1 0 0,1-1 1 0 0,-1 1-1 0 0,1-1 0 0 0,0 0 1 0 0,0 0-1 0 0,0 0 0 0 0,0 0 1 0 0,0-1-1 0 0,0 1 0 0 0,0-1 1 0 0,0 0-1 0 0,1 0 1 0 0,-1 0-1 0 0,1 0 0 0 0,3 0 1 0 0,-4-1-70 0 0,1 0 0 0 0,-1-1 1 0 0,0 1-1 0 0,1-1 1 0 0,-1 1-1 0 0,0-1 0 0 0,0 0 1 0 0,0 0-1 0 0,1-1 1 0 0,-1 1-1 0 0,-1-1 1 0 0,1 1-1 0 0,0-1 0 0 0,0 0 1 0 0,-1 0-1 0 0,1 0 1 0 0,-1-1-1 0 0,1 1 0 0 0,2-4 1 0 0,4-6-121 0 0,1-1 0 0 0,14-27 0 0 0,-2 5 598 0 0,-18 28-194 0 0,1 1 0 0 0,-1 0 0 0 0,1 1 0 0 0,1-1 0 0 0,-1 1 1 0 0,1 0-1 0 0,0 0 0 0 0,7-3 0 0 0,-11 6-154 0 0,0 1 1 0 0,0 1-1 0 0,0-1 1 0 0,0 0 0 0 0,0 0-1 0 0,1 1 1 0 0,-1-1-1 0 0,0 1 1 0 0,0 0-1 0 0,0 0 1 0 0,1 0-1 0 0,-1 0 1 0 0,0 0-1 0 0,0 0 1 0 0,0 0-1 0 0,1 1 1 0 0,-1-1-1 0 0,0 1 1 0 0,0 0-1 0 0,0-1 1 0 0,0 1 0 0 0,0 0-1 0 0,0 0 1 0 0,0 0-1 0 0,0 1 1 0 0,0-1-1 0 0,0 0 1 0 0,-1 1-1 0 0,1-1 1 0 0,-1 1-1 0 0,3 3 1 0 0,10 10-64 0 0,1-1 0 0 0,1 0 0 0 0,17 12 0 0 0,28 13-5063 0 0,-46-31-1425 0 0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10594 0 0,'-4'6'5471'0'0,"-2"15"-2869"0"0,-4 25-558 0 0,8-30-2187 0 0,1 0-1 0 0,1 0 1 0 0,0 0-1 0 0,1 0 1 0 0,1 0-1 0 0,6 27 1 0 0,-5-29-1480 0 0,2 0 0 0 0,0 0 1 0 0,0 0-1 0 0,10 16 0 0 0,-3-10-1096 0 0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6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5529 0 0,'-5'13'4737'0'0,"-3"28"-3633"0"0,7-38-914 0 0,-4 28-847 0 0,1 0 1 0 0,2 1-1 0 0,1 50 1 0 0,3-56 292 0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26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6449 0 0,'3'8'1480'0'0,"0"0"0"0"0,0 0 1 0 0,-1 0-1 0 0,2 13 0 0 0,2 20 1867 0 0,2 53 1 0 0,-8 42-1218 0 0,-1-61-2095 0 0,9 78 0 0 0,-4-123-311 0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3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16 163 5985 0 0,'-1'-2'326'0'0,"-1"1"1"0"0,1 0-1 0 0,0-1 0 0 0,-1 1 0 0 0,1-1 0 0 0,0 1 0 0 0,0-1 0 0 0,0 0 1 0 0,0 1-1 0 0,1-1 0 0 0,-1 0 0 0 0,0 0 0 0 0,1 0 0 0 0,-1 1 0 0 0,1-1 1 0 0,-1 0-1 0 0,1 0 0 0 0,0 0 0 0 0,0 0 0 0 0,0 0 0 0 0,0-2 1 0 0,1 3-196 0 0,-1 0 1 0 0,1 0 0 0 0,0 0-1 0 0,0 0 1 0 0,-1 0 0 0 0,1 0 0 0 0,0 0-1 0 0,0 0 1 0 0,0 0 0 0 0,0 0 0 0 0,0 1-1 0 0,0-1 1 0 0,0 0 0 0 0,0 1 0 0 0,0-1-1 0 0,0 0 1 0 0,1 1 0 0 0,-1 0-1 0 0,0-1 1 0 0,0 1 0 0 0,0 0 0 0 0,1-1-1 0 0,-1 1 1 0 0,0 0 0 0 0,1 0 0 0 0,-1 0-1 0 0,0 0 1 0 0,0 0 0 0 0,1 1 0 0 0,-1-1-1 0 0,0 0 1 0 0,2 1 0 0 0,2 0 10 0 0,0 1-1 0 0,0 0 1 0 0,0-1 0 0 0,-1 2 0 0 0,1-1 0 0 0,-1 0 0 0 0,0 1-1 0 0,1 0 1 0 0,-1 0 0 0 0,0 0 0 0 0,-1 0 0 0 0,1 1 0 0 0,-1-1-1 0 0,1 1 1 0 0,-1 0 0 0 0,0 0 0 0 0,0 1 0 0 0,-1-1-1 0 0,1 0 1 0 0,2 8 0 0 0,4 11 141 0 0,0-1 1 0 0,10 46-1 0 0,-17-60-246 0 0,39 168 131 0 0,-42-162-137 0 0,-7-18 216 0 0,-9-20 284 0 0,13 9-468 0 0,0 0 1 0 0,0-1-1 0 0,1 0 0 0 0,1 0 0 0 0,1 0 0 0 0,0 0 1 0 0,2 0-1 0 0,-1 0 0 0 0,2 0 0 0 0,0 0 0 0 0,5-19 1 0 0,-2 16 9 0 0,0 1-1 0 0,2-1 1 0 0,0 1 0 0 0,1 1 0 0 0,0-1 0 0 0,2 1 0 0 0,0 1 0 0 0,24-31 0 0 0,-27 40-91 0 0,0 0-1 0 0,1 0 0 0 0,0 0 1 0 0,0 1-1 0 0,1 0 1 0 0,11-5-1 0 0,-17 9 4 0 0,1 0-1 0 0,-1 0 1 0 0,1 1-1 0 0,0-1 1 0 0,-1 1-1 0 0,1 0 1 0 0,0 0-1 0 0,0 0 1 0 0,0 1-1 0 0,0-1 1 0 0,0 1-1 0 0,0 0 1 0 0,0 0-1 0 0,0 1 0 0 0,0-1 1 0 0,0 1-1 0 0,0-1 1 0 0,-1 1-1 0 0,6 2 1 0 0,1 6-2204 0 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0 395 9218 0 0,'3'0'561'0'0,"0"-1"0"0"0,0 0 1 0 0,0 0-1 0 0,0 0 0 0 0,0-1 0 0 0,-1 1 0 0 0,1-1 0 0 0,0 1 1 0 0,-1-1-1 0 0,1 0 0 0 0,2-3 0 0 0,28-26 1498 0 0,-32 30-1983 0 0,17-17 353 0 0,-1-1 1 0 0,0-1 0 0 0,-2-1 0 0 0,22-37-1 0 0,-31 48-416 0 0,-1 0 0 0 0,-1 0 0 0 0,0 0-1 0 0,0 0 1 0 0,-1-1 0 0 0,0 1 0 0 0,-1-1-1 0 0,0 0 1 0 0,-1 1 0 0 0,0-1-1 0 0,-1 0 1 0 0,0 0 0 0 0,-3-18 0 0 0,3 27 9 0 0,0 0 1 0 0,0 0-1 0 0,0 0 1 0 0,0 1 0 0 0,-1-1-1 0 0,1 0 1 0 0,-1 0-1 0 0,0 0 1 0 0,1 1-1 0 0,-1-1 1 0 0,0 0-1 0 0,0 1 1 0 0,0-1 0 0 0,0 1-1 0 0,0-1 1 0 0,-1 1-1 0 0,1 0 1 0 0,0-1-1 0 0,0 1 1 0 0,-1 0 0 0 0,1 0-1 0 0,-1 0 1 0 0,0 0-1 0 0,1 0 1 0 0,-1 0-1 0 0,1 0 1 0 0,-1 1 0 0 0,0-1-1 0 0,0 1 1 0 0,1-1-1 0 0,-1 1 1 0 0,0 0-1 0 0,0-1 1 0 0,0 1-1 0 0,0 0 1 0 0,1 0 0 0 0,-1 0-1 0 0,-4 1 1 0 0,2 0 16 0 0,-1 1 0 0 0,0 0 0 0 0,1 0 0 0 0,-1 0 0 0 0,1 0 0 0 0,0 0 0 0 0,0 1 0 0 0,0 0-1 0 0,0 0 1 0 0,0 0 0 0 0,1 1 0 0 0,-1-1 0 0 0,-4 6 0 0 0,3 0-26 0 0,-1-1-1 0 0,1 0 1 0 0,0 1-1 0 0,1 0 1 0 0,0 0-1 0 0,0 1 1 0 0,1-1-1 0 0,1 1 1 0 0,-1 0-1 0 0,1-1 1 0 0,1 1-1 0 0,0 0 1 0 0,0 0-1 0 0,2 14 1 0 0,-1-18-26 0 0,1 1 0 0 0,0-1 0 0 0,0 1 0 0 0,1-1 1 0 0,0 1-1 0 0,0-1 0 0 0,0 0 0 0 0,1 0 1 0 0,0 0-1 0 0,0 0 0 0 0,1-1 0 0 0,-1 1 0 0 0,1-1 1 0 0,1 0-1 0 0,-1 0 0 0 0,0 0 0 0 0,1-1 1 0 0,0 0-1 0 0,0 0 0 0 0,1 0 0 0 0,-1 0 0 0 0,11 5 1 0 0,-10-7-313 0 0,0 0 0 0 0,-1 0 1 0 0,1-1-1 0 0,0 0 0 0 0,0 0 1 0 0,0 0-1 0 0,0-1 0 0 0,0 0 1 0 0,0 0-1 0 0,1 0 0 0 0,-1-1 1 0 0,0 0-1 0 0,-1 0 0 0 0,1 0 1 0 0,0-1-1 0 0,0 0 0 0 0,7-3 1 0 0,8-5-5635 0 0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35 6913 0 0,'0'-2'89'0'0,"1"1"-1"0"0,-1 0 0 0 0,0-1 0 0 0,0 1 0 0 0,1 0 0 0 0,-1-1 0 0 0,0 1 0 0 0,0-1 0 0 0,0 1 0 0 0,-1 0 0 0 0,1-1 0 0 0,0 1 0 0 0,0 0 0 0 0,-1-1 0 0 0,1 1 0 0 0,-1 0 1 0 0,1-1-1 0 0,-1 1 0 0 0,0 0 0 0 0,1 0 0 0 0,-3-2 0 0 0,2 2 73 0 0,0 1 0 0 0,0-1-1 0 0,0 1 1 0 0,0 0 0 0 0,0-1 0 0 0,0 1 0 0 0,-1 0 0 0 0,1 0 0 0 0,0 0-1 0 0,0 0 1 0 0,0 0 0 0 0,0 0 0 0 0,-1 0 0 0 0,1 0 0 0 0,0 1 0 0 0,0-1-1 0 0,0 0 1 0 0,0 1 0 0 0,0-1 0 0 0,0 1 0 0 0,-1-1 0 0 0,1 1 0 0 0,0 0-1 0 0,1-1 1 0 0,-1 1 0 0 0,0 0 0 0 0,-1 1 0 0 0,-9 6 394 0 0,0 2 1 0 0,0 0-1 0 0,1 0 0 0 0,1 0 1 0 0,0 2-1 0 0,0-1 1 0 0,1 1-1 0 0,-6 13 1 0 0,4-6-241 0 0,0 0 1 0 0,2 0 0 0 0,1 0 0 0 0,-10 41-1 0 0,16-56-279 0 0,0 1-1 0 0,1 0 0 0 0,0 0 1 0 0,0-1-1 0 0,0 1 0 0 0,0 0 1 0 0,1 0-1 0 0,-1-1 1 0 0,1 1-1 0 0,3 8 0 0 0,-3-12-51 0 0,-1 0 0 0 0,1 0 0 0 0,-1 0 0 0 0,1 0 0 0 0,-1 0 0 0 0,1 0 0 0 0,0 0 0 0 0,0 0 0 0 0,-1 0 0 0 0,1 0 0 0 0,0-1 0 0 0,0 1 0 0 0,0 0 0 0 0,0-1 0 0 0,0 1 0 0 0,0-1 0 0 0,0 1 0 0 0,0-1 0 0 0,2 1 0 0 0,-1 0-33 0 0,0-1 0 0 0,-1 0 0 0 0,1 0 0 0 0,0-1 1 0 0,0 1-1 0 0,0 0 0 0 0,-1-1 0 0 0,1 1 0 0 0,0-1 1 0 0,-1 1-1 0 0,1-1 0 0 0,0 0 0 0 0,-1 0 0 0 0,1 0 0 0 0,-1 0 1 0 0,3-1-1 0 0,7-7-14 0 0,-2 1 0 0 0,1-1 1 0 0,-1-1-1 0 0,0 0 1 0 0,-1 0-1 0 0,0-1 0 0 0,-1 0 1 0 0,8-15-1 0 0,19-27 1908 0 0,-33 52-1738 0 0,0-1 0 0 0,0 1 0 0 0,0 0 0 0 0,0-1-1 0 0,1 1 1 0 0,-1 0 0 0 0,0 0 0 0 0,0 0 0 0 0,1 0-1 0 0,-1 0 1 0 0,4-1 0 0 0,-5 2-73 0 0,1-1 1 0 0,-1 1-1 0 0,1 0 0 0 0,-1 0 0 0 0,1 0 1 0 0,-1 0-1 0 0,1 0 0 0 0,-1 0 1 0 0,1 0-1 0 0,0 0 0 0 0,-1 0 0 0 0,1 1 1 0 0,-1-1-1 0 0,1 0 0 0 0,-1 0 1 0 0,1 0-1 0 0,-1 1 0 0 0,1-1 0 0 0,-1 0 1 0 0,1 0-1 0 0,-1 1 0 0 0,0-1 1 0 0,1 0-1 0 0,0 1 0 0 0,1 3 62 0 0,1 0 0 0 0,-1 0 1 0 0,1 0-1 0 0,-1 0 0 0 0,0 0 0 0 0,2 9 0 0 0,2 3-136 0 0,-2-8-346 0 0,1-1 1 0 0,0 0 0 0 0,0 0 0 0 0,0 0 0 0 0,1-1-1 0 0,0 0 1 0 0,0 0 0 0 0,0 0 0 0 0,1-1 0 0 0,0 0 0 0 0,10 6-1 0 0,-6-4-1483 0 0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4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135 290 3681 0 0,'4'-18'-228'0'0,"-11"-24"12037"0"0,6 42-11544 0 0,-1-1-1 0 0,1 1-60 0 0,-1 0 1 0 0,1 0-1 0 0,-1 0 0 0 0,1 0 0 0 0,-1 0 0 0 0,1 0 1 0 0,-1 0-1 0 0,0 1 0 0 0,1-1 0 0 0,-1 1 1 0 0,1-1-1 0 0,0 1 0 0 0,-1 0 0 0 0,1 0 1 0 0,-3 1-1 0 0,-4 3-85 0 0,0 1 1 0 0,1 0-1 0 0,-1 0 1 0 0,1 1-1 0 0,0 0 1 0 0,1 0-1 0 0,0 1 1 0 0,0 0-1 0 0,1 0 1 0 0,0 0-1 0 0,0 1 1 0 0,1-1-1 0 0,0 1 1 0 0,0 0-1 0 0,-2 10 1 0 0,4-13-68 0 0,1-1 1 0 0,0 1-1 0 0,0-1 0 0 0,0 0 1 0 0,0 1-1 0 0,1 0 0 0 0,0-1 1 0 0,0 1-1 0 0,1-1 0 0 0,0 1 1 0 0,-1-1-1 0 0,2 1 0 0 0,-1-1 1 0 0,1 0-1 0 0,0 0 1 0 0,0 1-1 0 0,0-1 0 0 0,1-1 1 0 0,-1 1-1 0 0,1 0 0 0 0,1 0 1 0 0,-1-1-1 0 0,0 0 0 0 0,1 0 1 0 0,0 0-1 0 0,0 0 0 0 0,8 5 1 0 0,-9-7-62 0 0,0 0 0 0 0,1 0 0 0 0,0 0 0 0 0,-1 0 0 0 0,1-1 0 0 0,0 0 0 0 0,0 1 0 0 0,0-1 0 0 0,0-1 0 0 0,0 1 0 0 0,0-1 0 0 0,0 1 0 0 0,0-1 0 0 0,1 0 0 0 0,3-1 0 0 0,-1 0-27 0 0,0-1 0 0 0,0 0 1 0 0,-1 0-1 0 0,1 0 0 0 0,0-1 0 0 0,-1 0 0 0 0,0 0 1 0 0,8-5-1 0 0,-2-1-30 0 0,-1 0 0 0 0,0 0 0 0 0,0-1 1 0 0,-1 0-1 0 0,0-1 0 0 0,0 0 0 0 0,14-24 1 0 0,-18 25 22 0 0,-1-1 1 0 0,0 1-1 0 0,-1-1 1 0 0,0 0-1 0 0,-1-1 1 0 0,0 1-1 0 0,-1-1 1 0 0,0 1-1 0 0,0-1 1 0 0,-2 0-1 0 0,1-12 1 0 0,-4-10 245 0 0,-1-1 0 0 0,-11-45 0 0 0,-4-22 1059 0 0,34 169-344 0 0,9 47-741 0 0,-19-72-20 0 0,20 84 0 0 0,-22-114-200 0 0,1 0-1 0 0,0 0 1 0 0,1-1-1 0 0,0 0 0 0 0,1 0 1 0 0,0 0-1 0 0,1-1 0 0 0,0 1 1 0 0,0-2-1 0 0,1 1 0 0 0,16 14 1 0 0,-23-23 32 0 0,0-1 0 0 0,0 1 0 0 0,0 0 0 0 0,0 0 0 0 0,0-1 0 0 0,1 1 0 0 0,-1 0 0 0 0,0-1 0 0 0,0 1 0 0 0,1-1 0 0 0,-1 0 0 0 0,0 1 0 0 0,1-1 1 0 0,-1 0-1 0 0,1 0 0 0 0,-1 0 0 0 0,0 0 0 0 0,1 0 0 0 0,-1 0 0 0 0,0 0 0 0 0,1 0 0 0 0,-1-1 0 0 0,0 1 0 0 0,1 0 0 0 0,-1-1 0 0 0,0 1 0 0 0,1-1 0 0 0,-1 0 0 0 0,0 1 0 0 0,0-1 0 0 0,0 0 1 0 0,0 0-1 0 0,0 0 0 0 0,0 1 0 0 0,0-1 0 0 0,0 0 0 0 0,0-1 0 0 0,0 1 0 0 0,1-2 0 0 0,4-5-18 0 0,0-1 1 0 0,-1 0-1 0 0,0-1 0 0 0,4-11 0 0 0,-2 6-17 0 0,-1 3 44 0 0,1-1 0 0 0,0 1 0 0 0,1 0 0 0 0,0 0 0 0 0,17-18 0 0 0,-23 28 21 0 0,0 0 0 0 0,0 0-1 0 0,0-1 1 0 0,0 1 0 0 0,1 1-1 0 0,-1-1 1 0 0,1 0 0 0 0,0 1-1 0 0,-1-1 1 0 0,1 1 0 0 0,0 0 0 0 0,0 0-1 0 0,0 0 1 0 0,0 0 0 0 0,0 0-1 0 0,0 1 1 0 0,0-1 0 0 0,0 1-1 0 0,0 0 1 0 0,0 0 0 0 0,0 0-1 0 0,0 0 1 0 0,0 1 0 0 0,0-1 0 0 0,0 1-1 0 0,0-1 1 0 0,0 1 0 0 0,0 0-1 0 0,0 1 1 0 0,0-1 0 0 0,-1 0-1 0 0,6 4 1 0 0,5 5 126 0 0,-1 0 0 0 0,14 16-1 0 0,-17-17-189 0 0,0 0 0 0 0,0-1 0 0 0,1 0 0 0 0,0 0 0 0 0,13 7 0 0 0,-4-6-279 0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5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 6913 0 0,'-1'0'147'0'0,"0"0"0"0"0,0 0-1 0 0,0 0 1 0 0,0 0 0 0 0,-1 0-1 0 0,1 0 1 0 0,0 0 0 0 0,0 1-1 0 0,0-1 1 0 0,0 0-1 0 0,0 1 1 0 0,0-1 0 0 0,0 1-1 0 0,0-1 1 0 0,0 1 0 0 0,0-1-1 0 0,0 1 1 0 0,-1 1-1 0 0,-19 13 3286 0 0,19-13-3210 0 0,0 1-1 0 0,0 0 1 0 0,1-1 0 0 0,-1 1-1 0 0,1 0 1 0 0,0 0 0 0 0,0 0-1 0 0,0 0 1 0 0,0 1 0 0 0,0-1 0 0 0,1 0-1 0 0,0 0 1 0 0,-1 0 0 0 0,1 1-1 0 0,0-1 1 0 0,0 0 0 0 0,1 0-1 0 0,-1 0 1 0 0,1 1 0 0 0,0-1 0 0 0,-1 0-1 0 0,1 0 1 0 0,2 3 0 0 0,3 11 0 0 0,1 0 0 0 0,16 28 0 0 0,-20-39-80 0 0,24 32-14 0 0,-20-30-130 0 0,-1 1 0 0 0,0 0 0 0 0,-1 0 1 0 0,1 0-1 0 0,-2 0 0 0 0,5 11 0 0 0,-9-18 9 0 0,1 1-1 0 0,-1-1 1 0 0,1 1-1 0 0,-1-1 1 0 0,0 1-1 0 0,0-1 1 0 0,0 1 0 0 0,0-1-1 0 0,-1 1 1 0 0,1-1-1 0 0,-1 1 1 0 0,1-1-1 0 0,-1 0 1 0 0,0 1 0 0 0,0-1-1 0 0,0 0 1 0 0,0 0-1 0 0,0 1 1 0 0,0-1 0 0 0,-1 0-1 0 0,1 0 1 0 0,-1 0-1 0 0,0 0 1 0 0,1-1-1 0 0,-1 1 1 0 0,0 0 0 0 0,0-1-1 0 0,0 1 1 0 0,0-1-1 0 0,-4 2 1 0 0,-2 2 82 0 0,-1-1 0 0 0,0 1 0 0 0,0-2 0 0 0,0 1-1 0 0,-1-1 1 0 0,1-1 0 0 0,-1 1 0 0 0,0-2 0 0 0,-15 2 0 0 0,8-3-994 0 0,0 0 0 0 0,1-1-1 0 0,-1 0 1 0 0,-31-8 0 0 0,33 5-5003 0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5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6 7370 0 0,'-2'-1'479'0'0,"0"0"0"0"0,-1 0-1 0 0,1 1 1 0 0,0-1 0 0 0,-1 0 0 0 0,1 1 0 0 0,-1 0 0 0 0,1-1 0 0 0,0 1 0 0 0,-1 0 0 0 0,1 0 0 0 0,-1 0 0 0 0,1 1 0 0 0,0-1 0 0 0,-5 2 0 0 0,3-1-57 0 0,0 1-1 0 0,-1 0 1 0 0,1 0-1 0 0,0 0 1 0 0,0 1-1 0 0,1-1 1 0 0,-7 6-1 0 0,0 1-24 0 0,2 1-1 0 0,-1 0 1 0 0,1 0 0 0 0,-11 19-1 0 0,14-21-221 0 0,-21 39 584 0 0,25-46-748 0 0,0 1-1 0 0,1 0 1 0 0,-1-1-1 0 0,0 1 1 0 0,1 0-1 0 0,0-1 1 0 0,-1 1-1 0 0,1 0 1 0 0,0-1-1 0 0,0 1 1 0 0,-1 0-1 0 0,2 0 1 0 0,-1-1-1 0 0,0 1 1 0 0,0 0-1 0 0,0 0 1 0 0,1-1-1 0 0,-1 1 1 0 0,1 0-1 0 0,-1-1 1 0 0,1 1-1 0 0,0 0 1 0 0,0-1-1 0 0,1 3 1 0 0,-1-4-55 0 0,0 1 0 0 0,0-1 0 0 0,1 1 0 0 0,-1-1 0 0 0,0 1 0 0 0,0-1 1 0 0,0 0-1 0 0,1 0 0 0 0,-1 0 0 0 0,0 1 0 0 0,0-1 0 0 0,1 0 0 0 0,-1-1 1 0 0,0 1-1 0 0,0 0 0 0 0,0 0 0 0 0,1 0 0 0 0,-1-1 0 0 0,0 1 0 0 0,0-1 1 0 0,0 1-1 0 0,0-1 0 0 0,0 1 0 0 0,0-1 0 0 0,0 0 0 0 0,2-1 1 0 0,31-22-471 0 0,-30 20 495 0 0,36-35 38 0 0,-32 31 135 0 0,-1 0 1 0 0,1 0-1 0 0,1 1 0 0 0,-1 0 0 0 0,17-10 0 0 0,-24 16-103 0 0,0 1-1 0 0,1 0 0 0 0,-1-1 1 0 0,0 1-1 0 0,0 0 0 0 0,1 0 1 0 0,-1 0-1 0 0,0 0 0 0 0,0 0 1 0 0,1 0-1 0 0,-1 0 0 0 0,0 0 1 0 0,0 0-1 0 0,0 0 0 0 0,1 1 0 0 0,-1-1 1 0 0,0 1-1 0 0,0-1 0 0 0,0 1 1 0 0,0-1-1 0 0,0 1 0 0 0,1 0 1 0 0,-1-1-1 0 0,0 1 0 0 0,-1 0 1 0 0,1 0-1 0 0,0 0 0 0 0,0 0 1 0 0,0 0-1 0 0,0 0 0 0 0,-1 0 1 0 0,1 0-1 0 0,0 0 0 0 0,-1 0 0 0 0,1 2 1 0 0,5 7 34 0 0,-1 0 0 0 0,-1 1 0 0 0,4 12 0 0 0,0-2-39 0 0,-2-8-45 0 0,1-1 0 0 0,0 0 0 0 0,11 14 0 0 0,-16-23-158 0 0,1 0 0 0 0,-1 0-1 0 0,1 0 1 0 0,0 0 0 0 0,0-1-1 0 0,0 1 1 0 0,0-1-1 0 0,0 0 1 0 0,0 0 0 0 0,1 0-1 0 0,-1 0 1 0 0,1 0 0 0 0,-1-1-1 0 0,1 0 1 0 0,0 0-1 0 0,5 2 1 0 0,1-3-1146 0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6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7370 0 0,'4'25'9536'0'0,"13"29"-5350"0"0,1 6-2666 0 0,-3 13-916 0 0,5 97 0 0 0,-12-84-1752 0 0,-5-66 241 0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6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14283 0 0,'0'0'135'0'0,"0"-1"1"0"0,1 1-1 0 0,-1-1 0 0 0,0 1 1 0 0,1-1-1 0 0,-1 1 0 0 0,1-1 1 0 0,-1 1-1 0 0,1-1 0 0 0,-1 1 1 0 0,1-1-1 0 0,-1 1 0 0 0,1 0 1 0 0,-1-1-1 0 0,1 1 0 0 0,-1 0 1 0 0,1-1-1 0 0,0 1 0 0 0,-1 0 1 0 0,1 0-1 0 0,0 0 0 0 0,-1 0 1 0 0,1-1-1 0 0,1 1 0 0 0,27-9 793 0 0,-22 7-569 0 0,176-46 810 0 0,-160 44-1637 0 0,0 1 0 0 0,1 1 0 0 0,-1 1 0 0 0,1 1 0 0 0,-1 2 0 0 0,25 3 0 0 0,-18 1 415 0 0,-2 0 40 0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3225 0 0,'-17'9'18174'0'0,"22"16"-18016"0"0,-4-4 84 0 0,1-1 0 0 0,2 1 0 0 0,0-1 0 0 0,9 29 0 0 0,-9-39-156 0 0,0 0 1 0 0,1 0-1 0 0,0 0 0 0 0,0-1 1 0 0,1 1-1 0 0,0-1 1 0 0,1-1-1 0 0,0 1 0 0 0,1-1 1 0 0,9 8-1 0 0,-16-14-100 0 0,1-1 1 0 0,0 0-1 0 0,-1 1 0 0 0,1-1 0 0 0,0 0 1 0 0,0 0-1 0 0,0 0 0 0 0,0 0 0 0 0,0 0 1 0 0,0-1-1 0 0,1 1 0 0 0,-1-1 0 0 0,0 1 1 0 0,0-1-1 0 0,0 0 0 0 0,1 0 0 0 0,-1 1 1 0 0,0-2-1 0 0,0 1 0 0 0,0 0 0 0 0,1 0 1 0 0,-1-1-1 0 0,0 1 0 0 0,0-1 0 0 0,0 0 1 0 0,0 0-1 0 0,0 0 0 0 0,0 0 0 0 0,0 0 1 0 0,0 0-1 0 0,0 0 0 0 0,0 0 1 0 0,2-4-1 0 0,6-5-133 0 0,0 0 1 0 0,-1 0 0 0 0,0-1 0 0 0,11-19-1 0 0,2-2-4 0 0,-18 27 250 0 0,0 0 0 0 0,0 0 0 0 0,-1 0-1 0 0,1-1 1 0 0,-1 1 0 0 0,-1-1-1 0 0,1 0 1 0 0,-1 0 0 0 0,0 0-1 0 0,2-11 128 0 0,-4 18-166 0 0,0-1 0 0 0,-1 1 0 0 0,1 0 0 0 0,0-1 0 0 0,0 1 0 0 0,-1 0 0 0 0,1-1 0 0 0,0 1 0 0 0,0 0 1 0 0,0 0-1 0 0,0-1 0 0 0,0 1 0 0 0,0 0 0 0 0,0 0 0 0 0,0-1 0 0 0,0 1 0 0 0,0 0 0 0 0,0 0 0 0 0,1 1 0 0 0,4 16-28 0 0,4 14 27 0 0,2-1 1 0 0,1 0-1 0 0,17 34 1 0 0,-25-57-84 0 0,0-1 1 0 0,1 1-1 0 0,0-1 1 0 0,0 0-1 0 0,0-1 1 0 0,1 1-1 0 0,0-1 1 0 0,1 0-1 0 0,-1 0 1 0 0,1-1-1 0 0,0 0 1 0 0,0 0-1 0 0,0-1 1 0 0,1 0-1 0 0,0 0 1 0 0,0-1-1 0 0,16 5 1 0 0,-20-7-268 0 0,1-1 0 0 0,-1 1 0 0 0,1-1 0 0 0,0 0 1 0 0,-1-1-1 0 0,1 1 0 0 0,-1-1 0 0 0,8-2 0 0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7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9674 0 0,'2'-2'329'0'0,"1"0"-1"0"0,0 1 1 0 0,-1-1-1 0 0,1 1 1 0 0,0 0-1 0 0,0 0 1 0 0,0 0-1 0 0,0 0 1 0 0,0 0-1 0 0,0 0 1 0 0,0 1-1 0 0,1 0 1 0 0,-1 0-1 0 0,0 0 1 0 0,5 0-1 0 0,47 8 4210 0 0,-48-6-4337 0 0,0 1-1 0 0,-1-1 1 0 0,1 1-1 0 0,-1 0 1 0 0,0 1-1 0 0,1 0 1 0 0,-2 0-1 0 0,1 0 1 0 0,0 1 0 0 0,-1 0-1 0 0,7 8 1 0 0,-5-5 17 0 0,0 0 0 0 0,-1 1 1 0 0,0 0-1 0 0,0 0 0 0 0,-1 0 0 0 0,-1 1 1 0 0,5 11-1 0 0,-9-20-195 0 0,-19-48 463 0 0,18 40-623 0 0,-1 0 0 0 0,1 0 0 0 0,1 0 0 0 0,-1 0-1 0 0,1-1 1 0 0,0 1 0 0 0,1 0 0 0 0,0 0 0 0 0,0 0-1 0 0,1 0 1 0 0,-1 0 0 0 0,1 0 0 0 0,1 0-1 0 0,0 0 1 0 0,0 1 0 0 0,0-1 0 0 0,4-6 0 0 0,7-5-7681 0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7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 5065 0 0,'-41'20'2365'0'0,"33"-16"-1429"0"0,0-1 1 0 0,0 1-1 0 0,0 1 1 0 0,1-1-1 0 0,-1 1 1 0 0,1 1-1 0 0,-13 11 1 0 0,14-9-352 0 0,-1 0 1 0 0,1 1-1 0 0,0 0 0 0 0,1 0 1 0 0,-6 12-1 0 0,10-19-527 0 0,0 0 0 0 0,0 0 0 0 0,0 1 0 0 0,0-1 1 0 0,0 0-1 0 0,1 1 0 0 0,-1-1 0 0 0,1 1 0 0 0,-1-1 0 0 0,1 1 0 0 0,0-1 0 0 0,0 1 0 0 0,0-1 0 0 0,1 1 0 0 0,-1-1 0 0 0,0 0 0 0 0,1 1 1 0 0,0-1-1 0 0,-1 1 0 0 0,1-1 0 0 0,0 0 0 0 0,0 1 0 0 0,0-1 0 0 0,1 0 0 0 0,-1 0 0 0 0,0 0 0 0 0,4 3 0 0 0,-3-4-48 0 0,-1 0-1 0 0,1 0 0 0 0,0 0 1 0 0,0 0-1 0 0,0 0 0 0 0,0 0 1 0 0,0-1-1 0 0,0 1 0 0 0,0-1 1 0 0,0 0-1 0 0,0 1 0 0 0,1-1 1 0 0,-1 0-1 0 0,0 0 0 0 0,0-1 1 0 0,0 1-1 0 0,0 0 0 0 0,0-1 1 0 0,0 1-1 0 0,0-1 0 0 0,0 1 1 0 0,0-1-1 0 0,0 0 0 0 0,0 0 1 0 0,0 0-1 0 0,0 0 0 0 0,-1 0 1 0 0,1-1-1 0 0,2-1 0 0 0,7-5-109 0 0,1-2 0 0 0,-1 0-1 0 0,10-11 1 0 0,-13 13 37 0 0,15-18-5 0 0,-18 20 103 0 0,0 0-1 0 0,0 0 0 0 0,0 0 1 0 0,1 0-1 0 0,0 1 0 0 0,0 0 1 0 0,0 0-1 0 0,1 1 0 0 0,-1 0 1 0 0,1 0-1 0 0,11-4 0 0 0,-17 8 41 0 0,1 0 0 0 0,0 0-1 0 0,-1 0 1 0 0,1 0 0 0 0,0 1-1 0 0,-1-1 1 0 0,1 1 0 0 0,-1-1 0 0 0,1 1-1 0 0,-1 0 1 0 0,1-1 0 0 0,-1 1-1 0 0,1 0 1 0 0,-1 0 0 0 0,0 0-1 0 0,0 0 1 0 0,1 0 0 0 0,-1 0 0 0 0,0 1-1 0 0,1 0 1 0 0,26 33 240 0 0,-20-23-252 0 0,-2-4-972 0 0,1-1 0 0 0,-1 0 0 0 0,13 10 0 0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7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5065 0 0,'7'-36'1855'0'0,"-1"16"2789"0"0,4-6-44 0 0,-2 23-1482 0 0,2 14-1593 0 0,4 20-398 0 0,13 38 0 0 0,6 13-592 0 0,42 107-209 0 0,-51-105-7388 0 0,-18-60-188 0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3225 0 0,'2'-2'236'0'0,"1"0"0"0"0,-1 0 0 0 0,1 1 0 0 0,0 0 1 0 0,0-1-1 0 0,0 1 0 0 0,0 0 0 0 0,0 0 0 0 0,0 1 0 0 0,0-1 1 0 0,0 1-1 0 0,0-1 0 0 0,0 1 0 0 0,4 0 0 0 0,4-1 409 0 0,90-18 4602 0 0,49-16-2200 0 0,-44 10-2301 0 0,-103 24-613 0 0,1 1 1 0 0,-1-1-1 0 0,1 0 1 0 0,0 1-1 0 0,-1 0 1 0 0,1 0 0 0 0,0 0-1 0 0,-1 0 1 0 0,1 0-1 0 0,0 1 1 0 0,5 1-1 0 0,-7-1 9 0 0,0 0 0 0 0,-1 0 0 0 0,1 0 0 0 0,0 1 0 0 0,0-1 0 0 0,-1 0 0 0 0,1 1 0 0 0,-1-1 0 0 0,0 1 0 0 0,1 0 0 0 0,-1-1 0 0 0,0 1 0 0 0,0 0 0 0 0,0 0 0 0 0,0 0 0 0 0,0 0 0 0 0,0 0 0 0 0,-1 0 0 0 0,1 0 0 0 0,-1 0 0 0 0,1 3 0 0 0,5 27 479 0 0,-2 1 0 0 0,-1 48-1 0 0,3 15-1879 0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8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14371 0 0,'0'0'37'0'0,"0"0"0"0"0,0-1 0 0 0,0 1 0 0 0,0 0 1 0 0,0 0-1 0 0,0 0 0 0 0,0-1 0 0 0,1 1 0 0 0,-1 0 0 0 0,0 0 0 0 0,0 0 0 0 0,0-1 0 0 0,0 1 1 0 0,0 0-1 0 0,0 0 0 0 0,0 0 0 0 0,0 0 0 0 0,1 0 0 0 0,-1-1 0 0 0,0 1 0 0 0,0 0 0 0 0,0 0 1 0 0,0 0-1 0 0,0 0 0 0 0,1 0 0 0 0,-1 0 0 0 0,0 0 0 0 0,0-1 0 0 0,0 1 0 0 0,1 0 0 0 0,-1 0 1 0 0,0 0-1 0 0,0 0 0 0 0,0 0 0 0 0,1 0 0 0 0,-1 0 0 0 0,0 0 0 0 0,0 0 0 0 0,0 0 0 0 0,1 0 0 0 0,-1 0 1 0 0,0 0-1 0 0,0 0 0 0 0,0 0 0 0 0,0 1 0 0 0,1-1 0 0 0,-1 0 0 0 0,0 0 0 0 0,0 0 0 0 0,0 0 1 0 0,0 0-1 0 0,1 0 0 0 0,-1 0 0 0 0,0 1 0 0 0,0-1 0 0 0,0 0 0 0 0,0 0 0 0 0,0 0 0 0 0,1 0 1 0 0,-1 0-1 0 0,0 1 0 0 0,0-1 0 0 0,0 0 0 0 0,0 0 0 0 0,0 0 0 0 0,0 1 0 0 0,0-1 0 0 0,0 0 0 0 0,3 2-28 0 0,-3-2 188 0 0,5 2-648 0 0,106 44-2008 0 0,-91-37 2459 0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4:38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98 1840 0 0,'-2'1'215'0'0,"0"0"0"0"0,0 0-1 0 0,0 1 1 0 0,0-1-1 0 0,0 1 1 0 0,1-1 0 0 0,-1 1-1 0 0,0 0 1 0 0,1 0 0 0 0,-1 0-1 0 0,1 0 1 0 0,0 0-1 0 0,0 0 1 0 0,-1 0 0 0 0,1 0-1 0 0,1 0 1 0 0,-1 0 0 0 0,0 1-1 0 0,0-1 1 0 0,1 0-1 0 0,-1 1 1 0 0,1-1 0 0 0,0 0-1 0 0,0 1 1 0 0,0-1 0 0 0,0 5-1 0 0,0 0 642 0 0,0 0 0 0 0,1 1 0 0 0,-1-1 0 0 0,2 0 0 0 0,-1 0 0 0 0,1 0 0 0 0,4 13 0 0 0,18 16 1217 0 0,-22-34-1986 0 0,-1 0 1 0 0,1-1-1 0 0,-1 1 1 0 0,1 0-1 0 0,0-1 1 0 0,-1 0-1 0 0,1 1 1 0 0,0-1-1 0 0,0 0 1 0 0,0 0 0 0 0,0 0-1 0 0,0 0 1 0 0,0 0-1 0 0,1-1 1 0 0,-1 1-1 0 0,3 0 1 0 0,-5-1-87 0 0,1-1 0 0 0,-1 1 0 0 0,0-1-1 0 0,0 1 1 0 0,0 0 0 0 0,0-1 0 0 0,1 1 0 0 0,-1-1 0 0 0,0 1 0 0 0,0 0 0 0 0,0-1 0 0 0,0 1 0 0 0,0-1 0 0 0,0 1-1 0 0,0-1 1 0 0,0 1 0 0 0,-1 0 0 0 0,1-1 0 0 0,0 1 0 0 0,0-1 0 0 0,0 1 0 0 0,0 0 0 0 0,0-1 0 0 0,-1 1 0 0 0,1-1-1 0 0,0 1 1 0 0,0 0 0 0 0,-1-1 0 0 0,1 1 0 0 0,0 0 0 0 0,0-1 0 0 0,-1 1 0 0 0,1 0 0 0 0,-1-1 0 0 0,-9-14 31 0 0,10 15-32 0 0,-5-7 10 0 0,1 1 1 0 0,0-1-1 0 0,0 0 1 0 0,1 0-1 0 0,0 0 1 0 0,0-1-1 0 0,0 1 1 0 0,1-1-1 0 0,0 0 1 0 0,1 1-1 0 0,0-1 1 0 0,0 0-1 0 0,1 0 1 0 0,0 0-1 0 0,1-11 1 0 0,0 12 1 0 0,0 1 1 0 0,1 0-1 0 0,0 0 1 0 0,0-1-1 0 0,0 1 0 0 0,1 1 1 0 0,0-1-1 0 0,0 0 1 0 0,0 1-1 0 0,1-1 0 0 0,0 1 1 0 0,0 0-1 0 0,0 0 1 0 0,0 1-1 0 0,1-1 0 0 0,0 1 1 0 0,0 0-1 0 0,0 0 1 0 0,9-4-1 0 0,-10 5 79 0 0,1 1 1 0 0,0 1-1 0 0,0-1 0 0 0,0 1 1 0 0,-1 0-1 0 0,1 0 0 0 0,0 0 1 0 0,0 1-1 0 0,1-1 0 0 0,-1 1 1 0 0,0 0-1 0 0,0 1 0 0 0,0-1 1 0 0,0 1-1 0 0,0 0 1 0 0,0 1-1 0 0,-1-1 0 0 0,1 1 1 0 0,0 0-1 0 0,-1 0 0 0 0,1 0 1 0 0,-1 1-1 0 0,7 4 0 0 0,4 3 24 0 0,-1 1 0 0 0,-1 0-1 0 0,0 1 1 0 0,0 0 0 0 0,14 19 0 0 0,-25-28-131 0 0,-1-1 1 0 0,1 0 0 0 0,0 0 0 0 0,-1 0 0 0 0,1 0 0 0 0,0 0-1 0 0,0-1 1 0 0,0 1 0 0 0,1-1 0 0 0,-1 1 0 0 0,0-1 0 0 0,1 0 0 0 0,-1 1-1 0 0,1-1 1 0 0,-1-1 0 0 0,1 1 0 0 0,-1 0 0 0 0,1 0 0 0 0,5 0-1 0 0,-4-2 18 0 0,1 0-1 0 0,-1 0 0 0 0,0-1 0 0 0,1 1 0 0 0,-1-1 0 0 0,0 0 0 0 0,0 0 0 0 0,0-1 1 0 0,0 1-1 0 0,6-6 0 0 0,0 1 39 0 0,-1-1 122 0 0,1 2 1 0 0,-1 0 0 0 0,15-8 0 0 0,-22 13-115 0 0,0 1 0 0 0,0-1 0 0 0,0 0 1 0 0,-1 0-1 0 0,1 1 0 0 0,0-1 0 0 0,0 1 0 0 0,0 0 1 0 0,0-1-1 0 0,0 1 0 0 0,0 0 0 0 0,0 0 0 0 0,0 0 1 0 0,0 0-1 0 0,0 1 0 0 0,0-1 0 0 0,0 0 0 0 0,-1 1 1 0 0,1 0-1 0 0,0-1 0 0 0,0 1 0 0 0,0 0 1 0 0,-1 0-1 0 0,1 0 0 0 0,0 0 0 0 0,2 2 0 0 0,-2 1 30 0 0,0 0-1 0 0,0 0 0 0 0,0 0 1 0 0,-1 0-1 0 0,1 0 0 0 0,-1 0 0 0 0,0 0 1 0 0,0 1-1 0 0,-1-1 0 0 0,1 0 1 0 0,-1 1-1 0 0,0-1 0 0 0,-1 8 1 0 0,5 29 184 0 0,-3-38-308 0 0,0 0 0 0 0,0 0 1 0 0,0 0-1 0 0,1 0 1 0 0,-1 0-1 0 0,1 0 1 0 0,0-1-1 0 0,0 1 1 0 0,0-1-1 0 0,0 1 0 0 0,0-1 1 0 0,1 0-1 0 0,-1 0 1 0 0,1 0-1 0 0,-1 0 1 0 0,1 0-1 0 0,3 1 1 0 0,-1-1-1041 0 0,1 0 0 0 0,-1 0 0 0 0,0 0 0 0 0,0-1 0 0 0,9 2 1 0 0,18 1-6277 0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0.75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4677 127 6913 0 0,'0'0'698'0'0,"1"-1"-770"0"0,0 1 74 0 0,0-1-1 0 0,0 0 1 0 0,0 0-1 0 0,-1 0 1 0 0,1 1-1 0 0,0-1 1 0 0,-1 0-1 0 0,1 0 1 0 0,0 0-1 0 0,-1 0 1 0 0,1-1-1 0 0,-1 1 1 0 0,0 0-1 0 0,1-2 1 0 0,0 0 194 0 0,-1 0-1 0 0,0 0 1 0 0,0 0 0 0 0,0 0 0 0 0,0-1 0 0 0,-1 1 0 0 0,1 0 0 0 0,-1 0 0 0 0,0 0 0 0 0,1 0 0 0 0,-2 0 0 0 0,1 0 0 0 0,0 0 0 0 0,0 0 0 0 0,-1 1 0 0 0,0-1-1 0 0,1 0 1 0 0,-1 1 0 0 0,0 0 0 0 0,0-1 0 0 0,-1 1 0 0 0,1 0 0 0 0,0 0 0 0 0,-1 0 0 0 0,1 0 0 0 0,-1 0 0 0 0,0 1 0 0 0,1-1 0 0 0,-1 1 0 0 0,0 0 0 0 0,0-1-1 0 0,0 1 1 0 0,0 1 0 0 0,0-1 0 0 0,0 0 0 0 0,-5 0 0 0 0,-54-11 2517 0 0,51 8-2602 0 0,0 1 0 0 0,0 1 0 0 0,-1 0 0 0 0,1 1-1 0 0,0 0 1 0 0,-12 1 0 0 0,5 1 0 0 0,0 1-1 0 0,0 1 1 0 0,0 0 0 0 0,1 2-1 0 0,0 0 1 0 0,-1 1 0 0 0,2 1-1 0 0,-1 0 1 0 0,1 1 0 0 0,0 1 0 0 0,-24 17-1 0 0,0 1-49 0 0,-1-2-1 0 0,-83 35 1 0 0,40-24 270 0 0,-68 33 460 0 0,-3 5-887 0 0,116-54 111 0 0,-47 17-1 0 0,-11 4 5 0 0,36-6 46 0 0,1 2 0 0 0,-84 69 0 0 0,135-99-62 0 0,-214 172 104 0 0,178-144-113 0 0,1 3 1 0 0,-52 58 0 0 0,90-89 5 0 0,-59 68-21 0 0,3 2-1 0 0,-59 99 1 0 0,78-110 138 0 0,-102 117 1 0 0,62-83-57 0 0,38-38-57 0 0,-65 124 0 0 0,109-183-4 0 0,-140 225 127 0 0,52-88-126 0 0,-9 50-1 0 0,73-131 55 0 0,-49 95 194 0 0,-29 38 111 0 0,78-149-389 0 0,-18 46 1 0 0,-19 34 181 0 0,-11 17 116 0 0,-23 34-183 0 0,49-96-64 0 0,-56 130 1 0 0,42-82-15 0 0,-12 56-8 0 0,50-120 0 0 0,-61 155 0 0 0,-105 311 0 0 0,97-268 0 0 0,60-175 0 0 0,-67 156 19 0 0,-62 182 26 0 0,125-274-45 0 0,-24 231 0 0 0,31-171 0 0 0,18-136 0 0 0,-33 241 0 0 0,35-222 0 0 0,6 133 0 0 0,12-42-64 0 0,-9-90-34 0 0,-1-58 35 0 0,2 0-1 0 0,5 38 1 0 0,5 19 63 0 0,-5 0 0 0 0,-8 162 0 0 0,-1-221 0 0 0,-12 49 0 0 0,8-49 0 0 0,-4 45 0 0 0,9-47 13 0 0,-2-1-1 0 0,-2 0 1 0 0,0 0 0 0 0,-12 33 0 0 0,9-37-176 0 0,1 0 0 0 0,-6 48-1 0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7.0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90 8754 0 0,'-1'-2'344'0'0,"0"0"1"0"0,0-1-1 0 0,0 1 1 0 0,0-1-1 0 0,0 1 0 0 0,0-1 1 0 0,0 1-1 0 0,1-1 1 0 0,-1 1-1 0 0,1-1 0 0 0,0 0 1 0 0,0 1-1 0 0,0-6 1 0 0,1 3 317 0 0,-1-1 1 0 0,1 1 0 0 0,-1 0-1 0 0,1-1 1 0 0,4-8 0 0 0,-5 13-578 0 0,0 1 0 0 0,0-1 1 0 0,0 1-1 0 0,1-1 0 0 0,-1 1 0 0 0,0-1 1 0 0,1 1-1 0 0,-1 0 0 0 0,0-1 1 0 0,1 1-1 0 0,-1-1 0 0 0,1 1 0 0 0,-1 0 1 0 0,1-1-1 0 0,-1 1 0 0 0,1 0 1 0 0,-1-1-1 0 0,1 1 0 0 0,-1 0 0 0 0,1 0 1 0 0,-1 0-1 0 0,1 0 0 0 0,-1-1 0 0 0,1 1 1 0 0,-1 0-1 0 0,1 0 0 0 0,-1 0 1 0 0,2 0-1 0 0,16 8 1123 0 0,16 22-486 0 0,-30-26-570 0 0,123 140 734 0 0,-87-95-732 0 0,2-1-1 0 0,67 58 0 0 0,-68-67 467 0 0,-14-11-2087 0 0,-7-12-4533 0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7.3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0 17972 0 0,'0'1'83'0'0,"-1"-1"1"0"0,0 0-1 0 0,0 1 0 0 0,0-1 1 0 0,0 1-1 0 0,1-1 0 0 0,-1 1 1 0 0,0-1-1 0 0,0 1 0 0 0,1-1 1 0 0,-1 1-1 0 0,1 0 0 0 0,-1 0 1 0 0,0-1-1 0 0,1 1 1 0 0,-1 1-1 0 0,1 0-65 0 0,0-1 0 0 0,0 0 0 0 0,0 0 0 0 0,0 0 0 0 0,0 0 0 0 0,1 0 0 0 0,-1 0 0 0 0,1 0 0 0 0,-1 0 0 0 0,0 0 0 0 0,1 0 0 0 0,0 0 0 0 0,-1 0 0 0 0,1 0 0 0 0,0 0 0 0 0,-1 0 1 0 0,3 1-1 0 0,28 33 1289 0 0,43 37 0 0 0,23 24-1046 0 0,-88-85-372 0 0,-3-4-457 0 0,-1-1-1 0 0,1 1 1 0 0,0-1 0 0 0,8 6-1 0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7.5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 9218 0 0,'0'0'992'0'0,"0"-2"-992"0"0,2 1-128 0 0,-1 1 24 0 0,1-2 8 0 0,0 2-320 0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8.0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1 339 4145 0 0,'25'2'8095'0'0,"11"5"-4313"0"0,-30-5-3519 0 0,-1 0 1 0 0,1 0-1 0 0,-1 0 0 0 0,1 0 0 0 0,-1 1 0 0 0,0 0 0 0 0,0 0 0 0 0,0 0 0 0 0,-1 0 0 0 0,1 1 1 0 0,-1 0-1 0 0,6 6 0 0 0,2 7-4 0 0,-2 1 1 0 0,0-1-1 0 0,9 23 1 0 0,-1-1-73 0 0,-18-39-187 0 0,0 0 0 0 0,0 1 0 0 0,0-1 0 0 0,0 1 0 0 0,0-1 0 0 0,1 1 0 0 0,-1-1 0 0 0,0 0 0 0 0,0 1 0 0 0,0-1 0 0 0,1 0 0 0 0,-1 1 0 0 0,0-1 0 0 0,0 0 0 0 0,1 1 0 0 0,-1-1-1 0 0,0 0 1 0 0,1 1 0 0 0,-1-1 0 0 0,1 0 0 0 0,-1 0 0 0 0,0 0 0 0 0,1 1 0 0 0,-1-1 0 0 0,0 0 0 0 0,1 0 0 0 0,-1 0 0 0 0,1 0 0 0 0,4-10-2 0 0,-4-21 19 0 0,-20-101 397 0 0,-3-27 224 0 0,20 140-560 0 0,2 0-1 0 0,0 0 1 0 0,2 0-1 0 0,0 0 1 0 0,1 0-1 0 0,6-23 1 0 0,-8 40-63 0 0,-1 0 1 0 0,1-1 0 0 0,0 1-1 0 0,0 0 1 0 0,0-1 0 0 0,0 1-1 0 0,0 0 1 0 0,0 0 0 0 0,1 0 0 0 0,-1 0-1 0 0,1 0 1 0 0,0 0 0 0 0,-1 0-1 0 0,1 0 1 0 0,0 1 0 0 0,0-1-1 0 0,0 1 1 0 0,3-2 0 0 0,-3 2-5 0 0,0 1 0 0 0,0-1 0 0 0,0 1 0 0 0,0-1 0 0 0,0 1 0 0 0,1 0 0 0 0,-1 0 0 0 0,0 0 0 0 0,0 1 1 0 0,0-1-1 0 0,0 0 0 0 0,0 1 0 0 0,0-1 0 0 0,0 1 0 0 0,0 0 0 0 0,0 0 0 0 0,2 1 0 0 0,8 5 20 0 0,0 1-1 0 0,0 1 1 0 0,-1 0 0 0 0,0 0-1 0 0,10 13 1 0 0,-8-9-16 0 0,11 9-235 0 0,48 35 1 0 0,-26-30-2744 0 0,-29-19-4165 0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8.4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69 489 5529 0 0,'18'-27'1946'0'0,"-2"-2"1"0"0,-2 0-1 0 0,12-32 0 0 0,-22 49-1456 0 0,-1 0-1 0 0,0-1 1 0 0,-1 0-1 0 0,0 0 1 0 0,-1 1 0 0 0,0-1-1 0 0,-1 0 1 0 0,-1 0 0 0 0,0 0-1 0 0,-5-22 1 0 0,1 11 222 0 0,-18-47 1 0 0,21 64-668 0 0,-1 1-1 0 0,0 0 1 0 0,0 0 0 0 0,0 0 0 0 0,0 0 0 0 0,-1 1-1 0 0,0 0 1 0 0,0-1 0 0 0,-1 1 0 0 0,0 1-1 0 0,0-1 1 0 0,-9-7 0 0 0,12 11-20 0 0,1 1 1 0 0,0-1-1 0 0,-1 0 1 0 0,1 0-1 0 0,-1 1 0 0 0,1-1 1 0 0,-1 1-1 0 0,1-1 1 0 0,-1 1-1 0 0,1 0 0 0 0,-1-1 1 0 0,1 1-1 0 0,-1 0 1 0 0,0 0-1 0 0,1 0 0 0 0,-1 0 1 0 0,1 1-1 0 0,-1-1 1 0 0,0 0-1 0 0,1 1 0 0 0,-1-1 1 0 0,1 1-1 0 0,-3 1 1 0 0,2-1-9 0 0,0 1 0 0 0,0-1 0 0 0,1 1 1 0 0,-1 0-1 0 0,1 0 0 0 0,0 0 0 0 0,-1 0 0 0 0,1 0 1 0 0,0 0-1 0 0,0 0 0 0 0,0 0 0 0 0,0 0 1 0 0,1 1-1 0 0,-2 2 0 0 0,0 5-13 0 0,1 0 0 0 0,0 1 1 0 0,0-1-1 0 0,1 0 0 0 0,0 1 0 0 0,2 10 1 0 0,2-1-5 0 0,2 0 0 0 0,0 0 0 0 0,1-1 0 0 0,0 1 0 0 0,2-2 0 0 0,0 1 0 0 0,2-1 0 0 0,0-1 0 0 0,0 0 0 0 0,2 0 0 0 0,0-1 0 0 0,18 16 0 0 0,-27-29-37 0 0,0 1 0 0 0,0-1 1 0 0,1-1-1 0 0,-1 1 0 0 0,1-1 1 0 0,-1 1-1 0 0,1-1 1 0 0,0-1-1 0 0,0 1 0 0 0,0-1 1 0 0,0 0-1 0 0,0 0 0 0 0,0 0 1 0 0,1 0-1 0 0,-1-1 1 0 0,0 0-1 0 0,0 0 0 0 0,0-1 1 0 0,1 0-1 0 0,5-1 0 0 0,-4 1-367 0 0,0-1-1 0 0,1-1 0 0 0,-1 1 0 0 0,0-1 0 0 0,0 0 0 0 0,0-1 0 0 0,-1 0 0 0 0,1 0 1 0 0,-1 0-1 0 0,0-1 0 0 0,0 0 0 0 0,-1 0 0 0 0,8-8 0 0 0,2-8-5248 0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8.8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194 70 5985 0 0,'-2'-5'267'0'0,"1"1"0"0"0,-1-1 0 0 0,0 1 0 0 0,0 0 0 0 0,0-1 0 0 0,0 1 0 0 0,-1 0-1 0 0,1 0 1 0 0,-1 1 0 0 0,0-1 0 0 0,0 1 0 0 0,-5-5 0 0 0,6 7-5 0 0,0-1-1 0 0,0 1 1 0 0,-1 0-1 0 0,1-1 1 0 0,0 1 0 0 0,-1 0-1 0 0,1 1 1 0 0,0-1 0 0 0,-1 0-1 0 0,1 1 1 0 0,-1-1-1 0 0,1 1 1 0 0,-1 0 0 0 0,1 0-1 0 0,-1 0 1 0 0,1 0-1 0 0,-1 0 1 0 0,1 0 0 0 0,-1 1-1 0 0,1-1 1 0 0,-1 1 0 0 0,1 0-1 0 0,0 0 1 0 0,-5 2-1 0 0,1 0 8 0 0,0 1-1 0 0,0 1 0 0 0,0-1 1 0 0,1 1-1 0 0,0 0 0 0 0,0 0 0 0 0,0 1 1 0 0,1-1-1 0 0,0 1 0 0 0,0 0 1 0 0,0 0-1 0 0,1 1 0 0 0,-1-1 1 0 0,2 1-1 0 0,-1-1 0 0 0,1 1 0 0 0,-2 8 1 0 0,-1 5-96 0 0,1 0 1 0 0,1 0-1 0 0,0 1 1 0 0,2 36 0 0 0,1-42-142 0 0,1 1 0 0 0,1-1 0 0 0,0 0 0 0 0,1 0 0 0 0,1 0 1 0 0,0 0-1 0 0,10 20 0 0 0,-13-32-36 0 0,1 1 1 0 0,-1-1-1 0 0,1 0 1 0 0,0 1 0 0 0,0-1-1 0 0,0 0 1 0 0,1 0-1 0 0,-1-1 1 0 0,1 1-1 0 0,0 0 1 0 0,-1-1-1 0 0,1 0 1 0 0,0 1-1 0 0,0-1 1 0 0,1 0 0 0 0,-1-1-1 0 0,0 1 1 0 0,1-1-1 0 0,-1 1 1 0 0,1-1-1 0 0,-1 0 1 0 0,1 0-1 0 0,0-1 1 0 0,-1 1-1 0 0,1-1 1 0 0,0 1 0 0 0,-1-1-1 0 0,1 0 1 0 0,0-1-1 0 0,0 1 1 0 0,-1-1-1 0 0,1 1 1 0 0,0-1-1 0 0,-1 0 1 0 0,1-1-1 0 0,3-1 1 0 0,-1 1-62 0 0,-1 0-1 0 0,0-1 1 0 0,0 0 0 0 0,0 0 0 0 0,0 0-1 0 0,0-1 1 0 0,-1 1 0 0 0,1-1-1 0 0,-1 0 1 0 0,0 0 0 0 0,0-1-1 0 0,-1 1 1 0 0,1-1 0 0 0,-1 0 0 0 0,0 0-1 0 0,0 0 1 0 0,-1 0 0 0 0,1 0-1 0 0,-1-1 1 0 0,0 1 0 0 0,-1-1 0 0 0,1 0-1 0 0,0-6 1 0 0,0-13-20 0 0,0 0-1 0 0,-2 0 1 0 0,-1 0-1 0 0,-4-31 1 0 0,-1-24 1638 0 0,6 80-1542 0 0,0-1 0 0 0,0 1 1 0 0,0-1-1 0 0,0 0 0 0 0,0 1 1 0 0,0-1-1 0 0,0 0 1 0 0,0 1-1 0 0,0-1 0 0 0,0 0 1 0 0,0 1-1 0 0,0-1 0 0 0,1 1 1 0 0,-1-1-1 0 0,0 0 1 0 0,0 1-1 0 0,1-1 0 0 0,-1 1 1 0 0,0-1-1 0 0,1 1 0 0 0,-1-1 1 0 0,1 1-1 0 0,-1-1 1 0 0,1 1-1 0 0,-1-1 0 0 0,1 1 1 0 0,-1 0-1 0 0,1-1 0 0 0,-1 1 1 0 0,1 0-1 0 0,0-1 0 0 0,1 1 34 0 0,-1 0 0 0 0,1 0-1 0 0,0 0 1 0 0,-1 0-1 0 0,1 1 1 0 0,-1-1 0 0 0,1 0-1 0 0,-1 1 1 0 0,1-1-1 0 0,-1 1 1 0 0,0 0-1 0 0,3 1 1 0 0,41 33 850 0 0,-42-33-877 0 0,24 24-116 0 0,-21-19 8 0 0,0-1 1 0 0,0 0 0 0 0,1 0-1 0 0,0 0 1 0 0,0-1-1 0 0,0 0 1 0 0,1-1 0 0 0,-1 1-1 0 0,1-1 1 0 0,0-1-1 0 0,16 5 1 0 0,-9-5-700 0 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19.1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0 287 920 0 0,'20'2'11126'0'0,"-7"1"-10307"0"0,-1 0-1 0 0,0 1 1 0 0,0 0 0 0 0,0 1 0 0 0,11 6-1 0 0,-6-1-152 0 0,0 1 0 0 0,-1 0 0 0 0,27 25-1 0 0,-38-31-534 0 0,-1 0-1 0 0,0-1 0 0 0,0 1 1 0 0,0 0-1 0 0,0 1 1 0 0,-1-1-1 0 0,0 1 0 0 0,0 0 1 0 0,0 0-1 0 0,-1-1 1 0 0,0 2-1 0 0,0-1 0 0 0,0 0 1 0 0,-1 0-1 0 0,0 1 1 0 0,0 6-1 0 0,-1-13-93 0 0,0 1 1 0 0,0-1-1 0 0,0 1 0 0 0,0-1 0 0 0,1 0 1 0 0,-1 1-1 0 0,0-1 0 0 0,-1 0 0 0 0,1 1 1 0 0,0-1-1 0 0,0 1 0 0 0,0-1 0 0 0,0 0 1 0 0,0 1-1 0 0,0-1 0 0 0,0 0 0 0 0,0 1 1 0 0,-1-1-1 0 0,1 0 0 0 0,0 1 0 0 0,0-1 1 0 0,0 0-1 0 0,-1 1 0 0 0,1-1 0 0 0,0 0 1 0 0,-1 0-1 0 0,1 1 0 0 0,0-1 0 0 0,0 0 1 0 0,-1 0-1 0 0,1 1 0 0 0,0-1 0 0 0,-1 0 1 0 0,1 0-1 0 0,-1 0 0 0 0,0 0 0 0 0,-14-6 800 0 0,-12-19 139 0 0,15 10-785 0 0,1-1-1 0 0,0 0 1 0 0,1 0-1 0 0,0-1 1 0 0,2 0-1 0 0,0-1 1 0 0,1 0-1 0 0,1 0 1 0 0,-7-30-1 0 0,7 19-644 0 0,2 0-1 0 0,1-1 0 0 0,1 1 0 0 0,1-1 0 0 0,6-47 0 0 0,2 31-8259 0 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31.35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32 61 3225 0 0,'-4'-12'279'0'0,"-17"-34"4157"0"0,20 45-4304 0 0,0 1 1 0 0,0 0-1 0 0,0-1 0 0 0,-1 1 1 0 0,39 1 3200 0 0,41 6 0 0 0,99 30-2402 0 0,-152-29-566 0 0,1 2-1 0 0,-1 0 0 0 0,-1 1 0 0 0,42 27 0 0 0,81 69 263 0 0,-92-64-730 0 0,-27-24 193 0 0,0-1 0 0 0,1-2 1 0 0,1-1-1 0 0,1-1 0 0 0,0-1 0 0 0,1-2 0 0 0,0-2 0 0 0,53 10 1 0 0,13-5 446 0 0,160 4 1 0 0,-154-21-351 0 0,0-4-1 0 0,108-21 1 0 0,-37 3 19 0 0,56-5-210 0 0,187-19 200 0 0,-338 47 174 0 0,91 10 1 0 0,6 0-88 0 0,325 6-278 0 0,111-33-143 0 0,-456 8 273 0 0,771-57-201 0 0,-699 62 56 0 0,-50 2 140 0 0,45-4-357 0 0,178-12 256 0 0,-195 8 42 0 0,216 17 0 0 0,-159 18-212 0 0,62 1 335 0 0,-222-23 37 0 0,195-26 0 0 0,-290 23-431 0 0,-4 2-149 0 0,0-1 0 0 0,-1 0 0 0 0,1 0 0 0 0,0 0-1 0 0,-1-1 1 0 0,1 0 0 0 0,5-2 0 0 0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32.09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1023 90 6913 0 0,'16'-17'341'0'0,"-12"14"-217"0"0,-1 0 0 0 0,0 0 0 0 0,-1 0 0 0 0,1-1 0 0 0,-1 1 0 0 0,1-1 0 0 0,2-6 0 0 0,-4 10-89 0 0,-1-1-1 0 0,0 0 1 0 0,0 1 0 0 0,0-1-1 0 0,0 0 1 0 0,0 1 0 0 0,0-1-1 0 0,0 1 1 0 0,0-1 0 0 0,0 0 0 0 0,0 1-1 0 0,0-1 1 0 0,0 0 0 0 0,0 1-1 0 0,-1-1 1 0 0,1 1 0 0 0,0-1-1 0 0,0 1 1 0 0,-1-1 0 0 0,1 0-1 0 0,0 1 1 0 0,-1-1 0 0 0,-1-1 62 0 0,1 1 1 0 0,-1 0-1 0 0,1 0 1 0 0,-1 0-1 0 0,0 0 0 0 0,0 0 1 0 0,1 0-1 0 0,-1 0 1 0 0,0 1-1 0 0,-3-2 0 0 0,-14-2 193 0 0,0 0 0 0 0,1 2 0 0 0,-1 0 0 0 0,0 1 0 0 0,0 1 0 0 0,-24 2 0 0 0,-117 23 28 0 0,93-13 102 0 0,-158 21 1336 0 0,-194 40 3519 0 0,406-69-5369 0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36.879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341 4 10594 0 0,'-1'-1'-20'0'0,"0"1"0"0"0,0-1 0 0 0,0 1 0 0 0,0-1 0 0 0,0 1 0 0 0,0 0 0 0 0,0-1 0 0 0,0 1 0 0 0,0 0 0 0 0,0 0 0 0 0,-1 0 0 0 0,1 0 0 0 0,0 0 0 0 0,0 0 0 0 0,0 0 0 0 0,0 1 0 0 0,0-1 0 0 0,0 0 0 0 0,0 1 0 0 0,-2 0 0 0 0,-20 9 1410 0 0,11-3-880 0 0,0 1 1 0 0,0 0-1 0 0,1 1 0 0 0,0 0 1 0 0,0 0-1 0 0,1 2 1 0 0,1-1-1 0 0,-1 1 0 0 0,2 0 1 0 0,0 1-1 0 0,0 0 1 0 0,1 1-1 0 0,-10 23 0 0 0,16-35-489 0 0,1 0-1 0 0,0 0 1 0 0,-1 0-1 0 0,1 0 1 0 0,-1 1-1 0 0,1-1 1 0 0,0 0-1 0 0,0 0 1 0 0,0 1-1 0 0,0-1 1 0 0,0 0-1 0 0,0 1 1 0 0,0-1-1 0 0,0 0 1 0 0,0 0-1 0 0,1 1 1 0 0,-1-1-1 0 0,0 0 1 0 0,1 0-1 0 0,-1 0 1 0 0,1 0-1 0 0,0 1 1 0 0,-1-1-1 0 0,2 1 1 0 0,1 0-1 0 0,-1 0 0 0 0,0 0 1 0 0,1-1-1 0 0,-1 0 0 0 0,1 1 1 0 0,0-1-1 0 0,0 0 0 0 0,3 1 1 0 0,-3-1 34 0 0,1 0 1 0 0,-1 0 0 0 0,0 0-1 0 0,0 1 1 0 0,0-1 0 0 0,0 1-1 0 0,0 0 1 0 0,3 2 0 0 0,-4 1-53 0 0,0-1 0 0 0,0 0 0 0 0,0 0 1 0 0,-1 1-1 0 0,1-1 0 0 0,-1 0 1 0 0,0 1-1 0 0,0 5 0 0 0,3 11 146 0 0,6 11-68 0 0,-3-13-92 0 0,-1 0 0 0 0,-2 0-1 0 0,5 34 1 0 0,-8-47 24 0 0,-1 1-1 0 0,0-1 1 0 0,-1 0-1 0 0,1 1 0 0 0,-1-1 1 0 0,-1 0-1 0 0,1 1 1 0 0,-1-1-1 0 0,0 0 1 0 0,0 0-1 0 0,-1-1 0 0 0,0 1 1 0 0,0 0-1 0 0,0-1 1 0 0,-8 10-1 0 0,0-2 76 0 0,0-1 0 0 0,-1 0-1 0 0,0-1 1 0 0,-1 0 0 0 0,0-1 0 0 0,-1 0 0 0 0,0-1 0 0 0,0-1-1 0 0,-1 0 1 0 0,0-1 0 0 0,-1 0 0 0 0,-28 7 0 0 0,19-14-2053 0 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1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376 133 2304 0 0,'-4'-116'7186'0'0,"-5"100"-806"0"0,7 17-6176 0 0,0 0-1 0 0,1 0 1 0 0,-1 0-1 0 0,0 0 0 0 0,1 1 1 0 0,-1-1-1 0 0,1 1 1 0 0,-1-1-1 0 0,1 1 0 0 0,-2 2 1 0 0,-190 272 2123 0 0,191-272-2300 0 0,-1 0-1 0 0,1 0 1 0 0,0 0 0 0 0,0 0-1 0 0,1 0 1 0 0,-1 0-1 0 0,1 0 1 0 0,0 1 0 0 0,-1 4-1 0 0,2-7-22 0 0,0-1 0 0 0,1 0 0 0 0,-1 0-1 0 0,0 0 1 0 0,0 0 0 0 0,1 1 0 0 0,-1-1-1 0 0,1 0 1 0 0,-1 0 0 0 0,1 0 0 0 0,0 0 0 0 0,-1 0-1 0 0,1 0 1 0 0,0 0 0 0 0,0 0 0 0 0,-1 0-1 0 0,1-1 1 0 0,0 1 0 0 0,0 0 0 0 0,0 0-1 0 0,0-1 1 0 0,0 1 0 0 0,0 0 0 0 0,0-1 0 0 0,1 1-1 0 0,-1-1 1 0 0,0 0 0 0 0,0 1 0 0 0,0-1-1 0 0,0 0 1 0 0,1 0 0 0 0,-1 0 0 0 0,0 1-1 0 0,0-1 1 0 0,0-1 0 0 0,1 1 0 0 0,0 0-1 0 0,39 2 22 0 0,-21-2 21 0 0,-1 1 0 0 0,1 1 0 0 0,0 1 0 0 0,28 8 0 0 0,-43-10-40 0 0,-1 0 1 0 0,1 1-1 0 0,-1 0 0 0 0,0 0 1 0 0,0 0-1 0 0,0 1 1 0 0,0-1-1 0 0,0 1 1 0 0,-1 0-1 0 0,1 0 1 0 0,-1 0-1 0 0,0 1 1 0 0,0-1-1 0 0,0 1 1 0 0,0-1-1 0 0,0 1 1 0 0,-1 0-1 0 0,0 0 1 0 0,0 1-1 0 0,0-1 1 0 0,0 0-1 0 0,-1 1 1 0 0,1-1-1 0 0,0 8 1 0 0,-1-6 5 0 0,0 1 1 0 0,-1-1 0 0 0,0 0-1 0 0,0 1 1 0 0,-1-1 0 0 0,0 1-1 0 0,0-1 1 0 0,0 0 0 0 0,-1 1 0 0 0,0-1-1 0 0,-3 7 1 0 0,-1-2 44 0 0,1 0-1 0 0,-1-1 1 0 0,-1 0 0 0 0,0 0 0 0 0,-13 13-1 0 0,-3 0 81 0 0,-1 0-1 0 0,-1-2 0 0 0,-42 26 0 0 0,44-31-250 0 0,-1 0 0 0 0,-1-2 0 0 0,-1-1 0 0 0,0-1-1 0 0,0-1 1 0 0,-30 8 0 0 0,51-18-853 0 0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2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278 28 5529 0 0,'-11'-15'2363'0'0,"-2"2"2976"0"0,11 13-5155 0 0,1 0 0 0 0,-1 0-1 0 0,0 0 1 0 0,1 0-1 0 0,-1 1 1 0 0,1-1-1 0 0,-1 0 1 0 0,1 1 0 0 0,-1-1-1 0 0,0 1 1 0 0,1-1-1 0 0,0 1 1 0 0,-1 0 0 0 0,1-1-1 0 0,-2 2 1 0 0,-15 10 318 0 0,1 0 1 0 0,0 1-1 0 0,0 0 0 0 0,2 1 1 0 0,0 1-1 0 0,0 1 0 0 0,2 0 1 0 0,0 1-1 0 0,-15 25 1 0 0,26-39-494 0 0,0 0 1 0 0,0 1 0 0 0,0-1 0 0 0,1 1 0 0 0,-1-1 0 0 0,1 1-1 0 0,0-1 1 0 0,0 1 0 0 0,1 0 0 0 0,-1-1 0 0 0,1 1 0 0 0,0 0-1 0 0,0 0 1 0 0,0-1 0 0 0,0 1 0 0 0,0 0 0 0 0,2 6 0 0 0,0-7-5 0 0,-1 0 1 0 0,1 0 0 0 0,0 0 0 0 0,0 0-1 0 0,0-1 1 0 0,0 1 0 0 0,0-1 0 0 0,0 1-1 0 0,1-1 1 0 0,-1 0 0 0 0,1 0 0 0 0,0 0-1 0 0,0 0 1 0 0,0 0 0 0 0,0-1 0 0 0,0 1-1 0 0,0-1 1 0 0,0 0 0 0 0,6 2 0 0 0,68 14 26 0 0,-51-12 1 0 0,0 0 1 0 0,38 15-1 0 0,-58-18-29 0 0,1 1 0 0 0,-1 0 0 0 0,0 0 0 0 0,0 0 0 0 0,-1 1 0 0 0,1 0 0 0 0,-1 0 0 0 0,1 1 0 0 0,-1-1 0 0 0,0 1 0 0 0,-1 0 0 0 0,0 1 0 0 0,1-1 0 0 0,4 9 0 0 0,-8-10 2 0 0,1-1 1 0 0,-1 0 0 0 0,0 1 0 0 0,0-1-1 0 0,0 1 1 0 0,0-1 0 0 0,0 1-1 0 0,-1-1 1 0 0,0 1 0 0 0,0 0 0 0 0,0-1-1 0 0,0 1 1 0 0,0-1 0 0 0,-1 1-1 0 0,-1 5 1 0 0,0-3 24 0 0,0 1-1 0 0,-1 0 1 0 0,0-1-1 0 0,0 1 1 0 0,-1-1 0 0 0,0 0-1 0 0,-6 7 1 0 0,-4 3 55 0 0,-1-1 1 0 0,0 0-1 0 0,-1-1 0 0 0,-24 15 1 0 0,25-18-47 0 0,-1-2-1 0 0,0 0 1 0 0,-1 0 0 0 0,0-2-1 0 0,0 0 1 0 0,-1-1 0 0 0,1-1 0 0 0,-25 4-1 0 0,30-7-731 0 0,1-1 0 0 0,-1-1 0 0 0,0 0 0 0 0,-21-2-1 0 0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2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310 1 4145 0 0,'-22'5'1783'0'0,"-1"1"0"0"0,1 1 0 0 0,1 1 0 0 0,-1 1-1 0 0,-31 19 1 0 0,39-20-1426 0 0,1 1-1 0 0,0 0 0 0 0,0 1 0 0 0,1 0 0 0 0,1 1 0 0 0,0 0 0 0 0,0 1 1 0 0,1 0-1 0 0,-9 15 0 0 0,16-21-356 0 0,0 0 1 0 0,1 1 0 0 0,-1-1-1 0 0,1 0 1 0 0,0 1-1 0 0,1-1 1 0 0,-1 14-1 0 0,1-19-5 0 0,1 0 0 0 0,0 0 0 0 0,0 0 1 0 0,0 0-1 0 0,0 0 0 0 0,0 0 0 0 0,0 0 0 0 0,0 0 0 0 0,0 1 0 0 0,0-1 0 0 0,0 0 0 0 0,1 0 0 0 0,-1 0 0 0 0,0 0 0 0 0,1 0 0 0 0,-1 0 0 0 0,1 0 0 0 0,-1 0 0 0 0,1 0 0 0 0,-1 0 0 0 0,1 0 0 0 0,0-1 0 0 0,0 1 0 0 0,-1 0 0 0 0,1 0 0 0 0,0-1 0 0 0,0 1 0 0 0,0 0 0 0 0,0-1 0 0 0,0 1 0 0 0,0-1 0 0 0,0 1 0 0 0,0-1 0 0 0,0 1 0 0 0,0-1 0 0 0,0 0 0 0 0,0 1 0 0 0,0-1 0 0 0,0 0 0 0 0,0 0 0 0 0,0 0 0 0 0,0 0 0 0 0,1 0 0 0 0,-1 0 0 0 0,0 0 0 0 0,0 0 0 0 0,0-1 0 0 0,0 1 0 0 0,0 0 0 0 0,0-1 0 0 0,0 1 0 0 0,0-1 0 0 0,0 1 0 0 0,2-2 1 0 0,4-1-133 0 0,0 0 0 0 0,0 0 0 0 0,0-1 1 0 0,0 0-1 0 0,0-1 0 0 0,-1 0 1 0 0,0 0-1 0 0,7-7 0 0 0,38-50-270 0 0,0 0 1496 0 0,-51 61-1027 0 0,1 1 0 0 0,-1-1 0 0 0,1 0-1 0 0,0 1 1 0 0,0-1 0 0 0,-1 1-1 0 0,1-1 1 0 0,0 1 0 0 0,0-1-1 0 0,-1 1 1 0 0,1-1 0 0 0,0 1 0 0 0,0 0-1 0 0,0-1 1 0 0,0 1 0 0 0,0 0-1 0 0,-1 0 1 0 0,1 0 0 0 0,0-1-1 0 0,0 1 1 0 0,0 0 0 0 0,0 0 0 0 0,0 1-1 0 0,0-1 1 0 0,0 0 0 0 0,0 0-1 0 0,0 0 1 0 0,-1 1 0 0 0,1-1-1 0 0,0 0 1 0 0,0 1 0 0 0,0-1 0 0 0,0 0-1 0 0,-1 1 1 0 0,1-1 0 0 0,0 1-1 0 0,0 0 1 0 0,-1-1 0 0 0,1 1-1 0 0,0 0 1 0 0,-1-1 0 0 0,1 1-1 0 0,-1 0 1 0 0,1-1 0 0 0,-1 1 0 0 0,1 0-1 0 0,-1 0 1 0 0,0 0 0 0 0,1 0-1 0 0,-1 0 1 0 0,1 1 0 0 0,3 8 201 0 0,0 1 0 0 0,-1-1-1 0 0,3 16 1 0 0,-3-16-144 0 0,2 10 46 0 0,0 1 13 0 0,1 0-1 0 0,14 34 0 0 0,-17-49-192 0 0,0 0 1 0 0,0 0 0 0 0,1-1-1 0 0,0 1 1 0 0,0-1 0 0 0,0 1-1 0 0,1-1 1 0 0,0-1 0 0 0,0 1-1 0 0,0-1 1 0 0,1 1 0 0 0,10 5-1 0 0,22 4-116 0 0,-32-12-695 0 0,1-1 0 0 0,0 0 0 0 0,0-1 0 0 0,-1 0 0 0 0,1 0 1 0 0,14-2-1 0 0,-16 2 188 0 0,0-2-1 0 0,0 1 1 0 0,0-1 0 0 0,0 1 0 0 0,0-1 0 0 0,0-1-1 0 0,0 1 1 0 0,0-1 0 0 0,5-4 0 0 0,-6 4 466 0 0,-1 0 1 0 0,1-1-1 0 0,-1 1 1 0 0,0-1 0 0 0,0 1-1 0 0,5-9 1 0 0,-1-4 104 0 0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2.6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39 10594 0 0,'-12'-38'3907'0'0,"16"42"-2482"0"0,4 8 265 0 0,50 173 4213 0 0,-15-40-5918 0 0,-33-116-2277 0 0,2 0 0 0 0,29 51 0 0 0,-28-59-4854 0 0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2.8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1 140 9674 0 0,'-1'-1'106'0'0,"1"0"0"0"0,0 0 1 0 0,0 0-1 0 0,0 0 0 0 0,0 0 0 0 0,0 0 0 0 0,1 0 0 0 0,-1 0 1 0 0,0 0-1 0 0,0 1 0 0 0,1-1 0 0 0,-1 0 0 0 0,0 0 0 0 0,1 0 1 0 0,-1 0-1 0 0,1 0 0 0 0,-1 0 0 0 0,1 1 0 0 0,-1-1 0 0 0,1 0 1 0 0,0 0-1 0 0,-1 1 0 0 0,1-1 0 0 0,0 0 0 0 0,0 1 0 0 0,0-1 1 0 0,-1 1-1 0 0,1-1 0 0 0,0 1 0 0 0,0-1 0 0 0,0 1 0 0 0,0 0 1 0 0,0-1-1 0 0,1 1 0 0 0,46-18 2014 0 0,-35 14-1851 0 0,104-37-184 0 0,2 2-6703 0 0,-83 27 4133 0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3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3681 0 0,'-2'3'1169'0'0,"1"-2"-779"0"0,0 0 0 0 0,0 0 0 0 0,1 0 0 0 0,-1 0 0 0 0,1 0-1 0 0,-1 0 1 0 0,1 0 0 0 0,-1 0 0 0 0,1 0 0 0 0,-1 0 0 0 0,1 0 0 0 0,0 1-1 0 0,0-1 1 0 0,0 0 0 0 0,0 0 0 0 0,0 0 0 0 0,0 1 0 0 0,0-1-1 0 0,0 0 1 0 0,0 0 0 0 0,1 2 0 0 0,1 41 2601 0 0,-1-40-2519 0 0,0 12 5 0 0,2 0 0 0 0,0 0 0 0 0,1-1 0 0 0,1 1-1 0 0,0-1 1 0 0,8 16 0 0 0,-10-25-473 0 0,0 1 0 0 0,1-1 1 0 0,-1 0-1 0 0,2 0 0 0 0,-1 0 0 0 0,0 0 0 0 0,1 0 1 0 0,0-1-1 0 0,1 0 0 0 0,-1 0 0 0 0,1-1 0 0 0,0 0 0 0 0,0 0 1 0 0,0 0-1 0 0,11 5 0 0 0,-14-9-64 0 0,1 1 0 0 0,0-1-1 0 0,0 0 1 0 0,-1 0 0 0 0,1 0 0 0 0,0 0-1 0 0,-1-1 1 0 0,1 1 0 0 0,0-1 0 0 0,-1 0 0 0 0,1 0-1 0 0,-1-1 1 0 0,1 1 0 0 0,-1-1 0 0 0,0 1-1 0 0,0-1 1 0 0,1 0 0 0 0,-1 0 0 0 0,0 0-1 0 0,-1-1 1 0 0,1 1 0 0 0,0-1 0 0 0,4-5 0 0 0,1-2-483 0 0,1 1 1 0 0,-1-2-1 0 0,-1 1 1 0 0,0-1 0 0 0,9-19-1 0 0,-3-17-199 0 0,-7 22-716 0 0,-3 18 850 0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3.6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6913 0 0,'1'-1'151'0'0,"-1"0"0"0"0,0 0 0 0 0,1 0 0 0 0,-1 1 0 0 0,1-1 0 0 0,-1 0 0 0 0,1 1 0 0 0,0-1-1 0 0,-1 1 1 0 0,1-1 0 0 0,0 0 0 0 0,-1 1 0 0 0,1 0 0 0 0,0-1 0 0 0,-1 1 0 0 0,1-1 0 0 0,0 1 0 0 0,0 0-1 0 0,0-1 1 0 0,-1 1 0 0 0,1 0 0 0 0,0 0 0 0 0,0 0 0 0 0,0 0 0 0 0,0-1 0 0 0,-1 1 0 0 0,1 0-1 0 0,0 1 1 0 0,0-1 0 0 0,0 0 0 0 0,0 0 0 0 0,-1 0 0 0 0,1 0 0 0 0,0 1 0 0 0,0-1 0 0 0,0 0-1 0 0,-1 1 1 0 0,1-1 0 0 0,0 1 0 0 0,0-1 0 0 0,-1 0 0 0 0,1 1 0 0 0,1 1 0 0 0,2 1 657 0 0,-1 0-1 0 0,1 0 1 0 0,-1 0 0 0 0,1 1 0 0 0,5 7 0 0 0,7 18-123 0 0,0 1 1 0 0,-2 0-1 0 0,16 49 0 0 0,-18-44-47 0 0,2 0-1 0 0,23 43 0 0 0,-33-73-1072 0 0,-1 1-1 0 0,1-1 1 0 0,0 0 0 0 0,1 0 0 0 0,-1 0-1 0 0,1-1 1 0 0,8 7 0 0 0,-1-3-812 0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3.9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66 6449 0 0,'8'0'851'0'0,"1"1"-1"0"0,-1-1 1 0 0,1 2-1 0 0,-1-1 1 0 0,0 1-1 0 0,1 1 0 0 0,-1-1 1 0 0,0 1-1 0 0,0 1 1 0 0,10 5-1 0 0,-9-3-424 0 0,-1 0-1 0 0,0 0 1 0 0,0 0 0 0 0,-1 1-1 0 0,0 1 1 0 0,0-1-1 0 0,0 1 1 0 0,5 9-1 0 0,-4-4-359 0 0,0 1 0 0 0,-1 0 0 0 0,0 1-1 0 0,-1 0 1 0 0,-1 0 0 0 0,-1 0-1 0 0,0 0 1 0 0,-1 1 0 0 0,0-1 0 0 0,-1 1-1 0 0,-3 21 978 0 0,-4-43-568 0 0,-3-10-17 0 0,2 3-353 0 0,1 1 0 0 0,0-2 0 0 0,1 1 0 0 0,1 0 0 0 0,0-1 0 0 0,0 0 0 0 0,2 0 0 0 0,0 0 0 0 0,0 1 0 0 0,3-23 0 0 0,-1 25-329 0 0,1 1 0 0 0,0-1 0 0 0,1 1 0 0 0,0 0 0 0 0,1 0 0 0 0,5-10 0 0 0,-5 11-687 0 0,1 0 0 0 0,1 1 0 0 0,-1 0 0 0 0,2 0 0 0 0,-1 1 0 0 0,15-14 0 0 0,4 2-5782 0 0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4.3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188 50 920 0 0,'1'0'22'0'0,"-1"-1"-1"0"0,0 1 1 0 0,1 0 0 0 0,-1-1-1 0 0,0 1 1 0 0,1-1-1 0 0,-1 1 1 0 0,0-1 0 0 0,0 1-1 0 0,1-1 1 0 0,-1 1-1 0 0,0-1 1 0 0,0 1 0 0 0,0-1-1 0 0,0 1 1 0 0,0-1-1 0 0,0 1 1 0 0,0-1 0 0 0,0 1-1 0 0,0-1 1 0 0,0 1-1 0 0,0-1 1 0 0,0 1 0 0 0,0-1-1 0 0,-1 1 1 0 0,1-1-1 0 0,0 1 1 0 0,0-1 0 0 0,-1 0-1 0 0,-14-16 2253 0 0,11 15-1756 0 0,1 0 0 0 0,0 0 0 0 0,-1 0 0 0 0,1 0 0 0 0,-1 0 0 0 0,1 1 0 0 0,-1 0 0 0 0,0-1 0 0 0,-4 1 0 0 0,3 1-182 0 0,1 1 0 0 0,-1 0 1 0 0,0 0-1 0 0,1 1 0 0 0,-1 0 0 0 0,1 0 1 0 0,-1 0-1 0 0,1 0 0 0 0,0 0 0 0 0,0 1 0 0 0,0 0 1 0 0,0 0-1 0 0,0 0 0 0 0,1 0 0 0 0,-1 1 1 0 0,1-1-1 0 0,0 1 0 0 0,-4 5 0 0 0,0 2 32 0 0,-1 0 0 0 0,1 1 0 0 0,1 0-1 0 0,0 0 1 0 0,-6 19 0 0 0,10-26-271 0 0,0 1 0 0 0,1-1 1 0 0,0 1-1 0 0,1 0 0 0 0,-1-1 0 0 0,1 1 0 0 0,0-1 1 0 0,0 1-1 0 0,2 7 0 0 0,-2-12-78 0 0,0 0 0 0 0,0 0-1 0 0,1 0 1 0 0,-1 0 0 0 0,0 0 0 0 0,1 0 0 0 0,-1 0-1 0 0,1 0 1 0 0,-1 0 0 0 0,1-1 0 0 0,0 1 0 0 0,-1 0-1 0 0,1 0 1 0 0,0 0 0 0 0,-1-1 0 0 0,1 1 0 0 0,0 0-1 0 0,0-1 1 0 0,0 1 0 0 0,0-1 0 0 0,1 1-1 0 0,0 0-14 0 0,0-1-1 0 0,0 0 1 0 0,0 0-1 0 0,-1 0 1 0 0,1 0-1 0 0,0 0 1 0 0,0-1-1 0 0,0 1 1 0 0,-1-1-1 0 0,1 1 1 0 0,0-1-1 0 0,0 1 1 0 0,-1-1-1 0 0,1 0 0 0 0,-1 0 1 0 0,4-2-1 0 0,-1 0-42 0 0,0-1-1 0 0,0 0 0 0 0,0 0 1 0 0,0 0-1 0 0,-1 0 0 0 0,0 0 0 0 0,0-1 1 0 0,0 0-1 0 0,0 0 0 0 0,-1 1 1 0 0,0-1-1 0 0,0-1 0 0 0,0 1 1 0 0,0 0-1 0 0,-1 0 0 0 0,0-1 0 0 0,0-5 1 0 0,1 2 452 0 0,0 1 0 0 0,1-1 0 0 0,0 1 0 0 0,7-16 0 0 0,-10 24-393 0 0,1-1-1 0 0,-1 1 0 0 0,0 0 1 0 0,1 0-1 0 0,-1 0 0 0 0,0 0 1 0 0,0-1-1 0 0,1 1 0 0 0,-1 0 1 0 0,0 0-1 0 0,1 0 0 0 0,-1 0 0 0 0,0 0 1 0 0,1 0-1 0 0,-1 0 0 0 0,0 0 1 0 0,1 0-1 0 0,-1 0 0 0 0,0 0 1 0 0,1 0-1 0 0,-1 0 0 0 0,0 0 1 0 0,1 0-1 0 0,-1 0 0 0 0,0 1 1 0 0,1-1-1 0 0,-1 0 0 0 0,0 0 0 0 0,0 0 1 0 0,1 0-1 0 0,-1 1 0 0 0,0-1 1 0 0,0 0-1 0 0,1 0 0 0 0,-1 1 1 0 0,0-1-1 0 0,0 0 0 0 0,0 0 1 0 0,1 1-1 0 0,-1-1 0 0 0,0 0 1 0 0,0 1-1 0 0,0-1 0 0 0,0 0 0 0 0,0 0 1 0 0,0 1-1 0 0,1-1 0 0 0,-1 0 1 0 0,0 1-1 0 0,0-1 0 0 0,0 1 1 0 0,10 21 956 0 0,-10-20-940 0 0,4 8-54 0 0,1 2-182 0 0,0 0 0 0 0,0-1 0 0 0,1 1 0 0 0,1-1 0 0 0,10 14 0 0 0,-16-23 125 0 0,1 0 0 0 0,0 0 0 0 0,0-1 0 0 0,0 1 1 0 0,0 0-1 0 0,0-1 0 0 0,0 1 0 0 0,0-1 0 0 0,0 0 0 0 0,0 1 0 0 0,1-1 0 0 0,-1 0 0 0 0,1 0 0 0 0,-1-1 0 0 0,1 1 0 0 0,-1 0 1 0 0,1-1-1 0 0,-1 0 0 0 0,1 1 0 0 0,-1-1 0 0 0,1 0 0 0 0,0 0 0 0 0,-1-1 0 0 0,1 1 0 0 0,-1-1 0 0 0,1 1 0 0 0,-1-1 0 0 0,1 0 1 0 0,-1 1-1 0 0,1-1 0 0 0,-1-1 0 0 0,0 1 0 0 0,4-2 0 0 0,8-7-4657 0 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4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1 189 1840 0 0,'1'-39'3892'0'0,"1"0"-1"0"0,12-54 1 0 0,-14 92-3699 0 0,0 0 0 0 0,0 0 0 0 0,0 1 1 0 0,0-1-1 0 0,0 0 0 0 0,0 0 0 0 0,0 0 0 0 0,1 0 1 0 0,-1 1-1 0 0,0-1 0 0 0,1 0 0 0 0,-1 0 0 0 0,1 1 1 0 0,-1-1-1 0 0,0 0 0 0 0,1 0 0 0 0,0 1 0 0 0,-1-1 1 0 0,1 1-1 0 0,-1-1 0 0 0,2 0 0 0 0,-1 1-81 0 0,-1 0-1 0 0,1 0 0 0 0,0 0 0 0 0,-1 1 1 0 0,1-1-1 0 0,-1 0 0 0 0,1 1 0 0 0,-1-1 1 0 0,1 0-1 0 0,-1 1 0 0 0,1-1 0 0 0,-1 1 1 0 0,1-1-1 0 0,-1 1 0 0 0,0-1 0 0 0,1 1 1 0 0,-1-1-1 0 0,0 1 0 0 0,1-1 0 0 0,-1 1 1 0 0,1 0-1 0 0,16 44 1561 0 0,-15-39-1536 0 0,29 107 1203 0 0,-23-78-1152 0 0,1-1 1 0 0,2-1 0 0 0,21 46-1 0 0,-18-53-976 0 0,1 0 0 0 0,21 29 0 0 0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4.7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1 147 6913 0 0,'11'-3'4128'0'0,"15"-2"-1704"0"0,35-12 0 0 0,36-26-7 0 0,39-13-7270 0 0,-118 51 3631 0 0,0 0 0 0 0,1 1 0 0 0,-1 0 0 0 0,1 2 0 0 0,37 0 0 0 0,-33 3 1198 0 0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4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0 10594 0 0,'-1'0'72'0'0,"1"0"0"0"0,-1 0-1 0 0,1 0 1 0 0,-1 0 0 0 0,1 0-1 0 0,0 0 1 0 0,-1 0 0 0 0,1 0 0 0 0,-1 1-1 0 0,1-1 1 0 0,-1 0 0 0 0,1 0-1 0 0,0 0 1 0 0,-1 1 0 0 0,1-1-1 0 0,-1 0 1 0 0,1 0 0 0 0,0 1 0 0 0,-1-1-1 0 0,1 0 1 0 0,0 1 0 0 0,-1-1-1 0 0,1 0 1 0 0,0 1 0 0 0,0-1-1 0 0,-1 1 1 0 0,1-1 0 0 0,0 0 0 0 0,0 1-1 0 0,0-1 1 0 0,0 1 0 0 0,0-1-1 0 0,-1 1 1 0 0,1-1 0 0 0,0 1-1 0 0,0-1 1 0 0,0 0 0 0 0,0 1-1 0 0,0-1 1 0 0,0 1 0 0 0,0-1 0 0 0,1 1-1 0 0,-4 27 1423 0 0,3-24-1018 0 0,-1 23 1052 0 0,2 0-1 0 0,5 44 1 0 0,3-30-2705 0 0,2-1-3430 0 0,-5-22-1597 0 0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5.1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64 177 14283 0 0,'-9'-16'865'0'0,"-28"-52"-2567"0"0,34 60 1671 0 0,0 1 0 0 0,0-1 0 0 0,1 1 0 0 0,0-1 0 0 0,0 0 0 0 0,1 0 0 0 0,-1-10-1 0 0,2 17-20 0 0,0 0 0 0 0,0 0 0 0 0,0 0 0 0 0,1 0 0 0 0,-1 0 0 0 0,0 1-1 0 0,0-1 1 0 0,1 0 0 0 0,-1 0 0 0 0,0 1 0 0 0,1-1 0 0 0,-1 0 0 0 0,1 0-1 0 0,-1 1 1 0 0,1-1 0 0 0,-1 0 0 0 0,1 1 0 0 0,-1-1 0 0 0,1 1-1 0 0,0-1 1 0 0,-1 0 0 0 0,1 1 0 0 0,0 0 0 0 0,-1-1 0 0 0,1 1 0 0 0,0-1-1 0 0,0 1 1 0 0,0 0 0 0 0,-1 0 0 0 0,1-1 0 0 0,0 1 0 0 0,0 0-1 0 0,0 0 1 0 0,0 0 0 0 0,-1 0 0 0 0,2 0 0 0 0,34 3-158 0 0,-32-2 232 0 0,18 3-76 0 0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5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98 10138 0 0,'-4'0'-206'0'0,"0"1"1"0"0,0-1-1 0 0,0 1 0 0 0,0 0 0 0 0,0 0 1 0 0,0 0-1 0 0,0 1 0 0 0,-5 2 1 0 0,3-1 430 0 0,0 1 0 0 0,0-1 0 0 0,1 1 0 0 0,-1 1 1 0 0,1-1-1 0 0,0 1 0 0 0,0 0 0 0 0,-5 7 0 0 0,7-8-15 0 0,0 0 0 0 0,0 1 0 0 0,0-1-1 0 0,0 1 1 0 0,1-1 0 0 0,0 1 0 0 0,0 0-1 0 0,0 0 1 0 0,0 0 0 0 0,1 0 0 0 0,0 0-1 0 0,0 0 1 0 0,0 0 0 0 0,1 1 0 0 0,-1-1-1 0 0,1 0 1 0 0,1 0 0 0 0,-1 1 0 0 0,2 8-1 0 0,0-11-164 0 0,-1-1 0 0 0,1 1-1 0 0,-1-1 1 0 0,1 1 0 0 0,0-1-1 0 0,-1 0 1 0 0,1 0 0 0 0,0 1-1 0 0,1-1 1 0 0,-1-1 0 0 0,0 1-1 0 0,1 0 1 0 0,-1 0 0 0 0,1-1-1 0 0,-1 0 1 0 0,1 1 0 0 0,0-1-1 0 0,-1 0 1 0 0,1 0 0 0 0,0 0-1 0 0,0-1 1 0 0,0 1 0 0 0,0-1-1 0 0,0 0 1 0 0,0 1 0 0 0,0-1-1 0 0,5-1 1 0 0,0 1 46 0 0,-1-1 1 0 0,1 0-1 0 0,0 0 0 0 0,-1-1 1 0 0,1 0-1 0 0,-1 0 1 0 0,0 0-1 0 0,1-1 0 0 0,10-6 1 0 0,-16 7-91 0 0,-1 1-1 0 0,1 0 1 0 0,-1-1-1 0 0,1 1 1 0 0,-1 0 0 0 0,0-1-1 0 0,0 0 1 0 0,0 1-1 0 0,0-1 1 0 0,0 0 0 0 0,0 0-1 0 0,0 1 1 0 0,0-1 0 0 0,-1 0-1 0 0,1 0 1 0 0,-1 0-1 0 0,1 0 1 0 0,-1 0 0 0 0,0 0-1 0 0,0 0 1 0 0,0-4-1 0 0,-8-49 47 0 0,1 9-32 0 0,7 37 68 0 0,0 0 0 0 0,1 0 1 0 0,0 0-1 0 0,1 0 1 0 0,0 0-1 0 0,0 1 1 0 0,1-1-1 0 0,0 1 1 0 0,0 0-1 0 0,1 0 0 0 0,0 0 1 0 0,0 0-1 0 0,8-9 1 0 0,-11 17-33 0 0,-1-1 0 0 0,1 0 0 0 0,0 1 0 0 0,0-1 1 0 0,0 1-1 0 0,0-1 0 0 0,0 1 0 0 0,0-1 0 0 0,1 1 0 0 0,-1-1 0 0 0,0 1 1 0 0,0 0-1 0 0,0 0 0 0 0,0 0 0 0 0,0 0 0 0 0,1 0 0 0 0,-1 0 1 0 0,0 0-1 0 0,0 0 0 0 0,0 0 0 0 0,0 0 0 0 0,0 1 0 0 0,1-1 0 0 0,-1 0 1 0 0,0 1-1 0 0,0-1 0 0 0,0 1 0 0 0,0-1 0 0 0,0 1 0 0 0,0 0 1 0 0,0-1-1 0 0,0 1 0 0 0,0 1 0 0 0,34 32 507 0 0,-24-22-524 0 0,2 1-13 0 0,-1-1-141 0 0,0 0 0 0 0,0 1 0 0 0,-1 0 0 0 0,16 26 0 0 0,-27-38 101 0 0,0 0-1 0 0,1 0 0 0 0,-1 0 1 0 0,1-1-1 0 0,-1 1 1 0 0,1 0-1 0 0,-1-1 0 0 0,1 1 1 0 0,-1 0-1 0 0,1-1 0 0 0,0 1 1 0 0,-1-1-1 0 0,1 1 1 0 0,0-1-1 0 0,-1 1 0 0 0,1-1 1 0 0,0 1-1 0 0,0-1 1 0 0,0 0-1 0 0,0 1 0 0 0,-1-1 1 0 0,1 0-1 0 0,0 0 0 0 0,0 0 1 0 0,0 0-1 0 0,0 0 1 0 0,1 0-1 0 0,-1 0 43 0 0,1-1 1 0 0,0 1-1 0 0,-1-1 0 0 0,1 0 0 0 0,0 0 1 0 0,-1 1-1 0 0,1-1 0 0 0,-1-1 0 0 0,0 1 1 0 0,1 0-1 0 0,-1 0 0 0 0,3-3 0 0 0,4-6 447 0 0,0-1-1 0 0,-1 0 1 0 0,6-12-1 0 0,-8 14-3 0 0,-2 4-409 0 0,0 0 1 0 0,0 0-1 0 0,1 1 1 0 0,-1 0-1 0 0,1-1 1 0 0,0 1 0 0 0,0 0-1 0 0,0 1 1 0 0,1-1-1 0 0,6-3 1 0 0,-9 6-47 0 0,0 0 0 0 0,0 0-1 0 0,0 0 1 0 0,0 1 0 0 0,0-1 0 0 0,0 1 0 0 0,0-1 0 0 0,1 1 0 0 0,-1 0 0 0 0,0 0 0 0 0,0 0 0 0 0,0 0-1 0 0,0 0 1 0 0,0 1 0 0 0,1-1 0 0 0,-1 0 0 0 0,0 1 0 0 0,0 0 0 0 0,0-1 0 0 0,0 1 0 0 0,0 0 0 0 0,0 0 0 0 0,0 0-1 0 0,-1 0 1 0 0,1 1 0 0 0,0-1 0 0 0,-1 0 0 0 0,1 1 0 0 0,2 2 0 0 0,6 7 70 0 0,-1 1 0 0 0,0 0 0 0 0,-1 0 0 0 0,8 15 0 0 0,-11-16-61 0 0,1-1 0 0 0,0 0 0 0 0,1 0 0 0 0,0-1-1 0 0,1 0 1 0 0,0 0 0 0 0,0-1 0 0 0,10 8 0 0 0,-8-9-180 0 0,1-1 0 0 0,0 1 1 0 0,17 5-1 0 0,15 3-4158 0 0,-22-9 1641 0 0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6.3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11058 0 0,'6'-3'5958'0'0,"1"13"-1980"0"0,11 24-3787 0 0,-3 1 0 0 0,-1 1 0 0 0,-1 1 0 0 0,-2 0 0 0 0,6 43 0 0 0,-9-41-28 0 0,1-1 0 0 0,2 0 0 0 0,1-1-1 0 0,2 0 1 0 0,26 46 0 0 0,-36-76-177 0 0,0-1 0 0 0,1 1-1 0 0,0-1 1 0 0,0 0 0 0 0,9 7 0 0 0,-11-11 0 0 0,-1 1 0 0 0,1-1 1 0 0,0 0-1 0 0,0-1 0 0 0,0 1 0 0 0,1 0 0 0 0,-1-1 1 0 0,0 0-1 0 0,1 1 0 0 0,-1-1 0 0 0,1-1 0 0 0,-1 1 0 0 0,1 0 1 0 0,3-1-1 0 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5:46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238 8 6913 0 0,'-2'-1'119'0'0,"0"0"-1"0"0,1 0 0 0 0,-1 0 0 0 0,0 0 1 0 0,0 1-1 0 0,0-1 0 0 0,0 1 0 0 0,-1-1 0 0 0,1 1 1 0 0,0-1-1 0 0,0 1 0 0 0,0 0 0 0 0,0 0 0 0 0,0 0 1 0 0,0 1-1 0 0,0-1 0 0 0,0 0 0 0 0,-1 1 1 0 0,1-1-1 0 0,0 1 0 0 0,0 0 0 0 0,0 0 0 0 0,1-1 1 0 0,-1 1-1 0 0,0 1 0 0 0,0-1 0 0 0,0 0 1 0 0,1 0-1 0 0,-1 1 0 0 0,0-1 0 0 0,1 1 0 0 0,-2 1 1 0 0,-6 8 923 0 0,0 0 1 0 0,0 0-1 0 0,-13 24 1 0 0,10-15-489 0 0,-24 31-14 0 0,13-18-26 0 0,-29 53 1 0 0,91-133 1114 0 0,2-25-499 0 0,-33 54-690 0 0,1 1 0 0 0,1 0 0 0 0,0 1-1 0 0,1 0 1 0 0,14-14 0 0 0,-24 29-421 0 0,0 0 1 0 0,0 0-1 0 0,0 1 0 0 0,0-1 1 0 0,0 0-1 0 0,0 1 0 0 0,0-1 1 0 0,0 1-1 0 0,0 0 0 0 0,0-1 0 0 0,0 1 1 0 0,1 0-1 0 0,-1-1 0 0 0,0 1 1 0 0,0 0-1 0 0,0 0 0 0 0,1 0 1 0 0,-1 0-1 0 0,0 0 0 0 0,0 0 0 0 0,0 1 1 0 0,1-1-1 0 0,-1 0 0 0 0,0 1 1 0 0,0-1-1 0 0,0 1 0 0 0,0-1 1 0 0,2 2-1 0 0,33 24 418 0 0,-19-12-320 0 0,6-1-82 0 0,1 0-1 0 0,0-1 1 0 0,0-2 0 0 0,2 0 0 0 0,-1-2 0 0 0,1-1-1 0 0,0 0 1 0 0,37 2 0 0 0,-20-10-558 0 0,-20-2 86 0 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3:56.9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6971 176 1840 0 0,'7'-22'1603'0'0,"-6"21"-1344"0"0,-1 0 1 0 0,1-1-1 0 0,0 1 0 0 0,0-1 1 0 0,-1 1-1 0 0,1 0 1 0 0,-1-1-1 0 0,0 1 0 0 0,1-1 1 0 0,-1 0-1 0 0,0 1 0 0 0,0-1 1 0 0,0 1-1 0 0,0-1 1 0 0,0 1-1 0 0,0-1 0 0 0,0 1 1 0 0,0-1-1 0 0,-1 1 1 0 0,1-1-1 0 0,-1 1 0 0 0,0-3 1 0 0,-4-7 557 0 0,-1 1 0 0 0,0 0 0 0 0,0 0 0 0 0,0 0 0 0 0,-11-10 0 0 0,13 16-747 0 0,0 1-1 0 0,0 0 1 0 0,0 0-1 0 0,0 0 1 0 0,0 0 0 0 0,-1 1-1 0 0,1 0 1 0 0,-1 0 0 0 0,0 0-1 0 0,0 0 1 0 0,0 1-1 0 0,0 0 1 0 0,0 0 0 0 0,-8-1-1 0 0,-94-7 699 0 0,-1 5 1 0 0,1 5-1 0 0,-1 4 0 0 0,1 5 0 0 0,-125 27 0 0 0,134-11-476 0 0,-163 64-1 0 0,-84 65-171 0 0,73-31-135 0 0,-58 45-747 0 0,14 26 673 0 0,252-154 16 0 0,-86 63 31 0 0,31-20-120 0 0,55-37 112 0 0,2 2 0 0 0,2 3 0 0 0,2 2 0 0 0,-65 80-1 0 0,-19 15-165 0 0,83-90 99 0 0,-93 119 0 0 0,-246 349-454 0 0,264-361 532 0 0,-163 267 1 0 0,92-149-18 0 0,29-46-144 0 0,136-175 4 0 0,-147 203-451 0 0,122-184 615 0 0,-106 175 0 0 0,-95 228 32 0 0,167-331 24 0 0,58-93-10 0 0,-63 123 1 0 0,96-165-37 0 0,-164 330-169 0 0,-143 160-65 0 0,188-287 256 0 0,95-162 0 0 0,-249 486 42 0 0,247-477-33 0 0,3 1 0 0 0,4 1 0 0 0,2 2 0 0 0,-20 103 1 0 0,32-117 20 0 0,-66 345 21 0 0,60-283 320 0 0,-2 166 1 0 0,19-189-207 0 0,18 166 0 0 0,-13-236-136 0 0,2 0 0 0 0,1 0-1 0 0,2-1 1 0 0,0 0-1 0 0,2 0 1 0 0,1-1 0 0 0,1 0-1 0 0,1-1 1 0 0,1 0 0 0 0,29 37-1 0 0,-30-48-117 0 0,0-1-1 0 0,1 0 1 0 0,1-1-1 0 0,0-1 1 0 0,0 0 0 0 0,1-1-1 0 0,1-1 1 0 0,0 0-1 0 0,0-1 1 0 0,0-1-1 0 0,1-1 1 0 0,0 0-1 0 0,0-2 1 0 0,1 0-1 0 0,36 3 1 0 0,-23-4 18 0 0,0-3 0 0 0,0 0 0 0 0,0-2 0 0 0,0-2 0 0 0,-1-1 0 0 0,1-1 0 0 0,-1-1 0 0 0,49-20 0 0 0,-11-4 128 0 0,-1-4 0 0 0,-2-3-1 0 0,-2-2 1 0 0,64-52-1 0 0,47-29 111 0 0,-96 71-95 0 0,-3-5-1 0 0,80-73 1 0 0,-86 61-42 0 0,90-84 835 0 0,156-194 0 0 0,-45 39-233 0 0,-177 203-536 0 0,105-139 328 0 0,-53 58-80 0 0,168-210 835 0 0,94-143-812 0 0,-341 453-396 0 0,81-134 0 0 0,-98 137 21 0 0,4 3 0 0 0,89-101 1 0 0,-83 111 3 0 0,-4-2 0 0 0,-3-3 1 0 0,60-108-1 0 0,169-259-231 0 0,-169 269 226 0 0,-62 84-126 0 0,75-177 1 0 0,-36 65-7 0 0,225-370-159 0 0,-161 287 171 0 0,24-38-30 0 0,-146 272 141 0 0,287-424-689 0 0,-19 101 824 0 0,-262 324-10 0 0,-2-1 1 0 0,-2-2-1 0 0,-3-1 0 0 0,40-86 0 0 0,-48 88-107 0 0,-8 13 0 0 0,3 0 0 0 0,0 1 0 0 0,3 0 0 0 0,1 2 0 0 0,41-50 0 0 0,-48 68 129 0 0,-2-1-1 0 0,0 0 1 0 0,0-1-1 0 0,-2 0 0 0 0,0-1 1 0 0,14-31-1 0 0,81-233 782 0 0,-97 255-778 0 0,6-15 99 0 0,10-46 0 0 0,-22 72-229 0 0,-1 0 0 0 0,0 0 0 0 0,-1 0 1 0 0,0-1-1 0 0,-2 1 0 0 0,-3-23 0 0 0,-1 2-453 0 0,2 18 37 0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44 7834 0 0,'-15'-11'2399'0'0,"11"7"-1775"0"0,-1 1-1 0 0,0-1 1 0 0,1 1-1 0 0,-2 0 0 0 0,1 0 1 0 0,0 0-1 0 0,0 1 1 0 0,-1-1-1 0 0,-10-2 1 0 0,16 8-221 0 0,1 1 0 0 0,-1-1 0 0 0,1 0 0 0 0,-1 0 0 0 0,1-1 0 0 0,0 1 0 0 0,1 0 0 0 0,-1 0 0 0 0,3 4 0 0 0,154 285 2088 0 0,-143-265-2491 0 0,1-1 0 0 0,1-1 0 0 0,2-1 0 0 0,0 0 0 0 0,2-1 0 0 0,40 34 0 0 0,-59-55 5 0 0,-1-1 1 0 0,1 1-1 0 0,0-1 1 0 0,0 0-1 0 0,0 0 1 0 0,0 0-1 0 0,0 0 0 0 0,0 0 1 0 0,0 0-1 0 0,0 0 1 0 0,0-1-1 0 0,0 1 1 0 0,0-1-1 0 0,1 0 0 0 0,-1 1 1 0 0,0-1-1 0 0,0 0 1 0 0,0 0-1 0 0,1 0 1 0 0,-1-1-1 0 0,0 1 1 0 0,0-1-1 0 0,0 1 0 0 0,0-1 1 0 0,0 1-1 0 0,1-1 1 0 0,-1 0-1 0 0,0 0 1 0 0,-1 0-1 0 0,4-2 0 0 0,2-3 26 0 0,0-1-1 0 0,-1 0 1 0 0,1 0-1 0 0,-2 0 1 0 0,11-17-1 0 0,-14 21-29 0 0,167-229-214 0 0,-152 210-1812 0 0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 10594 0 0,'-2'1'255'0'0,"1"0"-1"0"0,-1 0 1 0 0,1 0-1 0 0,-1 0 0 0 0,1 1 1 0 0,0-1-1 0 0,0 0 1 0 0,-1 1-1 0 0,1-1 1 0 0,0 1-1 0 0,0 0 1 0 0,1-1-1 0 0,-1 1 1 0 0,0 0-1 0 0,0-1 0 0 0,1 1 1 0 0,-1 0-1 0 0,1 0 1 0 0,0 0-1 0 0,0 0 1 0 0,-1-1-1 0 0,1 1 1 0 0,0 0-1 0 0,0 0 0 0 0,1 0 1 0 0,-1 0-1 0 0,0 0 1 0 0,1-1-1 0 0,-1 1 1 0 0,1 0-1 0 0,1 3 1 0 0,2 8 598 0 0,1 0 0 0 0,1 0 0 0 0,9 14 0 0 0,-9-15-768 0 0,7 12 163 0 0,-3-7-514 0 0,-2 0 1 0 0,0 1-1 0 0,7 20 0 0 0,-12-27-749 0 0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0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40 109 2761 0 0,'-2'-1'319'0'0,"1"0"1"0"0,-1-1 0 0 0,0 0 0 0 0,0 1 0 0 0,1-1 0 0 0,-1 0 0 0 0,1 0 0 0 0,-1 0 0 0 0,1 0 0 0 0,0 0 0 0 0,0-1-1 0 0,0 1 1 0 0,-2-4 0 0 0,-10-34 3467 0 0,12 39-3595 0 0,1-1-1 0 0,-1 1 1 0 0,1-1-1 0 0,-1 1 1 0 0,1-1-1 0 0,-1 0 1 0 0,1 1-1 0 0,0-1 1 0 0,0 0-1 0 0,0 1 1 0 0,0-1-1 0 0,0 0 1 0 0,0 1-1 0 0,1-1 1 0 0,-1 1-1 0 0,0-1 0 0 0,1 0 1 0 0,-1 1-1 0 0,1-1 1 0 0,1-2-1 0 0,-1 4-175 0 0,1-1 0 0 0,-1 1 0 0 0,0-1 0 0 0,1 1 0 0 0,-1 0-1 0 0,0-1 1 0 0,1 1 0 0 0,-1 0 0 0 0,0 0 0 0 0,1 0 0 0 0,-1 0 0 0 0,0 0-1 0 0,1 1 1 0 0,-1-1 0 0 0,0 0 0 0 0,1 0 0 0 0,-1 1 0 0 0,0-1-1 0 0,1 1 1 0 0,-1-1 0 0 0,0 1 0 0 0,0 0 0 0 0,0 0 0 0 0,0-1-1 0 0,2 2 1 0 0,32 16 83 0 0,-24-13-14 0 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1 210 3225 0 0,'0'1'358'0'0,"0"0"0"0"0,1 1 0 0 0,-1-1 0 0 0,1 0 1 0 0,-1 1-1 0 0,1-1 0 0 0,0 0 0 0 0,0 0 0 0 0,-1 0 1 0 0,1 1-1 0 0,0-1 0 0 0,0 0 0 0 0,0 0 0 0 0,0 0 1 0 0,0-1-1 0 0,2 3 0 0 0,27 16 3778 0 0,-12-7-1897 0 0,-4 1-1249 0 0,-1 0 0 0 0,0 1 0 0 0,16 22 0 0 0,-21-25-948 0 0,0 0-1 0 0,1-1 1 0 0,0 0-1 0 0,1 0 1 0 0,0-1-1 0 0,0 0 1 0 0,1-1-1 0 0,18 11 1 0 0,-29-19-68 0 0,0 0 1 0 0,1-1-1 0 0,-1 1 1 0 0,0-1-1 0 0,0 1 0 0 0,0 0 1 0 0,1-1-1 0 0,-1 1 1 0 0,0 0-1 0 0,0-1 0 0 0,0 1 1 0 0,0-1-1 0 0,0 1 1 0 0,0 0-1 0 0,0-1 1 0 0,0 1-1 0 0,0-1 0 0 0,0 1 1 0 0,0-1-1 0 0,0 1 1 0 0,0 0-1 0 0,0-1 0 0 0,0 1 1 0 0,0 0-1 0 0,-1-1 1 0 0,1 1-1 0 0,0-1 1 0 0,0 1-1 0 0,0 0 0 0 0,-1-1 1 0 0,1 1-1 0 0,-1-1 1 0 0,-9-28-424 0 0,4 11 228 0 0,0-5 9 0 0,2 0-1 0 0,0 1 1 0 0,1-1-1 0 0,1-1 0 0 0,2-31 1 0 0,1 38 161 0 0,1 0-1 0 0,1 0 1 0 0,0 1-1 0 0,1-1 1 0 0,0 1 0 0 0,2 0-1 0 0,0 0 1 0 0,9-17 0 0 0,-14 30 72 0 0,0 1 1 0 0,1-1-1 0 0,-1 1 1 0 0,0 0 0 0 0,1 0-1 0 0,-1 0 1 0 0,1 0-1 0 0,-1 0 1 0 0,1 0 0 0 0,0 0-1 0 0,0 0 1 0 0,0 1-1 0 0,0-1 1 0 0,0 1 0 0 0,0-1-1 0 0,1 1 1 0 0,-1 0-1 0 0,0 0 1 0 0,1 0 0 0 0,-1 0-1 0 0,1 0 1 0 0,-1 1-1 0 0,1-1 1 0 0,-1 1 0 0 0,1-1-1 0 0,0 1 1 0 0,-1 0-1 0 0,1 0 1 0 0,-1 0 0 0 0,1 0-1 0 0,0 1 1 0 0,-1-1-1 0 0,1 1 1 0 0,-1 0-1 0 0,1-1 1 0 0,-1 1 0 0 0,0 0-1 0 0,1 1 1 0 0,-1-1-1 0 0,0 0 1 0 0,1 1 0 0 0,1 1-1 0 0,7 5-372 0 0,-1 1-1 0 0,1 0 1 0 0,-1 1-1 0 0,-1 0 0 0 0,0 0 1 0 0,13 20-1 0 0,-9-11-5205 0 0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1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109 244 920 0 0,'16'-37'4386'0'0,"-14"28"-3903"0"0,0-1 0 0 0,-1 0 0 0 0,0 0 0 0 0,0 1 0 0 0,-1-1 0 0 0,0 0 0 0 0,-1 0 0 0 0,0 0-1 0 0,0 0 1 0 0,-4-10 0 0 0,3 15-315 0 0,1 0 0 0 0,-1 0 1 0 0,0 0-1 0 0,-1 0 0 0 0,1 1 0 0 0,-1-1 0 0 0,0 1 0 0 0,0-1 0 0 0,-1 1 0 0 0,1 0 0 0 0,-1 0 0 0 0,0 0 1 0 0,0 1-1 0 0,0-1 0 0 0,0 1 0 0 0,-1 0 0 0 0,1 1 0 0 0,-1-1 0 0 0,0 1 0 0 0,-5-3 0 0 0,9 5-147 0 0,-1-1-1 0 0,1 0 1 0 0,0 1 0 0 0,0-1-1 0 0,0 1 1 0 0,-1 0-1 0 0,1-1 1 0 0,0 1-1 0 0,-1 0 1 0 0,1 0-1 0 0,0 0 1 0 0,0-1 0 0 0,-1 2-1 0 0,1-1 1 0 0,0 0-1 0 0,-1 0 1 0 0,1 0-1 0 0,0 0 1 0 0,-1 1-1 0 0,1-1 1 0 0,0 1 0 0 0,0-1-1 0 0,0 1 1 0 0,-1-1-1 0 0,1 1 1 0 0,0 0-1 0 0,0 0 1 0 0,0-1-1 0 0,0 1 1 0 0,0 0 0 0 0,0 0-1 0 0,0 0 1 0 0,1 0-1 0 0,-1 0 1 0 0,0 0-1 0 0,0 0 1 0 0,1 1-1 0 0,-1-1 1 0 0,1 0 0 0 0,-1 0-1 0 0,1 0 1 0 0,-1 1-1 0 0,1-1 1 0 0,0 0-1 0 0,0 0 1 0 0,-1 1-1 0 0,1-1 1 0 0,0 0 0 0 0,0 2-1 0 0,0 5 154 0 0,0 0 0 0 0,1-1 0 0 0,-1 1-1 0 0,1 0 1 0 0,1 0 0 0 0,4 14 0 0 0,-4-16-182 0 0,1 1 0 0 0,0-1 0 0 0,0 1-1 0 0,0-1 1 0 0,1 0 0 0 0,0 0 0 0 0,0 0 0 0 0,1-1 0 0 0,-1 1 0 0 0,1-1 0 0 0,1 0 0 0 0,-1-1 0 0 0,0 1-1 0 0,1-1 1 0 0,0 0 0 0 0,0 0 0 0 0,1-1 0 0 0,-1 0 0 0 0,0 0 0 0 0,1 0 0 0 0,0-1 0 0 0,0 0 0 0 0,0 0-1 0 0,0-1 1 0 0,0 0 0 0 0,0 0 0 0 0,13-1 0 0 0,1-1-1131 0 0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153 10 1376 0 0,'-2'-2'332'0'0,"-1"1"-1"0"0,0 0 0 0 0,0 0 1 0 0,0 0-1 0 0,0 0 0 0 0,0 0 1 0 0,0 1-1 0 0,0-1 0 0 0,0 1 1 0 0,0 0-1 0 0,0 0 0 0 0,0 0 1 0 0,0 0-1 0 0,0 1 1 0 0,0-1-1 0 0,0 1 0 0 0,0-1 1 0 0,1 1-1 0 0,-1 0 0 0 0,0 1 1 0 0,0-1-1 0 0,-3 2 0 0 0,1 0 170 0 0,0 0 0 0 0,0 0 0 0 0,0 0 0 0 0,0 1 0 0 0,0 0 0 0 0,1 0 0 0 0,0 0-1 0 0,0 1 1 0 0,0-1 0 0 0,-5 8 0 0 0,5-4-148 0 0,0 1 1 0 0,0 0-1 0 0,1 0 0 0 0,0 1 1 0 0,0-1-1 0 0,1 0 0 0 0,0 1 1 0 0,1 0-1 0 0,0-1 0 0 0,1 1 1 0 0,0 0-1 0 0,0-1 0 0 0,1 1 1 0 0,0 0-1 0 0,1-1 0 0 0,0 1 0 0 0,0-1 1 0 0,6 13-1 0 0,-6-17-431 0 0,0 1-1 0 0,1-1 1 0 0,-1 0 0 0 0,1 0 0 0 0,1 0-1 0 0,-1 0 1 0 0,1 0 0 0 0,0-1-1 0 0,0 1 1 0 0,0-1 0 0 0,0 0-1 0 0,1-1 1 0 0,0 1 0 0 0,0-1-1 0 0,0 0 1 0 0,0 0 0 0 0,0 0-1 0 0,0-1 1 0 0,1 1 0 0 0,-1-1-1 0 0,1-1 1 0 0,0 1 0 0 0,0-1-1 0 0,0 0 1 0 0,-1 0 0 0 0,1-1-1 0 0,0 0 1 0 0,0 0 0 0 0,0 0-1 0 0,12-3 1 0 0,-16 3-284 0 0,0 0 0 0 0,0-1 0 0 0,0 0 1 0 0,0 1-1 0 0,0-1 0 0 0,0 0 0 0 0,0 0 0 0 0,0 0 0 0 0,0 0 0 0 0,0 0 0 0 0,0-1 1 0 0,-1 1-1 0 0,1-1 0 0 0,0 1 0 0 0,-1-1 0 0 0,1 1 0 0 0,-1-1 0 0 0,0 0 0 0 0,2-3 1 0 0,-1 1-263 0 0,0-1 0 0 0,0 1 0 0 0,-1-1 1 0 0,1 0-1 0 0,-1 0 0 0 0,-1 1 0 0 0,1-1 0 0 0,0-8 1 0 0,-2-6-544 0 0,0 0-1 0 0,-1 0 1 0 0,-7-26 0 0 0,-10-14 1188 0 0,7 0 15337 0 0,32 70-11620 0 0,20 17-2578 0 0,-39-28-1050 0 0,19 16-3 0 0,2 1-171 0 0,37 22 1 0 0,-49-34-1248 0 0,1 0 0 0 0,-1-1 0 0 0,21 6 1 0 0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2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6 205 8290 0 0,'-1'-1'92'0'0,"1"1"1"0"0,-1-1-1 0 0,1 1 0 0 0,0-1 1 0 0,-1 1-1 0 0,1-1 0 0 0,-1 1 1 0 0,1-1-1 0 0,0 1 1 0 0,0-1-1 0 0,-1 0 0 0 0,1 1 1 0 0,0-1-1 0 0,0 1 0 0 0,0-1 1 0 0,0 0-1 0 0,0 1 1 0 0,-1-1-1 0 0,1 0 0 0 0,0 1 1 0 0,0-1-1 0 0,1 0 1 0 0,-1 1-1 0 0,0-1 0 0 0,0 1 1 0 0,0-1-1 0 0,0 0 0 0 0,1 0 1 0 0,15-15 2477 0 0,-13 14-2230 0 0,0 0 0 0 0,0 1 1 0 0,0-1-1 0 0,1 1 0 0 0,-1-1 0 0 0,1 1 0 0 0,-1 0 0 0 0,1 0 1 0 0,-1 1-1 0 0,7-1 0 0 0,-6 2-189 0 0,1 1 1 0 0,-1-1-1 0 0,0 1 0 0 0,1 0 1 0 0,-1 0-1 0 0,0 0 1 0 0,-1 1-1 0 0,1 0 0 0 0,0-1 1 0 0,-1 1-1 0 0,1 1 0 0 0,-1-1 1 0 0,0 0-1 0 0,0 1 1 0 0,0-1-1 0 0,4 8 0 0 0,4 7 164 0 0,0 1 0 0 0,8 21 0 0 0,-19-40-310 0 0,6 12 188 0 0,-3-7-14 0 0,-1-1 0 0 0,0 1 0 0 0,0 0 0 0 0,0 0 0 0 0,0 0 0 0 0,-1 0 0 0 0,2 8 0 0 0,-14-57 1069 0 0,8 13-1506 0 0,1 1-1 0 0,2-1 1 0 0,2 1 0 0 0,0-1-1 0 0,2 1 1 0 0,11-42 0 0 0,-3 28-7600 0 0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5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5 456 0 0,'-25'-5'8105'0'0,"33"15"-4471"0"0,-6-6-2973 0 0,6 9-298 0 0,-2 0-1 0 0,1 0 0 0 0,-2 1 1 0 0,0-1-1 0 0,-1 1 1 0 0,0 1-1 0 0,-1-1 0 0 0,3 26 1 0 0,0 126 615 0 0,-6-148-905 0 0,-2 90 11 0 0,0-41-528 0 0,2 0 1 0 0,3 0 0 0 0,14 76-1 0 0,19 26-5220 0 0,-29-146 1898 0 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6.8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63 245 456 0 0,'-15'-1'-168'0'0,"11"2"482"0"0,0-1-1 0 0,0 0 1 0 0,-1-1 0 0 0,1 1-1 0 0,0-1 1 0 0,0 0 0 0 0,0 0-1 0 0,0 0 1 0 0,-6-3 0 0 0,12 2-42 0 0,1 0 0 0 0,-1 0 0 0 0,1 0 0 0 0,0 1 1 0 0,0-1-1 0 0,0 1 0 0 0,0 0 0 0 0,0-1 0 0 0,6 0 1 0 0,42-9 724 0 0,0 3 0 0 0,1 1 0 0 0,83 1 0 0 0,-12 1-10 0 0,26-9 104 0 0,137-5-42 0 0,390 6-476 0 0,-140-14-250 0 0,-188 6 290 0 0,190 6-193 0 0,-280 10-408 0 0,549-35-1036 0 0,-25 21-1999 0 0,-612 15 2909 0 0,-113 0-48 0 0,0 3 0 0 0,61 7 0 0 0,-114-6 0 0 0,-1 1 1 0 0,1-1 0 0 0,-1 1 0 0 0,1 0-1 0 0,-1 0 1 0 0,1 0 0 0 0,-1 0 0 0 0,6 4-1 0 0,-8-5 147 0 0,-1 0 1 0 0,0 0-1 0 0,1 1 0 0 0,-1-1 0 0 0,0 1 0 0 0,0-1 0 0 0,1 0 0 0 0,-1 1 0 0 0,0-1 1 0 0,0 0-1 0 0,1 1 0 0 0,-1-1 0 0 0,0 1 0 0 0,0-1 0 0 0,0 1 0 0 0,0-1 0 0 0,0 1 1 0 0,1-1-1 0 0,-1 1 0 0 0,0-1 0 0 0,0 1 0 0 0,0-1 0 0 0,0 0 0 0 0,0 1 1 0 0,-1 0-1 0 0,-10 17 1099 0 0,20 33 615 0 0,-6 17 760 0 0,0-8-912 0 0,15 93 0 0 0,98 343-877 0 0,-93-404-369 0 0,-9-42 124 0 0,7 57 1 0 0,-21-105-379 0 0,0 0 1 0 0,0 0-1 0 0,0 0 0 0 0,-1 0 0 0 0,1 1 1 0 0,0-1-1 0 0,-1 0 0 0 0,0 0 1 0 0,1 0-1 0 0,-1 0 0 0 0,0 0 0 0 0,0 0 1 0 0,0 0-1 0 0,0 0 0 0 0,0-1 1 0 0,-1 1-1 0 0,1 0 0 0 0,0-1 0 0 0,-1 1 1 0 0,1 0-1 0 0,-1-1 0 0 0,0 0 1 0 0,0 1-1 0 0,1-1 0 0 0,-1 0 0 0 0,0 0 1 0 0,0 0-1 0 0,0 0 0 0 0,0 0 1 0 0,0-1-1 0 0,-2 1 0 0 0,-10 4-12 0 0,0-2 1 0 0,0 0-1 0 0,-24 2 0 0 0,23-3 95 0 0,-231 21 190 0 0,79-10-158 0 0,-301 3 690 0 0,322-16-752 0 0,-99-2-5 0 0,-59 0-46 0 0,139 5-178 0 0,-172 7-471 0 0,63-1 154 0 0,30-2 331 0 0,-313-7-82 0 0,512-1 114 0 0,-184-10-236 0 0,-58-2 138 0 0,57 2-541 0 0,-55-1-248 0 0,212 9 1137 0 0,-1-2 0 0 0,-115-26 0 0 0,122 19-81 0 0,-14 2 550 0 0,-135 1 0 0 0,53 4-420 0 0,146 4-1868 0 0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322 13 6449 0 0,'-1'-1'153'0'0,"0"0"-1"0"0,0 0 1 0 0,0 0-1 0 0,0 0 0 0 0,0 0 1 0 0,-1 0-1 0 0,1 0 1 0 0,0 1-1 0 0,-1-1 1 0 0,1 0-1 0 0,-1 1 0 0 0,1-1 1 0 0,0 1-1 0 0,-1-1 1 0 0,1 1-1 0 0,-1 0 1 0 0,1 0-1 0 0,-1-1 0 0 0,0 1 1 0 0,1 0-1 0 0,-1 1 1 0 0,1-1-1 0 0,-1 0 1 0 0,1 0-1 0 0,-1 1 0 0 0,1-1 1 0 0,-3 1-1 0 0,-50 17 1803 0 0,42-13-1400 0 0,1-2-210 0 0,-13 6 511 0 0,-35 17-1 0 0,54-24-748 0 0,-1 1 0 0 0,1 0 0 0 0,0 1 0 0 0,0 0 0 0 0,0-1 0 0 0,0 2 0 0 0,1-1 0 0 0,-1 0-1 0 0,1 1 1 0 0,0 0 0 0 0,-6 10 0 0 0,9-13-101 0 0,1 0-1 0 0,-1 0 1 0 0,0 1-1 0 0,1-1 1 0 0,-1 0-1 0 0,1 1 1 0 0,0-1-1 0 0,0 1 1 0 0,0-1 0 0 0,0 0-1 0 0,0 1 1 0 0,1-1-1 0 0,-1 0 1 0 0,1 1-1 0 0,-1-1 1 0 0,1 0-1 0 0,0 1 1 0 0,0-1-1 0 0,0 0 1 0 0,0 0-1 0 0,0 0 1 0 0,1 0-1 0 0,-1 0 1 0 0,0 0 0 0 0,1 0-1 0 0,2 2 1 0 0,5 6-18 0 0,2-1 0 0 0,-1 1 0 0 0,17 10 1 0 0,-10-7-18 0 0,20 14 17 0 0,-5-2-28 0 0,34 32 0 0 0,-58-50 20 0 0,-1 1 1 0 0,0 0-1 0 0,-1 0 0 0 0,0 0 0 0 0,0 1 0 0 0,-1 0 1 0 0,0 0-1 0 0,0 0 0 0 0,6 18 0 0 0,-10-23 54 0 0,0 0-1 0 0,-1 0 0 0 0,1-1 1 0 0,-1 1-1 0 0,1 0 0 0 0,-1 0 1 0 0,0 0-1 0 0,0 0 0 0 0,-1 0 1 0 0,1-1-1 0 0,-1 1 0 0 0,0 0 1 0 0,0 0-1 0 0,0-1 0 0 0,-1 1 1 0 0,1 0-1 0 0,-1-1 0 0 0,-3 5 1 0 0,1-2 115 0 0,0-2 0 0 0,0 1 1 0 0,-1 0-1 0 0,1-1 0 0 0,-1 0 1 0 0,0 0-1 0 0,-1-1 0 0 0,1 1 1 0 0,-1-1-1 0 0,-8 4 0 0 0,-2-1 171 0 0,-2 0-1 0 0,1-1 0 0 0,-1 0 0 0 0,1-2 1 0 0,-1 0-1 0 0,0-1 0 0 0,-19 0 1 0 0,5-3-241 0 0,22 0-667 0 0,0 0 0 0 0,0 1 0 0 0,0 0 0 0 0,0 1 0 0 0,-16 3 0 0 0,19-2-1109 0 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7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234 78 3225 0 0,'1'-1'136'0'0,"1"-1"1"0"0,-1 0 0 0 0,0 0-1 0 0,0 1 1 0 0,-1-1 0 0 0,1 0-1 0 0,0 0 1 0 0,-1 0 0 0 0,1 0-1 0 0,-1 0 1 0 0,0 0 0 0 0,1 0-1 0 0,-1 0 1 0 0,0 0 0 0 0,0 0-1 0 0,0-1 1 0 0,-1 1 0 0 0,1 0-1 0 0,0 0 1 0 0,-1 0 0 0 0,0 0-1 0 0,1 0 1 0 0,-1 1 0 0 0,0-1-1 0 0,0 0 1 0 0,0 0 0 0 0,0 0-1 0 0,0 1 1 0 0,0-1 0 0 0,-1 0-1 0 0,1 1 1 0 0,0-1 0 0 0,-1 1-1 0 0,1 0 1 0 0,-1-1 0 0 0,0 1-1 0 0,1 0 1 0 0,-1 0 0 0 0,0 0-1 0 0,0 0 1 0 0,0 0 0 0 0,0 1-1 0 0,0-1 1 0 0,0 0 0 0 0,-2 0-1 0 0,-3 0 209 0 0,1 0 0 0 0,0 1-1 0 0,-1-1 1 0 0,1 1-1 0 0,0 0 1 0 0,-1 1-1 0 0,1-1 1 0 0,-1 1 0 0 0,1 1-1 0 0,0-1 1 0 0,0 1-1 0 0,0 0 1 0 0,0 0-1 0 0,0 1 1 0 0,0 0 0 0 0,1 0-1 0 0,-1 0 1 0 0,1 1-1 0 0,0 0 1 0 0,0 0-1 0 0,-5 5 1 0 0,4-4-207 0 0,0 1 0 0 0,0 0 0 0 0,1 0 0 0 0,0 0 1 0 0,0 1-1 0 0,0-1 0 0 0,1 1 0 0 0,0 0 0 0 0,0 1 0 0 0,1-1 0 0 0,0 0 1 0 0,0 1-1 0 0,1 0 0 0 0,0 0 0 0 0,0 0 0 0 0,0 11 0 0 0,2-16-169 0 0,-1 0-1 0 0,2 0 1 0 0,-1 0 0 0 0,0-1-1 0 0,0 1 1 0 0,1 0-1 0 0,-1 0 1 0 0,1 0 0 0 0,0-1-1 0 0,0 1 1 0 0,0 0 0 0 0,0-1-1 0 0,1 1 1 0 0,-1-1-1 0 0,1 0 1 0 0,-1 1 0 0 0,1-1-1 0 0,0 0 1 0 0,0 0 0 0 0,0 0-1 0 0,0 0 1 0 0,4 3-1 0 0,-3-4-87 0 0,0 0 0 0 0,0 0 0 0 0,0 0 0 0 0,0 0 0 0 0,0-1 0 0 0,0 1 0 0 0,0-1 0 0 0,0 0 0 0 0,0 0 0 0 0,0 0 0 0 0,0 0 0 0 0,0 0 0 0 0,0-1 0 0 0,0 1 0 0 0,0-1 0 0 0,-1 0 0 0 0,1 0 0 0 0,0 0 0 0 0,0 0 0 0 0,5-4 0 0 0,0 1 24 0 0,1-2-1 0 0,-1 1 1 0 0,0-1-1 0 0,-1-1 1 0 0,1 1-1 0 0,-1-1 1 0 0,0-1-1 0 0,10-14 1 0 0,0-3 1139 0 0,20-44 0 0 0,-37 67-936 0 0,0 1 0 0 0,1-1 1 0 0,-1 1-1 0 0,1 0 1 0 0,0-1-1 0 0,-1 1 0 0 0,1 0 1 0 0,0 0-1 0 0,0 0 0 0 0,0-1 1 0 0,0 1-1 0 0,0 0 0 0 0,0 0 1 0 0,0 0-1 0 0,0 0 0 0 0,0 0 1 0 0,0 1-1 0 0,0-1 1 0 0,1 0-1 0 0,-1 0 0 0 0,0 1 1 0 0,1-1-1 0 0,-1 1 0 0 0,1-1 1 0 0,-1 1-1 0 0,0 0 0 0 0,1 0 1 0 0,-1-1-1 0 0,1 1 0 0 0,1 0 1 0 0,-2 1-50 0 0,1 0 0 0 0,0 1 0 0 0,0-1 0 0 0,-1 0 1 0 0,1 1-1 0 0,-1-1 0 0 0,1 1 0 0 0,-1-1 0 0 0,0 1 0 0 0,1-1 0 0 0,-1 1 0 0 0,0 0 1 0 0,0 0-1 0 0,0 0 0 0 0,0 0 0 0 0,-1 0 0 0 0,1 0 0 0 0,0 0 0 0 0,-1 0 1 0 0,1 3-1 0 0,8 32 105 0 0,-5-16-168 0 0,1-1 0 0 0,1 0 0 0 0,10 25 0 0 0,-13-39-219 0 0,1 0 0 0 0,-1 0-1 0 0,1 0 1 0 0,0-1 0 0 0,1 1 0 0 0,-1-1 0 0 0,1 0 0 0 0,0 0 0 0 0,0 0 0 0 0,1-1 0 0 0,-1 0 0 0 0,1 0-1 0 0,12 7 1 0 0,19 3-3637 0 0,-18-9-1879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1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 6449 0 0,'0'-1'85'0'0,"1"1"-1"0"0,-1-1 0 0 0,0 0 0 0 0,1 1 0 0 0,-1-1 0 0 0,1 1 1 0 0,-1-1-1 0 0,1 1 0 0 0,0-1 0 0 0,-1 1 0 0 0,1-1 0 0 0,-1 1 1 0 0,1 0-1 0 0,0-1 0 0 0,-1 1 0 0 0,1 0 0 0 0,0 0 0 0 0,0-1 1 0 0,-1 1-1 0 0,1 0 0 0 0,0 0 0 0 0,-1 0 0 0 0,1 0 0 0 0,0 0 1 0 0,0 0-1 0 0,-1 0 0 0 0,1 0 0 0 0,0 0 0 0 0,0 0 1 0 0,-1 0-1 0 0,1 1 0 0 0,0-1 0 0 0,-1 0 0 0 0,2 1 0 0 0,1 1 247 0 0,-1 0 0 0 0,0-1 0 0 0,1 2 0 0 0,-1-1 0 0 0,0 0 0 0 0,0 0 0 0 0,0 1 0 0 0,0-1 0 0 0,1 4 0 0 0,5 6 1227 0 0,-2 1 0 0 0,11 27-1 0 0,-3 11 236 0 0,14 93-1 0 0,2 15-4412 0 0,-25-142-1944 0 0,-1-1-1373 0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6449 0 0,'-1'-1'87'0'0,"1"0"0"0"0,0 0 0 0 0,0 0 0 0 0,0-1 0 0 0,0 1 0 0 0,0 0-1 0 0,1 0 1 0 0,-1 0 0 0 0,0 0 0 0 0,0-1 0 0 0,1 1 0 0 0,-1 0 0 0 0,1 0-1 0 0,-1 0 1 0 0,1 0 0 0 0,-1 0 0 0 0,1 0 0 0 0,0 0 0 0 0,0 0 0 0 0,-1 0-1 0 0,1 0 1 0 0,1-1 0 0 0,1 0 218 0 0,1-1-1 0 0,-1 1 0 0 0,0 0 1 0 0,1-1-1 0 0,0 1 1 0 0,6-2-1 0 0,3 0 921 0 0,1 0 0 0 0,27-5-1 0 0,-29 8-1408 0 0,0 1 0 0 0,0 0 0 0 0,0 1 0 0 0,0 0 0 0 0,0 1 0 0 0,18 5 0 0 0,31 4-3954 0 0,-38-10 3554 0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8.7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5529 0 0,'-7'-1'7457'0'0,"3"14"-4125"0"0,1 23-1576 0 0,3-30-1103 0 0,0 7-357 0 0,0 1 0 0 0,2-1 1 0 0,0 0-1 0 0,0 0 1 0 0,1 0-1 0 0,1 0 0 0 0,0 0 1 0 0,1 0-1 0 0,0-1 0 0 0,1 0 1 0 0,8 12-1 0 0,-10-17-256 0 0,1-1 1 0 0,0 1-1 0 0,0-1 0 0 0,1 0 1 0 0,-1 0-1 0 0,1 0 0 0 0,1-1 1 0 0,11 8-1 0 0,-14-11-39 0 0,1 1 0 0 0,-1-1 0 0 0,1 0 0 0 0,0-1 0 0 0,0 1-1 0 0,0-1 1 0 0,0 0 0 0 0,0 0 0 0 0,0 0 0 0 0,0-1 0 0 0,1 1 0 0 0,-1-1 0 0 0,0-1 0 0 0,8 0 0 0 0,-7-1-223 0 0,0 0 0 0 0,0 0 0 0 0,-1 0 1 0 0,1 0-1 0 0,-1-1 0 0 0,1 0 0 0 0,-1 0 1 0 0,0-1-1 0 0,7-6 0 0 0,42-42-6492 0 0,-33 30 2807 0 0,-14 15 2901 0 0,-1 0 1 0 0,0-1-1 0 0,0 0 1 0 0,9-15-1 0 0,-10 14 510 0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 1840 0 0,'-25'-16'17708'0'0,"24"19"-17232"0"0,-2 19 18 0 0,1-1-1 0 0,0 1 0 0 0,2-1 1 0 0,0 1-1 0 0,6 33 1 0 0,-6-51-458 0 0,1 3-15 0 0,0 0 0 0 0,0 0 0 0 0,1 0 1 0 0,0 0-1 0 0,0 0 0 0 0,1-1 0 0 0,-1 1 0 0 0,8 11 0 0 0,-8-15-153 0 0,0-1 0 0 0,-1 1 0 0 0,1-1-1 0 0,0 0 1 0 0,1 1 0 0 0,-1-1 0 0 0,0 0 0 0 0,0 0-1 0 0,1-1 1 0 0,0 1 0 0 0,-1 0 0 0 0,1-1-1 0 0,0 0 1 0 0,-1 0 0 0 0,1 1 0 0 0,0-2-1 0 0,0 1 1 0 0,0 0 0 0 0,0 0 0 0 0,0-1-1 0 0,0 0 1 0 0,0 0 0 0 0,4 0 0 0 0,4-1-1126 0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88 8754 0 0,'0'-1'101'0'0,"0"0"0"0"0,0 1 0 0 0,0-1-1 0 0,1 0 1 0 0,-1 1 0 0 0,0-1 0 0 0,0 0 0 0 0,0 1 0 0 0,1-1 0 0 0,-1 0 0 0 0,0 1 0 0 0,1-1 0 0 0,-1 1 0 0 0,0-1-1 0 0,1 0 1 0 0,-1 1 0 0 0,1-1 0 0 0,-1 1 0 0 0,1 0 0 0 0,-1-1 0 0 0,1 1 0 0 0,-1-1 0 0 0,1 1 0 0 0,0 0 0 0 0,-1-1-1 0 0,1 1 1 0 0,1-1 0 0 0,24-2 2786 0 0,-18 4-2055 0 0,0 0-1 0 0,0 0 0 0 0,0 1 0 0 0,12 4 1 0 0,-13-3-591 0 0,0 1 0 0 0,-1 0 1 0 0,1 0-1 0 0,-1 1 1 0 0,1 0-1 0 0,-1 0 1 0 0,-1 1-1 0 0,1-1 0 0 0,-1 1 1 0 0,0 1-1 0 0,5 8 1 0 0,-2-4-72 0 0,-1 1 0 0 0,-1 1 0 0 0,0-1 0 0 0,-1 1 1 0 0,6 22-1 0 0,-32-68 538 0 0,18 25-743 0 0,1-1 1 0 0,1 0-1 0 0,-1 1 0 0 0,1-1 1 0 0,1 0-1 0 0,0 0 0 0 0,0 0 1 0 0,1 0-1 0 0,0 0 0 0 0,0 0 0 0 0,5-14 1 0 0,-2 10-883 0 0,1 0 0 0 0,0 1 1 0 0,0 0-1 0 0,8-12 0 0 0,-3 7-5834 0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7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154 10 2304 0 0,'0'-1'123'0'0,"0"1"0"0"0,0-1 0 0 0,-1 1 0 0 0,1-1 0 0 0,0 1 0 0 0,-1-1 0 0 0,1 1 0 0 0,0-1 0 0 0,-1 1 0 0 0,1-1 0 0 0,-1 1 0 0 0,1 0 0 0 0,-1-1 0 0 0,1 1 0 0 0,-1 0 0 0 0,1-1 0 0 0,-1 1 0 0 0,1 0 0 0 0,-1-1 0 0 0,1 1 0 0 0,-1 0 0 0 0,1 0 0 0 0,-1 0-1 0 0,0 0 1 0 0,1 0 0 0 0,-1 0 0 0 0,1 0 0 0 0,-1 0 0 0 0,0 0 0 0 0,1 0 0 0 0,-1 0 0 0 0,1 0 0 0 0,-1 0 0 0 0,0 0 0 0 0,-20 4 2519 0 0,14-1-2211 0 0,1 1 0 0 0,0 0 1 0 0,0 0-1 0 0,1 0 0 0 0,-1 1 1 0 0,1 0-1 0 0,0 0 0 0 0,0 0 0 0 0,1 0 1 0 0,-1 1-1 0 0,-4 9 0 0 0,0-2 6 0 0,1 2-1 0 0,1-1 1 0 0,-11 31-1 0 0,17-41-416 0 0,0-1 0 0 0,0 1-1 0 0,0 0 1 0 0,1-1 0 0 0,0 1 0 0 0,0 0-1 0 0,0 0 1 0 0,0-1 0 0 0,0 1-1 0 0,1 0 1 0 0,0-1 0 0 0,0 1-1 0 0,0 0 1 0 0,0-1 0 0 0,3 6-1 0 0,-4-8-36 0 0,1 0 0 0 0,0 0 0 0 0,0 1 0 0 0,0-1 0 0 0,0 0 0 0 0,0 0 0 0 0,0 0 0 0 0,0 0 0 0 0,1 0 0 0 0,-1 0 0 0 0,0 0 0 0 0,0-1 0 0 0,1 1 0 0 0,-1 0 0 0 0,0-1 0 0 0,1 1 0 0 0,-1-1 0 0 0,1 1 0 0 0,-1-1 0 0 0,1 0 0 0 0,-1 0 0 0 0,1 1 0 0 0,-1-1 0 0 0,1 0 0 0 0,-1 0 0 0 0,1-1 0 0 0,-1 1 0 0 0,1 0 0 0 0,-1 0 0 0 0,1-1 0 0 0,-1 1 0 0 0,1-1 0 0 0,-1 1 0 0 0,0-1 0 0 0,1 0 0 0 0,-1 1 0 0 0,0-1 0 0 0,1 0 0 0 0,-1 0 0 0 0,2-2 0 0 0,3-1-189 0 0,0-2 1 0 0,0 1-1 0 0,-1 0 1 0 0,0-1-1 0 0,0 0 0 0 0,0 0 1 0 0,-1-1-1 0 0,5-8 1 0 0,-5 8 217 0 0,0 1-1 0 0,0-1 1 0 0,1 1 0 0 0,0 0-1 0 0,0 1 1 0 0,0-1 0 0 0,1 1 0 0 0,7-6-1 0 0,-12 10 62 0 0,0 1-1 0 0,0-1 0 0 0,0 1 0 0 0,0-1 1 0 0,0 1-1 0 0,0 0 0 0 0,0-1 0 0 0,1 1 1 0 0,-1 0-1 0 0,0 0 0 0 0,0 0 1 0 0,0 0-1 0 0,1 0 0 0 0,-1 0 0 0 0,0 0 1 0 0,0 0-1 0 0,0 1 0 0 0,1-1 0 0 0,-1 0 1 0 0,0 1-1 0 0,0-1 0 0 0,0 1 0 0 0,0-1 1 0 0,0 1-1 0 0,0-1 0 0 0,0 1 1 0 0,0 0-1 0 0,0-1 0 0 0,0 1 0 0 0,0 0 1 0 0,0 0-1 0 0,-1 0 0 0 0,1 0 0 0 0,0 0 1 0 0,0 1-1 0 0,5 6 266 0 0,0 1 1 0 0,-1 0-1 0 0,6 14 1 0 0,1 2-358 0 0,-9-21-315 0 0,0 0 0 0 0,0-1 0 0 0,0 1 0 0 0,1-1 0 0 0,-1 0 0 0 0,1 1 0 0 0,0-1 0 0 0,0-1 1 0 0,0 1-1 0 0,0-1 0 0 0,7 4 0 0 0,4-2-4870 0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09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34 5985 0 0,'-11'-33'6561'0'0,"7"46"-4767"0"0,2 12-274 0 0,1 1-1 0 0,1-1 0 0 0,5 31 1 0 0,1-14-845 0 0,3 0 0 0 0,22 70 0 0 0,-13-64-851 0 0,36 68-1 0 0,-16-49-6479 0 0,-23-41 8 0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3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0 217 5985 0 0,'0'-3'174'0'0,"0"0"0"0"0,0 1-1 0 0,0-1 1 0 0,0 0 0 0 0,1 1-1 0 0,-1-1 1 0 0,1 0 0 0 0,-1 1-1 0 0,1-1 1 0 0,0 1 0 0 0,0-1-1 0 0,0 1 1 0 0,0-1 0 0 0,1 1-1 0 0,-1 0 1 0 0,1-1 0 0 0,-1 1-1 0 0,1 0 1 0 0,0 0 0 0 0,0 0-1 0 0,0 0 1 0 0,0 0 0 0 0,0 1-1 0 0,4-3 1 0 0,10-8 1424 0 0,0 2 1 0 0,24-12-1 0 0,-28 15-986 0 0,121-59 1522 0 0,-114 58-2346 0 0,0 1 0 0 0,0 1 0 0 0,1 1 0 0 0,0 0 0 0 0,26-2 0 0 0,-43 7 361 0 0,1 0 0 0 0,-1 0 0 0 0,0 0 0 0 0,0 1 0 0 0,0-1 0 0 0,0 1 0 0 0,0 0 0 0 0,0 0 1 0 0,0 0-1 0 0,0 0 0 0 0,0 0 0 0 0,0 1 0 0 0,0-1 0 0 0,-1 1 0 0 0,1 0 0 0 0,-1 0 1 0 0,1 0-1 0 0,-1 0 0 0 0,0 0 0 0 0,0 0 0 0 0,1 1 0 0 0,-2-1 0 0 0,1 1 0 0 0,0 0 1 0 0,0-1-1 0 0,-1 1 0 0 0,2 5 0 0 0,4 9 168 0 0,-1 0 0 0 0,-1 1 0 0 0,5 34 0 0 0,1-1-271 0 0,-9-43-259 0 0,17 49-231 0 0,-2-24-5215 0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0.4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53 102 2761 0 0,'-52'-101'10514'0'0,"59"116"-14734"0"0,-4-5 3430 0 0,1-1 0 0 0,1-1 0 0 0,-1 1 0 0 0,8 8 0 0 0,0-3 774 0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11.0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102 1 3225 0 0,'-1'2'169'0'0,"1"0"-1"0"0,0 0 1 0 0,-1 0 0 0 0,0 0 0 0 0,1 0 0 0 0,-1-1 0 0 0,0 1 0 0 0,0 0 0 0 0,0 0 0 0 0,0 0 0 0 0,-1-1-1 0 0,1 1 1 0 0,0 0 0 0 0,-3 1 0 0 0,0 3 404 0 0,-1 0-218 0 0,-12 19 1242 0 0,-20 36 1 0 0,34-54-1362 0 0,-1-1 0 0 0,1 1 0 0 0,1 0 0 0 0,-1 1 0 0 0,1-1 0 0 0,0 0 0 0 0,1 1 0 0 0,0-1 0 0 0,0 1 0 0 0,0-1 0 0 0,2 11 0 0 0,0-13-12 0 0,1 0 0 0 0,0 1 0 0 0,0-1 0 0 0,0 0 0 0 0,1 0 0 0 0,0 0 0 0 0,0-1 0 0 0,0 1 0 0 0,0-1 0 0 0,1 1 0 0 0,-1-1 0 0 0,1 0 0 0 0,1-1 0 0 0,-1 1 0 0 0,0-1 0 0 0,1 1 0 0 0,0-1 0 0 0,-1-1 0 0 0,1 1 0 0 0,0-1 0 0 0,1 0 0 0 0,-1 0 0 0 0,0 0 0 0 0,0-1 0 0 0,8 2 0 0 0,-13-3-216 0 0,1 0 0 0 0,-1 0 0 0 0,0 0-1 0 0,0 0 1 0 0,0 0 0 0 0,1 0 0 0 0,-1 0 0 0 0,0 0-1 0 0,0 0 1 0 0,0 0 0 0 0,1 0 0 0 0,-1 0-1 0 0,0 0 1 0 0,0 0 0 0 0,0 0 0 0 0,1-1 0 0 0,-1 1-1 0 0,0 0 1 0 0,0 0 0 0 0,0 0 0 0 0,0 0-1 0 0,1 0 1 0 0,-1 0 0 0 0,0-1 0 0 0,0 1 0 0 0,0 0-1 0 0,0 0 1 0 0,0 0 0 0 0,0 0 0 0 0,1-1-1 0 0,-1 1 1 0 0,0 0 0 0 0,0 0 0 0 0,0 0 0 0 0,0 0-1 0 0,0-1 1 0 0,0 1 0 0 0,0 0 0 0 0,-1-14 118 0 0,-9-18-99 0 0,7 23 20 0 0,1-1-75 0 0,0 1 0 0 0,0-1 0 0 0,1 0 0 0 0,0 0 0 0 0,1 1-1 0 0,0-1 1 0 0,1 0 0 0 0,0 0 0 0 0,0 0 0 0 0,1 1-1 0 0,0-1 1 0 0,1 1 0 0 0,0-1 0 0 0,0 1 0 0 0,6-9 0 0 0,-6 13 36 0 0,0 0 0 0 0,0 0 0 0 0,1 0 0 0 0,0 0 0 0 0,0 1 0 0 0,0 0 0 0 0,0 0 0 0 0,1 0 1 0 0,-1 0-1 0 0,1 1 0 0 0,0-1 0 0 0,0 1 0 0 0,0 0 0 0 0,1 1 0 0 0,-1 0 0 0 0,1-1 0 0 0,-1 2 1 0 0,1-1-1 0 0,0 1 0 0 0,0 0 0 0 0,0 0 0 0 0,0 0 0 0 0,-1 1 0 0 0,1 0 0 0 0,12 1 0 0 0,-14-1 18 0 0,-1 0 0 0 0,1 1-1 0 0,-1-1 1 0 0,1 1-1 0 0,-1 0 1 0 0,1 0-1 0 0,-1 0 1 0 0,1 0 0 0 0,-1 1-1 0 0,0-1 1 0 0,0 1-1 0 0,1 0 1 0 0,-1 0 0 0 0,0 0-1 0 0,-1 0 1 0 0,1 0-1 0 0,0 1 1 0 0,-1 0 0 0 0,1-1-1 0 0,-1 1 1 0 0,0 0-1 0 0,0 0 1 0 0,0 0 0 0 0,0 0-1 0 0,1 4 1 0 0,1 5-7 0 0,-1 0 1 0 0,-1 0-1 0 0,0 0 0 0 0,-1 0 1 0 0,0 0-1 0 0,-1 13 1 0 0,0-9-147 0 0,1 0 0 0 0,5 28 1 0 0,-6-44 130 0 0,0 1 0 0 0,0-1 0 0 0,0 1 1 0 0,1-1-1 0 0,-1 1 0 0 0,0-1 0 0 0,0 0 1 0 0,0 1-1 0 0,1-1 0 0 0,-1 1 0 0 0,0-1 1 0 0,0 0-1 0 0,1 1 0 0 0,-1-1 0 0 0,0 0 1 0 0,1 1-1 0 0,-1-1 0 0 0,0 0 0 0 0,1 0 1 0 0,-1 1-1 0 0,0-1 0 0 0,1 0 0 0 0,-1 0 0 0 0,1 1 1 0 0,-1-1-1 0 0,1 0 0 0 0,-1 0 0 0 0,0 0 1 0 0,1 0-1 0 0,-1 0 0 0 0,1 0 0 0 0,-1 0 1 0 0,1 0-1 0 0,18-7 557 0 0,15-21 372 0 0,-33 27-935 0 0,32-35 559 0 0,-19 19-264 0 0,27-23-1 0 0,-38 37-228 0 0,1 0 0 0 0,-1 0-1 0 0,1 1 1 0 0,0-1 0 0 0,0 1-1 0 0,-1 0 1 0 0,2 0 0 0 0,-1 0-1 0 0,0 1 1 0 0,0 0 0 0 0,0-1 0 0 0,1 1-1 0 0,7 0 1 0 0,-10 1-34 0 0,1 0 0 0 0,-1 1 0 0 0,0-1 0 0 0,0 1 0 0 0,0-1 0 0 0,1 1 0 0 0,-1 0 0 0 0,0 0 1 0 0,0 0-1 0 0,0 0 0 0 0,0 1 0 0 0,0-1 0 0 0,0 0 0 0 0,-1 1 0 0 0,1-1 0 0 0,0 1 0 0 0,-1 0 0 0 0,1 0 0 0 0,-1-1 0 0 0,3 5 0 0 0,3 5 0 0 0,-1 1 0 0 0,9 21 0 0 0,5 10-586 0 0,5-19-1808 0 0,-7-12-5127 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49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129 214 5065 0 0,'-17'-24'1946'0'0,"10"15"-1352"0"0,1-1 1 0 0,-1 1-1 0 0,-1 0 1 0 0,1 0-1 0 0,-1 1 1 0 0,-1 0-1 0 0,0 0 1 0 0,-12-7-1 0 0,20 14-446 0 0,0 0-1 0 0,0 1 0 0 0,0-1 0 0 0,0 0 0 0 0,0 1 0 0 0,0-1 1 0 0,0 1-1 0 0,0 0 0 0 0,0-1 0 0 0,0 1 0 0 0,0 0 1 0 0,0-1-1 0 0,0 1 0 0 0,-1 0 0 0 0,1 0 0 0 0,0 0 1 0 0,0 0-1 0 0,0 0 0 0 0,0 0 0 0 0,0 1 0 0 0,-3-1 1 0 0,4 1-65 0 0,0 0 1 0 0,-1 0-1 0 0,1-1 1 0 0,-1 1-1 0 0,1 0 1 0 0,0 0-1 0 0,0-1 1 0 0,-1 1-1 0 0,1 0 1 0 0,0 0-1 0 0,0 0 1 0 0,0-1-1 0 0,0 1 1 0 0,0 0-1 0 0,0 0 1 0 0,0 0-1 0 0,0 0 1 0 0,0-1-1 0 0,0 1 1 0 0,1 0-1 0 0,-1 0 1 0 0,0 0-1 0 0,4 12 290 0 0,1-1 0 0 0,10 19 1 0 0,-12-24-418 0 0,65 138 350 0 0,141 263 1060 0 0,-140-294-956 0 0,56 131 1 0 0,-118-231-320 0 0,-2-1 48 0 0,0 0 1 0 0,2 0-1 0 0,0-1 1 0 0,0 0 0 0 0,1 0-1 0 0,9 10 1 0 0,-17-22-127 0 0,0 1 0 0 0,1-1 1 0 0,-1 0-1 0 0,0 0 0 0 0,0 0 1 0 0,0 0-1 0 0,0 0 0 0 0,0 0 1 0 0,0 0-1 0 0,0 0 0 0 0,0 1 0 0 0,1-1 1 0 0,-1 0-1 0 0,0 0 0 0 0,0 0 1 0 0,0 0-1 0 0,0 0 0 0 0,0 0 1 0 0,0 0-1 0 0,1 0 0 0 0,-1 0 1 0 0,0 0-1 0 0,0 0 0 0 0,0 0 0 0 0,0 0 1 0 0,0 0-1 0 0,1 0 0 0 0,-1 0 1 0 0,0 0-1 0 0,0 0 0 0 0,0 0 1 0 0,0 0-1 0 0,0 0 0 0 0,1 0 1 0 0,-1 0-1 0 0,0 0 0 0 0,0 0 1 0 0,0-1-1 0 0,0 1 0 0 0,0 0 0 0 0,0 0 1 0 0,1 0-1 0 0,-1 0 0 0 0,0 0 1 0 0,0 0-1 0 0,0 0 0 0 0,0 0 1 0 0,0-1-1 0 0,0 1 0 0 0,0 0 1 0 0,0 0-1 0 0,0 0 0 0 0,0 0 0 0 0,0 0 1 0 0,3-14 328 0 0,-3-25-129 0 0,0 30-76 0 0,0-73 110 0 0,4 0 0 0 0,4 0 0 0 0,23-107 0 0 0,139-369-187 0 0,-150 494-76 0 0,8-21-28 0 0,-29 135-3038 0 0,-2-24 878 0 0,-2 4-4876 0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0.5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 1 6449 0 0,'-1'0'155'0'0,"0"0"-1"0"0,0 0 0 0 0,0 0 0 0 0,0 0 1 0 0,0 0-1 0 0,0 0 0 0 0,0 0 0 0 0,0 0 1 0 0,1 1-1 0 0,-1-1 0 0 0,0 0 0 0 0,0 0 1 0 0,0 1-1 0 0,0-1 0 0 0,0 1 0 0 0,0-1 1 0 0,0 1-1 0 0,1-1 0 0 0,-1 1 0 0 0,0-1 0 0 0,0 1 1 0 0,1 0-1 0 0,-1-1 0 0 0,0 1 0 0 0,1 0 1 0 0,-1 1-1 0 0,-19 20 1816 0 0,12-11-1593 0 0,2 0 0 0 0,0 1 0 0 0,0 0 0 0 0,1 0 0 0 0,0 1 0 0 0,1-1 0 0 0,1 1-1 0 0,0 0 1 0 0,-2 22 0 0 0,2-3-99 0 0,2 0 0 0 0,5 59-1 0 0,-3-80-216 0 0,1 1 0 0 0,0 0 0 0 0,1-1 0 0 0,1 1 0 0 0,0-1 0 0 0,0 0 0 0 0,1 0-1 0 0,1-1 1 0 0,-1 0 0 0 0,2 0 0 0 0,0 0 0 0 0,14 16 0 0 0,-15-19 24 0 0,0-2-1 0 0,0 1 1 0 0,0-1 0 0 0,1 0 0 0 0,0 0 0 0 0,0 0-1 0 0,0-1 1 0 0,1 0 0 0 0,-1-1 0 0 0,1 0-1 0 0,0 0 1 0 0,0-1 0 0 0,0 1 0 0 0,0-2 0 0 0,1 1-1 0 0,-1-1 1 0 0,0-1 0 0 0,1 1 0 0 0,8-2 0 0 0,-13 1-66 0 0,0-1 1 0 0,0 1-1 0 0,0-1 1 0 0,0 0-1 0 0,0 0 1 0 0,0 0 0 0 0,-1-1-1 0 0,1 1 1 0 0,0-1-1 0 0,-1 0 1 0 0,1 0 0 0 0,-1-1-1 0 0,1 1 1 0 0,-1 0-1 0 0,0-1 1 0 0,0 0-1 0 0,5-6 1 0 0,-5 4 1 0 0,0 0-1 0 0,0 0 1 0 0,-1 0-1 0 0,0 0 1 0 0,1-1-1 0 0,-2 1 1 0 0,1-1-1 0 0,-1 0 1 0 0,0 1-1 0 0,0-1 1 0 0,0-8 0 0 0,-1 1-17 0 0,0 1 1 0 0,-1 0 0 0 0,0-1 0 0 0,-1 1-1 0 0,-1 0 1 0 0,0 0 0 0 0,0 1 0 0 0,-1-1-1 0 0,-1 1 1 0 0,0-1 0 0 0,-9-14 0 0 0,12 23 0 0 0,0 0 1 0 0,0-1-1 0 0,0 1 1 0 0,0-1-1 0 0,0 1 1 0 0,1-1-1 0 0,0 0 1 0 0,0 0-1 0 0,0 0 1 0 0,0 0-1 0 0,0 0 1 0 0,1 0-1 0 0,0 1 1 0 0,0-9-1 0 0,1 10-10 0 0,-1 0 0 0 0,1 0 0 0 0,0 0 1 0 0,0 0-1 0 0,0 0 0 0 0,0 0 0 0 0,0 0 0 0 0,0 0 0 0 0,0 0 0 0 0,1 1 0 0 0,-1-1 0 0 0,1 0 0 0 0,-1 1 0 0 0,1-1 0 0 0,0 1 1 0 0,-1 0-1 0 0,1 0 0 0 0,0-1 0 0 0,0 1 0 0 0,0 0 0 0 0,0 0 0 0 0,0 1 0 0 0,0-1 0 0 0,0 0 0 0 0,0 1 0 0 0,1-1 0 0 0,-1 1 1 0 0,2 0-1 0 0,7-2 32 0 0,1 0 0 0 0,-1 1 0 0 0,0 1 0 0 0,1 0 0 0 0,-1 0 0 0 0,0 1 0 0 0,0 1 0 0 0,0 0 0 0 0,0 0 0 0 0,0 1 0 0 0,0 1 0 0 0,0 0 0 0 0,-1 0 0 0 0,0 1 0 0 0,0 0 0 0 0,0 1 0 0 0,0 0 0 0 0,-1 0 0 0 0,0 1 0 0 0,-1 1 0 0 0,1-1 0 0 0,-1 1 0 0 0,-1 1 0 0 0,1-1 0 0 0,-2 1 0 0 0,1 0 0 0 0,-1 1 0 0 0,0 0 0 0 0,-1 0 0 0 0,0 0 0 0 0,4 15 0 0 0,2 10-151 0 0,-2 1 0 0 0,-2 0 0 0 0,3 38 0 0 0,-10-63-1022 0 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0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69 2304 0 0,'0'0'-36'0'0,"7"-17"216"0"0,1-15 5079 0 0,-8 31-5006 0 0,0 0 1 0 0,0 0 0 0 0,0 0 0 0 0,0 1 0 0 0,0-1 0 0 0,0 0 0 0 0,0 0 0 0 0,0 0 0 0 0,0 0 0 0 0,0 1 0 0 0,0-1 0 0 0,-1 0 0 0 0,1 0 0 0 0,0 0 0 0 0,0 1 0 0 0,-1-1 0 0 0,1 0 0 0 0,-1 1-1 0 0,1-1 1 0 0,-1 0 0 0 0,0 0 0 0 0,0 0-98 0 0,0 1-1 0 0,0 0 0 0 0,-1-1 0 0 0,1 1 1 0 0,0 0-1 0 0,0 0 0 0 0,0 0 0 0 0,0 0 1 0 0,0 0-1 0 0,-1 0 0 0 0,1 1 0 0 0,0-1 1 0 0,0 0-1 0 0,0 1 0 0 0,0-1 0 0 0,0 0 1 0 0,0 1-1 0 0,0-1 0 0 0,0 1 0 0 0,0 0 1 0 0,-1 0-1 0 0,-7 5 257 0 0,0 0 1 0 0,1 0-1 0 0,0 0 0 0 0,1 1 0 0 0,-1 1 1 0 0,1-1-1 0 0,-9 14 0 0 0,2-2-55 0 0,1 1-1 0 0,-11 25 1 0 0,22-42-343 0 0,0 0 1 0 0,1 0-1 0 0,-1 0 1 0 0,1 1 0 0 0,0-1-1 0 0,0 0 1 0 0,0 1 0 0 0,1-1-1 0 0,-1 1 1 0 0,1-1 0 0 0,-1 1-1 0 0,1-1 1 0 0,1 1-1 0 0,-1-1 1 0 0,0 1 0 0 0,1-1-1 0 0,0 1 1 0 0,0-1 0 0 0,0 1-1 0 0,0-1 1 0 0,2 5 0 0 0,0-4-1 0 0,1 1 0 0 0,-1-1 0 0 0,1-1 1 0 0,-1 1-1 0 0,1 0 0 0 0,0-1 0 0 0,0 0 1 0 0,1 0-1 0 0,-1 0 0 0 0,1 0 1 0 0,-1-1-1 0 0,1 0 0 0 0,0 0 0 0 0,5 2 1 0 0,52 13-80 0 0,-50-16 45 0 0,0 2 1 0 0,0 0-1 0 0,-1 0 1 0 0,0 1-1 0 0,0 0 0 0 0,0 1 1 0 0,0 0-1 0 0,0 1 1 0 0,-1 0-1 0 0,12 10 1 0 0,-21-15 25 0 0,0 0 1 0 0,0 0 0 0 0,0 1 0 0 0,0-1 0 0 0,0 0 0 0 0,0 1 0 0 0,0-1 0 0 0,0 0-1 0 0,0 1 1 0 0,-1-1 0 0 0,1 1 0 0 0,-1-1 0 0 0,1 1 0 0 0,-1 0 0 0 0,0-1 0 0 0,1 1-1 0 0,-1-1 1 0 0,0 1 0 0 0,0 0 0 0 0,0-1 0 0 0,0 1 0 0 0,0 0 0 0 0,-1-1 0 0 0,1 1-1 0 0,0-1 1 0 0,-1 1 0 0 0,1 0 0 0 0,-1-1 0 0 0,0 1 0 0 0,1-1 0 0 0,-1 0 0 0 0,0 1-1 0 0,0-1 1 0 0,0 1 0 0 0,0-1 0 0 0,0 0 0 0 0,0 0 0 0 0,0 0 0 0 0,-1 0 0 0 0,1 0 0 0 0,-2 2-1 0 0,-8 5 83 0 0,0 0-1 0 0,0-1 0 0 0,-1 0 0 0 0,-14 6 0 0 0,11-6-25 0 0,-3 3-262 0 0,-1-1 0 0 0,0 0 0 0 0,0-2 0 0 0,-1 0 0 0 0,-25 5 0 0 0,30-14-1953 0 0,11 0 433 0 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30 10594 0 0,'-7'3'490'0'0,"6"-3"-466"0"0,-1 0 0 0 0,1 1 1 0 0,0-1-1 0 0,0 1 0 0 0,0-1 0 0 0,0 1 0 0 0,0-1 0 0 0,0 1 0 0 0,0-1 0 0 0,0 1 0 0 0,0 0 1 0 0,0 0-1 0 0,0-1 0 0 0,0 1 0 0 0,0 0 0 0 0,0 0 0 0 0,1 0 0 0 0,-1 0 0 0 0,0 2 0 0 0,4-3 502 0 0,1 1-1 0 0,-1-1 1 0 0,1 0-1 0 0,-1 0 1 0 0,1 0-1 0 0,-1 0 1 0 0,1-1-1 0 0,-1 1 0 0 0,4-2 1 0 0,42-9 1358 0 0,-14 1-1572 0 0,1 2 0 0 0,0 1 0 0 0,1 3 0 0 0,-1 0 1 0 0,47 3-1 0 0,-66 1-2822 0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1.9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7 234 13827 0 0,'-6'-38'1283'0'0,"9"22"-223"0"0,-3 15-978 0 0,0 1-1 0 0,1 0 0 0 0,-1 0 0 0 0,0 0 1 0 0,1 0-1 0 0,-1-1 0 0 0,1 1 1 0 0,-1 0-1 0 0,0 0 0 0 0,1 0 0 0 0,-1 0 1 0 0,0 0-1 0 0,1 0 0 0 0,-1 0 1 0 0,1 0-1 0 0,-1 0 0 0 0,0 0 0 0 0,1 0 1 0 0,-1 0-1 0 0,0 1 0 0 0,1-1 0 0 0,-1 0 1 0 0,0 0-1 0 0,1 0 0 0 0,-1 0 1 0 0,0 1-1 0 0,1-1 0 0 0,-1 0 0 0 0,0 0 1 0 0,1 1-1 0 0,-1-1 0 0 0,0 0 0 0 0,0 0 1 0 0,1 1-1 0 0,-1-1 0 0 0,0 0 1 0 0,0 1-1 0 0,1 0 0 0 0,4 7 102 0 0,0 0 0 0 0,0 0 0 0 0,-1 1 0 0 0,1 0 0 0 0,-2 0 0 0 0,0 0 0 0 0,0 0 0 0 0,0 0-1 0 0,1 13 1 0 0,6 19 93 0 0,-7-34-239 0 0,22 71 184 0 0,53 114 0 0 0,-68-172-219 0 0,1 1-1 0 0,1-2 0 0 0,1 1 0 0 0,0-2 1 0 0,2 0-1 0 0,0 0 0 0 0,1-1 0 0 0,0-1 1 0 0,1-1-1 0 0,28 19 0 0 0,-44-33 22 0 0,0 0 0 0 0,0 0-1 0 0,0 0 1 0 0,0 0 0 0 0,1 0 0 0 0,-1-1 0 0 0,0 1-1 0 0,0 0 1 0 0,1-1 0 0 0,-1 1 0 0 0,1-1 0 0 0,-1 1-1 0 0,0-1 1 0 0,1 0 0 0 0,-1 0 0 0 0,1 0 0 0 0,-1 1-1 0 0,1-1 1 0 0,-1-1 0 0 0,1 1 0 0 0,-1 0-1 0 0,1 0 1 0 0,-1 0 0 0 0,0-1 0 0 0,1 1 0 0 0,-1-1-1 0 0,1 1 1 0 0,-1-1 0 0 0,0 0 0 0 0,1 1 0 0 0,-1-1-1 0 0,0 0 1 0 0,0 0 0 0 0,0 0 0 0 0,0 0 0 0 0,0 0-1 0 0,0 0 1 0 0,0 0 0 0 0,0 0 0 0 0,0 0 0 0 0,0-1-1 0 0,0 1 1 0 0,-1 0 0 0 0,1 0 0 0 0,0-1 0 0 0,0-1-1 0 0,2-8 137 0 0,0-1 0 0 0,0 1-1 0 0,-1-1 1 0 0,0-22-1 0 0,0 18-91 0 0,2-31-22 0 0,6-57 213 0 0,39-175-1 0 0,2 55-1066 0 0,-50 220 551 0 0,-1 1 0 0 0,1-1 0 0 0,-1 1 1 0 0,1-1-1 0 0,0 1 0 0 0,0-1 1 0 0,1 1-1 0 0,-1 0 0 0 0,1 0 0 0 0,0 0 1 0 0,-1 0-1 0 0,1 0 0 0 0,1 0 0 0 0,3-4 1 0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2.3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44 8290 0 0,'-4'2'143'0'0,"-18"11"918"0"0,21-13-1015 0 0,1 0 0 0 0,0 1-1 0 0,-1-1 1 0 0,1 0 0 0 0,0 1 0 0 0,0-1 0 0 0,-1 0-1 0 0,1 1 1 0 0,0-1 0 0 0,0 0 0 0 0,-1 1-1 0 0,1-1 1 0 0,0 1 0 0 0,0-1 0 0 0,0 0 0 0 0,0 1-1 0 0,0-1 1 0 0,0 1 0 0 0,0-1 0 0 0,0 1-1 0 0,0-1 1 0 0,0 0 0 0 0,0 1 0 0 0,0-1 0 0 0,0 1-1 0 0,0-1 1 0 0,0 1 0 0 0,0-1 0 0 0,0 0-1 0 0,0 1 1 0 0,0-1 0 0 0,1 1 0 0 0,-1-1 0 0 0,0 0-1 0 0,0 1 1 0 0,1-1 0 0 0,-1 0 0 0 0,0 1-1 0 0,0-1 1 0 0,1 0 0 0 0,-1 1 0 0 0,0-1 0 0 0,1 0-1 0 0,-1 0 1 0 0,0 1 0 0 0,1-1 0 0 0,-1 0-1 0 0,1 0 1 0 0,-1 0 0 0 0,0 0 0 0 0,2 1 0 0 0,0 0 190 0 0,0 0 0 0 0,1-1 0 0 0,-1 1 0 0 0,1 0 0 0 0,0-1 0 0 0,-1 0 0 0 0,1 1 0 0 0,-1-1 0 0 0,1 0 0 0 0,0-1 0 0 0,-1 1 0 0 0,1 0 1 0 0,2-1-1 0 0,39-11 1106 0 0,-31 9-908 0 0,73-26 958 0 0,-16 5-1888 0 0,-22 12-2612 0 0,-44 12 2078 0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2.7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0,'3'8'903'0'0,"0"0"1"0"0,0 0-1 0 0,-1 0 0 0 0,0 0 0 0 0,0 1 0 0 0,-1-1 1 0 0,1 17-1 0 0,-2 10 367 0 0,8 64 0 0 0,-5-82-1886 0 0,1-1 0 0 0,0 1 1 0 0,10 21-1 0 0,-6-20-5847 0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 10594 0 0,'8'-18'6146'0'0,"6"113"-2183"0"0,12 139-3688 0 0,-15-190-1519 0 0,3-18-6209 0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2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 6913 0 0,'23'-40'6270'0'0,"-23"52"-1044"0"0,-2 24-3255 0 0,-2-4-1782 0 0,2 0-1 0 0,1 0 1 0 0,1 1-1 0 0,2-1 1 0 0,2 0-1 0 0,0 0 1 0 0,3 0-1 0 0,15 50 1 0 0,-17-69-1135 0 0,-1 1-1 0 0,1-1 1 0 0,13 23 0 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3.4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1 126 9674 0 0,'1'-1'864'0'0,"3"-2"-696"0"0,2 2-168 0 0,-1-1 0 0 0,2 1 336 0 0,1-2 32 0 0,6-1 9 0 0,8-4-1 0 0,7-2-168 0 0,5-1-32 0 0,1 0-8 0 0,-1 0 0 0 0,-1 0-168 0 0,-1 1-128 0 0,-1-1 16 0 0,-3 3 8 0 0,-6-2 104 0 0,-3 1-72 0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4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244 41 6913 0 0,'0'-2'71'0'0,"0"0"-1"0"0,0 0 0 0 0,-1 0 0 0 0,1 0 1 0 0,0 0-1 0 0,-1 0 0 0 0,1 1 0 0 0,-1-1 0 0 0,0 0 1 0 0,1 0-1 0 0,-1 0 0 0 0,0 1 0 0 0,0-1 0 0 0,0 1 1 0 0,0-1-1 0 0,-1 0 0 0 0,1 1 0 0 0,0 0 0 0 0,-1-1 1 0 0,1 1-1 0 0,-3-2 0 0 0,2 2 47 0 0,0 1-1 0 0,0 0 1 0 0,0-1-1 0 0,0 1 1 0 0,0 0 0 0 0,0 0-1 0 0,0 1 1 0 0,0-1-1 0 0,0 0 1 0 0,0 0 0 0 0,1 1-1 0 0,-1 0 1 0 0,0-1-1 0 0,0 1 1 0 0,0 0 0 0 0,0 0-1 0 0,1-1 1 0 0,-1 2-1 0 0,1-1 1 0 0,-1 0 0 0 0,0 0-1 0 0,-1 2 1 0 0,-4 3 108 0 0,1 1 0 0 0,-1-1 0 0 0,2 1 0 0 0,-1 0 1 0 0,0 1-1 0 0,1-1 0 0 0,1 1 0 0 0,-1 0 0 0 0,-4 13 0 0 0,-27 86 1047 0 0,25-66-782 0 0,-8 21 106 0 0,3 2 0 0 0,3 0 0 0 0,2 0 1 0 0,-2 88-1 0 0,13-105-428 0 0,1 1-1 0 0,3-1 1 0 0,2 0 0 0 0,2 0 0 0 0,1 0-1 0 0,28 76 1 0 0,-15-66-72 0 0,2-1 0 0 0,3-2 0 0 0,2 0 0 0 0,47 63 0 0 0,-47-78-58 0 0,2-1-1 0 0,2-1 1 0 0,1-2-1 0 0,2-2 1 0 0,73 53 0 0 0,-21-26 141 0 0,106 52 0 0 0,-153-91-92 0 0,1-2 0 0 0,1-2-1 0 0,0-2 1 0 0,1-2 0 0 0,55 9-1 0 0,-87-20-452 0 0,0-1 0 0 0,1-1-1 0 0,-1 0 1 0 0,21-3-1 0 0,-10-2-6482 0 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4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40 8754 0 0,'0'-1'59'0'0,"0"1"-1"0"0,-1-1 1 0 0,1 1 0 0 0,0-1-1 0 0,0 0 1 0 0,0 1 0 0 0,-1-1 0 0 0,1 0-1 0 0,0 1 1 0 0,0-1 0 0 0,0 0-1 0 0,0 1 1 0 0,0-1 0 0 0,0 0 0 0 0,0 1-1 0 0,1-1 1 0 0,-1 0 0 0 0,0 1-1 0 0,0-1 1 0 0,0 0 0 0 0,1 1-1 0 0,-1-1 1 0 0,0 1 0 0 0,1-1 0 0 0,-1 0-1 0 0,0 1 1 0 0,1-1 0 0 0,-1 1-1 0 0,1-1 1 0 0,-1 1 0 0 0,1-1 0 0 0,0 0-1 0 0,1 0 84 0 0,1-1-1 0 0,0 1 1 0 0,-1-1-1 0 0,1 1 1 0 0,0 0 0 0 0,0 0-1 0 0,6-2 1 0 0,2 1 193 0 0,1 0 1 0 0,0 1-1 0 0,14 0 0 0 0,-13 1-107 0 0,-1 2-1 0 0,1-1 0 0 0,-1 1 0 0 0,1 1 0 0 0,-1 1 0 0 0,0-1 0 0 0,0 2 0 0 0,0 0 1 0 0,-1 0-1 0 0,16 10 0 0 0,-11-4-64 0 0,-1 0 1 0 0,0 2-1 0 0,-1-1 0 0 0,0 2 1 0 0,-1 0-1 0 0,15 19 0 0 0,-3 4-20 0 0,-1 1-1 0 0,-2 2 0 0 0,-2 0 1 0 0,-1 1-1 0 0,14 48 0 0 0,34 119 170 0 0,71 387-1 0 0,-132-559-48 0 0,-2 0 0 0 0,-1 1 0 0 0,-1 0 0 0 0,-7 62 0 0 0,2-80-84 0 0,0 0 1 0 0,-1-1-1 0 0,-1 0 1 0 0,-1 0-1 0 0,-1 0 1 0 0,0 0 0 0 0,-1-1-1 0 0,-1 0 1 0 0,-1-1-1 0 0,-22 29 1 0 0,5-14-354 0 0,-1 0 0 0 0,-2-3 0 0 0,-1 0 0 0 0,-37 24 0 0 0,50-39-886 0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5.1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85 6913 0 0,'-26'3'674'0'0,"38"-2"-702"0"0,43-2 816 0 0,262-10 6681 0 0,159-20-2966 0 0,-396 24-4420 0 0,85-19 1 0 0,-149 21-31 0 0,-16 5-174 0 0,0 0 1 0 0,1 0-1 0 0,-1 0 0 0 0,0 0 0 0 0,0 0 1 0 0,1 0-1 0 0,-1 0 0 0 0,0 0 1 0 0,1 0-1 0 0,-1 0 0 0 0,0 0 1 0 0,1 0-1 0 0,-1 0 0 0 0,0-1 1 0 0,4-6-2898 0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4:55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6913 0 0,'15'-5'662'0'0,"0"1"0"0"0,0 0 0 0 0,1 1-1 0 0,-1 1 1 0 0,0 0 0 0 0,1 1-1 0 0,-1 1 1 0 0,1 0 0 0 0,-1 1-1 0 0,1 1 1 0 0,-1 0 0 0 0,1 1-1 0 0,-1 1 1 0 0,0 0 0 0 0,-1 1-1 0 0,1 1 1 0 0,-1 0 0 0 0,0 1-1 0 0,24 16 1 0 0,-33-19-572 0 0,0 0 0 0 0,0 0 0 0 0,0 1 0 0 0,0-1 0 0 0,-1 1 0 0 0,1 0 0 0 0,-1 0 0 0 0,-1 1-1 0 0,1-1 1 0 0,-1 1 0 0 0,0 0 0 0 0,0 0 0 0 0,0 0 0 0 0,-1 0 0 0 0,0 0 0 0 0,0 1 0 0 0,1 10 0 0 0,-3-7-43 0 0,0 0 0 0 0,0 0 0 0 0,-1 0 1 0 0,0 1-1 0 0,-1-1 0 0 0,0-1 0 0 0,-1 1 0 0 0,0 0 0 0 0,0 0 1 0 0,-9 15-1 0 0,-54 88 128 0 0,48-85-699 0 0,0 1 0 0 0,2 0-1 0 0,-17 45 1 0 0,27-54-835 0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1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83 3225 0 0,'-24'-31'2022'0'0,"-4"-5"145"0"0,26 35-1825 0 0,0-1 0 0 0,0 1 1 0 0,0-1-1 0 0,-1 1 0 0 0,1-1 1 0 0,0 1-1 0 0,-1 0 0 0 0,1 0 1 0 0,0 0-1 0 0,-1 1 0 0 0,1-1 1 0 0,-1 0-1 0 0,0 1 0 0 0,1 0 0 0 0,-4-1 1 0 0,2 5 1338 0 0,8 6-943 0 0,12 12-447 0 0,-13-17-70 0 0,185 304 1467 0 0,23 34-1285 0 0,-120-235-109 0 0,-65-79-234 0 0,-1 0 0 0 0,-1 2 1 0 0,22 36-1 0 0,-21-22 116 0 0,2-1 1 0 0,33 42-1 0 0,-52-76-137 0 0,-6-7-43 0 0,0-1 1 0 0,0 1 0 0 0,0-1-1 0 0,0 1 1 0 0,0-1 0 0 0,1 0-1 0 0,-1 0 1 0 0,1 0-1 0 0,-1 0 1 0 0,6 3 0 0 0,5 12-1858 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49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8 219 1840 0 0,'-7'-14'7322'0'0,"11"14"-6473"0"0,3 1-403 0 0,1 0-1 0 0,0 0 1 0 0,0 1-1 0 0,-1 0 1 0 0,1 0-1 0 0,12 6 1 0 0,51 27 1202 0 0,-28-12-1264 0 0,-30-17-183 0 0,0 0 0 0 0,0-1 0 0 0,0-1 0 0 0,16 4 0 0 0,-26-7-87 0 0,-1-1 1 0 0,0 1-1 0 0,1-1 1 0 0,-1 1-1 0 0,1-1 1 0 0,-1 0-1 0 0,1 0 0 0 0,0 0 1 0 0,-1 0-1 0 0,1-1 1 0 0,-1 1-1 0 0,0-1 0 0 0,1 0 1 0 0,-1 1-1 0 0,1-1 1 0 0,-1 0-1 0 0,0 0 0 0 0,0 0 1 0 0,1-1-1 0 0,-1 1 1 0 0,0-1-1 0 0,0 1 1 0 0,0-1-1 0 0,-1 1 0 0 0,1-1 1 0 0,0 0-1 0 0,-1 0 1 0 0,1 0-1 0 0,-1 0 0 0 0,1 0 1 0 0,0-3-1 0 0,8-24 322 0 0,-2-1 0 0 0,-1-1 1 0 0,-1 1-1 0 0,-1-1 0 0 0,-1-32 0 0 0,-1-2-2006 0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1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10594 0 0,'1'1'75'0'0,"0"0"0"0"0,0-1 0 0 0,0 1-1 0 0,0 0 1 0 0,0 0 0 0 0,-1-1 0 0 0,1 1-1 0 0,0 0 1 0 0,0 0 0 0 0,-1 0 0 0 0,1 0 0 0 0,-1 0-1 0 0,1 0 1 0 0,-1 0 0 0 0,1 0 0 0 0,-1 0-1 0 0,0 0 1 0 0,1 0 0 0 0,-1 0 0 0 0,0 2-1 0 0,9 33 1065 0 0,-7-26-839 0 0,19 86 1199 0 0,-3-14-859 0 0,34 95 0 0 0,-43-151-808 0 0,15 42-254 0 0,-12-23-3678 0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2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43 5065 0 0,'1'-2'93'0'0,"0"0"1"0"0,1 0-1 0 0,0 0 0 0 0,-1 0 0 0 0,1 0 1 0 0,0 0-1 0 0,0 0 0 0 0,0 1 0 0 0,0-1 1 0 0,0 1-1 0 0,0-1 0 0 0,0 1 0 0 0,1 0 1 0 0,2-1-1 0 0,35-13 1673 0 0,-33 14-1460 0 0,1 1 0 0 0,-1-1 0 0 0,0 1 0 0 0,1 1 0 0 0,-1-1 1 0 0,0 1-1 0 0,1 0 0 0 0,-1 1 0 0 0,0 0 0 0 0,0 0 0 0 0,0 1 0 0 0,-1-1 1 0 0,1 1-1 0 0,0 1 0 0 0,-1-1 0 0 0,0 1 0 0 0,0 0 0 0 0,0 1 0 0 0,5 5 0 0 0,-2-3-163 0 0,-1 1 0 0 0,0 0-1 0 0,0 1 1 0 0,-1-1-1 0 0,0 2 1 0 0,-1-1 0 0 0,0 1-1 0 0,0-1 1 0 0,-1 2-1 0 0,0-1 1 0 0,5 18-1 0 0,-6-11-34 0 0,-1 0-1 0 0,-1 0 1 0 0,-1 0-1 0 0,0 0 0 0 0,-1 1 1 0 0,-1-1-1 0 0,0 0 1 0 0,-1 0-1 0 0,-6 19 1 0 0,5-23-78 0 0,-1 0 0 0 0,0-1 1 0 0,-1 0-1 0 0,-1 1 0 0 0,0-2 0 0 0,0 1 1 0 0,-1-1-1 0 0,0 0 0 0 0,-1 0 1 0 0,-1-1-1 0 0,0 0 0 0 0,-15 13 1 0 0,22-21-200 0 0,-1 0-1 0 0,1 0 1 0 0,-1-1 0 0 0,0 1 0 0 0,1 0 0 0 0,-1-1-1 0 0,0 0 1 0 0,0 1 0 0 0,0-1 0 0 0,0-1 0 0 0,-1 1-1 0 0,1 0 1 0 0,0-1 0 0 0,-5 1 0 0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2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1 270 7370 0 0,'36'-23'4642'0'0,"-32"22"-4255"0"0,0-1 1 0 0,0 1-1 0 0,0 0 0 0 0,1 1 0 0 0,-1-1 1 0 0,1 1-1 0 0,-1 0 0 0 0,0 0 1 0 0,1 0-1 0 0,-1 0 0 0 0,0 1 1 0 0,7 1-1 0 0,51 21 1627 0 0,-39-13-1303 0 0,-51-63 1712 0 0,24 41-2314 0 0,1-1 0 0 0,0 1 0 0 0,1-1-1 0 0,0 0 1 0 0,1 0 0 0 0,1 0-1 0 0,1-15 1 0 0,-1 21-291 0 0,0 1-1 0 0,1 0 1 0 0,0 0 0 0 0,0 0-1 0 0,1 0 1 0 0,-1 0 0 0 0,1 0-1 0 0,1 0 1 0 0,-1 0 0 0 0,1 1-1 0 0,0-1 1 0 0,0 1 0 0 0,1 0-1 0 0,-1 0 1 0 0,1 0 0 0 0,0 0-1 0 0,5-4 1 0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34 3193 0 0,'-1'-3'138'0'0,"-1"1"1"0"0,1 0 0 0 0,0 0 0 0 0,-1 0-1 0 0,1 0 1 0 0,-1 0 0 0 0,0 0 0 0 0,0 1-1 0 0,1-1 1 0 0,-1 0 0 0 0,0 1 0 0 0,-1-1-1 0 0,1 1 1 0 0,0 0 0 0 0,0 0 0 0 0,0 0-1 0 0,-1 0 1 0 0,1 0 0 0 0,-1 0 0 0 0,1 1-1 0 0,0-1 1 0 0,-1 1 0 0 0,1 0 0 0 0,-1 0-1 0 0,1-1 1 0 0,-1 2 0 0 0,1-1 0 0 0,-5 1-1 0 0,3-1 193 0 0,1 1 0 0 0,-1 0 0 0 0,0 0 0 0 0,1 1 0 0 0,-1-1 0 0 0,1 1-1 0 0,-1 0 1 0 0,1 0 0 0 0,0 0 0 0 0,-1 0 0 0 0,1 1 0 0 0,0-1 0 0 0,1 1 0 0 0,-1 0 0 0 0,0-1-1 0 0,1 1 1 0 0,-4 7 0 0 0,-4 6 480 0 0,2 2 0 0 0,-12 35 1 0 0,17-44-737 0 0,1 0 1 0 0,0 0 0 0 0,0 1 0 0 0,1-1 0 0 0,0 1 0 0 0,0-1 0 0 0,1 0 0 0 0,2 10 0 0 0,-2-16-101 0 0,0-1 1 0 0,0 0 0 0 0,0 1-1 0 0,1-1 1 0 0,-1 0 0 0 0,1 0-1 0 0,0 0 1 0 0,0 1-1 0 0,0-1 1 0 0,0 0 0 0 0,0 0-1 0 0,0 0 1 0 0,0 0-1 0 0,1-1 1 0 0,-1 1 0 0 0,1 0-1 0 0,-1 0 1 0 0,1-1 0 0 0,0 1-1 0 0,-1-1 1 0 0,1 0-1 0 0,0 1 1 0 0,0-1 0 0 0,0 0-1 0 0,0 0 1 0 0,0 0 0 0 0,1 0-1 0 0,-1-1 1 0 0,0 1-1 0 0,0 0 1 0 0,1-1 0 0 0,-1 0-1 0 0,0 1 1 0 0,3-1 0 0 0,-1-1-112 0 0,0 1 1 0 0,0-1 0 0 0,0 0 0 0 0,0-1 0 0 0,0 1-1 0 0,0 0 1 0 0,0-1 0 0 0,0 0 0 0 0,-1 0 0 0 0,1 0-1 0 0,-1-1 1 0 0,0 1 0 0 0,0-1 0 0 0,1 1 0 0 0,-2-1-1 0 0,1 0 1 0 0,0 0 0 0 0,3-6 0 0 0,0-1 240 0 0,0-1 0 0 0,0 0 1 0 0,-1-1-1 0 0,0 0 0 0 0,-1 1 0 0 0,-1-1 1 0 0,0 0-1 0 0,0-1 0 0 0,-1 1 0 0 0,-1 0 1 0 0,0-1-1 0 0,3-18 3655 0 0,-4 31-3700 0 0,12 16 1068 0 0,8 23-514 0 0,-14-28-491 0 0,0 0-1 0 0,1 0 1 0 0,0 0 0 0 0,1-1-1 0 0,0 0 1 0 0,1-1 0 0 0,0 0-1 0 0,0 0 1 0 0,19 13 0 0 0,-24-19-248 0 0,1 0 0 0 0,-1-1 1 0 0,1 1-1 0 0,-1-1 0 0 0,1 0 1 0 0,0-1-1 0 0,0 1 0 0 0,0-1 1 0 0,0 0-1 0 0,0 0 0 0 0,0-1 1 0 0,5 1-1 0 0,-6-1-270 0 0,0-1-1 0 0,-1 0 1 0 0,1 1 0 0 0,0-1-1 0 0,-1 0 1 0 0,1-1 0 0 0,-1 1-1 0 0,1-1 1 0 0,-1 0 0 0 0,0 1-1 0 0,1-1 1 0 0,-1-1 0 0 0,0 1-1 0 0,0 0 1 0 0,-1-1 0 0 0,1 0-1 0 0,0 1 1 0 0,2-5 0 0 0,0-1-1078 0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2304 0 0,'1'7'1245'0'0,"1"-1"-1"0"0,-1 1 1 0 0,1-1-1 0 0,0 1 0 0 0,5 8 1 0 0,2 9 1531 0 0,-6-14-2161 0 0,22 60 3633 0 0,-1-28-8955 0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3.4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6449 0 0,'0'-2'697'0'0,"2"4"-697"0"0,0 0 0 0 0,0 3 0 0 0,1 1 0 0 0,3 3 0 0 0,1 0 0 0 0,-1 2 0 0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5:54.2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14 126 6913 0 0,'-7'-17'-239'0'0,"1"-12"5163"0"0,6 29-4758 0 0,0-1 1 0 0,0 1-1 0 0,-1-1 0 0 0,1 1 1 0 0,0-1-1 0 0,0 1 0 0 0,0-1 1 0 0,1 1-1 0 0,-1-1 1 0 0,0 1-1 0 0,0-1 0 0 0,0 1 1 0 0,0-1-1 0 0,0 1 0 0 0,1-1 1 0 0,-1 1-1 0 0,0-1 0 0 0,2-1 999 0 0,-1 1-999 0 0,-1 1 1 0 0,0 0-1 0 0,1-1 0 0 0,0 1 1 0 0,1 0-45 0 0,-1 0 1 0 0,1 0 0 0 0,-1 0-1 0 0,1 0 1 0 0,-1 1 0 0 0,1-1-1 0 0,-1 1 1 0 0,1-1-1 0 0,-1 1 1 0 0,1-1 0 0 0,-1 1-1 0 0,1 0 1 0 0,-1 0-1 0 0,0-1 1 0 0,2 3 0 0 0,7 5 53 0 0,-1 2 0 0 0,0-1 1 0 0,-1 1-1 0 0,0 0 1 0 0,-1 1-1 0 0,0 0 0 0 0,0 0 1 0 0,5 14-1 0 0,-2-7-38 0 0,-5-9-152 0 0,11 20 184 0 0,-11-22-229 0 0,-4-12-276 0 0,-3-10 567 0 0,0 0 1 0 0,1 0 0 0 0,1 0-1 0 0,0 0 1 0 0,4-22 0 0 0,-3 26-247 0 0,1 1 1 0 0,0-1-1 0 0,1 1 0 0 0,0 0 1 0 0,1 0-1 0 0,0 0 0 0 0,1 0 1 0 0,8-13-1 0 0,-13 22 17 0 0,1-1 0 0 0,0 1-1 0 0,0 0 1 0 0,-1-1 0 0 0,1 1-1 0 0,0 0 1 0 0,0 0 0 0 0,0 0 0 0 0,1 0-1 0 0,-1 0 1 0 0,0 0 0 0 0,0 0-1 0 0,0 0 1 0 0,1 0 0 0 0,-1 0-1 0 0,1 0 1 0 0,-1 1 0 0 0,0-1 0 0 0,1 1-1 0 0,-1-1 1 0 0,1 1 0 0 0,-1 0-1 0 0,1-1 1 0 0,-1 1 0 0 0,1 0-1 0 0,0 0 1 0 0,-1 0 0 0 0,1 0 0 0 0,-1 0-1 0 0,1 1 1 0 0,-1-1 0 0 0,1 0-1 0 0,-1 1 1 0 0,1-1 0 0 0,-1 1-1 0 0,1-1 1 0 0,-1 1 0 0 0,0 0 0 0 0,1 0-1 0 0,-1-1 1 0 0,0 1 0 0 0,0 0-1 0 0,1 0 1 0 0,0 2 0 0 0,6 5 4 0 0,0 1 1 0 0,-1 1 0 0 0,0 0-1 0 0,11 20 1 0 0,-3-4-65 0 0,4-3-659 0 0,-6-8-4681 0 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191 25 4145 0 0,'-17'-10'2333'0'0,"15"8"-2115"0"0,0 1 0 0 0,0-1 0 0 0,-1 1 0 0 0,1-1 0 0 0,0 1 0 0 0,-1 0 0 0 0,1 0 0 0 0,-1 0 0 0 0,1 1 0 0 0,-1-1 0 0 0,1 1 0 0 0,-1-1 0 0 0,0 1 0 0 0,1 0 0 0 0,-1 0 0 0 0,0 0 0 0 0,1 0 0 0 0,-1 0 0 0 0,-3 2 0 0 0,0-1 132 0 0,1 1 0 0 0,-1 0 0 0 0,1 0 0 0 0,0 1 0 0 0,0-1 0 0 0,0 1 0 0 0,0 0 1 0 0,0 1-1 0 0,1-1 0 0 0,0 1 0 0 0,-1 0 0 0 0,1 0 0 0 0,-4 6 0 0 0,3-2-118 0 0,-1-1 1 0 0,1 2-1 0 0,1-1 1 0 0,0 1 0 0 0,0-1-1 0 0,0 1 1 0 0,-3 15-1 0 0,4-11-159 0 0,1 0 0 0 0,0 0 1 0 0,1-1-1 0 0,0 2 0 0 0,1-1 0 0 0,0 0 0 0 0,1 0 0 0 0,1 0 0 0 0,0-1 0 0 0,0 1 0 0 0,9 23 0 0 0,-8-30-15 0 0,0 1 1 0 0,0-1 0 0 0,1-1-1 0 0,0 1 1 0 0,0 0-1 0 0,0-1 1 0 0,1 0-1 0 0,-1 0 1 0 0,1 0-1 0 0,0-1 1 0 0,1 0-1 0 0,-1 0 1 0 0,1 0 0 0 0,12 6-1 0 0,-15-9-74 0 0,0 0-1 0 0,0 0 1 0 0,0 0-1 0 0,1 0 1 0 0,-1 0-1 0 0,0-1 0 0 0,0 0 1 0 0,1 1-1 0 0,-1-1 1 0 0,0 0-1 0 0,1-1 1 0 0,-1 1-1 0 0,0-1 1 0 0,0 1-1 0 0,1-1 1 0 0,-1 0-1 0 0,0 0 1 0 0,0 0-1 0 0,0-1 1 0 0,0 1-1 0 0,0-1 1 0 0,0 0-1 0 0,-1 1 1 0 0,1-1-1 0 0,0-1 1 0 0,-1 1-1 0 0,0 0 1 0 0,1 0-1 0 0,-1-1 1 0 0,0 0-1 0 0,0 1 1 0 0,2-5-1 0 0,11-18-646 0 0,-4 6-4582 0 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3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16 5985 0 0,'-1'0'252'0'0,"0"-1"-1"0"0,0 1 0 0 0,-1 0 1 0 0,1 0-1 0 0,0 0 1 0 0,0 0-1 0 0,0 0 1 0 0,-1 0-1 0 0,1 1 0 0 0,0-1 1 0 0,0 0-1 0 0,0 1 1 0 0,-1-1-1 0 0,1 0 0 0 0,0 1 1 0 0,0 0-1 0 0,0-1 1 0 0,0 1-1 0 0,0 0 0 0 0,0-1 1 0 0,0 1-1 0 0,0 0 1 0 0,0 0-1 0 0,0 0 0 0 0,1 0 1 0 0,-2 1-1 0 0,2 0 21 0 0,-1 0-1 0 0,1 1 1 0 0,0-1-1 0 0,1 0 0 0 0,-1 0 1 0 0,0 1-1 0 0,1-1 1 0 0,-1 0-1 0 0,1 0 1 0 0,0 0-1 0 0,-1 0 1 0 0,1 0-1 0 0,0 0 0 0 0,2 3 1 0 0,26 56 1204 0 0,-15-29-1136 0 0,1-1-1 0 0,31 45 1 0 0,-46-74-378 0 0,1-1 0 0 0,0 0 1 0 0,-1 0-1 0 0,1 0 0 0 0,0 0 0 0 0,0 0 0 0 0,0 0 1 0 0,0 0-1 0 0,0 0 0 0 0,0 0 0 0 0,0 0 0 0 0,0 0 0 0 0,1-1 1 0 0,-1 1-1 0 0,0 0 0 0 0,0-1 0 0 0,1 1 0 0 0,-1-1 1 0 0,0 0-1 0 0,1 1 0 0 0,-1-1 0 0 0,0 0 0 0 0,1 0 0 0 0,1 0 1 0 0,-1 0-129 0 0,-1-1 0 0 0,1 0 0 0 0,0 1 0 0 0,-1-1 0 0 0,1 0 1 0 0,-1 0-1 0 0,1 0 0 0 0,-1 0 0 0 0,0-1 0 0 0,1 1 0 0 0,-1 0 0 0 0,0 0 1 0 0,0-1-1 0 0,0 1 0 0 0,0-1 0 0 0,1-1 0 0 0,5-10-917 0 0,-1 0 0 0 0,-1 0 0 0 0,7-23 0 0 0,-10 29 1213 0 0,5-20-444 0 0,8-52 0 0 0,-10 7 3693 0 0,5 93 2342 0 0,6 17-5219 0 0,-10-25-499 0 0,0-1 0 0 0,0 0-1 0 0,1 0 1 0 0,0-1 0 0 0,1 0 0 0 0,1 0 0 0 0,11 12 0 0 0,-11-14-868 0 0,1-1 0 0 0,0 0 0 0 0,0 0 0 0 0,18 9 0 0 0,-9-7-5082 0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6913 0 0,'0'-1'153'0'0,"0"0"0"0"0,0 0-1 0 0,0 0 1 0 0,0 1-1 0 0,0-1 1 0 0,1 0-1 0 0,-1 0 1 0 0,0 0-1 0 0,1 0 1 0 0,-1 1 0 0 0,0-1-1 0 0,1 0 1 0 0,-1 0-1 0 0,1 1 1 0 0,-1-1-1 0 0,1 0 1 0 0,0 1-1 0 0,-1-1 1 0 0,1 1-1 0 0,0-1 1 0 0,-1 1 0 0 0,1-1-1 0 0,0 1 1 0 0,0-1-1 0 0,-1 1 1 0 0,1 0-1 0 0,0-1 1 0 0,0 1-1 0 0,0 0 1 0 0,0 0 0 0 0,-1-1-1 0 0,1 1 1 0 0,0 0-1 0 0,0 0 1 0 0,0 0-1 0 0,0 0 1 0 0,0 0-1 0 0,0 0 1 0 0,-1 1-1 0 0,2-1 1 0 0,1 0 188 0 0,1 1-1 0 0,-1-1 1 0 0,0 1 0 0 0,0 0-1 0 0,0 0 1 0 0,0 0 0 0 0,0 0 0 0 0,0 0-1 0 0,0 1 1 0 0,3 2 0 0 0,2 3-37 0 0,0 0 0 0 0,0 2 0 0 0,-1-1 0 0 0,0 0 0 0 0,-1 1 0 0 0,0 1 1 0 0,0-1-1 0 0,6 14 0 0 0,3 12-74 0 0,11 40 1 0 0,-16-42-57 0 0,-10-30 181 0 0,-3-7-123 0 0,-5-12-18 0 0,5 0-201 0 0,0 1 0 0 0,1-1-1 0 0,1 0 1 0 0,0 0 0 0 0,3-32 0 0 0,1 30-1288 0 0,0 0 0 0 0,9-29 0 0 0,-5 28-5088 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4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5 110 4145 0 0,'-1'0'199'0'0,"1"-1"0"0"0,-1 1 0 0 0,1-1 0 0 0,0 1 1 0 0,-1-1-1 0 0,1 0 0 0 0,0 1 0 0 0,-1-1 0 0 0,1 1 0 0 0,0-1 0 0 0,0 1 1 0 0,0-1-1 0 0,-1 0 0 0 0,1 1 0 0 0,0-1 0 0 0,0 0 0 0 0,0 1 0 0 0,0-1 0 0 0,0 0 1 0 0,0 1-1 0 0,0-1 0 0 0,0 1 0 0 0,1-1 0 0 0,-1 0 0 0 0,0 1 0 0 0,0-1 1 0 0,0 1-1 0 0,1-1 0 0 0,-1 0 0 0 0,0 1 0 0 0,1-1 0 0 0,-1 1 0 0 0,0-1 1 0 0,1 1-1 0 0,0-1 199 0 0,-1 1-199 0 0,1-1 0 0 0,-1 1 0 0 0,1-1 1 0 0,0 1-1 0 0,0-1 9 0 0,0 0 0 0 0,-1 0 0 0 0,1 0 0 0 0,0 0 1 0 0,0 0-1 0 0,0 0 0 0 0,0 0 0 0 0,1 1 0 0 0,-1-1 1 0 0,0 0-1 0 0,0 1 0 0 0,0-1 0 0 0,0 1 0 0 0,1 0 1 0 0,-1-1-1 0 0,0 1 0 0 0,1 0 0 0 0,-1 0 0 0 0,0-1 0 0 0,1 1 1 0 0,-1 0-1 0 0,3 1 0 0 0,1 2 112 0 0,1 0-1 0 0,-1 0 1 0 0,1 1-1 0 0,-1 0 1 0 0,0 0 0 0 0,0 0-1 0 0,-1 1 1 0 0,0-1-1 0 0,5 6 1 0 0,34 52 575 0 0,-36-52-758 0 0,2 4-24 0 0,-2-3 4 0 0,0 0 0 0 0,0 0 0 0 0,8 20 0 0 0,-19-42-106 0 0,1-1 0 0 0,1 0-1 0 0,0 0 1 0 0,1 0 0 0 0,0 0 0 0 0,1 0 0 0 0,0-1-1 0 0,0 1 1 0 0,2 0 0 0 0,-1 0 0 0 0,2 0 0 0 0,0 0-1 0 0,0 1 1 0 0,1-1 0 0 0,0 1 0 0 0,1 0 0 0 0,0 0-1 0 0,1 0 1 0 0,0 1 0 0 0,14-17 0 0 0,-11 18-1289 0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1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20 182 1840 0 0,'1'0'111'0'0,"0"-1"-1"0"0,0 1 1 0 0,0-1-1 0 0,0 0 1 0 0,0 1-1 0 0,0-1 1 0 0,0 0-1 0 0,0 0 0 0 0,0 0 1 0 0,0 0-1 0 0,0 0 1 0 0,0 0-1 0 0,0 0 1 0 0,-1 0-1 0 0,1 0 1 0 0,0 0-1 0 0,-1-1 0 0 0,1 1 1 0 0,-1 0-1 0 0,1-3 1 0 0,8-24 3021 0 0,-7 21-2639 0 0,-1 1 1 0 0,0-1-1 0 0,0 1 0 0 0,0-1 1 0 0,-1 1-1 0 0,0-1 0 0 0,0 1 0 0 0,-1-1 1 0 0,1 0-1 0 0,-2 1 0 0 0,1 0 0 0 0,-1-1 1 0 0,0 1-1 0 0,-3-8 0 0 0,5 14-445 0 0,0-1 1 0 0,0 1-1 0 0,-1-1 0 0 0,1 1 1 0 0,0-1-1 0 0,0 1 0 0 0,-1-1 1 0 0,1 1-1 0 0,0-1 0 0 0,0 1 1 0 0,-1 0-1 0 0,1-1 0 0 0,-1 1 0 0 0,1 0 1 0 0,0-1-1 0 0,-1 1 0 0 0,1 0 1 0 0,-1-1-1 0 0,1 1 0 0 0,-1 0 1 0 0,1 0-1 0 0,-1-1 0 0 0,1 1 1 0 0,-1 0-1 0 0,1 0 0 0 0,-1 0 0 0 0,1 0 1 0 0,-1 0-1 0 0,1 0 0 0 0,-1 0 1 0 0,1 0-1 0 0,-1 0 0 0 0,0 0 1 0 0,-11 14 997 0 0,0 27-401 0 0,11-34-736 0 0,0 0-1 0 0,1 0 1 0 0,0 0 0 0 0,1 0-1 0 0,-1 0 1 0 0,1 0 0 0 0,0 0-1 0 0,1 0 1 0 0,0-1 0 0 0,0 1-1 0 0,0 0 1 0 0,1-1 0 0 0,0 1-1 0 0,0-1 1 0 0,8 10 0 0 0,-9-13 57 0 0,0 0 1 0 0,1 0-1 0 0,-1-1 1 0 0,1 1-1 0 0,0-1 1 0 0,0 0-1 0 0,0 1 1 0 0,0-1-1 0 0,0-1 1 0 0,0 1-1 0 0,0 0 1 0 0,1-1-1 0 0,-1 0 1 0 0,0 1-1 0 0,1-1 1 0 0,-1-1-1 0 0,1 1 1 0 0,0 0-1 0 0,-1-1 1 0 0,1 0-1 0 0,-1 0 1 0 0,1 0-1 0 0,0 0 1 0 0,-1-1-1 0 0,1 1 0 0 0,-1-1 1 0 0,1 0-1 0 0,-1 0 1 0 0,1 0-1 0 0,-1-1 1 0 0,0 1-1 0 0,5-3 1 0 0,-3 1-13 0 0,-1 0 0 0 0,1 0-1 0 0,-1 0 1 0 0,0-1 0 0 0,0 0 0 0 0,-1 1-1 0 0,1-1 1 0 0,-1-1 0 0 0,4-5 0 0 0,26-47-548 0 0,-16 25 451 0 0,23-45 882 0 0,-39 76-691 0 0,-1 1 1 0 0,0-1-1 0 0,1 1 1 0 0,-1 0-1 0 0,0-1 1 0 0,1 1-1 0 0,-1 0 0 0 0,0 0 1 0 0,1-1-1 0 0,-1 1 1 0 0,1 0-1 0 0,-1 0 1 0 0,0-1-1 0 0,1 1 1 0 0,-1 0-1 0 0,1 0 1 0 0,-1 0-1 0 0,1 0 0 0 0,-1 0 1 0 0,1 0-1 0 0,-1 0 1 0 0,1 0-1 0 0,-1 0 1 0 0,1 0-1 0 0,-1 0 1 0 0,0 0-1 0 0,1 0 0 0 0,-1 0 1 0 0,1 0-1 0 0,-1 0 1 0 0,1 0-1 0 0,-1 1 1 0 0,1-1-1 0 0,-1 0 1 0 0,0 0-1 0 0,1 0 1 0 0,-1 1-1 0 0,1-1 0 0 0,-1 0 1 0 0,0 1-1 0 0,1-1 1 0 0,-1 0-1 0 0,0 1 1 0 0,0-1-1 0 0,1 0 1 0 0,-1 1-1 0 0,0-1 1 0 0,0 1-1 0 0,1-1 0 0 0,-1 1 1 0 0,0 0-1 0 0,17 27 1069 0 0,-15-24-859 0 0,12 24 583 0 0,-11-21-796 0 0,0 0 0 0 0,0 0 0 0 0,1 0-1 0 0,0 0 1 0 0,0-1 0 0 0,0 1 0 0 0,1-1 0 0 0,0 0 0 0 0,0-1-1 0 0,1 1 1 0 0,10 7 0 0 0,-16-13-44 0 0,1-1 0 0 0,0 0 0 0 0,-1 1 0 0 0,1-1 0 0 0,0 1 0 0 0,-1-1 1 0 0,1 0-1 0 0,-1 0 0 0 0,1 1 0 0 0,-1-1 0 0 0,1 0 0 0 0,-1 0 0 0 0,0 0 0 0 0,0 1 0 0 0,1-1 0 0 0,-1 0 0 0 0,0 0 0 0 0,0 0 1 0 0,0 0-1 0 0,0-1 0 0 0,5-23 5 0 0,-4 18-6 0 0,1 0 0 0 0,-1 0-1 0 0,1 1 1 0 0,0-1-1 0 0,0 1 1 0 0,1 0-1 0 0,4-8 1 0 0,-6 13 0 0 0,-1-1 1 0 0,1 1-1 0 0,0 0 0 0 0,0 0 1 0 0,-1 0-1 0 0,1 1 0 0 0,0-1 1 0 0,0 0-1 0 0,0 0 0 0 0,0 0 1 0 0,0 1-1 0 0,0-1 1 0 0,0 0-1 0 0,0 1 0 0 0,0-1 1 0 0,0 1-1 0 0,1-1 0 0 0,-1 1 1 0 0,0 0-1 0 0,0-1 0 0 0,0 1 1 0 0,1 0-1 0 0,-1 0 0 0 0,0 0 1 0 0,0 0-1 0 0,1 0 0 0 0,-1 0 1 0 0,0 0-1 0 0,0 0 0 0 0,0 1 1 0 0,1-1-1 0 0,-1 0 0 0 0,0 1 1 0 0,0-1-1 0 0,0 1 1 0 0,0-1-1 0 0,0 1 0 0 0,0 0 1 0 0,0-1-1 0 0,0 1 0 0 0,0 0 1 0 0,0 0-1 0 0,0 0 0 0 0,0-1 1 0 0,0 1-1 0 0,0 0 0 0 0,0 2 1 0 0,3 2 45 0 0,0-1 1 0 0,-1 1 0 0 0,1 0-1 0 0,-1 1 1 0 0,2 5-1 0 0,16 21-750 0 0,-1-16-4522 0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60 6449 0 0,'-2'-9'505'0'0,"-3"-23"-311"0"0,8 15 3778 0 0,-2 16-3857 0 0,-1 1-1 0 0,0 0 1 0 0,1 0 0 0 0,-1 0 0 0 0,1 0 0 0 0,-1 0-1 0 0,0 0 1 0 0,1 0 0 0 0,-1 0 0 0 0,1 0 0 0 0,-1 0 0 0 0,0 0-1 0 0,1 0 1 0 0,-1 0 0 0 0,1 0 0 0 0,-1 0 0 0 0,0 0 0 0 0,1 0-1 0 0,-1 1 1 0 0,1-1 0 0 0,-1 0 0 0 0,0 0 0 0 0,1 0-1 0 0,-1 1 1 0 0,0-1 0 0 0,1 0 0 0 0,-1 0 0 0 0,0 1 0 0 0,1-1-1 0 0,-1 0 1 0 0,0 1 0 0 0,0-1 0 0 0,0 0 0 0 0,1 1-1 0 0,-1-1 1 0 0,0 1 0 0 0,0-1 0 0 0,0 0 0 0 0,0 1 0 0 0,1-1-1 0 0,-1 1 1 0 0,0 0 0 0 0,11 18 1470 0 0,39 89-293 0 0,59 117 1635 0 0,-53-113-6463 0 0,-47-95-3171 0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89 10594 0 0,'0'0'34'0'0,"0"0"0"0"0,0 0 0 0 0,-1 0 0 0 0,1 1 0 0 0,0-1 0 0 0,-1 0 0 0 0,1 0 0 0 0,0 1 0 0 0,0-1 0 0 0,0 0 0 0 0,-1 1 0 0 0,1-1 0 0 0,0 0 0 0 0,0 1 0 0 0,0-1 0 0 0,0 0 0 0 0,0 1 0 0 0,-1-1 0 0 0,1 0 0 0 0,0 1 0 0 0,0-1 0 0 0,0 0 0 0 0,0 1-1 0 0,0-1 1 0 0,0 1 0 0 0,0-1 0 0 0,0 0 0 0 0,0 1 0 0 0,0-1 0 0 0,1 0 0 0 0,-1 1 0 0 0,0-1 0 0 0,0 0 0 0 0,0 1 0 0 0,1-1 0 0 0,12 7 833 0 0,22-5 791 0 0,-20-5-907 0 0,-1 0 0 0 0,24-9 0 0 0,61-32-2234 0 0,-15 6-480 0 0,-63 30 1953 0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05.7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 10594 0 0,'-3'5'944'0'0,"2"0"-751"0"0,0 0-193 0 0,-4 2 2896 0 0,3-3-3864 0 0,-2 0-344 0 0,-3 2-73 0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0.5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8 920 0 0,'-1'0'58'0'0,"1"-1"0"0"0,0 1 0 0 0,-1-1 0 0 0,1 0 0 0 0,-1 1 0 0 0,1-1 0 0 0,-1 1 0 0 0,0 0 0 0 0,1-1 0 0 0,-1 1 0 0 0,1-1 0 0 0,-1 1 0 0 0,0 0 0 0 0,1-1 0 0 0,-1 1 0 0 0,0 0 0 0 0,1 0 0 0 0,-1-1 0 0 0,0 1 0 0 0,0 0 0 0 0,1 0 0 0 0,-1 0 0 0 0,-1 0 0 0 0,-5 3 732 0 0,12 9-379 0 0,-4-9-214 0 0,1 0 0 0 0,-1 0 1 0 0,0 0-1 0 0,0 0 0 0 0,0 0 1 0 0,0 1-1 0 0,0-1 0 0 0,-1 0 1 0 0,1 0-1 0 0,-1 1 0 0 0,0 3 0 0 0,-3 44 951 0 0,1-31-784 0 0,-31 309 3025 0 0,24-270-3174 0 0,-2 10-18 0 0,2 1 0 0 0,1 94-1 0 0,11-134 182 0 0,9 46 0 0 0,-6-49-157 0 0,-2 0-1 0 0,1 39 0 0 0,-12 58 105 0 0,3-76 192 0 0,1 67 1 0 0,5-77-261 0 0,-1-15-191 0 0,0 0 1 0 0,1 0-1 0 0,1 0 1 0 0,1-1 0 0 0,14 42-1 0 0,-11-43-134 0 0,-2 0 0 0 0,0 1 0 0 0,-1 0 0 0 0,2 35 0 0 0,-3-25 250 0 0,8 38 0 0 0,29 116 368 0 0,-37-175-441 0 0,3 23 446 0 0,-6-33-541 0 0,0 0-1 0 0,0 0 1 0 0,0 0 0 0 0,0 0-1 0 0,0 1 1 0 0,0-1 0 0 0,-1 0-1 0 0,1 0 1 0 0,0 0-1 0 0,-1 0 1 0 0,1 0 0 0 0,-1 0-1 0 0,1 0 1 0 0,-1 0 0 0 0,0 0-1 0 0,1 0 1 0 0,-1 0-1 0 0,0 0 1 0 0,0 0 0 0 0,0 0-1 0 0,1 0 1 0 0,-1-1 0 0 0,0 1-1 0 0,0 0 1 0 0,-1 0 0 0 0,122-43 922 0 0,-100 36-885 0 0,2 2 1 0 0,-1 0 0 0 0,0 2-1 0 0,35 0 1 0 0,0-1 10 0 0,-38 3-12 0 0,1 0 0 0 0,0 1 0 0 0,18 4 0 0 0,38 3 6 0 0,-65-8-23 0 0,1 1 0 0 0,-1 0-1 0 0,0 1 1 0 0,17 5 0 0 0,-4-1-5 0 0,-10-3 9 0 0,0-2-1 0 0,0 0 1 0 0,1 0 0 0 0,-1-2-1 0 0,22-2 1 0 0,-19 1 4 0 0,1 1 0 0 0,-1 1 0 0 0,19 1 0 0 0,28 4-41 0 0,-46-4 0 0 0,0 0 0 0 0,0 1 0 0 0,-1 0 0 0 0,26 8 0 0 0,16 7 0 0 0,87 13 0 0 0,-119-28 55 0 0,-1 0 0 0 0,1-2 0 0 0,0-1 0 0 0,-1-1 0 0 0,49-11 0 0 0,-37 6 44 0 0,71-3 0 0 0,-99 10-99 0 0,16-1 10 0 0,1 1-1 0 0,-1 1 0 0 0,0 2 0 0 0,0 0 0 0 0,0 1 0 0 0,36 12 0 0 0,-55-14-29 0 0,1 0 0 0 0,0-1-1 0 0,0 0 1 0 0,-1 0 0 0 0,1 0 0 0 0,0-1-1 0 0,0 0 1 0 0,0 0 0 0 0,0-1 0 0 0,0 0-1 0 0,-1 0 1 0 0,1-1 0 0 0,0 0 0 0 0,-1 0-1 0 0,1 0 1 0 0,7-5 0 0 0,44-11-108 0 0,-55 17-74 0 0,1 1 0 0 0,-1-1 1 0 0,1 1-1 0 0,-1 0 0 0 0,0 0 0 0 0,1 1 0 0 0,-1-1 0 0 0,1 1 1 0 0,-1-1-1 0 0,0 1 0 0 0,0 0 0 0 0,1 0 0 0 0,-1 1 1 0 0,3 1-1 0 0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1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0 293 3225 0 0,'6'-12'2496'0'0,"3"8"-2369"0"0,1 0 0 0 0,1 0 0 0 0,-1 1 1 0 0,0 0-1 0 0,1 1 0 0 0,14-2 0 0 0,73-1 410 0 0,-18 2-262 0 0,132-29 42 0 0,29-3 41 0 0,-152 29-284 0 0,169-33 1 0 0,138-25 1408 0 0,-150 31-1380 0 0,-141 16 457 0 0,0 5 1 0 0,1 5-1 0 0,0 4 0 0 0,117 12 1 0 0,-119 9-159 0 0,-22-2-2090 0 0,-74-16-600 0 0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13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529 8 3201 0 0,'-2'-1'91'0'0,"1"0"0"0"0,-1 0 0 0 0,1 0 1 0 0,-1 1-1 0 0,1-1 0 0 0,-1 1 0 0 0,1-1 1 0 0,-1 1-1 0 0,1-1 0 0 0,-1 1 0 0 0,0 0 1 0 0,1-1-1 0 0,-1 1 0 0 0,0 0 0 0 0,1 0 1 0 0,-1 1-1 0 0,1-1 0 0 0,-1 0 0 0 0,0 0 1 0 0,-2 2-1 0 0,1-1 131 0 0,0 1 0 0 0,0-1 0 0 0,0 1 0 0 0,0 0 0 0 0,0 0 0 0 0,1 0 0 0 0,-1 1 0 0 0,1-1 0 0 0,-4 6 0 0 0,-3 5 485 0 0,0 0 0 0 0,1 1 0 0 0,-9 23 0 0 0,14-30-702 0 0,-14 32 205 0 0,3 1 0 0 0,1 0 0 0 0,2 1 0 0 0,1 0 0 0 0,-5 65 0 0 0,-14 256 120 0 0,32-193-391 0 0,0-115 613 0 0,-6 94 0 0 0,-3 109 438 0 0,6-171-929 0 0,2-4 78 0 0,-2 57 107 0 0,8 224-98 0 0,-3-323-72 0 0,11 47 0 0 0,9 71-284 0 0,-24-151 195 0 0,-2-5 112 0 0,0-1 0 0 0,1 1 0 0 0,-1-1 0 0 0,0 0-1 0 0,0 1 1 0 0,0-1 0 0 0,0 0 0 0 0,0 0 0 0 0,0 0 0 0 0,0 0 0 0 0,0 0 0 0 0,0 0 0 0 0,-1 0 0 0 0,1 0 0 0 0,0 0 0 0 0,-1 0 0 0 0,1-1 0 0 0,-1 1 0 0 0,1-1 0 0 0,-1 1 0 0 0,1-1 0 0 0,-1 1 0 0 0,-1-1 0 0 0,-41 8 1018 0 0,33-8-848 0 0,-1 1-1 0 0,1 0 0 0 0,0 0 0 0 0,0 1 0 0 0,0 1 1 0 0,1 0-1 0 0,-1 0 0 0 0,1 1 0 0 0,-13 7 0 0 0,16-9-181 0 0,0 1-1 0 0,0-1 0 0 0,-1 0 0 0 0,1-1 0 0 0,0 1 1 0 0,-1-2-1 0 0,1 1 0 0 0,-14-1 0 0 0,-59-12 435 0 0,74 12-879 0 0,8 4-1195 0 0,1 1 614 0 0,0 0-4 0 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49.8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199 134 1840 0 0,'-1'-8'195'0'0,"0"1"-1"0"0,1-1 0 0 0,0 0 0 0 0,0 1 0 0 0,0-1 1 0 0,3-12-1 0 0,-1 13 147 0 0,-1-1-1 0 0,0 0 1 0 0,-1 0 0 0 0,0 0 0 0 0,0 0-1 0 0,-2-8 1 0 0,2 16-294 0 0,0 0-1 0 0,0 0 0 0 0,0-1 1 0 0,0 1-1 0 0,0 0 0 0 0,0 0 1 0 0,0 0-1 0 0,0 0 0 0 0,0-1 1 0 0,0 1-1 0 0,0 0 0 0 0,0 0 1 0 0,0 0-1 0 0,0 0 0 0 0,0 0 1 0 0,0-1-1 0 0,0 1 1 0 0,0 0-1 0 0,0 0 0 0 0,-1 0 1 0 0,1 0-1 0 0,0 0 0 0 0,0 0 1 0 0,0 0-1 0 0,0-1 0 0 0,0 1 1 0 0,0 0-1 0 0,0 0 0 0 0,-1 0 1 0 0,1 0-1 0 0,0 0 0 0 0,0 0 1 0 0,0 0-1 0 0,0 0 1 0 0,0 0-1 0 0,-1 0 0 0 0,1 0 1 0 0,0 0-1 0 0,0 0 0 0 0,0 0 1 0 0,0 0-1 0 0,0 0 0 0 0,-1 0 1 0 0,1 0-1 0 0,0 0 0 0 0,0 0 1 0 0,0 0-1 0 0,0 0 0 0 0,0 0 1 0 0,-1 0-1 0 0,-6 9 1375 0 0,-3 13-198 0 0,-2 71-179 0 0,0 96-1 0 0,8-104-882 0 0,-20 873-119 0 0,23-908 77 0 0,-2-1 0 0 0,-3 0 0 0 0,-1 0 0 0 0,-3-1 0 0 0,-1 0 0 0 0,-3 0 0 0 0,-25 56 0 0 0,34-91-121 0 0,-6 11-273 0 0,-10 38 0 0 0,21-59-772 0 0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0.3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11 144 2761 0 0,'0'0'154'0'0,"-1"0"1"0"0,1 0 0 0 0,-1 0-1 0 0,1 0 1 0 0,-7-4 3093 0 0,6 3-3093 0 0,1 1 0 0 0,0 0 0 0 0,0-1-1 0 0,0 1 1 0 0,-1 0 0 0 0,1-1-1 0 0,0 0 1 0 0,12-8 996 0 0,26-1-688 0 0,255 18 1371 0 0,-219-1-1734 0 0,0-4-1 0 0,1-3 1 0 0,113-15 0 0 0,-4-25 614 0 0,-105 20 35 0 0,106-12 0 0 0,-97 23-594 0 0,5-1-11 0 0,132 2 1 0 0,184 30-969 0 0,-368-24-984 0 0,-21 0 287 0 0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1.0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2243 1 3681 0 0,'-4'1'185'0'0,"-1"1"0"0"0,1 0 0 0 0,0 0-1 0 0,-1 0 1 0 0,1 1 0 0 0,0-1 0 0 0,0 1 0 0 0,1 0 0 0 0,-1 0 0 0 0,0 0 0 0 0,1 1 0 0 0,0-1 0 0 0,0 1 0 0 0,0 0 0 0 0,0 0 0 0 0,-3 7-1 0 0,-7 10 569 0 0,-16 43-1 0 0,26-58-623 0 0,-18 49 947 0 0,3 1 0 0 0,-16 78 0 0 0,-6 119 361 0 0,-5 660-1261 0 0,62-698-176 0 0,-7-127 0 0 0,-10-86 43 0 0,0 0-1 0 0,0 0 1 0 0,-1 0 0 0 0,1-1 0 0 0,-1 1 0 0 0,1 0-1 0 0,-1 0 1 0 0,0 0 0 0 0,0 0 0 0 0,1-1 0 0 0,-1 1-1 0 0,0 0 1 0 0,-1-1 0 0 0,1 1 0 0 0,0-1 0 0 0,0 1-1 0 0,-1-1 1 0 0,1 0 0 0 0,-1 0 0 0 0,1 1 0 0 0,-1-1-1 0 0,1 0 1 0 0,-1 0 0 0 0,0 0 0 0 0,0-1 0 0 0,-2 2-1 0 0,-9 3 449 0 0,1 0 0 0 0,-24 5-1 0 0,26-8-421 0 0,-41 9-82 0 0,-79 7 0 0 0,-4-1-33 0 0,-50 19 5 0 0,-312 47-46 0 0,244-65 140 0 0,207-18-35 0 0,0-2 0 0 0,1-2 0 0 0,-73-15-1 0 0,-244-59 363 0 0,332 70-817 0 0,19 5-86 0 0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2.1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2761 0 0,'0'0'272'0'0,"1"1"-1"0"0,0-1 1 0 0,0 0 0 0 0,7 6 3263 0 0,-8-5-3263 0 0,1 0 0 0 0,-1-1 0 0 0,1 1 0 0 0,-1 0 0 0 0,0-1 0 0 0,1 2 0 0 0,8 28 1730 0 0,1 41-2178 0 0,-9-60 804 0 0,9 142 255 0 0,-11 160-1 0 0,-2-109-622 0 0,-21 181-45 0 0,12-249-217 0 0,7-10-5 0 0,21 246 1 0 0,-11-258-1747 0 0,-5-103 1022 0 0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3.5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40 193 1840 0 0,'-37'-4'3298'0'0,"37"4"-3263"0"0,0 0-1 0 0,0 0 1 0 0,0 0-1 0 0,0 0 1 0 0,-1 0 0 0 0,1 0-1 0 0,0 0 1 0 0,0 0-1 0 0,0 0 1 0 0,0 0 0 0 0,0 0-1 0 0,0 0 1 0 0,0 0-1 0 0,0 0 1 0 0,0 0 0 0 0,-1 0-1 0 0,1 0 1 0 0,0 0 0 0 0,0 0-1 0 0,0 0 1 0 0,21-3 644 0 0,236 0 2200 0 0,-160 5-2296 0 0,0-4-1 0 0,172-27 0 0 0,178-55 427 0 0,93 20-441 0 0,-417 58-474 0 0,143 13 0 0 0,-151 2-166 0 0,85 9 113 0 0,-172-13-109 0 0,-22-3-240 0 0,-1-1 1 0 0,1 1 0 0 0,1-1 0 0 0,-1-1 0 0 0,0 1-1 0 0,0-1 1 0 0,0 0 0 0 0,0-1 0 0 0,11-1-1 0 0,-17 2 266 0 0,0 0 0 0 0,0 0-1 0 0,0 0 1 0 0,0 0 0 0 0,1 0-1 0 0,-1 0 1 0 0,0 0 0 0 0,0-1-339 0 0,0 1 338 0 0,1 0 1 0 0,-1-1 0 0 0,0 1-1 0 0,0 0 1 0 0,0 0 0 0 0,0 0-1 0 0,0 0 1 0 0,0 0 0 0 0,0 0-1 0 0,0-1 1 0 0,0 1 0 0 0,0 0-1 0 0,0 0 1 0 0,0 0-1 0 0,0 0 1 0 0,0 0 0 0 0,0 0-1 0 0,0-1 1 0 0,0 1 0 0 0,0 0-1 0 0,-1 0 1 0 0,1 0 0 0 0,0 0-1 0 0,0 0 1 0 0,0 0 0 0 0,0 0-1 0 0,0-1 1 0 0,-1 1-212 0 0,1 0 212 0 0,0 0-1 0 0,-13-5-923 0 0,10 5 1073 0 0,-1 0-1 0 0,0 0 1 0 0,0 0-1 0 0,1 0 1 0 0,-1 1-1 0 0,0 0 1 0 0,0 0-1 0 0,1 0 0 0 0,-1 0 1 0 0,1 0-1 0 0,-1 1 1 0 0,1-1-1 0 0,-1 1 1 0 0,1 0-1 0 0,0 0 1 0 0,0 0-1 0 0,0 1 0 0 0,-4 3 1 0 0,2 0 196 0 0,1-1 0 0 0,0 1 0 0 0,1 0 0 0 0,-1 0 0 0 0,1 0-1 0 0,0 0 1 0 0,1 0 0 0 0,-1 1 0 0 0,-1 10 0 0 0,-1 7 370 0 0,2 0 1 0 0,0 1-1 0 0,2-1 0 0 0,3 47 0 0 0,12 41 24 0 0,37 146 1 0 0,-13-77-455 0 0,-3-38-59 0 0,-22-101-114 0 0,-2 0 0 0 0,-3 1 0 0 0,-1 0-1 0 0,2 49 1 0 0,-9-82-1 0 0,-1 0-1 0 0,1 0 0 0 0,-2 0 1 0 0,1-1-1 0 0,-1 1 1 0 0,-6 15-1 0 0,6-20-10 0 0,0 0-1 0 0,0-1 1 0 0,-1 1-1 0 0,0-1 1 0 0,0 1 0 0 0,0-1-1 0 0,0 0 1 0 0,-1 0 0 0 0,1-1-1 0 0,-1 1 1 0 0,0-1-1 0 0,0 1 1 0 0,-1-1 0 0 0,-5 3-1 0 0,-51 23 188 0 0,-1-3-1 0 0,-105 29 0 0 0,64-22-218 0 0,49-15-76 0 0,-179 67 36 0 0,195-70 14 0 0,-2-1 0 0 0,0-2 0 0 0,-50 9 0 0 0,-128 9 0 0 0,33-5 0 0 0,9-1 0 0 0,-66 12 0 0 0,195-27 81 0 0,-1-3 0 0 0,0-2-1 0 0,-69-2 1 0 0,-144-23 1120 0 0,239 19-1029 0 0,17 2-141 0 0,1-1 0 0 0,-1 1 0 0 0,0-1 0 0 0,0 0 0 0 0,1 0 0 0 0,-1 0 0 0 0,1-1 0 0 0,-1 0 0 0 0,1 1 0 0 0,0-2 0 0 0,0 1 0 0 0,-1 0 0 0 0,-5-6 0 0 0,9 7-513 0 0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1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92 4145 0 0,'0'-10'1341'0'0,"1"-1"0"0"0,0 0 1 0 0,1 1-1 0 0,0-1 0 0 0,0 1 0 0 0,8-18 1 0 0,-2 58 2040 0 0,-6 56-2446 0 0,-4 0 0 0 0,-16 108 0 0 0,-2 53-3548 0 0,19-222 829 0 0,0-5-3856 0 0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7370 0 0,'0'-1'101'0'0,"0"1"1"0"0,0-1 0 0 0,0 1-1 0 0,0-1 1 0 0,0 1 0 0 0,0-1 0 0 0,0 1-1 0 0,0 0 1 0 0,0-1 0 0 0,1 1-1 0 0,-1-1 1 0 0,0 1 0 0 0,0-1 0 0 0,0 1-1 0 0,1 0 1 0 0,-1-1 0 0 0,0 1-1 0 0,1-1 1 0 0,-1 1 0 0 0,0 0-1 0 0,1-1 1 0 0,-1 1 0 0 0,0 0 0 0 0,1 0-1 0 0,-1-1 1 0 0,0 1 0 0 0,1 0-1 0 0,-1 0 1 0 0,1 0 0 0 0,-1-1 0 0 0,1 1-1 0 0,-1 0 1 0 0,0 0 0 0 0,1 0-1 0 0,-1 0 1 0 0,1 0 0 0 0,-1 0 0 0 0,1 0-1 0 0,-1 0 1 0 0,1 0 0 0 0,-1 0-1 0 0,1 0 1 0 0,-1 0 0 0 0,1 0 0 0 0,-1 1-1 0 0,0-1 1 0 0,1 0 0 0 0,-1 0-1 0 0,1 0 1 0 0,-1 1 0 0 0,1-1-1 0 0,1 1 135 0 0,0 0-1 0 0,0 0 1 0 0,0 0-1 0 0,0 0 0 0 0,0 0 1 0 0,-1 1-1 0 0,1-1 1 0 0,0 0-1 0 0,-1 1 1 0 0,1 0-1 0 0,1 1 0 0 0,16 36 840 0 0,0 0-1 0 0,18 62 1 0 0,9 19-1034 0 0,-33-87-25 0 0,-9-21-2 0 0,1 0 0 0 0,0 0 1 0 0,1-1-1 0 0,0 1 0 0 0,1-1 0 0 0,0-1 1 0 0,0 1-1 0 0,18 17 0 0 0,-24-27-20 0 0,0 0-1 0 0,0 0 1 0 0,0 0-1 0 0,1 0 1 0 0,-1 0-1 0 0,0-1 1 0 0,0 1-1 0 0,1 0 1 0 0,-1-1-1 0 0,0 1 1 0 0,1-1-1 0 0,-1 0 1 0 0,0 1-1 0 0,1-1 1 0 0,-1 0-1 0 0,0 0 1 0 0,1 0-1 0 0,-1 0 1 0 0,1 0 0 0 0,-1 0-1 0 0,0 0 1 0 0,1-1-1 0 0,-1 1 1 0 0,1 0-1 0 0,-1-1 1 0 0,0 1-1 0 0,1-1 1 0 0,-1 1-1 0 0,0-1 1 0 0,0 0-1 0 0,0 0 1 0 0,1 1-1 0 0,-1-1 1 0 0,0 0-1 0 0,0 0 1 0 0,0 0-1 0 0,0 0 1 0 0,0 0 0 0 0,-1 0-1 0 0,1-1 1 0 0,0 1-1 0 0,0 0 1 0 0,0-2-1 0 0,5-8-85 0 0,-1 0 0 0 0,0 0-1 0 0,0 0 1 0 0,2-14 0 0 0,-2 11 15 0 0,33-130-1442 0 0,-27 97 1842 0 0,1 1 0 0 0,22-54 1 0 0,-33 98-199 0 0,0 0-1 0 0,-1 1 1 0 0,1-1 0 0 0,0 0 0 0 0,0 1 0 0 0,-1-1 0 0 0,1 0 0 0 0,1 1-1 0 0,-1 0 1 0 0,0-1 0 0 0,0 1 0 0 0,0-1 0 0 0,1 1 0 0 0,-1 0 0 0 0,1 0-1 0 0,-1 0 1 0 0,1 0 0 0 0,-1 0 0 0 0,1 0 0 0 0,0 0 0 0 0,-1 1 0 0 0,1-1-1 0 0,0 1 1 0 0,2-1 0 0 0,-2 1-44 0 0,0 0 0 0 0,0 1 0 0 0,0 0 0 0 0,0-1 0 0 0,-1 1 0 0 0,1 0 0 0 0,0 0 0 0 0,0 0 0 0 0,0 0 0 0 0,-1 0 0 0 0,1 1 0 0 0,-1-1 0 0 0,1 0 0 0 0,-1 1 0 0 0,0-1 0 0 0,1 1 0 0 0,-1-1 0 0 0,0 1 0 0 0,0 0 0 0 0,0 0 0 0 0,0-1 0 0 0,1 3-1 0 0,11 26 12 0 0,-1 1 0 0 0,-1 0-1 0 0,-1 1 1 0 0,-2 0-1 0 0,5 48 1 0 0,13 45-196 0 0,-5-54-1820 0 0,-8-42-3828 0 0,-3-10-831 0 0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8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80 10594 0 0,'1'-7'797'0'0,"-1"1"1"0"0,1 0-1 0 0,1-1 0 0 0,-1 1 0 0 0,3-6 0 0 0,1-6 2294 0 0,-9 34-2836 0 0,1 1 0 0 0,1-1 0 0 0,0 1 0 0 0,2 0 0 0 0,0-1 0 0 0,0 1 0 0 0,2 0 0 0 0,0-1 0 0 0,8 31 0 0 0,-8-37-151 0 0,1-1-1 0 0,1-1 0 0 0,-1 1 1 0 0,1 0-1 0 0,1-1 0 0 0,0 0 1 0 0,0 0-1 0 0,0 0 0 0 0,1-1 1 0 0,0 0-1 0 0,1 0 0 0 0,-1 0 1 0 0,1-1-1 0 0,1 0 0 0 0,-1 0 1 0 0,1-1-1 0 0,0 0 0 0 0,0 0 1 0 0,13 4-1 0 0,-19-7-113 0 0,1-1 0 0 0,-1 0 0 0 0,1-1 1 0 0,-1 1-1 0 0,1 0 0 0 0,0-1 0 0 0,-1 1 0 0 0,1-1 0 0 0,0 0 0 0 0,-1 0 1 0 0,1 0-1 0 0,0 0 0 0 0,0-1 0 0 0,-1 1 0 0 0,1-1 0 0 0,-1 1 0 0 0,1-1 1 0 0,0 0-1 0 0,-1 0 0 0 0,1 0 0 0 0,3-3 0 0 0,-3 2-26 0 0,0-1-1 0 0,0 0 1 0 0,0 0-1 0 0,0-1 1 0 0,-1 1-1 0 0,1 0 1 0 0,-1-1-1 0 0,0 0 1 0 0,0 1-1 0 0,0-1 0 0 0,-1 0 1 0 0,3-7-1 0 0,-1-2-46 0 0,0-1-1 0 0,-1 1 0 0 0,-1 0 0 0 0,0-1 0 0 0,-1 0 0 0 0,0 1 0 0 0,-4-25 0 0 0,2 27 142 0 0,-1 0 0 0 0,-1 0 0 0 0,0 0 0 0 0,0 1 0 0 0,-1 0 0 0 0,-1 0 0 0 0,1 0 0 0 0,-1 1 0 0 0,-1-1 0 0 0,0 1 0 0 0,0 1 0 0 0,-13-12 0 0 0,16 16-193 0 0,0 1 1 0 0,0 0-1 0 0,0 0 1 0 0,0 0-1 0 0,-1 0 0 0 0,0 1 1 0 0,1-1-1 0 0,-1 1 0 0 0,0 0 1 0 0,0 1-1 0 0,0-1 1 0 0,0 1-1 0 0,0 0 0 0 0,0 0 1 0 0,0 1-1 0 0,-1-1 0 0 0,1 1 1 0 0,0 1-1 0 0,0-1 1 0 0,-1 0-1 0 0,1 1 0 0 0,0 0 1 0 0,0 1-1 0 0,0-1 0 0 0,0 1 1 0 0,0 0-1 0 0,1 0 1 0 0,-10 5-1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 93 13827 0 0,'4'-13'991'0'0,"4"-30"307"0"0,-7 42-1161 0 0,-1-1 0 0 0,0 0 0 0 0,0 0 0 0 0,0 0 0 0 0,0 0 0 0 0,0 0 0 0 0,0 0 0 0 0,0 1 0 0 0,0-1 0 0 0,-1 0 0 0 0,1 0 0 0 0,-1 0 0 0 0,0 0 0 0 0,1 1 0 0 0,-1-1 1 0 0,0 0-1 0 0,-1-1 0 0 0,1 2-50 0 0,0 1 0 0 0,0 0 1 0 0,0-1-1 0 0,0 1 0 0 0,0 0 0 0 0,0 0 1 0 0,0 0-1 0 0,0 0 0 0 0,0 0 1 0 0,0 0-1 0 0,0 0 0 0 0,0 0 1 0 0,0 0-1 0 0,0 0 0 0 0,0 0 1 0 0,0 1-1 0 0,0-1 0 0 0,0 0 1 0 0,0 1-1 0 0,1-1 0 0 0,-1 1 0 0 0,0-1 1 0 0,0 1-1 0 0,0-1 0 0 0,0 1 1 0 0,1 0-1 0 0,-1-1 0 0 0,0 1 1 0 0,0 1-1 0 0,-25 23 661 0 0,25-23-629 0 0,-8 7 4 0 0,2 0 0 0 0,-1 1 1 0 0,1 0-1 0 0,0 0 1 0 0,1 0-1 0 0,1 1 0 0 0,-9 21 1 0 0,13-28-115 0 0,-1 1 1 0 0,1 0 0 0 0,1 0-1 0 0,-1-1 1 0 0,1 1 0 0 0,-1 0-1 0 0,1 0 1 0 0,1 0-1 0 0,-1 0 1 0 0,1 0 0 0 0,0-1-1 0 0,0 1 1 0 0,0 0-1 0 0,0-1 1 0 0,1 1 0 0 0,0-1-1 0 0,0 1 1 0 0,0-1 0 0 0,1 0-1 0 0,-1 0 1 0 0,1 0-1 0 0,4 5 1 0 0,6 5-38 0 0,1-1 1 0 0,1-1-1 0 0,0 0 0 0 0,18 11 0 0 0,-18-13-138 0 0,0 0-1 0 0,-1 1 1 0 0,0 1 0 0 0,19 21-1 0 0,-31-30 104 0 0,0 1 0 0 0,0-1 0 0 0,0 1 0 0 0,0-1 0 0 0,0 1 0 0 0,-1 0-1 0 0,0-1 1 0 0,1 1 0 0 0,-2 0 0 0 0,1 0 0 0 0,0 0 0 0 0,-1 0 0 0 0,0 0 0 0 0,1 0 0 0 0,-2 0 0 0 0,1 0 0 0 0,0 0 0 0 0,-1 0-1 0 0,0 0 1 0 0,0 0 0 0 0,0 0 0 0 0,0-1 0 0 0,-1 1 0 0 0,1 0 0 0 0,-1-1 0 0 0,-4 8 0 0 0,3-7-108 0 0,0 1 1 0 0,0-1 0 0 0,-1 0-1 0 0,1 1 1 0 0,-1-1 0 0 0,0-1-1 0 0,0 1 1 0 0,0-1 0 0 0,-1 1-1 0 0,1-1 1 0 0,-1 0 0 0 0,0-1-1 0 0,0 1 1 0 0,0-1-1 0 0,0 0 1 0 0,0 0 0 0 0,-1-1-1 0 0,1 0 1 0 0,-8 2 0 0 0,2-4-4130 0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5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41 2761 0 0,'4'-4'-108'0'0,"0"-1"1639"0"0,1 0 0 0 0,-1 1-1 0 0,1 0 1 0 0,0 0 0 0 0,0 0 0 0 0,0 0-1 0 0,8-3 1 0 0,-12 7-1407 0 0,-1 0 0 0 0,1 0-1 0 0,-1 0 1 0 0,1 0 0 0 0,-1 0 0 0 0,1 1-1 0 0,0-1 1 0 0,-1 0 0 0 0,0 0 0 0 0,1 0-1 0 0,-1 1 1 0 0,1-1 0 0 0,-1 0 0 0 0,1 0-1 0 0,-1 1 1 0 0,1-1 0 0 0,-1 0 0 0 0,0 1-1 0 0,1-1 1 0 0,-1 1 0 0 0,0-1 0 0 0,1 0-1 0 0,-1 1 1 0 0,0-1 0 0 0,0 1-1 0 0,1-1 1 0 0,-1 1 0 0 0,0-1 0 0 0,0 1-1 0 0,0-1 1 0 0,0 1 0 0 0,1-1 0 0 0,-1 1-1 0 0,0-1 1 0 0,0 1 0 0 0,0-1 0 0 0,0 1-1 0 0,0 0 1 0 0,1 27 1006 0 0,-1-23-836 0 0,6 97 23 0 0,38 194 0 0 0,-43-290-830 0 0,3 11-773 0 0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1 172 8754 0 0,'0'-7'308'0'0,"0"1"-1"0"0,1-1 1 0 0,-1 0 0 0 0,2 1 0 0 0,-1-1-1 0 0,1 1 1 0 0,0-1 0 0 0,0 1 0 0 0,1 0-1 0 0,-1 0 1 0 0,1 0 0 0 0,1 0 0 0 0,-1 0-1 0 0,1 1 1 0 0,0 0 0 0 0,0 0 0 0 0,7-7-1 0 0,-6 7-208 0 0,0 0 0 0 0,0 0 0 0 0,0 1 0 0 0,1-1-1 0 0,0 1 1 0 0,-1 0 0 0 0,1 1 0 0 0,1 0-1 0 0,-1-1 1 0 0,0 2 0 0 0,1-1 0 0 0,-1 1 0 0 0,1 0-1 0 0,0 1 1 0 0,0-1 0 0 0,11 0 0 0 0,15 9-1761 0 0,-18 0-3519 0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6:59.8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98 5065 0 0,'0'0'26'0'0,"0"1"0"0"0,0-1 1 0 0,0 0-1 0 0,0 0 0 0 0,0 0 0 0 0,0 0 1 0 0,0 0-1 0 0,0 1 0 0 0,0-1 0 0 0,0 0 0 0 0,0 0 1 0 0,0 0-1 0 0,0 0 0 0 0,0 0 0 0 0,0 1 0 0 0,0-1 1 0 0,0 0-1 0 0,0 0 0 0 0,0 0 0 0 0,0 0 0 0 0,0 0 1 0 0,0 1-1 0 0,0-1 0 0 0,0 0 0 0 0,1 0 0 0 0,-1 0 1 0 0,0 0-1 0 0,0 0 0 0 0,0 0 0 0 0,0 0 0 0 0,0 0 1 0 0,0 0-1 0 0,1 1 0 0 0,-1-1 0 0 0,0 0 0 0 0,0 0 1 0 0,0 0-1 0 0,0 0 0 0 0,0 0 0 0 0,1 0 0 0 0,-1 0 1 0 0,0 0-1 0 0,0 0 0 0 0,0 0 0 0 0,0 0 1 0 0,0 0-1 0 0,1 0 0 0 0,-1 0 0 0 0,0 0 0 0 0,0 0 1 0 0,0 0-1 0 0,0 0 0 0 0,0 0 0 0 0,1-1 0 0 0,-1 1 1 0 0,0 0-1 0 0,0 0 0 0 0,0 0 0 0 0,0 0 0 0 0,18-6 1356 0 0,14-11-178 0 0,3-4-834 0 0,69-29-1 0 0,-84 43-369 0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9674 0 0,'-1'7'3895'0'0,"3"10"-2197"0"0,-1-11-1036 0 0,26 215 5320 0 0,-1-8-10048 0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2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1 267 1824 0 0,'2'-61'-218'0'0,"0"45"1522"0"0,0 1-1 0 0,1-1 1 0 0,0 1 0 0 0,7-16 0 0 0,-7 24-581 0 0,-1 0-1 0 0,2 1 1 0 0,-1-1 0 0 0,1 1 0 0 0,0 0-1 0 0,0 0 1 0 0,0 0 0 0 0,1 0 0 0 0,0 1-1 0 0,8-7 1 0 0,-8 8-465 0 0,0 1 1 0 0,0 0-1 0 0,0 0 0 0 0,0 0 1 0 0,0 1-1 0 0,1 0 0 0 0,0 0 1 0 0,9-2-1 0 0,8-1-117 0 0,0 2 0 0 0,0 0 0 0 0,0 2 1 0 0,0 0-1 0 0,37 5 0 0 0,-33 5-2742 0 0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3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1376 0 0,'14'-16'4010'0'0,"14"-14"-753"0"0,22-25 536 0 0,-16 20-4613 0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1 3681 0 0,'-5'7'-298'0'0,"-2"6"1022"0"0,1-1 0 0 0,-9 23 0 0 0,13-31-227 0 0,1 0 0 0 0,0 0 0 0 0,0-1 0 0 0,1 1 0 0 0,-1 0 0 0 0,1 0 0 0 0,0 0 0 0 0,0 0 0 0 0,0 0 0 0 0,1 0 0 0 0,-1 0 0 0 0,1-1 0 0 0,0 1-1 0 0,2 6 1 0 0,-2-8-346 0 0,-1-1 0 0 0,1 0 0 0 0,0 0-1 0 0,-1 0 1 0 0,1 0 0 0 0,0 0 0 0 0,0 0-1 0 0,0-1 1 0 0,0 1 0 0 0,0 0 0 0 0,0 0-1 0 0,0-1 1 0 0,0 1 0 0 0,0 0 0 0 0,0-1-1 0 0,0 1 1 0 0,1-1 0 0 0,-1 0-1 0 0,0 1 1 0 0,0-1 0 0 0,0 0 0 0 0,1 0-1 0 0,-1 1 1 0 0,0-1 0 0 0,0 0 0 0 0,1 0-1 0 0,-1-1 1 0 0,0 1 0 0 0,0 0 0 0 0,1 0-1 0 0,-1 0 1 0 0,0-1 0 0 0,2 0 0 0 0,7-2 111 0 0,-1-1 1 0 0,1 0-1 0 0,11-7 1 0 0,-3 2-865 0 0,-2 2-3881 0 0,1 0-1575 0 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84 920 0 0,'69'-4'11450'0'0,"1"-5"-6710"0"0,35-4-1003 0 0,-80 11-3317 0 0,-1 0 0 0 0,46-12 0 0 0,-57 10-1257 0 0,0 0 0 0 0,-1-1 0 0 0,0-1 0 0 0,12-6 1 0 0,-12 3-603 0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0.9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0 8754 0 0,'-7'7'592'0'0,"0"0"0"0"0,0 0 1 0 0,1 0-1 0 0,0 0 0 0 0,1 1 0 0 0,-1 0 1 0 0,2 1-1 0 0,-1-1 0 0 0,1 1 0 0 0,0-1 1 0 0,-2 12-1 0 0,-3 10 1009 0 0,1 0-1 0 0,-4 34 1 0 0,8-36-954 0 0,1 1 0 0 0,2 0-1 0 0,3 42 1 0 0,10 9-1470 0 0,-8-66-1189 0 0,1 1-1 0 0,12 27 1 0 0,-3-16-5024 0 0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5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 27 8290 0 0,'1'-1'220'0'0,"-1"0"0"0"0,0-1 0 0 0,0 1 0 0 0,0 0 0 0 0,0 0 0 0 0,0 0 0 0 0,0 0 0 0 0,0 0 0 0 0,-1 0 0 0 0,1 0 0 0 0,0 0 0 0 0,0 0 0 0 0,-1 0 0 0 0,1 0 0 0 0,-1 0 0 0 0,1 0 0 0 0,-1 0 0 0 0,1 0 0 0 0,-1 0 0 0 0,0 0 0 0 0,1 1 0 0 0,-1-1 0 0 0,0 0 0 0 0,0 0 0 0 0,-1 0 0 0 0,1 1-31 0 0,0 0 0 0 0,0 0 1 0 0,0 0-1 0 0,-1 0 1 0 0,1 0-1 0 0,0 0 1 0 0,0 0-1 0 0,-1 0 0 0 0,1 0 1 0 0,0 1-1 0 0,0-1 1 0 0,0 0-1 0 0,0 1 1 0 0,0-1-1 0 0,-1 1 0 0 0,1 0 1 0 0,-2 1-1 0 0,-5 3 333 0 0,0 2-1 0 0,1-1 1 0 0,-1 1-1 0 0,-6 8 1 0 0,5-5-275 0 0,1 0 0 0 0,0 1 0 0 0,1-1 1 0 0,0 2-1 0 0,1-1 0 0 0,0 0 0 0 0,-5 17 0 0 0,9-24-231 0 0,1 0 1 0 0,0 1-1 0 0,0-1 0 0 0,0 1 0 0 0,1 0 0 0 0,-1-1 0 0 0,1 1 1 0 0,1-1-1 0 0,-1 1 0 0 0,0-1 0 0 0,1 1 0 0 0,0-1 1 0 0,0 1-1 0 0,0-1 0 0 0,1 1 0 0 0,0-1 0 0 0,-1 0 1 0 0,1 0-1 0 0,1 0 0 0 0,-1 0 0 0 0,1 0 0 0 0,-1 0 1 0 0,7 5-1 0 0,4 3-98 0 0,0-1 0 0 0,0-1 0 0 0,1 0 0 0 0,28 14 0 0 0,-25-15-135 0 0,0 1 1 0 0,-1 1-1 0 0,19 16 1 0 0,-33-26 208 0 0,-1 0 1 0 0,0 0 0 0 0,0 0 0 0 0,0 0 0 0 0,0 0 0 0 0,0 0 0 0 0,0 0 0 0 0,0 0 0 0 0,0 0 0 0 0,-1 1 0 0 0,1-1 0 0 0,0 0 0 0 0,-1 1 0 0 0,1-1 0 0 0,-1 1 0 0 0,1-1 0 0 0,-1 0 0 0 0,0 1 0 0 0,0-1 0 0 0,0 1 0 0 0,1-1 0 0 0,-1 1 0 0 0,0-1 0 0 0,-1 1 0 0 0,1-1 0 0 0,0 3 0 0 0,-2-2 8 0 0,1 0 0 0 0,-1 1 0 0 0,1-1 0 0 0,-1 0 1 0 0,1 0-1 0 0,-1 0 0 0 0,0 0 0 0 0,0 0 0 0 0,0 0 0 0 0,0-1 0 0 0,-1 1 0 0 0,1-1 1 0 0,-3 2-1 0 0,-11 5 50 0 0,1-1 0 0 0,-1-1-1 0 0,-25 6 1 0 0,38-11-46 0 0,-86 17-263 0 0,50-14-2258 0 0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1.8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10594 0 0,'0'0'1134'0'0,"2"3"-254"0"0,0-1 1 0 0,0 1-1 0 0,0 0 0 0 0,0 0 1 0 0,-1-1-1 0 0,1 1 1 0 0,1 6-1 0 0,9 42 2118 0 0,-7-25-2360 0 0,6 30-149 0 0,6 83-1 0 0,2 9-523 0 0,-19-145-54 0 0,7 27-1055 0 0,2-16-3088 0 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4 103 3209 0 0,'-1'-4'127'0'0,"0"-1"0"0"0,0 1 0 0 0,1 0 1 0 0,-1 0-1 0 0,1 0 0 0 0,0 0 0 0 0,0-1 1 0 0,1 1-1 0 0,-1 0 0 0 0,1 0 0 0 0,0 0 1 0 0,0 0-1 0 0,3-7 0 0 0,-3 9 183 0 0,1-1-1 0 0,0 0 1 0 0,0 1 0 0 0,0 0-1 0 0,0-1 1 0 0,1 1-1 0 0,-1 0 1 0 0,0 0 0 0 0,1 0-1 0 0,0 1 1 0 0,-1-1-1 0 0,1 0 1 0 0,0 1 0 0 0,0 0-1 0 0,0 0 1 0 0,0 0 0 0 0,0 0-1 0 0,0 0 1 0 0,4 0-1 0 0,-3 0-116 0 0,1 0 0 0 0,0 1 0 0 0,-1 0 0 0 0,1 0 0 0 0,0 0 0 0 0,0 0 0 0 0,-1 1-1 0 0,1 0 1 0 0,0 0 0 0 0,-1 0 0 0 0,1 0 0 0 0,-1 1 0 0 0,1 0 0 0 0,-1 0 0 0 0,0 0 0 0 0,1 0-1 0 0,-1 1 1 0 0,0 0 0 0 0,-1-1 0 0 0,1 2 0 0 0,-1-1 0 0 0,1 0 0 0 0,-1 1 0 0 0,0-1 0 0 0,0 1-1 0 0,0 0 1 0 0,-1 0 0 0 0,1 0 0 0 0,-1 0 0 0 0,0 1 0 0 0,0-1 0 0 0,0 0 0 0 0,-1 1 0 0 0,0-1-1 0 0,0 1 1 0 0,0 0 0 0 0,0 0 0 0 0,-1-1 0 0 0,0 1 0 0 0,0 0 0 0 0,0 0 0 0 0,0-1 0 0 0,-1 1-1 0 0,0 0 1 0 0,0-1 0 0 0,0 1 0 0 0,0 0 0 0 0,-1-1 0 0 0,0 0 0 0 0,0 1 0 0 0,-5 7 0 0 0,2-5-541 0 0,0 1 0 0 0,-1-2 0 0 0,0 1 0 0 0,0-1 0 0 0,-1 0 0 0 0,-14 10 0 0 0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2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1 271 7370 0 0,'10'-3'618'0'0,"0"0"1"0"0,-1-1 0 0 0,1-1 0 0 0,-1 0-1 0 0,0 0 1 0 0,0-1 0 0 0,-1 0 0 0 0,16-14-1 0 0,-10 7 792 0 0,0-2 0 0 0,-1 0 0 0 0,20-29-1 0 0,-26 33-744 0 0,-1-1 0 0 0,10-23 0 0 0,-15 33-608 0 0,1-1 1 0 0,-1 0-1 0 0,0 0 0 0 0,-1 1 1 0 0,1-1-1 0 0,0 0 0 0 0,-1 0 1 0 0,1 0-1 0 0,-1 0 1 0 0,0 0-1 0 0,0 0 0 0 0,-1 0 1 0 0,1 0-1 0 0,0 0 0 0 0,-1 0 1 0 0,0 0-1 0 0,1 0 1 0 0,-4-5-1 0 0,4 7-65 0 0,-1 0 0 0 0,0 1 0 0 0,0-1 1 0 0,0 0-1 0 0,0 1 0 0 0,0-1 0 0 0,1 1 0 0 0,-1-1 0 0 0,0 1 0 0 0,0-1 0 0 0,0 1 1 0 0,0 0-1 0 0,0-1 0 0 0,-1 1 0 0 0,1 0 0 0 0,0 0 0 0 0,0 0 0 0 0,0 0 1 0 0,0 0-1 0 0,0 0 0 0 0,0 0 0 0 0,0 0 0 0 0,0 0 0 0 0,0 1 0 0 0,0-1 1 0 0,0 0-1 0 0,0 1 0 0 0,0-1 0 0 0,0 1 0 0 0,0-1 0 0 0,0 1 0 0 0,0-1 1 0 0,0 1-1 0 0,0 0 0 0 0,1-1 0 0 0,-1 1 0 0 0,-1 1 0 0 0,-32 31-488 0 0,31-30 464 0 0,-1 2 10 0 0,0 0-1 0 0,0 0 1 0 0,1 1 0 0 0,0 0-1 0 0,0-1 1 0 0,0 1-1 0 0,1 0 1 0 0,-1 0 0 0 0,2 0-1 0 0,-1 1 1 0 0,1-1-1 0 0,-1 0 1 0 0,2 1 0 0 0,-1-1-1 0 0,1 1 1 0 0,1 9-1 0 0,-1-12-32 0 0,0-1 0 0 0,1 0 0 0 0,0 1 0 0 0,0-1 0 0 0,0 1 0 0 0,0-1 0 0 0,0 0 0 0 0,1 0 1 0 0,0 0-1 0 0,-1 0 0 0 0,1 0 0 0 0,0 0 0 0 0,0 0 0 0 0,1-1 0 0 0,-1 1 0 0 0,0-1 0 0 0,1 1 0 0 0,0-1 0 0 0,-1 0 0 0 0,1 0 0 0 0,0 0 0 0 0,0 0 0 0 0,0-1 0 0 0,1 1 0 0 0,-1-1 0 0 0,0 0 0 0 0,0 0 0 0 0,1 0 0 0 0,-1 0 0 0 0,1-1 0 0 0,6 1 0 0 0,6 0-6653 0 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0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56 5985 0 0,'-2'-12'126'0'0,"2"8"878"0"0,-1-1-1 0 0,0 1 1 0 0,0 0-1 0 0,0 0 1 0 0,0-1-1 0 0,-1 1 1 0 0,-2-4-1 0 0,4 8-846 0 0,0-1 0 0 0,-2 0 470 0 0,2 1-471 0 0,0-1 1 0 0,-1 1 0 0 0,1 0 0 0 0,0-1-1 0 0,-1 1 1 0 0,1 0 0 0 0,-1 0 0 0 0,1 0-1 0 0,-1-1 1 0 0,1 1 0 0 0,-1 0 0 0 0,1 0-1 0 0,-1 0 1 0 0,1 0 0 0 0,-1 0-1 0 0,1 0 1 0 0,-1 0 0 0 0,1 0 0 0 0,-1 0-1 0 0,0 0 1 0 0,0 1-54 0 0,-1-1 0 0 0,0 1-1 0 0,1 0 1 0 0,-1 0 0 0 0,1 0 0 0 0,-1 0-1 0 0,1 0 1 0 0,0 0 0 0 0,-1 0 0 0 0,1 1-1 0 0,-2 1 1 0 0,-6 8 85 0 0,0 0 0 0 0,0 1 1 0 0,1 0-1 0 0,1 1 0 0 0,0 0 0 0 0,-10 26 0 0 0,15-32-202 0 0,0 0 0 0 0,0 0 0 0 0,1 1 0 0 0,-1-1 0 0 0,2 0 0 0 0,-1 0 0 0 0,1 9 0 0 0,0-13-17 0 0,1 1 1 0 0,0 0-1 0 0,-1-1 1 0 0,1 1-1 0 0,0-1 1 0 0,0 1-1 0 0,1-1 1 0 0,-1 1-1 0 0,1-1 1 0 0,0 0-1 0 0,0 0 1 0 0,0 0-1 0 0,0 0 1 0 0,4 5-1 0 0,-4-7-68 0 0,1 1 0 0 0,-1 0 0 0 0,0-1-1 0 0,0 1 1 0 0,1-1 0 0 0,-1 0 0 0 0,1 0 0 0 0,-1 0 0 0 0,1 0 0 0 0,-1 0-1 0 0,1 0 1 0 0,0-1 0 0 0,-1 1 0 0 0,1-1 0 0 0,0 0 0 0 0,0 0 0 0 0,-1 0-1 0 0,1 0 1 0 0,0 0 0 0 0,-1-1 0 0 0,1 1 0 0 0,0-1 0 0 0,-1 0 0 0 0,1 1-1 0 0,0-1 1 0 0,-1-1 0 0 0,1 1 0 0 0,3-2 0 0 0,7-5-585 0 0,1-1 0 0 0,-2 0-1 0 0,22-19 1 0 0,-22 18 399 0 0,1-2 48 0 0,64-56-1888 0 0,-69 59 2384 0 0,1 0-1 0 0,-2 0 1 0 0,1-1-1 0 0,-1 0 1 0 0,-1 0-1 0 0,12-16 4213 0 0,-18 25-4409 0 0,2 16 1718 0 0,-2 19-683 0 0,-1-20-1022 0 0,2 0 0 0 0,0 1 0 0 0,0-1 0 0 0,2 0 0 0 0,0 0 0 0 0,0 0 0 0 0,1 0 0 0 0,1 0 0 0 0,0-1 0 0 0,1 0 0 0 0,0 0 0 0 0,1 0 0 0 0,1-1 0 0 0,0 0 0 0 0,10 12 0 0 0,-7-15-1052 0 0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2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9674 0 0,'-2'0'864'0'0,"-1"0"-696"0"0,2 4 1481 0 0,-1-1-745 0 0,-1 2 8 0 0,1 2-80 0 0,0 3-24 0 0,2 1 1 0 0,3 0-1 0 0,1 1-1016 0 0,3-1-208 0 0,0 0-33 0 0,1 0-15 0 0,1 1 464 0 0,-3-1 0 0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17 11522 0 0,'0'-1'81'0'0,"0"0"1"0"0,0 1-1 0 0,0-1 0 0 0,0 0 0 0 0,0 1 0 0 0,0-1 0 0 0,0 1 0 0 0,-1-1 0 0 0,1 0 0 0 0,0 1 0 0 0,0-1 0 0 0,0 1 0 0 0,-1-1 0 0 0,1 0 0 0 0,0 1 0 0 0,-1-1 0 0 0,1 1 0 0 0,0-1 0 0 0,-1 1 0 0 0,1-1 0 0 0,-1 1 0 0 0,1 0 0 0 0,-1-1 0 0 0,1 1 0 0 0,-1 0 0 0 0,1-1 0 0 0,-1 1 0 0 0,1 0 0 0 0,-1-1 0 0 0,0 1 0 0 0,1 0 0 0 0,-1 0 0 0 0,1 0 0 0 0,-1-1 0 0 0,0 1 0 0 0,-1 0 0 0 0,0 1 98 0 0,0 0 0 0 0,0-1 0 0 0,0 1 0 0 0,0 0 0 0 0,0 0 0 0 0,0 0-1 0 0,0 1 1 0 0,1-1 0 0 0,-1 0 0 0 0,0 1 0 0 0,-1 1 0 0 0,-6 6 429 0 0,1 0 0 0 0,0 1 1 0 0,-8 12-1 0 0,9-8-314 0 0,1 1 0 0 0,0-1 0 0 0,1 1-1 0 0,0 0 1 0 0,2 0 0 0 0,-1 0 0 0 0,2 0 0 0 0,0 1 0 0 0,1-1-1 0 0,1 26 1 0 0,3 3 25 0 0,1 1 0 0 0,15 62 0 0 0,-3-37-198 0 0,3-1 1 0 0,3 0-1 0 0,46 98 0 0 0,-63-156-728 0 0,1 0 0 0 0,1-1-1 0 0,0 1 1 0 0,11 11 0 0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8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34 171 5065 0 0,'-6'-2'-80'0'0,"-18"-10"1186"0"0,24 12-1041 0 0,-1-1 0 0 0,1 1-1 0 0,0-1 1 0 0,-1 1 0 0 0,1-1 0 0 0,0 1 0 0 0,0-1-1 0 0,-1 0 1 0 0,1 1 0 0 0,0-1 0 0 0,0 1 0 0 0,0-1 0 0 0,0 0-1 0 0,0 1 1 0 0,0-1 0 0 0,0 1 0 0 0,0-1 0 0 0,0 0-1 0 0,0 1 1 0 0,0-1 0 0 0,0 1 0 0 0,0-1 0 0 0,1 0-1 0 0,-1 1 1 0 0,0-1 0 0 0,0 1 0 0 0,1-1 0 0 0,-1 1 0 0 0,0-1-1 0 0,1 1 1 0 0,-1-1 0 0 0,1 1 0 0 0,-1-1 0 0 0,0 1-1 0 0,1-1 1 0 0,-1 1 0 0 0,1 0 0 0 0,-1-1 0 0 0,1 1-1 0 0,-1 0 1 0 0,1-1 0 0 0,0 1 0 0 0,9-7 216 0 0,0 0 1 0 0,0 0 0 0 0,1 1-1 0 0,-1 1 1 0 0,1 0-1 0 0,13-4 1 0 0,74-19 1263 0 0,-51 16-1400 0 0,-17 3-115 0 0,131-31-1823 0 0,-161 40 1921 0 0,1 0 0 0 0,0 0 0 0 0,0 0 0 0 0,0 0 0 0 0,0 0 0 0 0,0 1 0 0 0,0-1 0 0 0,0 0 0 0 0,0 0 0 0 0,-1 1 0 0 0,1-1 0 0 0,0 0 0 0 0,0 1 0 0 0,0-1 0 0 0,-1 1 0 0 0,1-1 0 0 0,0 1 0 0 0,0-1 0 0 0,-1 1 0 0 0,1 0 0 0 0,-1-1 0 0 0,1 1 0 0 0,0 0 0 0 0,-1 0 0 0 0,1-1 0 0 0,-1 1 0 0 0,0 0 0 0 0,1 0 0 0 0,-1 0 0 0 0,0-1 0 0 0,1 1 0 0 0,-1 0 0 0 0,0 1 0 0 0,7 38 4180 0 0,-4-21-3156 0 0,4 11-154 0 0,15 55 374 0 0,-19-77-1488 0 0,0-1 1 0 0,0 0-1 0 0,0 0 1 0 0,1 0-1 0 0,0-1 1 0 0,1 1-1 0 0,-1-1 1 0 0,12 11-1 0 0,-9-11-902 0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3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7834 0 0,'-3'8'6099'0'0,"6"3"-3577"0"0,10 9-3165 0 0,-8-13 9 0 0,16 35-213 0 0,-13-24 847 0 0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2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43 8754 0 0,'17'-24'1847'0'0,"-13"7"2331"0"0,-5 17-4087 0 0,1 0 0 0 0,0 0-1 0 0,0 0 1 0 0,-1 0 0 0 0,1-1-1 0 0,0 1 1 0 0,0 0 0 0 0,-1 0-1 0 0,1 0 1 0 0,0 0 0 0 0,0 0 0 0 0,-1 0-1 0 0,1 0 1 0 0,0 0 0 0 0,-1 0-1 0 0,1 0 1 0 0,0 0 0 0 0,0 0 0 0 0,-1 0-1 0 0,1 0 1 0 0,0 0 0 0 0,0 0-1 0 0,-1 0 1 0 0,1 0 0 0 0,0 1-1 0 0,0-1 1 0 0,-1 0 0 0 0,1 0 0 0 0,-1 1 453 0 0,1-1-454 0 0,-1 1 1 0 0,1-1 0 0 0,0 0 0 0 0,0 0-1 0 0,0 0 1 0 0,0 1 0 0 0,0-1-1 0 0,0 0 1 0 0,-1 1 0 0 0,1-1 0 0 0,0 0-1 0 0,0 0 1 0 0,0 1 0 0 0,-10 12 1037 0 0,5-4-932 0 0,1 0 0 0 0,0 0 0 0 0,1 0-1 0 0,-1 0 1 0 0,2 1 0 0 0,-1-1-1 0 0,1 1 1 0 0,1 0 0 0 0,0 0 0 0 0,0-1-1 0 0,1 1 1 0 0,0 0 0 0 0,1 0-1 0 0,0 0 1 0 0,0-1 0 0 0,1 1 0 0 0,1 0-1 0 0,3 9 1 0 0,-4-13-175 0 0,1 1 0 0 0,0 0 1 0 0,1-1-1 0 0,-1 0 0 0 0,1 0 0 0 0,0 0 0 0 0,1 0 0 0 0,0 0 1 0 0,0-1-1 0 0,0 0 0 0 0,0 0 0 0 0,1-1 0 0 0,-1 1 0 0 0,1-1 0 0 0,1 0 1 0 0,-1-1-1 0 0,0 1 0 0 0,1-1 0 0 0,0-1 0 0 0,0 1 0 0 0,0-1 1 0 0,0 0-1 0 0,0-1 0 0 0,0 1 0 0 0,8-1 0 0 0,-7-1-221 0 0,-1 0-1 0 0,0-1 1 0 0,1 1-1 0 0,-1-2 1 0 0,0 1-1 0 0,0-1 1 0 0,0 0-1 0 0,0-1 1 0 0,0 1-1 0 0,0-1 1 0 0,8-6-1 0 0,4-1-7795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7:04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1 29030 0 0,'-9'7'2841'0'0,"6"-6"-2529"0"0,2 1-248 0 0,-1-1-64 0 0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35.88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928 571 7834 0 0,'-57'-22'524'0'0,"-1"1"0"0"0,-82-16 0 0 0,63 17-419 0 0,-201-44 225 0 0,220 54-579 0 0,-1 3 0 0 0,-106 1 0 0 0,134 11 108 0 0,31-5 133 0 0,-1 0 0 0 0,1 1 0 0 0,0-1 0 0 0,0 0 0 0 0,-1 0 0 0 0,1 0 0 0 0,0 0-1 0 0,0 0 1 0 0,0 0 0 0 0,-1 1 0 0 0,1-1 0 0 0,0 0 0 0 0,0 0 0 0 0,0 0 0 0 0,0 0 0 0 0,-1 1 0 0 0,1-1 0 0 0,0 0 0 0 0,0 0 0 0 0,0 1 0 0 0,0-1 0 0 0,0 0 0 0 0,0 0 0 0 0,-1 1 0 0 0,1-1 0 0 0,0 0 0 0 0,0 0 0 0 0,0 1 0 0 0,0-1 0 0 0,0 0 0 0 0,0 0 0 0 0,0 1 0 0 0,12 10-390 0 0,8-2 230 0 0,-1 0 1 0 0,1-2 0 0 0,1 0 0 0 0,-1-2-1 0 0,35 5 1 0 0,-17-2 341 0 0,97 17 278 0 0,239 14 1 0 0,138-41-440 0 0,827-103 1108 0 0,-1175 89-922 0 0,391-24 361 0 0,76 8 835 0 0,-145 29-312 0 0,182-8-1066 0 0,-507 4-274 0 0,329-22-917 0 0,-376 21 1016 0 0,-60 5 205 0 0,0-1 1 0 0,99-22-1 0 0,-146 24 29 0 0,0-1-1 0 0,0 1 0 0 0,0-1 0 0 0,0-1 0 0 0,8-4 1 0 0,-14 8-45 0 0,0-1 1 0 0,0 0-1 0 0,-1 1 1 0 0,1-1-1 0 0,0 1 1 0 0,0-1 0 0 0,-1 0-1 0 0,1 0 1 0 0,-1 1-1 0 0,1-1 1 0 0,-1 0 0 0 0,1 0-1 0 0,-1 0 1 0 0,1 0-1 0 0,-1 0 1 0 0,0 1 0 0 0,1-1-1 0 0,-1 0 1 0 0,0 0-1 0 0,0-1 1 0 0,0 0 0 0 0,0 1 0 0 0,-1 0 1 0 0,1 0-1 0 0,-1 0 0 0 0,1-1 1 0 0,-1 1-1 0 0,1 0 0 0 0,-1 0 0 0 0,0 0 1 0 0,0 0-1 0 0,0 0 0 0 0,1 0 1 0 0,-1 1-1 0 0,0-1 0 0 0,0 0 0 0 0,0 0 1 0 0,0 1-1 0 0,-1-1 0 0 0,1 0 1 0 0,-2 0-1 0 0,-13-6 48 0 0,-1 0 1 0 0,-1 1-1 0 0,1 1 0 0 0,-1 1 1 0 0,0 0-1 0 0,-20-1 0 0 0,9 1-34 0 0,-448-44-936 0 0,-6 37 95 0 0,420 11 752 0 0,-1772 41-2041 0 0,1471-27 1447 0 0,-426-6-2 0 0,-236 12 686 0 0,620 9 117 0 0,402-28-50 0 0,10 1-78 0 0,24 2-149 0 0,44 2-526 0 0,238-5-1197 0 0,-99-3 1952 0 0,1082 4 2487 0 0,122-37-1424 0 0,103 1-739 0 0,-1029 48-80 0 0,177 1-353 0 0,1-40-110 0 0,153-56 514 0 0,-796 78-343 0 0,-14 3 5 0 0,-1-2-1 0 0,1 1 1 0 0,0-1 0 0 0,-1-1 0 0 0,22-8-1 0 0,-33 11-57 0 0,0 0-1 0 0,0-1 0 0 0,0 1 1 0 0,0 0-1 0 0,0 0 1 0 0,0-1-1 0 0,0 1 1 0 0,0 0-1 0 0,0 0 0 0 0,0-1 1 0 0,0 1-1 0 0,0 0 1 0 0,-1 0-1 0 0,1-1 1 0 0,0 1-1 0 0,0 0 0 0 0,0 0 1 0 0,0 0-1 0 0,-1-1 1 0 0,1 1-1 0 0,0 0 1 0 0,0 0-1 0 0,-1 0 0 0 0,1 0 1 0 0,0-1-1 0 0,0 1 1 0 0,0 0-1 0 0,-1 0 0 0 0,1 0 1 0 0,0 0-1 0 0,-1 0 1 0 0,1 0-1 0 0,0 0 1 0 0,0 0-1 0 0,-1 0 0 0 0,1 0 1 0 0,0 0-1 0 0,0 0 1 0 0,-1 0-1 0 0,1 0 1 0 0,0 0-1 0 0,0 0 0 0 0,-1 0 1 0 0,-19-4 304 0 0,-75-9-12 0 0,0 4 0 0 0,-131 5 1 0 0,144 3-326 0 0,-382 5-1312 0 0,-846 118-1 0 0,78 122 1449 0 0,67 55-796 0 0,534-111-138 0 0,-23 24 240 0 0,651-211 568 0 0,-155 60-177 0 0,133-50-106 0 0,1 2 0 0 0,1 0 0 0 0,0 1 0 0 0,-25 20 0 0 0,46-33 245 0 0,1 0 0 0 0,-1 1 0 0 0,1-1 0 0 0,-1 0 0 0 0,1 0 1 0 0,-1 1-1 0 0,1-1 0 0 0,0 1 0 0 0,-1 0 0 0 0,1-1 0 0 0,0 1 1 0 0,0 0-1 0 0,0-1 0 0 0,1 1 0 0 0,-1 0 0 0 0,0 0 0 0 0,1 0 1 0 0,-1 0-1 0 0,1 0 0 0 0,-1 0 0 0 0,1 0 0 0 0,0 3 0 0 0,1-3 3 0 0,-1 0-1 0 0,1-1 1 0 0,0 1-1 0 0,0 0 1 0 0,0-1-1 0 0,0 1 1 0 0,1-1-1 0 0,-1 1 0 0 0,0-1 1 0 0,1 0-1 0 0,-1 1 1 0 0,1-1-1 0 0,-1 0 1 0 0,1 0-1 0 0,-1 0 1 0 0,1 0-1 0 0,0 0 1 0 0,2 1-1 0 0,10 3-116 0 0,-1-1 0 0 0,1 0 1 0 0,-1-1-1 0 0,28 3 0 0 0,27-2 98 0 0,133-8 0 0 0,70-27 1294 0 0,-181 19-998 0 0,662-86 2488 0 0,1089-119-959 0 0,-211 67-1685 0 0,-1379 128-74 0 0,1052-105 626 0 0,-1252 121-511 0 0,72-7 281 0 0,228-55 0 0 0,-345 66-307 0 0,38-13 382 0 0,-42 14-414 0 0,0 0-1 0 0,0 1 1 0 0,0-1-1 0 0,0 0 1 0 0,-1-1 0 0 0,1 1-1 0 0,0 0 1 0 0,-1 0-1 0 0,1-1 1 0 0,0 1 0 0 0,-1-1-1 0 0,0 1 1 0 0,1-1-1 0 0,-1 0 1 0 0,0 1-1 0 0,0-1 1 0 0,2-3 0 0 0,-4 4-11 0 0,1-1 1 0 0,0 1-1 0 0,0 0 1 0 0,0 0 0 0 0,-1-1-1 0 0,1 1 1 0 0,0 0-1 0 0,-1 0 1 0 0,0 0 0 0 0,1 0-1 0 0,-1-1 1 0 0,1 1 0 0 0,-1 0-1 0 0,0 0 1 0 0,0 0-1 0 0,0 0 1 0 0,1 1 0 0 0,-1-1-1 0 0,0 0 1 0 0,0 0-1 0 0,0 0 1 0 0,-1 1 0 0 0,1-1-1 0 0,0 1 1 0 0,0-1-1 0 0,-1 0 1 0 0,-36-15 766 0 0,-13 1-164 0 0,0 2 1 0 0,-83-9-1 0 0,-111 2-728 0 0,111 11 97 0 0,-873-14-2403 0 0,-114 111-810 0 0,195 95 1473 0 0,19 81 842 0 0,747-216 697 0 0,-157 59-914 0 0,309-104 1028 0 0,-2 1-83 0 0,1 0 1 0 0,-1 0-1 0 0,1 1 1 0 0,0 0-1 0 0,0 1 1 0 0,0 0-1 0 0,1 0 1 0 0,-11 11 0 0 0,18-16 120 0 0,0 0 0 0 0,1-1 0 0 0,-1 1 1 0 0,1 0-1 0 0,-1 0 0 0 0,1-1 1 0 0,-1 1-1 0 0,1 0 0 0 0,-1 0 1 0 0,1 0-1 0 0,0 0 0 0 0,0-1 1 0 0,-1 1-1 0 0,1 0 0 0 0,0 0 1 0 0,0 0-1 0 0,0 0 0 0 0,0 0 0 0 0,0 0 1 0 0,0 0-1 0 0,0-1 0 0 0,0 1 1 0 0,0 0-1 0 0,1 0 0 0 0,-1 0 1 0 0,0 0-1 0 0,1 1 0 0 0,0 0-5 0 0,1-1 0 0 0,-1 1-1 0 0,0-1 1 0 0,1 1 0 0 0,0-1-1 0 0,-1 0 1 0 0,1 1 0 0 0,0-1-1 0 0,-1 0 1 0 0,1 0 0 0 0,3 1-1 0 0,5 2-72 0 0,1 0 0 0 0,0-1 0 0 0,16 3-1 0 0,31 2-436 0 0,102 1 0 0 0,63-14 286 0 0,-150 2 345 0 0,1040-69 1743 0 0,-930 58-1415 0 0,1316-120 1254 0 0,-1215 98-1561 0 0,-40 4-7 0 0,-20 5 1359 0 0,247-62-1 0 0,-462 87-1371 0 0,70-22 697 0 0,-72 22-611 0 0,-1-1 0 0 0,1 0 1 0 0,-1-1-1 0 0,1 1 0 0 0,-1-1 0 0 0,0-1 0 0 0,0 1 0 0 0,9-11 0 0 0,-14 14-145 0 0,-1 1 0 0 0,1 0 0 0 0,-1-1-1 0 0,1 1 1 0 0,-1-1 0 0 0,0 0 0 0 0,1 1-1 0 0,-1-1 1 0 0,0 1 0 0 0,0-1 0 0 0,1 1-1 0 0,-1-1 1 0 0,0 0 0 0 0,0 1 0 0 0,0-1-1 0 0,0 0 1 0 0,0 1 0 0 0,0-1 0 0 0,0 1-1 0 0,0-1 1 0 0,0 0 0 0 0,0 1 0 0 0,0-1-1 0 0,0 0 1 0 0,0 1 0 0 0,0-1 0 0 0,-1 1-1 0 0,1-1 1 0 0,0 0 0 0 0,-1 0 0 0 0,-18-13 563 0 0,-32-2 106 0 0,49 15-655 0 0,-106-16 453 0 0,1 3-1 0 0,-142 2 1 0 0,158 9-543 0 0,-1947-41-2661 0 0,1623 55 2471 0 0,1 18 0 0 0,-674 136 0 0 0,-871 239-972 0 0,1864-387 1244 0 0,36-7-532 0 0,-69 22 1 0 0,126-32 471 0 0,1 0 0 0 0,0 1 0 0 0,-1-1-1 0 0,1 0 1 0 0,0 1 0 0 0,-1-1 0 0 0,1 1 0 0 0,0 0 0 0 0,0 0 0 0 0,-1-1 0 0 0,1 1 0 0 0,0 0 0 0 0,0 0 0 0 0,0 0 0 0 0,0 0 0 0 0,0 0 0 0 0,0 0 0 0 0,0 0 0 0 0,1 0 0 0 0,-1 1 0 0 0,-1 1 0 0 0,2-2 4 0 0,0 0 0 0 0,0 0-1 0 0,0 1 1 0 0,1-1 0 0 0,-1 0-1 0 0,0 0 1 0 0,1 0 0 0 0,-1 0 0 0 0,0 0-1 0 0,1 0 1 0 0,-1 0 0 0 0,1 0-1 0 0,0 0 1 0 0,-1 0 0 0 0,1 0 0 0 0,0 0-1 0 0,-1 0 1 0 0,1 0 0 0 0,0 0 0 0 0,1 0-1 0 0,8 7-96 0 0,0 0 0 0 0,0-2 1 0 0,20 11-1 0 0,-23-13 90 0 0,31 15-207 0 0,2-2 0 0 0,0-1-1 0 0,53 13 1 0 0,133 20-811 0 0,-171-38 861 0 0,151 26-185 0 0,396 18 0 0 0,-518-55 596 0 0,0-4 0 0 0,0-3 0 0 0,-1-4 1 0 0,0-4-1 0 0,104-32 0 0 0,-153 36 570 0 0,-1-1 0 0 0,0-2 0 0 0,40-23 0 0 0,-61 30-450 0 0,0 0 0 0 0,-1-1 0 0 0,0-1 1 0 0,0 0-1 0 0,0 0 0 0 0,-1-1 0 0 0,-1 0 0 0 0,0-1 0 0 0,0 0 1 0 0,-1 0-1 0 0,9-16 0 0 0,-15 23-257 0 0,-1-1 1 0 0,1 1-1 0 0,-1 0 1 0 0,1 0-1 0 0,-1-1 1 0 0,-1 1-1 0 0,1-1 1 0 0,0 1-1 0 0,-1-1 1 0 0,0 1-1 0 0,0-1 1 0 0,-1 1-1 0 0,1-1 1 0 0,-1 1-1 0 0,0-1 1 0 0,0 1-1 0 0,0 0 1 0 0,-1-1-1 0 0,1 1 1 0 0,-1 0-1 0 0,0 0 1 0 0,-1 0-1 0 0,1 0 1 0 0,-1 1-1 0 0,1-1 1 0 0,-1 0-1 0 0,0 1 1 0 0,0 0-1 0 0,-1 0 1 0 0,-5-5-1 0 0,-7-4-1 0 0,0 1 1 0 0,-1 0-1 0 0,-1 1 0 0 0,1 1 1 0 0,-32-12-1 0 0,-36-9-370 0 0,0 4-1 0 0,-166-28 1 0 0,-186 10-270 0 0,129 37 310 0 0,-512 52 0 0 0,661-30-135 0 0,-172 21-733 0 0,183-18 288 0 0,23-4-19 0 0,-157 40 0 0 0,250-46 735 0 0,-9 2-26 0 0,2 1 0 0 0,-1 2 0 0 0,-73 36 0 0 0,110-48 92 0 0,1 0 0 0 0,-1 0 0 0 0,1 1-1 0 0,0-1 1 0 0,0 1 0 0 0,0-1 0 0 0,0 1 0 0 0,0 0 0 0 0,0 0 0 0 0,0 0 0 0 0,0 0 0 0 0,1 0-1 0 0,-1 1 1 0 0,1-1 0 0 0,-1 0 0 0 0,1 1 0 0 0,0-1 0 0 0,0 1 0 0 0,0-1 0 0 0,0 1-1 0 0,1-1 1 0 0,-1 1 0 0 0,1 0 0 0 0,0 0 0 0 0,-1 3 0 0 0,2-3-32 0 0,0 1 1 0 0,0 0-1 0 0,1-1 1 0 0,-1 1-1 0 0,1 0 1 0 0,-1-1-1 0 0,1 0 1 0 0,0 1-1 0 0,1-1 1 0 0,-1 0-1 0 0,0 0 1 0 0,1 0 0 0 0,0-1-1 0 0,-1 1 1 0 0,1-1-1 0 0,0 1 1 0 0,5 2-1 0 0,11 7-160 0 0,2 0 0 0 0,-1-1-1 0 0,2-1 1 0 0,-1-2 0 0 0,1 0 0 0 0,1-1-1 0 0,35 7 1 0 0,166 13-744 0 0,-219-27 955 0 0,183 9 160 0 0,0-9 1 0 0,1-7 0 0 0,270-47 0 0 0,-310 27 217 0 0,-1-5 0 0 0,-2-8 0 0 0,196-80 0 0 0,-174 44 871 0 0,-139 61-777 0 0,-1-1 0 0 0,-1-2 0 0 0,40-33 0 0 0,-61 47-317 0 0,-1-1 0 0 0,0 0-1 0 0,0 0 1 0 0,-1 0 0 0 0,0-1 0 0 0,0 0 0 0 0,0 1 0 0 0,0-1 0 0 0,-1-1-1 0 0,0 1 1 0 0,0 0 0 0 0,-1-1 0 0 0,0 1 0 0 0,3-15 0 0 0,-5 16-23 0 0,0 0 0 0 0,0-1 1 0 0,-1 1-1 0 0,1-1 0 0 0,-1 1 1 0 0,0 0-1 0 0,-1 0 0 0 0,1-1 0 0 0,-1 1 1 0 0,0 0-1 0 0,-1 1 0 0 0,1-1 0 0 0,-1 0 1 0 0,0 1-1 0 0,0-1 0 0 0,0 1 1 0 0,0 0-1 0 0,-1 0 0 0 0,-8-7 0 0 0,-9-6 122 0 0,0 1-1 0 0,-1 1 0 0 0,-1 0 0 0 0,-1 2 1 0 0,0 1-1 0 0,0 1 0 0 0,-1 1 0 0 0,-43-11 1 0 0,-21-1-71 0 0,-106-11 0 0 0,-30 6-282 0 0,-376 6 0 0 0,-224 87-865 0 0,437-2 198 0 0,274-39 126 0 0,-149 53 1 0 0,245-72 471 0 0,-47 20-465 0 0,61-24 569 0 0,0 0-1 0 0,0 0 1 0 0,1 0 0 0 0,-1 1-1 0 0,1-1 1 0 0,-1 1 0 0 0,1 0-1 0 0,0 0 1 0 0,0 0-1 0 0,0 0 1 0 0,1 1 0 0 0,-5 7-1 0 0,6-9 27 0 0,0 1 1 0 0,1-1-1 0 0,0 1 0 0 0,-1 0 1 0 0,1-1-1 0 0,0 1 0 0 0,0 0 0 0 0,0-1 1 0 0,1 1-1 0 0,-1 0 0 0 0,1-1 1 0 0,-1 1-1 0 0,1-1 0 0 0,0 1 0 0 0,0-1 1 0 0,0 1-1 0 0,0-1 0 0 0,0 1 0 0 0,1-1 1 0 0,-1 0-1 0 0,1 0 0 0 0,0 0 1 0 0,-1 0-1 0 0,1 0 0 0 0,0 0 0 0 0,0 0 1 0 0,3 2-1 0 0,6 5-184 0 0,0-1 0 0 0,1 0 1 0 0,21 11-1 0 0,1-2-147 0 0,0-2 0 0 0,2-2 1 0 0,57 14-1 0 0,115 14 50 0 0,-195-39 353 0 0,184 25 224 0 0,1-8-1 0 0,2-9 1 0 0,-1-9-1 0 0,327-40 0 0 0,-413 22-106 0 0,-1-6 0 0 0,202-68-1 0 0,-279 79-50 0 0,0-2 0 0 0,55-31 0 0 0,-82 41 3 0 0,0-1 0 0 0,0 0 0 0 0,-1-1 0 0 0,0 1 0 0 0,0-2 0 0 0,0 1 1 0 0,0-1-1 0 0,-1 1 0 0 0,0-2 0 0 0,-1 1 0 0 0,0-1 0 0 0,0 0 0 0 0,0 0 0 0 0,-1 0 0 0 0,0-1 0 0 0,3-12 1 0 0,-6 15 33 0 0,0 0 1 0 0,-1 1-1 0 0,1-1 0 0 0,-1 0 1 0 0,-1 0-1 0 0,1 1 1 0 0,-1-1-1 0 0,0 0 1 0 0,0 1-1 0 0,-1-1 1 0 0,0 1-1 0 0,0-1 0 0 0,0 1 1 0 0,0 0-1 0 0,-1 0 1 0 0,0 0-1 0 0,0 0 1 0 0,-1 1-1 0 0,1-1 1 0 0,-1 1-1 0 0,0 0 0 0 0,0 0 1 0 0,0 0-1 0 0,-7-5 1 0 0,-6-3 210 0 0,1 1 1 0 0,-2 1-1 0 0,1 0 1 0 0,-1 1-1 0 0,-34-11 1 0 0,-5 2-122 0 0,-2 3 1 0 0,1 2-1 0 0,-1 3 0 0 0,-1 2 0 0 0,0 3 1 0 0,-67 4-1 0 0,15 6-328 0 0,2 5 0 0 0,-153 35 0 0 0,-16 30-559 0 0,239-61 13 0 0,1 2 0 0 0,1 2 0 0 0,0 1 0 0 0,-62 44 0 0 0,32-7-5141 0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38.30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2362 245 3225 0 0,'-9'-15'59'0'0,"0"1"1"0"0,-1-1-1 0 0,0 2 1 0 0,-1 0-1 0 0,-1 0 1 0 0,0 1-1 0 0,-24-18 1 0 0,17 16 44 0 0,-1 0-1 0 0,-1 1 1 0 0,0 2 0 0 0,-1 0 0 0 0,0 1-1 0 0,0 1 1 0 0,-1 1 0 0 0,-1 1 0 0 0,1 1 0 0 0,-1 1-1 0 0,0 1 1 0 0,-26 0 0 0 0,-34 0-521 0 0,0 5 0 0 0,-91 12 0 0 0,162-12 411 0 0,-411 60-508 0 0,5 24 65 0 0,377-76 444 0 0,-451 104 525 0 0,454-105-403 0 0,18-4 201 0 0,1 0 0 0 0,-1 1 0 0 0,1 2 0 0 0,0 0-1 0 0,-34 17 1 0 0,54-24-286 0 0,-1 0 1 0 0,1 0-1 0 0,-1 1 0 0 0,1-1 0 0 0,-1 0 0 0 0,1 1 0 0 0,-1-1 1 0 0,1 0-1 0 0,-1 1 0 0 0,1-1 0 0 0,0 0 0 0 0,-1 1 1 0 0,1-1-1 0 0,0 1 0 0 0,-1-1 0 0 0,1 0 0 0 0,0 1 1 0 0,0-1-1 0 0,-1 1 0 0 0,1-1 0 0 0,0 1 0 0 0,0-1 1 0 0,0 1-1 0 0,0-1 0 0 0,0 2 0 0 0,9 4 517 0 0,25-2-22 0 0,-31-4-487 0 0,298-5 1432 0 0,-166-2-1064 0 0,1291-54 2669 0 0,-1373 58-2988 0 0,1435-88 194 0 0,-1040 45-391 0 0,-448 46 111 0 0,0 0 0 0 0,0 0 0 0 0,0 0 1 0 0,-1 0-1 0 0,1 0 0 0 0,0 0 1 0 0,0 0-1 0 0,0 0 0 0 0,0 0 0 0 0,0 0 1 0 0,0 0-1 0 0,0 0 0 0 0,0 0 0 0 0,0 0 1 0 0,0 0-1 0 0,0 0 0 0 0,0-1 0 0 0,0 1 1 0 0,0 0-1 0 0,0 0 0 0 0,0 0 1 0 0,0 0-1 0 0,0 0 0 0 0,0 0 0 0 0,0 0 1 0 0,0 0-1 0 0,0 0 0 0 0,0 0 0 0 0,0 0 1 0 0,0-1-1 0 0,0 1 0 0 0,0 0 1 0 0,0 0-1 0 0,0 0 0 0 0,-18-3-59 0 0,-26-2-184 0 0,-334 6-1896 0 0,143 3 1054 0 0,-108 2 681 0 0,0 15-1 0 0,2 15 1 0 0,-430 101 0 0 0,144 31-432 0 0,612-164 829 0 0,-114 39-197 0 0,116-38 227 0 0,-1 2 0 0 0,1-1 0 0 0,0 1 0 0 0,0 1 0 0 0,1 1 1 0 0,-21 17-1 0 0,32-25-14 0 0,-1 0 1 0 0,1 0-1 0 0,0 0 1 0 0,0 0 0 0 0,0 0-1 0 0,0 1 1 0 0,0-1-1 0 0,0 0 1 0 0,0 1-1 0 0,0-1 1 0 0,0 0-1 0 0,1 1 1 0 0,-1-1 0 0 0,0 1-1 0 0,1-1 1 0 0,0 1-1 0 0,-1-1 1 0 0,1 1-1 0 0,0 0 1 0 0,0-1 0 0 0,0 1-1 0 0,0 0 1 0 0,0 2-1 0 0,1-2-6 0 0,0-1 0 0 0,0 1 0 0 0,0-1 0 0 0,0 1 0 0 0,0-1 0 0 0,1 0 0 0 0,-1 0-1 0 0,0 1 1 0 0,1-1 0 0 0,-1 0 0 0 0,1 0 0 0 0,-1 0 0 0 0,1 0 0 0 0,0-1 0 0 0,-1 1 0 0 0,1 0 0 0 0,3 0 0 0 0,10 3 0 0 0,1-1 1 0 0,0 0-1 0 0,26 0 1 0 0,-36-3 6 0 0,747-19 3304 0 0,-548 6-2770 0 0,1016-49 1532 0 0,282-13-1512 0 0,-687 56-761 0 0,-793 19 91 0 0,-13 0-14 0 0,-1 0 1 0 0,1 0 0 0 0,-1 1 0 0 0,1 0 0 0 0,-1 1 0 0 0,17 4-1 0 0,-26-6 102 0 0,0 0 0 0 0,0 1 0 0 0,0-1 0 0 0,0 0 0 0 0,1 0 0 0 0,-1 0 0 0 0,0 0 0 0 0,0 0 0 0 0,0 0 0 0 0,0 1 0 0 0,0-1-1 0 0,0 0 1 0 0,0 0 0 0 0,0 0 0 0 0,1 1 0 0 0,-1-1 0 0 0,0 0 0 0 0,0 0 0 0 0,0 0 0 0 0,0 0 0 0 0,0 1 0 0 0,0-1 0 0 0,0 0 0 0 0,0 0-1 0 0,0 0 1 0 0,0 1 0 0 0,0-1 0 0 0,0 0 0 0 0,0 0 0 0 0,0 0 0 0 0,0 0 0 0 0,-1 1 0 0 0,1-1 0 0 0,0 0 0 0 0,0 0 0 0 0,0 0 0 0 0,0 0 0 0 0,0 1-1 0 0,0-1 1 0 0,0 0 0 0 0,-1 0 0 0 0,1 0 0 0 0,0 0 0 0 0,0 0 0 0 0,0 1 0 0 0,0-1 0 0 0,0 0 0 0 0,-1 0 0 0 0,1 0 0 0 0,0 0 0 0 0,0 0 0 0 0,0 0-1 0 0,0 0 1 0 0,-1 0 0 0 0,1 0 0 0 0,0 0 0 0 0,0 0 0 0 0,0 0 0 0 0,-1 0 0 0 0,1 0 0 0 0,0 0 0 0 0,0 0 0 0 0,0 0 0 0 0,-1 0 0 0 0,1 0-1 0 0,0 0 1 0 0,-17 6-494 0 0,-77 14-1419 0 0,-178 14-1 0 0,136-21 1597 0 0,-328 36-411 0 0,-377 48 240 0 0,11 63 996 0 0,427-45-167 0 0,13 36-391 0 0,354-132-207 0 0,51-16-261 0 0,10-4 346 0 0,788-114 2343 0 0,-134 16-172 0 0,147 12-314 0 0,-349 39-1046 0 0,-473 48-624 0 0,88-9 17 0 0,-1-4 0 0 0,99-27 1 0 0,-189 40-27 0 0,34-14 28 0 0,-34 13-14 0 0,-1 1-1 0 0,1 0 1 0 0,-1 0 0 0 0,1-1 0 0 0,-1 1-1 0 0,0 0 1 0 0,1-1 0 0 0,-1 1-1 0 0,1-1 1 0 0,-1 1 0 0 0,0-1 0 0 0,1 1-1 0 0,-1-1 1 0 0,0 1 0 0 0,0-1-1 0 0,1 1 1 0 0,-1-1 0 0 0,0 1 0 0 0,0-1-1 0 0,0 1 1 0 0,0-1 0 0 0,1 1 0 0 0,-1-1-1 0 0,0 0 1 0 0,0 1 0 0 0,0-1-1 0 0,0 1 1 0 0,0-1 0 0 0,-1 1 0 0 0,1-1-1 0 0,0 1 1 0 0,0-1 0 0 0,0 0-1 0 0,0 1 1 0 0,-1-1 0 0 0,1 1 0 0 0,0-1-1 0 0,0 1 1 0 0,-1-1 0 0 0,1 1-1 0 0,0-1 1 0 0,-1 1 0 0 0,1 0 0 0 0,-1-1-1 0 0,1 1 1 0 0,0 0 0 0 0,-1-1-1 0 0,1 1 1 0 0,-1 0 0 0 0,1-1 0 0 0,-1 1-1 0 0,1 0 1 0 0,-1 0 0 0 0,1-1-1 0 0,-1 1 1 0 0,0 0 0 0 0,0 0 0 0 0,-14-8 44 0 0,-1 2 1 0 0,0-1 0 0 0,0 2 0 0 0,-1 0 0 0 0,1 1 0 0 0,-22-2 0 0 0,14 1-45 0 0,-880-104-2232 0 0,-555 78 1915 0 0,529 83 298 0 0,634-31-81 0 0,-283 24 28 0 0,466-34 78 0 0,31-1 169 0 0,-88-3 0 0 0,164-7-97 0 0,3 0-34 0 0,1 1 0 0 0,-1-1 0 0 0,1 0 0 0 0,-1 0 0 0 0,0-1 0 0 0,1 1-1 0 0,-1 0 1 0 0,1-1 0 0 0,-1 0 0 0 0,1 1 0 0 0,-1-1 0 0 0,1 0 0 0 0,-4-2 0 0 0,7 1-20 0 0,1 1 0 0 0,0 0 0 0 0,0 0 0 0 0,-1 0 0 0 0,1 0 0 0 0,0 0 0 0 0,0 0 0 0 0,0 0 0 0 0,0 1 0 0 0,0-1 0 0 0,0 0-1 0 0,0 1 1 0 0,4 0 0 0 0,660-106 1694 0 0,-11 47-549 0 0,-309 32-888 0 0,-236 13-481 0 0,119-32 0 0 0,-221 44 173 0 0,-1 1 1 0 0,-1 0 1 0 0,0-1-1 0 0,1 0 0 0 0,-1 0 1 0 0,0-1-1 0 0,0 0 0 0 0,0 0 1 0 0,9-7-1 0 0,-14 10 16 0 0,-1 0-1 0 0,1-1 1 0 0,-1 1-1 0 0,0 0 1 0 0,1 0 0 0 0,-1-1-1 0 0,0 1 1 0 0,0 0 0 0 0,1-1-1 0 0,-1 1 1 0 0,0-1 0 0 0,0 1-1 0 0,1 0 1 0 0,-1-1-1 0 0,0 1 1 0 0,0-1 0 0 0,0 1-1 0 0,0-1 1 0 0,0 1 0 0 0,0-1-1 0 0,0 1 1 0 0,0 0-1 0 0,0-1 1 0 0,0 1 0 0 0,0-1-1 0 0,0 1 1 0 0,0-1 0 0 0,0 1-1 0 0,0-1 1 0 0,0 1-1 0 0,0 0 1 0 0,-1-1 0 0 0,1 1-1 0 0,0-1 1 0 0,-17-11-153 0 0,-23-1 17 0 0,-2 6 336 0 0,-1 1-1 0 0,-1 2 1 0 0,-56 3-1 0 0,-134 18-294 0 0,150-10-24 0 0,-1045 168-1775 0 0,1026-150 1895 0 0,65-15-69 0 0,0-1 0 0 0,-1-1 0 0 0,-64 2 0 0 0,116-11 78 0 0,0 0 0 0 0,-1-1 0 0 0,16-5 0 0 0,10-2 201 0 0,1453-161 763 0 0,8 114-116 0 0,-312 62-1389 0 0,-1158-4 460 0 0,10-2-274 0 0,0 3-1 0 0,0 1 1 0 0,0 1 0 0 0,45 14 0 0 0,-82-18 287 0 0,0-1-1 0 0,0 1 1 0 0,0-1 0 0 0,-1 1 0 0 0,1 0-1 0 0,0 0 1 0 0,-1-1 0 0 0,1 1 0 0 0,-1 0 0 0 0,1 1-1 0 0,-1-1 1 0 0,1 0 0 0 0,1 3 0 0 0,-3-4 23 0 0,0 0 1 0 0,0 1-1 0 0,0-1 0 0 0,0 1 1 0 0,0-1-1 0 0,0 1 1 0 0,0-1-1 0 0,0 1 1 0 0,0-1-1 0 0,0 0 1 0 0,0 1-1 0 0,0-1 1 0 0,0 1-1 0 0,0-1 0 0 0,0 1 1 0 0,-1-1-1 0 0,1 0 1 0 0,0 1-1 0 0,0-1 1 0 0,-1 0-1 0 0,1 1 1 0 0,0-1-1 0 0,0 0 0 0 0,-1 1 1 0 0,1-1-1 0 0,0 0 1 0 0,-1 1-1 0 0,1-1 1 0 0,0 0-1 0 0,-1 0 1 0 0,1 0-1 0 0,-1 1 0 0 0,0-1 1 0 0,-4 3-244 0 0,-1-1 0 0 0,0 0 1 0 0,-1 0-1 0 0,1 0 0 0 0,0-1 1 0 0,-8 2-1 0 0,-346 9-1857 0 0,242-12 2034 0 0,-265 2 503 0 0,-1045 20 556 0 0,1337-19-934 0 0,-461 1 187 0 0,540-4-235 0 0,8 1-8 0 0,0-1 0 0 0,-1 0-1 0 0,1 0 1 0 0,0-1 0 0 0,0 1 0 0 0,0-1-1 0 0,0 0 1 0 0,0 0 0 0 0,0 0 0 0 0,-8-4-1 0 0,13 4 12 0 0,0 1-1 0 0,0-1 1 0 0,-1 0-1 0 0,1 0 0 0 0,0 0 1 0 0,0 1-1 0 0,0-1 1 0 0,0 0-1 0 0,0 1 0 0 0,0-1 1 0 0,0 1-1 0 0,0-1 1 0 0,0 1-1 0 0,0 0 0 0 0,0-1 1 0 0,3 1-1 0 0,84-24-319 0 0,152-19 0 0 0,-166 32 394 0 0,1892-180 5297 0 0,-1491 177-3649 0 0,57-3-384 0 0,-389 2-1257 0 0,17 0 356 0 0,-132 18-25 0 0,-21 2-351 0 0,-20 2-386 0 0,-46 9-806 0 0,-66 11 1 0 0,13-4 432 0 0,-10 6-554 0 0,61-14-2216 0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38.50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218 8 8290 0 0,'-4'-5'736'0'0,"-2"2"-584"0"0,1 3-152 0 0,2 2 0 0 0,-6 1-1088 0 0,-3 0 448 0 0,-7 0-1 0 0,-8 1 505 0 0,-11 1 136 0 0,-8-1 0 0 0,-2-4 0 0 0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44.90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4278 834 13363 0 0,'1'-4'-100'0'0,"-1"-1"0"0"0,1 1 0 0 0,-1 0 0 0 0,0 0 1 0 0,0 0-1 0 0,0-1 0 0 0,-1 1 0 0 0,1 0 0 0 0,-1 0 0 0 0,0 0 0 0 0,-1 0 1 0 0,1 0-1 0 0,0 0 0 0 0,-1 0 0 0 0,0 0 0 0 0,0 0 0 0 0,0 1 0 0 0,-1-1 1 0 0,1 1-1 0 0,-1-1 0 0 0,0 1 0 0 0,0 0 0 0 0,0 0 0 0 0,0 1 0 0 0,0-1 1 0 0,-1 1-1 0 0,-6-4 0 0 0,-5-3-40 0 0,0 0 0 0 0,0 2-1 0 0,-1 0 1 0 0,0 1 0 0 0,-27-7 0 0 0,-31-3-196 0 0,-1 3 0 0 0,-126-6 0 0 0,-157 18-378 0 0,312 2 594 0 0,-1365 68-2939 0 0,717 8 2501 0 0,409-41-727 0 0,178-20 872 0 0,-86 6-92 0 0,192-22 506 0 0,0 0-1 0 0,-1 1 1 0 0,1-1-1 0 0,-1 0 1 0 0,1 0-1 0 0,0 0 1 0 0,-1 0-1 0 0,1 0 1 0 0,0-1-1 0 0,-1 1 1 0 0,1 0-1 0 0,0-1 1 0 0,-1 1-1 0 0,1-1 1 0 0,-2 0-1 0 0,16-8 62 0 0,38-8 92 0 0,147-42 828 0 0,302-83 1211 0 0,174-11-922 0 0,332-94 645 0 0,-914 215-1820 0 0,-82 28-82 0 0,0-1-1 0 0,-1 0 1 0 0,1 0 0 0 0,-1-1-1 0 0,0-1 1 0 0,12-11 0 0 0,-19 18-4 0 0,-1-1 0 0 0,0 0 1 0 0,0 0-1 0 0,0 0 0 0 0,-1 0 1 0 0,1-1-1 0 0,0 1 0 0 0,0 0 0 0 0,0 0 1 0 0,-1 0-1 0 0,1-1 0 0 0,-1 1 1 0 0,1 0-1 0 0,-1 0 0 0 0,1-1 0 0 0,-1 1 1 0 0,0-1-1 0 0,0 1 0 0 0,0 0 1 0 0,0-1-1 0 0,0 1 0 0 0,0-1 0 0 0,0 1 1 0 0,0 0-1 0 0,-1-3 0 0 0,0 2 34 0 0,0 0 0 0 0,0 0 0 0 0,-1 0 0 0 0,1 0 1 0 0,-1 0-1 0 0,0 0 0 0 0,1 0 0 0 0,-1 0 0 0 0,0 1 0 0 0,0-1 0 0 0,0 1 0 0 0,0-1 0 0 0,-3 0 0 0 0,-8-5 249 0 0,0 2 0 0 0,-1 0 0 0 0,-24-7 0 0 0,-24-1 431 0 0,-1 2 1 0 0,-74-3-1 0 0,-132 6-160 0 0,209 7-540 0 0,-168 1 48 0 0,0 9 0 0 0,-437 76 0 0 0,-37 103-1490 0 0,519-131 234 0 0,37-13-738 0 0,-186 83 1 0 0,320-121 1878 0 0,-33 16 13 0 0,43-21 31 0 0,-1 1 0 0 0,1-1 1 0 0,0 0-1 0 0,0 1 0 0 0,1-1 1 0 0,-1 1-1 0 0,0 0 0 0 0,0 0 1 0 0,1-1-1 0 0,-1 1 0 0 0,1 0 0 0 0,0 0 1 0 0,-1 1-1 0 0,1-1 0 0 0,-1 3 1 0 0,2-3 6 0 0,0-1 1 0 0,0 1 0 0 0,0-1 0 0 0,1 0 0 0 0,-1 1 0 0 0,0-1 0 0 0,1 1-1 0 0,-1-1 1 0 0,1 0 0 0 0,0 1 0 0 0,-1-1 0 0 0,1 0 0 0 0,0 0 0 0 0,0 0 0 0 0,0 0-1 0 0,0 0 1 0 0,0 1 0 0 0,0-2 0 0 0,0 1 0 0 0,0 0 0 0 0,0 0 0 0 0,1 0-1 0 0,-1 0 1 0 0,0-1 0 0 0,0 1 0 0 0,2 0 0 0 0,37 16 61 0 0,-7-8-285 0 0,1-1 0 0 0,0-2 1 0 0,1-1-1 0 0,-1-2 0 0 0,1-1 0 0 0,39-3 1 0 0,210-31-601 0 0,-231 24 714 0 0,497-82 840 0 0,-204 31-185 0 0,907-137 841 0 0,-800 146-1157 0 0,-436 52-225 0 0,-22 3-67 0 0,-29 6-97 0 0,-373 81 1200 0 0,193-47-474 0 0,-33 8 13 0 0,-251 59 205 0 0,7 27-406 0 0,382-103-461 0 0,-476 170-3292 0 0,562-198 2902 0 0,17-7 286 0 0,1 1-1 0 0,-1 0 1 0 0,1 0 0 0 0,0 0 0 0 0,0 1 0 0 0,-7 4 0 0 0,46-4-928 0 0,17-10 1023 0 0,-1-2 0 0 0,55-17 0 0 0,-5 2 389 0 0,404-66 1291 0 0,6 25 87 0 0,-268 35-1206 0 0,1745-160 1174 0 0,-1672 165-1727 0 0,693-38-545 0 0,-899 56 608 0 0,-107 7-3 0 0,-5 2-21 0 0,-10 3-75 0 0,-22 6-79 0 0,-302 60 403 0 0,3-1 810 0 0,-648 189 883 0 0,505-96-1123 0 0,461-157-802 0 0,7-3-8 0 0,1 0 0 0 0,-1 0-1 0 0,1 1 1 0 0,0 0 0 0 0,0 0 0 0 0,0 1 0 0 0,-14 11 0 0 0,21-15 14 0 0,1-1 1 0 0,0 0 0 0 0,-1 0-1 0 0,1 1 1 0 0,0-1-1 0 0,-1 0 1 0 0,1 1 0 0 0,0-1-1 0 0,0 0 1 0 0,-1 1-1 0 0,1-1 1 0 0,0 0 0 0 0,0 1-1 0 0,0-1 1 0 0,-1 1-1 0 0,1-1 1 0 0,0 0-1 0 0,0 1 1 0 0,0-1 0 0 0,0 1-1 0 0,0-1 1 0 0,0 1-1 0 0,0-1 1 0 0,0 1 0 0 0,0-1-1 0 0,0 0 1 0 0,0 1-1 0 0,0-1 1 0 0,0 1 0 0 0,0-1-1 0 0,1 1 1 0 0,-1-1-1 0 0,0 1 1 0 0,15 7-309 0 0,23-3-86 0 0,13-3 138 0 0,1-3-1 0 0,67-10 1 0 0,105-26 443 0 0,-174 28-28 0 0,468-90 1113 0 0,596-102 1648 0 0,157 10-2146 0 0,-1223 185-773 0 0,-8 2-49 0 0,0-2 0 0 0,-1-2 0 0 0,58-19-1 0 0,-91 22-598 0 0,-15 1 231 0 0,-17 2 37 0 0,-107 4-101 0 0,-181 28 0 0 0,186-15 368 0 0,-236 33-248 0 0,2 15-1 0 0,-389 123 1 0 0,613-149-31 0 0,53-15-492 0 0,-111 44 1 0 0,188-62 720 0 0,-25 10-362 0 0,31-13 464 0 0,1 0 0 0 0,-1 0-1 0 0,1-1 1 0 0,0 1-1 0 0,-1 0 1 0 0,1 0 0 0 0,0 0-1 0 0,-1 1 1 0 0,1-1-1 0 0,0 0 1 0 0,0 0-1 0 0,0 1 1 0 0,0-1 0 0 0,0 0-1 0 0,-1 3 1 0 0,2-3 31 0 0,1-1 0 0 0,-1 1 0 0 0,0 0 0 0 0,1-1 0 0 0,-1 1 1 0 0,1-1-1 0 0,-1 1 0 0 0,1-1 0 0 0,-1 1 0 0 0,1-1 0 0 0,-1 1 0 0 0,1-1 0 0 0,-1 0 0 0 0,1 1 1 0 0,-1-1-1 0 0,1 0 0 0 0,0 1 0 0 0,-1-1 0 0 0,1 0 0 0 0,0 0 0 0 0,-1 0 0 0 0,1 1 1 0 0,0-1-1 0 0,-1 0 0 0 0,1 0 0 0 0,0 0 0 0 0,-1 0 0 0 0,1 0 0 0 0,1-1 0 0 0,26 3-470 0 0,-25-2 419 0 0,88-1-257 0 0,136-18-1 0 0,91-33 1632 0 0,-114 16-551 0 0,1064-156 3293 0 0,776 3-2484 0 0,-2028 188-1576 0 0,24-2-253 0 0,69 5 0 0 0,-107-2 250 0 0,0 0 0 0 0,-1 1 0 0 0,1-1 0 0 0,0 0 1 0 0,0 1-1 0 0,0-1 0 0 0,0 1 0 0 0,-1-1 0 0 0,1 1 1 0 0,0 0-1 0 0,0 0 0 0 0,1 1 0 0 0,-2-2 18 0 0,-1 1 0 0 0,0-1 0 0 0,0 0 0 0 0,0 1 0 0 0,1-1 0 0 0,-1 0 0 0 0,0 1-1 0 0,0-1 1 0 0,0 1 0 0 0,0-1 0 0 0,0 0 0 0 0,0 1 0 0 0,0-1 0 0 0,0 0 0 0 0,0 1 0 0 0,0-1 0 0 0,0 1 0 0 0,0-1-1 0 0,0 0 1 0 0,0 1 0 0 0,0-1 0 0 0,0 0 0 0 0,-1 1 0 0 0,1-1 0 0 0,0 0 0 0 0,0 1 0 0 0,0-1 0 0 0,-1 0 0 0 0,1 1-1 0 0,0-1 1 0 0,0 0 0 0 0,0 0 0 0 0,-1 1 0 0 0,1-1 0 0 0,-1 0 0 0 0,-3 4-136 0 0,-1-1 0 0 0,1 1 0 0 0,-1-1 0 0 0,0-1 1 0 0,0 1-1 0 0,-8 2 0 0 0,-71 24-324 0 0,-145 28 0 0 0,144-38 536 0 0,-771 163 1610 0 0,608-132-1545 0 0,-304 74 8 0 0,13 40-848 0 0,513-155 562 0 0,15-6 14 0 0,0 1 1 0 0,1 0 0 0 0,-1 0 0 0 0,1 1 0 0 0,0 0 0 0 0,-18 14-1 0 0,28-19 135 0 0,0 0-1 0 0,0 0 0 0 0,0 0 0 0 0,0 0 1 0 0,0 0-1 0 0,0 0 0 0 0,-1 0 0 0 0,1 0 1 0 0,0 0-1 0 0,0 0 0 0 0,0 1 1 0 0,0-1-1 0 0,0 0 0 0 0,0 0 0 0 0,0 0 1 0 0,0 0-1 0 0,0 0 0 0 0,0 0 0 0 0,0 0 1 0 0,0 1-1 0 0,0-1 0 0 0,0 0 0 0 0,0 0 1 0 0,-1 0-1 0 0,1 0 0 0 0,0 0 0 0 0,0 1 1 0 0,0-1-1 0 0,0 0 0 0 0,1 0 0 0 0,-1 0 1 0 0,0 0-1 0 0,0 0 0 0 0,0 0 0 0 0,0 1 1 0 0,0-1-1 0 0,0 0 0 0 0,0 0 1 0 0,0 0-1 0 0,0 0 0 0 0,0 0 0 0 0,0 0 1 0 0,0 0-1 0 0,0 1 0 0 0,0-1 0 0 0,0 0 1 0 0,1 0-1 0 0,-1 0 0 0 0,0 0 0 0 0,0 0 1 0 0,0 0-1 0 0,0 0 0 0 0,0 0 0 0 0,0 0 1 0 0,1 0-1 0 0,-1 0 0 0 0,0 0 0 0 0,0 0 1 0 0,14 2-306 0 0,15-2 6 0 0,79-16-36 0 0,169-46-1 0 0,-201 42 424 0 0,232-59 291 0 0,348-83 1329 0 0,1358-254 2716 0 0,-1367 294-4300 0 0,-440 75-167 0 0,5 0-132 0 0,-327 63-2157 0 0,-53 9 883 0 0,-874 222 26 0 0,801-172 589 0 0,4 10 0 0 0,-281 143 0 0 0,508-223 834 0 0,-123 69-171 0 0,119-65 164 0 0,0 1 1 0 0,1 0-1 0 0,1 1 0 0 0,-1 0 0 0 0,2 1 0 0 0,-20 24 0 0 0,29-33 21 0 0,0-1-1 0 0,1 1 1 0 0,-1-1-1 0 0,0 1 1 0 0,1 0 0 0 0,0-1-1 0 0,-1 1 1 0 0,1 0-1 0 0,0 0 1 0 0,0 0-1 0 0,1 0 1 0 0,-1 0 0 0 0,1 0-1 0 0,-1 0 1 0 0,1 0-1 0 0,0 0 1 0 0,0 0-1 0 0,0 0 1 0 0,1 1-1 0 0,-1-1 1 0 0,1 0 0 0 0,0 0-1 0 0,0 0 1 0 0,0-1-1 0 0,0 1 1 0 0,0 0-1 0 0,0 0 1 0 0,4 4-1 0 0,-2-3-14 0 0,1 0 0 0 0,0 0 0 0 0,1-1 0 0 0,-1 0 0 0 0,1 0 0 0 0,-1 0-1 0 0,1 0 1 0 0,0-1 0 0 0,0 1 0 0 0,0-1 0 0 0,0 0 0 0 0,1-1 0 0 0,-1 1 0 0 0,0-1-1 0 0,9 0 1 0 0,25 2 97 0 0,0-3-1 0 0,0-2 1 0 0,0-1-1 0 0,58-12 1 0 0,-53 8-2 0 0,673-134 3745 0 0,-234 39-1792 0 0,-8 10-671 0 0,591-104-279 0 0,-1055 194-1069 0 0,-7 1-12 0 0,0 0 0 0 0,0 0 0 0 0,-1 0-1 0 0,1 0 1 0 0,0 1 0 0 0,0 0 0 0 0,0 0 0 0 0,0 0-1 0 0,6 1 1 0 0,-12 2 0 0 0,-1 0-1 0 0,0-1 0 0 0,0 1 1 0 0,0-1-1 0 0,0 1 1 0 0,0-1-1 0 0,0 0 1 0 0,-7 2-1 0 0,-40 19-208 0 0,-103 32 1 0 0,-62 0-133 0 0,174-45 275 0 0,-993 208-1070 0 0,691-151 462 0 0,284-53 406 0 0,57-11 151 0 0,11-1 61 0 0,14-1-4 0 0,58-8-996 0 0,143-30 0 0 0,79-41-363 0 0,-107 26 882 0 0,-140 38 661 0 0,165-43 1923 0 0,260-30 1 0 0,-456 84-1778 0 0,-1-1-28 0 0,1 2 0 0 0,0 0 0 0 0,0 1 0 0 0,0 2 0 0 0,39 5 1 0 0,-63-5-239 0 0,1-1 0 0 0,0 0 1 0 0,0 1-1 0 0,0-1 1 0 0,-1 1-1 0 0,1-1 1 0 0,0 1-1 0 0,-1 0 1 0 0,1 0-1 0 0,-1 0 1 0 0,1 0-1 0 0,-1 0 0 0 0,1 0 1 0 0,-1 0-1 0 0,0 0 1 0 0,1 0-1 0 0,-1 1 1 0 0,0-1-1 0 0,0 1 1 0 0,0-1-1 0 0,1 3 1 0 0,-1-2-29 0 0,-1 0 1 0 0,0 0 0 0 0,0 0 0 0 0,0-1-1 0 0,0 1 1 0 0,0 0 0 0 0,0 0 0 0 0,0 0-1 0 0,0 0 1 0 0,-1 0 0 0 0,1 0 0 0 0,-1 0-1 0 0,0-1 1 0 0,1 1 0 0 0,-1 0 0 0 0,-1 2-1 0 0,-5 7-192 0 0,-1 0 0 0 0,0-1-1 0 0,0 0 1 0 0,-15 14-1 0 0,21-22 170 0 0,-36 34-1229 0 0,-7 5-2824 0 0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45.513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1394 1840 0 0,'375'-411'34'0'0,"82"-84"-940"0"0,-392 430 896 0 0,40-40 69 0 0,103-133 0 0 0,-149 158 1 0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7T23:36:47.51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6369 523 5985 0 0,'-103'1'549'0'0,"91"0"-527"0"0,-1 1 1 0 0,1 0-1 0 0,0 1 0 0 0,1 0 0 0 0,-1 1 0 0 0,-18 9 0 0 0,-213 97 1287 0 0,67-33-672 0 0,-106 67 584 0 0,-8 4-68 0 0,238-123-798 0 0,-1-3 0 0 0,-96 28 1 0 0,149-50-352 0 0,0 0 0 0 0,0 0 0 0 0,0 0 1 0 0,0 0-1 0 0,0 0 0 0 0,0 0 0 0 0,0 0 0 0 0,0 0 1 0 0,0 0-1 0 0,-1 0 0 0 0,1 0 0 0 0,0 0 1 0 0,0 0-1 0 0,0 0 0 0 0,0 0 0 0 0,0 0 1 0 0,0 0-1 0 0,0 0 0 0 0,0 0 0 0 0,0 0 1 0 0,-1 0-1 0 0,1 0 0 0 0,0 0 0 0 0,0 0 1 0 0,0 0-1 0 0,0 0 0 0 0,0-1 0 0 0,0 1 0 0 0,0 0 1 0 0,0 0-1 0 0,0 0 0 0 0,0 0 0 0 0,0 0 1 0 0,0 0-1 0 0,-1 0 0 0 0,1 0 0 0 0,0 0 1 0 0,0 0-1 0 0,0 0 0 0 0,0-1 0 0 0,0 1 1 0 0,0 0-1 0 0,0 0 0 0 0,0 0 0 0 0,0 0 0 0 0,0 0 1 0 0,0 0-1 0 0,0 0 0 0 0,0 0 0 0 0,0 0 1 0 0,0-1-1 0 0,0 1 0 0 0,0 0 0 0 0,0 0 1 0 0,0 0-1 0 0,0 0 0 0 0,0 0 0 0 0,0 0 1 0 0,0 0-1 0 0,1 0 0 0 0,-1 0 0 0 0,0-1 1 0 0,0 1-1 0 0,0 0 0 0 0,0 0 0 0 0,7-11 0 0 0,11-10-119 0 0,152-116-363 0 0,-111 94 370 0 0,142-102 137 0 0,229-124 0 0 0,-190 120 410 0 0,31-17-118 0 0,-247 153-326 0 0,-8 3-5 0 0,0 1 1 0 0,0 1-1 0 0,1 1 0 0 0,28-9 0 0 0,-83 37-112 0 0,-345 185-298 0 0,-22 10 432 0 0,339-185 28 0 0,1 2 0 0 0,2 4 0 0 0,-70 52 0 0 0,131-88-58 0 0,1 0 1 0 0,-1 0 0 0 0,1 0 0 0 0,0 0-1 0 0,0 0 1 0 0,-1 0 0 0 0,1 0 0 0 0,0 0 0 0 0,0 1-1 0 0,0-1 1 0 0,0 0 0 0 0,1 1 0 0 0,-3 2 0 0 0,4-4-5 0 0,0 1-1 0 0,-1-1 1 0 0,1 0 0 0 0,0 0 0 0 0,-1 0 0 0 0,1 0 0 0 0,-1 1 0 0 0,1-1 0 0 0,0 0 0 0 0,0 0 0 0 0,-1 0 0 0 0,1 0 0 0 0,0 0 0 0 0,-1-1 0 0 0,1 1 0 0 0,-1 0 0 0 0,1 0 0 0 0,0 0 0 0 0,-1-1 0 0 0,1 1 0 0 0,1-1 0 0 0,50-19-886 0 0,304-151-634 0 0,115-62 1914 0 0,-40 18 1037 0 0,-374 188-1213 0 0,189-78 741 0 0,-432 181-2048 0 0,12-3 970 0 0,-178 71-295 0 0,-247 93 440 0 0,-403 185 2220 0 0,967-405-2257 0 0,-1 0 0 0 0,-1-3-1 0 0,-72 19 1 0 0,107-33 17 0 0,1 1 0 0 0,0-1 0 0 0,0 0 0 0 0,0 0 0 0 0,-1 0 0 0 0,1 1 0 0 0,0-1-1 0 0,-1 0 1 0 0,1-1 0 0 0,0 1 0 0 0,0 0 0 0 0,-1 0 0 0 0,1 0 0 0 0,-2-2 0 0 0,2 2 0 0 0,1 0 0 0 0,0-1-1 0 0,0 1 1 0 0,0 0 0 0 0,0-1 0 0 0,0 1 0 0 0,0 0-1 0 0,0-1 1 0 0,0 1 0 0 0,0 0 0 0 0,0-1-1 0 0,0 1 1 0 0,0-1 0 0 0,0 1 0 0 0,0 0 0 0 0,0-1-1 0 0,0 1 1 0 0,0 0 0 0 0,0-1 0 0 0,0 1 0 0 0,0 0-1 0 0,0-1 1 0 0,1 1 0 0 0,-1 0 0 0 0,0-1-1 0 0,0 1 1 0 0,0 0 0 0 0,1 0 0 0 0,-1-1 0 0 0,0 1-1 0 0,1 0 1 0 0,30-28-575 0 0,95-57 234 0 0,238-119-1 0 0,32 18 173 0 0,-157 77 258 0 0,-186 84-24 0 0,376-159 110 0 0,-427 183-155 0 0,26-8-19 0 0,-21 10 12 0 0,-18 8 47 0 0,-259 165 1631 0 0,209-132-1411 0 0,-742 543 1168 0 0,591-418-1252 0 0,-293 246 104 0 0,316-254-146 0 0,-36 33-164 0 0,214-181 15 0 0,5-7-77 0 0,1 1 0 0 0,-1 1 1 0 0,1-1-1 0 0,1 1 1 0 0,-1 0-1 0 0,1 0 0 0 0,-6 10 1 0 0,10-16 69 0 0,0 0 1 0 0,0 0-1 0 0,0 0 1 0 0,0 0-1 0 0,0 1 0 0 0,-1-1 1 0 0,1 0-1 0 0,0 0 1 0 0,0 0-1 0 0,0 1 0 0 0,0-1 1 0 0,0 0-1 0 0,0 0 1 0 0,0 0-1 0 0,0 1 0 0 0,0-1 1 0 0,0 0-1 0 0,0 0 1 0 0,0 1-1 0 0,0-1 0 0 0,0 0 1 0 0,0 0-1 0 0,0 0 1 0 0,0 1-1 0 0,1-1 1 0 0,-1 0-1 0 0,0 0 0 0 0,0 0 1 0 0,0 0-1 0 0,0 1 1 0 0,0-1-1 0 0,0 0 0 0 0,0 0 1 0 0,1 0-1 0 0,-1 0 1 0 0,0 1-1 0 0,0-1 0 0 0,0 0 1 0 0,0 0-1 0 0,1 0 1 0 0,-1 0-1 0 0,0 0 1 0 0,0 0-1 0 0,0 0 0 0 0,1 0 1 0 0,-1 0-1 0 0,0 0 1 0 0,0 0-1 0 0,0 1 0 0 0,1-1 1 0 0,16-3-677 0 0,19-10-285 0 0,21-17-607 0 0,97-67-1 0 0,-93 56 1411 0 0,263-210 939 0 0,-24 16-181 0 0,-280 223-769 0 0,-31 21 136 0 0,-33 24 123 0 0,-270 214 1618 0 0,18-12-1082 0 0,-129 95 163 0 0,115-86 68 0 0,-113 123 225 0 0,407-352-1096 0 0,0 1-133 0 0,-1 0-1 0 0,-1-2 1 0 0,-27 19-1 0 0,73-68-3225 0 0,147-144 471 0 0,-34 32 2847 0 0,-48 57 684 0 0,124-133 1860 0 0,-218 223-2455 0 0,-12 7 495 0 0,-18 14 239 0 0,-29 25 522 0 0,-94 95 1 0 0,-41 70-311 0 0,70-73-495 0 0,84-94-360 0 0,-395 451 1061 0 0,294-321-827 0 0,-50 65 5 0 0,185-230-343 0 0,-1 1-4 0 0,1-1 1 0 0,0 1-1 0 0,1 0 1 0 0,0 1-1 0 0,0 0 0 0 0,1 0 1 0 0,-6 17-1 0 0,11-28-18 0 0,0 1 0 0 0,0-1 0 0 0,0 0 0 0 0,0 0-1 0 0,0 1 1 0 0,0-1 0 0 0,0 0 0 0 0,0 1 0 0 0,0-1 0 0 0,0 0-1 0 0,0 1 1 0 0,0-1 0 0 0,0 0 0 0 0,0 0 0 0 0,0 1 0 0 0,0-1-1 0 0,0 0 1 0 0,0 1 0 0 0,0-1 0 0 0,0 0 0 0 0,0 0 0 0 0,0 1-1 0 0,1-1 1 0 0,-1 0 0 0 0,0 0 0 0 0,0 1 0 0 0,0-1 0 0 0,0 0-1 0 0,1 0 1 0 0,-1 1 0 0 0,0-1 0 0 0,0 0 0 0 0,1 0 0 0 0,-1 0-1 0 0,0 1 1 0 0,12-4-524 0 0,12-11-209 0 0,78-63-1994 0 0,144-141 0 0 0,65-115 1986 0 0,-307 329 768 0 0,17-21 79 0 0,2 1 0 0 0,31-26 0 0 0,-54 50-80 0 0,0 0 1 0 0,0 0-1 0 0,0 0 1 0 0,0 0-1 0 0,0 0 1 0 0,0 0-1 0 0,0 0 0 0 0,0 0 1 0 0,0 0-1 0 0,0 0 1 0 0,0 0-1 0 0,1 0 1 0 0,-1 1-1 0 0,0-1 0 0 0,0 0 1 0 0,0 0-1 0 0,0 0 1 0 0,0 0-1 0 0,0 0 1 0 0,0 0-1 0 0,0 0 0 0 0,0 0 1 0 0,0 0-1 0 0,0 0 1 0 0,0 0-1 0 0,0 0 1 0 0,1 0-1 0 0,-1 0 1 0 0,0 0-1 0 0,0 0 0 0 0,0 0 1 0 0,0 0-1 0 0,0 0 1 0 0,0 0-1 0 0,0 0 1 0 0,0 0-1 0 0,0 0 0 0 0,0 0 1 0 0,1 0-1 0 0,-1 0 1 0 0,0 0-1 0 0,0 0 1 0 0,0 0-1 0 0,0 0 1 0 0,0 0-1 0 0,0 0 0 0 0,-7 13 318 0 0,-15 19 227 0 0,-85 106 993 0 0,-275 331 1437 0 0,-221 213 243 0 0,456-515-2690 0 0,128-146-495 0 0,3-4-96 0 0,2 1-1 0 0,-19 27 0 0 0,47-49-1202 0 0,9-9 220 0 0,25-25-599 0 0,-1-1 0 0 0,50-57 0 0 0,76-102-886 0 0,-32 35 2061 0 0,-137 158 468 0 0,23-23-17 0 0,-26 27 16 0 0,0 0 0 0 0,1 0-1 0 0,-1 0 1 0 0,0 0 0 0 0,0 0-1 0 0,0 1 1 0 0,1-1 0 0 0,-1 0-1 0 0,0 1 1 0 0,1-1 0 0 0,-1 0-1 0 0,1 1 1 0 0,-1 0 0 0 0,1-1-1 0 0,-1 1 1 0 0,1 0-1 0 0,-1 0 1 0 0,1 0 0 0 0,2 0-1 0 0,-4 0 2 0 0,1 1 0 0 0,-1-1 0 0 0,1 0-1 0 0,-1 1 1 0 0,1-1 0 0 0,-1 1-1 0 0,0-1 1 0 0,1 0 0 0 0,-1 1 0 0 0,0-1-1 0 0,1 1 1 0 0,-1 0 0 0 0,0-1-1 0 0,1 1 1 0 0,-1-1 0 0 0,0 1 0 0 0,0-1-1 0 0,0 1 1 0 0,0-1 0 0 0,1 1-1 0 0,-1 0 1 0 0,0-1 0 0 0,0 1 0 0 0,0-1-1 0 0,0 1 1 0 0,0 0 0 0 0,-1 0-1 0 0,-2 19 252 0 0,3-18-215 0 0,-17 54 788 0 0,-2-1 0 0 0,-43 89 1 0 0,36-89-381 0 0,-168 309 2020 0 0,-30-16-355 0 0,8-13-529 0 0,26 16-568 0 0,175-320-955 0 0,7-16-73 0 0,0-1 0 0 0,2 1-1 0 0,0 0 1 0 0,1 1 0 0 0,0 0 0 0 0,-3 22 0 0 0,8-37-25 0 0,-1 0 1 0 0,1 0-1 0 0,0 0 1 0 0,0 0-1 0 0,0 0 0 0 0,0 1 1 0 0,0-1-1 0 0,0 0 1 0 0,0 0-1 0 0,0 0 1 0 0,1 0-1 0 0,-1 0 1 0 0,0 0-1 0 0,1 1 1 0 0,-1-1-1 0 0,1 0 1 0 0,-1 0-1 0 0,1 0 1 0 0,-1 0-1 0 0,1 0 1 0 0,0-1-1 0 0,-1 1 0 0 0,1 0 1 0 0,0 0-1 0 0,0 0 1 0 0,0 0-1 0 0,-1-1 1 0 0,1 1-1 0 0,0 0 1 0 0,1 0-1 0 0,1-1-69 0 0,-1 0-1 0 0,1 1 1 0 0,-1-1-1 0 0,1 0 0 0 0,-1 0 1 0 0,1-1-1 0 0,-1 1 1 0 0,0 0-1 0 0,1-1 1 0 0,-1 1-1 0 0,1-1 1 0 0,-1 0-1 0 0,3-1 0 0 0,8-4-515 0 0,0-1-1 0 0,-1 0 0 0 0,20-15 0 0 0,17-21-1150 0 0,-2-3 0 0 0,70-86 0 0 0,-78 84 1189 0 0,2 1 1 0 0,2 3-1 0 0,61-50 0 0 0,-78 80 566 0 0,-18 17 312 0 0,-10 13 361 0 0,-15 27 777 0 0,-3-1-1 0 0,-45 72 1 0 0,33-60-599 0 0,-307 506 4599 0 0,113-242-3523 0 0,16-27-620 0 0,180-245-1071 0 0,0-1-122 0 0,-42 83 0 0 0,71-128-109 0 0,1 0 1 0 0,0 1-1 0 0,-1-1 1 0 0,1 0 0 0 0,0 0-1 0 0,0 1 1 0 0,-1-1-1 0 0,1 1 1 0 0,0-1 0 0 0,0 0-1 0 0,0 1 1 0 0,-1-1-1 0 0,1 0 1 0 0,0 1 0 0 0,0-1-1 0 0,0 1 1 0 0,0-1-1 0 0,0 0 1 0 0,0 1 0 0 0,0-1-1 0 0,0 1 1 0 0,0-1-1 0 0,0 1 1 0 0,0-1 0 0 0,0 0-1 0 0,0 1 1 0 0,0-1 0 0 0,0 1-1 0 0,1-1 1 0 0,-1 0-1 0 0,0 1 1 0 0,0-1 0 0 0,0 0-1 0 0,1 1 1 0 0,-1-1-1 0 0,0 1 1 0 0,15-9-811 0 0,18-20-470 0 0,-2-6 497 0 0,-2-1 0 0 0,0-1 0 0 0,-3-2 0 0 0,-1 0 0 0 0,-2-2 0 0 0,-2-1 0 0 0,-1 0-1 0 0,-2-2 1 0 0,15-55 0 0 0,-31 92 675 0 0,0 0 1 0 0,-1 1-1 0 0,0-1 0 0 0,0 0 0 0 0,-1 0 0 0 0,1 0 0 0 0,-1 0 0 0 0,-1-7 0 0 0,1 13 112 0 0,0 0 0 0 0,-1-1 0 0 0,1 1-1 0 0,0 0 1 0 0,0-1 0 0 0,0 1 0 0 0,-1 0 0 0 0,1 0-1 0 0,0-1 1 0 0,-1 1 0 0 0,1 0 0 0 0,0 0-1 0 0,-1-1 1 0 0,1 1 0 0 0,0 0 0 0 0,-1 0-1 0 0,1 0 1 0 0,0 0 0 0 0,-1-1 0 0 0,1 1 0 0 0,0 0-1 0 0,-1 0 1 0 0,1 0 0 0 0,-1 0 0 0 0,1 0-1 0 0,0 0 1 0 0,-1 0 0 0 0,1 0 0 0 0,-1 0-1 0 0,1 0 1 0 0,0 0 0 0 0,-1 1 0 0 0,1-1-1 0 0,0 0 1 0 0,-1 0 0 0 0,1 0 0 0 0,-1 0 0 0 0,1 0-1 0 0,0 1 1 0 0,-1-1 0 0 0,1 0 0 0 0,0 0-1 0 0,0 1 1 0 0,-1-1 0 0 0,1 0 0 0 0,0 1-1 0 0,0-1 1 0 0,-1 0 0 0 0,1 1 0 0 0,-18 14 389 0 0,-24 38 872 0 0,2 1 1 0 0,-63 115 0 0 0,23-34-426 0 0,-85 110 358 0 0,-102 173 878 0 0,245-379-1794 0 0,2-5-28 0 0,2 1 0 0 0,1 0 0 0 0,-19 59-1 0 0,36-93-243 0 0,-1 0 0 0 0,1 0-1 0 0,-1 0 1 0 0,1 0-1 0 0,0 0 1 0 0,-1 0 0 0 0,1 0-1 0 0,0 1 1 0 0,0-1-1 0 0,0 0 1 0 0,0 0 0 0 0,0 0-1 0 0,0 0 1 0 0,0 0 0 0 0,0 0-1 0 0,0 0 1 0 0,1 0-1 0 0,-1 0 1 0 0,0 0 0 0 0,1 0-1 0 0,-1 0 1 0 0,1 0-1 0 0,-1 0 1 0 0,1 0 0 0 0,-1 0-1 0 0,1 0 1 0 0,1 1 0 0 0,-1-1-41 0 0,1-1 0 0 0,-1 0 1 0 0,1 1-1 0 0,-1-1 1 0 0,1 0-1 0 0,-1 0 1 0 0,1 0-1 0 0,-1 0 0 0 0,0 0 1 0 0,1 0-1 0 0,-1-1 1 0 0,1 1-1 0 0,-1 0 1 0 0,1-1-1 0 0,-1 1 1 0 0,3-2-1 0 0,9-4-519 0 0,0-1 1 0 0,21-15-1 0 0,35-31-1550 0 0,17-13 650 0 0,-75 59 1317 0 0,0 0 1 0 0,0 1 0 0 0,1 0-1 0 0,0 1 1 0 0,0 1 0 0 0,13-4-1 0 0,-23 7 97 0 0,1 0 0 0 0,0 0 0 0 0,-1 1 0 0 0,1-1 0 0 0,0 1 0 0 0,-1 0 0 0 0,1 0 0 0 0,0 0 0 0 0,-1 0 0 0 0,1 0-1 0 0,0 0 1 0 0,-1 1 0 0 0,1-1 0 0 0,0 1 0 0 0,-1 0 0 0 0,1 0 0 0 0,-1 0 0 0 0,1 0 0 0 0,-1 0 0 0 0,0 1 0 0 0,1-1 0 0 0,-1 1 0 0 0,0-1 0 0 0,0 1 0 0 0,3 3 0 0 0,-2-1-63 0 0,-1 1 1 0 0,0-1 0 0 0,0 0 0 0 0,0 1 0 0 0,0 0 0 0 0,-1-1 0 0 0,0 1 0 0 0,0 0-1 0 0,0 0 1 0 0,-1 0 0 0 0,1-1 0 0 0,-1 1 0 0 0,-1 7 0 0 0,-1 16-172 0 0,-6 35 0 0 0,3-33 163 0 0,-2 25-66 0 0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1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130 122 1376 0 0,'-35'10'1475'0'0,"21"-5"-733"0"0,0-1 0 0 0,-1-1 0 0 0,0 0 0 0 0,-21 1 0 0 0,205-5 2859 0 0,-113 0-3424 0 0,99-14 0 0 0,32-1 188 0 0,377-4 2309 0 0,-353 9-1492 0 0,62-4 28 0 0,-37 6-807 0 0,4 0-422 0 0,-15 2 675 0 0,-141 7 208 0 0,90-11 1 0 0,-82-4-494 0 0,-54 7-15 0 0,1 2 1 0 0,0 2-1 0 0,0 1 0 0 0,78 5 0 0 0,-116-2-377 0 0,-1 0 0 0 0,1 0-1 0 0,-1 0 1 0 0,1 1 0 0 0,-1-1-1 0 0,1 0 1 0 0,-1 0-1 0 0,1 0 1 0 0,-1 0 0 0 0,1 0-1 0 0,-1 0 1 0 0,0 1-1 0 0,1-1 1 0 0,-1 0 0 0 0,1 0-1 0 0,-1 1 1 0 0,0-1-1 0 0,1 0 1 0 0,-1 1 0 0 0,0-1-1 0 0,1 0 1 0 0,-1 1-1 0 0,0-1 1 0 0,1 1 0 0 0,-1-1-1 0 0,0 0 1 0 0,0 1-1 0 0,0-1 1 0 0,1 1 0 0 0,-1-1-1 0 0,0 1 1 0 0,0-1 0 0 0,0 0-1 0 0,0 1 1 0 0,0-1-1 0 0,0 1 1 0 0,0-1 0 0 0,0 1-1 0 0,0-1 1 0 0,0 1-1 0 0,0-1 1 0 0,0 1 0 0 0,0-1-1 0 0,0 1 1 0 0,-1-1-1 0 0,1 1 1 0 0,0-1 0 0 0,0 0-1 0 0,0 1 1 0 0,-1-1-1 0 0,1 1 1 0 0,0-1 0 0 0,0 0-1 0 0,-1 1 1 0 0,1-1 0 0 0,-1 1-1 0 0,-3 10-1708 0 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176 181 3225 0 0,'-5'-14'524'0'0,"-1"-1"0"0"0,-1 1 0 0 0,0 1 0 0 0,-1 0 0 0 0,-17-22-1 0 0,19 27 52 0 0,-1 0 0 0 0,0 0 1 0 0,-1 1-1 0 0,1 0 0 0 0,-1 0 0 0 0,-1 1 0 0 0,1 0 0 0 0,-1 0 0 0 0,-14-5 0 0 0,23 10-525 0 0,-1 1 1 0 0,0 0 0 0 0,1 0 0 0 0,-1-1-1 0 0,1 1 1 0 0,-1 0 0 0 0,0 0 0 0 0,1 0-1 0 0,-1 0 1 0 0,1 0 0 0 0,-1 0-1 0 0,0 0 1 0 0,1 0 0 0 0,-1 0 0 0 0,0 0-1 0 0,1 0 1 0 0,-1 0 0 0 0,1 0 0 0 0,-1 1-1 0 0,0-1 1 0 0,1 0 0 0 0,-1 0 0 0 0,1 1-1 0 0,-1-1 1 0 0,1 0 0 0 0,-1 1 0 0 0,1-1-1 0 0,-1 1 1 0 0,-7 19 642 0 0,8 33-390 0 0,0-43-207 0 0,16 306 244 0 0,-7-224-341 0 0,31 128-1 0 0,-3-39-530 0 0,-22-60-6251 0 0,-13-104 3432 0 0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6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64 661 1840 0 0,'-7'-5'142'0'0,"0"0"0"0"0,1 0 0 0 0,-1 0-1 0 0,-8-10 1 0 0,13 13 25 0 0,0-1 0 0 0,0 1-1 0 0,0 0 1 0 0,1-1 0 0 0,-1 1 0 0 0,1-1-1 0 0,-1 0 1 0 0,1 1 0 0 0,0-1 0 0 0,0 0-1 0 0,0 0 1 0 0,0 0 0 0 0,0 0 0 0 0,1 0-1 0 0,-1-4 1 0 0,1 5-94 0 0,1 1 0 0 0,-1 0-1 0 0,1 0 1 0 0,-1-1 0 0 0,1 1 0 0 0,0 0-1 0 0,0 0 1 0 0,-1 0 0 0 0,1 0 0 0 0,0 0-1 0 0,0 0 1 0 0,0 0 0 0 0,0 0 0 0 0,0 0-1 0 0,0 0 1 0 0,0 0 0 0 0,0 1 0 0 0,1-1-1 0 0,-1 1 1 0 0,0-1 0 0 0,0 0 0 0 0,3 0-1 0 0,33-8 484 0 0,-29 7-450 0 0,243-43 907 0 0,-167 32-721 0 0,417-44 720 0 0,-281 36-959 0 0,293-37 238 0 0,313 0 1175 0 0,-416 36-1398 0 0,176-31 87 0 0,-143 10-110 0 0,-255 26-22 0 0,118-9 490 0 0,71-3 514 0 0,-140 10-555 0 0,287-20-179 0 0,-352 28-187 0 0,137-5 414 0 0,-85 11-41 0 0,153 1 6 0 0,-195 0-54 0 0,5-1 365 0 0,157 10-276 0 0,-309-3-2213 0 0,65 15 1 0 0,-35-5-1278 0 0,-47-9-1894 0 0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07.8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7134 0 2761 0 0,'8'18'591'0'0,"-2"-1"0"0"0,1 1 0 0 0,-2 0 0 0 0,-1 0 0 0 0,4 24 0 0 0,3 97 1508 0 0,-7-73-1783 0 0,15 93-27 0 0,6-1 0 0 0,62 211 0 0 0,-70-304-236 0 0,2-2 0 0 0,4-1 1 0 0,58 116-1 0 0,-58-134 365 0 0,-2 0 0 0 0,-2 1 0 0 0,17 63 0 0 0,-35-107-374 0 0,-1-1 0 0 0,1 1 0 0 0,-1 0 0 0 0,0 0 0 0 0,1 0-1 0 0,-1 0 1 0 0,0-1 0 0 0,0 1 0 0 0,0 0 0 0 0,0 0-1 0 0,0 0 1 0 0,0 0 0 0 0,0 0 0 0 0,0 0 0 0 0,0 0-1 0 0,0-1 1 0 0,0 1 0 0 0,0 0 0 0 0,-1 0 0 0 0,1 0 0 0 0,0 0-1 0 0,-1 0 1 0 0,1-1 0 0 0,-1 1 0 0 0,1 0 0 0 0,-1 0-1 0 0,1-1 1 0 0,-1 1 0 0 0,1 0 0 0 0,-1-1 0 0 0,0 1 0 0 0,1 0-1 0 0,-1-1 1 0 0,0 1 0 0 0,-1 0 0 0 0,-2 0 167 0 0,0 0-1 0 0,0 0 1 0 0,-1-1 0 0 0,1 1 0 0 0,0-1 0 0 0,-8 0 0 0 0,10 0-203 0 0,-323 17-476 0 0,-55 0-483 0 0,-162-22 597 0 0,509 4 275 0 0,-551-15-1081 0 0,204 28 575 0 0,263-6 464 0 0,-63 5-285 0 0,-148 3-612 0 0,51-9 598 0 0,-449-10 439 0 0,289-2-6 0 0,142 6-252 0 0,-25-17-1870 0 0,92 4-19 0 0,-257 7 4070 0 0,304 22-2076 0 0,108-7 374 0 0,-121-2-1 0 0,-581-59 2770 0 0,675 44-2448 0 0,-133-17 2189 0 0,143 13-1514 0 0,33 6 763 0 0,-58-16 1 0 0,100 20-1868 0 0,12 3-109 0 0,-1 0 0 0 0,1-1-1 0 0,-1 0 1 0 0,1 0 0 0 0,0 0 0 0 0,-1 0 0 0 0,1 0-1 0 0,0-1 1 0 0,-6-3 0 0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0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22 5529 0 0,'-17'-21'4808'0'0,"24"28"-1541"0"0,-6-3-2811 0 0,4 19 138 0 0,-2-1 0 0 0,-1 1-1 0 0,0 35 1 0 0,3 35-233 0 0,9-17-298 0 0,3-1 0 0 0,51 135 0 0 0,18 68-132 0 0,-79-240 110 0 0,-4-18-30 0 0,1-1 1 0 0,1 0 0 0 0,0 0 0 0 0,1 0 0 0 0,10 19 0 0 0,-15-37-136 0 0,0 0 0 0 0,0 0 1 0 0,-1 0-1 0 0,1 0 0 0 0,0 0 1 0 0,0-1-1 0 0,0 1 0 0 0,0 0 1 0 0,0 0-1 0 0,0-1 1 0 0,0 1-1 0 0,0-1 0 0 0,2 1 1 0 0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1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25 222 456 0 0,'-2'-1'40'0'0,"1"0"0"0"0,-1 1-1 0 0,1-1 1 0 0,0 0 0 0 0,-1 0 0 0 0,1 1 0 0 0,0-1 0 0 0,0 0-1 0 0,0 0 1 0 0,0 0 0 0 0,0-1 0 0 0,0 1 0 0 0,0 0-1 0 0,0 0 1 0 0,0 0 0 0 0,0-1 0 0 0,0 1 0 0 0,1-1-1 0 0,-1 1 1 0 0,1 0 0 0 0,-1-1 0 0 0,1 1 0 0 0,0-1-1 0 0,-1 1 1 0 0,1-1 0 0 0,0-1 0 0 0,1 1 73 0 0,0 0 0 0 0,0 1 1 0 0,0-1-1 0 0,0 1 0 0 0,0-1 1 0 0,0 1-1 0 0,1-1 0 0 0,-1 1 0 0 0,0 0 1 0 0,1-1-1 0 0,-1 1 0 0 0,1 0 1 0 0,0 0-1 0 0,-1 0 0 0 0,1 0 1 0 0,0 1-1 0 0,0-1 0 0 0,-1 0 1 0 0,1 1-1 0 0,4-1 0 0 0,72-19 1514 0 0,1 4 1 0 0,112-9-1 0 0,-66 10-602 0 0,140-11 822 0 0,13-1-590 0 0,257-6 1012 0 0,-479 31-2308 0 0,120 12 985 0 0,-39 0-3006 0 0,-46-13-4805 0 0,-79 1 4006 0 0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1734 0 3681 0 0,'4'5'4046'0'0,"-1"-2"-3246"0"0,1 0-1 0 0,-1 0 1 0 0,-1 1-1 0 0,1-1 1 0 0,4 8-1 0 0,31 149 2877 0 0,-24-95-3488 0 0,25 74 1 0 0,81 271 38 0 0,-82-219-227 0 0,-34-176 231 0 0,-3-13-72 0 0,0-1-1 0 0,0 1 1 0 0,-1 0-1 0 0,1 0 1 0 0,-1 0-1 0 0,0 0 1 0 0,1 0-1 0 0,-1 0 1 0 0,0 0-1 0 0,0 0 1 0 0,0 0-1 0 0,-1 4 1 0 0,0-5-134 0 0,0 1 1 0 0,-1-1 0 0 0,1 0-1 0 0,0 0 1 0 0,0 0 0 0 0,-1 0-1 0 0,1 0 1 0 0,-1-1 0 0 0,1 1-1 0 0,-1 0 1 0 0,1-1 0 0 0,-1 1-1 0 0,1-1 1 0 0,-1 1 0 0 0,1-1-1 0 0,-1 0 1 0 0,0 0 0 0 0,1 1-1 0 0,-1-1 1 0 0,1 0 0 0 0,-3-1-1 0 0,-152 19 414 0 0,1-5-572 0 0,-125 3-374 0 0,153-13-635 0 0,-132 20 0 0 0,219-19 1091 0 0,-131 14-77 0 0,-264-5 0 0 0,346-20 319 0 0,-34 0 1905 0 0,87 8-1475 0 0,-58 9-1 0 0,77-5-2708 0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1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0 11979 0 0,'-1'1'189'0'0,"1"0"0"0"0,0 0 0 0 0,0-1 1 0 0,-1 1-1 0 0,1 0 0 0 0,0 0 0 0 0,0 0 1 0 0,0 0-1 0 0,0 0 0 0 0,0-1 1 0 0,0 1-1 0 0,0 0 0 0 0,0 0 0 0 0,1 0 1 0 0,-1 0-1 0 0,0-1 0 0 0,0 1 1 0 0,1 0-1 0 0,-1 0 0 0 0,0-1 0 0 0,1 2 1 0 0,11 30 574 0 0,-9-22-331 0 0,13 45 210 0 0,-2 0 0 0 0,-3 1 0 0 0,6 74 0 0 0,-5 173-3896 0 0,-10-214-594 0 0,-1-56-1675 0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1 121 10594 0 0,'6'-5'436'0'0,"1"0"0"0"0,0 1-1 0 0,0 0 1 0 0,1 0 0 0 0,-1 1-1 0 0,11-4 1 0 0,9-4 2 0 0,18-14 239 0 0,-33 17-635 0 0,1 1 0 0 0,0 0 0 0 0,0 1 0 0 0,0 0-1 0 0,1 1 1 0 0,0 1 0 0 0,22-5 0 0 0,-34 9-167 0 0,1 0 1 0 0,0 0 0 0 0,-1 0-1 0 0,1 0 1 0 0,0 1-1 0 0,-1-1 1 0 0,1 1-1 0 0,0 0 1 0 0,-1 0 0 0 0,1 0-1 0 0,-1 0 1 0 0,0 0-1 0 0,1 1 1 0 0,-1-1-1 0 0,0 1 1 0 0,0-1 0 0 0,1 1-1 0 0,-1 0 1 0 0,-1 0-1 0 0,1 0 1 0 0,0 0-1 0 0,2 3 1 0 0,0 2-197 0 0,0-1 0 0 0,-1 1 1 0 0,0-1-1 0 0,0 1 0 0 0,0 0 1 0 0,-1 0-1 0 0,2 8 0 0 0,2 16 321 0 0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1 136 14283 0 0,'47'-24'2611'0'0,"4"-9"-3572"0"0,-33 20 244 0 0,0 1 1 0 0,1 1 0 0 0,0 0-1 0 0,1 2 1 0 0,22-8-1 0 0,-24 11 717 0 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4.7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11979 0 0,'1'5'667'0'0,"1"0"0"0"0,-1 1 1 0 0,1-1-1 0 0,0 0 0 0 0,0 0 1 0 0,3 5-1 0 0,3 6 196 0 0,5 20-103 0 0,-1 1-1 0 0,-2 1 1 0 0,-2 0-1 0 0,5 53 1 0 0,-7-9-3087 0 0,-4 1-3638 0 0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3 183 2304 0 0,'-1'-11'432'0'0,"0"0"-1"0"0,1 0 0 0 0,0 0 0 0 0,1 0 1 0 0,0 0-1 0 0,0 1 0 0 0,2-1 0 0 0,2-12 1 0 0,-3 19-149 0 0,-1 0 0 0 0,1 0 0 0 0,0 0 1 0 0,0 0-1 0 0,0 0 0 0 0,0 0 0 0 0,1 1 1 0 0,-1-1-1 0 0,1 1 0 0 0,0 0 1 0 0,0-1-1 0 0,0 2 0 0 0,0-1 0 0 0,1 0 1 0 0,-1 0-1 0 0,1 1 0 0 0,0 0 0 0 0,0 0 1 0 0,0 0-1 0 0,0 0 0 0 0,0 1 1 0 0,0-1-1 0 0,6 0 0 0 0,-2 1-85 0 0,-1 1 0 0 0,1 0 0 0 0,0 0-1 0 0,-1 1 1 0 0,1 0 0 0 0,-1 0 0 0 0,1 0 0 0 0,-1 1 0 0 0,1 1-1 0 0,-1-1 1 0 0,0 1 0 0 0,0 0 0 0 0,0 1 0 0 0,0 0 0 0 0,-1 0-1 0 0,0 0 1 0 0,0 1 0 0 0,0 0 0 0 0,0 0 0 0 0,-1 0 0 0 0,1 1-1 0 0,-1 0 1 0 0,4 6 0 0 0,-4-5-142 0 0,1 0 0 0 0,-1 1 0 0 0,-1-1 0 0 0,1 1-1 0 0,-1 0 1 0 0,-1 1 0 0 0,1-1 0 0 0,-1 1 0 0 0,-1-1 0 0 0,0 1 0 0 0,0 0-1 0 0,-1 0 1 0 0,0 0 0 0 0,0 0 0 0 0,-1 0 0 0 0,0 0 0 0 0,-1 0 0 0 0,0 0-1 0 0,-2 10 1 0 0,0-11 1 0 0,0-1 0 0 0,0 0-1 0 0,0 0 1 0 0,-1 0 0 0 0,0 0-1 0 0,-1 0 1 0 0,0-1 0 0 0,0 0-1 0 0,0 0 1 0 0,0 0 0 0 0,-1-1-1 0 0,0 0 1 0 0,-1 0-1 0 0,1 0 1 0 0,-8 4 0 0 0,7-6-547 0 0,1 1-1 0 0,-1-1 1 0 0,0-1 0 0 0,0 1 0 0 0,-14 1-1 0 0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5.9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10138 0 0,'0'-1'7718'0'0,"16"1"-5709"0"0,29 4-8698 0 0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62 7834 0 0,'0'2'832'0'0,"1"-2"-832"0"0,1 0 0 0 0,1 0 296 0 0,-1 0 32 0 0,4-2 8 0 0,2 1 0 0 0,4-3-544 0 0,5-3-112 0 0,1-3-16 0 0,1-1-8 0 0,0-2 256 0 0,2-2 88 0 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8 7370 0 0,'-13'-8'11921'0'0,"14"76"-10362"0"0,16 119 1 0 0,-3-69-1457 0 0,-9-25-52 0 0,6 54-675 0 0,-8-129-208 0 0,1-1 1 0 0,1 1 0 0 0,8 21 0 0 0,-7-25-588 0 0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6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10594 0 0,'0'0'88'0'0,"-1"0"0"0"0,1 0 0 0 0,0 0 0 0 0,-1 0 0 0 0,1 0 0 0 0,0 0 0 0 0,0 0 0 0 0,-1 1 0 0 0,1-1 0 0 0,0 0 0 0 0,0 0 0 0 0,-1 0 0 0 0,1 1 0 0 0,0-1 0 0 0,0 0 0 0 0,0 0 0 0 0,-1 0 0 0 0,1 1 0 0 0,0-1 0 0 0,0 0 0 0 0,0 0 0 0 0,0 1 0 0 0,0-1 0 0 0,-1 0 0 0 0,1 0 0 0 0,0 1 0 0 0,0-1 0 0 0,0 0 0 0 0,0 1 0 0 0,0-1 0 0 0,0 0 0 0 0,0 0 0 0 0,0 1 0 0 0,0-1 0 0 0,0 1 0 0 0,0 3-1033 0 0,-1 14 915 0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2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 6913 0 0,'8'-1'664'0'0,"0"0"0"0"0,0-1 0 0 0,0 0-1 0 0,15-5 1 0 0,25-7 1420 0 0,-25 10-1117 0 0,-4 1-298 0 0,-1 0-1 0 0,1 1 0 0 0,0 1 0 0 0,29 2 0 0 0,-43 0-613 0 0,-1-1 0 0 0,0 1 0 0 0,0 0 0 0 0,0 0 0 0 0,0 0 0 0 0,0 1 0 0 0,0 0 0 0 0,0-1 0 0 0,0 1-1 0 0,0 1 1 0 0,-1-1 0 0 0,1 0 0 0 0,-1 1 0 0 0,1 0 0 0 0,-1 0 0 0 0,0 0 0 0 0,0 0 0 0 0,-1 0 0 0 0,1 1-1 0 0,0-1 1 0 0,-1 1 0 0 0,0-1 0 0 0,0 1 0 0 0,0 0 0 0 0,2 6 0 0 0,0 7 49 0 0,0 0-1 0 0,0 0 1 0 0,-2 0 0 0 0,1 31 0 0 0,-7 73 657 0 0,0-50-561 0 0,3-27-651 0 0,-1-22-805 0 0,1 1-1 0 0,1-1 1 0 0,1 0-1 0 0,8 44 1 0 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21 125 5529 0 0,'-20'-2'8116'0'0,"27"-3"-6934"0"0,149-65 3504 0 0,-49 31-10565 0 0,-83 31 15 0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7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63 8754 0 0,'61'-9'5121'0'0,"13"-18"-3993"0"0,-14 5-5989 0 0,-46 18 496 0 0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147 0 2304 0 0,'-79'54'3593'0'0,"71"-48"-3057"0"0,0 1 1 0 0,0 0 0 0 0,1 1-1 0 0,0 0 1 0 0,0 0-1 0 0,-10 16 1 0 0,16-21-402 0 0,0-1 0 0 0,0 0 0 0 0,1 0 0 0 0,-1 0 0 0 0,1 1 0 0 0,-1-1-1 0 0,1 0 1 0 0,0 1 0 0 0,0-1 0 0 0,0 0 0 0 0,0 1 0 0 0,0-1 0 0 0,0 0 0 0 0,1 1 0 0 0,-1-1 0 0 0,1 0 0 0 0,0 0 0 0 0,-1 1 0 0 0,1-1 0 0 0,0 0 0 0 0,0 0 0 0 0,1 0 0 0 0,-1 0 0 0 0,0 0 0 0 0,1 0 0 0 0,-1-1 0 0 0,4 4 0 0 0,5 5 498 0 0,0 0 1 0 0,1-1 0 0 0,19 12-1 0 0,-10-6 229 0 0,-12-9-619 0 0,1 0 1 0 0,-2 1 0 0 0,1 0 0 0 0,-1 1-1 0 0,0 0 1 0 0,0 0 0 0 0,-1 0 0 0 0,7 14 0 0 0,-11-18-228 0 0,0 1 0 0 0,0-1 0 0 0,-1 1 0 0 0,0-1 0 0 0,0 1 0 0 0,0 0 0 0 0,0 0 0 0 0,-1 0 0 0 0,0-1 0 0 0,0 1 0 0 0,0 0 0 0 0,-1 0 0 0 0,1-1 0 0 0,-1 1 0 0 0,0 0 0 0 0,-1-1 1 0 0,1 1-1 0 0,-1 0 0 0 0,0-1 0 0 0,-3 7 0 0 0,-2 2-378 0 0,0-1-127 0 0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57 6913 0 0,'3'0'418'0'0,"1"0"-1"0"0,0 0 0 0 0,0 0 0 0 0,0 1 0 0 0,0-1 0 0 0,0 1 0 0 0,-1 0 0 0 0,1 0 0 0 0,0 1 0 0 0,-1-1 0 0 0,1 1 1 0 0,-1 0-1 0 0,1 0 0 0 0,-1 0 0 0 0,0 0 0 0 0,0 0 0 0 0,0 1 0 0 0,0-1 0 0 0,0 1 0 0 0,-1 0 0 0 0,1 0 0 0 0,-1 0 0 0 0,0 0 1 0 0,4 7-1 0 0,-1 1-90 0 0,-1 0 0 0 0,-1 0 0 0 0,0 0 0 0 0,0 0 0 0 0,-1 1 0 0 0,0 0 0 0 0,-1 13 1 0 0,0-3-191 0 0,-1-13-118 0 0,1 0 1 0 0,-1 0-1 0 0,1 1 0 0 0,1-1 1 0 0,0 0-1 0 0,0 0 0 0 0,4 9 1 0 0,7-43-1129 0 0,3-41-861 0 0,-10 38 1561 0 0,17-46 0 0 0,-20 66 485 0 0,0 1 0 0 0,0 0-1 0 0,1 1 1 0 0,0-1 0 0 0,0 0 0 0 0,1 1-1 0 0,0 0 1 0 0,0 0 0 0 0,0 1 0 0 0,1-1 0 0 0,6-5-1 0 0,-10 10-18 0 0,0-1 1 0 0,0 1-1 0 0,0 0 0 0 0,0 0 0 0 0,0 0 0 0 0,1 0 0 0 0,-1 0 0 0 0,0 0 0 0 0,1 0 0 0 0,-1 0 1 0 0,0 1-1 0 0,1 0 0 0 0,-1-1 0 0 0,0 1 0 0 0,1 0 0 0 0,-1 0 0 0 0,1 0 0 0 0,-1 0 0 0 0,0 1 0 0 0,4 0 1 0 0,-3 0 32 0 0,0 1 1 0 0,0-1-1 0 0,0 1 1 0 0,0 0-1 0 0,-1 0 1 0 0,1 0-1 0 0,-1 0 1 0 0,1 0 0 0 0,-1 1-1 0 0,0-1 1 0 0,1 1-1 0 0,2 5 1 0 0,4 7 103 0 0,-1 1 0 0 0,-1 0 1 0 0,0 1-1 0 0,6 23 0 0 0,-10-29-316 0 0,-2-8 59 0 0,-1 0 0 0 0,1 0 1 0 0,0 0-1 0 0,0-1 0 0 0,0 1 0 0 0,1 0 0 0 0,-1-1 0 0 0,0 1 0 0 0,1-1 0 0 0,0 1 0 0 0,0-1 0 0 0,3 4 0 0 0,-4-6 36 0 0,0 1-1 0 0,-1-1 1 0 0,1 0-1 0 0,0 0 1 0 0,-1 0-1 0 0,1 1 1 0 0,0-1-1 0 0,-1 0 1 0 0,1 0-1 0 0,0 0 1 0 0,-1 0-1 0 0,1 0 1 0 0,0 0-1 0 0,0 0 1 0 0,-1 0-1 0 0,1-1 1 0 0,0 1-1 0 0,-1 0 1 0 0,1 0-1 0 0,0-1 1 0 0,21-15-515 0 0,-7-1-911 0 0,24-35 1 0 0,-27 34 1348 0 0,1 0 0 0 0,2 0 0 0 0,17-17 0 0 0,-27 31 226 0 0,-1 0 0 0 0,1 1 1 0 0,-1-1-1 0 0,1 1 0 0 0,0 0 0 0 0,0 0 0 0 0,0 1 1 0 0,1-1-1 0 0,-1 1 0 0 0,1 1 0 0 0,-1-1 1 0 0,1 1-1 0 0,0 0 0 0 0,0 0 0 0 0,-1 0 0 0 0,11 1 1 0 0,-13 0-21 0 0,0 1 1 0 0,0-1 0 0 0,0 1 0 0 0,-1 0-1 0 0,1 0 1 0 0,0 0 0 0 0,-1 0 0 0 0,1 1 0 0 0,-1-1-1 0 0,1 1 1 0 0,-1-1 0 0 0,1 1 0 0 0,-1 0-1 0 0,0 0 1 0 0,0 0 0 0 0,0 0 0 0 0,0 1-1 0 0,-1-1 1 0 0,3 3 0 0 0,4 8 297 0 0,0 1 0 0 0,8 23 0 0 0,7 8-2628 0 0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8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149 4 8290 0 0,'6'-4'5585'0'0,"-6"5"-5495"0"0,2 13 2644 0 0,-4 18-796 0 0,-69 279 1594 0 0,8-41-6177 0 0,46-180-3501 0 0,14-77 4274 0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1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47 8290 0 0,'-1'-1'125'0'0,"1"-1"1"0"0,0 0 0 0 0,0 1-1 0 0,0-1 1 0 0,0 0-1 0 0,0 1 1 0 0,0-1 0 0 0,1 0-1 0 0,-1 1 1 0 0,0-1 0 0 0,1 0-1 0 0,-1 1 1 0 0,1-1-1 0 0,0 1 1 0 0,0-1 0 0 0,-1 1-1 0 0,1-1 1 0 0,0 1 0 0 0,0 0-1 0 0,0-1 1 0 0,0 1-1 0 0,1 0 1 0 0,-1 0 0 0 0,0 0-1 0 0,0-1 1 0 0,1 2 0 0 0,-1-1-1 0 0,1 0 1 0 0,-1 0-1 0 0,1 0 1 0 0,-1 1 0 0 0,1-1-1 0 0,-1 0 1 0 0,1 1 0 0 0,0 0-1 0 0,-1-1 1 0 0,1 1-1 0 0,0 0 1 0 0,-1 0 0 0 0,1 0-1 0 0,0 0 1 0 0,-1 0-1 0 0,1 0 1 0 0,0 1 0 0 0,1-1-1 0 0,2 1 152 0 0,-1 1 0 0 0,1-1-1 0 0,-1 1 1 0 0,1 0 0 0 0,-1 0-1 0 0,0 0 1 0 0,1 0 0 0 0,-1 1 0 0 0,0 0-1 0 0,-1 0 1 0 0,1 0 0 0 0,-1 0-1 0 0,6 6 1 0 0,38 51 1616 0 0,-44-56-1781 0 0,67 108 1226 0 0,76 161 0 0 0,-143-267-1332 0 0,42 94 20 0 0,-41-88-640 0 0,0-1-1 0 0,-1 0 0 0 0,-1 1 1 0 0,0 0-1 0 0,0 0 1 0 0,-1-1-1 0 0,0 14 0 0 0,-5-10-3358 0 0,-14-21-3551 0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8754 0 0,'2'0'6328'0'0,"15"-2"-3659"0"0,56-10-2814 0 0,-59 9-4097 0 0,0 1-1496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19.5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4145 0 0,'-1'5'368'0'0,"0"-2"-296"0"0,-1 1-72 0 0,-2 2 1768 0 0,4-4-783 0 0,-3 1 7 0 0,1 3-480 0 0,-3 1-88 0 0,1-1-16 0 0,2 0-8 0 0,-1-1-400 0 0,1 0-112 0 0,4-3-8 0 0,-2 0 0 0 0,3-1 120 0 0,-1-4 0 0 0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6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61 6913 0 0,'-13'-29'-84'0'0,"6"9"371"0"0,-1 9 2807 0 0,12 44 561 0 0,-4-19-3314 0 0,8 291 1098 0 0,-27 1-1159 0 0,15-258-235 0 0,-3 49 34 0 0,4 1-1 0 0,3-1 1 0 0,6 1 0 0 0,23 129-1 0 0,43 146-2447 0 0,-71-364 1351 0 0,1 1 1 0 0,1-1 0 0 0,0 0-1 0 0,0 0 1 0 0,8 16 0 0 0,-4-17-840 0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7.2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24 398 1824 0 0,'-3'-3'36'0'0,"1"0"1"0"0,-1-1-1 0 0,1 1 0 0 0,0-1 0 0 0,0 0 0 0 0,1 0 0 0 0,-1 0 0 0 0,1 0 0 0 0,-1 0 0 0 0,1 0 0 0 0,1 0 0 0 0,-1 0 0 0 0,0-1 1 0 0,1 1-1 0 0,0 0 0 0 0,0-5 0 0 0,1 7 14 0 0,-1 0 0 0 0,0-1 1 0 0,1 1-1 0 0,-1 0 1 0 0,1 0-1 0 0,0 0 0 0 0,0 0 1 0 0,-1 0-1 0 0,2 0 0 0 0,-1 0 1 0 0,0 0-1 0 0,0 0 0 0 0,0 0 1 0 0,1 1-1 0 0,-1-1 0 0 0,1 0 1 0 0,0 1-1 0 0,-1-1 1 0 0,1 1-1 0 0,0 0 0 0 0,0 0 1 0 0,0-1-1 0 0,0 1 0 0 0,0 1 1 0 0,0-1-1 0 0,0 0 0 0 0,0 0 1 0 0,0 1-1 0 0,0-1 0 0 0,1 1 1 0 0,-1-1-1 0 0,3 1 1 0 0,92-2 1235 0 0,-57 2-873 0 0,40-5 0 0 0,139-22 236 0 0,244-36 1973 0 0,215-47-1631 0 0,-515 86-825 0 0,0 7-1 0 0,211 5 0 0 0,-11 30-38 0 0,222 0 1355 0 0,-111-47-326 0 0,-78 3-1005 0 0,0 28 3 0 0,-321 7 202 0 0,-1 4-1 0 0,-1 2 0 0 0,104 37 0 0 0,-15-5-2492 0 0,-115-37 756 0 0,0-3-1 0 0,87 4 0 0 0,-43-6 570 0 0,-75-3-2194 0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28.3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5526 0 5985 0 0,'3'1'47'0'0,"0"-1"0"0"0,1 1 0 0 0,-1 0 0 0 0,0 0 0 0 0,1 0 0 0 0,-1 0-1 0 0,0 1 1 0 0,0-1 0 0 0,0 1 0 0 0,0-1 0 0 0,0 1 0 0 0,-1 0 0 0 0,1 0 0 0 0,0 1-1 0 0,-1-1 1 0 0,0 1 0 0 0,1-1 0 0 0,-1 1 0 0 0,0 0 0 0 0,0-1 0 0 0,-1 1 0 0 0,1 0-1 0 0,0 0 1 0 0,1 6 0 0 0,4 8 800 0 0,-1 1-1 0 0,0 0 1 0 0,3 22-1 0 0,-6-29-867 0 0,48 269 2479 0 0,9 36-1663 0 0,-33-181-292 0 0,-6 1-1 0 0,6 220 1 0 0,-27-349-452 0 0,0 44 514 0 0,0-47-441 0 0,0 0 0 0 0,0 0-1 0 0,-1 0 1 0 0,0 0 0 0 0,0 0-1 0 0,0-1 1 0 0,0 1 0 0 0,-1 0-1 0 0,1-1 1 0 0,-3 5 0 0 0,3-7-77 0 0,-1 0 1 0 0,1 0-1 0 0,0-1 1 0 0,-1 1 0 0 0,1 0-1 0 0,-1 0 1 0 0,1-1-1 0 0,-1 1 1 0 0,1 0-1 0 0,-1-1 1 0 0,1 0 0 0 0,-1 1-1 0 0,0-1 1 0 0,1 0-1 0 0,-1 0 1 0 0,0 0-1 0 0,1 0 1 0 0,-1 0 0 0 0,1 0-1 0 0,-1 0 1 0 0,0-1-1 0 0,-2 0 1 0 0,-39-12 176 0 0,38 11-195 0 0,-1-1 6 0 0,-37-14 64 0 0,0 2 0 0 0,-1 2 0 0 0,0 1 0 0 0,-60-7 0 0 0,-382-27-176 0 0,126 37 21 0 0,252 9 37 0 0,-90 6-355 0 0,-90-2-311 0 0,-430 7 227 0 0,564 4 453 0 0,-56 4-546 0 0,-87 7-718 0 0,65-5 477 0 0,-60 20-648 0 0,99-10 625 0 0,-90 27 731 0 0,41-7 145 0 0,66-23-492 0 0,-203 4-1 0 0,252-29 2442 0 0,-163-18 0 0 0,221 11-1409 0 0,0 3 0 0 0,1 2 1 0 0,-77 13-1 0 0,102-9-1070 0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0.2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 5529 0 0,'-7'-1'3954'0'0,"7"2"-3887"0"0,0-1 0 0 0,0 0 0 0 0,0 0 0 0 0,-1 19 1529 0 0,10 31-1250 0 0,-7-43 50 0 0,21 124 634 0 0,-6 1 0 0 0,0 249 0 0 0,-19-311-1122 0 0,3 293 345 0 0,3-300-692 0 0,2-1 0 0 0,4 0 0 0 0,29 106 0 0 0,-35-156-406 0 0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5 457 3225 0 0,'-1'-2'69'0'0,"1"-1"1"0"0,-1 0 0 0 0,0 0 0 0 0,1 0-1 0 0,-1 0 1 0 0,1 0 0 0 0,0 0 0 0 0,0 1-1 0 0,0-1 1 0 0,0 0 0 0 0,1 0 0 0 0,-1 0-1 0 0,1 0 1 0 0,0 0 0 0 0,-1 0 0 0 0,1 1-1 0 0,1-1 1 0 0,-1 0 0 0 0,2-2 0 0 0,0 1-10 0 0,0 0 0 0 0,0 0 0 0 0,0 1 0 0 0,1 0 0 0 0,-1-1 0 0 0,1 1 0 0 0,0 1 0 0 0,0-1 0 0 0,0 1 0 0 0,1-1 0 0 0,5-1 0 0 0,21-9-80 0 0,-1 3 0 0 0,2 0 1 0 0,0 2-1 0 0,0 2 0 0 0,34-3 0 0 0,168-1-11 0 0,-20 2 34 0 0,453-62 1155 0 0,66 26-683 0 0,0 49-115 0 0,-96-12-49 0 0,-6-61 139 0 0,-368 26 822 0 0,508-15-1 0 0,-718 57-1279 0 0,39-1-513 0 0,175 21-1 0 0,-258-19 769 0 0,0 0-1 0 0,0 0 1 0 0,0-1-1 0 0,0 0 1 0 0,0 0-1 0 0,0-1 1 0 0,0-1-1 0 0,0 1 0 0 0,16-6 1 0 0,-27 8 97 0 0,0 0-1 0 0,1 0 1 0 0,-1 0 0 0 0,1 1 0 0 0,0-1 0 0 0,-1 0-1 0 0,1 1 1 0 0,0-1 0 0 0,0 1 0 0 0,-1 0-1 0 0,1-1 1 0 0,1 1 0 0 0,-1 0 0 0 0,-1 3 0 0 0,-7 35 1065 0 0,8 44-1164 0 0,57 365-8 0 0,-12-161-153 0 0,48 196 331 0 0,-89-474-391 0 0,-1 0 1 0 0,0 1 0 0 0,0-1-1 0 0,-1 1 1 0 0,-1 17 0 0 0,0-25-21 0 0,0 0 0 0 0,-1 0 0 0 0,0 0 0 0 0,1 0 1 0 0,-1 0-1 0 0,0 0 0 0 0,-1 0 0 0 0,1 0 1 0 0,0-1-1 0 0,-1 1 0 0 0,1 0 0 0 0,-1-1 1 0 0,0 1-1 0 0,0-1 0 0 0,0 0 0 0 0,0 1 1 0 0,-1-1-1 0 0,1 0 0 0 0,0 0 0 0 0,-1-1 0 0 0,0 1 1 0 0,1-1-1 0 0,-5 3 0 0 0,-7 1-3 0 0,1 0 0 0 0,-1 0-1 0 0,-1-2 1 0 0,1 0 0 0 0,-24 3-1 0 0,-78-2-3 0 0,62-4-8 0 0,-690 45-2836 0 0,358-17 2501 0 0,-502 36 1298 0 0,290-20-869 0 0,-227 29 762 0 0,474-40 54 0 0,-27-11-675 0 0,184-13-239 0 0,-276-5-37 0 0,441-8-2779 0 0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1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87 4145 0 0,'-26'-40'2247'0'0,"21"31"341"0"0,0 1-1 0 0,0 0 1 0 0,-13-14-1 0 0,19 43 760 0 0,-2-13-3025 0 0,45 433 1395 0 0,-37-389-1640 0 0,39 214-1006 0 0,-6-92-5753 0 0,-35-154 1162 0 0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2 185 10594 0 0,'-1'-4'867'0'0,"9"-4"-977"0"0,18-8-511 0 0,-20 12 1053 0 0,36-23 552 0 0,-11 5-347 0 0,2 2 0 0 0,0 1 0 0 0,1 2 0 0 0,66-24 0 0 0,-92 39-641 0 0,-1 0 0 0 0,1 1-1 0 0,0 1 1 0 0,0-1 0 0 0,-1 1-1 0 0,1 0 1 0 0,0 1 0 0 0,0-1-1 0 0,-1 2 1 0 0,1-1 0 0 0,14 6-1 0 0,-8-2-464 0 0,0 1 0 0 0,-1 1 0 0 0,0 0-1 0 0,0 1 1 0 0,14 11 0 0 0,-2 0-4129 0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2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0 105 10594 0 0,'18'-15'649'0'0,"0"2"0"0"0,0 1-1 0 0,2 0 1 0 0,-1 1 0 0 0,1 1 0 0 0,34-12-1 0 0,-42 19-1002 0 0,1 1 0 0 0,-1 0 0 0 0,0 0 0 0 0,0 1 0 0 0,1 1 0 0 0,-1 0 0 0 0,0 1 0 0 0,1 0 0 0 0,-1 1-1 0 0,0 1 1 0 0,15 4 0 0 0,-1 1-74 0 0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6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7 10594 0 0,'-10'-6'760'0'0,"7"8"385"0"0,8 14 909 0 0,-2-8-1844 0 0,19 58 929 0 0,36 127 908 0 0,-50-158-3105 0 0,-1 1 0 0 0,-1 0 0 0 0,0 55-1 0 0,-6-82-1016 0 0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2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6 186 1376 0 0,'-5'-41'191'0'0,"5"37"85"0"0,0 1-1 0 0,1-1 1 0 0,0 1 0 0 0,0-1-1 0 0,0 1 1 0 0,0 0 0 0 0,0-1-1 0 0,1 1 1 0 0,-1 0-1 0 0,1 0 1 0 0,0 0 0 0 0,0 0-1 0 0,0 0 1 0 0,0 1 0 0 0,4-4-1 0 0,2-3 216 0 0,0 1 0 0 0,1 0 0 0 0,1 0 0 0 0,-1 1 1 0 0,1 0-1 0 0,0 1 0 0 0,0 0 0 0 0,1 1 0 0 0,0 0 0 0 0,0 1 0 0 0,0 0 0 0 0,1 0 0 0 0,15-2 0 0 0,-16 5-313 0 0,-1 0-1 0 0,1 0 1 0 0,0 1-1 0 0,-1 0 1 0 0,1 1 0 0 0,0 0-1 0 0,-1 1 1 0 0,1 0 0 0 0,-1 1-1 0 0,0 0 1 0 0,0 0-1 0 0,0 1 1 0 0,0 0 0 0 0,0 1-1 0 0,11 8 1 0 0,-15-8-148 0 0,0-1 0 0 0,-1 1 0 0 0,1 0 0 0 0,-1 0 0 0 0,-1 1 0 0 0,1-1 0 0 0,-1 1 0 0 0,0 0 0 0 0,0 1 0 0 0,-1-1 0 0 0,1 0 0 0 0,-2 1 0 0 0,1 0 0 0 0,-1 0 0 0 0,0 0 0 0 0,0 0 0 0 0,-1 0 0 0 0,1 0 0 0 0,-2 0 0 0 0,1 1 0 0 0,-2 9 0 0 0,1-9-67 0 0,-1 1 0 0 0,0-1 1 0 0,0 0-1 0 0,-1 0 0 0 0,0 0 1 0 0,0 0-1 0 0,-1 0 0 0 0,0-1 1 0 0,-1 1-1 0 0,1-1 0 0 0,-1 0 1 0 0,-1 0-1 0 0,0 0 0 0 0,0 0 0 0 0,0-1 1 0 0,0 0-1 0 0,-1 0 0 0 0,-12 9 1 0 0,0-5-1781 0 0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3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13 1840 0 0,'6'-13'5230'0'0,"-18"14"-2315"0"0,-4 5-2530 0 0,0 1 0 0 0,0 0-1 0 0,1 2 1 0 0,0-1 0 0 0,1 2 0 0 0,0 0 0 0 0,0 0 0 0 0,1 2 0 0 0,0-1 0 0 0,1 2-1 0 0,0 0 1 0 0,1 0 0 0 0,1 1 0 0 0,-13 21 0 0 0,22-32-366 0 0,-1-1 0 0 0,1 0 0 0 0,0 1 0 0 0,0 0 1 0 0,1-1-1 0 0,-1 1 0 0 0,0-1 0 0 0,1 1 0 0 0,0 0 0 0 0,-1-1 0 0 0,1 1 0 0 0,0 0 1 0 0,0-1-1 0 0,1 1 0 0 0,-1 0 0 0 0,0 0 0 0 0,1-1 0 0 0,0 1 0 0 0,0-1 0 0 0,-1 1 0 0 0,2-1 1 0 0,-1 1-1 0 0,0-1 0 0 0,3 4 0 0 0,0-2-31 0 0,0 0-1 0 0,0 0 1 0 0,0-1-1 0 0,0 0 1 0 0,1 0 0 0 0,0 0-1 0 0,-1 0 1 0 0,1-1 0 0 0,0 0-1 0 0,0 0 1 0 0,8 2-1 0 0,9 2 84 0 0,41 5 0 0 0,-43-8 173 0 0,1 1 0 0 0,27 8 0 0 0,-46-11-239 0 0,0-1 1 0 0,0 1 0 0 0,0 0-1 0 0,0 0 1 0 0,-1 0-1 0 0,1 0 1 0 0,0 0-1 0 0,0 0 1 0 0,-1 0-1 0 0,1 0 1 0 0,0 1-1 0 0,-1-1 1 0 0,1 1-1 0 0,-1-1 1 0 0,0 1-1 0 0,0-1 1 0 0,1 1-1 0 0,-1 0 1 0 0,0 0-1 0 0,0 0 1 0 0,-1-1-1 0 0,2 4 1 0 0,-2-2 14 0 0,0-1 0 0 0,1 1 0 0 0,-1 0 0 0 0,-1 0 0 0 0,1 0 0 0 0,0-1-1 0 0,-1 1 1 0 0,0 0 0 0 0,1 0 0 0 0,-1-1 0 0 0,0 1 0 0 0,0 0 0 0 0,-1-1 0 0 0,-1 4 0 0 0,-3 3 137 0 0,-1 1-1 0 0,0-1 1 0 0,0 0 0 0 0,-1-1 0 0 0,0 0-1 0 0,-16 13 1 0 0,15-15-114 0 0,1 0 0 0 0,-1 0 1 0 0,-18 8-1 0 0,1-7-2993 0 0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2761 0 0,'21'-16'-30'0'0,"5"-4"1438"0"0,0 1 0 0 0,39-22 0 0 0,-93 87 5031 0 0,15-26-5456 0 0,1 1 0 0 0,-10 24 1 0 0,19-38-910 0 0,0-1 1 0 0,1 1-1 0 0,-1 1 0 0 0,2-1 0 0 0,-1 0 1 0 0,1 0-1 0 0,0 1 0 0 0,0-1 1 0 0,1 0-1 0 0,0 1 0 0 0,1 8 1 0 0,-1-15-77 0 0,1 1 1 0 0,-1-1-1 0 0,0 1 0 0 0,1-1 1 0 0,-1 1-1 0 0,1-1 1 0 0,0 1-1 0 0,-1-1 1 0 0,1 0-1 0 0,0 1 1 0 0,0-1-1 0 0,0 0 0 0 0,0 0 1 0 0,2 2-1 0 0,-3-2-28 0 0,1-1 0 0 0,0 0 0 0 0,-1 1 0 0 0,1-1 0 0 0,0 0-1 0 0,-1 1 1 0 0,1-1 0 0 0,0 0 0 0 0,0 0 0 0 0,-1 0 0 0 0,1 0 0 0 0,0 0-1 0 0,0 0 1 0 0,0 0 0 0 0,-1 0 0 0 0,1 0 0 0 0,0 0 0 0 0,0 0 0 0 0,-1 0-1 0 0,2-1 1 0 0,1 0-172 0 0,-1 0 0 0 0,1-1-1 0 0,-1 1 1 0 0,1-1 0 0 0,-1 0-1 0 0,0 1 1 0 0,0-1 0 0 0,0 0-1 0 0,0 0 1 0 0,0-1 0 0 0,0 1 0 0 0,-1 0-1 0 0,3-5 1 0 0,0-3-165 0 0,1-1-1 0 0,-2 1 1 0 0,5-23 0 0 0,-7 25 601 0 0,1 0-1 0 0,0 0 1 0 0,0 0-1 0 0,1 1 1 0 0,0-1 0 0 0,0 1-1 0 0,1-1 1 0 0,7-11-1 0 0,-10 18-151 0 0,0 1 0 0 0,-1-1 0 0 0,1 1 0 0 0,0-1 0 0 0,-1 1 0 0 0,1-1 0 0 0,0 1 0 0 0,0-1 0 0 0,0 1 0 0 0,-1 0 0 0 0,1 0 0 0 0,0-1 0 0 0,0 1 0 0 0,0 0 0 0 0,0 0 0 0 0,0 0 0 0 0,-1 0 0 0 0,1 0 0 0 0,0 0 0 0 0,0 0 0 0 0,0 0-1 0 0,0 0 1 0 0,0 0 0 0 0,-1 1 0 0 0,1-1 0 0 0,0 0 0 0 0,0 1 0 0 0,0-1 0 0 0,-1 0 0 0 0,1 1 0 0 0,0-1 0 0 0,0 1 0 0 0,-1-1 0 0 0,1 1 0 0 0,0 0 0 0 0,-1-1 0 0 0,1 1 0 0 0,-1-1 0 0 0,1 1 0 0 0,-1 0 0 0 0,1 0 0 0 0,-1-1 0 0 0,1 1 0 0 0,-1 1 0 0 0,22 35 1293 0 0,-22-37-1368 0 0,13 26 153 0 0,-1 1 339 0 0,28 44 0 0 0,-35-63-837 0 0,1-1 0 0 0,-1 0 0 0 0,2 0 0 0 0,-1-1 1 0 0,1 1-1 0 0,0-1 0 0 0,0-1 0 0 0,0 1 1 0 0,1-1-1 0 0,8 4 0 0 0,3-1-5865 0 0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3.8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3225 0 0,'1'-12'5574'0'0,"4"31"1326"0"0,7 38-4208 0 0,4 26-1008 0 0,50 149 0 0 0,-31-148-1936 0 0,-17-40-1717 0 0,-1-1-4410 0 0,-10-25 686 0 0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0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6 171 3681 0 0,'-5'-2'4742'0'0,"29"-12"-2620"0"0,37-17-575 0 0,9 3-2441 0 0,116-29 0 0 0,-85 28 331 0 0,-72 19 616 0 0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8290 0 0,'18'-13'2281'0'0,"-16"11"-2772"0"0,1 0 1 0 0,0-1-1 0 0,0 1 0 0 0,0 0 1 0 0,0 1-1 0 0,0-1 0 0 0,1 0 1 0 0,-1 1-1 0 0,0 0 1 0 0,1 0-1 0 0,-1 0 0 0 0,6-1 1 0 0,-6 2 362 0 0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4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80 1376 0 0,'0'10'4639'0'0,"0"-10"-4548"0"0,0 0 0 0 0,0 0 0 0 0,1 0 0 0 0,-1 0 0 0 0,21-1 2232 0 0,24-11-1063 0 0,117-56-2196 0 0,-138 59 925 0 0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4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11058 0 0,'-1'1'82'0'0,"1"-1"0"0"0,-1 0 0 0 0,1 0 0 0 0,0 1 0 0 0,-1-1 0 0 0,1 1 0 0 0,0-1 0 0 0,-1 0-1 0 0,1 1 1 0 0,0-1 0 0 0,-1 1 0 0 0,1-1 0 0 0,0 1 0 0 0,0-1 0 0 0,0 1 0 0 0,-1-1 0 0 0,1 1 0 0 0,0-1-1 0 0,0 1 1 0 0,0-1 0 0 0,0 1 0 0 0,0-1 0 0 0,0 1 0 0 0,0-1 0 0 0,0 1 0 0 0,0-1 0 0 0,0 2 0 0 0,2 25 556 0 0,-1-9-233 0 0,-17 89 773 0 0,11-83-837 0 0,1 0 1 0 0,1 1 0 0 0,1-1 0 0 0,1 1 0 0 0,1-1-1 0 0,5 42 1 0 0,-4-60-192 0 0,1 0 0 0 0,-1 0 1 0 0,1 0-1 0 0,1 0 0 0 0,-1-1 0 0 0,1 1 0 0 0,0-1 0 0 0,0 0 1 0 0,0 1-1 0 0,1-1 0 0 0,-1-1 0 0 0,1 1 0 0 0,1 0 0 0 0,-1-1 0 0 0,1 0 1 0 0,4 4-1 0 0,-2-4-18 0 0,0-1 0 0 0,0 1 0 0 0,1-1-1 0 0,-1 0 1 0 0,1-1 0 0 0,0 1 0 0 0,-1-2 0 0 0,1 1 0 0 0,0-1 0 0 0,15 0 0 0 0,10-2-31 0 0,0-2 0 0 0,-1-2 0 0 0,1-1 0 0 0,54-17 0 0 0,-75 19-148 0 0,6-1-832 0 0,-1 0 0 0 0,1-2 0 0 0,27-14 0 0 0,-25 7-6029 0 0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1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7370 0 0,'-1'1'320'0'0,"0"0"0"0"0,-1-1 0 0 0,1 1 0 0 0,0 0 0 0 0,0 0 1 0 0,0 0-1 0 0,0 0 0 0 0,0 0 0 0 0,0 1 0 0 0,0-1 0 0 0,0 0 1 0 0,1 0-1 0 0,-1 0 0 0 0,0 1 0 0 0,1-1 0 0 0,-1 1 0 0 0,1-1 1 0 0,-1 0-1 0 0,1 1 0 0 0,0-1 0 0 0,-1 1 0 0 0,1-1 0 0 0,0 1 1 0 0,0 1-1 0 0,2 36 2258 0 0,-2-38-2443 0 0,10 55 1139 0 0,2 0 1 0 0,29 77-1 0 0,-40-127-1251 0 0,7 17-141 0 0,1-1 0 0 0,1 0 0 0 0,1 0 0 0 0,19 29 1 0 0,-17-34-1747 0 0,0 0 0 0 0,28 28 1 0 0,-24-31-578 0 0,0-6-21 0 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7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5529 0 0,'8'-1'8802'0'0,"3"18"-7828"0"0,-1 1-1 0 0,0 0 0 0 0,12 31 1 0 0,-10-22-116 0 0,21 37 0 0 0,-29-57-833 0 0,1 0 1 0 0,0-1-1 0 0,0 1 1 0 0,0-1-1 0 0,1 0 1 0 0,0-1 0 0 0,0 1-1 0 0,0-1 1 0 0,14 8-1 0 0,-19-12-29 0 0,1-1 1 0 0,-1 1-1 0 0,0-1 0 0 0,1 1 0 0 0,-1-1 0 0 0,1 0 1 0 0,-1 1-1 0 0,0-1 0 0 0,1 0 0 0 0,-1 0 0 0 0,1 0 1 0 0,-1 0-1 0 0,1 0 0 0 0,-1-1 0 0 0,1 1 0 0 0,-1 0 1 0 0,0-1-1 0 0,1 1 0 0 0,-1 0 0 0 0,0-1 0 0 0,1 0 1 0 0,-1 1-1 0 0,0-1 0 0 0,0 0 0 0 0,1 0 0 0 0,-1 0 1 0 0,0 0-1 0 0,0 0 0 0 0,0 0 0 0 0,0 0 0 0 0,0 0 1 0 0,0 0-1 0 0,0 0 0 0 0,-1 0 0 0 0,1-1 0 0 0,0 1 1 0 0,-1 0-1 0 0,2-2 0 0 0,3-9-95 0 0,0 1 0 0 0,-1-1-1 0 0,5-20 1 0 0,-4 15 20 0 0,3-8-6 0 0,1-1-1 0 0,1 2 1 0 0,22-38 0 0 0,-32 61 91 0 0,1 0 0 0 0,-1 0 0 0 0,0 1 0 0 0,1-1 0 0 0,-1 0 0 0 0,1 0 0 0 0,0 0 0 0 0,-1 1 0 0 0,1-1 0 0 0,0 0 0 0 0,-1 1 0 0 0,1-1 0 0 0,0 0 0 0 0,0 1 0 0 0,-1-1 0 0 0,1 1 0 0 0,0 0 0 0 0,0-1 0 0 0,0 1 0 0 0,0-1 0 0 0,0 1 0 0 0,0 0 0 0 0,0 0 0 0 0,-1 0 1 0 0,1-1-1 0 0,0 1 0 0 0,0 0 0 0 0,2 0 0 0 0,-1 1 44 0 0,-1 0 1 0 0,0 0 0 0 0,1 0 0 0 0,-1 0 0 0 0,1 0-1 0 0,-1 0 1 0 0,0 0 0 0 0,0 0 0 0 0,0 1 0 0 0,1-1-1 0 0,-1 0 1 0 0,0 1 0 0 0,-1-1 0 0 0,2 3 0 0 0,4 7 241 0 0,-1 1 1 0 0,-1 0-1 0 0,4 13 1 0 0,-8-25-298 0 0,2 11-41 0 0,1 0 1 0 0,1 0 0 0 0,0 0-1 0 0,0-1 1 0 0,1 0 0 0 0,0 0-1 0 0,1 0 1 0 0,9 12-1 0 0,-15-22 7 0 0,0 1-1 0 0,1-1 0 0 0,-1 0 0 0 0,1 1 0 0 0,-1-1 1 0 0,0 0-1 0 0,1 0 0 0 0,-1 1 0 0 0,1-1 0 0 0,-1 0 0 0 0,1 0 1 0 0,-1 0-1 0 0,1 0 0 0 0,-1 1 0 0 0,1-1 0 0 0,-1 0 1 0 0,1 0-1 0 0,-1 0 0 0 0,1 0 0 0 0,-1 0 0 0 0,0 0 0 0 0,1-1 1 0 0,-1 1-1 0 0,1 0 0 0 0,-1 0 0 0 0,1 0 0 0 0,-1 0 0 0 0,1 0 1 0 0,-1-1-1 0 0,1 1 0 0 0,14-14-878 0 0,5-21-640 0 0,-5-2 698 0 0,12-29 593 0 0,-25 62 332 0 0,1 0 0 0 0,-1 0 0 0 0,1-1 0 0 0,0 1 0 0 0,0 1 0 0 0,0-1 0 0 0,1 0 0 0 0,-1 1 0 0 0,1 0 0 0 0,0 0 1 0 0,4-3-1 0 0,-7 5-20 0 0,0 1 1 0 0,-1 0-1 0 0,1-1 1 0 0,0 1-1 0 0,0 0 1 0 0,0 0-1 0 0,0 0 1 0 0,-1 0-1 0 0,1 0 1 0 0,0 0-1 0 0,0 0 1 0 0,0 0-1 0 0,0 0 1 0 0,-1 0-1 0 0,1 0 1 0 0,0 0-1 0 0,0 1 1 0 0,0-1-1 0 0,-1 0 1 0 0,1 1-1 0 0,0-1 1 0 0,0 0-1 0 0,-1 1 1 0 0,1-1-1 0 0,0 1 1 0 0,-1-1-1 0 0,1 1 1 0 0,0 0-1 0 0,-1-1 1 0 0,1 1-1 0 0,-1 0 1 0 0,1-1 0 0 0,-1 1-1 0 0,0 0 1 0 0,1-1-1 0 0,0 2 1 0 0,15 36 1303 0 0,-9-21-959 0 0,-4-11-370 0 0,1-1 0 0 0,-1 0 1 0 0,1 1-1 0 0,0-1 0 0 0,0-1 0 0 0,1 1 1 0 0,-1-1-1 0 0,1 1 0 0 0,0-1 0 0 0,8 4 1 0 0,-7-5-1146 0 0,-1 0 1 0 0,1 0-1 0 0,-1-1 1 0 0,1 0 0 0 0,0 0-1 0 0,11 2 1 0 0,-4-3-4349 0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5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7370 0 0,'4'15'2073'0'0,"0"0"1"0"0,1 0 0 0 0,9 19 0 0 0,8 28 942 0 0,-16-36-2590 0 0,-2-1 0 0 0,-1 0 0 0 0,1 49-1 0 0,-14 80 506 0 0,1 0-779 0 0,9-144-179 0 0,-1 54-1219 0 0,-2-23-2886 0 0,0-26-1912 0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4 125 4145 0 0,'-1'-5'123'0'0,"0"0"0"0"0,0 0 0 0 0,1 0 0 0 0,-1 0 0 0 0,1 0 0 0 0,1-6 0 0 0,-1 7 204 0 0,1 0 1 0 0,-1 0-1 0 0,1 0 1 0 0,0 0-1 0 0,0 1 1 0 0,1-1-1 0 0,-1 0 1 0 0,1 1-1 0 0,-1-1 1 0 0,1 1-1 0 0,0-1 1 0 0,1 1-1 0 0,-1 0 1 0 0,1 0 0 0 0,-1 0-1 0 0,1 0 1 0 0,0 0-1 0 0,0 1 1 0 0,0-1-1 0 0,0 1 1 0 0,1 0-1 0 0,6-4 1 0 0,-6 5-63 0 0,0 0 0 0 0,0 0 0 0 0,1 0 0 0 0,-1 0 0 0 0,0 1 0 0 0,1-1 0 0 0,-1 1 0 0 0,0 0 0 0 0,0 0 0 0 0,1 1 0 0 0,-1-1 0 0 0,0 1 0 0 0,0 0 0 0 0,1 0 0 0 0,-1 1 1 0 0,0-1-1 0 0,0 1 0 0 0,0 0 0 0 0,-1 0 0 0 0,1 0 0 0 0,0 1 0 0 0,5 4 0 0 0,7 6 328 0 0,-1 1-1 0 0,0 0 1 0 0,19 25 0 0 0,-20-23-324 0 0,11 14 42 0 0,-1 0 0 0 0,-2 2-1 0 0,32 58 1 0 0,-43-67-1177 0 0,0 1-1 0 0,-2 1 1 0 0,10 40-1 0 0,-14-41-6078 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0 119 6913 0 0,'6'-3'5102'0'0,"10"-8"-2742"0"0,0 0-1212 0 0,133-71-4492 0 0,-128 71 3312 0 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28:36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11522 0 0,'3'3'1025'0'0,"-2"0"-825"0"0,1 0-200 0 0,-1-2 0 0 0,2 0 1088 0 0,-1 3 184 0 0,3 3 33 0 0,3 3 7 0 0,0 1-416 0 0,0-1-88 0 0,-1-2-8 0 0,-1-3-8 0 0,1-1-928 0 0,-3-2-184 0 0,1-4-40 0 0,-1 0-8 0 0,3-5 368 0 0,-3-7 0 0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5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12443 0 0,'0'0'957'0'0,"20"14"-799"0"0,1 9 626 0 0,0 1 0 0 0,-2 1 1 0 0,24 40-1 0 0,40 89 1046 0 0,-59-108-1480 0 0,11 22 180 0 0,-4-5-199 0 0,3-1 1 0 0,70 96 0 0 0,-64-108-1417 0 0,-22-27-90 0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6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78 4145 0 0,'-21'-31'1359'0'0,"18"26"-449"0"0,0-1 0 0 0,-1 1 0 0 0,1 0 0 0 0,-1 1 1 0 0,0-1-1 0 0,0 1 0 0 0,-8-6 0 0 0,12 9-863 0 0,0 1-1 0 0,0 0 1 0 0,0 0-1 0 0,-1 0 1 0 0,1 0 0 0 0,0-1-1 0 0,0 1 1 0 0,-1 0-1 0 0,1 0 1 0 0,0 0-1 0 0,0 0 1 0 0,-1 0-1 0 0,1 0 1 0 0,0 0-1 0 0,0 0 1 0 0,-1 0-1 0 0,1 0 1 0 0,0 0-1 0 0,-1 0 1 0 0,1 0-1 0 0,0 0 1 0 0,0 0-1 0 0,-1 0 1 0 0,1 0 0 0 0,0 0-1 0 0,-1 0 1 0 0,1 0-1 0 0,0 0 1 0 0,0 0-1 0 0,-1 0 1 0 0,1 0-1 0 0,0 1 1 0 0,0-1-1 0 0,-1 0 1 0 0,1 0-1 0 0,-3 12 1094 0 0,6 16 77 0 0,10 37-823 0 0,4-1 1 0 0,2 0-1 0 0,2-2 1 0 0,52 104-1 0 0,-43-112-2536 0 0,1-2-1 0 0,71 90 0 0 0,-88-125-2568 0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7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16 393 7978 0 0,'-16'-8'830'0'0,"25"16"888"0"0,13 11-305 0 0,-4 1-1031 0 0,2-1 0 0 0,0-1 1 0 0,1 0-1 0 0,1-2 1 0 0,0 0-1 0 0,29 14 1 0 0,-34-21-306 0 0,1-1 0 0 0,-1-1 0 0 0,1 0 0 0 0,0-2 0 0 0,1 0 0 0 0,-1-1 0 0 0,1 0 0 0 0,0-2 0 0 0,31 1 0 0 0,-45-3 38 0 0,-1 0 1 0 0,0-1-1 0 0,1 1 1 0 0,-1-1-1 0 0,1 0 0 0 0,-1 0 1 0 0,0 0-1 0 0,0-1 1 0 0,0 1-1 0 0,1-1 1 0 0,6-4-1 0 0,-9 4-7 0 0,-1 1 0 0 0,1-1 0 0 0,-1 0 0 0 0,1 0 0 0 0,-1 1 0 0 0,1-1 0 0 0,-1 0-1 0 0,0 0 1 0 0,0 0 0 0 0,0-1 0 0 0,0 1 0 0 0,-1 0 0 0 0,1 0 0 0 0,0 0 0 0 0,-1-1 0 0 0,0 1 0 0 0,1 0 0 0 0,-1-1 0 0 0,0 1 0 0 0,0 0 0 0 0,0-1 0 0 0,-1 1 0 0 0,0-4-1 0 0,-7-31 763 0 0,-2 1-1 0 0,-1 0 0 0 0,-30-64 0 0 0,8 23-694 0 0,18 39-682 0 0,-26-71 1333 0 0,18 34-7610 0 0,18 51-330 0 0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3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144 182 456 0 0,'0'-6'363'0'0,"0"0"1"0"0,0-1-1 0 0,-1 1 1 0 0,0 0-1 0 0,0 0 0 0 0,-1 0 1 0 0,0-1-1 0 0,0 2 1 0 0,0-1-1 0 0,-1 0 0 0 0,-4-8 1 0 0,-5-15 2054 0 0,9 22-1493 0 0,0-1 0 0 0,-1 0 0 0 0,0 1 0 0 0,0 0 0 0 0,0 0 0 0 0,-7-8 0 0 0,10 14-747 0 0,0 0 0 0 0,0 0 0 0 0,0 0 0 0 0,0 0 0 0 0,0 0 0 0 0,0 0 0 0 0,-1 0 0 0 0,1 0 0 0 0,0 1 0 0 0,0-1 0 0 0,0 1 0 0 0,-1-1 0 0 0,1 1 0 0 0,0-1 0 0 0,-1 1 0 0 0,1 0 0 0 0,-1-1 0 0 0,-1 1 0 0 0,1 0-91 0 0,1 1 0 0 0,-1-1 1 0 0,1 1-1 0 0,-1 0 0 0 0,1-1 0 0 0,0 1 0 0 0,-1 0 1 0 0,1 0-1 0 0,0 0 0 0 0,-1 0 0 0 0,1 0 0 0 0,0 0 0 0 0,0 0 1 0 0,0 1-1 0 0,0-1 0 0 0,0 0 0 0 0,0 1 0 0 0,1-1 0 0 0,-1 0 1 0 0,-1 3-1 0 0,-3 8 4 0 0,0-1 1 0 0,1 1-1 0 0,1 0 1 0 0,0 0-1 0 0,1 0 1 0 0,0 1-1 0 0,0-1 1 0 0,1 0-1 0 0,1 1 1 0 0,1 15-1 0 0,3 7-98 0 0,1 0 0 0 0,12 48 0 0 0,-8-52 15 0 0,1 1 0 0 0,1-1 0 0 0,2-1 1 0 0,31 55-1 0 0,-38-74-47 0 0,1 0 0 0 0,1 0 0 0 0,0-1-1 0 0,0 0 1 0 0,1 0 0 0 0,1-1 0 0 0,-1 0 0 0 0,1-1 0 0 0,1 0 0 0 0,0-1 0 0 0,0 0 0 0 0,0 0 0 0 0,1-1 0 0 0,0-1 0 0 0,16 6 0 0 0,-21-9-32 0 0,0 0 0 0 0,0-1-1 0 0,0 0 1 0 0,0 0 0 0 0,0-1 0 0 0,0 0 0 0 0,0 0-1 0 0,0-1 1 0 0,0 0 0 0 0,0 0 0 0 0,0 0-1 0 0,0-1 1 0 0,0 0 0 0 0,0 0 0 0 0,-1-1-1 0 0,1 0 1 0 0,-1 0 0 0 0,0-1 0 0 0,0 1-1 0 0,0-1 1 0 0,0-1 0 0 0,8-8 0 0 0,-7 6 112 0 0,-1 0-1 0 0,0-1 1 0 0,-1 0 0 0 0,0 0 0 0 0,0 0 0 0 0,0-1 0 0 0,-1 0-1 0 0,-1 0 1 0 0,1 0 0 0 0,-2 0 0 0 0,1 0 0 0 0,-1-1 0 0 0,0 1-1 0 0,-1-1 1 0 0,0 1 0 0 0,-1-14 0 0 0,-2-1 213 0 0,0-1 0 0 0,-2 0 0 0 0,-1 1 0 0 0,-1 0 0 0 0,-1 0 0 0 0,-1 0 0 0 0,-1 1 0 0 0,-1 0 0 0 0,-1 1 0 0 0,0 0 0 0 0,-2 1 0 0 0,-1 0 0 0 0,-1 1 0 0 0,0 1-1 0 0,-24-24 1 0 0,31 36-230 0 0,0 0-1 0 0,-1 1 0 0 0,0 0 0 0 0,1 0 1 0 0,-2 0-1 0 0,-16-6 0 0 0,22 10-105 0 0,0 1 0 0 0,0-1 0 0 0,0 1 0 0 0,0 0 1 0 0,0 0-1 0 0,0 1 0 0 0,0-1 0 0 0,-1 1 0 0 0,1 0 0 0 0,0 0 0 0 0,0 1 0 0 0,0-1 1 0 0,0 1-1 0 0,0 0 0 0 0,0 0 0 0 0,0 0 0 0 0,0 0 0 0 0,0 1 0 0 0,-7 3 0 0 0,1 4-1863 0 0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26 223 3681 0 0,'-1'-2'-581'0'0,"-18"-18"8221"0"0,14 33-4258 0 0,5-3-2971 0 0,0-1 1 0 0,1 1 0 0 0,-1 0-1 0 0,2 0 1 0 0,-1-1 0 0 0,2 1-1 0 0,-1-1 1 0 0,1 1 0 0 0,1-1-1 0 0,4 10 1 0 0,0-3-308 0 0,0-1 1 0 0,1 0-1 0 0,1 0 1 0 0,21 25-1 0 0,-26-34-56 0 0,1-1-1 0 0,0 1 1 0 0,0-1 0 0 0,0-1 0 0 0,1 1-1 0 0,0-1 1 0 0,0 0 0 0 0,14 6-1 0 0,-19-9-42 0 0,0-1-1 0 0,0 1 0 0 0,0 0 0 0 0,0-1 0 0 0,0 1 1 0 0,1-1-1 0 0,-1 0 0 0 0,0 0 0 0 0,0 0 1 0 0,0 0-1 0 0,1 0 0 0 0,-1 0 0 0 0,0-1 1 0 0,0 1-1 0 0,0-1 0 0 0,1 1 0 0 0,-1-1 0 0 0,0 0 1 0 0,0 0-1 0 0,0 0 0 0 0,0 0 0 0 0,0 0 1 0 0,-1-1-1 0 0,1 1 0 0 0,0 0 0 0 0,-1-1 1 0 0,1 1-1 0 0,0-1 0 0 0,-1 0 0 0 0,0 0 0 0 0,1 1 1 0 0,-1-1-1 0 0,0 0 0 0 0,0 0 0 0 0,1-3 1 0 0,5-11-34 0 0,-1-1 0 0 0,0 0 1 0 0,-1 0-1 0 0,-1-1 0 0 0,-1 1 1 0 0,0-1-1 0 0,-1 0 0 0 0,-1 0 1 0 0,-1-18-1 0 0,-5-20 456 0 0,-16-84 0 0 0,10 78 841 0 0,40 130-196 0 0,-16-34-1037 0 0,1-1 1 0 0,2 0-1 0 0,1-1 1 0 0,2 0 0 0 0,1-2-1 0 0,2 0 1 0 0,30 33-1 0 0,-29-40-878 0 0,0-1 0 0 0,39 29 0 0 0,-42-37-481 0 0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0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71 7834 0 0,'-21'-47'1425'0'0,"3"27"1430"0"0,17 19-2676 0 0,1 1 0 0 0,-1 0 0 0 0,0-1 0 0 0,0 1 0 0 0,1 0 1 0 0,-1-1-1 0 0,0 1 0 0 0,0 0 0 0 0,0 0 0 0 0,0 0 0 0 0,1 0 0 0 0,-1 0 1 0 0,0 0-1 0 0,0 0 0 0 0,0 0 0 0 0,0 0 0 0 0,1 0 0 0 0,-1 0 1 0 0,0 0-1 0 0,0 1 0 0 0,0-1 0 0 0,1 0 0 0 0,-1 0 0 0 0,0 1 0 0 0,-1 0 1 0 0,1 0-16 0 0,0 0 1 0 0,1 0-1 0 0,-1 0 1 0 0,0 0-1 0 0,0 0 1 0 0,0 0-1 0 0,1 0 1 0 0,-1 0-1 0 0,0 1 1 0 0,1-1 0 0 0,-1 0-1 0 0,1 0 1 0 0,-1 1-1 0 0,1-1 1 0 0,0 0-1 0 0,0 1 1 0 0,0-1-1 0 0,-1 0 1 0 0,1 1-1 0 0,0-1 1 0 0,1 2-1 0 0,4 33 300 0 0,-4-28-156 0 0,13 54-88 0 0,2 0-1 0 0,3-1 1 0 0,3-1-1 0 0,2 0 1 0 0,3-2-1 0 0,3-1 1 0 0,37 54 0 0 0,-36-67-245 0 0,2-1 1 0 0,50 50 0 0 0,29 13-3116 0 0,-97-94 1485 0 0,-3-3-298 0 0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110 122 1376 0 0,'-19'1'492'0'0,"9"-2"1536"0"0,-1 1 0 0 0,1-1 1 0 0,0-1-1 0 0,-12-3 1 0 0,1-4-956 0 0,20 9-1004 0 0,1 0 1 0 0,-1-1-1 0 0,1 1 1 0 0,-1-1-1 0 0,1 1 1 0 0,-1 0-1 0 0,1-1 0 0 0,0 1 1 0 0,-1-1-1 0 0,1 1 1 0 0,0-1-1 0 0,-1 1 1 0 0,1-1-1 0 0,0 0 1 0 0,0 1-1 0 0,0-1 1 0 0,-1 1-1 0 0,1-1 0 0 0,0 1 1 0 0,0-1-1 0 0,0 0 1 0 0,0 1-1 0 0,0-1 1 0 0,0 1-1 0 0,0-1 1 0 0,0 0-1 0 0,0 1 1 0 0,0-1-1 0 0,1 1 0 0 0,-1-1 1 0 0,0 1-1 0 0,0-1 1 0 0,1 0-1 0 0,-1 1 1 0 0,0-1-1 0 0,0 1 1 0 0,1-1-1 0 0,-1 1 1 0 0,1-1-1 0 0,-1 1 1 0 0,0 0-1 0 0,1-1 0 0 0,0 0 1 0 0,22-21 710 0 0,-20 19-747 0 0,31-23-709 0 0,-11 10-3393 0 0,-2 2-1185 0 0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9.4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12443 0 0,'9'6'544'0'0,"-5"-4"128"0"0,-1 1-544 0 0,-1-1-128 0 0,0-1 0 0 0,-4 2 872 0 0,0-1 152 0 0,-1 3 25 0 0,-1-1 7 0 0,0 0-520 0 0,-1-4-104 0 0,1-2-16 0 0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17 1376 0 0,'-10'1'515'0'0,"-1"0"-1"0"0,1 1 0 0 0,-19 5 1 0 0,19-4 332 0 0,0-1 0 0 0,0 0 0 0 0,-19 1 1 0 0,162 1 2860 0 0,-75 0-2481 0 0,1-3 1 0 0,110-13 0 0 0,-147 9-1166 0 0,-15 3 6 0 0,-1-1 1 0 0,1 0-1 0 0,-1 0 0 0 0,1 0 1 0 0,-1-1-1 0 0,1 0 0 0 0,-1 0 1 0 0,7-4-1 0 0,-53 3 539 0 0,-45 10-217 0 0,30-3-168 0 0,-106 21-1 0 0,198-24-221 0 0,62-12-23 0 0,-8 0 46 0 0,-91 12-22 0 0,1-1 0 0 0,-1 0 0 0 0,1 0 0 0 0,-1 0 0 0 0,1 0 0 0 0,-1 0-1 0 0,1 0 1 0 0,0 0 0 0 0,-1 0 0 0 0,1-1 0 0 0,-1 1 0 0 0,1 0-1 0 0,-1 0 1 0 0,1 0 0 0 0,-1 0 0 0 0,1-1 0 0 0,-1 1 0 0 0,1 0 0 0 0,-1-1-1 0 0,1 1 1 0 0,-1 0 0 0 0,1-1 0 0 0,-1 1 0 0 0,0 0 0 0 0,1-1-1 0 0,-1 1 1 0 0,0-1 0 0 0,1 1 0 0 0,-1-1 0 0 0,1 0 0 0 0,-17-6 141 0 0,-29-2 42 0 0,27 7 26 0 0,-1 0 0 0 0,1 1 0 0 0,-1 1 1 0 0,1 1-1 0 0,-1 1 0 0 0,1 0 0 0 0,0 2 1 0 0,-32 9-1 0 0,50-13-210 0 0,0 0 1 0 0,-1 0-1 0 0,1 0 0 0 0,0 0 1 0 0,0 0-1 0 0,0 0 0 0 0,0 0 1 0 0,-1 0-1 0 0,1 0 0 0 0,0 0 1 0 0,0 0-1 0 0,0 0 0 0 0,0 0 1 0 0,-1 0-1 0 0,1 0 0 0 0,0 0 1 0 0,0 0-1 0 0,0 0 0 0 0,0 0 1 0 0,-1 0-1 0 0,1 0 0 0 0,0 1 1 0 0,0-1-1 0 0,0 0 0 0 0,0 0 1 0 0,0 0-1 0 0,0 0 0 0 0,-1 0 1 0 0,1 0-1 0 0,0 1 0 0 0,0-1 1 0 0,0 0-1 0 0,0 0 0 0 0,0 0 1 0 0,0 0-1 0 0,0 1 0 0 0,0-1 1 0 0,0 0-1 0 0,0 0 0 0 0,0 0 1 0 0,0 0-1 0 0,0 1 0 0 0,0-1 1 0 0,0 0-1 0 0,0 0 0 0 0,0 0 1 0 0,0 1-1 0 0,0-1 0 0 0,0 0 1 0 0,0 0-1 0 0,0 0 0 0 0,0 0 1 0 0,0 0-1 0 0,0 1 0 0 0,14 3 4 0 0,20-1-7 0 0,-32-3 4 0 0,26 3-1 0 0,-7-1 0 0 0,0-1 0 0 0,0-1 0 0 0,1 0 0 0 0,30-6 0 0 0,-52 6 0 0 0,0 0 0 0 0,0 0-1 0 0,0 1 1 0 0,1-1 0 0 0,-1 0 0 0 0,0 0-1 0 0,0 0 1 0 0,0 0 0 0 0,1 0 0 0 0,-1 0 0 0 0,0 0-1 0 0,0 0 1 0 0,0 0 0 0 0,1 0 0 0 0,-1 0-1 0 0,0-1 1 0 0,0 1 0 0 0,0 0 0 0 0,1 0-1 0 0,-1 0 1 0 0,0 0 0 0 0,0 0 0 0 0,0 0 0 0 0,1 0-1 0 0,-1 0 1 0 0,0-1 0 0 0,0 1 0 0 0,0 0-1 0 0,0 0 1 0 0,0 0 0 0 0,1 0 0 0 0,-1-1 0 0 0,0 1-1 0 0,0 0 1 0 0,0 0 0 0 0,0 0 0 0 0,0 0-1 0 0,0-1 1 0 0,0 1 0 0 0,0 0 0 0 0,0 0 0 0 0,0-1-1 0 0,0 1 1 0 0,0 0 0 0 0,0 0 0 0 0,0 0-1 0 0,0-1 1 0 0,-11-5 66 0 0,-19-1 55 0 0,13 5 58 0 0,0 0 0 0 0,0 1 0 0 0,-1 1 0 0 0,1 1 0 0 0,0 0 0 0 0,0 1 0 0 0,0 1 0 0 0,-31 9 0 0 0,43-5-1024 0 0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7.9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27 296 3681 0 0,'-4'-9'845'0'0,"0"0"0"0"0,1 0 0 0 0,-1 0 0 0 0,2-1 1 0 0,0 1-1 0 0,0-1 0 0 0,-1-12 0 0 0,2 13 98 0 0,1 8-731 0 0,-1 0 0 0 0,1 0-1 0 0,0 0 1 0 0,0 0 0 0 0,-1-1 0 0 0,1 1 0 0 0,0 0-1 0 0,0 0 1 0 0,0 0 0 0 0,0 0 0 0 0,0 0-1 0 0,0-1 1 0 0,1 1 0 0 0,-1 0 0 0 0,0 0 0 0 0,1 0-1 0 0,-1 0 1 0 0,1 0 0 0 0,-1 0 0 0 0,1 0-1 0 0,0-1 1 0 0,0 2-57 0 0,-1 0 1 0 0,1 0-1 0 0,0 0 0 0 0,0 0 0 0 0,0 0 1 0 0,-1 1-1 0 0,1-1 0 0 0,0 0 0 0 0,0 0 0 0 0,-1 1 1 0 0,1-1-1 0 0,0 1 0 0 0,-1-1 0 0 0,1 1 0 0 0,0-1 1 0 0,-1 1-1 0 0,1-1 0 0 0,-1 1 0 0 0,1-1 1 0 0,-1 1-1 0 0,1 0 0 0 0,32 44 1601 0 0,21 54-1558 0 0,-42-73-143 0 0,2-1 0 0 0,0 0 0 0 0,1 0-1 0 0,2-2 1 0 0,0 0 0 0 0,23 23 0 0 0,-37-43-55 0 0,14 13 36 0 0,1-1 1 0 0,35 24-1 0 0,-49-36-27 0 0,1 0 0 0 0,-1-1 0 0 0,0 1 0 0 0,1-1 0 0 0,0 0 0 0 0,-1-1 0 0 0,1 1 0 0 0,0-1 0 0 0,0 0 0 0 0,-1 0 0 0 0,1 0 0 0 0,0-1 0 0 0,0 0 0 0 0,0 0 0 0 0,0 0 0 0 0,0 0 0 0 0,0-1 0 0 0,0 0 0 0 0,9-2 0 0 0,-11 1 39 0 0,1-1-1 0 0,-1 1 1 0 0,0 0-1 0 0,0-1 1 0 0,0 1-1 0 0,-1-1 0 0 0,1 0 1 0 0,0 0-1 0 0,-1 0 1 0 0,0-1-1 0 0,0 1 1 0 0,0 0-1 0 0,0-1 1 0 0,0 1-1 0 0,1-6 1 0 0,16-61 227 0 0,-17 61-223 0 0,31-182 248 0 0,-24 119-794 0 0,34-123 0 0 0,-36 179-949 0 0,-2 11 189 0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2761 0 0,'2'0'281'0'0,"0"1"0"0"0,-1-1-1 0 0,1 1 1 0 0,0 0 0 0 0,-1 0 0 0 0,1-1 0 0 0,-1 1 0 0 0,1 0 0 0 0,-1 0 0 0 0,1 0 0 0 0,-1 1 0 0 0,0-1 0 0 0,1 0 0 0 0,-1 1 0 0 0,0-1 0 0 0,0 0 0 0 0,0 1 0 0 0,0-1 0 0 0,0 1 0 0 0,0 1 0 0 0,18 38 3795 0 0,-17-36-3537 0 0,7 24 155 0 0,-1-1 1 0 0,-1 1-1 0 0,-2 1 0 0 0,0-1 0 0 0,-1 43 1 0 0,1-10-1656 0 0,0-36-4096 0 0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76 3225 0 0,'-1'-1'59'0'0,"1"-1"-1"0"0,-1 1 1 0 0,1-1 0 0 0,0 1 0 0 0,0-1 0 0 0,-1 1-1 0 0,1-1 1 0 0,0 0 0 0 0,0 1 0 0 0,1-1 0 0 0,-1 1 0 0 0,0-1-1 0 0,0 1 1 0 0,1-1 0 0 0,-1 1 0 0 0,1 0 0 0 0,-1-1 0 0 0,1 1-1 0 0,0-1 1 0 0,0 1 0 0 0,-1 0 0 0 0,3-2 0 0 0,-1 0 119 0 0,1 0 1 0 0,0 1-1 0 0,0 0 1 0 0,0-1-1 0 0,0 1 1 0 0,0 0-1 0 0,1 0 1 0 0,-1 1-1 0 0,4-2 0 0 0,4-1 369 0 0,1 0 0 0 0,-1 1-1 0 0,0 1 1 0 0,1 0-1 0 0,14 0 1 0 0,-15 2-299 0 0,-1 1 0 0 0,0 0 0 0 0,0 1 0 0 0,0 0 0 0 0,0 0 0 0 0,0 1-1 0 0,0 1 1 0 0,0-1 0 0 0,-1 2 0 0 0,0-1 0 0 0,0 1 0 0 0,0 1 0 0 0,-1 0 0 0 0,1 0 0 0 0,-2 0 0 0 0,1 1 0 0 0,0 0 0 0 0,-1 1-1 0 0,-1 0 1 0 0,1 0 0 0 0,-1 0 0 0 0,8 15 0 0 0,-10-16-178 0 0,0 0 0 0 0,-1 1 0 0 0,0-1 0 0 0,0 0 0 0 0,0 1 0 0 0,-1 0 0 0 0,0-1 0 0 0,0 1 0 0 0,-1 0 0 0 0,0 0 0 0 0,-1 0 0 0 0,0 0 0 0 0,0 0 0 0 0,-1 0 0 0 0,1 0 0 0 0,-2 0 0 0 0,1 0 0 0 0,-1 0 0 0 0,0-1 0 0 0,-1 1 0 0 0,0-1 0 0 0,0 1 0 0 0,-1-1 0 0 0,0 0 0 0 0,0 0 0 0 0,0-1 0 0 0,-1 1 0 0 0,0-1 0 0 0,-8 7 0 0 0,2-3-182 0 0,0 0 1 0 0,-1-2-1 0 0,-1 1 1 0 0,-15 7-1 0 0,-7 2-4967 0 0,20-11-7 0 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8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9218 0 0,'3'-18'4304'0'0,"-2"18"-4105"0"0,0 1 1 0 0,0-1-1 0 0,0 1 0 0 0,0-1 0 0 0,0 1 1 0 0,-1 0-1 0 0,1-1 0 0 0,0 1 1 0 0,0 0-1 0 0,-1 0 0 0 0,1 0 0 0 0,0 0 1 0 0,-1 0-1 0 0,1 0 0 0 0,-1 0 1 0 0,1 0-1 0 0,-1 0 0 0 0,0 0 0 0 0,1 1 1 0 0,17 56 1923 0 0,13 81-1 0 0,-22-89-3167 0 0,2-1 0 0 0,34 89-1 0 0,-44-134 627 0 0,1-1-1 0 0,-1 1 0 0 0,1-1 0 0 0,0 1 1 0 0,0-1-1 0 0,0 0 0 0 0,0 0 0 0 0,0 0 1 0 0,1 0-1 0 0,0 0 0 0 0,-1 0 1 0 0,1-1-1 0 0,0 1 0 0 0,4 1 0 0 0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3 114 1840 0 0,'-1'-6'402'0'0,"0"1"-1"0"0,1 0 0 0 0,0-1 0 0 0,0 1 0 0 0,0-1 0 0 0,0 1 0 0 0,1-1 1 0 0,0 1-1 0 0,0-1 0 0 0,0 1 0 0 0,4-9 0 0 0,-4 12-241 0 0,1-1 0 0 0,-1 0-1 0 0,1 1 1 0 0,0 0 0 0 0,0-1 0 0 0,0 1 0 0 0,0 0-1 0 0,0 0 1 0 0,0 0 0 0 0,1 0 0 0 0,-1 0-1 0 0,1 0 1 0 0,-1 1 0 0 0,1-1 0 0 0,0 1-1 0 0,0 0 1 0 0,-1 0 0 0 0,1 0 0 0 0,0 0 0 0 0,0 0-1 0 0,0 1 1 0 0,4-1 0 0 0,4 0 30 0 0,0 1 1 0 0,0 0-1 0 0,0 1 1 0 0,0 0-1 0 0,0 1 1 0 0,-1 0-1 0 0,1 1 1 0 0,-1 0-1 0 0,1 1 1 0 0,-1 0-1 0 0,0 0 1 0 0,0 1-1 0 0,0 0 1 0 0,-1 1-1 0 0,0 0 1 0 0,0 1-1 0 0,14 13 1 0 0,-18-16-123 0 0,-1 1-1 0 0,1 0 1 0 0,-1 0 0 0 0,0 0 0 0 0,0 0 0 0 0,0 1-1 0 0,-1 0 1 0 0,0 0 0 0 0,0 0 0 0 0,0 0 0 0 0,-1 0-1 0 0,0 0 1 0 0,0 1 0 0 0,0-1 0 0 0,-1 1-1 0 0,0-1 1 0 0,-1 1 0 0 0,1 0 0 0 0,-1-1 0 0 0,0 1-1 0 0,-1 0 1 0 0,0-1 0 0 0,0 1 0 0 0,0-1 0 0 0,-1 1-1 0 0,0-1 1 0 0,0 0 0 0 0,0 1 0 0 0,-1-1 0 0 0,-4 6-1 0 0,-3 5 327 0 0,-2-1 0 0 0,0 0 0 0 0,-1 0 0 0 0,-1-1 0 0 0,-17 15 0 0 0,-83 59-4218 0 0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9.5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9218 0 0,'0'0'896'0'0,"2"0"-800"0"0,-1 0-96 0 0,-1 1 0 0 0,1-1-208 0 0,1 0-64 0 0,-1 1-16 0 0,2 2 0 0 0,-2 0 208 0 0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4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60 3681 0 0,'-4'-7'6017'0'0,"4"7"-5948"0"0,-2 3 9 0 0,0 0 0 0 0,1 0 0 0 0,-1 0 0 0 0,1 1 0 0 0,-1-1 0 0 0,1 0 0 0 0,0 1 0 0 0,0-1 0 0 0,1 1 0 0 0,-1 0 0 0 0,1-1 0 0 0,0 1 0 0 0,0-1 0 0 0,0 1 0 0 0,0 0 0 0 0,0-1 0 0 0,2 5 0 0 0,-1-6-10 0 0,-1 0-1 0 0,1 0 1 0 0,0 0-1 0 0,0 0 1 0 0,1 0-1 0 0,-1 0 1 0 0,0-1-1 0 0,1 1 1 0 0,-1 0-1 0 0,1-1 1 0 0,-1 1-1 0 0,1-1 1 0 0,0 1-1 0 0,-1-1 1 0 0,1 0-1 0 0,0 0 1 0 0,0 0-1 0 0,0 0 1 0 0,0 0-1 0 0,0 0 0 0 0,0-1 1 0 0,1 1-1 0 0,-1 0 1 0 0,0-1-1 0 0,0 0 1 0 0,0 0-1 0 0,1 1 1 0 0,-1-1-1 0 0,0-1 1 0 0,0 1-1 0 0,4-1 1 0 0,-1 0 12 0 0,0 0 0 0 0,-1-1 0 0 0,1 1 0 0 0,0-1 0 0 0,-1 0 0 0 0,1-1 0 0 0,-1 1 0 0 0,0-1 0 0 0,0 0 0 0 0,0 0 0 0 0,0 0 0 0 0,0 0 0 0 0,0-1 1 0 0,-1 0-1 0 0,0 0 0 0 0,0 0 0 0 0,0 0 0 0 0,4-7 0 0 0,-5 8-31 0 0,-1 0-1 0 0,1 0 1 0 0,-1 0 0 0 0,0-1 0 0 0,0 1 0 0 0,0 0-1 0 0,0 0 1 0 0,-1-1 0 0 0,1 1 0 0 0,-1 0 0 0 0,0-1 0 0 0,0-5-1 0 0,-1 7-5 0 0,1-1-1 0 0,-1 1 1 0 0,0 0-1 0 0,1 0 1 0 0,-1 0 0 0 0,0 0-1 0 0,0 0 1 0 0,-1 0-1 0 0,1 0 1 0 0,0 0-1 0 0,-1 1 1 0 0,1-1-1 0 0,-1 0 1 0 0,1 1-1 0 0,-1-1 1 0 0,0 1-1 0 0,0 0 1 0 0,1-1-1 0 0,-1 1 1 0 0,-4-2 0 0 0,4 3-11 0 0,1-1 1 0 0,-1 0 0 0 0,0 1 0 0 0,0-1-1 0 0,1 1 1 0 0,-1-1 0 0 0,0 1 0 0 0,0 0 0 0 0,0 0-1 0 0,0 0 1 0 0,1 0 0 0 0,-1 0 0 0 0,0 0 0 0 0,0 0-1 0 0,0 1 1 0 0,0-1 0 0 0,1 1 0 0 0,-1-1 0 0 0,-2 2-1 0 0,0 0-16 0 0,0 0 0 0 0,1 1-1 0 0,-1-1 1 0 0,1 1-1 0 0,-1 0 1 0 0,1 0-1 0 0,-6 7 1 0 0,2-1-77 0 0,0 2 0 0 0,0-1 0 0 0,1 1-1 0 0,-10 22 1 0 0,14-29 53 0 0,1-1-1 0 0,0 1 1 0 0,0 0-1 0 0,0 0 1 0 0,0 0-1 0 0,1 0 1 0 0,-1 0-1 0 0,1 0 0 0 0,0 0 1 0 0,0 0-1 0 0,1 0 1 0 0,-1 0-1 0 0,1 0 1 0 0,2 6-1 0 0,-2-8 28 0 0,0 0 1 0 0,0 0-1 0 0,0-1 0 0 0,0 1 0 0 0,0 0 0 0 0,0-1 0 0 0,1 1 1 0 0,-1-1-1 0 0,0 0 0 0 0,1 1 0 0 0,0-1 0 0 0,-1 0 0 0 0,1 0 1 0 0,0 0-1 0 0,-1 0 0 0 0,1 0 0 0 0,0 0 0 0 0,0-1 0 0 0,0 1 1 0 0,0-1-1 0 0,0 1 0 0 0,0-1 0 0 0,0 1 0 0 0,0-1 1 0 0,0 0-1 0 0,0 0 0 0 0,-1 0 0 0 0,1 0 0 0 0,0-1 0 0 0,0 1 1 0 0,3-1-1 0 0,3-1 205 0 0,0 0 0 0 0,-1 0 0 0 0,1-1 0 0 0,-1 1 0 0 0,1-2 0 0 0,-1 1 0 0 0,0-1 0 0 0,-1 0 0 0 0,14-10 0 0 0,-16 11-139 0 0,0-1 0 0 0,-1 1 0 0 0,1-1 1 0 0,-1 0-1 0 0,1 0 0 0 0,-1 0 0 0 0,0-1 1 0 0,-1 1-1 0 0,1-1 0 0 0,-1 0 0 0 0,0 1 0 0 0,0-1 1 0 0,0 0-1 0 0,-1 0 0 0 0,1 0 0 0 0,0-7 1 0 0,-2 12-83 0 0,0-1 1 0 0,0 0 0 0 0,1 1 0 0 0,-1-1 0 0 0,0 0 0 0 0,0 1 0 0 0,0-1 0 0 0,0 0 0 0 0,0 1 0 0 0,0-1-1 0 0,0 0 1 0 0,0 1 0 0 0,0-1 0 0 0,0 0 0 0 0,0 1 0 0 0,-1-1 0 0 0,1 1 0 0 0,0-1 0 0 0,0 0 0 0 0,-1 1 0 0 0,1-1-1 0 0,0 1 1 0 0,-1-1 0 0 0,1 0 0 0 0,-1 1 0 0 0,1-1 0 0 0,0 1 0 0 0,-1 0 0 0 0,1-1 0 0 0,-1 1 0 0 0,1-1 0 0 0,-1 1-1 0 0,0 0 1 0 0,1-1 0 0 0,-1 1 0 0 0,1 0 0 0 0,-1-1 0 0 0,0 1 0 0 0,1 0 0 0 0,-1 0 0 0 0,0 0 0 0 0,1 0 0 0 0,-1 0-1 0 0,0 0 1 0 0,1 0 0 0 0,-1 0 0 0 0,1 0 0 0 0,-2 0 0 0 0,0 1-52 0 0,0-1 1 0 0,0 1-1 0 0,0 0 1 0 0,0 0-1 0 0,0 0 1 0 0,0 0-1 0 0,0 0 1 0 0,1 0-1 0 0,-1 1 1 0 0,0-1-1 0 0,1 0 1 0 0,-1 1-1 0 0,1 0 1 0 0,-3 2-1 0 0,-11 29-2498 0 0,8-11-4013 0 0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1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50 4145 0 0,'-15'-22'3097'0'0,"13"20"-2474"0"0,1-1 0 0 0,-1 0 0 0 0,0 1 0 0 0,0-1-1 0 0,0 1 1 0 0,0-1 0 0 0,0 1 0 0 0,-5-4 0 0 0,7 6-520 0 0,-1 0 0 0 0,1 0 0 0 0,-1 0 0 0 0,1-1 0 0 0,-1 1 0 0 0,1 0 0 0 0,-1 0 0 0 0,1 0 1 0 0,-1 0-1 0 0,1 0 0 0 0,-1 0 0 0 0,1 0 0 0 0,-1 0 0 0 0,1 0 0 0 0,-1 0 0 0 0,1 0 1 0 0,-1 1-1 0 0,1-1 0 0 0,-1 0 0 0 0,1 0 0 0 0,-1 0 0 0 0,0 1 0 0 0,-13 16 1376 0 0,12-11-1431 0 0,0-1-1 0 0,0 1 0 0 0,1-1 1 0 0,-1 1-1 0 0,1 0 1 0 0,0 0-1 0 0,1 0 0 0 0,0 0 1 0 0,0-1-1 0 0,0 1 1 0 0,0 0-1 0 0,1 0 0 0 0,0 0 1 0 0,0 0-1 0 0,1-1 1 0 0,4 11-1 0 0,-5-11-19 0 0,1-1-1 0 0,0 0 0 0 0,0 1 1 0 0,0-1-1 0 0,0 0 1 0 0,1 0-1 0 0,0-1 1 0 0,-1 1-1 0 0,2 0 1 0 0,-1-1-1 0 0,0 0 0 0 0,1 0 1 0 0,-1 0-1 0 0,1 0 1 0 0,0 0-1 0 0,0-1 1 0 0,0 1-1 0 0,0-1 1 0 0,0 0-1 0 0,1-1 0 0 0,7 3 1 0 0,-10-4-13 0 0,0 1 0 0 0,0-1 0 0 0,0 0 0 0 0,0 0 0 0 0,0 0 1 0 0,0-1-1 0 0,0 1 0 0 0,0 0 0 0 0,-1-1 0 0 0,1 1 0 0 0,0-1 0 0 0,0 0 0 0 0,0 0 0 0 0,0 1 1 0 0,-1-1-1 0 0,1 0 0 0 0,0 0 0 0 0,-1-1 0 0 0,3-1 0 0 0,-2 1 52 0 0,1-1 0 0 0,0-1-1 0 0,-1 1 1 0 0,0 0 0 0 0,0-1-1 0 0,0 1 1 0 0,0-1 0 0 0,0 1-1 0 0,1-6 1 0 0,-1 2 32 0 0,0-1 0 0 0,0 1-1 0 0,0-1 1 0 0,-1 0 0 0 0,-1 0-1 0 0,1 1 1 0 0,-1-1 0 0 0,0 0 0 0 0,-2-10-1 0 0,1 15-97 0 0,0-1 0 0 0,0 1 0 0 0,0-1 0 0 0,0 1 0 0 0,-1-1 0 0 0,0 1-1 0 0,0 0 1 0 0,1 0 0 0 0,-2 0 0 0 0,1 0 0 0 0,0 0 0 0 0,-1 0 0 0 0,1 0 0 0 0,-1 1-1 0 0,0 0 1 0 0,-4-4 0 0 0,5 5-55 0 0,0 0-1 0 0,1 1 0 0 0,-1-1 1 0 0,0 0-1 0 0,0 1 1 0 0,0-1-1 0 0,0 1 0 0 0,0 0 1 0 0,0 0-1 0 0,0 0 1 0 0,0 0-1 0 0,0 0 0 0 0,0 0 1 0 0,0 0-1 0 0,0 0 1 0 0,0 1-1 0 0,1-1 0 0 0,-1 1 1 0 0,0 0-1 0 0,0-1 1 0 0,0 1-1 0 0,0 0 0 0 0,1 0 1 0 0,-1 0-1 0 0,0 0 1 0 0,1 0-1 0 0,-1 1 0 0 0,1-1 1 0 0,0 0-1 0 0,-1 1 1 0 0,-1 2-1 0 0,-2 1-139 0 0,0 1-1 0 0,1 0 1 0 0,-1 0 0 0 0,1 1 0 0 0,1-1 0 0 0,-1 1-1 0 0,1-1 1 0 0,0 1 0 0 0,-2 9 0 0 0,5-14 187 0 0,-1-1-1 0 0,1 1 1 0 0,0 0 0 0 0,-1 0 0 0 0,1 0 0 0 0,0 0 0 0 0,1 0 0 0 0,-1 0 0 0 0,0 0 0 0 0,0 0 0 0 0,1 0 0 0 0,-1 0 0 0 0,1 0 0 0 0,0 0 0 0 0,0 0 0 0 0,-1-1 0 0 0,1 1 0 0 0,0 0 0 0 0,1-1 0 0 0,-1 1-1 0 0,0 0 1 0 0,0-1 0 0 0,1 1 0 0 0,-1-1 0 0 0,0 0 0 0 0,1 0 0 0 0,0 1 0 0 0,-1-1 0 0 0,1 0 0 0 0,0 0 0 0 0,-1 0 0 0 0,1-1 0 0 0,0 1 0 0 0,0 0 0 0 0,0-1 0 0 0,0 1 0 0 0,0-1 0 0 0,0 1 0 0 0,3-1-1 0 0,-4 0 47 0 0,0 1-1 0 0,1-1 1 0 0,-1 0-1 0 0,1 0 1 0 0,-1 0-1 0 0,1 1 1 0 0,-1-2-1 0 0,0 1 1 0 0,1 0-1 0 0,-1 0 1 0 0,1 0-1 0 0,-1-1 1 0 0,1 1-1 0 0,-1 0 0 0 0,0-1 1 0 0,1 0-1 0 0,-1 1 1 0 0,0-1-1 0 0,0 0 1 0 0,1 1-1 0 0,-1-1 1 0 0,0 0-1 0 0,2-2 1 0 0,-2 1 23 0 0,1 0 1 0 0,-1 0 0 0 0,0-1 0 0 0,1 1 0 0 0,-1-1-1 0 0,0 1 1 0 0,0 0 0 0 0,-1-1 0 0 0,1 0 0 0 0,-1 1-1 0 0,1-1 1 0 0,-1-3 0 0 0,1 1-5 0 0,-1 0-1 0 0,0-1 1 0 0,0 1-1 0 0,-1 0 1 0 0,1 0 0 0 0,-1-1-1 0 0,0 1 1 0 0,-1 0 0 0 0,1 0-1 0 0,-1 0 1 0 0,0 0-1 0 0,-5-8 1 0 0,6 12-49 0 0,1 1-1 0 0,0-1 1 0 0,-1 1-1 0 0,1-1 1 0 0,0 1 0 0 0,-1-1-1 0 0,1 1 1 0 0,-1-1-1 0 0,1 1 1 0 0,-1 0 0 0 0,1-1-1 0 0,-1 1 1 0 0,1 0-1 0 0,-1 0 1 0 0,1-1 0 0 0,-1 1-1 0 0,1 0 1 0 0,-1 0 0 0 0,1 0-1 0 0,-1 0 1 0 0,1 0-1 0 0,-1-1 1 0 0,0 1 0 0 0,1 0-1 0 0,-1 0 1 0 0,1 0-1 0 0,-1 1 1 0 0,1-1 0 0 0,-1 0-1 0 0,0 0 1 0 0,0 0-1 0 0,-13 16 261 0 0,-1 25-37 0 0,15-38-213 0 0,-1 0-1 0 0,1-1 1 0 0,0 1 0 0 0,0-1 0 0 0,0 1-1 0 0,0 0 1 0 0,0-1 0 0 0,1 1-1 0 0,-1 0 1 0 0,1-1 0 0 0,-1 1-1 0 0,1-1 1 0 0,0 1 0 0 0,0-1-1 0 0,0 0 1 0 0,1 1 0 0 0,-1-1-1 0 0,0 0 1 0 0,1 0 0 0 0,0 0-1 0 0,-1 0 1 0 0,1 0 0 0 0,0 0-1 0 0,0 0 1 0 0,0-1 0 0 0,0 1-1 0 0,0-1 1 0 0,1 1 0 0 0,-1-1-1 0 0,0 0 1 0 0,1 0 0 0 0,-1 0-1 0 0,1 0 1 0 0,-1 0 0 0 0,1 0-1 0 0,-1-1 1 0 0,1 0 0 0 0,-1 1-1 0 0,1-1 1 0 0,0 0 0 0 0,-1 0-1 0 0,1 0 1 0 0,0 0 0 0 0,-1-1-1 0 0,1 1 1 0 0,-1-1 0 0 0,1 0-1 0 0,-1 1 1 0 0,1-1 0 0 0,-1 0-1 0 0,0-1 1 0 0,1 1 0 0 0,-1 0-1 0 0,0-1 1 0 0,0 1 0 0 0,0-1-1 0 0,0 0 1 0 0,0 1 0 0 0,0-1-1 0 0,0 0 1 0 0,0 0 0 0 0,-1 0-1 0 0,1-1 1 0 0,-1 1 0 0 0,0 0-1 0 0,0 0 1 0 0,2-4 0 0 0,-2 4-7 0 0,-1 0 1 0 0,1-1-1 0 0,0 1 1 0 0,-1 0-1 0 0,1-1 1 0 0,-1 1 0 0 0,0-1-1 0 0,0 1 1 0 0,0-1-1 0 0,0 1 1 0 0,0-1-1 0 0,-1 1 1 0 0,1 0-1 0 0,-1-1 1 0 0,1 1-1 0 0,-1-1 1 0 0,0 1-1 0 0,0 0 1 0 0,0 0-1 0 0,0 0 1 0 0,0-1 0 0 0,-1 1-1 0 0,1 0 1 0 0,-3-2-1 0 0,3 3-12 0 0,0 0 0 0 0,0 0 0 0 0,0 0 0 0 0,0 0 0 0 0,-1 0 0 0 0,1 0 0 0 0,0 1 0 0 0,0-1 0 0 0,-1 0 0 0 0,1 1 0 0 0,0-1 0 0 0,-1 1 0 0 0,1 0 0 0 0,-1-1 0 0 0,1 1 0 0 0,-1 0 0 0 0,1 0 0 0 0,-1 0 0 0 0,1 0 0 0 0,-1 0-1 0 0,1 0 1 0 0,0 0 0 0 0,-1 1 0 0 0,1-1 0 0 0,-1 0 0 0 0,1 1 0 0 0,0-1 0 0 0,-1 1 0 0 0,1 0 0 0 0,0-1 0 0 0,-1 1 0 0 0,1 0 0 0 0,0 0 0 0 0,0 0 0 0 0,0 0 0 0 0,0 0 0 0 0,0 0 0 0 0,0 0 0 0 0,0 0 0 0 0,0 0 0 0 0,-1 2 0 0 0,-22 35-199 0 0,23-36 180 0 0,0-1 0 0 0,0 1 0 0 0,0 0 0 0 0,1 0 0 0 0,-1-1 0 0 0,1 1-1 0 0,-1 0 1 0 0,1 0 0 0 0,-1-1 0 0 0,1 1 0 0 0,0 0 0 0 0,0 0 0 0 0,0 0 0 0 0,0 0 0 0 0,0 0 0 0 0,0-1-1 0 0,1 1 1 0 0,-1 0 0 0 0,1 0 0 0 0,-1 0 0 0 0,2 3 0 0 0,-1-5 18 0 0,0 1 0 0 0,0-1 0 0 0,0 1 0 0 0,-1-1 0 0 0,1 1 0 0 0,0-1 0 0 0,0 0 0 0 0,0 1 0 0 0,0-1 1 0 0,0 0-1 0 0,0 0 0 0 0,0 1 0 0 0,0-1 0 0 0,0 0 0 0 0,0 0 0 0 0,1 0 0 0 0,-1 0 0 0 0,0-1 0 0 0,0 1 0 0 0,0 0 0 0 0,0 0 0 0 0,0-1 0 0 0,0 1 0 0 0,-1 0 0 0 0,1-1 0 0 0,0 1 0 0 0,0-1 0 0 0,0 1 0 0 0,0-1 1 0 0,0 1-1 0 0,0-1 0 0 0,-1 0 0 0 0,1 0 0 0 0,0 1 0 0 0,0-2 0 0 0,27-28 342 0 0,-27 26-314 0 0,1 0 1 0 0,-1 0-1 0 0,1-1 0 0 0,-1 1 1 0 0,0 0-1 0 0,-1-1 1 0 0,1 1-1 0 0,-1 0 0 0 0,0-1 1 0 0,0 1-1 0 0,-1-6 1 0 0,1 9-25 0 0,0-1 1 0 0,0 1 0 0 0,0-1 0 0 0,0 1 0 0 0,0 0 0 0 0,0-1-1 0 0,-1 1 1 0 0,1-1 0 0 0,-1 1 0 0 0,1 0 0 0 0,-1-1 0 0 0,1 1-1 0 0,-1 0 1 0 0,0-1 0 0 0,0 1 0 0 0,1 0 0 0 0,-1 0 0 0 0,0 0 0 0 0,0 0-1 0 0,0 0 1 0 0,0 0 0 0 0,-1 0 0 0 0,1 0 0 0 0,0 0 0 0 0,0 1-1 0 0,0-1 1 0 0,-1 0 0 0 0,1 1 0 0 0,0-1 0 0 0,-1 1 0 0 0,1-1-1 0 0,0 1 1 0 0,-1 0 0 0 0,1-1 0 0 0,-1 1 0 0 0,1 0 0 0 0,-3 0 0 0 0,2 1-16 0 0,-1 0 0 0 0,1 0 0 0 0,0 0 1 0 0,-1 0-1 0 0,1 1 0 0 0,0-1 0 0 0,0 1 1 0 0,0-1-1 0 0,0 1 0 0 0,0 0 0 0 0,0 0 1 0 0,0 0-1 0 0,1 0 0 0 0,-1 0 1 0 0,1 0-1 0 0,-1 1 0 0 0,1-1 0 0 0,0 0 1 0 0,0 1-1 0 0,0-1 0 0 0,-1 4 0 0 0,0 0-469 0 0,-1 0-1 0 0,2 1 0 0 0,-1-1 0 0 0,1 1 0 0 0,0-1 0 0 0,0 1 0 0 0,0 9 1 0 0,1-15 288 0 0,0 1 0 0 0,1-1 0 0 0,-1 1 1 0 0,0-1-1 0 0,0 1 0 0 0,1-1 0 0 0,-1 0 0 0 0,0 1 1 0 0,1-1-1 0 0,0 0 0 0 0,-1 1 0 0 0,1-1 1 0 0,0 0-1 0 0,0 0 0 0 0,-1 1 0 0 0,1-1 0 0 0,0 0 1 0 0,0 0-1 0 0,0 0 0 0 0,0 0 0 0 0,1 0 1 0 0,-1 0-1 0 0,0-1 0 0 0,0 1 0 0 0,0 0 0 0 0,1-1 1 0 0,-1 1-1 0 0,3 0 0 0 0,3 1-482 0 0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6033 0 0,'1'-2'25'0'0,"1"-1"-1"0"0,-1 1 1 0 0,1 0-1 0 0,-1 0 1 0 0,1 0-1 0 0,0 0 1 0 0,0 0-1 0 0,0 0 1 0 0,0 0-1 0 0,0 1 1 0 0,0-1-1 0 0,0 1 1 0 0,5-3-1 0 0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2.5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5 456 0 0,'-14'2'9185'0'0,"-15"6"-6806"0"0,4-1 517 0 0,-1 1-1 0 0,-27 13 1 0 0,44-14-2319 0 0,20-6-362 0 0,13-4-183 0 0,57-7 180 0 0,74-12-36 0 0,278-1 0 0 0,-346 26-102 0 0,-6 1-64 0 0,106-8 0 0 0,-168 2-2779 0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133 11 10594 0 0,'-5'-2'225'0'0,"0"1"-1"0"0,-1 0 1 0 0,1 0 0 0 0,0 1-1 0 0,0 0 1 0 0,-1 0-1 0 0,1 0 1 0 0,0 0-1 0 0,-1 1 1 0 0,1 0 0 0 0,-8 2-1 0 0,10-2-108 0 0,0 0 0 0 0,0 1-1 0 0,0 0 1 0 0,0 0 0 0 0,0 0 0 0 0,0 0-1 0 0,0 0 1 0 0,1 1 0 0 0,-1-1 0 0 0,1 1 0 0 0,0-1-1 0 0,0 1 1 0 0,0 0 0 0 0,0 0 0 0 0,0 0-1 0 0,0 0 1 0 0,1 0 0 0 0,-2 6 0 0 0,-1 3-67 0 0,1 0 0 0 0,0-1 1 0 0,1 1-1 0 0,1 0 0 0 0,0 0 1 0 0,0 1-1 0 0,1-1 1 0 0,1 0-1 0 0,0 0 0 0 0,0 0 1 0 0,1 0-1 0 0,1 0 0 0 0,0-1 1 0 0,1 1-1 0 0,0-1 0 0 0,8 17 1 0 0,-9-22-2 0 0,0-1 0 0 0,1 1 1 0 0,-1 0-1 0 0,1-1 0 0 0,0 0 1 0 0,0 0-1 0 0,1 0 0 0 0,0 0 0 0 0,0-1 1 0 0,0 0-1 0 0,0 0 0 0 0,0 0 1 0 0,1-1-1 0 0,0 1 0 0 0,0-1 1 0 0,0-1-1 0 0,0 1 0 0 0,0-1 0 0 0,0 0 1 0 0,1-1-1 0 0,-1 1 0 0 0,1-1 1 0 0,-1 0-1 0 0,1-1 0 0 0,-1 0 0 0 0,1 0 1 0 0,-1 0-1 0 0,1-1 0 0 0,0 0 1 0 0,-1 0-1 0 0,9-3 0 0 0,-8 3 12 0 0,-1-1 0 0 0,0 0-1 0 0,0-1 1 0 0,0 1 0 0 0,0-1 0 0 0,0 0-1 0 0,-1 0 1 0 0,1-1 0 0 0,-1 0 0 0 0,0 0 0 0 0,0 0-1 0 0,0 0 1 0 0,-1-1 0 0 0,0 0 0 0 0,1 0-1 0 0,-2 0 1 0 0,1-1 0 0 0,-1 1 0 0 0,1-1-1 0 0,-2 0 1 0 0,1 0 0 0 0,0 0 0 0 0,-1 0-1 0 0,-1 0 1 0 0,1 0 0 0 0,-1-1 0 0 0,0 1-1 0 0,0 0 1 0 0,0-1 0 0 0,-1 1 0 0 0,0-1-1 0 0,-1 1 1 0 0,1-1 0 0 0,-1 1 0 0 0,-1-1 0 0 0,-2-8-1 0 0,-1 0 109 0 0,-1 0-1 0 0,-1 1 0 0 0,0 0 0 0 0,-1 0 1 0 0,-1 0-1 0 0,0 1 0 0 0,-14-16 0 0 0,16 21-1651 0 0,-1 0-1 0 0,0 1 0 0 0,-15-11 0 0 0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27 10594 0 0,'2'2'210'0'0,"1"-1"-1"0"0,-1 1 0 0 0,0 0 0 0 0,-1 0 1 0 0,1 0-1 0 0,0 0 0 0 0,0 0 1 0 0,-1 1-1 0 0,1-1 0 0 0,-1 0 0 0 0,0 1 1 0 0,0-1-1 0 0,0 1 0 0 0,0-1 1 0 0,0 1-1 0 0,0 3 0 0 0,9 49 1585 0 0,-9-42-1343 0 0,0-2-312 0 0,8 36 124 0 0,-8-45-288 0 0,-1 0 1 0 0,1 0-1 0 0,0 0 1 0 0,-1 0-1 0 0,1 0 0 0 0,0 0 1 0 0,0 0-1 0 0,1 0 1 0 0,-1-1-1 0 0,0 1 0 0 0,0 0 1 0 0,1-1-1 0 0,-1 1 1 0 0,1-1-1 0 0,0 0 0 0 0,-1 1 1 0 0,1-1-1 0 0,3 2 0 0 0,-4-3-41 0 0,0 0 0 0 0,1 0-1 0 0,-1 0 1 0 0,0 0-1 0 0,0 0 1 0 0,0-1 0 0 0,0 1-1 0 0,1 0 1 0 0,-1-1-1 0 0,0 1 1 0 0,0 0-1 0 0,0-1 1 0 0,0 1 0 0 0,0-1-1 0 0,0 0 1 0 0,0 1-1 0 0,0-1 1 0 0,0 0-1 0 0,0 0 1 0 0,-1 1 0 0 0,1-1-1 0 0,0 0 1 0 0,0 0-1 0 0,0-1 1 0 0,21-29-1327 0 0,-17 24 1006 0 0,54-91-2098 0 0,2 20 11541 0 0,-52 113-8114 0 0,-6-21-901 0 0,0 5-1 0 0,2 0-1 0 0,7 20 1 0 0,-10-34-509 0 0,1 1 0 0 0,-1-1 0 0 0,1 0 0 0 0,0 0 0 0 0,0 0 0 0 0,1 0 0 0 0,0 0 0 0 0,-1-1 0 0 0,1 0 0 0 0,1 1 0 0 0,5 3 1 0 0,3 1-5107 0 0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7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3681 0 0,'2'-40'2997'0'0,"2"-12"5488"0"0,-2 97-2528 0 0,13 32-5187 0 0,-13-68-418 0 0,32 185 215 0 0,5 24-1163 0 0,-24-172-777 0 0,-1-18-4376 0 0,-3-9-756 0 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3.9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3681 0 0,'1'-3'327'0'0,"0"1"-1"0"0,0-1 1 0 0,1 1 0 0 0,-1 0 0 0 0,1-1 0 0 0,0 1-1 0 0,-1 0 1 0 0,1 0 0 0 0,0 1 0 0 0,0-1 0 0 0,1 0-1 0 0,3-2 1 0 0,35-20 2928 0 0,-34 20-3063 0 0,12-6 505 0 0,1 1 0 0 0,-1 2 0 0 0,24-7 0 0 0,3 3-1722 0 0,68-8-1 0 0,-88 16 820 0 0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47 2304 0 0,'8'-47'11986'0'0,"-16"56"-8768"0"0,5-6-3038 0 0,1 0 1 0 0,0-1-1 0 0,-1 1 1 0 0,1 1 0 0 0,0-1-1 0 0,0 0 1 0 0,1 0-1 0 0,-1 1 1 0 0,1-1-1 0 0,0 1 1 0 0,0-1-1 0 0,0 1 1 0 0,0-1 0 0 0,0 1-1 0 0,1 0 1 0 0,0-1-1 0 0,-1 1 1 0 0,1 0-1 0 0,1 0 1 0 0,-1-1 0 0 0,1 1-1 0 0,1 6 1 0 0,-1-3-87 0 0,0 0 0 0 0,0 1 0 0 0,-1-1 0 0 0,0 1 0 0 0,0-1 0 0 0,-1 1 1 0 0,0-1-1 0 0,0 1 0 0 0,-4 12 0 0 0,-3 27 285 0 0,3 15-462 0 0,1-22 127 0 0,2 0 1 0 0,1-1-1 0 0,2 1 1 0 0,1 0-1 0 0,9 39 1 0 0,2-23-28 0 0,-4 1-1 0 0,-1-1 1 0 0,-1 107 0 0 0,-5-85-7 0 0,18 124 0 0 0,3 31-81 0 0,-4 8 60 0 0,0-10 146 0 0,-10-116 74 0 0,26 127 1 0 0,-13-108-209 0 0,-15-103 45 0 0,1 1 0 0 0,13 34 1 0 0,9 32 14 0 0,36 218 619 0 0,-48-224-616 0 0,-15-80-228 0 0,-3-12 158 0 0,0 0-1 0 0,1 0 1 0 0,-1 0 0 0 0,0 0 0 0 0,0 0-1 0 0,0 0 1 0 0,1 0 0 0 0,-1 0 0 0 0,0 0-1 0 0,0 0 1 0 0,0 0 0 0 0,0 0 0 0 0,1 0-1 0 0,-1 0 1 0 0,0 0 0 0 0,0 0 0 0 0,0 0-1 0 0,1 0 1 0 0,-1 0 0 0 0,0 0 0 0 0,0 0-1 0 0,0 0 1 0 0,0 0 0 0 0,1-1 0 0 0,-1 1-1 0 0,0 0 1 0 0,0 0 0 0 0,0 0 0 0 0,0 0-1 0 0,0 0 1 0 0,0-1 0 0 0,1 1 0 0 0,-1 0-1 0 0,0 0 1 0 0,0 0 0 0 0,0 0 0 0 0,0-1-1 0 0,0 1 1 0 0,0 0 0 0 0,0 0-1 0 0,0 0 1 0 0,0 0 0 0 0,0-1 0 0 0,0 1-1 0 0,0 0 1 0 0,0 0 0 0 0,0 0 0 0 0,0-1 0 0 0,1-1-515 0 0,-1 0 406 0 0,0 1 0 0 0,1 0 0 0 0,-1 0 0 0 0,0-1 0 0 0,1 1 1 0 0,-1 0-1 0 0,1 0 0 0 0,0-1 0 0 0,-1 1 0 0 0,1 0 0 0 0,1-2 0 0 0,0 0-871 0 0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8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96 3681 0 0,'-11'-2'329'0'0,"-28"-4"13752"0"0,56 3-12251 0 0,9-1-1556 0 0,39-10 499 0 0,0 3 1 0 0,103-5-1 0 0,-46 18-601 0 0,-64 0-173 0 0,60-5 0 0 0,-107 1 19 0 0,1 1 0 0 0,0-1 0 0 0,-1-1 1 0 0,1 0-1 0 0,15-7 0 0 0,5-9-6404 0 0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1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8434 0 0,'0'1'228'0'0,"0"1"0"0"0,0 0 1 0 0,0-1-1 0 0,0 1 0 0 0,0 0 0 0 0,0-1 1 0 0,0 1-1 0 0,1-1 0 0 0,-1 1 0 0 0,0 0 1 0 0,1-1-1 0 0,-1 1 0 0 0,1-1 0 0 0,0 1 1 0 0,0-1-1 0 0,-1 1 0 0 0,1-1 0 0 0,0 1 1 0 0,0-1-1 0 0,0 0 0 0 0,0 0 0 0 0,1 1 1 0 0,1 1-1 0 0,33 31 5649 0 0,-35-33-5844 0 0,112 111 2561 0 0,-34-32-1389 0 0,-61-60-1201 0 0,-1 0 0 0 0,16 24 0 0 0,-20-25-11 0 0,2-1-1 0 0,0 0 0 0 0,18 17 0 0 0,-13-21-614 0 0,-5-7-5408 0 0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49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313 1 920 0 0,'-25'6'11339'0'0,"20"-3"-10309"0"0,-20 21 4740 0 0,15-10-5336 0 0,1 1-1 0 0,-11 24 1 0 0,-1 1 563 0 0,-8 5-408 0 0,-79 136 210 0 0,86-142-669 0 0,14-27-61 0 0,1 0 0 0 0,1 1 1 0 0,0 0-1 0 0,-6 20 0 0 0,12-33-65 0 0,0 0-1 0 0,0 0 1 0 0,0 0-1 0 0,0 0 1 0 0,0 0-1 0 0,0 0 1 0 0,1 0-1 0 0,-1 0 1 0 0,0 0-1 0 0,0 0 1 0 0,0 0-1 0 0,0 0 1 0 0,0 0-1 0 0,0 0 1 0 0,0 0 0 0 0,0 0-1 0 0,0 0 1 0 0,0 0-1 0 0,0 0 1 0 0,0 0-1 0 0,1 0 1 0 0,-1 0-1 0 0,0 0 1 0 0,0 0-1 0 0,0 0 1 0 0,0 0-1 0 0,0 0 1 0 0,0 0 0 0 0,0 0-1 0 0,0 0 1 0 0,0 0-1 0 0,0 0 1 0 0,0 0-1 0 0,0 0 1 0 0,0 0-1 0 0,0 0 1 0 0,1 0-1 0 0,-1 0 1 0 0,0 0-1 0 0,0 0 1 0 0,0 0 0 0 0,0 1-1 0 0,0-1 1 0 0,0 0-1 0 0,0 0 1 0 0,0 0-1 0 0,0 0 1 0 0,0 0-1 0 0,0 0 1 0 0,0 0-1 0 0,0 0 1 0 0,0 0-1 0 0,0 0 1 0 0,0 0-1 0 0,0 0 1 0 0,0 1 0 0 0,0-1-1 0 0,0 0 1 0 0,5-5-2120 0 0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50.9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83 2761 0 0,'1'-3'354'0'0,"0"0"0"0"0,0 0 0 0 0,0 0 0 0 0,-1 0 0 0 0,1 0 0 0 0,-1 0 0 0 0,0 0 1 0 0,0 0-1 0 0,0 0 0 0 0,0 0 0 0 0,-1 0 0 0 0,1 0 0 0 0,-3-6 0 0 0,3 7-183 0 0,-1 0 0 0 0,1 0 0 0 0,-1 0-1 0 0,0 1 1 0 0,0-1 0 0 0,0 0 0 0 0,0 0-1 0 0,0 0 1 0 0,0 1 0 0 0,0-1-1 0 0,0 0 1 0 0,-1 1 0 0 0,1 0 0 0 0,-1-1-1 0 0,1 1 1 0 0,-1 0 0 0 0,0-1 0 0 0,1 1-1 0 0,-1 0 1 0 0,0 0 0 0 0,-2-1-1 0 0,3 3-111 0 0,0-1 0 0 0,1 0 0 0 0,-1 0 0 0 0,0 1 0 0 0,1-1-1 0 0,-1 0 1 0 0,0 0 0 0 0,1 1 0 0 0,-1-1 0 0 0,0 1 0 0 0,1-1-1 0 0,-1 1 1 0 0,1-1 0 0 0,-1 1 0 0 0,1-1 0 0 0,-1 1 0 0 0,1-1-1 0 0,0 1 1 0 0,-1 0 0 0 0,1-1 0 0 0,0 1 0 0 0,-1 0-1 0 0,1-1 1 0 0,0 1 0 0 0,0 0 0 0 0,-1-1 0 0 0,1 1 0 0 0,0 1-1 0 0,-7 25 541 0 0,6-23-492 0 0,-3 17 102 0 0,-13 59 260 0 0,16-70-465 0 0,0-1-1 0 0,0 0 0 0 0,1 1 0 0 0,1-1 1 0 0,-1 0-1 0 0,3 14 0 0 0,-2-22 9 0 0,-1 0 0 0 0,0 0 0 0 0,0 1 0 0 0,1-1 0 0 0,-1 0-1 0 0,0 0 1 0 0,1 0 0 0 0,-1 0 0 0 0,1 0 0 0 0,-1 0 0 0 0,1 0 0 0 0,0 0 0 0 0,-1 0-1 0 0,1 0 1 0 0,0 0 0 0 0,0 0 0 0 0,0 0 0 0 0,0 0 0 0 0,0-1 0 0 0,0 1 0 0 0,0 0-1 0 0,0-1 1 0 0,0 1 0 0 0,0-1 0 0 0,0 1 0 0 0,0-1 0 0 0,0 1 0 0 0,1-1 0 0 0,-1 0 0 0 0,0 1-1 0 0,0-1 1 0 0,0 0 0 0 0,1 0 0 0 0,-1 0 0 0 0,0 0 0 0 0,0 0 0 0 0,0 0 0 0 0,1-1-1 0 0,-1 1 1 0 0,0 0 0 0 0,0-1 0 0 0,0 1 0 0 0,0 0 0 0 0,0-1 0 0 0,0 0 0 0 0,1 1-1 0 0,-1-1 1 0 0,0 1 0 0 0,0-1 0 0 0,-1 0 0 0 0,2-1 0 0 0,3-1 167 0 0,0 0 0 0 0,-1-1 1 0 0,1 0-1 0 0,-1 0 0 0 0,0 0 0 0 0,0 0 0 0 0,-1-1 1 0 0,1 0-1 0 0,4-7 0 0 0,-5 3-109 0 0,0-1 0 0 0,-1 1 0 0 0,0 0 1 0 0,0-1-1 0 0,-1 1 0 0 0,0-1 0 0 0,0 1 0 0 0,-1-1 0 0 0,-1 1 0 0 0,0-1 1 0 0,0 0-1 0 0,-1 1 0 0 0,0 0 0 0 0,-5-15 0 0 0,7 24-70 0 0,0-1 0 0 0,0 1 1 0 0,0-1-1 0 0,0 1 0 0 0,-1-1 0 0 0,1 1 0 0 0,0-1 0 0 0,0 1 0 0 0,-1-1 0 0 0,1 1 1 0 0,0 0-1 0 0,-1-1 0 0 0,1 1 0 0 0,0-1 0 0 0,-1 1 0 0 0,1 0 0 0 0,-1-1 0 0 0,1 1 1 0 0,0 0-1 0 0,-1 0 0 0 0,1-1 0 0 0,-1 1 0 0 0,1 0 0 0 0,-1 0 0 0 0,1 0 0 0 0,-1-1 1 0 0,1 1-1 0 0,-1 0 0 0 0,1 0 0 0 0,-1 0 0 0 0,1 0 0 0 0,-2 0 0 0 0,-16 9 17 0 0,-11 22-132 0 0,25-25 79 0 0,1-1 1 0 0,0 0 0 0 0,0 1 0 0 0,0-1-1 0 0,1 1 1 0 0,0 0 0 0 0,0 0 0 0 0,0 0-1 0 0,1 0 1 0 0,-1 8 0 0 0,1-12 33 0 0,1 0 0 0 0,0 0 0 0 0,0 0 0 0 0,0 0 0 0 0,0 0 0 0 0,0 0 0 0 0,0 0 0 0 0,0 0 0 0 0,1 0 0 0 0,-1 0 0 0 0,1 1 0 0 0,-1-2 0 0 0,1 1 0 0 0,0 0 0 0 0,0 0 0 0 0,0 0 0 0 0,0 0 0 0 0,0 0 0 0 0,0-1 0 0 0,1 1 0 0 0,-1 0 0 0 0,0-1 0 0 0,1 1 1 0 0,0-1-1 0 0,-1 0 0 0 0,1 1 0 0 0,0-1 0 0 0,-1 0 0 0 0,1 0 0 0 0,0 0 0 0 0,0 0 0 0 0,0-1 0 0 0,3 2 0 0 0,-4-2 6 0 0,0 0 0 0 0,0 1-1 0 0,0-1 1 0 0,-1 0 0 0 0,1 0 0 0 0,0 0 0 0 0,0 0 0 0 0,0 0 0 0 0,0 0 0 0 0,0 0 0 0 0,0-1 0 0 0,0 1-1 0 0,0 0 1 0 0,0 0 0 0 0,0-1 0 0 0,0 1 0 0 0,0 0 0 0 0,0-1 0 0 0,0 1 0 0 0,-1-1 0 0 0,1 0-1 0 0,0 1 1 0 0,0-1 0 0 0,1-1 0 0 0,-1 0 71 0 0,1 0-1 0 0,-1 0 1 0 0,0-1 0 0 0,0 1-1 0 0,0 0 1 0 0,0-1 0 0 0,0 1-1 0 0,0 0 1 0 0,0-5 0 0 0,1-3 243 0 0,-1 0-1 0 0,-1 0 1 0 0,0-18 0 0 0,-5 2 15 0 0,5 26-354 0 0,0-1 0 0 0,0 1-1 0 0,-1 0 1 0 0,1-1 0 0 0,0 1-1 0 0,0-1 1 0 0,0 1 0 0 0,-1 0-1 0 0,1-1 1 0 0,0 1 0 0 0,-1-1-1 0 0,1 1 1 0 0,0 0 0 0 0,0-1-1 0 0,-1 1 1 0 0,1 0 0 0 0,-1 0-1 0 0,1-1 1 0 0,0 1 0 0 0,-1 0-1 0 0,1 0 1 0 0,-1 0 0 0 0,1-1-1 0 0,0 1 1 0 0,-1 0 0 0 0,1 0-1 0 0,-1 0 1 0 0,1 0 0 0 0,-1 0-1 0 0,1 0 1 0 0,-1 0 0 0 0,1 0-1 0 0,0 0 1 0 0,-1 0-1 0 0,1 0 1 0 0,-1 0 0 0 0,1 0-1 0 0,-1 0 1 0 0,1 1 0 0 0,-1-1-1 0 0,1 0 1 0 0,0 0 0 0 0,-1 0-1 0 0,1 1 1 0 0,0-1 0 0 0,-1 0-1 0 0,1 0 1 0 0,-1 1 0 0 0,1-1-1 0 0,0 0 1 0 0,0 1 0 0 0,-1-1-1 0 0,1 1 1 0 0,0-1 0 0 0,-1 1-1 0 0,-5 7-1071 0 0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10138 0 0,'13'24'7369'0'0,"-2"12"-4637"0"0,5 48-2710 0 0,-12-57 832 0 0,43 451 272 0 0,-12-73-410 0 0,-29-372-1060 0 0,13 50-1 0 0,-14-69-146 0 0,0 1-1 0 0,1-1 0 0 0,0-1 0 0 0,1 1 0 0 0,15 21 0 0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7.8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1294 0 3225 0 0,'0'0'240'0'0,"-2"2"156"0"0,0 0 0 0 0,0 0 0 0 0,0 0 0 0 0,0 0 0 0 0,0 0 0 0 0,-1 0 0 0 0,1-1 0 0 0,-1 1 0 0 0,1-1 0 0 0,-1 0 0 0 0,1 0 0 0 0,-1 0 0 0 0,-4 1 0 0 0,3 0 272 0 0,-61 22 3094 0 0,-106 27 1 0 0,-73-1-855 0 0,-26 8-1521 0 0,100-21-1097 0 0,97-23-231 0 0,0 3 0 0 0,-102 38 1 0 0,164-50-309 0 0,41-17-7042 0 0,-14 6 5790 0 0,63-8 5773 0 0,-80 71-2283 0 0,-3 129-223 0 0,22 233 0 0 0,10-149-1702 0 0,-27-266-372 0 0,0 1 0 0 0,0 0 0 0 0,0-1 0 0 0,0 1 1 0 0,1-1-1 0 0,3 6 0 0 0,7 7-4473 0 0,91-14 4065 0 0,-13-14 4480 0 0,-27 3-2701 0 0,78 0 0 0 0,113 27-559 0 0,-2-1-385 0 0,-213-17-114 0 0,101-2-53 0 0,-117-2-218 0 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1185 0 14747 0 0,'-5'8'444'0'0,"1"1"0"0"0,-1 0 0 0 0,1-1 0 0 0,1 1 0 0 0,0 1 0 0 0,0-1 0 0 0,0 0 0 0 0,2 1 0 0 0,-1-1 0 0 0,1 1 0 0 0,0 0 0 0 0,1-1 0 0 0,1 11 0 0 0,2 13 328 0 0,2-1 0 0 0,14 49 0 0 0,-2-11-566 0 0,70 512 471 0 0,-78-420-505 0 0,4 23 189 0 0,-9-157-321 0 0,1 1-1 0 0,1-1 1 0 0,2 0 0 0 0,15 37-1 0 0,-21-60-12 0 0,1 1 0 0 0,-1-1-1 0 0,1 0 1 0 0,0-1 0 0 0,0 1-1 0 0,0 0 1 0 0,1-1 0 0 0,7 7-1 0 0,-10-10 25 0 0,-5 4 16 0 0,-13 2-3 0 0,-1-1 0 0 0,0 0 0 0 0,-1-2 0 0 0,1 0 0 0 0,-25 2 0 0 0,13-2-284 0 0,-75 7 6 0 0,-123-2 0 0 0,-45 4-640 0 0,-211 5-129 0 0,432-11 38 0 0,44-5 321 0 0,-1 0 1 0 0,1-1 0 0 0,-1 0-1 0 0,1 0 1 0 0,-1-1 0 0 0,-8-1-1 0 0,16 1 546 0 0,1 0 0 0 0,0 0 0 0 0,0 0 1 0 0,-1 0-1 0 0,1 0 0 0 0,0 0 0 0 0,0 0 0 0 0,-1 0 0 0 0,1 0 0 0 0,0 0 0 0 0,0 0 1 0 0,-1 0-1 0 0,1 0 0 0 0,0-1 0 0 0,0 1 0 0 0,-1 0 0 0 0,1 0 0 0 0,0 0 0 0 0,0 0 0 0 0,0-1 1 0 0,-1 1-1 0 0,1 0 0 0 0,0 0 0 0 0,0 0 0 0 0,0-1 0 0 0,0 1 0 0 0,-1 0 0 0 0,1 0 1 0 0,0-1-1 0 0,0 1 0 0 0,0 0 0 0 0,0 0 0 0 0,0-1 0 0 0,0 1 0 0 0,0 0 0 0 0,0-1 0 0 0,0 1 1 0 0,0 0-1 0 0,0 0 0 0 0,0-1 0 0 0,0 1 0 0 0,0 0 0 0 0,0 0 0 0 0,0-1 0 0 0,1-3-1327 0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8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0 7370 0 0,'-5'13'1257'0'0,"0"-1"1"0"0,0 1 0 0 0,1 0 0 0 0,1 0 0 0 0,0 0 0 0 0,1 0-1 0 0,0 0 1 0 0,1 20 0 0 0,-2 3-146 0 0,-4 103 967 0 0,20 271 1 0 0,2-130-1855 0 0,-15-262-98 0 0,1 0-1 0 0,5 27 1 0 0,-5-39-480 0 0,1-1 0 0 0,0 1 0 0 0,0 0 0 0 0,0-1 0 0 0,0 0 0 0 0,1 1 0 0 0,0-1 1 0 0,0 0-1 0 0,1 0 0 0 0,-1-1 0 0 0,7 7 0 0 0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0 10594 0 0,'-8'22'1184'0'0,"-8"35"0"0"0,12-23 2338 0 0,4-33-3389 0 0,0 0 0 0 0,1 0 0 0 0,-1 0 0 0 0,0 1 0 0 0,1-1 0 0 0,-1 0 0 0 0,0 0 0 0 0,1 0 1 0 0,0 0-1 0 0,-1 0 0 0 0,1 0 0 0 0,-1-1 0 0 0,1 1 0 0 0,0 0 0 0 0,0 0 0 0 0,0 0 0 0 0,-1-1 0 0 0,1 1 1 0 0,0 0-1 0 0,0-1 0 0 0,0 1 0 0 0,0 0 0 0 0,0-1 0 0 0,0 0 0 0 0,0 1 0 0 0,0-1 0 0 0,0 1 1 0 0,0-1-1 0 0,1 0 0 0 0,-1 0 0 0 0,0 0 0 0 0,0 0 0 0 0,0 0 0 0 0,0 0 0 0 0,1 0 0 0 0,51-3 1115 0 0,-37 1-1001 0 0,80 1 282 0 0,186 21 0 0 0,-53-1-352 0 0,-40-15-167 0 0,158 13-972 0 0,-240-4-4207 0 0,-84-8-1489 0 0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2:59.4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0 6913 0 0,'-5'5'633'0'0,"0"1"-1"0"0,0-1 0 0 0,1 1 1 0 0,0-1-1 0 0,0 1 0 0 0,0 1 0 0 0,1-1 1 0 0,0 0-1 0 0,0 1 0 0 0,0 0 0 0 0,1-1 1 0 0,0 1-1 0 0,1 0 0 0 0,-1 0 0 0 0,1 0 1 0 0,0 14-1 0 0,1 11 987 0 0,1 0-1 0 0,8 48 1 0 0,-4-37-1229 0 0,56 615 1948 0 0,-50-440-2250 0 0,-18 222-1 0 0,0-243-2352 0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9218 0 0,'2'17'4710'0'0,"0"25"-2875"0"0,15 474 1970 0 0,-3-264-5692 0 0,-6-175-4480 0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0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370 20 2761 0 0,'-3'-2'286'0'0,"0"0"0"0"0,0-1 0 0 0,-1 2-1 0 0,1-1 1 0 0,-1 0 0 0 0,1 1 0 0 0,-1-1 0 0 0,0 1 0 0 0,1 0 0 0 0,-1 0 0 0 0,0 1 0 0 0,0-1 0 0 0,0 1 0 0 0,0 0 0 0 0,1 0 0 0 0,-1 0 0 0 0,0 0 0 0 0,0 1 0 0 0,0 0 0 0 0,0-1 0 0 0,-5 3 0 0 0,-4 1-115 0 0,-1 1-1 0 0,1 0 1 0 0,0 1-1 0 0,-18 10 1 0 0,13-5 114 0 0,1 1 0 0 0,1 1 0 0 0,0 0 1 0 0,0 1-1 0 0,2 1 0 0 0,0 0 0 0 0,-23 32 0 0 0,31-38-91 0 0,0 1 1 0 0,0 0-1 0 0,0 0 0 0 0,2 0 0 0 0,-1 0 0 0 0,1 1 0 0 0,1 0 0 0 0,0 0 0 0 0,0 0 0 0 0,1 0 0 0 0,1 0 0 0 0,-1 0 0 0 0,2 1 0 0 0,0-1 0 0 0,2 21 0 0 0,-1-27-129 0 0,0-1 0 0 0,0 0 1 0 0,1 0-1 0 0,-1 0 0 0 0,1 0 0 0 0,0 0 0 0 0,0 0 0 0 0,0 0 0 0 0,0 0 0 0 0,1-1 0 0 0,-1 1 1 0 0,1-1-1 0 0,0 0 0 0 0,0 0 0 0 0,1 0 0 0 0,-1 0 0 0 0,0-1 0 0 0,1 1 0 0 0,0-1 0 0 0,-1 0 0 0 0,1 0 1 0 0,0 0-1 0 0,0 0 0 0 0,0-1 0 0 0,1 0 0 0 0,-1 0 0 0 0,0 0 0 0 0,0 0 0 0 0,1 0 0 0 0,-1-1 1 0 0,0 0-1 0 0,7 0 0 0 0,-4-1 40 0 0,1 1 1 0 0,0-1-1 0 0,-1 0 1 0 0,1-1 0 0 0,-1 0-1 0 0,0 0 1 0 0,0-1-1 0 0,0 0 1 0 0,0 0-1 0 0,0 0 1 0 0,0-1 0 0 0,-1 0-1 0 0,1 0 1 0 0,-1-1-1 0 0,0 0 1 0 0,-1 0 0 0 0,11-11-1 0 0,-9 5 16 0 0,-1-1 0 0 0,1 1 1 0 0,-2-1-1 0 0,0 0 0 0 0,0 0 0 0 0,-1-1 0 0 0,0 1 1 0 0,-1-1-1 0 0,-1 0 0 0 0,0 0 0 0 0,-1 0 0 0 0,0 0 1 0 0,-1 0-1 0 0,0 0 0 0 0,-1 0 0 0 0,-1 0 0 0 0,0 0 0 0 0,-1 0 1 0 0,0 0-1 0 0,-1 1 0 0 0,0-1 0 0 0,-10-19 0 0 0,12 29-245 0 0,0 0 0 0 0,0 0 0 0 0,0-1 0 0 0,-1 1 0 0 0,1 1 0 0 0,-1-1 0 0 0,1 0 0 0 0,-1 1 0 0 0,0-1-1 0 0,0 1 1 0 0,0 0 0 0 0,0 0 0 0 0,-1 0 0 0 0,1 0 0 0 0,0 1 0 0 0,-1 0 0 0 0,1-1 0 0 0,-8 0 0 0 0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1.2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1744 208 4609 0 0,'2'-1'194'0'0,"0"0"0"0"0,0-1 1 0 0,-1 1-1 0 0,1-1 0 0 0,0 1 0 0 0,-1-1 1 0 0,1 0-1 0 0,-1 0 0 0 0,0 0 0 0 0,0 0 1 0 0,0 0-1 0 0,0 0 0 0 0,0 0 0 0 0,0 0 0 0 0,0 0 1 0 0,0 0-1 0 0,-1 0 0 0 0,1 0 0 0 0,-1-1 1 0 0,0 1-1 0 0,0 0 0 0 0,0 0 0 0 0,0-1 1 0 0,0-3-1 0 0,-1 4 2 0 0,0 0 1 0 0,0 0 0 0 0,0 0 0 0 0,0 0-1 0 0,0 1 1 0 0,-1-1 0 0 0,1 0 0 0 0,0 1-1 0 0,-1-1 1 0 0,1 1 0 0 0,-1 0 0 0 0,1-1-1 0 0,-1 1 1 0 0,0 0 0 0 0,0 0-1 0 0,0 0 1 0 0,1 0 0 0 0,-1 0 0 0 0,0 0-1 0 0,0 1 1 0 0,0-1 0 0 0,0 1 0 0 0,0-1-1 0 0,-1 1 1 0 0,1 0 0 0 0,-3 0-1 0 0,-26-1 1176 0 0,0 2-1 0 0,0 2 1 0 0,-58 11-1 0 0,-13 1-260 0 0,24-10-653 0 0,1-3 0 0 0,-152-17 0 0 0,-150-49 72 0 0,52 27-360 0 0,99 17-644 0 0,150 3-540 0 0,37 7-6237 0 0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1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0 14747 0 0,'-9'19'3330'0'0,"3"0"-2773"0"0,0 0-1 0 0,1 0 1 0 0,1 0 0 0 0,-2 29-1 0 0,1 83 183 0 0,4-86-597 0 0,2 276 365 0 0,3-253-859 0 0,3 0 0 0 0,27 114 1 0 0,-24-144-1517 0 0,-1-4-5150 0 0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1941 119 10594 0 0,'-3'-1'278'0'0,"0"1"-1"0"0,0-1 1 0 0,0 1-1 0 0,0 0 0 0 0,0 0 1 0 0,0 1-1 0 0,0-1 1 0 0,0 0-1 0 0,0 1 0 0 0,0 0 1 0 0,0 0-1 0 0,0 0 1 0 0,-4 2-1 0 0,-5 1 532 0 0,-37 6 468 0 0,0-2-1 0 0,-1-2 1 0 0,0-2-1 0 0,-60-4 0 0 0,-204-26-178 0 0,219 16-940 0 0,-331-29 145 0 0,-89-9-965 0 0,344 24-2270 0 0,118 14-4203 0 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2.9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 9674 0 0,'-2'1'108'0'0,"1"-1"1"0"0,0 1-1 0 0,-1 0 0 0 0,1 0 0 0 0,-1 0 1 0 0,1 0-1 0 0,0 0 0 0 0,0 0 0 0 0,-1 1 1 0 0,1-1-1 0 0,0 0 0 0 0,0 1 0 0 0,0-1 1 0 0,1 0-1 0 0,-1 1 0 0 0,0-1 0 0 0,0 1 1 0 0,1-1-1 0 0,-1 1 0 0 0,1 0 0 0 0,-1-1 0 0 0,1 1 1 0 0,0 0-1 0 0,-1 2 0 0 0,-2 53 1311 0 0,3-42-1126 0 0,11 300 3352 0 0,-1-140-2867 0 0,35 587-147 0 0,56-3-109 0 0,-90-698-622 0 0,-2 0-1 0 0,-3 1 0 0 0,-5 121 0 0 0,-2-165-1394 0 0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1 134 11058 0 0,'0'-1'67'0'0,"0"1"-1"0"0,0-1 1 0 0,0 1-1 0 0,0-1 1 0 0,0 0-1 0 0,0 1 0 0 0,0-1 1 0 0,0 0-1 0 0,0 1 1 0 0,1-1-1 0 0,-1 1 1 0 0,0-1-1 0 0,0 1 1 0 0,1-1-1 0 0,-1 0 1 0 0,0 1-1 0 0,1-1 0 0 0,-1 1 1 0 0,1 0-1 0 0,-1-1 1 0 0,1 1-1 0 0,-1-1 1 0 0,0 1-1 0 0,1-1 1 0 0,0 1-1 0 0,-1 0 0 0 0,1 0 1 0 0,-1-1-1 0 0,1 1 1 0 0,-1 0-1 0 0,1 0 1 0 0,0-1-1 0 0,-1 1 1 0 0,2 0-1 0 0,27-9 1228 0 0,-25 8-955 0 0,90-22 2021 0 0,116-12 1 0 0,101 6-864 0 0,-201 20-857 0 0,97-2-293 0 0,-1 10-1 0 0,224 28 0 0 0,-265-8-343 0 0,-69-6-15 0 0,2-4 1 0 0,140-5-1 0 0,-227-5-237 0 0,-1 0 0 0 0,0 0 0 0 0,1-1 0 0 0,-1-1 0 0 0,0 1 0 0 0,0-2 0 0 0,-1 1 0 0 0,15-9-1 0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0 6913 0 0,'-14'21'12344'0'0,"17"-11"-9985"0"0,-2 2-3589 0 0,-24-14 3286 0 0,17 1-1841 0 0,4 1-328 0 0,-5-1 481 0 0,30-6-9373 0 0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1695 1 8290 0 0,'0'0'88'0'0,"1"0"1"0"0,-1 0 0 0 0,0 0-1 0 0,0 0 1 0 0,1 0 0 0 0,-1 1-1 0 0,0-1 1 0 0,1 0-1 0 0,-1 0 1 0 0,0 1 0 0 0,0-1-1 0 0,0 0 1 0 0,1 0 0 0 0,-1 1-1 0 0,0-1 1 0 0,0 0-1 0 0,0 0 1 0 0,0 1 0 0 0,1-1-1 0 0,-1 0 1 0 0,0 1 0 0 0,0-1-1 0 0,0 0 1 0 0,0 1-1 0 0,0-1 1 0 0,0 0 0 0 0,0 1-1 0 0,0-1 1 0 0,0 0 0 0 0,0 1-1 0 0,0-1 1 0 0,0 0 0 0 0,0 0-1 0 0,0 1 1 0 0,0-1-1 0 0,-1 1 1 0 0,-9 12 2018 0 0,-17 6 436 0 0,4-8-1685 0 0,-1-2 0 0 0,0-1 0 0 0,-1 0 0 0 0,-43 6 0 0 0,-107 5 565 0 0,147-16-1154 0 0,-86 2 181 0 0,0-5 0 0 0,0-6 0 0 0,-212-36 0 0 0,303 38-495 0 0,-260-38 577 0 0,221 36-1353 0 0,0 3 1 0 0,-99 7-1 0 0,126 2-2422 0 0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173 11 3681 0 0,'-6'2'255'0'0,"1"0"1"0"0,0 0-1 0 0,0 0 0 0 0,0 1 1 0 0,0-1-1 0 0,0 2 1 0 0,0-1-1 0 0,1 0 0 0 0,-1 1 1 0 0,1 0-1 0 0,0 0 0 0 0,0 0 1 0 0,0 0-1 0 0,1 1 1 0 0,0-1-1 0 0,-1 1 0 0 0,2 0 1 0 0,-6 10-1 0 0,6-10-94 0 0,0 0 1 0 0,0 0-1 0 0,0 1 0 0 0,0-1 1 0 0,1 0-1 0 0,0 1 0 0 0,0-1 0 0 0,0 1 1 0 0,1 0-1 0 0,0-1 0 0 0,0 1 0 0 0,0 0 1 0 0,1-1-1 0 0,0 1 0 0 0,0-1 0 0 0,0 1 1 0 0,1-1-1 0 0,-1 0 0 0 0,4 7 1 0 0,-4-10-144 0 0,0 0 0 0 0,0 0 0 0 0,0-1 0 0 0,0 1 0 0 0,1 0 0 0 0,-1-1 0 0 0,0 1 0 0 0,1-1 0 0 0,-1 0 0 0 0,1 1 0 0 0,0-1 0 0 0,-1 0 0 0 0,1 0 0 0 0,0 0 0 0 0,3 1 0 0 0,-4-1 60 0 0,0-1 0 0 0,1 0 0 0 0,-1 0 0 0 0,0 0 0 0 0,0 0 0 0 0,1 0-1 0 0,-1 0 1 0 0,0 0 0 0 0,1 0 0 0 0,-1-1 0 0 0,0 1 0 0 0,0 0 0 0 0,0-1 0 0 0,1 1-1 0 0,-1-1 1 0 0,0 1 0 0 0,0-1 0 0 0,2-1 0 0 0,0-1 131 0 0,1 0-1 0 0,-1 0 1 0 0,0-1 0 0 0,0 1-1 0 0,-1-1 1 0 0,1 1 0 0 0,-1-1-1 0 0,0 0 1 0 0,0 0 0 0 0,0 0-1 0 0,0 0 1 0 0,1-7-1 0 0,0-1 27 0 0,-1 0-1 0 0,-1 0 0 0 0,1 0 1 0 0,-2 1-1 0 0,-1-19 0 0 0,1 26-214 0 0,0 1 1 0 0,0-1-1 0 0,0 1 0 0 0,-1-1 0 0 0,0 1 0 0 0,0-1 0 0 0,0 1 1 0 0,0-1-1 0 0,0 1 0 0 0,-1 0 0 0 0,1 0 0 0 0,-1 0 0 0 0,0 0 1 0 0,0 0-1 0 0,0 0 0 0 0,-1 0 0 0 0,1 0 0 0 0,0 1 1 0 0,-1-1-1 0 0,0 1 0 0 0,0 0 0 0 0,-4-3 0 0 0,5 4 15 0 0,-1 0-1 0 0,1 0 0 0 0,0 0 1 0 0,-1 1-1 0 0,1-1 0 0 0,-1 1 1 0 0,1 0-1 0 0,-1-1 0 0 0,0 1 0 0 0,1 0 1 0 0,-1 1-1 0 0,1-1 0 0 0,-1 0 1 0 0,1 1-1 0 0,-1-1 0 0 0,1 1 1 0 0,-1 0-1 0 0,1 0 0 0 0,-4 2 1 0 0,2-1 99 0 0,0 1-1 0 0,0 0 1 0 0,0 0 0 0 0,0 1 0 0 0,1-1 0 0 0,-1 1-1 0 0,1 0 1 0 0,0 0 0 0 0,-4 7 0 0 0,1 0 39 0 0,-1 1 0 0 0,2 1 0 0 0,0 0 0 0 0,0-1 1 0 0,1 1-1 0 0,-3 21 0 0 0,6-31-161 0 0,-2 39 55 0 0,3-41-72 0 0,0 1 0 0 0,0-1 0 0 0,0 1 0 0 0,0-1 0 0 0,0 1 0 0 0,1 0 0 0 0,-1-1 0 0 0,0 1 0 0 0,1-1 0 0 0,-1 1 0 0 0,1-1-1 0 0,0 0 1 0 0,-1 1 0 0 0,1-1 0 0 0,0 0 0 0 0,0 1 0 0 0,0-1 0 0 0,0 0 0 0 0,0 0 0 0 0,0 0 0 0 0,0 0 0 0 0,3 2 0 0 0,5 0-131 0 0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174 191 10594 0 0,'-3'3'255'0'0,"-1"0"0"0"0,1 0 0 0 0,0 1 0 0 0,0-1 0 0 0,1 1 0 0 0,-1 0 0 0 0,1-1 0 0 0,0 1 0 0 0,-3 7-1 0 0,5-10-205 0 0,-1-1-1 0 0,0 1 0 0 0,1 0 0 0 0,-1 0 0 0 0,1 0 0 0 0,0 0 0 0 0,-1 0 0 0 0,1 0 0 0 0,0 0 0 0 0,0 0 0 0 0,-1 0 0 0 0,1 0 0 0 0,0 0 1 0 0,0 0-1 0 0,0 0 0 0 0,0 0 0 0 0,0 0 0 0 0,1 0 0 0 0,-1 0 0 0 0,0 0 0 0 0,0 0 0 0 0,1 0 0 0 0,-1 0 0 0 0,0 0 0 0 0,1 0 1 0 0,-1-1-1 0 0,1 1 0 0 0,-1 0 0 0 0,1 0 0 0 0,-1 0 0 0 0,1 0 0 0 0,0-1 0 0 0,0 1 0 0 0,-1 0 0 0 0,1-1 0 0 0,0 1 0 0 0,0 0 0 0 0,0-1 1 0 0,0 1-1 0 0,-1-1 0 0 0,1 0 0 0 0,0 1 0 0 0,0-1 0 0 0,0 0 0 0 0,0 1 0 0 0,0-1 0 0 0,1 0 0 0 0,-1 0 28 0 0,0 1-1 0 0,0-1 1 0 0,0 0-1 0 0,0 0 1 0 0,0 0-1 0 0,0 0 0 0 0,0-1 1 0 0,-1 1-1 0 0,1 0 1 0 0,0 0-1 0 0,0 0 1 0 0,0-1-1 0 0,0 1 1 0 0,0 0-1 0 0,0-1 0 0 0,-1 1 1 0 0,1-1-1 0 0,0 1 1 0 0,0-1-1 0 0,-1 0 1 0 0,1 1-1 0 0,0-1 1 0 0,-1 1-1 0 0,1-1 0 0 0,-1 0 1 0 0,2-1-1 0 0,-1 0 35 0 0,0 0-1 0 0,0-1 0 0 0,0 1 1 0 0,-1-1-1 0 0,1 1 0 0 0,-1-1 1 0 0,1 1-1 0 0,-1-1 0 0 0,0-4 1 0 0,0-2 74 0 0,-1 0 1 0 0,0 0 0 0 0,0 0 0 0 0,-4-13 0 0 0,-1 6-30 0 0,0 0 0 0 0,0 1 0 0 0,-10-15 1 0 0,13 24-115 0 0,0 1 0 0 0,0 0 0 0 0,-1 0 0 0 0,0 0 0 0 0,0 0 1 0 0,0 1-1 0 0,-1 0 0 0 0,1 0 0 0 0,-1 0 0 0 0,0 0 0 0 0,-8-4 0 0 0,12 8-20 0 0,0-1 0 0 0,0 1-1 0 0,-1-1 1 0 0,1 1 0 0 0,0-1-1 0 0,-1 1 1 0 0,1 0-1 0 0,0 0 1 0 0,-1 0 0 0 0,1 0-1 0 0,-1 0 1 0 0,1 0 0 0 0,0 0-1 0 0,-1 0 1 0 0,1 0-1 0 0,0 1 1 0 0,-1-1 0 0 0,1 0-1 0 0,0 1 1 0 0,-1-1 0 0 0,-1 2-1 0 0,1 0 1 0 0,-1 0 0 0 0,1 0-1 0 0,0 0 1 0 0,0 0 0 0 0,-1 0-1 0 0,2 1 1 0 0,-1-1 0 0 0,0 1-1 0 0,-2 3 1 0 0,-1 6-17 0 0,0-1 0 0 0,0 1 1 0 0,-4 19-1 0 0,6-20-66 0 0,0-1 1 0 0,1 1-1 0 0,1-1 1 0 0,0 1-1 0 0,0 0 1 0 0,1 0-1 0 0,2 19 1 0 0,-1-27 50 0 0,-1 0 0 0 0,1 0 1 0 0,0 0-1 0 0,0 0 0 0 0,0 0 0 0 0,0 0 1 0 0,1 0-1 0 0,-1 0 0 0 0,1-1 1 0 0,0 1-1 0 0,0 0 0 0 0,0-1 0 0 0,0 0 1 0 0,0 1-1 0 0,0-1 0 0 0,1 0 1 0 0,-1 0-1 0 0,1 0 0 0 0,-1-1 1 0 0,1 1-1 0 0,0 0 0 0 0,-1-1 0 0 0,1 0 1 0 0,0 0-1 0 0,0 0 0 0 0,0 0 1 0 0,0 0-1 0 0,1-1 0 0 0,-1 1 0 0 0,0-1 1 0 0,3 1-1 0 0,-1-1 50 0 0,1 0-1 0 0,-1 0 1 0 0,0 0 0 0 0,0-1-1 0 0,1 0 1 0 0,-1 0 0 0 0,0 0-1 0 0,0 0 1 0 0,0-1 0 0 0,0 0-1 0 0,0 0 1 0 0,0 0 0 0 0,-1-1-1 0 0,1 1 1 0 0,4-4 0 0 0,-3 1 29 0 0,-1 0 0 0 0,1-1 0 0 0,-1 1 0 0 0,0-1 0 0 0,-1 0 1 0 0,1 0-1 0 0,-1-1 0 0 0,0 1 0 0 0,5-13 0 0 0,-5 8-6 0 0,0 0 0 0 0,-1 0 0 0 0,0 0 0 0 0,0 0 0 0 0,-1-1 0 0 0,-1 1 0 0 0,0-1 0 0 0,0 1 0 0 0,-1-1 0 0 0,-1 1 0 0 0,0-1 0 0 0,-1 1 1 0 0,-4-20-1 0 0,-7 11 124 0 0,12 20-227 0 0,1 0-1 0 0,0-1 1 0 0,0 1 0 0 0,0 0 0 0 0,-1-1-1 0 0,1 1 1 0 0,0 0 0 0 0,0 0 0 0 0,-1 0 0 0 0,1-1-1 0 0,0 1 1 0 0,-1 0 0 0 0,1 0 0 0 0,0 0-1 0 0,-1 0 1 0 0,1-1 0 0 0,0 1 0 0 0,-1 0 0 0 0,1 0-1 0 0,0 0 1 0 0,-1 0 0 0 0,1 0 0 0 0,0 0-1 0 0,-1 0 1 0 0,1 0 0 0 0,-1 0 0 0 0,1 0 0 0 0,0 0-1 0 0,-1 0 1 0 0,1 0 0 0 0,0 0 0 0 0,-1 1-1 0 0,1-1 1 0 0,0 0 0 0 0,-1 0 0 0 0,1 0-1 0 0,0 0 1 0 0,0 1 0 0 0,-1-1 0 0 0,1 0 0 0 0,0 0-1 0 0,-1 1 1 0 0,1-1 0 0 0,0 0 0 0 0,0 0-1 0 0,0 1 1 0 0,-1-1 0 0 0,1 0 0 0 0,0 1 0 0 0,0-1-1 0 0,0 0 1 0 0,0 1 0 0 0,0-1 0 0 0,-1 0-1 0 0,1 1 1 0 0,0-1 0 0 0,0 0 0 0 0,0 1 0 0 0,0 0-1 0 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6.3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381 24 6513 0 0,'-9'1'42'0'0,"-1"1"-1"0"0,1 0 0 0 0,0 1 1 0 0,0 0-1 0 0,1 1 0 0 0,-1-1 1 0 0,-12 9-1 0 0,-4 0-68 0 0,-64 31-611 0 0,-23 10 339 0 0,41-23 12334 0 0,117-31-10443 0 0,280-34 1048 0 0,-81 10-1070 0 0,-39 6-1681 0 0,-108 13-36 0 0,-1-5 0 0 0,170-41 0 0 0,-263 51 102 0 0,30-11-97 0 0,-33 12 129 0 0,0 0 0 0 0,0-1 1 0 0,0 1-1 0 0,1 0 0 0 0,-1-1 0 0 0,0 1 0 0 0,0-1 0 0 0,-1 1 0 0 0,1-1 0 0 0,0 0 0 0 0,0 1 0 0 0,0-1 0 0 0,0 0 1 0 0,0 0-1 0 0,-1 1 0 0 0,1-1 0 0 0,0 0 0 0 0,-1 0 0 0 0,1 0 0 0 0,0 0 0 0 0,-1 0 0 0 0,0 0 0 0 0,1 0 0 0 0,0-2 1 0 0,-2 3-112 0 0,1-1 0 0 0,0 1 0 0 0,0-1 0 0 0,-1 0 0 0 0,1 1 1 0 0,0-1-1 0 0,-1 1 0 0 0,1-1 0 0 0,-1 1 0 0 0,1-1 0 0 0,-1 1 1 0 0,1-1-1 0 0,-1 1 0 0 0,1 0 0 0 0,-1-1 0 0 0,1 1 0 0 0,-1 0 1 0 0,0-1-1 0 0,0 1 0 0 0,-6-2-811 0 0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6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 55 4145 0 0,'-124'8'11081'0'0,"138"-17"-5959"0"0,29-12-4124 0 0,-14 12-906 0 0,1 2-1 0 0,0 1 1 0 0,0 1-1 0 0,0 2 1 0 0,1 1 0 0 0,52 3-1 0 0,182 34 423 0 0,-235-29-2492 0 0,0 0 1 0 0,-1 3 0 0 0,0 0 0 0 0,-1 2-1 0 0,31 16 1 0 0,-53-24 1249 0 0,-5 0 597 0 0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7.8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0 13827 0 0,'-3'1'201'0'0,"0"0"-1"0"0,1 1 1 0 0,-1-1 0 0 0,1 1 0 0 0,-1-1-1 0 0,1 1 1 0 0,0 0 0 0 0,-1 0 0 0 0,1 0-1 0 0,0 0 1 0 0,0 0 0 0 0,-3 5-1 0 0,5-6-86 0 0,0 1 0 0 0,0 0-1 0 0,-1 0 1 0 0,1-1-1 0 0,0 1 1 0 0,0 0 0 0 0,0-1-1 0 0,1 1 1 0 0,-1 0-1 0 0,0-1 1 0 0,1 1-1 0 0,-1 0 1 0 0,1-1 0 0 0,0 1-1 0 0,-1-1 1 0 0,1 1-1 0 0,0-1 1 0 0,0 1 0 0 0,0-1-1 0 0,0 1 1 0 0,0-1-1 0 0,0 0 1 0 0,0 0 0 0 0,2 2-1 0 0,187 235 3748 0 0,-170-213-3810 0 0,2 0-1 0 0,33 29 1 0 0,-9-14-6674 0 0,-28-26-537 0 0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8.0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0 14283 0 0,'-33'40'6052'0'0,"2"9"-3865"0"0,-23 57-2336 0 0,38-74 636 0 0,-13 26-469 0 0,2 1 1 0 0,3 1 0 0 0,-22 85-1 0 0,43-112-2586 0 0,6-18 1046 0 0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67 177 4609 0 0,'-8'-13'760'0'0,"1"-1"1"0"0,1-1-1 0 0,0 1 0 0 0,-4-20 1 0 0,-2-4 845 0 0,7 22-818 0 0,-8-17 9205 0 0,16 45-8834 0 0,2 6-1291 0 0,58 128 691 0 0,-30-68-449 0 0,78 139 1 0 0,-97-197-111 0 0,26 47 0 0 0,-37-61 0 0 0,0 0 0 0 0,0 1 0 0 0,-1-1 0 0 0,0 1 0 0 0,0 0 0 0 0,-1 0 0 0 0,1 0 0 0 0,-1 9 0 0 0,-5-2 535 0 0,-3-10-2217 0 0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09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97 6497 0 0,'2'-2'20'0'0,"1"-1"-1"0"0,-1 1 0 0 0,0 0 1 0 0,0-1-1 0 0,0 1 0 0 0,0-1 1 0 0,0 0-1 0 0,-1 0 0 0 0,1 0 1 0 0,-1 0-1 0 0,1-4 0 0 0,-1 7-29 0 0,-1 0 0 0 0,0-1-1 0 0,0 1 1 0 0,0 0 0 0 0,0 0-1 0 0,0 0 1 0 0,0-1 0 0 0,0 1-1 0 0,0 0 1 0 0,0 0 0 0 0,0-1-1 0 0,0 1 1 0 0,0 0 0 0 0,0 0-1 0 0,0-1 1 0 0,0 1 0 0 0,0 0-1 0 0,0 0 1 0 0,0-1 0 0 0,0 1-1 0 0,0 0 1 0 0,0 0 0 0 0,0 0-1 0 0,0-1 1 0 0,0 1 0 0 0,0 0-1 0 0,0 0 1 0 0,-1 0-1 0 0,1-1 1 0 0,0 1 0 0 0,0 0-1 0 0,0 0 1 0 0,0 0 0 0 0,-1 0-1 0 0,1-1 1 0 0,0 1 0 0 0,0 0-1 0 0,0 0 1 0 0,-1 0 0 0 0,1 0-1 0 0,0 0 1 0 0,0 0 0 0 0,0 0-1 0 0,-1-1 1 0 0,-14 4 409 0 0,-15 10 1020 0 0,-91 69 5409 0 0,139-95-3422 0 0,17-19-2463 0 0,7-5-1137 0 0,12-3 462 0 0,-29 24-2647 0 0,-7 4-3026 0 0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3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0 323 3225 0 0,'0'1'309'0'0,"1"-8"702"0"0,0 0-1 0 0,1 0 1 0 0,0 0-1 0 0,0 1 1 0 0,4-9 0 0 0,2-10 9 0 0,-1 2-223 0 0,3-12 370 0 0,7-43 1 0 0,-16 67-714 0 0,1 0 0 0 0,-2 0 0 0 0,0 1 0 0 0,0-1 0 0 0,-1 0 0 0 0,0 0 0 0 0,-1 1 0 0 0,-4-18 0 0 0,5 44 2972 0 0,7 19-3555 0 0,28 50 237 0 0,86 150 0 0 0,-57-118-68 0 0,-47-84-573 0 0,-6-13-965 0 0,0-1 1 0 0,1 0-1 0 0,1 0 1 0 0,18 21-1 0 0,-17-26-4284 0 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9674 0 0,'46'-38'8765'0'0,"-26"19"-8411"0"0,1 2 0 0 0,40-27 0 0 0,-18 23-2545 0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0.7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0 8754 0 0,'-7'6'776'0'0,"3"-3"-616"0"0,-10 3 4169 0 0,13-4-4105 0 0,-1-1-224 0 0,5 1 0 0 0,1-2 0 0 0,2-2 0 0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2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139 490 6393 0 0,'-4'1'270'0'0,"-1"1"0"0"0,0 0 0 0 0,0 0 0 0 0,1 1 0 0 0,-1-1 0 0 0,1 1 0 0 0,0 0 0 0 0,0 0 0 0 0,-5 6 0 0 0,-36 37 2982 0 0,33-33-2138 0 0,4-3-7 0 0,7-8-732 0 0,-1 1 0 0 0,0 0 1 0 0,0-1-1 0 0,0 0 0 0 0,0 1 0 0 0,0-1 1 0 0,0 0-1 0 0,-1 0 0 0 0,-4 3 1 0 0,17-39 1880 0 0,17-44-2115 0 0,-4-1 0 0 0,-3-1 0 0 0,-4-1-1 0 0,11-157 1 0 0,-28 213 1302 0 0,27 97-1364 0 0,-14-34-8 0 0,2-1 0 0 0,2 0 0 0 0,23 39 0 0 0,56 60-71 0 0,4 7 0 0 0,-61-85 36 0 0,82 95 0 0 0,-82-103 165 0 0,-36-46-181 0 0,1 1 0 0 0,-1-1 0 0 0,0 1-1 0 0,0 0 1 0 0,0-1 0 0 0,-1 1 0 0 0,1 0-1 0 0,-1 0 1 0 0,-1 0 0 0 0,1 7 0 0 0,-1 2 465 0 0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6.4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16 199 3225 0 0,'-15'-3'6176'0'0,"23"-14"-144"0"0,-2 7-5464 0 0,-5 8-1383 0 0,9-12 1603 0 0,0 1-1 0 0,1-1 1 0 0,1 2 0 0 0,0 0-1 0 0,18-15 1 0 0,-11 13-1241 0 0,0 0-1 0 0,1 1 1 0 0,28-12 0 0 0,-32 17-6068 0 0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138 482 5985 0 0,'-55'29'849'0'0,"34"-17"959"0"0,-32 14 0 0 0,53-26-1756 0 0,0 0 0 0 0,0 1 0 0 0,0-1 0 0 0,-1 0 0 0 0,1 0 0 0 0,0 0 0 0 0,0 0 0 0 0,0 1 0 0 0,0-1 0 0 0,-1 0 0 0 0,1 0 0 0 0,0 0 0 0 0,0 0 0 0 0,-1 0 0 0 0,1 0 0 0 0,0 0 0 0 0,0 0 0 0 0,0 0 0 0 0,-1 0 0 0 0,1 1 0 0 0,0-1 0 0 0,0 0 0 0 0,-1 0 0 0 0,1-1 0 0 0,0 1 0 0 0,0 0 0 0 0,-1 0 0 0 0,1 0 0 0 0,0 0 0 0 0,0 0 0 0 0,-1 0 0 0 0,1 0 0 0 0,0 0 0 0 0,0 0 0 0 0,0 0 0 0 0,-1-1 0 0 0,1 1 0 0 0,0 0 0 0 0,0 0 0 0 0,0 0 0 0 0,0 0 0 0 0,-1-1-1 0 0,8-9 1100 0 0,19-15-326 0 0,-25 24-763 0 0,36-30 611 0 0,2 1 1 0 0,49-27-1 0 0,91-44 157 0 0,-59 36-527 0 0,-111 60-266 0 0,64-38 26 0 0,2 4 0 0 0,99-37 1 0 0,-122 57-123 0 0,-29 10 70 0 0,0 0 0 0 0,0 2 1 0 0,1 0-1 0 0,45-5 0 0 0,-67 12-33 0 0,5-1 121 0 0,0 0 0 0 0,1 1-1 0 0,-1 0 1 0 0,0 0 0 0 0,0 1-1 0 0,14 3 1 0 0,-19-3-14 0 0,1 0-1 0 0,-1 0 1 0 0,1 1-1 0 0,-1-1 1 0 0,0 1 0 0 0,0 0-1 0 0,1 0 1 0 0,-1 0-1 0 0,-1 0 1 0 0,1 0-1 0 0,0 0 1 0 0,0 0 0 0 0,-1 0-1 0 0,1 1 1 0 0,-1-1-1 0 0,0 1 1 0 0,0-1-1 0 0,0 1 1 0 0,0-1 0 0 0,0 1-1 0 0,0 3 1 0 0,16 57 930 0 0,-7-23-680 0 0,1-2-1 0 0,31 70 1 0 0,4-23-272 0 0,85 120 0 0 0,75 65-46 0 0,-180-237-20 0 0,-6-7 28 0 0,-1 0-1 0 0,18 35 1 0 0,-32-52-26 0 0,0 1-1 0 0,-1 0 0 0 0,0 0 1 0 0,0 0-1 0 0,-1 0 0 0 0,-1 1 1 0 0,1 0-1 0 0,-2-1 0 0 0,1 1 1 0 0,-1 16-1 0 0,-3-19 11 0 0,1 1 1 0 0,-1-1-1 0 0,-1 0 1 0 0,1 1-1 0 0,-1-1 1 0 0,-1-1 0 0 0,0 1-1 0 0,0 0 1 0 0,0-1-1 0 0,-1 0 1 0 0,0 0-1 0 0,0 0 1 0 0,-9 8-1 0 0,-9 8 93 0 0,-2 0 1 0 0,-30 20-1 0 0,30-24-125 0 0,-5 5 96 0 0,-2-2-1 0 0,0-1 0 0 0,-1-2 1 0 0,-1-1-1 0 0,-1-1 0 0 0,0-2 1 0 0,-48 13-1 0 0,-46 5 219 0 0,-40 11 88 0 0,147-38-447 0 0,1-1 1 0 0,-1 0-1 0 0,0-2 1 0 0,-1-1-1 0 0,1 0 1 0 0,0-2 0 0 0,-30-3-1 0 0,28 0-2279 0 0,-41-11 0 0 0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25 133 1376 0 0,'-5'-16'1487'0'0,"0"1"-1"0"0,1-1 0 0 0,-4-30 1 0 0,6 6 3823 0 0,26 72 294 0 0,16 38-3277 0 0,58 86-1651 0 0,-36-73-645 0 0,108 154 64 0 0,-149-206 65 0 0,-2 2 0 0 0,-1 0 0 0 0,-2 1 0 0 0,-1 1 0 0 0,-2 1 0 0 0,-1 0 0 0 0,10 55 0 0 0,-24-68 482 0 0,0-17-2324 0 0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1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39 2761 0 0,'-11'-13'2317'0'0,"10"11"-1968"0"0,0 1 0 0 0,0-1 0 0 0,0 0 0 0 0,0 1 0 0 0,0-1 0 0 0,-1 1 0 0 0,1-1 0 0 0,-1 1 1 0 0,1-1-1 0 0,-1 1 0 0 0,0 0 0 0 0,1 0 0 0 0,-1 0 0 0 0,0 0 0 0 0,0 0 0 0 0,0 0 1 0 0,0 1-1 0 0,1-1 0 0 0,-5 0 487 0 0,22 25 947 0 0,11 29-342 0 0,-2 1 1 0 0,23 78 0 0 0,-32-86-1125 0 0,23 44 310 0 0,3 5-879 0 0,-41-84-2904 0 0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31 256 4145 0 0,'-31'9'4633'0'0,"118"-51"-3737"0"0,2 3 0 0 0,185-51 0 0 0,-201 70-896 0 0,75-31 0 0 0,-110 37 0 0 0,-29 11 195 0 0,-8 2 0 0 0,1 0 0 0 0,-1 1 1 0 0,0-1-1 0 0,0 1 0 0 0,1-1 0 0 0,-1 1 0 0 0,0 0 0 0 0,0-1 1 0 0,1 1-1 0 0,-1 0 0 0 0,0 0 0 0 0,1 0 0 0 0,-1 0 0 0 0,0 0 1 0 0,3 0-1 0 0,-3 2-18 0 0,0-1 1 0 0,0 1-1 0 0,0-1 0 0 0,0 1 1 0 0,0-1-1 0 0,0 1 1 0 0,0 0-1 0 0,-1-1 1 0 0,1 1-1 0 0,-1 0 0 0 0,1 0 1 0 0,-1 0-1 0 0,0 3 1 0 0,12 44 45 0 0,2 0 0 0 0,2-1 0 0 0,2-1 0 0 0,2 0 0 0 0,1-2 0 0 0,3 0 0 0 0,50 68 0 0 0,-64-98-219 0 0,0 0 0 0 0,-1 1 0 0 0,0 0 0 0 0,-1 0 0 0 0,-1 0 0 0 0,0 1 0 0 0,-2 0 0 0 0,0 1 0 0 0,0-1 0 0 0,-2 1 0 0 0,0 0 0 0 0,-1 0 0 0 0,-1 0 0 0 0,-1 0 0 0 0,-2 25 0 0 0,0-37 2 0 0,0 0-1 0 0,0 0 1 0 0,0 0 0 0 0,-1-1-1 0 0,1 1 1 0 0,-1-1 0 0 0,-1 1-1 0 0,1-1 1 0 0,-1 0 0 0 0,0-1-1 0 0,0 1 1 0 0,0-1 0 0 0,-1 1-1 0 0,1-1 1 0 0,-1 0 0 0 0,-8 4-1 0 0,-11 8 32 0 0,-1-2 0 0 0,-30 14 0 0 0,46-24-36 0 0,-21 9 74 0 0,-1-1 1 0 0,-1-2-1 0 0,0-1 1 0 0,-37 6-1 0 0,-134 7 274 0 0,110-19-977 0 0,32-6-6447 0 0,45 2 1745 0 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2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93 132 456 0 0,'-7'-7'430'0'0,"1"0"1"0"0,0-1-1 0 0,0 0 0 0 0,0 0 1 0 0,1 0-1 0 0,-8-17 0 0 0,9 15 894 0 0,-1 1-1 0 0,-1 0 1 0 0,1 0-1 0 0,-18-14 7580 0 0,24 37-7062 0 0,3 18-2095 0 0,-3-29 704 0 0,16 111 251 0 0,6-1 0 0 0,63 189 0 0 0,-60-249-2590 0 0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 7834 0 0,'-1'0'165'0'0,"1"0"1"0"0,-1 0 0 0 0,0-1-1 0 0,1 1 1 0 0,-1 0 0 0 0,1 0 0 0 0,-1 0-1 0 0,1 0 1 0 0,-1 0 0 0 0,0 0-1 0 0,1 1 1 0 0,-1-1 0 0 0,1 0 0 0 0,-1 0-1 0 0,1 0 1 0 0,-1 0 0 0 0,1 1-1 0 0,-1-1 1 0 0,1 0 0 0 0,-1 1-1 0 0,1-1 1 0 0,-1 0 0 0 0,1 1 0 0 0,-1-1-1 0 0,1 0 1 0 0,-1 1 0 0 0,1-1-1 0 0,0 1 1 0 0,-1-1 0 0 0,1 1-1 0 0,5 15 4642 0 0,-2-10-5970 0 0,4 13 1691 0 0,-1 0 1 0 0,-1 1-1 0 0,-1 0 0 0 0,-1 0 1 0 0,0 0-1 0 0,-2 0 0 0 0,0 0 0 0 0,-2 25 1 0 0,4 61-4009 0 0,-1-89-3055 0 0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7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22 271 3225 0 0,'-3'-2'461'0'0,"1"-1"0"0"0,0 0-1 0 0,0-1 1 0 0,0 1 0 0 0,0 0 0 0 0,0-1 0 0 0,-1-3 0 0 0,3 5-222 0 0,-1 1 0 0 0,1 0-1 0 0,-1-1 1 0 0,1 1 0 0 0,0 0-1 0 0,-1-1 1 0 0,1 1 0 0 0,0 0 0 0 0,0-1-1 0 0,0 1 1 0 0,0-1 0 0 0,0 1-1 0 0,0 0 1 0 0,0-1 0 0 0,1 1 0 0 0,-1 0-1 0 0,0-1 1 0 0,1 1 0 0 0,-1 0-1 0 0,1-1 1 0 0,0 1 0 0 0,-1 0 0 0 0,2-2-1 0 0,1 4 21 0 0,-1 0 0 0 0,1 0 0 0 0,-1 0 0 0 0,0 0 0 0 0,1 0-1 0 0,-1 0 1 0 0,0 0 0 0 0,1 1 0 0 0,-1-1 0 0 0,0 1 0 0 0,0 0 0 0 0,0-1-1 0 0,3 5 1 0 0,1 0 246 0 0,21 13 683 0 0,21 17 551 0 0,61 59-1 0 0,-105-91-1694 0 0,0 0-1 0 0,1 0 1 0 0,-1-1-1 0 0,1 1 1 0 0,0-1-1 0 0,0 0 1 0 0,0 0-1 0 0,0-1 1 0 0,7 3-1 0 0,-11-4-17 0 0,1-1 0 0 0,-1 0 1 0 0,0 1-1 0 0,1-1 0 0 0,-1 0 0 0 0,0 0 0 0 0,0 0 1 0 0,1 0-1 0 0,-1-1 0 0 0,0 1 0 0 0,1 0 0 0 0,-1 0 1 0 0,0-1-1 0 0,0 1 0 0 0,0-1 0 0 0,1 1 0 0 0,-1-1 1 0 0,1 0-1 0 0,0-1 7 0 0,0 1 0 0 0,-1-1-1 0 0,1 0 1 0 0,-1 1 0 0 0,0-1 0 0 0,0 0 0 0 0,1 0 0 0 0,-1 0 0 0 0,0 0 0 0 0,-1 0-1 0 0,1 0 1 0 0,0 0 0 0 0,-1 0 0 0 0,1-3 0 0 0,2-15 65 0 0,-1 0 0 0 0,-1 0 0 0 0,-1 0 0 0 0,0-1 0 0 0,-2 1 0 0 0,-5-27 0 0 0,-3-45-335 0 0,10 77-85 0 0,0 0-1 0 0,1 1 1 0 0,1-1-1 0 0,0 0 1 0 0,4-14-1 0 0,2 5-976 0 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8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 7370 0 0,'7'-21'2865'0'0,"-7"19"-2329"0"0,0 0-1 0 0,1 0 1 0 0,-1 0 0 0 0,1 0 0 0 0,-1 0 0 0 0,1 0-1 0 0,0 0 1 0 0,0 0 0 0 0,2-3 761 0 0,2 35 3276 0 0,10 160-2709 0 0,-13-137-2719 0 0,2 1 0 0 0,2-1 0 0 0,16 60 0 0 0,-16-98-2644 0 0,-4-52-8115 0 0,-5 20 11429 0 0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2 216 1376 0 0,'-1'-5'670'0'0,"1"-1"0"0"0,0 1 0 0 0,0-1 0 0 0,0 1-1 0 0,1 0 1 0 0,-1-1 0 0 0,2 1 0 0 0,-1 0 0 0 0,2-7 0 0 0,-2 10-510 0 0,1-4 323 0 0,-1 0 0 0 0,2 0 0 0 0,-1 0 0 0 0,1 0 0 0 0,0 0 0 0 0,0 1-1 0 0,0-1 1 0 0,6-6 0 0 0,-7 11-391 0 0,-1-1 1 0 0,0 1-1 0 0,0 0 0 0 0,1 0 0 0 0,-1-1 0 0 0,1 1 1 0 0,-1 0-1 0 0,1 0 0 0 0,0 1 0 0 0,-1-1 0 0 0,1 0 0 0 0,0 1 1 0 0,-1-1-1 0 0,1 1 0 0 0,0-1 0 0 0,0 1 0 0 0,-1 0 0 0 0,1-1 1 0 0,0 1-1 0 0,0 0 0 0 0,0 0 0 0 0,0 1 0 0 0,-1-1 1 0 0,1 0-1 0 0,0 1 0 0 0,0-1 0 0 0,-1 1 0 0 0,1-1 0 0 0,0 1 1 0 0,-1 0-1 0 0,1 0 0 0 0,0 0 0 0 0,2 2 0 0 0,19 14 658 0 0,-2 1 0 0 0,0 1 1 0 0,29 33-1 0 0,-7-7 20 0 0,-19-19-514 0 0,-13-14-121 0 0,0 0 1 0 0,17 12-1 0 0,-27-23-133 0 0,0-1 0 0 0,-1 1 0 0 0,1-1-1 0 0,0 0 1 0 0,0 1 0 0 0,0-1 0 0 0,-1 0 0 0 0,1 0-1 0 0,0 1 1 0 0,0-1 0 0 0,0 0 0 0 0,-1 0 0 0 0,1 0-1 0 0,0 0 1 0 0,0 0 0 0 0,0 0 0 0 0,0-1-1 0 0,-1 1 1 0 0,1 0 0 0 0,0 0 0 0 0,0 0 0 0 0,0-1-1 0 0,-1 1 1 0 0,1 0 0 0 0,0-1 0 0 0,0 1 0 0 0,-1-1-1 0 0,1 1 1 0 0,-1-1 0 0 0,1 1 0 0 0,0-1-1 0 0,-1 0 1 0 0,1 1 0 0 0,-1-1 0 0 0,1 0 0 0 0,-1 1-1 0 0,1-1 1 0 0,-1 0 0 0 0,0 1 0 0 0,1-1 0 0 0,-1 0-1 0 0,1-1 1 0 0,15-39 69 0 0,-14 35-67 0 0,26-100 418 0 0,2-8 118 0 0,-29 112-487 0 0,0-1-1 0 0,0 1 1 0 0,0-1-1 0 0,0 1 1 0 0,1-1 0 0 0,-1 1-1 0 0,1 0 1 0 0,-1 0 0 0 0,1 0-1 0 0,0 0 1 0 0,0 0 0 0 0,0 0-1 0 0,2-2 1 0 0,-3 3-29 0 0,0 1 0 0 0,-1 0 1 0 0,1 0-1 0 0,-1-1 0 0 0,1 1 0 0 0,0 0 1 0 0,-1 0-1 0 0,1 0 0 0 0,-1 0 0 0 0,1 0 1 0 0,0 0-1 0 0,-1 0 0 0 0,1 0 0 0 0,0 0 1 0 0,-1 0-1 0 0,1 0 0 0 0,-1 0 0 0 0,1 0 1 0 0,0 1-1 0 0,-1-1 0 0 0,1 0 0 0 0,0 1 0 0 0,0 0-3 0 0,1 0 0 0 0,-1 0 0 0 0,0 0-1 0 0,1 0 1 0 0,-1 1 0 0 0,0-1-1 0 0,0 0 1 0 0,0 1 0 0 0,0-1-1 0 0,0 1 1 0 0,1 2 0 0 0,9 25 103 0 0,-1 0 1 0 0,13 59 0 0 0,-14-49-308 0 0,15 40 0 0 0,-9-34-719 0 0,-7-23 43 0 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65 2761 0 0,'-1'-1'319'0'0,"0"0"0"0"0,0 0 0 0 0,0 0 1 0 0,0 0-1 0 0,-1 0 0 0 0,1 0 0 0 0,0 0 1 0 0,0 0-1 0 0,-1 1 0 0 0,1-1 0 0 0,0 0 1 0 0,-1 1-1 0 0,1 0 0 0 0,-1-1 0 0 0,1 1 1 0 0,0 0-1 0 0,-1-1 0 0 0,1 1 0 0 0,-1 0 1 0 0,1 0-1 0 0,-1 0 0 0 0,1 0 0 0 0,-1 0 1 0 0,1 1-1 0 0,-1-1 0 0 0,-1 1 0 0 0,0 0 40 0 0,0 1-1 0 0,0 0 1 0 0,1 0 0 0 0,-1 0-1 0 0,0 0 1 0 0,1 0-1 0 0,0 0 1 0 0,-1 1 0 0 0,1-1-1 0 0,0 1 1 0 0,-2 4-1 0 0,-3 4 189 0 0,0 1 0 0 0,1 0 0 0 0,1 0 0 0 0,0 1 0 0 0,-4 14 0 0 0,8-20-428 0 0,-1 1-1 0 0,1 0 0 0 0,0 0 0 0 0,1 0 0 0 0,0-1 1 0 0,0 1-1 0 0,1 0 0 0 0,0 0 0 0 0,0-1 0 0 0,1 1 1 0 0,0 0-1 0 0,0-1 0 0 0,1 1 0 0 0,0-1 0 0 0,0 0 1 0 0,0 0-1 0 0,1 0 0 0 0,7 9 0 0 0,-7-11-116 0 0,0-1 0 0 0,0 0 0 0 0,0 0-1 0 0,0 0 1 0 0,1 0 0 0 0,-1-1 0 0 0,1 0-1 0 0,0 0 1 0 0,0 0 0 0 0,0 0 0 0 0,1-1 0 0 0,-1 0-1 0 0,0 0 1 0 0,1 0 0 0 0,0-1 0 0 0,-1 0 0 0 0,1 0-1 0 0,0 0 1 0 0,-1-1 0 0 0,1 0 0 0 0,0 0 0 0 0,0 0-1 0 0,0-1 1 0 0,-1 0 0 0 0,10-2 0 0 0,-8 1 25 0 0,-1 0-1 0 0,0 0 1 0 0,0 0-1 0 0,0-1 1 0 0,0 0 0 0 0,-1 0-1 0 0,1 0 1 0 0,-1-1 0 0 0,0 0-1 0 0,0 0 1 0 0,0 0 0 0 0,0-1-1 0 0,-1 1 1 0 0,0-1-1 0 0,0 0 1 0 0,0-1 0 0 0,0 1-1 0 0,3-8 1 0 0,-4 5-2 0 0,0 1-1 0 0,0-1 1 0 0,-1 0 0 0 0,0 1 0 0 0,-1-1 0 0 0,0 0-1 0 0,0 0 1 0 0,-1 0 0 0 0,1 0 0 0 0,-2 0-1 0 0,1 0 1 0 0,-1 0 0 0 0,-1 0 0 0 0,-2-11-1 0 0,-2-4 34 0 0,-17-41 0 0 0,20 58-192 0 0,1 0 0 0 0,-1 1 0 0 0,0-1 0 0 0,-1 1 0 0 0,0 0 0 0 0,1 0 0 0 0,-2 0 0 0 0,1 0 1 0 0,0 1-1 0 0,-1-1 0 0 0,0 1 0 0 0,-7-5 0 0 0,-1 4-1124 0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9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35 5065 0 0,'9'-4'94'0'0,"36"-27"9824"0"0,-74 49-7551 0 0,8 0-1461 0 0,2 1 0 0 0,1 0 1 0 0,-20 26-1 0 0,29-32-756 0 0,0-1 0 0 0,1 1-1 0 0,0 0 1 0 0,1 1 0 0 0,1 0 0 0 0,0 0 0 0 0,-4 17-1 0 0,9-27-141 0 0,0 1 0 0 0,0-1 0 0 0,1 1 0 0 0,-1-1-1 0 0,1 1 1 0 0,0 0 0 0 0,1-1 0 0 0,-1 1-1 0 0,1-1 1 0 0,0 1 0 0 0,0-1 0 0 0,0 1-1 0 0,0-1 1 0 0,1 0 0 0 0,0 1 0 0 0,0-1 0 0 0,0 0-1 0 0,5 6 1 0 0,1 0-7 0 0,2 0-1 0 0,-1 0 1 0 0,1-1 0 0 0,21 15-1 0 0,-23-19 0 0 0,1 1-1 0 0,-1 0 1 0 0,-1 1-1 0 0,1-1 1 0 0,-1 1-1 0 0,0 1 1 0 0,-1 0-1 0 0,0 0 1 0 0,0 0-1 0 0,7 14 1 0 0,-12-19 5 0 0,0 0 0 0 0,0 1 0 0 0,-1-1 0 0 0,1 0 0 0 0,-1 1 0 0 0,1-1 0 0 0,-1 1 0 0 0,0-1 0 0 0,-1 1-1 0 0,1-1 1 0 0,0 0 0 0 0,-1 1 0 0 0,0-1 0 0 0,0 0 0 0 0,0 1 0 0 0,0-1 0 0 0,-1 0 0 0 0,1 0 0 0 0,-1 0 0 0 0,0 0 0 0 0,1 0 0 0 0,-2 0 0 0 0,1-1 0 0 0,0 1 0 0 0,-4 3 0 0 0,-3 3-294 0 0,0-2 0 0 0,-1 1 1 0 0,0-1-1 0 0,0-1 0 0 0,0 0 0 0 0,-12 5 0 0 0,-3 0-7076 0 0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0.6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 6449 0 0,'0'0'143'0'0,"0"-1"0"0"0,0 1 0 0 0,1-1 0 0 0,-1 1 0 0 0,0-1 0 0 0,0 0 0 0 0,1 1 0 0 0,-1-1 0 0 0,0 1 0 0 0,1-1 0 0 0,-1 1 0 0 0,1-1 0 0 0,-1 1 0 0 0,1 0 0 0 0,-1-1 0 0 0,1 1 0 0 0,-1 0 0 0 0,1-1 0 0 0,-1 1-1 0 0,1 0 1 0 0,-1-1 0 0 0,1 1 0 0 0,0 0 0 0 0,-1 0 0 0 0,1 0 0 0 0,-1-1 0 0 0,1 1 0 0 0,0 0 0 0 0,-1 0 0 0 0,1 0 0 0 0,-1 0 0 0 0,1 0 0 0 0,0 0 0 0 0,-1 1 0 0 0,1-1 0 0 0,0 0 0 0 0,-1 0 0 0 0,1 0 0 0 0,-1 0 0 0 0,1 1 0 0 0,-1-1-1 0 0,1 0 1 0 0,-1 1 0 0 0,1-1 0 0 0,0 0 0 0 0,-1 1 0 0 0,0-1 0 0 0,1 1 0 0 0,-1-1 0 0 0,1 0 0 0 0,-1 1 0 0 0,1-1 0 0 0,-1 1 0 0 0,0-1 0 0 0,0 1 0 0 0,1 0 0 0 0,4 13 366 0 0,0 0 1 0 0,-1 0 0 0 0,-1 1-1 0 0,-1-1 1 0 0,0 1 0 0 0,0-1-1 0 0,-2 1 1 0 0,0 17-1 0 0,1 15-35 0 0,12 102-1053 0 0,-4-85-5856 0 0,-7-46 977 0 0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2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118 148 4145 0 0,'-42'-4'2243'0'0,"35"2"-1511"0"0,-1 1-1 0 0,1 0 0 0 0,-1 1 0 0 0,1-1 0 0 0,0 1 1 0 0,-1 1-1 0 0,1 0 0 0 0,-9 2 0 0 0,16-3-714 0 0,0 0-1 0 0,0 0 0 0 0,0 0 1 0 0,0 0-1 0 0,0 0 0 0 0,0 0 0 0 0,0 0 1 0 0,0 0-1 0 0,0 0 0 0 0,0 0 17 0 0,0 0-17 0 0,0 0 0 0 0,0 0 1 0 0,0 0-1 0 0,0 0 0 0 0,0 0 0 0 0,0 0 1 0 0,0 0-1 0 0,0 0 0 0 0,0 0 0 0 0,1 0 1 0 0,-1 0-1 0 0,0 0 0 0 0,0 0 1 0 0,0 1-1 0 0,0-1 0 0 0,0 0 0 0 0,0 0 1 0 0,0 0-1 0 0,0 0 0 0 0,0 0 0 0 0,0 0 1 0 0,0 0-1 0 0,0 0 0 0 0,0 0 1 0 0,0 0-1 0 0,-1 0 0 0 0,1 0 0 0 0,0 0 1 0 0,0 0-1 0 0,0 0 0 0 0,12 1 131 0 0,14-2-192 0 0,150-52 2089 0 0,-104 29-1732 0 0,120-23-1 0 0,-167 43-263 0 0,15-3-153 0 0,71-3-1 0 0,-110 11 204 0 0,-1 0-1 0 0,0-1 1 0 0,1 1-1 0 0,-1-1 0 0 0,0 1 1 0 0,1 0-1 0 0,-1-1 1 0 0,0 1-1 0 0,0-1 0 0 0,0 1 1 0 0,1 0-1 0 0,-1-1 1 0 0,0 1-1 0 0,0 0 0 0 0,0-1 1 0 0,0 1-1 0 0,0 0 0 0 0,0-1 1 0 0,-1 1-1 0 0,1 0 1 0 0,0-1-1 0 0,0 1 0 0 0,0 0 1 0 0,-1-1-1 0 0,1 2 1 0 0,-8 30 977 0 0,4-16-731 0 0,3-8-256 0 0,0 1 0 0 0,1 0 0 0 0,0 0 0 0 0,0 0 0 0 0,1 0 0 0 0,0 0 0 0 0,5 15 0 0 0,24 65 51 0 0,-13-40-26 0 0,-13-37-110 0 0,19 57 22 0 0,19 100 1 0 0,-39-148-23 0 0,0-1 1 0 0,-1 1-1 0 0,-1 0 0 0 0,-1 0 0 0 0,-1-1 0 0 0,-1 1 0 0 0,0 0 0 0 0,-2-1 0 0 0,-10 36 1 0 0,11-49-315 0 0,0 0 0 0 0,0-1 0 0 0,-1 1 0 0 0,0-1 1 0 0,0 0-1 0 0,-1 0 0 0 0,1 0 0 0 0,-1-1 0 0 0,0 1 1 0 0,-1-1-1 0 0,-8 6 0 0 0,10-8 86 0 0,0 0-1 0 0,0 0 0 0 0,-1-1 1 0 0,1 0-1 0 0,0 0 1 0 0,-1 0-1 0 0,0-1 1 0 0,1 1-1 0 0,-1-1 1 0 0,0 0-1 0 0,0 0 0 0 0,0-1 1 0 0,0 1-1 0 0,1-1 1 0 0,-1 0-1 0 0,0-1 1 0 0,0 1-1 0 0,-7-2 0 0 0,2-2-880 0 0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41.6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38 6937 0 0,'-20'-28'1445'0'0,"12"18"2718"0"0,12 36-1634 0 0,28 113-1242 0 0,62 161 0 0 0,-93-296-1283 0 0,28 61 139 0 0,-27-61-138 0 0,-1-1 1 0 0,1 0 0 0 0,0 0 0 0 0,1 0 0 0 0,-1 0 0 0 0,1 0-1 0 0,-1 0 1 0 0,1 0 0 0 0,0-1 0 0 0,0 1 0 0 0,0-1 0 0 0,0 0-1 0 0,0 0 1 0 0,1 0 0 0 0,5 2 0 0 0,-6-3 27 0 0,-1-1 0 0 0,0 0 0 0 0,1 0 0 0 0,-1 0 0 0 0,0-1 0 0 0,0 1 0 0 0,1 0 0 0 0,-1-1 0 0 0,0 0 0 0 0,0 1 0 0 0,0-1 0 0 0,0 0 0 0 0,0 0 0 0 0,1 0 0 0 0,1-2 0 0 0,34-25 7 0 0,-14 11-223 0 0,-7 8-570 0 0,0 1 1 0 0,1 0-1 0 0,1 2 0 0 0,-1 0 0 0 0,1 1 0 0 0,25-3 0 0 0,-41 8 755 0 0,41-10-124 0 0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5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183 45 7370 0 0,'-2'-3'403'0'0,"0"0"0"0"0,-1 0-1 0 0,1 0 1 0 0,0 0 0 0 0,-1 0 0 0 0,0 0 0 0 0,0 1 0 0 0,1-1 0 0 0,-1 1 0 0 0,-1 0 0 0 0,1 0 0 0 0,0 0 0 0 0,0 0 0 0 0,-1 1 0 0 0,1-1 0 0 0,-1 1 0 0 0,0 0 0 0 0,1 0 0 0 0,-1 0 0 0 0,-5 0 0 0 0,5 1-241 0 0,1 1 0 0 0,-1-1 1 0 0,1 1-1 0 0,-1 0 0 0 0,1 0 0 0 0,0 0 1 0 0,0 0-1 0 0,-1 1 0 0 0,1-1 1 0 0,0 1-1 0 0,0 0 0 0 0,0 0 0 0 0,1 0 1 0 0,-1 0-1 0 0,0 0 0 0 0,1 1 1 0 0,-1-1-1 0 0,1 1 0 0 0,0 0 0 0 0,0 0 1 0 0,0 0-1 0 0,-2 3 0 0 0,-3 9-56 0 0,0-1 0 0 0,1 1 1 0 0,0 0-1 0 0,2 1 0 0 0,-1-1 0 0 0,2 1 0 0 0,0 0 0 0 0,-1 29 0 0 0,3-15-108 0 0,1 0 0 0 0,2-1-1 0 0,10 55 1 0 0,-10-74-11 0 0,0 0 0 0 0,1-1 0 0 0,0 0 0 0 0,1 0 1 0 0,0 0-1 0 0,1 0 0 0 0,0-1 0 0 0,0 1 0 0 0,1-1 1 0 0,0 0-1 0 0,0-1 0 0 0,1 0 0 0 0,0 0 0 0 0,8 7 1 0 0,-11-11-45 0 0,1 0 0 0 0,0 0 0 0 0,-1 0 1 0 0,1 0-1 0 0,1-1 0 0 0,-1 0 0 0 0,0 0 1 0 0,1 0-1 0 0,-1-1 0 0 0,1 1 1 0 0,-1-1-1 0 0,1-1 0 0 0,-1 1 0 0 0,1-1 1 0 0,0 0-1 0 0,-1 0 0 0 0,1-1 1 0 0,0 1-1 0 0,-1-1 0 0 0,1 0 0 0 0,-1-1 1 0 0,1 0-1 0 0,-1 0 0 0 0,0 0 0 0 0,8-4 1 0 0,-4 1 27 0 0,-2-1 1 0 0,1 0 0 0 0,0 0-1 0 0,-1 0 1 0 0,0-1-1 0 0,-1 0 1 0 0,1 0 0 0 0,-1-1-1 0 0,-1 1 1 0 0,1-2-1 0 0,-1 1 1 0 0,-1 0 0 0 0,1-1-1 0 0,-2 0 1 0 0,1 0 0 0 0,-1 0-1 0 0,-1 0 1 0 0,1-1-1 0 0,-1 1 1 0 0,-1-1 0 0 0,0 1-1 0 0,-1-1 1 0 0,0-12 0 0 0,0 7 135 0 0,-1 1 1 0 0,0 0-1 0 0,-1 0 1 0 0,-1 0-1 0 0,0 0 1 0 0,-1 0-1 0 0,-1 0 1 0 0,0 1-1 0 0,-1 0 1 0 0,0 0-1 0 0,-1 0 1 0 0,0 1-1 0 0,-1 0 1 0 0,0 1-1 0 0,-13-14 1 0 0,16 20-74 0 0,-1 0 0 0 0,-1 0 0 0 0,1 1 0 0 0,0 0 0 0 0,-1 0 0 0 0,0 0 0 0 0,0 1 1 0 0,0 0-1 0 0,0 1 0 0 0,-11-3 0 0 0,14 3-280 0 0,-1 2 1 0 0,1-1-1 0 0,-1 0 1 0 0,1 1-1 0 0,-1 0 1 0 0,1 0-1 0 0,-1 0 0 0 0,1 0 1 0 0,-1 1-1 0 0,1 0 1 0 0,-1 0-1 0 0,1 0 1 0 0,0 0-1 0 0,-1 1 1 0 0,1-1-1 0 0,0 1 0 0 0,0 0 1 0 0,-7 5-1 0 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2.8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6913 0 0,'-2'0'9092'0'0,"-2"19"-7088"0"0,-3 28-1697 0 0,0 35 298 0 0,2-31-956 0 0,2 0-1 0 0,2 0 1 0 0,11 96 0 0 0,-10-146 206 0 0,0 1-136 0 0,0 0-1 0 0,0-1 1 0 0,1 1-1 0 0,-1 0 1 0 0,1 0-1 0 0,-1 0 1 0 0,1 0 0 0 0,0 0-1 0 0,0-1 1 0 0,0 1-1 0 0,0 0 1 0 0,0 0-1 0 0,2 1 1 0 0,2-2-1067 0 0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4145 0 0,'1'-16'-41'0'0,"5"-51"1267"0"0,-5 63-855 0 0,0 0-1 0 0,0 0 1 0 0,0 0-1 0 0,1 0 1 0 0,-1 0-1 0 0,1 0 1 0 0,0 1-1 0 0,0-1 1 0 0,0 0-1 0 0,0 1 1 0 0,1 0-1 0 0,-1 0 0 0 0,5-5 1 0 0,-5 8-202 0 0,-1-1 0 0 0,0 1 0 0 0,0-1 0 0 0,0 1 0 0 0,0-1 0 0 0,1 1-1 0 0,-1 0 1 0 0,0 0 0 0 0,0 0 0 0 0,1 0 0 0 0,-1 0 0 0 0,0 0 0 0 0,1 0 0 0 0,-1 0 0 0 0,0 0 0 0 0,0 0 0 0 0,1 1 0 0 0,-1-1 0 0 0,0 1 0 0 0,0-1 0 0 0,0 1 0 0 0,0-1 0 0 0,1 1-1 0 0,-1-1 1 0 0,0 1 0 0 0,0 0 0 0 0,0 0 0 0 0,0 0 0 0 0,-1 0 0 0 0,1-1 0 0 0,0 1 0 0 0,1 2 0 0 0,31 37 1873 0 0,-27-32-1671 0 0,44 61 1212 0 0,106 127 30 0 0,-154-193-1623 0 0,1 0 1 0 0,0 0-1 0 0,0-1 0 0 0,1 1 1 0 0,-1-1-1 0 0,0 1 1 0 0,1-1-1 0 0,0 0 1 0 0,4 1-1 0 0,-7-2 16 0 0,0-1 0 0 0,0 0 0 0 0,0 0 0 0 0,0 0 0 0 0,0 0 0 0 0,0 0 1 0 0,0 0-1 0 0,0 0 0 0 0,0 0 0 0 0,1 0 0 0 0,-1-1 0 0 0,0 1 0 0 0,-1 0 0 0 0,1-1 0 0 0,0 1 0 0 0,0-1 0 0 0,0 1 1 0 0,0-1-1 0 0,0 1 0 0 0,0-1 0 0 0,0 1 0 0 0,-1-1 0 0 0,1 0 0 0 0,0 0 0 0 0,0 1 0 0 0,-1-1 0 0 0,1 0 0 0 0,-1 0 1 0 0,1 0-1 0 0,-1 0 0 0 0,1 0 0 0 0,-1 0 0 0 0,1 0 0 0 0,-1 0 0 0 0,0 0 0 0 0,1 0 0 0 0,-1 0 0 0 0,0 0 0 0 0,0 0 1 0 0,0 0-1 0 0,0-1 0 0 0,3-21 134 0 0,0 1 0 0 0,-2-1 0 0 0,-1 1 0 0 0,-4-43 0 0 0,0-13 96 0 0,3 31-630 0 0,6-103-5956 0 0,-2 128-557 0 0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1827 30 2304 0 0,'-18'-30'18736'0'0,"18"44"-18493"0"0,11 138 460 0 0,7-1 1 0 0,37 153-1 0 0,-39-239-691 0 0,9 102 0 0 0,-22-135-17 0 0,-2 0 1 0 0,-1 1-1 0 0,-2-1 0 0 0,-1 1 1 0 0,-9 39-1 0 0,11-68 3 0 0,0 0-1 0 0,-1 1 1 0 0,1-1 0 0 0,-1 0 0 0 0,0 0-1 0 0,0 0 1 0 0,0 0 0 0 0,-1-1 0 0 0,1 1-1 0 0,-1-1 1 0 0,0 1 0 0 0,0-1 0 0 0,0 0-1 0 0,0 0 1 0 0,-1 0 0 0 0,1 0 0 0 0,-1-1-1 0 0,0 1 1 0 0,1-1 0 0 0,-1 0-1 0 0,0 0 1 0 0,0-1 0 0 0,-1 1 0 0 0,-4 0-1 0 0,-10 2-27 0 0,1-1 0 0 0,0-1-1 0 0,0-1 1 0 0,-31-2 0 0 0,6 1 123 0 0,-359 25-79 0 0,88-2-21 0 0,-2-26-72 0 0,-186-44-3455 0 0,478 45 2401 0 0,0-1 0 0 0,0-2-1 0 0,-25-7 1 0 0,25 3-4480 0 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3.9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6449 0 0,'-1'-2'560'0'0,"1"0"0"0"0,0 0-1 0 0,-1 1 1 0 0,8-19 7728 0 0,-7 21-8221 0 0,6 16 1006 0 0,71 355 2357 0 0,-17-78-3091 0 0,-38-182-408 0 0,17 75-376 0 0,-28-148-1245 0 0,17 41 0 0 0,-21-64 283 0 0,-1-3-174 0 0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1 311 656 0 0,'0'-1'27'0'0,"0"-1"1"0"0,0 1-1 0 0,-1-1 0 0 0,1 1 0 0 0,0 0 1 0 0,0-1-1 0 0,0 1 0 0 0,1-1 0 0 0,-1 1 0 0 0,0-1 1 0 0,1 1-1 0 0,-1 0 0 0 0,0-1 0 0 0,1 1 1 0 0,0 0-1 0 0,-1-1 0 0 0,1 1 0 0 0,0 0 0 0 0,-1 0 1 0 0,1-1-1 0 0,0 1 0 0 0,0 0 0 0 0,0 0 1 0 0,0 0-1 0 0,0 0 0 0 0,0 0 0 0 0,1 1 1 0 0,-1-1-1 0 0,0 0 0 0 0,0 0 0 0 0,1 1 0 0 0,-1-1 1 0 0,2 0-1 0 0,50-23 1337 0 0,-52 24-1331 0 0,47-14 2039 0 0,0 2 0 0 0,1 3 0 0 0,90-7 0 0 0,-62 9-520 0 0,206-17 1378 0 0,-32 4-2159 0 0,34 0-308 0 0,13-1 392 0 0,-239 15-668 0 0,165-23 1020 0 0,-179 21-1532 0 0,-2-2 0 0 0,1-2 0 0 0,41-19 0 0 0,-66 23-6101 0 0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4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48 6417 0 0,'-1'-1'165'0'0,"0"0"0"0"0,0-1 0 0 0,1 1 0 0 0,-1-1 0 0 0,0 1 0 0 0,1-1 0 0 0,-1 1 0 0 0,1-1 0 0 0,-1 1 0 0 0,1-1 0 0 0,-1 0-1 0 0,1 1 1 0 0,0-3 0 0 0,0 3 151 0 0,-1 0-1 0 0,1 0 1 0 0,0 0-1 0 0,0-1 0 0 0,0 1 1 0 0,0 0-1 0 0,0 0 1 0 0,0 0-1 0 0,0 0 1 0 0,0 0-1 0 0,1 0 1 0 0,-1-1-1 0 0,0 1 0 0 0,1 0 1 0 0,-1 0-1 0 0,1 0 1 0 0,-1 0-1 0 0,1 0 1 0 0,-1 0-1 0 0,1 0 1 0 0,1-1-1 0 0,-2 2-179 0 0,1 1-1 0 0,0-1 1 0 0,-1 0-1 0 0,1 0 1 0 0,-1 1 0 0 0,1-1-1 0 0,0 0 1 0 0,-1 1-1 0 0,1-1 1 0 0,-1 0 0 0 0,1 1-1 0 0,-1-1 1 0 0,1 1 0 0 0,-1-1-1 0 0,1 1 1 0 0,-1-1-1 0 0,1 1 1 0 0,-1 0 0 0 0,0-1-1 0 0,1 1 1 0 0,-1-1-1 0 0,0 1 1 0 0,0 0 0 0 0,1-1-1 0 0,-1 2 1 0 0,8 18 446 0 0,-8-20-516 0 0,46 135 1661 0 0,44 118-2076 0 0,-89-252 113 0 0,7 20-1626 0 0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1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13 136 5065 0 0,'-1'-1'102'0'0,"0"1"1"0"0,0-1-1 0 0,0 0 1 0 0,0 0-1 0 0,0 1 0 0 0,1-1 1 0 0,-1 0-1 0 0,0 0 0 0 0,1 0 1 0 0,-1 0-1 0 0,0 0 1 0 0,1 0-1 0 0,-1 0 0 0 0,1 0 1 0 0,0 0-1 0 0,-1-1 0 0 0,1 1 1 0 0,0 0-1 0 0,0 0 1 0 0,0 0-1 0 0,0 0 0 0 0,0 0 1 0 0,0-1-1 0 0,0 1 0 0 0,0 0 1 0 0,0 0-1 0 0,0 0 0 0 0,1 0 1 0 0,-1 0-1 0 0,0-1 1 0 0,1 1-1 0 0,-1 0 0 0 0,1 0 1 0 0,-1 0-1 0 0,1 0 0 0 0,0 0 1 0 0,1-1-1 0 0,0-2-23 0 0,1-1 0 0 0,0 1 0 0 0,0 0 0 0 0,0 0-1 0 0,0 0 1 0 0,1 0 0 0 0,6-4 0 0 0,4-1 353 0 0,1 1 0 0 0,0 1 0 0 0,1 0 0 0 0,0 1 0 0 0,0 1 0 0 0,0 1 0 0 0,0 0 0 0 0,1 1 0 0 0,-1 0 0 0 0,1 2 0 0 0,0 0 0 0 0,0 1 0 0 0,0 0 0 0 0,30 6 0 0 0,-44-6-416 0 0,0 0 1 0 0,0 1-1 0 0,0 0 0 0 0,0-1 1 0 0,0 1-1 0 0,0 0 0 0 0,0 1 0 0 0,-1-1 1 0 0,1 0-1 0 0,0 1 0 0 0,-1 0 1 0 0,1-1-1 0 0,-1 1 0 0 0,1 0 1 0 0,-1 0-1 0 0,0 1 0 0 0,0-1 0 0 0,0 0 1 0 0,0 1-1 0 0,0-1 0 0 0,0 1 1 0 0,-1 0-1 0 0,1-1 0 0 0,-1 1 1 0 0,0 0-1 0 0,0 0 0 0 0,0 0 0 0 0,0 0 1 0 0,0 0-1 0 0,-1 0 0 0 0,0 0 1 0 0,1 0-1 0 0,-1 0 0 0 0,0 0 1 0 0,0 0-1 0 0,-1 0 0 0 0,1 1 0 0 0,-1-1 1 0 0,0 3-1 0 0,-2 4 36 0 0,0-1 1 0 0,0 0-1 0 0,-1 0 0 0 0,0 0 0 0 0,-1-1 1 0 0,0 1-1 0 0,0-1 0 0 0,-1 0 0 0 0,0-1 1 0 0,0 1-1 0 0,-11 9 0 0 0,-1-2 150 0 0,-1-2 0 0 0,0 1 0 0 0,-1-2 0 0 0,0-1 0 0 0,-25 10 0 0 0,23-12-936 0 0,0-1 0 0 0,-38 8-1 0 0,36-13-2459 0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4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5529 0 0,'19'-13'6963'0'0,"-18"13"-6811"0"0,-1 1 0 0 0,0-1 0 0 0,1 1 0 0 0,-1-1 0 0 0,0 0 0 0 0,0 1 0 0 0,0-1 0 0 0,0 1 0 0 0,1-1 0 0 0,-1 1 0 0 0,0-1 0 0 0,0 0-1 0 0,0 1 1 0 0,0-1 0 0 0,0 1 0 0 0,0-1 0 0 0,0 1 0 0 0,0-1 0 0 0,0 1 0 0 0,0-1 0 0 0,0 0 0 0 0,-1 1 0 0 0,1-1 0 0 0,0 1-1 0 0,0-1 1 0 0,0 0 0 0 0,-1 1 0 0 0,-6 67 2923 0 0,2-30-2224 0 0,0 51 0 0 0,5-78-1060 0 0,1 0 0 0 0,0 0 0 0 0,0 0 0 0 0,1 0 0 0 0,1-1-1 0 0,0 1 1 0 0,0-1 0 0 0,1 0 0 0 0,7 14 0 0 0,-10-22-158 0 0,0 0 0 0 0,1 0 1 0 0,-1 0-1 0 0,1 0 0 0 0,-1 0 0 0 0,1 0 0 0 0,0-1 0 0 0,0 1 0 0 0,0-1 1 0 0,0 1-1 0 0,3 1 0 0 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5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0 150 3225 0 0,'1'-3'-179'0'0,"7"-37"4236"0"0,-8 38-3845 0 0,0 1 0 0 0,0 0 0 0 0,1 0 0 0 0,-1 0 0 0 0,1 0 0 0 0,-1 0 1 0 0,1 0-1 0 0,-1 0 0 0 0,1 0 0 0 0,-1 0 0 0 0,1 0 0 0 0,0 0 0 0 0,-1 0 0 0 0,1 0 0 0 0,0 0 0 0 0,0 1 0 0 0,0-1 0 0 0,0 0 1 0 0,0 1-1 0 0,0-1 0 0 0,0 0 0 0 0,0 1 0 0 0,0-1 0 0 0,0 1 0 0 0,0 0 0 0 0,0-1 0 0 0,0 1 0 0 0,0 0 0 0 0,0 0 1 0 0,3-1-1 0 0,-3 2-83 0 0,0 0 1 0 0,1-1-1 0 0,-1 1 0 0 0,1 0 1 0 0,-1 0-1 0 0,0 0 1 0 0,1 0-1 0 0,-1 0 1 0 0,0 0-1 0 0,0 0 1 0 0,0 0-1 0 0,0 0 1 0 0,0 1-1 0 0,0-1 1 0 0,0 0-1 0 0,1 3 1 0 0,13 28 967 0 0,-11-22-693 0 0,0-2-335 0 0,8 19 838 0 0,30 48 0 0 0,-38-69-809 0 0,0 0 0 0 0,1 0 0 0 0,-1 0 1 0 0,1-1-1 0 0,0 1 0 0 0,1-2 0 0 0,-1 1 0 0 0,1 0 0 0 0,0-1 0 0 0,0 0 0 0 0,1 0 0 0 0,-1-1 0 0 0,10 4 0 0 0,-15-7-113 0 0,1 0-1 0 0,-1 1 1 0 0,1-1-1 0 0,-1 0 0 0 0,1 0 1 0 0,0 0-1 0 0,-1 0 1 0 0,1 0-1 0 0,-1 0 0 0 0,1 0 1 0 0,-1-1-1 0 0,1 1 1 0 0,0-1-1 0 0,-1 1 0 0 0,1-1 1 0 0,-1 1-1 0 0,0-1 1 0 0,1 0-1 0 0,-1 0 0 0 0,1 0 1 0 0,-1 0-1 0 0,0 0 1 0 0,0 0-1 0 0,0 0 0 0 0,0 0 1 0 0,0 0-1 0 0,0 0 1 0 0,0-1-1 0 0,0 1 0 0 0,0 0 1 0 0,0-1-1 0 0,0 1 1 0 0,-1-1-1 0 0,1 1 0 0 0,0-3 1 0 0,3-8-183 0 0,-1 1 0 0 0,0-1 0 0 0,2-21 0 0 0,-3 19 119 0 0,20-93-184 0 0,-19 96 344 0 0,1-1 1 0 0,0 1-1 0 0,0 0 0 0 0,1 1 0 0 0,0-1 0 0 0,1 1 1 0 0,8-11-1 0 0,-13 20-32 0 0,0 0 1 0 0,0 0-1 0 0,-1 0 1 0 0,1 0-1 0 0,0 0 1 0 0,0 0 0 0 0,0 1-1 0 0,0-1 1 0 0,0 0-1 0 0,0 1 1 0 0,0-1-1 0 0,1 1 1 0 0,-1-1-1 0 0,0 1 1 0 0,0-1-1 0 0,0 1 1 0 0,0 0-1 0 0,1 0 1 0 0,-1-1-1 0 0,0 1 1 0 0,0 0-1 0 0,1 0 1 0 0,-1 0-1 0 0,0 1 1 0 0,0-1-1 0 0,1 0 1 0 0,-1 0-1 0 0,0 1 1 0 0,0-1 0 0 0,0 0-1 0 0,0 1 1 0 0,1-1-1 0 0,-1 1 1 0 0,0 0-1 0 0,0-1 1 0 0,0 1-1 0 0,0 0 1 0 0,0 0-1 0 0,0-1 1 0 0,-1 1-1 0 0,1 0 1 0 0,0 0-1 0 0,0 0 1 0 0,1 2-1 0 0,5 6 231 0 0,0 1 0 0 0,-1 0 0 0 0,10 19 0 0 0,-10-18-367 0 0,6 12-96 0 0,1-1 0 0 0,0 0 0 0 0,2-1 1 0 0,0-1-1 0 0,33 33 0 0 0,-33-41-816 0 0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41 6849 0 0,'0'-1'71'0'0,"0"1"-1"0"0,0-1 1 0 0,0 1-1 0 0,0-1 1 0 0,0 1-1 0 0,0-1 0 0 0,0 1 1 0 0,0-1-1 0 0,0 1 1 0 0,-1 0-1 0 0,1-1 0 0 0,0 1 1 0 0,0-1-1 0 0,0 1 1 0 0,-1-1-1 0 0,1 1 0 0 0,0 0 1 0 0,-1-1-1 0 0,1 1 1 0 0,0 0-1 0 0,-1-1 1 0 0,1 1-1 0 0,-1 0 0 0 0,1-1 1 0 0,0 1-1 0 0,-1 0 1 0 0,1 0-1 0 0,-1-1 0 0 0,1 1 1 0 0,-1 0-1 0 0,1 0 1 0 0,-1 0-1 0 0,1 0 0 0 0,-1 0 1 0 0,1 0-1 0 0,-2 0 1 0 0,-15 13 2737 0 0,-9 29-173 0 0,22-30-2381 0 0,1 0-1 0 0,0 0 1 0 0,1 0 0 0 0,0 0-1 0 0,0 0 1 0 0,2 1 0 0 0,-1-1-1 0 0,2 0 1 0 0,-1 1 0 0 0,2-1 0 0 0,4 21-1 0 0,-4-27-144 0 0,-1 0 0 0 0,1-1 0 0 0,0 1-1 0 0,1-1 1 0 0,0 0 0 0 0,-1 1 0 0 0,2-1 0 0 0,-1-1-1 0 0,0 1 1 0 0,1 0 0 0 0,8 7 0 0 0,-9-10-40 0 0,1 1 0 0 0,-1-1 1 0 0,1 0-1 0 0,0 0 0 0 0,0 0 1 0 0,-1-1-1 0 0,1 1 0 0 0,1-1 1 0 0,-1 0-1 0 0,0 0 0 0 0,0 0 0 0 0,0-1 1 0 0,0 1-1 0 0,1-1 0 0 0,-1 0 1 0 0,0 0-1 0 0,0-1 0 0 0,5 0 0 0 0,-4 1-25 0 0,0-1-1 0 0,0 0 1 0 0,-1 0-1 0 0,1-1 1 0 0,0 1-1 0 0,-1-1 1 0 0,1 0-1 0 0,-1 0 1 0 0,0-1-1 0 0,1 1 1 0 0,-1-1-1 0 0,0 0 1 0 0,-1 0-1 0 0,1 0 1 0 0,0 0 0 0 0,-1-1-1 0 0,0 0 1 0 0,0 1-1 0 0,0-1 1 0 0,0 0-1 0 0,-1 0 1 0 0,1-1-1 0 0,-1 1 1 0 0,0-1-1 0 0,0 1 1 0 0,-1-1-1 0 0,0 1 1 0 0,1-1-1 0 0,-1 0 1 0 0,-1 0-1 0 0,1 0 1 0 0,-1 0-1 0 0,0 1 1 0 0,0-7-1 0 0,-1 1 13 0 0,0 0-1 0 0,0 0 0 0 0,-1-1 1 0 0,0 1-1 0 0,-1 1 1 0 0,0-1-1 0 0,-1 0 1 0 0,0 1-1 0 0,0 0 1 0 0,-1-1-1 0 0,0 2 0 0 0,-1-1 1 0 0,0 1-1 0 0,0 0 1 0 0,-11-11-1 0 0,7 10-35 0 0,0 1 0 0 0,-1 0 0 0 0,-20-12 0 0 0,28 18-99 0 0,0 1 0 0 0,0-1 0 0 0,1 1 0 0 0,-1 0 0 0 0,-1-1 0 0 0,1 1 0 0 0,0 1 0 0 0,0-1 0 0 0,0 0 0 0 0,0 1 0 0 0,-1 0 0 0 0,1-1 0 0 0,0 1 0 0 0,0 1 0 0 0,-1-1 0 0 0,1 0 0 0 0,0 1 0 0 0,0 0 0 0 0,0-1 0 0 0,-6 4 0 0 0,-2 9-3572 0 0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36.6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149 53 2761 0 0,'1'-2'364'0'0,"-1"1"-1"0"0,1-1 1 0 0,-1 0 0 0 0,0 0 0 0 0,0 0 0 0 0,0 0 0 0 0,0 0 0 0 0,0 0 0 0 0,0 0 0 0 0,0 0 0 0 0,-1 0 0 0 0,1 0-1 0 0,-1 0 1 0 0,1 0 0 0 0,-1 1 0 0 0,0-1 0 0 0,0 0 0 0 0,0 0 0 0 0,0 1 0 0 0,0-1 0 0 0,0 0 0 0 0,0 1 0 0 0,-1-1-1 0 0,-2-1 1 0 0,3 2-174 0 0,0 0-1 0 0,0 1 0 0 0,-1-1 1 0 0,1 0-1 0 0,0 1 1 0 0,-1 0-1 0 0,1-1 0 0 0,0 1 1 0 0,-1 0-1 0 0,1-1 1 0 0,-1 1-1 0 0,1 0 0 0 0,0 0 1 0 0,-1 0-1 0 0,1 1 0 0 0,-1-1 1 0 0,1 0-1 0 0,0 0 1 0 0,-1 1-1 0 0,1-1 0 0 0,0 1 1 0 0,-1-1-1 0 0,1 1 0 0 0,0-1 1 0 0,-1 1-1 0 0,1 0 1 0 0,0 0-1 0 0,0 0 0 0 0,0 0 1 0 0,0-1-1 0 0,0 1 0 0 0,0 1 1 0 0,0-1-1 0 0,-1 2 1 0 0,-9 9 35 0 0,1 2 1 0 0,1 0 0 0 0,0 0-1 0 0,0 0 1 0 0,2 1-1 0 0,0 0 1 0 0,-10 32 0 0 0,14-39-153 0 0,1-1 0 0 0,1 1 1 0 0,-1 0-1 0 0,1-1 0 0 0,0 1 1 0 0,1 0-1 0 0,0 0 0 0 0,0 0 1 0 0,1-1-1 0 0,0 1 0 0 0,0 0 0 0 0,1 0 1 0 0,0-1-1 0 0,0 1 0 0 0,0-1 1 0 0,1 0-1 0 0,1 1 0 0 0,7 12 1 0 0,-2-10-103 0 0,1 0 0 0 0,0-1 0 0 0,1 1 0 0 0,0-2 0 0 0,0 0 0 0 0,1 0 0 0 0,0-1 1 0 0,20 8-1 0 0,-18-8-6 0 0,0 0 1 0 0,-1 0-1 0 0,-1 1 1 0 0,1 1-1 0 0,-1 0 1 0 0,20 19-1 0 0,-31-26 39 0 0,0-1 0 0 0,0 0-1 0 0,0 0 1 0 0,0 1 0 0 0,0-1 0 0 0,-1 0-1 0 0,1 1 1 0 0,0-1 0 0 0,-1 1 0 0 0,1-1-1 0 0,-1 1 1 0 0,1-1 0 0 0,-1 1 0 0 0,0 0-1 0 0,1-1 1 0 0,-1 1 0 0 0,0 0-1 0 0,0-1 1 0 0,0 1 0 0 0,-1-1 0 0 0,1 1-1 0 0,0 0 1 0 0,-1 1 0 0 0,0 0 36 0 0,-1 0 0 0 0,1-1 0 0 0,-1 1 0 0 0,0 0 0 0 0,0-1 0 0 0,0 1 0 0 0,0-1 0 0 0,0 0 0 0 0,0 1 0 0 0,0-1 0 0 0,-4 2 0 0 0,-4 2 152 0 0,1 0 0 0 0,-1 0 0 0 0,0-1 0 0 0,-1-1 0 0 0,-18 7 0 0 0,17-8-241 0 0,0-1 1 0 0,0 0-1 0 0,0-1 1 0 0,0 0-1 0 0,0-1 0 0 0,-13-1 1 0 0,8-1-488 0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2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163 160 3225 0 0,'0'-1'107'0'0,"0"-1"0"0"0,0 1 1 0 0,0 0-1 0 0,0 0 0 0 0,-1-1 1 0 0,1 1-1 0 0,0 0 1 0 0,-1-1-1 0 0,1 1 0 0 0,-1 0 1 0 0,1 0-1 0 0,-1-1 0 0 0,0 1 1 0 0,1 0-1 0 0,-1 0 0 0 0,0 0 1 0 0,0 0-1 0 0,0 0 1 0 0,0 0-1 0 0,0 0 0 0 0,0 0 1 0 0,0 1-1 0 0,0-1 0 0 0,0 0 1 0 0,0 1-1 0 0,-1-1 0 0 0,1 0 1 0 0,0 1-1 0 0,0 0 1 0 0,-1-1-1 0 0,1 1 0 0 0,0 0 1 0 0,0-1-1 0 0,-1 1 0 0 0,1 0 1 0 0,0 0-1 0 0,-1 0 0 0 0,1 0 1 0 0,-3 1-1 0 0,0-1 97 0 0,1 0-1 0 0,-1 1 1 0 0,0 0-1 0 0,0 0 1 0 0,0 0-1 0 0,1 0 1 0 0,-1 0-1 0 0,0 1 1 0 0,1 0-1 0 0,-1-1 1 0 0,1 1-1 0 0,-5 4 1 0 0,0 2 19 0 0,1 1 0 0 0,1-1 0 0 0,-1 1 0 0 0,2 0 0 0 0,-1 1 1 0 0,1-1-1 0 0,1 1 0 0 0,-1 0 0 0 0,2 0 0 0 0,-1 0 0 0 0,-2 19 0 0 0,3-13-163 0 0,1 0 0 0 0,0 0 1 0 0,1 0-1 0 0,1-1 0 0 0,1 1 0 0 0,0 0 0 0 0,5 22 0 0 0,-5-32-52 0 0,0 0-1 0 0,1-1 1 0 0,0 1 0 0 0,0 0 0 0 0,1-1-1 0 0,-1 1 1 0 0,1-1 0 0 0,0 0 0 0 0,0 0 0 0 0,1 0-1 0 0,0 0 1 0 0,0-1 0 0 0,0 1 0 0 0,0-1-1 0 0,1 0 1 0 0,-1 0 0 0 0,1-1 0 0 0,0 1 0 0 0,0-1-1 0 0,1 0 1 0 0,-1-1 0 0 0,1 1 0 0 0,-1-1-1 0 0,1 0 1 0 0,10 2 0 0 0,-7-3 6 0 0,1 0 0 0 0,-1 0 0 0 0,0-1 0 0 0,1 0 0 0 0,-1-1 0 0 0,0 0 1 0 0,0-1-1 0 0,0 0 0 0 0,1 0 0 0 0,-2-1 0 0 0,1 0 0 0 0,0 0 0 0 0,-1-1 0 0 0,1 0 0 0 0,-1-1 0 0 0,8-5 0 0 0,-8 3 104 0 0,0 1-1 0 0,-1-1 0 0 0,0 0 0 0 0,0 0 1 0 0,0-1-1 0 0,-1 0 0 0 0,0 0 0 0 0,-1-1 1 0 0,0 1-1 0 0,0-1 0 0 0,-1 0 0 0 0,0-1 1 0 0,-1 1-1 0 0,0-1 0 0 0,0 0 0 0 0,-1 1 1 0 0,0-1-1 0 0,-1 0 0 0 0,0 0 0 0 0,0 0 1 0 0,-1 0-1 0 0,-1 0 0 0 0,0 0 0 0 0,-2-12 1 0 0,0 4 35 0 0,-1 0 1 0 0,-1 0-1 0 0,0 1 1 0 0,-1-1-1 0 0,-1 1 0 0 0,-1 1 1 0 0,-1-1-1 0 0,0 2 1 0 0,0-1-1 0 0,-2 1 1 0 0,0 1-1 0 0,-20-21 1 0 0,-4 9-330 0 0,33 24-14 0 0,0 1 0 0 0,0 0 0 0 0,0 0 0 0 0,0 0 0 0 0,-1 0 0 0 0,1 1 0 0 0,0-1 0 0 0,-1 0 0 0 0,1 1-1 0 0,-1 0 1 0 0,1 0 0 0 0,0 0 0 0 0,-1 0 0 0 0,1 0 0 0 0,-5 0 0 0 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46 2761 0 0,'12'-12'-128'0'0,"10"-11"2195"0"0,-21 22-1646 0 0,0 0-1 0 0,0 0 0 0 0,0 1 0 0 0,0-1 1 0 0,0 0-1 0 0,1 0 0 0 0,-1 1 1 0 0,0-1-1 0 0,0 0 0 0 0,0 1 1 0 0,1-1-1 0 0,-1 1 0 0 0,0 0 1 0 0,1-1-1 0 0,1 1 0 0 0,-2 0-221 0 0,0 1 1 0 0,0 0-1 0 0,0-1 0 0 0,0 1 0 0 0,0 0 0 0 0,0-1 1 0 0,-1 1-1 0 0,1 0 0 0 0,0 0 0 0 0,-1 0 1 0 0,1 0-1 0 0,0 0 0 0 0,-1-1 0 0 0,1 1 1 0 0,-1 0-1 0 0,0 0 0 0 0,1 0 0 0 0,-1 1 0 0 0,0-1 1 0 0,1 0-1 0 0,-1 1 0 0 0,5 30 1107 0 0,-4-26-995 0 0,10 147 2117 0 0,-1-6-1660 0 0,-6-123-1368 0 0,0-1 1 0 0,1 0 0 0 0,2 0-1 0 0,12 30 1 0 0,-12-38-1438 0 0,-1-1-3748 0 0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7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0 183 9218 0 0,'0'-4'122'0'0,"0"0"-1"0"0,1 0 1 0 0,0-1-1 0 0,-1 1 1 0 0,1 0 0 0 0,1 0-1 0 0,-1 0 1 0 0,0 0 0 0 0,1 0-1 0 0,0 1 1 0 0,0-1-1 0 0,0 0 1 0 0,1 1 0 0 0,-1 0-1 0 0,1-1 1 0 0,-1 1-1 0 0,1 0 1 0 0,0 0 0 0 0,6-4-1 0 0,9-8 266 0 0,0 1 0 0 0,24-13-1 0 0,-38 24-369 0 0,9-5-97 0 0,0 1 0 0 0,1 0 0 0 0,22-9 0 0 0,-30 15-246 0 0,-1-1 1 0 0,0 1 0 0 0,0 0-1 0 0,0 0 1 0 0,0 0 0 0 0,1 1 0 0 0,-1 0-1 0 0,0 0 1 0 0,1 0 0 0 0,-1 1-1 0 0,0-1 1 0 0,0 1 0 0 0,10 3-1 0 0,0 3-1049 0 0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6.9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5065 0 0,'35'-24'4601'0'0,"3"-1"-4304"0"0,109-87-2029 0 0,-128 97 1719 0 0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16 6449 0 0,'-16'-9'138'0'0,"-8"2"4789"0"0,23 7-4769 0 0,0 0 1 0 0,0 0-1 0 0,0 1 1 0 0,0-1-1 0 0,0 0 1 0 0,1 0-1 0 0,-1 1 1 0 0,0-1 0 0 0,0 0-1 0 0,0 1 1 0 0,0-1-1 0 0,0 1 1 0 0,0 0-1 0 0,1-1 1 0 0,-1 1-1 0 0,0-1 1 0 0,0 1 0 0 0,1 0-1 0 0,-1 0 1 0 0,1-1-1 0 0,-1 1 1 0 0,0 0-1 0 0,1 0 1 0 0,0 0-1 0 0,-1 0 1 0 0,1 0 0 0 0,-1 0-1 0 0,1 0 1 0 0,0-1-1 0 0,0 1 1 0 0,0 0-1 0 0,-1 0 1 0 0,1 0 0 0 0,0 0-1 0 0,0 0 1 0 0,0 0-1 0 0,0 0 1 0 0,1 0-1 0 0,-1 1 1 0 0,2 27 193 0 0,1-1 1 0 0,2 0 0 0 0,1 0-1 0 0,1 0 1 0 0,17 42 0 0 0,-10-29-1062 0 0,12 56-1 0 0,-22-75-327 0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0 221 5065 0 0,'1'-8'292'0'0,"0"0"0"0"0,0 1 0 0 0,1-1 0 0 0,0 0 0 0 0,0 1 0 0 0,1 0-1 0 0,0-1 1 0 0,0 1 0 0 0,6-8 0 0 0,1 0 589 0 0,0 1-1 0 0,1 1 1 0 0,14-14-1 0 0,-15 16-384 0 0,1 1 0 0 0,0 1 0 0 0,16-11 0 0 0,-22 17-532 0 0,-1 0 0 0 0,1 1 1 0 0,0 0-1 0 0,-1 0 0 0 0,9-2 0 0 0,-10 3-229 0 0,-1 1-1 0 0,0-1 1 0 0,1 1 0 0 0,-1 0 0 0 0,0 0-1 0 0,1 0 1 0 0,-1 0 0 0 0,0 0-1 0 0,1 1 1 0 0,-1-1 0 0 0,0 1-1 0 0,0 0 1 0 0,3 0 0 0 0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7.4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64 2304 0 0,'-9'20'470'0'0,"9"-20"-377"0"0,0 0 0 0 0,0 1 0 0 0,0-1 0 0 0,0 0-1 0 0,0 1 1 0 0,0-1 0 0 0,0 0 0 0 0,0 0 0 0 0,0 1 0 0 0,0-1 0 0 0,0 0 0 0 0,0 1 0 0 0,0-1 0 0 0,1 0 0 0 0,-1 0 0 0 0,0 0 0 0 0,0 1 0 0 0,1-1 93 0 0,-1 0-93 0 0,0 1 0 0 0,0-1 0 0 0,0 0 0 0 0,1 0 0 0 0,-1 0 0 0 0,0 0 0 0 0,0 0 0 0 0,1 1-1 0 0,-1-1 1 0 0,0 0 0 0 0,1 0 0 0 0,-1 0 0 0 0,0 0 0 0 0,0 0 0 0 0,1 0 0 0 0,-1 0 0 0 0,4 0 528 0 0,0 0-1 0 0,0-1 1 0 0,0 0 0 0 0,0 0-1 0 0,0 0 1 0 0,0 0-1 0 0,-1 0 1 0 0,5-3 0 0 0,88-47 1686 0 0,-64 32-3936 0 0,-13 8-2926 0 0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2186 59 7834 0 0,'1'-4'147'0'0,"18"-32"1796"0"0,-1 17 3294 0 0,-17 19-5163 0 0,-1 0 1 0 0,1 0 0 0 0,-1 0 0 0 0,1 0 0 0 0,-1 0 0 0 0,0 0 0 0 0,1 1 0 0 0,-1-1-1 0 0,1 0 1 0 0,-1 0 0 0 0,1 0 0 0 0,-1 0 0 0 0,0 0 0 0 0,1 1 0 0 0,-1-1-1 0 0,0 0 1 0 0,1 0 0 0 0,-1 1 0 0 0,1-1 0 0 0,-1 0 0 0 0,0 0 0 0 0,0 1 0 0 0,1-1-1 0 0,-1 0 1 0 0,0 1 0 0 0,0-1 0 0 0,1 1 0 0 0,-1-1 0 0 0,0 0 0 0 0,0 1 0 0 0,0-1-1 0 0,1 1 1 0 0,-1-1 0 0 0,0 1 0 0 0,0-1 0 0 0,0 0 0 0 0,0 1 0 0 0,0-1-1 0 0,0 1 1 0 0,5 21 725 0 0,12 237 1458 0 0,-7-55-2154 0 0,11-67-86 0 0,76 263-1 0 0,-82-343-50 0 0,6 16-634 0 0,-3 0 0 0 0,13 127-1 0 0,-30-195 659 0 0,0-1-1 0 0,-1 1 0 0 0,0 0 0 0 0,0-1 0 0 0,0 1 0 0 0,-1 0 0 0 0,0-1 0 0 0,0 1 0 0 0,0 0 0 0 0,0-1 0 0 0,0 0 0 0 0,-1 1 0 0 0,0-1 0 0 0,0 0 1 0 0,0 0-1 0 0,-1 0 0 0 0,1 0 0 0 0,-1 0 0 0 0,0 0 0 0 0,0-1 0 0 0,0 1 0 0 0,-1-1 0 0 0,1 0 0 0 0,-1 0 0 0 0,0 0 0 0 0,0-1 0 0 0,0 1 0 0 0,0-1 1 0 0,0 0-1 0 0,0 0 0 0 0,0 0 0 0 0,-1-1 0 0 0,1 1 0 0 0,-1-1 0 0 0,-5 0 0 0 0,-44 10 112 0 0,-1-4 0 0 0,-1-2 0 0 0,-95-3 0 0 0,-35 3-66 0 0,-341 44-124 0 0,486-45 54 0 0,-353 21 532 0 0,-181-69-576 0 0,520 40-1194 0 0,-75 3 0 0 0,27 2-629 0 0,77-3 1252 0 0,1 0-28 0 0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54 2761 0 0,'-12'-28'813'0'0,"11"27"-668"0"0,1 0 0 0 0,0 0 1 0 0,0 0-1 0 0,0 1 0 0 0,-1-1 1 0 0,1 0-1 0 0,0 0 1 0 0,0 0-1 0 0,0 0 0 0 0,1 0 1 0 0,-1 1-1 0 0,0-1 1 0 0,0 0-1 0 0,0 0 0 0 0,1 0 1 0 0,-1 0-1 0 0,0 1 0 0 0,1-1 1 0 0,-1 0-1 0 0,0 0 1 0 0,1 1-1 0 0,-1-1 0 0 0,1 0 1 0 0,0 1-1 0 0,-1-1 0 0 0,1 0 1 0 0,-1 1-1 0 0,1-1 1 0 0,0 1-1 0 0,-1-1 0 0 0,1 1 1 0 0,1-1-1 0 0,0 1-17 0 0,-1 0 0 0 0,0 0 0 0 0,0 0 0 0 0,0 0 0 0 0,0 0 0 0 0,0 1 0 0 0,0-1 0 0 0,-1 0 0 0 0,1 1 0 0 0,0-1 0 0 0,0 1 0 0 0,0-1 0 0 0,0 1 0 0 0,0-1 0 0 0,0 1 0 0 0,-1 0 0 0 0,1-1 0 0 0,0 1 1 0 0,0 0-1 0 0,-1 0 0 0 0,1-1 0 0 0,-1 1 0 0 0,1 0 0 0 0,-1 0 0 0 0,1 0 0 0 0,-1 0 0 0 0,1 0 0 0 0,-1 0 0 0 0,0 0 0 0 0,1 1 0 0 0,12 35 1280 0 0,-12-35-1210 0 0,12 57 618 0 0,-3 0 1 0 0,-2 1 0 0 0,0 97 0 0 0,-1-20-534 0 0,0-62-366 0 0,3 0 0 0 0,3-1 0 0 0,27 88 0 0 0,-23-113-3303 0 0,28 59 1 0 0,-36-91-1111 0 0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18.7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20 654 3193 0 0,'-2'-4'7'0'0,"-1"-1"0"0"0,1 1 1 0 0,0 0-1 0 0,0 0 0 0 0,0-1 1 0 0,1 1-1 0 0,-1-1 0 0 0,1 0 1 0 0,0 1-1 0 0,0-1 0 0 0,1 0 1 0 0,0 0-1 0 0,0 0 0 0 0,0 1 1 0 0,0-1-1 0 0,1 0 0 0 0,-1 0 1 0 0,1 1-1 0 0,0-1 0 0 0,1 0 1 0 0,-1 1-1 0 0,1-1 0 0 0,0 1 1 0 0,0 0-1 0 0,0-1 0 0 0,1 1 1 0 0,0 0-1 0 0,-1 1 0 0 0,1-1 1 0 0,1 0-1 0 0,-1 1 0 0 0,0-1 1 0 0,1 1-1 0 0,0 0 0 0 0,0 0 1 0 0,0 1-1 0 0,8-5 0 0 0,22-5 820 0 0,0 0-1 0 0,1 3 0 0 0,46-7 0 0 0,18-5 784 0 0,732-149 4731 0 0,-79 21-1835 0 0,-607 105-3458 0 0,-92 26-456 0 0,99-19 1 0 0,-145 36-576 0 0,-1 0-1 0 0,0 0 1 0 0,1 1 0 0 0,-1 0-1 0 0,11 1 1 0 0,2 7-6098 0 0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39 208 1376 0 0,'-8'-19'1431'0'0,"0"-1"0"0"0,1 0-1 0 0,1 0 1 0 0,-3-23 0 0 0,8 25 5045 0 0,6 26-4497 0 0,9 11-1339 0 0,3 9-132 0 0,88 132 610 0 0,-83-130-1096 0 0,2-1 1 0 0,1-1-1 0 0,29 26 0 0 0,-49-50 16 0 0,0 0 0 0 0,0-1-1 0 0,0 1 1 0 0,0-1 0 0 0,0 0 0 0 0,1-1-1 0 0,0 1 1 0 0,-1-1 0 0 0,1 0 0 0 0,9 2-1 0 0,-13-4 17 0 0,0 0-1 0 0,0 0 1 0 0,-1 0 0 0 0,1 0-1 0 0,0 0 1 0 0,0 0 0 0 0,0 0-1 0 0,0 0 1 0 0,-1-1-1 0 0,1 1 1 0 0,0-1 0 0 0,0 1-1 0 0,-1-1 1 0 0,1 0-1 0 0,0 0 1 0 0,-1 0 0 0 0,1 0-1 0 0,-1 0 1 0 0,1 0-1 0 0,-1 0 1 0 0,0 0 0 0 0,1 0-1 0 0,-1-1 1 0 0,0 1-1 0 0,0-1 1 0 0,0 1 0 0 0,0-1-1 0 0,0 1 1 0 0,0-1-1 0 0,0 0 1 0 0,0 1 0 0 0,-1-1-1 0 0,1 0 1 0 0,-1 1 0 0 0,1-1-1 0 0,-1 0 1 0 0,0 0-1 0 0,1-2 1 0 0,5-52 311 0 0,-2 0-1 0 0,-5-71 1 0 0,1-13-359 0 0,0 126 11 0 0,1-6-772 0 0,0 20 659 0 0,-1 0-1 0 0,0-1 1 0 0,1 1-1 0 0,-1 0 0 0 0,1-1 1 0 0,-1 1-1 0 0,1 0 1 0 0,-1 0-1 0 0,1 0 1 0 0,-1-1-1 0 0,0 1 0 0 0,1 0 1 0 0,-1 0-1 0 0,1 0 1 0 0,-1 0-1 0 0,1 0 1 0 0,-1 0-1 0 0,1 0 0 0 0,-1 0 1 0 0,1 0-1 0 0,-1 0 1 0 0,1 0-1 0 0,-1 0 1 0 0,1 0-1 0 0,-1 1 0 0 0,1-1 1 0 0,-1 0-1 0 0,1 0 1 0 0,-1 0-1 0 0,1 1 1 0 0,-1-1-1 0 0,0 0 0 0 0,1 1 1 0 0,-1-1-1 0 0,0 0 1 0 0,1 1-1 0 0,0 0 1 0 0,7 3-1447 0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1 920 0 0,'1'0'590'0'0,"0"0"-250"0"0,0 0 1 0 0,0 0 0 0 0,0 0 0 0 0,0 1 0 0 0,0-1-1 0 0,7 5 3068 0 0,-7-3-3067 0 0,16 25 1048 0 0,-15-25-1248 0 0,11 25 954 0 0,0 1 0 0 0,9 29 0 0 0,-18-43-1199 0 0,0-1 1 0 0,-1 1-1 0 0,-1 0 0 0 0,0-1 0 0 0,0 1 1 0 0,-2 24-1 0 0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4.8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0 115 2385 0 0,'3'-5'150'0'0,"-1"0"1"0"0,1 0 0 0 0,0 0 0 0 0,0 1 0 0 0,1 0 0 0 0,-1-1 0 0 0,1 1 0 0 0,0 1 0 0 0,0-1 0 0 0,0 0 0 0 0,1 1 0 0 0,-1 0 0 0 0,1 0 0 0 0,7-3 0 0 0,8-4 692 0 0,0 1 0 0 0,26-8 1 0 0,-35 13-657 0 0,0 1 0 0 0,0 1 1 0 0,0-1-1 0 0,0 2 0 0 0,1 0 1 0 0,-1 0-1 0 0,1 1 0 0 0,11 1 1 0 0,-20-1-151 0 0,0 1 0 0 0,0-1 0 0 0,0 1 0 0 0,0-1 0 0 0,0 1 1 0 0,-1 0-1 0 0,1 0 0 0 0,0 0 0 0 0,-1 1 0 0 0,1-1 1 0 0,0 1-1 0 0,-1-1 0 0 0,0 1 0 0 0,1 0 0 0 0,-1 0 1 0 0,0 0-1 0 0,0 0 0 0 0,0 0 0 0 0,0 0 0 0 0,-1 1 1 0 0,1-1-1 0 0,0 1 0 0 0,-1-1 0 0 0,0 1 0 0 0,0 0 1 0 0,0-1-1 0 0,0 1 0 0 0,0 0 0 0 0,0 0 0 0 0,-1 0 1 0 0,1 0-1 0 0,-1-1 0 0 0,0 1 0 0 0,0 0 0 0 0,0 6 1 0 0,-1 5 306 0 0,-1 1 0 0 0,-1-1 0 0 0,0 0 0 0 0,-1 0 0 0 0,0 0 0 0 0,-1 0 0 0 0,-1-1 0 0 0,-7 14 0 0 0,-26 37-239 0 0,-4-6-3691 0 0,35-47-632 0 0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2304 0 0,'1'-2'178'0'0,"0"0"-1"0"0,0 0 0 0 0,0 1 0 0 0,0-1 1 0 0,1 1-1 0 0,-1-1 0 0 0,1 1 0 0 0,-1-1 1 0 0,1 1-1 0 0,0 0 0 0 0,-1 0 0 0 0,1 0 1 0 0,0 0-1 0 0,0 0 0 0 0,0 0 0 0 0,0 0 1 0 0,-1 1-1 0 0,1-1 0 0 0,0 1 0 0 0,0-1 1 0 0,0 1-1 0 0,1 0 0 0 0,2 0 0 0 0,-2 1 118 0 0,-1 0 0 0 0,1 0 0 0 0,0 0 0 0 0,-1 0 0 0 0,1 0-1 0 0,-1 1 1 0 0,1-1 0 0 0,-1 1 0 0 0,0 0 0 0 0,0 0 0 0 0,0 0-1 0 0,0 0 1 0 0,0 0 0 0 0,3 4 0 0 0,5 9 370 0 0,0 1 0 0 0,-2 0 0 0 0,0 0-1 0 0,6 18 1 0 0,-13-33-704 0 0,25 76 311 0 0,6 11-3921 0 0,-27-95 1415 0 0,-7-18 2304 0 0,-2 13-137 0 0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4:35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1 132 920 0 0,'1'-5'267'0'0,"1"-1"0"0"0,-1 0 0 0 0,1 1 0 0 0,0 0 1 0 0,1 0-1 0 0,-1-1 0 0 0,1 1 0 0 0,0 1 0 0 0,1-1 0 0 0,-1 0 0 0 0,1 1 0 0 0,0 0 0 0 0,0 0 0 0 0,0 0 0 0 0,0 0 0 0 0,9-5 0 0 0,-4 3 96 0 0,0 0-1 0 0,0 1 1 0 0,0 0 0 0 0,1 0-1 0 0,-1 1 1 0 0,1 0-1 0 0,0 1 1 0 0,16-3-1 0 0,-24 5-323 0 0,1 1-1 0 0,0 0 1 0 0,0-1-1 0 0,-1 1 1 0 0,1 1-1 0 0,0-1 0 0 0,0 0 1 0 0,0 1-1 0 0,-1-1 1 0 0,1 1-1 0 0,0 0 1 0 0,-1 0-1 0 0,1 0 1 0 0,0 0-1 0 0,-1 0 1 0 0,1 1-1 0 0,-1-1 1 0 0,4 4-1 0 0,-2-2 82 0 0,-1 1 0 0 0,-1-1-1 0 0,1 1 1 0 0,0-1 0 0 0,-1 1 0 0 0,0 0-1 0 0,0 0 1 0 0,0 0 0 0 0,0 0 0 0 0,2 9 0 0 0,-2-2 130 0 0,0 1 1 0 0,0-1-1 0 0,-1 0 1 0 0,-1 1-1 0 0,0-1 1 0 0,0 1 0 0 0,-1-1-1 0 0,-4 18 1 0 0,1-14 62 0 0,-2 0 0 0 0,1 1 1 0 0,-2-2-1 0 0,0 1 0 0 0,-1-1 0 0 0,-1 0 1 0 0,0-1-1 0 0,0 0 0 0 0,-23 23 0 0 0,20-24-1717 0 0,-1-1-1 0 0,-24 18 0 0 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0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1376 143 5529 0 0,'-1'-1'106'0'0,"0"0"0"0"0,0 0 0 0 0,1 0 0 0 0,-1 0 0 0 0,0 0 0 0 0,0 0 0 0 0,0 0 0 0 0,0 0 1 0 0,0 0-1 0 0,0 0 0 0 0,0 0 0 0 0,-1 1 0 0 0,1-1 0 0 0,0 0 0 0 0,0 1 0 0 0,-1-1 0 0 0,1 1 0 0 0,0 0 0 0 0,-1-1 0 0 0,1 1 0 0 0,0 0 0 0 0,-1 0 0 0 0,0 0 0 0 0,-2 0 24 0 0,1 0-1 0 0,0 1 0 0 0,0-1 1 0 0,-1 1-1 0 0,1 0 1 0 0,0 0-1 0 0,0 1 0 0 0,0-1 1 0 0,-4 3-1 0 0,-5 3 19 0 0,1 1-1 0 0,1 0 1 0 0,-19 18-1 0 0,-29 40-724 0 0,3 2 0 0 0,-83 136-1 0 0,122-178 474 0 0,-47 79-95 0 0,5 3 1 0 0,-74 193-1 0 0,-46 244 1931 0 0,145-430-1269 0 0,66-195 2497 0 0,53-190-1932 0 0,-21 57-1105 0 0,-15 62-99 0 0,108-288-621 0 0,-68 258 408 0 0,-52 110 274 0 0,30-77 0 0 0,-68 146 110 0 0,1 1 0 0 0,-1 0 1 0 0,1 0-1 0 0,-1 0 0 0 0,1 0 0 0 0,-1-1 0 0 0,1 1 0 0 0,-1 0 1 0 0,0 0-1 0 0,0-1 0 0 0,0 1 0 0 0,0 0 0 0 0,0 0 1 0 0,0-1-1 0 0,0 1 0 0 0,0 0 0 0 0,0-1 0 0 0,-1 1 1 0 0,1-1-1 0 0,-1 1 8 0 0,0 1 0 0 0,1 0-1 0 0,-1 0 1 0 0,0 0 0 0 0,1-1 0 0 0,-1 1 0 0 0,1 0 0 0 0,-1 0-1 0 0,0 0 1 0 0,1 0 0 0 0,-1 0 0 0 0,0 0 0 0 0,1 1 0 0 0,-1-1 0 0 0,0 0-1 0 0,1 0 1 0 0,-1 0 0 0 0,0 0 0 0 0,1 1 0 0 0,-1-1 0 0 0,1 0-1 0 0,-1 1 1 0 0,1-1 0 0 0,-2 1 0 0 0,-5 4 64 0 0,0 0 0 0 0,0 1 0 0 0,1-1 0 0 0,-8 9 1 0 0,-1 5 46 0 0,0 1 0 0 0,2 1 0 0 0,0 0 0 0 0,-17 41 0 0 0,-29 97-365 0 0,50-134 174 0 0,-31 97 228 0 0,5 1 0 0 0,6 2-1 0 0,-16 150 1 0 0,42-241 189 0 0,1 0-1 0 0,5 56 1 0 0,-2-78-252 0 0,0-1 0 0 0,1 1 0 0 0,1-1 0 0 0,0 0 1 0 0,0 1-1 0 0,1-2 0 0 0,1 1 0 0 0,0 0 0 0 0,0-1 0 0 0,1 0 0 0 0,9 14 1 0 0,-12-21-64 0 0,0-1 0 0 0,-1 1 0 0 0,1 0 1 0 0,0-1-1 0 0,0 1 0 0 0,0-1 0 0 0,1 0 1 0 0,-1 0-1 0 0,1 0 0 0 0,-1-1 0 0 0,1 1 1 0 0,-1-1-1 0 0,1 0 0 0 0,0 0 0 0 0,0 0 1 0 0,3 0-1 0 0,0 0 28 0 0,-1-1 0 0 0,1 0 0 0 0,-1-1 0 0 0,0 0 1 0 0,1 0-1 0 0,-1 0 0 0 0,0-1 0 0 0,12-4 0 0 0,4-5 59 0 0,-1 0-1 0 0,0-1 1 0 0,0-1 0 0 0,18-17-1 0 0,6-6-42 0 0,-2-2 1 0 0,-2-2-1 0 0,41-51 0 0 0,99-146-182 0 0,-75 95-51 0 0,12-26-243 0 0,109-204-1 0 0,-186 304 67 0 0,3 1 0 0 0,56-64-1 0 0,-92 121 278 0 0,-9 8-78 0 0,-6 5 93 0 0,-7 5 43 0 0,-7 9 261 0 0,1 1 0 0 0,0 2 0 0 0,2 0 0 0 0,-23 30 0 0 0,-56 98 155 0 0,81-123-345 0 0,-37 61 72 0 0,-145 220-98 0 0,-221 337 27 0 0,189-277 578 0 0,217-347-544 0 0,-67 112 667 0 0,71-113-641 0 0,0 1 0 0 0,1 0 0 0 0,1 1 0 0 0,0 0 0 0 0,-4 25 0 0 0,11-44-120 0 0,0 0 0 0 0,-1-1 0 0 0,1 1 0 0 0,0 0 0 0 0,0 0 0 0 0,-1 0 0 0 0,1 0 0 0 0,0 0 0 0 0,0 0 0 0 0,0 0 0 0 0,0-1 0 0 0,0 1 0 0 0,1 0 0 0 0,-1 0 0 0 0,0 0 0 0 0,0 0 0 0 0,0 0 0 0 0,1 0 0 0 0,-1-1 0 0 0,0 1 0 0 0,1 0 0 0 0,-1 0 0 0 0,1 0 0 0 0,-1-1 0 0 0,1 1 0 0 0,-1 0 0 0 0,1-1 0 0 0,1 2 0 0 0,-1-2-8 0 0,0 0 1 0 0,1 0-1 0 0,-1 0 1 0 0,0 0-1 0 0,1 0 0 0 0,-1 0 1 0 0,0 0-1 0 0,1-1 1 0 0,-1 1-1 0 0,0 0 0 0 0,1-1 1 0 0,-1 1-1 0 0,0-1 1 0 0,0 0-1 0 0,0 1 0 0 0,2-2 1 0 0,7-5-69 0 0,0-1 0 0 0,17-16 1 0 0,112-124-138 0 0,207-288 0 0 0,-184 226-212 0 0,72-109-862 0 0,-205 272 1000 0 0,-7 9-187 0 0,2 0 0 0 0,52-61-1 0 0,-65 89 155 0 0,-15 19 281 0 0,-19 27 427 0 0,19-30-253 0 0,-142 259 1136 0 0,25-39-437 0 0,90-175-837 0 0,-230 386 229 0 0,29 15 98 0 0,193-370 21 0 0,-54 136 367 0 0,84-192-685 0 0,1 1 0 0 0,1 1-1 0 0,1-1 1 0 0,2 1 0 0 0,1 0 0 0 0,0 35 0 0 0,3-59-27 0 0,0 0 1 0 0,0-1-1 0 0,1 1 0 0 0,-1 0 1 0 0,1 0-1 0 0,0-1 0 0 0,0 1 1 0 0,0 0-1 0 0,0-1 0 0 0,1 1 1 0 0,3 5-1 0 0,-4-8-4 0 0,0 0 1 0 0,0 0-1 0 0,0 0 1 0 0,1 0-1 0 0,-1 0 0 0 0,0 0 1 0 0,1-1-1 0 0,-1 1 0 0 0,0 0 1 0 0,1-1-1 0 0,-1 1 1 0 0,1-1-1 0 0,-1 1 0 0 0,1-1 1 0 0,-1 0-1 0 0,1 0 0 0 0,-1 0 1 0 0,1 0-1 0 0,-1 0 1 0 0,1 0-1 0 0,-1 0 0 0 0,1 0 1 0 0,-1 0-1 0 0,1-1 0 0 0,-1 1 1 0 0,1-1-1 0 0,-1 1 1 0 0,0-1-1 0 0,1 1 0 0 0,-1-1 1 0 0,2-1-1 0 0,7-3-32 0 0,-1-1 0 0 0,0 0 0 0 0,0 0 0 0 0,-1-1 0 0 0,1 0 0 0 0,-1-1 0 0 0,-1 0 0 0 0,0 0 0 0 0,11-15 0 0 0,3-10-152 0 0,23-45 0 0 0,8-36-488 0 0,71-226 0 0 0,-40 96-495 0 0,-76 223 1022 0 0,-3 10-66 0 0,0-1 0 0 0,0 1 0 0 0,1 0 0 0 0,0 0 0 0 0,1 1-1 0 0,1-1 1 0 0,9-12 0 0 0,-31 84-2263 0 0,-29 121 2965 0 0,-46 158 894 0 0,-64 195 931 0 0,152-525-2296 0 0,-6 28-35 0 0,8-36 31 0 0,-1-1 0 0 0,1 1 0 0 0,0-1 0 0 0,0 1 0 0 0,0-1 0 0 0,0 1 0 0 0,0-1 0 0 0,0 1 0 0 0,1-1 0 0 0,-1 0 0 0 0,0 1 0 0 0,1-1 0 0 0,-1 1 1 0 0,1-1-1 0 0,0 0 0 0 0,-1 1 0 0 0,1-1 0 0 0,0 0 0 0 0,0 0 0 0 0,0 2 0 0 0,1-3-12 0 0,-1 1 0 0 0,1-1 0 0 0,-1 1 0 0 0,1-1 0 0 0,-1 0 0 0 0,1 0 1 0 0,0 0-1 0 0,-1 0 0 0 0,1 0 0 0 0,-1 0 0 0 0,1 0 0 0 0,-1 0 0 0 0,1-1 0 0 0,-1 1 0 0 0,1-1 1 0 0,-1 1-1 0 0,1-1 0 0 0,-1 1 0 0 0,0-1 0 0 0,1 0 0 0 0,-1 0 0 0 0,0 0 0 0 0,1 1 0 0 0,-1-1 0 0 0,2-2 1 0 0,30-27-370 0 0,-33 29 363 0 0,18-18-146 0 0,-2-2 1 0 0,0 0-1 0 0,-1-1 0 0 0,-2-1 1 0 0,19-39-1 0 0,41-130 771 0 0,-48 120-368 0 0,-18 53-220 0 0,0-4-1 0 0,1 1-1 0 0,1 0 1 0 0,1 1-1 0 0,1 0 1 0 0,20-30 0 0 0,-30 51-44 0 0,-1 0 0 0 0,0-1 0 0 0,0 1 0 0 0,1-1 1 0 0,-1 1-1 0 0,0 0 0 0 0,1-1 0 0 0,-1 1 1 0 0,0 0-1 0 0,1-1 0 0 0,-1 1 0 0 0,0 0 1 0 0,1 0-1 0 0,-1-1 0 0 0,1 1 0 0 0,-1 0 0 0 0,0 0 1 0 0,1 0-1 0 0,-1-1 0 0 0,1 1 0 0 0,-1 0 1 0 0,1 0-1 0 0,-1 0 0 0 0,1 0 0 0 0,-1 0 0 0 0,1 0 1 0 0,-1 0-1 0 0,0 0 0 0 0,1 0 0 0 0,-1 0 1 0 0,1 0-1 0 0,-1 1 0 0 0,1-1 0 0 0,-1 0 1 0 0,1 0-1 0 0,-1 0 0 0 0,0 1 0 0 0,1-1 0 0 0,-1 0 1 0 0,1 0-1 0 0,-1 1 0 0 0,0-1 0 0 0,1 0 1 0 0,-1 1-1 0 0,0-1 0 0 0,1 0 0 0 0,-1 1 1 0 0,0-1-1 0 0,0 0 0 0 0,1 1 0 0 0,-1-1 0 0 0,0 1 1 0 0,0-1-1 0 0,0 1 0 0 0,0-1 0 0 0,1 0 1 0 0,-1 1-1 0 0,0-1 0 0 0,0 1 0 0 0,0-1 0 0 0,0 1 1 0 0,0-1-1 0 0,0 2 0 0 0,6 32-449 0 0,-5 206-267 0 0,-3-97 1021 0 0,2-88-196 0 0,-1 3 44 0 0,10 81 0 0 0,-7-124-96 0 0,1 0 1 0 0,0 0 0 0 0,1 0-1 0 0,0-1 1 0 0,1 1 0 0 0,1-1 0 0 0,0 0-1 0 0,1-1 1 0 0,1 0 0 0 0,12 18-1 0 0,-16-26 9 0 0,0-1 0 0 0,0 1-1 0 0,0-1 1 0 0,0 0-1 0 0,1 0 1 0 0,-1-1-1 0 0,1 1 1 0 0,0-1 0 0 0,0 0-1 0 0,0-1 1 0 0,1 1-1 0 0,-1-1 1 0 0,1 0-1 0 0,-1 0 1 0 0,1-1 0 0 0,0 0-1 0 0,-1 0 1 0 0,13 1-1 0 0,-10-3-3 0 0,1 0 0 0 0,-1 0 0 0 0,1-1 0 0 0,-1 0 0 0 0,1 0 0 0 0,-1-1 0 0 0,0 0 0 0 0,0-1 0 0 0,0 0 0 0 0,-1 0 0 0 0,1 0 0 0 0,7-7-1 0 0,4-5-28 0 0,0 0 0 0 0,-1-1 0 0 0,-1 0 0 0 0,-1-1 0 0 0,25-36 0 0 0,-19 20-112 0 0,-1-1 0 0 0,27-64 1 0 0,-40 77-29 0 0,0 0 0 0 0,-1 0 0 0 0,-2-1 0 0 0,0 0 0 0 0,2-28 0 0 0,-6 38-19 0 0,-1 0 0 0 0,0 1 1 0 0,0-1-1 0 0,-1 0 0 0 0,-1 0 1 0 0,0 1-1 0 0,-1-1 0 0 0,0 1 1 0 0,-1 0-1 0 0,-11-24 0 0 0,14 34 110 0 0,0 0-1 0 0,0 0 0 0 0,0 0 0 0 0,0 0 1 0 0,-1 1-1 0 0,1-1 0 0 0,-1 0 0 0 0,1 1 1 0 0,-1-1-1 0 0,0 1 0 0 0,0-1 0 0 0,0 1 1 0 0,0 0-1 0 0,0-1 0 0 0,0 1 0 0 0,0 0 1 0 0,0 1-1 0 0,0-1 0 0 0,0 0 0 0 0,0 0 1 0 0,-3 1-1 0 0,1-1 11 0 0,1 2 1 0 0,-1-1-1 0 0,0 0 0 0 0,1 1 0 0 0,-1-1 1 0 0,0 1-1 0 0,1 0 0 0 0,-1 1 0 0 0,1-1 1 0 0,0 0-1 0 0,-7 5 0 0 0,-5 4 10 0 0,0 1 0 0 0,0 0 1 0 0,1 1-1 0 0,-13 16 0 0 0,23-24-12 0 0,-142 154-477 0 0,-51 52-366 0 0,76-92 849 0 0,-110 99 933 0 0,210-200-707 0 0,-1 0 0 0 0,0-2 0 0 0,-28 15 0 0 0,40-25-126 0 0,1 0 1 0 0,-1-1 0 0 0,0 0 0 0 0,0-1-1 0 0,0 0 1 0 0,0-1 0 0 0,-1 0 0 0 0,1 0 0 0 0,-1-1-1 0 0,1 0 1 0 0,-12-2 0 0 0,19 1-79 0 0,0 0 0 0 0,0-1 0 0 0,1 1 0 0 0,-1-1 0 0 0,0 0 0 0 0,1 0 1 0 0,-1 0-1 0 0,0 0 0 0 0,1-1 0 0 0,0 1 0 0 0,-1-1 0 0 0,1 1 0 0 0,0-1 0 0 0,0 0 0 0 0,0 0 0 0 0,-4-4 0 0 0,4 2-1 0 0,-1 0 0 0 0,0 0 0 0 0,1 0 0 0 0,0-1 0 0 0,0 1 0 0 0,0-1 0 0 0,1 0 0 0 0,-2-9 0 0 0,0-6 16 0 0,2 0 0 0 0,0 0-1 0 0,4-36 1 0 0,-2 42 1 0 0,50-349-302 0 0,-29 238 102 0 0,9-149 1 0 0,-31 267 154 0 0,0 1 0 0 0,0-1 0 0 0,0 1 0 0 0,-1 0 0 0 0,0-1 0 0 0,0 1 0 0 0,0 0 0 0 0,-1 0 0 0 0,0 0 0 0 0,0 0 0 0 0,-4-8 0 0 0,4 12 11 0 0,1 0-1 0 0,-1 0 0 0 0,0 0 0 0 0,0 1 0 0 0,0-1 1 0 0,0 0-1 0 0,0 1 0 0 0,0-1 0 0 0,0 1 0 0 0,0 0 1 0 0,-1 0-1 0 0,1-1 0 0 0,0 2 0 0 0,-1-1 0 0 0,1 0 1 0 0,-1 0-1 0 0,1 1 0 0 0,-1-1 0 0 0,0 1 0 0 0,1 0 1 0 0,-1 0-1 0 0,1 0 0 0 0,-1 0 0 0 0,1 0 0 0 0,-1 1 1 0 0,0-1-1 0 0,1 1 0 0 0,-1-1 0 0 0,-4 3 0 0 0,-7 2 5 0 0,1 1 0 0 0,-1 0 0 0 0,1 0-1 0 0,0 2 1 0 0,1-1 0 0 0,-1 2 0 0 0,2 0 0 0 0,-17 15-1 0 0,-3 7 9 0 0,-44 54 0 0 0,-242 317 328 0 0,-14 65 702 0 0,346-479-886 0 0,10-13-629 0 0,10-32 18 0 0,-2-1 0 0 0,-3-2 0 0 0,31-86 0 0 0,-13 30 648 0 0,-28 66-140 0 0,-15 34-34 0 0,0 0 1 0 0,2 1 0 0 0,0 0-1 0 0,1 0 1 0 0,16-23-1 0 0,-24 37-12 0 0,0 1 1 0 0,1 0-1 0 0,-1-1 0 0 0,0 1 0 0 0,1-1 0 0 0,-1 1 1 0 0,0 0-1 0 0,1-1 0 0 0,-1 1 0 0 0,0 0 0 0 0,1-1 1 0 0,-1 1-1 0 0,0 0 0 0 0,1-1 0 0 0,-1 1 0 0 0,1 0 1 0 0,-1 0-1 0 0,1 0 0 0 0,-1-1 0 0 0,1 1 0 0 0,-1 0 1 0 0,1 0-1 0 0,-1 0 0 0 0,1 0 0 0 0,-1 0 0 0 0,1 0 1 0 0,-1 0-1 0 0,1 0 0 0 0,3 12 83 0 0,-6 24 106 0 0,2-35-177 0 0,-111 502 1208 0 0,26-155-835 0 0,84-343-377 0 0,-3 9 72 0 0,1 0 0 0 0,0 0 0 0 0,2 0-1 0 0,-1 1 1 0 0,2-1 0 0 0,0 0-1 0 0,0 1 1 0 0,6 25 0 0 0,-6-38-63 0 0,1 0 1 0 0,-1 0 0 0 0,1 0-1 0 0,0-1 1 0 0,0 1-1 0 0,-1-1 1 0 0,1 1-1 0 0,1 0 1 0 0,-1-1-1 0 0,0 1 1 0 0,0-1 0 0 0,0 0-1 0 0,1 1 1 0 0,-1-1-1 0 0,1 0 1 0 0,-1 0-1 0 0,1 0 1 0 0,-1 0 0 0 0,1 0-1 0 0,-1 0 1 0 0,1-1-1 0 0,2 2 1 0 0,-1-2-10 0 0,0 1-1 0 0,1-1 1 0 0,-1 0 0 0 0,0 0-1 0 0,1 0 1 0 0,-1 0 0 0 0,1 0-1 0 0,-1-1 1 0 0,0 0 0 0 0,0 1-1 0 0,5-3 1 0 0,3-1-121 0 0,0-1 1 0 0,0-1-1 0 0,0 0 0 0 0,-1 0 1 0 0,17-14-1 0 0,50-50-496 0 0,-3-4-1 0 0,-4-3 1 0 0,68-94-1 0 0,29-83-20 0 0,-80 118 449 0 0,-85 132 177 0 0,30-40-6 0 0,-30 41 9 0 0,0 0 1 0 0,1 0-1 0 0,-1 1 0 0 0,1-1 0 0 0,0 1 0 0 0,0-1 0 0 0,0 1 0 0 0,0 0 0 0 0,1 0 0 0 0,-1 1 0 0 0,5-3 0 0 0,-7 4 0 0 0,-1 0 0 0 0,1 0 0 0 0,-1 0 0 0 0,1 0 0 0 0,-1 0 0 0 0,1-1 0 0 0,-1 1 0 0 0,1 0 0 0 0,-1 0 0 0 0,1 1-1 0 0,-1-1 1 0 0,1 0 0 0 0,-1 0 0 0 0,1 0 0 0 0,-1 0 0 0 0,1 0 0 0 0,-1 0 0 0 0,0 1 0 0 0,1-1 0 0 0,-1 0 0 0 0,1 0 0 0 0,-1 1 0 0 0,1-1 0 0 0,-1 0 0 0 0,0 1 0 0 0,1-1 0 0 0,-1 0-1 0 0,0 1 1 0 0,1 0 0 0 0,3 17 5 0 0,-11 24 83 0 0,6-38-56 0 0,-111 364 1837 0 0,-31-9-283 0 0,110-280-1392 0 0,1-4 151 0 0,-37 99 626 0 0,68-171-947 0 0,0 0 1 0 0,0-1-1 0 0,1 1 1 0 0,-1 0-1 0 0,1-1 1 0 0,0 1-1 0 0,0 0 1 0 0,0 0-1 0 0,0-1 1 0 0,0 5-1 0 0,1-7-23 0 0,-1 1-1 0 0,0-1 1 0 0,0 0-1 0 0,0 1 0 0 0,0-1 1 0 0,1 1-1 0 0,-1-1 1 0 0,0 1-1 0 0,1-1 1 0 0,-1 0-1 0 0,0 1 0 0 0,0-1 1 0 0,1 0-1 0 0,-1 1 1 0 0,1-1-1 0 0,-1 0 0 0 0,0 0 1 0 0,1 1-1 0 0,-1-1 1 0 0,1 0-1 0 0,-1 0 1 0 0,0 0-1 0 0,2 1 0 0 0,15-6-142 0 0,-6-1-238 0 0,0-1 1 0 0,-1 0-1 0 0,0-1 0 0 0,-1 0 0 0 0,16-17 0 0 0,39-55-1648 0 0,-43 53 1693 0 0,7-9-167 0 0,56-72 26 0 0,147-148-1 0 0,-225 250 508 0 0,0 1-1 0 0,0 0 1 0 0,0 1 0 0 0,9-5-1 0 0,-14 8-16 0 0,-1 1-1 0 0,1-1 1 0 0,0 1-1 0 0,0-1 1 0 0,-1 1-1 0 0,1-1 1 0 0,0 1-1 0 0,0 0 1 0 0,0-1-1 0 0,0 1 1 0 0,-1 0-1 0 0,1 0 0 0 0,0 0 1 0 0,0-1-1 0 0,0 1 1 0 0,0 0-1 0 0,0 0 1 0 0,0 1-1 0 0,0-1 1 0 0,-1 0-1 0 0,1 0 1 0 0,0 0-1 0 0,0 0 1 0 0,0 1-1 0 0,0-1 0 0 0,0 0 1 0 0,-1 1-1 0 0,1-1 1 0 0,0 1-1 0 0,0-1 1 0 0,-1 1-1 0 0,1-1 1 0 0,0 1-1 0 0,-1-1 1 0 0,1 1-1 0 0,0 0 1 0 0,-1 0-1 0 0,1-1 1 0 0,-1 1-1 0 0,1 0 0 0 0,-1 0 1 0 0,1-1-1 0 0,-1 1 1 0 0,0 0-1 0 0,1 0 1 0 0,-1 0-1 0 0,0 0 1 0 0,0 0-1 0 0,0-1 1 0 0,0 3-1 0 0,2 12 197 0 0,-1 0 1 0 0,0 0-1 0 0,-1 0 1 0 0,-1 0-1 0 0,-1 0 0 0 0,-3 16 1 0 0,-26 91 613 0 0,24-97-640 0 0,-22 67 599 0 0,-56 124 1 0 0,-60 78 94 0 0,85-175-627 0 0,48-96-169 0 0,7-16-35 0 0,1 1 0 0 0,0-1 0 0 0,0 1-1 0 0,1 0 1 0 0,0 0 0 0 0,0 1-1 0 0,1-1 1 0 0,-1 12 0 0 0,3-20-45 0 0,0 0-1 0 0,0 1 1 0 0,0-1 0 0 0,0 0 0 0 0,0 1-1 0 0,0-1 1 0 0,0 0 0 0 0,1 1-1 0 0,-1-1 1 0 0,0 1 0 0 0,0-1 0 0 0,0 0-1 0 0,1 0 1 0 0,-1 1 0 0 0,0-1-1 0 0,1 0 1 0 0,-1 1 0 0 0,0-1 0 0 0,1 0-1 0 0,-1 0 1 0 0,0 0 0 0 0,1 1-1 0 0,-1-1 1 0 0,0 0 0 0 0,1 0 0 0 0,-1 0-1 0 0,0 0 1 0 0,1 0 0 0 0,-1 0-1 0 0,1 0 1 0 0,-1 0 0 0 0,0 0 0 0 0,1 0-1 0 0,-1 0 1 0 0,0 0 0 0 0,1 0-1 0 0,-1 0 1 0 0,1 0 0 0 0,-1 0 0 0 0,0 0-1 0 0,1 0 1 0 0,-1 0 0 0 0,0-1-1 0 0,1 1 1 0 0,-1 0 0 0 0,0 0 0 0 0,1 0-1 0 0,-1-1 1 0 0,0 1 0 0 0,1 0-1 0 0,-1 0 1 0 0,1-1 0 0 0,20-12-332 0 0,9-13-518 0 0,-1 0-1 0 0,48-59 1 0 0,-20 21-47 0 0,46-51 143 0 0,49-51 703 0 0,-124 139 32 0 0,2 1-1 0 0,0 1 1 0 0,55-33 0 0 0,-77 53 23 0 0,1 1 1 0 0,-1 0-1 0 0,1 0 1 0 0,0 1-1 0 0,0 0 1 0 0,0 1-1 0 0,0 0 0 0 0,0 1 1 0 0,0-1-1 0 0,10 1 1 0 0,-16 1 8 0 0,-1 0 0 0 0,1 1 0 0 0,0-1 0 0 0,-1 0-1 0 0,1 1 1 0 0,0-1 0 0 0,-1 1 0 0 0,1 0 0 0 0,-1 0 0 0 0,1 0 0 0 0,-1 0 0 0 0,0 0 0 0 0,1 1 0 0 0,-1-1 0 0 0,0 1 0 0 0,0-1 0 0 0,0 1 0 0 0,0 0 0 0 0,0 0 0 0 0,0 0 0 0 0,-1 0 0 0 0,1 0 0 0 0,-1 0 0 0 0,1 1 0 0 0,-1-1 0 0 0,0 0 0 0 0,0 1 0 0 0,0-1 0 0 0,0 1 0 0 0,0-1 0 0 0,-1 1 0 0 0,1-1 0 0 0,-1 1 0 0 0,1 0 0 0 0,-1-1 0 0 0,0 1 0 0 0,0 0 0 0 0,0-1 0 0 0,-1 4-1 0 0,-1 14 199 0 0,0-1 0 0 0,-1 0-1 0 0,-1 1 1 0 0,-1-2-1 0 0,-1 1 1 0 0,-16 35-1 0 0,-64 104 1060 0 0,67-125-983 0 0,-118 185 1078 0 0,189-272-2596 0 0,115-206-3138 0 0,-22-13 4414 0 0,-96 177 352 0 0,-41 81-186 0 0,-4 6 5 0 0,0 1 0 0 0,0 0 0 0 0,0 0-1 0 0,1 0 1 0 0,1 0 0 0 0,-1 1 0 0 0,1 0-1 0 0,1 0 1 0 0,8-8 0 0 0,-14 15-196 0 0,-1 0 0 0 0,0 0 1 0 0,0 0-1 0 0,0-1 0 0 0,0 1 1 0 0,1 0-1 0 0,-1 0 0 0 0,0 0 0 0 0,0 0 1 0 0,1 0-1 0 0,-1 0 0 0 0,0 0 1 0 0,0-1-1 0 0,0 1 0 0 0,1 0 0 0 0,-1 0 1 0 0,0 0-1 0 0,0 0 0 0 0,1 0 1 0 0,-1 0-1 0 0,0 0 0 0 0,0 0 0 0 0,1 0 1 0 0,-1 0-1 0 0,0 0 0 0 0,0 1 1 0 0,1-1-1 0 0,-1 0 0 0 0,0 0 0 0 0,0 0 1 0 0,0 0-1 0 0,1 0 0 0 0,-1 0 1 0 0,0 0-1 0 0,0 1 0 0 0,1-1 0 0 0,0 11 356 0 0,-5 17-125 0 0,3-26-194 0 0,-32 117 385 0 0,-96 226 1 0 0,-5-90-503 0 0,91-182 9 0 0,4 1 0 0 0,-38 100 0 0 0,72-163 30 0 0,3-6 9 0 0,0-1 1 0 0,1 0-1 0 0,-1 1 0 0 0,1 0 1 0 0,0-1-1 0 0,0 1 1 0 0,0 0-1 0 0,1-1 1 0 0,0 1-1 0 0,0 0 1 0 0,0 7-1 0 0,1-11-5 0 0,-1 0 1 0 0,1-1-1 0 0,-1 1 0 0 0,1 0 0 0 0,0-1 0 0 0,-1 1 0 0 0,1 0 0 0 0,0-1 0 0 0,-1 1 1 0 0,1-1-1 0 0,0 1 0 0 0,-1-1 0 0 0,1 0 0 0 0,0 1 0 0 0,0-1 0 0 0,0 0 1 0 0,0 1-1 0 0,-1-1 0 0 0,1 0 0 0 0,0 0 0 0 0,0 0 0 0 0,0 0 0 0 0,0 0 0 0 0,0 0 1 0 0,-1 0-1 0 0,1 0 0 0 0,0 0 0 0 0,0 0 0 0 0,0 0 0 0 0,0 0 0 0 0,0-1 1 0 0,-1 1-1 0 0,1 0 0 0 0,0-1 0 0 0,1 0 0 0 0,32-14-1103 0 0,-2-4-58 0 0,-1-2 0 0 0,-2 0-1 0 0,54-51 1 0 0,70-92-1751 0 0,-80 82 2540 0 0,53-42 315 0 0,167-129 1 0 0,-246 215 163 0 0,-15 11 241 0 0,1 2-1 0 0,57-32 1 0 0,-79 50-207 0 0,0 2 0 0 0,1 0-1 0 0,0 0 1 0 0,0 1 0 0 0,0 0-1 0 0,0 1 1 0 0,0 0 0 0 0,1 1 0 0 0,-1 1-1 0 0,1 0 1 0 0,0 0 0 0 0,21 3-1 0 0,-30-1-92 0 0,0-1-1 0 0,0 1 0 0 0,0 0 0 0 0,0 0 0 0 0,-1 1 0 0 0,1-1 0 0 0,0 1 1 0 0,-1 0-1 0 0,0 0 0 0 0,1 0 0 0 0,-1 0 0 0 0,0 0 0 0 0,0 1 0 0 0,0 0 1 0 0,0-1-1 0 0,0 1 0 0 0,3 6 0 0 0,-3-4-27 0 0,0 0 1 0 0,-1 1 0 0 0,1-1-1 0 0,-1 1 1 0 0,0 0-1 0 0,-1-1 1 0 0,0 1-1 0 0,0 0 1 0 0,0 0-1 0 0,0 9 1 0 0,-2 9-28 0 0,-1 0 0 0 0,-1-1 0 0 0,-1 0 0 0 0,-12 41 0 0 0,-30 70 526 0 0,-70 145 0 0 0,66-166 128 0 0,3-7-91 0 0,10-26 117 0 0,-39 121 0 0 0,73-191-548 0 0,0 1 0 0 0,1-1 0 0 0,0 1 0 0 0,1 0 0 0 0,0 15 0 0 0,1-24-96 0 0,0 0-1 0 0,0 0 0 0 0,0 0 0 0 0,0 0 0 0 0,1 0 0 0 0,-1 0 1 0 0,1 0-1 0 0,-1 0 0 0 0,1 0 0 0 0,0 0 0 0 0,0 0 0 0 0,0 0 1 0 0,0-1-1 0 0,0 1 0 0 0,0 0 0 0 0,0-1 0 0 0,1 1 0 0 0,-1 0 1 0 0,0-1-1 0 0,1 0 0 0 0,0 1 0 0 0,-1-1 0 0 0,1 0 0 0 0,0 0 1 0 0,0 0-1 0 0,-1 0 0 0 0,1 0 0 0 0,0 0 0 0 0,0 0 1 0 0,0-1-1 0 0,0 1 0 0 0,0-1 0 0 0,0 1 0 0 0,0-1 0 0 0,3 0 1 0 0,5 0-102 0 0,0 0 1 0 0,1-1 0 0 0,-1 0 0 0 0,0-1 0 0 0,0 0-1 0 0,0-1 1 0 0,0 0 0 0 0,-1 0 0 0 0,14-8 0 0 0,13-7-700 0 0,35-25 1 0 0,-38 22 82 0 0,291-186-3346 0 0,-13 8 3840 0 0,-238 153 588 0 0,151-85 2041 0 0,-190 114-1902 0 0,0 2-1 0 0,0 2 1 0 0,1 1-1 0 0,1 2 1 0 0,36-6-1 0 0,-63 15-443 0 0,14-3 351 0 0,41-1-1 0 0,-59 4-385 0 0,1 1 0 0 0,0 1-1 0 0,-1-1 1 0 0,1 1 0 0 0,-1 0 0 0 0,0 0 0 0 0,1 1 0 0 0,-1-1 0 0 0,0 1-1 0 0,0 1 1 0 0,0-1 0 0 0,0 1 0 0 0,6 3 0 0 0,-9-4-38 0 0,-1 0-1 0 0,1 0 1 0 0,-1 0 0 0 0,0 0 0 0 0,1 0-1 0 0,-1 0 1 0 0,0 0 0 0 0,-1 0 0 0 0,1 0-1 0 0,0 0 1 0 0,0 0 0 0 0,-1 1-1 0 0,1-1 1 0 0,-1 0 0 0 0,0 1 0 0 0,0-1-1 0 0,0 0 1 0 0,0 1 0 0 0,0-1 0 0 0,0 0-1 0 0,-1 0 1 0 0,1 1 0 0 0,-2 3 0 0 0,-2 7 8 0 0,0-1 1 0 0,-11 23 0 0 0,14-32-4 0 0,-13 26 198 0 0,-2-2 0 0 0,-18 28 0 0 0,24-42-153 0 0,0 0 0 0 0,0-1 1 0 0,-1 0-1 0 0,-1 0 1 0 0,-22 17-1 0 0,74-87-1110 0 0,-4 7 17 0 0,-1-2 0 0 0,-4-2 0 0 0,-1-1 0 0 0,-4-1 0 0 0,31-93 0 0 0,-55 144 1083 0 0,0-1-1 0 0,-1 1 1 0 0,0-1-1 0 0,0 1 1 0 0,-1-1-1 0 0,1 0 1 0 0,-2 0-1 0 0,1 1 1 0 0,-2-9-1 0 0,2 13-12 0 0,-1 0-1 0 0,0 0 1 0 0,1 0-1 0 0,-1 0 1 0 0,0 0 0 0 0,0 1-1 0 0,0-1 1 0 0,0 0-1 0 0,0 1 1 0 0,-1-1-1 0 0,1 0 1 0 0,0 1 0 0 0,-1 0-1 0 0,0-1 1 0 0,1 1-1 0 0,-1 0 1 0 0,1 0-1 0 0,-1 0 1 0 0,0 0-1 0 0,0 0 1 0 0,0 0 0 0 0,0 0-1 0 0,1 1 1 0 0,-1-1-1 0 0,0 1 1 0 0,0-1-1 0 0,0 1 1 0 0,0 0-1 0 0,0-1 1 0 0,-1 1 0 0 0,1 1-1 0 0,0-1 1 0 0,0 0-1 0 0,-3 1 1 0 0,-13 3 175 0 0,-1 0 0 0 0,1 2 0 0 0,0 0 0 0 0,0 1 0 0 0,1 1 0 0 0,-30 18 0 0 0,7-5 211 0 0,-303 179 1878 0 0,15 27-827 0 0,-41 25-454 0 0,251-179-644 0 0,-154 70 0 0 0,267-140-365 0 0,-17 7 20 0 0,-2 0 1 0 0,-27 7-1 0 0,46-15-30 0 0,0-1 1 0 0,0 0-1 0 0,-1 0 1 0 0,1 0-1 0 0,-1-1 1 0 0,1 0-1 0 0,-1 0 1 0 0,1 0-1 0 0,0 0 1 0 0,-1-1-1 0 0,1 0 1 0 0,-1 0-1 0 0,1-1 1 0 0,0 1-1 0 0,0-1 0 0 0,-5-3 1 0 0,7 3-23 0 0,0-1 0 0 0,0 1 0 0 0,0-1 0 0 0,1 0 0 0 0,-1 0 0 0 0,1 0 0 0 0,0-1 0 0 0,0 1 0 0 0,0 0 0 0 0,0-1 0 0 0,1 0 0 0 0,0 1 0 0 0,-1-1 0 0 0,1 0 0 0 0,0 1-1 0 0,1-1 1 0 0,-1 0 0 0 0,1 0 0 0 0,0 0 0 0 0,0 0 0 0 0,0 0 0 0 0,1-7 0 0 0,1-9-238 0 0,1-1-1 0 0,11-36 1 0 0,-14 55 249 0 0,16-50-554 0 0,2 1 0 0 0,26-50 0 0 0,57-93 229 0 0,-47 93 909 0 0,-53 101-543 0 0,-1 0 0 0 0,0-1 0 0 0,1 1 0 0 0,-1-1 0 0 0,0 1 0 0 0,1-1 0 0 0,-1 1 0 0 0,0 0 0 0 0,1-1 0 0 0,-1 1 0 0 0,0-1 0 0 0,0 1 0 0 0,0-1 0 0 0,1 1 0 0 0,-1-1 0 0 0,0 0 0 0 0,0 1 0 0 0,0-1 0 0 0,0 1 0 0 0,0-1 0 0 0,0 1 0 0 0,0-1 0 0 0,0 1 0 0 0,0-1 0 0 0,0 1 0 0 0,0-1 0 0 0,0 0 0 0 0,-1 1 0 0 0,1-1 0 0 0,0 1 0 0 0,0-1 0 0 0,-1 1 0 0 0,1-1 0 0 0,0 1 0 0 0,-1-1 0 0 0,-19 6 480 0 0,-26 24 100 0 0,-112 96-102 0 0,-149 150 0 0 0,250-220-575 0 0,-186 169-144 0 0,-16-22 294 0 0,248-194-81 0 0,7-4-2 0 0,0-1 0 0 0,0-1 1 0 0,0 1-1 0 0,0 0 0 0 0,0-1 1 0 0,-1 0-1 0 0,1 0 0 0 0,-1 0 0 0 0,0 0 1 0 0,1-1-1 0 0,-8 1 0 0 0,11-2-2 0 0,1 0-1 0 0,0 0 0 0 0,-1 0 1 0 0,1 0-1 0 0,0 0 0 0 0,-1 0 1 0 0,1 0-1 0 0,-1 0 0 0 0,1-1 1 0 0,0 1-1 0 0,-1 0 0 0 0,1 0 0 0 0,0 0 1 0 0,0-1-1 0 0,-1 1 0 0 0,1 0 1 0 0,0-1-1 0 0,-1 1 0 0 0,1 0 1 0 0,0 0-1 0 0,0-1 0 0 0,0 1 1 0 0,-1 0-1 0 0,1-1 0 0 0,0 1 1 0 0,0-1-1 0 0,0 1 0 0 0,0 0 1 0 0,0-1-1 0 0,0 1 0 0 0,-1-1 1 0 0,3-18-244 0 0,10-21-145 0 0,-10 36 304 0 0,32-85-1064 0 0,4 3-1 0 0,4 1 1 0 0,4 2-1 0 0,3 2 1 0 0,65-81-1 0 0,148-204 1116 0 0,-260 363 67 0 0,0 0 0 0 0,0 0 0 0 0,0 0 0 0 0,-1-1 1 0 0,1 1-1 0 0,-1 0 0 0 0,1-5 0 0 0,-2 8-14 0 0,0 0 0 0 0,0-1 1 0 0,0 1-1 0 0,0 0 0 0 0,0-1 0 0 0,0 1 0 0 0,0 0 0 0 0,0 0 0 0 0,0-1 1 0 0,0 1-1 0 0,0 0 0 0 0,0 0 0 0 0,0-1 0 0 0,0 1 0 0 0,0 0 0 0 0,-1 0 1 0 0,1 0-1 0 0,0-1 0 0 0,0 1 0 0 0,0 0 0 0 0,0 0 0 0 0,-1 0 1 0 0,1-1-1 0 0,0 1 0 0 0,0 0 0 0 0,0 0 0 0 0,-1 0 0 0 0,1 0 0 0 0,0 0 1 0 0,0-1-1 0 0,0 1 0 0 0,-1 0 0 0 0,1 0 0 0 0,0 0 0 0 0,-1 0 0 0 0,-18 4 574 0 0,-4 6 134 0 0,0 2 0 0 0,1 0 0 0 0,-41 31 1 0 0,-57 56 1121 0 0,105-86-1597 0 0,-319 321 1703 0 0,186-177-1685 0 0,-84 93-145 0 0,-236 223-116 0 0,483-500-2143 0 0,23-27 152 0 0,-6 10 658 0 0,223-334-3938 0 0,-217 311 5135 0 0,47-78-20 0 0,-68 119 231 0 0,1 2 1 0 0,1 0 0 0 0,31-30-1 0 0,-45 49-41 0 0,-3 3 3 0 0,0-1 1 0 0,1 1-1 0 0,0-1 0 0 0,-1 1 0 0 0,1 0 1 0 0,0 0-1 0 0,0 0 0 0 0,0 0 0 0 0,0 1 1 0 0,1-1-1 0 0,5-1 0 0 0,-8 3-10 0 0,-1 0 0 0 0,0 0 0 0 0,1 0 0 0 0,-1 1-1 0 0,0-1 1 0 0,0 0 0 0 0,1 0 0 0 0,-1 0 0 0 0,0 0 0 0 0,1 1 0 0 0,-1-1 0 0 0,0 0-1 0 0,0 0 1 0 0,0 1 0 0 0,1-1 0 0 0,-1 0 0 0 0,0 0 0 0 0,0 1 0 0 0,0-1 0 0 0,1 0 0 0 0,-1 1-1 0 0,0-1 1 0 0,0 0 0 0 0,0 1 0 0 0,0-1 0 0 0,0 0 0 0 0,0 0 0 0 0,0 1 0 0 0,0-1-1 0 0,0 0 1 0 0,0 1 0 0 0,0-1 0 0 0,0 0 0 0 0,0 1 0 0 0,0-1 0 0 0,0 0 0 0 0,0 1 0 0 0,0-1-1 0 0,0 0 1 0 0,0 1 0 0 0,-1-1 0 0 0,1 0 0 0 0,0 1 0 0 0,0-1 0 0 0,0 0 0 0 0,0 0-1 0 0,-1 1 1 0 0,-7 19 716 0 0,7-18-628 0 0,-90 195 3657 0 0,-117 246-694 0 0,-30-18-2463 0 0,224-403-600 0 0,7-13-13 0 0,0 1 1 0 0,1 1-1 0 0,0-1 1 0 0,-5 16-1 0 0,11-26 0 0 0,0 0 0 0 0,-1 0 0 0 0,1 0 0 0 0,0 1 0 0 0,0-1 0 0 0,0 0 0 0 0,0 0 0 0 0,0 0 0 0 0,0 1 0 0 0,0-1 0 0 0,-1 0 0 0 0,1 0 0 0 0,0 1 0 0 0,0-1 0 0 0,0 0 0 0 0,0 0 0 0 0,0 1 0 0 0,0-1 0 0 0,0 0 0 0 0,0 0 0 0 0,0 0 0 0 0,0 1 0 0 0,1-1 0 0 0,-1 0 0 0 0,0 0 0 0 0,0 1 0 0 0,0-1 0 0 0,0 0 0 0 0,0 0 0 0 0,0 0 0 0 0,0 1 0 0 0,0-1 0 0 0,1 0 0 0 0,-1 0 0 0 0,0 0 0 0 0,0 0 0 0 0,0 1 0 0 0,1-1 0 0 0,-1 0 0 0 0,0 0 0 0 0,0 0 0 0 0,0 0 0 0 0,1 0 0 0 0,-1 0 0 0 0,0 1 0 0 0,0-1 0 0 0,0 0 0 0 0,1 0 0 0 0,-1 0 0 0 0,0 0 0 0 0,0 0 0 0 0,1 0 0 0 0,-1 0 0 0 0,0 0 0 0 0,0 0 0 0 0,1 0 0 0 0,-1 0 0 0 0,0 0 0 0 0,0 0 0 0 0,0 0 0 0 0,1-1 0 0 0,15-5 0 0 0,-13 5 0 0 0,18-10-171 0 0,-1-1 0 0 0,0 0-1 0 0,-1-2 1 0 0,0 0 0 0 0,-2-1 0 0 0,1-1 0 0 0,18-22-1 0 0,98-135-1237 0 0,-131 170 1408 0 0,344-445-1156 0 0,-259 335 967 0 0,35-38-17 0 0,-119 145 210 0 0,1 1 0 0 0,0 0 0 0 0,0 0 0 0 0,0 0 0 0 0,1 0 0 0 0,-1 1 0 0 0,1 0 0 0 0,0 0 0 0 0,1 1 0 0 0,-1 0 0 0 0,1 0 0 0 0,-1 0 0 0 0,10-2 1 0 0,-15 5-1 0 0,0 0 1 0 0,0 0 0 0 0,1 0 0 0 0,-1 0-1 0 0,0 1 1 0 0,0-1 0 0 0,0 0 0 0 0,0 1-1 0 0,1-1 1 0 0,-1 0 0 0 0,0 1 0 0 0,0 0-1 0 0,0-1 1 0 0,0 1 0 0 0,0 0 0 0 0,0-1-1 0 0,0 1 1 0 0,0 0 0 0 0,-1 0 0 0 0,1 0-1 0 0,0 0 1 0 0,0 0 0 0 0,-1 0 0 0 0,1 0-1 0 0,0 0 1 0 0,-1 0 0 0 0,1 0 0 0 0,-1 0-1 0 0,0 0 1 0 0,1 0 0 0 0,-1 0 0 0 0,0 1-1 0 0,1-1 1 0 0,-1 0 0 0 0,0 3 0 0 0,1 5 59 0 0,-1 0-1 0 0,1 1 1 0 0,-3 13 0 0 0,2-18-9 0 0,-6 53 416 0 0,-3 0 1 0 0,-27 93 0 0 0,-51 111 672 0 0,72-219-1047 0 0,-135 300 333 0 0,-29-14-52 0 0,-27 54 9 0 0,196-363-386 0 0,5-10 0 0 0,0 0 0 0 0,0 0 0 0 0,1 1 0 0 0,0-1 0 0 0,-2 13 0 0 0,6-22 1 0 0,0-1 0 0 0,0 0 0 0 0,0 0 0 0 0,0 0 0 0 0,0 0 0 0 0,0 0 0 0 0,0 0 0 0 0,0 1 0 0 0,0-1-1 0 0,0 0 1 0 0,0 0 0 0 0,0 0 0 0 0,0 0 0 0 0,0 0 0 0 0,0 1 0 0 0,0-1 0 0 0,0 0 0 0 0,0 0 0 0 0,0 0 0 0 0,0 0 0 0 0,0 0 0 0 0,0 0 0 0 0,0 1 0 0 0,0-1-1 0 0,1 0 1 0 0,-1 0 0 0 0,0 0 0 0 0,0 0 0 0 0,0 0 0 0 0,0 0 0 0 0,0 0 0 0 0,0 0 0 0 0,0 0 0 0 0,0 1 0 0 0,1-1 0 0 0,-1 0 0 0 0,0 0 0 0 0,0 0 0 0 0,0 0 0 0 0,0 0-1 0 0,0 0 1 0 0,0 0 0 0 0,1 0 0 0 0,-1 0 0 0 0,0 0 0 0 0,0 0 0 0 0,0 0 0 0 0,0 0 0 0 0,0 0 0 0 0,0 0 0 0 0,1 0 0 0 0,-1 0 0 0 0,0 0 0 0 0,0 0 0 0 0,0 0-1 0 0,0 0 1 0 0,0 0 0 0 0,0-1 0 0 0,1 1 0 0 0,-1 0 0 0 0,0 0 0 0 0,14-8 30 0 0,11-14-56 0 0,33-44-1077 0 0,82-122 1 0 0,-72 91 463 0 0,175-262-398 0 0,-51 70 512 0 0,-157 240 663 0 0,2 1 1 0 0,1 1-1 0 0,3 2 0 0 0,2 3 1 0 0,1 1-1 0 0,79-56 0 0 0,-115 92-58 0 0,-1 0 0 0 0,1 1 0 0 0,-1 0 0 0 0,1 0 0 0 0,1 1 0 0 0,-1 0 0 0 0,13-3 0 0 0,-20 6-61 0 0,1 0 0 0 0,-1 0-1 0 0,1-1 1 0 0,0 1 0 0 0,-1 0 0 0 0,1 1 0 0 0,-1-1 0 0 0,1 0 0 0 0,-1 0-1 0 0,1 1 1 0 0,-1-1 0 0 0,1 1 0 0 0,-1-1 0 0 0,1 1 0 0 0,-1 0-1 0 0,0-1 1 0 0,1 1 0 0 0,-1 0 0 0 0,2 1 0 0 0,-2 0-9 0 0,1 0 0 0 0,-1 0 0 0 0,0 0 0 0 0,0 1 0 0 0,0-1 0 0 0,0 0 1 0 0,0 0-1 0 0,0 0 0 0 0,-1 1 0 0 0,1-1 0 0 0,-1 0 0 0 0,0 1 0 0 0,1-1 0 0 0,-1 1 0 0 0,0-1 1 0 0,-1 5-1 0 0,-4 37 122 0 0,-3 0 0 0 0,-1 0 1 0 0,-2-1-1 0 0,-27 68 1 0 0,23-69-51 0 0,-33 86 391 0 0,-71 131 0 0 0,-83 113 261 0 0,24-46 192 0 0,121-205-384 0 0,57-121-539 0 0,0 0 0 0 0,0 0 0 0 0,0 0 0 0 0,-1 0 0 0 0,1 1-1 0 0,0-1 1 0 0,0 0 0 0 0,0 0 0 0 0,0 0 0 0 0,-1 0 0 0 0,1 1 0 0 0,0-1 0 0 0,0 0-1 0 0,0 0 1 0 0,0 0 0 0 0,0 1 0 0 0,0-1 0 0 0,0 0 0 0 0,0 0 0 0 0,-1 0 0 0 0,1 1-1 0 0,0-1 1 0 0,0 0 0 0 0,0 0 0 0 0,0 1 0 0 0,0-1 0 0 0,0 0 0 0 0,0 0 0 0 0,0 1-1 0 0,0-1 1 0 0,1 0 0 0 0,-1 0 0 0 0,0 0 0 0 0,0 1 0 0 0,0-1 0 0 0,0 0 0 0 0,0 0-1 0 0,0 0 1 0 0,0 1 0 0 0,0-1 0 0 0,1 0 0 0 0,-1 0 0 0 0,0 0 0 0 0,0 0 0 0 0,0 1-1 0 0,0-1 1 0 0,1 0 0 0 0,-1 0 0 0 0,0 0 0 0 0,0 0 0 0 0,0 0 0 0 0,1 0 0 0 0,-1 1-1 0 0,0-1 1 0 0,0 0 0 0 0,1 0 0 0 0,15-9-13 0 0,20-22-106 0 0,11-23-830 0 0,-2-2 0 0 0,42-69-1 0 0,2-2 30 0 0,206-288-269 0 0,-284 397 1141 0 0,161-226-269 0 0,-144 209 317 0 0,2 2 0 0 0,0 0-1 0 0,3 3 1 0 0,57-44 0 0 0,-83 69 34 0 0,1 0 0 0 0,-1 0-1 0 0,1 1 1 0 0,1 0 0 0 0,14-5 0 0 0,-22 9-12 0 0,0-1 1 0 0,1 1-1 0 0,-1-1 0 0 0,0 1 0 0 0,1 0 1 0 0,-1 0-1 0 0,0 0 0 0 0,1 0 0 0 0,-1 0 0 0 0,0 0 1 0 0,1 0-1 0 0,-1 0 0 0 0,0 0 0 0 0,1 1 0 0 0,-1-1 1 0 0,0 1-1 0 0,0-1 0 0 0,1 1 0 0 0,-1-1 0 0 0,0 1 1 0 0,0 0-1 0 0,0-1 0 0 0,0 1 0 0 0,0 0 1 0 0,0 0-1 0 0,0 0 0 0 0,0 0 0 0 0,0 0 0 0 0,0 0 1 0 0,0 0-1 0 0,-1 0 0 0 0,1 0 0 0 0,0 0 0 0 0,-1 1 1 0 0,1-1-1 0 0,-1 0 0 0 0,1 0 0 0 0,-1 1 0 0 0,0-1 1 0 0,1 0-1 0 0,-1 1 0 0 0,0-1 0 0 0,0 0 1 0 0,0 1-1 0 0,0-1 0 0 0,0 0 0 0 0,0 2 0 0 0,0 19 204 0 0,-1 1-1 0 0,-1-1 0 0 0,-1 0 1 0 0,0 0-1 0 0,-9 27 0 0 0,-41 107 686 0 0,47-138-784 0 0,-272 580 1596 0 0,147-335-1413 0 0,73-145-289 0 0,-45 97-1051 0 0,147-272-4056 0 0,-8 0 3392 0 0,62-90 331 0 0,-85 131 1444 0 0,1-1 0 0 0,1 2 0 0 0,0 0 0 0 0,1 0 0 0 0,0 2 0 0 0,20-13 0 0 0,-35 24-54 0 0,1 1 0 0 0,0 0 0 0 0,0 0-1 0 0,0 0 1 0 0,0 0 0 0 0,0 0 0 0 0,0 0 0 0 0,0 0-1 0 0,0 0 1 0 0,0 1 0 0 0,0-1 0 0 0,0 1 0 0 0,1 0 0 0 0,-1 0-1 0 0,0-1 1 0 0,0 1 0 0 0,0 1 0 0 0,0-1 0 0 0,1 0-1 0 0,-1 0 1 0 0,0 1 0 0 0,0 0 0 0 0,0-1 0 0 0,0 1 0 0 0,0 0-1 0 0,0 0 1 0 0,4 2 0 0 0,-3 0 51 0 0,-1 0-1 0 0,1 0 1 0 0,-1 0-1 0 0,0 0 1 0 0,0 1-1 0 0,0-1 1 0 0,0 1-1 0 0,0-1 1 0 0,-1 1-1 0 0,1 0 1 0 0,-1-1-1 0 0,0 1 1 0 0,0 0-1 0 0,0 7 1 0 0,1 13 230 0 0,0 1 1 0 0,-2 0-1 0 0,-1-1 1 0 0,-1 1-1 0 0,-6 24 1 0 0,-31 123 865 0 0,29-134-917 0 0,-112 370 1414 0 0,-3 16-159 0 0,120-404-1444 0 0,2-14-44 0 0,1 1 0 0 0,0 0 0 0 0,0-1 1 0 0,1 1-1 0 0,0 0 0 0 0,0 0 0 0 0,1 0 0 0 0,0 0 0 0 0,0 0 1 0 0,2 14-1 0 0,-1-20-33 0 0,-1 0 1 0 0,1 0-1 0 0,0 0 0 0 0,-1 0 1 0 0,1-1-1 0 0,0 1 0 0 0,-1 0 1 0 0,1 0-1 0 0,0-1 1 0 0,0 1-1 0 0,0-1 0 0 0,0 1 1 0 0,0 0-1 0 0,0-1 1 0 0,0 0-1 0 0,0 1 0 0 0,0-1 1 0 0,0 0-1 0 0,0 1 1 0 0,0-1-1 0 0,0 0 0 0 0,0 0 1 0 0,0 0-1 0 0,0 0 1 0 0,0 0-1 0 0,0 0 0 0 0,0 0 1 0 0,1 0-1 0 0,-1-1 1 0 0,0 1-1 0 0,0 0 0 0 0,0-1 1 0 0,0 1-1 0 0,0 0 1 0 0,1-1-1 0 0,37-17-504 0 0,-39 18 508 0 0,140-89-2697 0 0,-93 57 1985 0 0,0 2-1 0 0,76-34 0 0 0,-112 59 635 0 0,0 1 0 0 0,0 0-1 0 0,0 0 1 0 0,1 1 0 0 0,-1 1 0 0 0,1 0-1 0 0,13-1 1 0 0,-22 3 74 0 0,0 1 0 0 0,0-1 0 0 0,0 0 0 0 0,0 1-1 0 0,0-1 1 0 0,0 1 0 0 0,0 0 0 0 0,0 0 0 0 0,-1 0 0 0 0,1 0 0 0 0,0 1 0 0 0,-1-1 0 0 0,1 1-1 0 0,-1 0 1 0 0,1-1 0 0 0,-1 1 0 0 0,0 0 0 0 0,0 1 0 0 0,0-1 0 0 0,0 0 0 0 0,0 0 0 0 0,0 1-1 0 0,0-1 1 0 0,-1 1 0 0 0,0 0 0 0 0,1-1 0 0 0,-1 1 0 0 0,0 0 0 0 0,0 0 0 0 0,0 0 0 0 0,-1 0-1 0 0,2 5 1 0 0,0 9 179 0 0,0-1 1 0 0,-1 1-1 0 0,-1-1 0 0 0,-1 1 0 0 0,-2 19 0 0 0,-21 85 910 0 0,15-77-744 0 0,-63 235 1310 0 0,7-31-243 0 0,62-235-1300 0 0,0 1 1 0 0,1-1 0 0 0,1 1 0 0 0,0 25 0 0 0,2-36-94 0 0,-1-1-1 0 0,0 1 0 0 0,1-1 1 0 0,-1 1-1 0 0,1-1 1 0 0,0 0-1 0 0,-1 1 0 0 0,1-1 1 0 0,0 0-1 0 0,1 0 1 0 0,-1 0-1 0 0,0 0 0 0 0,1 0 1 0 0,2 4-1 0 0,-2-5-25 0 0,0 0 0 0 0,-1 0 0 0 0,1 0 0 0 0,0 0 0 0 0,0-1-1 0 0,0 1 1 0 0,-1 0 0 0 0,1-1 0 0 0,0 0 0 0 0,0 1 0 0 0,0-1-1 0 0,0 0 1 0 0,0 0 0 0 0,0 0 0 0 0,0 0 0 0 0,0 0 0 0 0,0-1 0 0 0,0 1-1 0 0,0 0 1 0 0,0-1 0 0 0,3-1 0 0 0,3-1-208 0 0,0-1 1 0 0,0 0-1 0 0,-1 0 0 0 0,1 0 1 0 0,-1-1-1 0 0,0-1 0 0 0,-1 1 1 0 0,1-1-1 0 0,-1 0 0 0 0,0 0 1 0 0,0-1-1 0 0,-1 0 0 0 0,0 0 1 0 0,7-12-1 0 0,5-13-344 0 0,-1 0 0 0 0,13-40 0 0 0,-21 53 609 0 0,-4 8-70 0 0,3-5 31 0 0,-1 0-1 0 0,0 0 1 0 0,-1-1-1 0 0,-1 0 0 0 0,-1 1 1 0 0,2-21-1 0 0,-5 37 2 0 0,0 0 0 0 0,0 0 0 0 0,0-1 0 0 0,0 1 0 0 0,0 0 0 0 0,0 0 0 0 0,-1 0 0 0 0,1 0 0 0 0,0 0 0 0 0,0 0 1 0 0,0 0-1 0 0,0-1 0 0 0,0 1 0 0 0,0 0 0 0 0,0 0 0 0 0,0 0 0 0 0,0 0 0 0 0,0 0 0 0 0,0 0 0 0 0,-1 0 0 0 0,1 0 0 0 0,0 0 0 0 0,0-1 0 0 0,0 1 0 0 0,0 0 0 0 0,0 0 0 0 0,0 0 1 0 0,0 0-1 0 0,-1 0 0 0 0,1 0 0 0 0,0 0 0 0 0,0 0 0 0 0,0 0 0 0 0,0 0 0 0 0,0 0 0 0 0,0 0 0 0 0,-1 0 0 0 0,1 0 0 0 0,0 0 0 0 0,0 0 0 0 0,0 0 0 0 0,0 0 0 0 0,0 0 0 0 0,0 0 0 0 0,-1 0 1 0 0,1 1-1 0 0,0-1 0 0 0,0 0 0 0 0,0 0 0 0 0,0 0 0 0 0,0 0 0 0 0,0 0 0 0 0,0 0 0 0 0,0 0 0 0 0,0 0 0 0 0,-1 0 0 0 0,1 0 0 0 0,0 1 0 0 0,0-1 0 0 0,0 0 0 0 0,0 0 0 0 0,-13 11 602 0 0,-10 17 444 0 0,-123 238 1911 0 0,16-24-2567 0 0,42-109-241 0 0,80-117-1611 0 0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0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97 2625 0 0,'-2'-9'118'0'0,"-9"-21"8705"0"0,11 38-8635 0 0,0-1 0 0 0,1 0 0 0 0,0 0 0 0 0,0 0 0 0 0,0 0 0 0 0,1 0-1 0 0,0 0 1 0 0,1-1 0 0 0,-1 1 0 0 0,6 9 0 0 0,-6-14-123 0 0,-1 0 0 0 0,0 1 0 0 0,1-1 1 0 0,-1 0-1 0 0,1 0 0 0 0,0 0 0 0 0,-1 0 0 0 0,1 0 1 0 0,0-1-1 0 0,0 1 0 0 0,0-1 0 0 0,1 1 1 0 0,-1-1-1 0 0,0 1 0 0 0,1-1 0 0 0,-1 0 0 0 0,0 0 1 0 0,1-1-1 0 0,-1 1 0 0 0,1 0 0 0 0,-1-1 0 0 0,1 1 1 0 0,0-1-1 0 0,-1 0 0 0 0,1 0 0 0 0,-1 0 1 0 0,1 0-1 0 0,0 0 0 0 0,-1-1 0 0 0,1 1 0 0 0,-1-1 1 0 0,1 0-1 0 0,4-1 0 0 0,-4 0-1 0 0,0 1 0 0 0,0-1 0 0 0,0 1-1 0 0,0-1 1 0 0,0 0 0 0 0,0 0 0 0 0,0-1 0 0 0,-1 1 0 0 0,1 0 0 0 0,-1-1-1 0 0,0 0 1 0 0,1 1 0 0 0,-1-1 0 0 0,-1 0 0 0 0,1 0 0 0 0,0 0-1 0 0,-1 0 1 0 0,1-1 0 0 0,-1 1 0 0 0,0 0 0 0 0,0-1 0 0 0,0 1 0 0 0,-1 0-1 0 0,1-1 1 0 0,-1 1 0 0 0,1-1 0 0 0,-1 1 0 0 0,-1-1 0 0 0,1 1-1 0 0,0-1 1 0 0,-1 1 0 0 0,0-1 0 0 0,1 1 0 0 0,-1 0 0 0 0,-3-7 0 0 0,2 6-77 0 0,1 0 0 0 0,-1 1-1 0 0,0-1 1 0 0,0 1 0 0 0,0-1 0 0 0,0 1 0 0 0,0 0 0 0 0,-1 0 0 0 0,0 0 0 0 0,0 0 0 0 0,1 0 0 0 0,-2 1 0 0 0,1-1 0 0 0,0 1 0 0 0,0 0 0 0 0,-1 0 0 0 0,1 0 0 0 0,-1 0 0 0 0,0 0 0 0 0,1 1 0 0 0,-1 0 0 0 0,0 0 0 0 0,0 0 0 0 0,0 0 0 0 0,0 1 0 0 0,0-1 0 0 0,0 1 0 0 0,0 0 0 0 0,0 0 0 0 0,0 1 0 0 0,-7 0 0 0 0,5 2-78 0 0,0-1 1 0 0,0 1-1 0 0,0 0 0 0 0,0 0 1 0 0,1 1-1 0 0,-1-1 1 0 0,1 1-1 0 0,0 1 0 0 0,0-1 1 0 0,0 1-1 0 0,1 0 0 0 0,-1 0 1 0 0,1 0-1 0 0,1 0 1 0 0,-1 1-1 0 0,-3 7 0 0 0,3-6-17 0 0,0 1 0 0 0,1-1 0 0 0,0 1 0 0 0,0 0 0 0 0,0 0 0 0 0,1 0 0 0 0,1 0 0 0 0,-1 0 0 0 0,1 1 0 0 0,1-1 0 0 0,-1 0 0 0 0,3 14 0 0 0,-2-20 136 0 0,0 0 0 0 0,0 0-1 0 0,0 0 1 0 0,1-1 0 0 0,-1 1-1 0 0,1 0 1 0 0,0-1 0 0 0,-1 1-1 0 0,1 0 1 0 0,0-1 0 0 0,0 1-1 0 0,0-1 1 0 0,0 1 0 0 0,0-1-1 0 0,0 0 1 0 0,0 1 0 0 0,1-1-1 0 0,-1 0 1 0 0,0 0 0 0 0,1 0-1 0 0,-1 0 1 0 0,1 0 0 0 0,-1 0-1 0 0,1 0 1 0 0,0 0 0 0 0,-1-1-1 0 0,1 1 1 0 0,0-1 0 0 0,-1 1-1 0 0,1-1 1 0 0,0 1 0 0 0,0-1-1 0 0,0 0 1 0 0,-1 0 0 0 0,1 0-1 0 0,0 0 1 0 0,0 0 0 0 0,-1-1-1 0 0,1 1 1 0 0,0 0 0 0 0,2-2-1 0 0,1 1 77 0 0,1-1-1 0 0,0 0 0 0 0,-1 0 0 0 0,0-1 0 0 0,1 0 1 0 0,-1 0-1 0 0,0 0 0 0 0,-1 0 0 0 0,1-1 0 0 0,0 0 0 0 0,4-6 1 0 0,-5 5-44 0 0,0 0 1 0 0,-1-1-1 0 0,0 0 1 0 0,0 0-1 0 0,0 0 1 0 0,-1 0-1 0 0,0 0 1 0 0,0 0-1 0 0,2-10 1 0 0,-4 13-44 0 0,1 1 0 0 0,-1 0 1 0 0,0 0-1 0 0,1-1 1 0 0,-1 1-1 0 0,0 0 0 0 0,0-1 1 0 0,0 1-1 0 0,-1 0 0 0 0,1-1 1 0 0,0 1-1 0 0,-1 0 0 0 0,0 0 1 0 0,1-1-1 0 0,-1 1 0 0 0,0 0 1 0 0,0 0-1 0 0,-1 0 0 0 0,1 0 1 0 0,0 0-1 0 0,0 0 0 0 0,-1 0 1 0 0,1 1-1 0 0,-1-1 1 0 0,0 0-1 0 0,0 1 0 0 0,1-1 1 0 0,-1 1-1 0 0,-3-2 0 0 0,4 3-23 0 0,0-1 0 0 0,0 1 0 0 0,0 0 0 0 0,0 0 0 0 0,0 0 0 0 0,0 0 0 0 0,0 0 0 0 0,0 0 0 0 0,0 0 0 0 0,0 0 0 0 0,0 1 0 0 0,0-1-1 0 0,0 0 1 0 0,0 0 0 0 0,0 1 0 0 0,0-1 0 0 0,0 1 0 0 0,1-1 0 0 0,-1 1 0 0 0,0-1 0 0 0,0 1 0 0 0,0-1 0 0 0,1 1 0 0 0,-1 0 0 0 0,0-1 0 0 0,1 1 0 0 0,-1 0 0 0 0,1 0-1 0 0,-1 0 1 0 0,1-1 0 0 0,-1 1 0 0 0,1 0 0 0 0,-1 0 0 0 0,1 0 0 0 0,0 0 0 0 0,-1 1 0 0 0,-12 42-665 0 0,11-37 577 0 0,1 0 23 0 0,0-1 0 0 0,0 0 0 0 0,1 1 0 0 0,-1-1 0 0 0,1 1 0 0 0,1-1 1 0 0,-1 0-1 0 0,1 1 0 0 0,1 5 0 0 0,-1-10 67 0 0,-1-1 1 0 0,0 0-1 0 0,1 0 0 0 0,-1 0 1 0 0,1 1-1 0 0,-1-1 0 0 0,1 0 1 0 0,0 0-1 0 0,0 0 0 0 0,-1 0 1 0 0,1 0-1 0 0,0 0 0 0 0,0-1 1 0 0,0 1-1 0 0,0 0 0 0 0,0 0 1 0 0,0 0-1 0 0,0-1 0 0 0,0 1 1 0 0,2 0-1 0 0,-1-1 6 0 0,0 1 0 0 0,-1-1-1 0 0,1 0 1 0 0,0-1 0 0 0,0 1-1 0 0,0 0 1 0 0,0 0 0 0 0,-1-1-1 0 0,1 1 1 0 0,0-1 0 0 0,0 0-1 0 0,-1 1 1 0 0,1-1 0 0 0,0 0-1 0 0,-1 0 1 0 0,1 0 0 0 0,-1 0 0 0 0,3-2-1 0 0,1-2 55 0 0,-1 1 0 0 0,1-1 1 0 0,-1 1-1 0 0,0-1 0 0 0,0-1 0 0 0,-1 1 0 0 0,6-11 0 0 0,-8 15-64 0 0,0 0-1 0 0,0-1 1 0 0,-1 1-1 0 0,1-1 1 0 0,0 0-1 0 0,0 1 1 0 0,-1-1-1 0 0,1 1 1 0 0,-1-1-1 0 0,0 0 1 0 0,1 1-1 0 0,-1-1 1 0 0,0 0-1 0 0,0 0 1 0 0,0 1-1 0 0,0-1 1 0 0,0 0-1 0 0,-1 1 1 0 0,1-1-1 0 0,0 0 1 0 0,-1 1-1 0 0,1-1 1 0 0,-1 0-1 0 0,0 1 1 0 0,1-1-1 0 0,-1 1 1 0 0,0-1-1 0 0,0 1 1 0 0,0-1-1 0 0,0 1 1 0 0,0 0-1 0 0,0-1 1 0 0,-2 0-1 0 0,2 2-80 0 0,1-1 0 0 0,0 1 0 0 0,-1 0-1 0 0,1 0 1 0 0,-1 0 0 0 0,1 0 0 0 0,0 0-1 0 0,-1 0 1 0 0,1 0 0 0 0,-1 0 0 0 0,1 0 0 0 0,0 0-1 0 0,-1 0 1 0 0,1 0 0 0 0,-1 0 0 0 0,1 0-1 0 0,0 0 1 0 0,-1 0 0 0 0,1 0 0 0 0,-1 0 0 0 0,1 1-1 0 0,0-1 1 0 0,-1 0 0 0 0,1 0 0 0 0,0 0-1 0 0,-1 1 1 0 0,1-1 0 0 0,0 0 0 0 0,-1 0 0 0 0,0 1-1 0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5 255 11522 0 0,'0'-1'128'0'0,"-1"0"-1"0"0,0 0 0 0 0,1 0 0 0 0,0 0 0 0 0,-1 0 0 0 0,1 0 0 0 0,0 0 0 0 0,-1-1 0 0 0,1 1 0 0 0,0 0 0 0 0,0 0 0 0 0,0 0 0 0 0,0 0 0 0 0,0 0 0 0 0,0 0 0 0 0,1-3 0 0 0,-1 4-42 0 0,0-1 0 0 0,1 1 0 0 0,-1-1 0 0 0,0 1 0 0 0,1-1 0 0 0,-1 1 0 0 0,1-1 0 0 0,-1 1 0 0 0,1-1 0 0 0,-1 1 0 0 0,1 0 0 0 0,-1-1 0 0 0,1 1 0 0 0,-1 0 0 0 0,1-1 0 0 0,-1 1 0 0 0,1 0 0 0 0,0 0 0 0 0,-1 0 0 0 0,1-1 0 0 0,1 1-1 0 0,0 0 44 0 0,1 0 0 0 0,-1 0 0 0 0,1 0-1 0 0,-1 0 1 0 0,1 0 0 0 0,-1 1 0 0 0,1 0-1 0 0,-1-1 1 0 0,1 1 0 0 0,-1 0 0 0 0,1 0-1 0 0,-1 0 1 0 0,3 2 0 0 0,16 12 188 0 0,-1 1 0 0 0,0 1 0 0 0,-2 1 0 0 0,30 36-1 0 0,-34-36-152 0 0,1-1 0 0 0,1 0 0 0 0,1-2 0 0 0,0 1 0 0 0,1-2 0 0 0,35 22 0 0 0,-40-29-14 0 0,0 0 0 0 0,0-2-1 0 0,0 0 1 0 0,1 0 0 0 0,0-1-1 0 0,25 4 1 0 0,-35-8-99 0 0,0 1 0 0 0,0-1 0 0 0,0 0 0 0 0,0-1-1 0 0,0 1 1 0 0,0-1 0 0 0,0 1 0 0 0,0-1 0 0 0,0-1 0 0 0,0 1 0 0 0,0 0 0 0 0,-1-1-1 0 0,1 0 1 0 0,0 0 0 0 0,-1 0 0 0 0,0 0 0 0 0,1 0 0 0 0,-1-1 0 0 0,0 0 0 0 0,0 1-1 0 0,0-1 1 0 0,-1 0 0 0 0,1 0 0 0 0,-1-1 0 0 0,0 1 0 0 0,1 0 0 0 0,-2-1 0 0 0,4-6-1 0 0,2-7 62 0 0,-1 0-1 0 0,-1 0 0 0 0,0-1 0 0 0,-2 1 0 0 0,3-27 0 0 0,-1-94 75 0 0,-1 17-217 0 0,-3 107-178 0 0,-1 8 12 0 0,1 0 1 0 0,-1 0-1 0 0,1 0 1 0 0,0 1 0 0 0,0-1-1 0 0,1 0 1 0 0,-1 0-1 0 0,1 0 1 0 0,4-7 0 0 0,-8 37-8708 0 0,5 25 7326 0 0,-3-48 1574 0 0,1 19-29 0 0,0-2-26 0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2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3225 0 0,'0'0'142'0'0,"11"29"1471"0"0,48 171 6027 0 0,-22-65-9482 0 0,-31-118-2111 0 0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43 1840 0 0,'2'-3'195'0'0,"0"0"0"0"0,0 0 0 0 0,0 0-1 0 0,0 1 1 0 0,0-1 0 0 0,0 1-1 0 0,1-1 1 0 0,0 1 0 0 0,-1 0 0 0 0,1 0-1 0 0,0 0 1 0 0,0 0 0 0 0,0 1-1 0 0,0-1 1 0 0,0 1 0 0 0,0 0 0 0 0,0-1-1 0 0,1 2 1 0 0,-1-1 0 0 0,0 0-1 0 0,1 1 1 0 0,-1-1 0 0 0,7 1 0 0 0,-7 0 39 0 0,1-1-1 0 0,0 1 1 0 0,0 1 0 0 0,0-1 0 0 0,0 0 0 0 0,0 1 0 0 0,-1 0 0 0 0,1 0 0 0 0,0 0 0 0 0,0 0 0 0 0,-1 1 0 0 0,1 0 0 0 0,-1-1 0 0 0,0 1 0 0 0,1 0 0 0 0,-1 1 0 0 0,0-1 0 0 0,0 0 0 0 0,0 1-1 0 0,4 5 1 0 0,-3-1-16 0 0,0 0 0 0 0,-1 0 0 0 0,0 0 0 0 0,0 0 0 0 0,0 0 0 0 0,-1 1 0 0 0,0-1 0 0 0,-1 1 0 0 0,0-1 0 0 0,0 1 0 0 0,0-1-1 0 0,-1 1 1 0 0,0 0 0 0 0,-1 0 0 0 0,0-1 0 0 0,0 1 0 0 0,-1-1 0 0 0,1 1 0 0 0,-2-1 0 0 0,-5 14 0 0 0,-4 6-265 0 0,-2-2 0 0 0,-1 0 0 0 0,-1 0-1 0 0,-21 24 1 0 0,26-35-701 0 0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0 9674 0 0,'-1'13'5954'0'0,"-3"7"-3770"0"0,-4 41-1400 0 0,6-13-434 0 0,0 89 422 0 0,3-122-1144 0 0,1 0 0 0 0,0-1 0 0 0,1 1 1 0 0,1-1-1 0 0,0 1 0 0 0,12 26 1 0 0,-15-39 101 0 0,-1-1 0 0 0,1 1 0 0 0,0-1 0 0 0,-1 1 0 0 0,1-1 0 0 0,0 0 0 0 0,0 1 0 0 0,0-1-1 0 0,0 0 1 0 0,0 0 0 0 0,1 0 0 0 0,-1 0 0 0 0,0 0 0 0 0,0 0 0 0 0,1 0 0 0 0,1 1 0 0 0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3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0 105 456 0 0,'0'-4'379'0'0,"1"-1"-1"0"0,-1 1 0 0 0,1 0 1 0 0,0 0-1 0 0,0-1 1 0 0,1 1-1 0 0,-1 0 1 0 0,1 0-1 0 0,0 0 0 0 0,0 1 1 0 0,0-1-1 0 0,1 0 1 0 0,-1 1-1 0 0,1-1 1 0 0,0 1-1 0 0,0 0 0 0 0,0 0 1 0 0,0 0-1 0 0,0 1 1 0 0,1-1-1 0 0,-1 1 1 0 0,1-1-1 0 0,0 1 0 0 0,0 0 1 0 0,-1 0-1 0 0,1 1 1 0 0,9-3-1 0 0,-4 1-81 0 0,1 1-1 0 0,1-1 1 0 0,-1 2 0 0 0,0-1-1 0 0,0 2 1 0 0,1-1 0 0 0,-1 1-1 0 0,0 1 1 0 0,0 0-1 0 0,21 4 1 0 0,-27-3-232 0 0,1 0 0 0 0,0-1-1 0 0,-1 2 1 0 0,1-1 0 0 0,-1 0 0 0 0,0 1 0 0 0,0 0-1 0 0,0 0 1 0 0,0 0 0 0 0,0 0 0 0 0,0 1 0 0 0,-1-1 0 0 0,0 1-1 0 0,0 0 1 0 0,0 0 0 0 0,0 0 0 0 0,0 1 0 0 0,-1-1-1 0 0,0 1 1 0 0,0-1 0 0 0,0 1 0 0 0,-1 0 0 0 0,1 0-1 0 0,-1-1 1 0 0,1 9 0 0 0,-1-4 17 0 0,-1-1-1 0 0,1 0 1 0 0,-2 1 0 0 0,1-1-1 0 0,-1 0 1 0 0,0 1 0 0 0,-1-1-1 0 0,0 0 1 0 0,0 0 0 0 0,-1 0-1 0 0,0 0 1 0 0,0-1 0 0 0,-1 1-1 0 0,-7 11 1 0 0,-1-3-197 0 0,-1-1-1 0 0,0 0 1 0 0,-2 0 0 0 0,1-2-1 0 0,-24 17 1 0 0,20-16-5776 0 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5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68 128 3657 0 0,'-7'-15'291'0'0,"0"1"1"0"0,2-1-1 0 0,-5-20 1 0 0,7 25 1144 0 0,1 0-1 0 0,1-1 1 0 0,-1-6 5924 0 0,0 30-4750 0 0,-7 56-2550 0 0,8-28-79 0 0,1 0 0 0 0,3 0 0 0 0,11 59 0 0 0,-14-95 55 0 0,0 0-1 0 0,0-1 1 0 0,0 1-1 0 0,-1 0 1 0 0,1-1-1 0 0,-1 1 1 0 0,-3 8 0 0 0,2-7 0 0 0,1-1 1 0 0,0 1-1 0 0,0-1 0 0 0,0 1 1 0 0,0-1-1 0 0,1 1 1 0 0,0 5-1 0 0,1-8 9 0 0,0 0 0 0 0,0 0 0 0 0,0-1 0 0 0,0 1 0 0 0,0-1 0 0 0,0 1 0 0 0,1-1 0 0 0,0 1 0 0 0,-1-1 0 0 0,1 0 0 0 0,0 0 0 0 0,0 0 0 0 0,0 0 0 0 0,0 0 0 0 0,0 0 0 0 0,0 0 0 0 0,1-1 0 0 0,-1 1 0 0 0,4 1 0 0 0,8 6 67 0 0,-12-8-120 0 0,-1-1 0 0 0,0 1 0 0 0,0-1 0 0 0,0 0 0 0 0,1 0 0 0 0,-1 0 0 0 0,0 0 0 0 0,0 0 0 0 0,0 0 0 0 0,1 0 0 0 0,-1 0 0 0 0,0 0 0 0 0,0 0 0 0 0,0-1 0 0 0,1 1 0 0 0,-1-1 0 0 0,0 1 0 0 0,0-1 0 0 0,0 1 0 0 0,0-1 0 0 0,0 1 0 0 0,0-1 0 0 0,0 0 0 0 0,0 0 0 0 0,0 1 0 0 0,0-1 0 0 0,0 0 0 0 0,-1 0 0 0 0,1 0 0 0 0,1-1 0 0 0,24-34-4000 0 0,-59 41-7678 0 0,31-5 11808 0 0,1 1-1 0 0,0-1 1 0 0,-1 1-1 0 0,1 0 0 0 0,0-1 1 0 0,-1 1-1 0 0,1 0 0 0 0,0 0 1 0 0,0 0-1 0 0,-1 0 1 0 0,1 0-1 0 0,0 0 0 0 0,0 0 1 0 0,0 0-1 0 0,0 0 1 0 0,0 1-1 0 0,1-1 0 0 0,-1 0 1 0 0,0 1-1 0 0,1-1 1 0 0,-1 1-1 0 0,1-1 0 0 0,-1 0 1 0 0,1 1-1 0 0,-1-1 1 0 0,1 1-1 0 0,0-1 0 0 0,0 1 1 0 0,0 0-1 0 0,0-1 1 0 0,0 1-1 0 0,0-1 0 0 0,0 1 1 0 0,1-1-1 0 0,-1 1 1 0 0,1-1-1 0 0,-1 0 0 0 0,1 1 1 0 0,-1-1-1 0 0,1 1 0 0 0,0-1 1 0 0,-1 0-1 0 0,1 1 1 0 0,0-1-1 0 0,0 0 0 0 0,0 0 1 0 0,0 0-1 0 0,0 0 1 0 0,2 2-1 0 0,-1-2 15 0 0,-1 1 0 0 0,1-1 0 0 0,0 0 0 0 0,0 1 0 0 0,0-1 0 0 0,0 0 0 0 0,0 0 0 0 0,0 0 0 0 0,1 0 0 0 0,-1 0 0 0 0,0-1 0 0 0,0 1 0 0 0,1-1 0 0 0,-1 1 0 0 0,0-1 0 0 0,1 0 0 0 0,-1 0 0 0 0,0 0 0 0 0,1 0 0 0 0,-1-1 0 0 0,0 1 0 0 0,0 0 0 0 0,1-1 0 0 0,-1 0 0 0 0,0 1-1 0 0,0-1 1 0 0,1 0 0 0 0,-1 0 0 0 0,0 0 0 0 0,0-1 0 0 0,0 1 0 0 0,-1 0 0 0 0,4-3 0 0 0,-3 2-94 0 0,-1 1 1 0 0,0-1-1 0 0,1 0 0 0 0,-1 0 0 0 0,0 1 0 0 0,0-1 0 0 0,0 0 0 0 0,0 0 1 0 0,0 0-1 0 0,-1 0 0 0 0,1 0 0 0 0,-1 0 0 0 0,1 0 0 0 0,-1 0 0 0 0,0-1 0 0 0,1 1 1 0 0,-1 0-1 0 0,0 0 0 0 0,0 0 0 0 0,-1-4 0 0 0,0 2-62 0 0,0 0 1 0 0,0 1-1 0 0,-1-1 0 0 0,1 0 1 0 0,-1 0-1 0 0,0 1 0 0 0,0-1 1 0 0,0 1-1 0 0,-1-1 0 0 0,-4-4 0 0 0,4 4-55 0 0,-1 1-1 0 0,1-1 0 0 0,-1 1 0 0 0,0 0 1 0 0,0 1-1 0 0,0-1 0 0 0,0 1 0 0 0,0-1 0 0 0,-6-1 1 0 0,8 3 34 0 0,0 1 0 0 0,0-1 0 0 0,-1 0-1 0 0,1 1 1 0 0,-1-1 0 0 0,1 1 0 0 0,-1 0 0 0 0,1 0 0 0 0,0 0 0 0 0,-1 0 0 0 0,1 0 0 0 0,-1 1 0 0 0,1-1 0 0 0,0 1 0 0 0,-1-1 0 0 0,1 1 0 0 0,-4 2 0 0 0,2-1 25 0 0,1 1 0 0 0,-1 0-1 0 0,1 0 1 0 0,0 1 0 0 0,0-1-1 0 0,0 1 1 0 0,1-1 0 0 0,-1 1 0 0 0,1 0-1 0 0,0 0 1 0 0,0 0 0 0 0,0 0 0 0 0,0 1-1 0 0,-1 5 1 0 0,-1 3-33 0 0,1 0 0 0 0,0 0 0 0 0,-1 22 0 0 0,4-32 111 0 0,0 0 0 0 0,0 0 0 0 0,1 0 0 0 0,-1 0 0 0 0,1 0 0 0 0,-1 0 0 0 0,1 0 0 0 0,0 0 0 0 0,0 0 0 0 0,1-1 0 0 0,-1 1 0 0 0,0 0-1 0 0,1-1 1 0 0,0 1 0 0 0,0-1 0 0 0,-1 1 0 0 0,4 2 0 0 0,-4-5-31 0 0,0 1-1 0 0,0 0 0 0 0,0 0 1 0 0,0-1-1 0 0,0 1 1 0 0,0-1-1 0 0,0 1 0 0 0,0-1 1 0 0,1 1-1 0 0,-1-1 1 0 0,0 1-1 0 0,0-1 0 0 0,0 0 1 0 0,1 0-1 0 0,-1 0 1 0 0,0 0-1 0 0,0 0 0 0 0,1 0 1 0 0,-1 0-1 0 0,0 0 1 0 0,0 0-1 0 0,0-1 0 0 0,1 1 1 0 0,-1 0-1 0 0,0-1 0 0 0,0 1 1 0 0,0-1-1 0 0,0 1 1 0 0,0-1-1 0 0,0 0 0 0 0,0 1 1 0 0,0-1-1 0 0,0 0 1 0 0,0 0-1 0 0,0 0 0 0 0,0 0 1 0 0,0 1-1 0 0,0-1 1 0 0,-1 0-1 0 0,1-1 0 0 0,-1 1 1 0 0,1 0-1 0 0,0-1 1 0 0,1-2 130 0 0,0-1 0 0 0,-1 1 1 0 0,0 0-1 0 0,1 0 0 0 0,-1-1 1 0 0,-1 1-1 0 0,1-1 0 0 0,-1 1 1 0 0,0-1-1 0 0,0 1 0 0 0,0-1 1 0 0,0 1-1 0 0,-1-1 0 0 0,0 1 1 0 0,-1-5-1 0 0,0 2-51 0 0,1 1-1 0 0,-1-1 1 0 0,-1 1-1 0 0,1 0 1 0 0,-1 0-1 0 0,0 0 1 0 0,0 0-1 0 0,-1 0 1 0 0,-7-8-1 0 0,11 13-105 0 0,-1 1 0 0 0,1-1 0 0 0,-1 0 0 0 0,0 1 0 0 0,0-1 0 0 0,1 1 0 0 0,-1-1 0 0 0,0 1 0 0 0,0-1 0 0 0,0 1 0 0 0,0 0 0 0 0,1-1 0 0 0,-1 1 0 0 0,0 0 0 0 0,0-1 0 0 0,0 1 0 0 0,0 0-1 0 0,0 0 1 0 0,0 0 0 0 0,0 0 0 0 0,0 0 0 0 0,0 0 0 0 0,0 0 0 0 0,0 0 0 0 0,0 1 0 0 0,1-1 0 0 0,-1 0 0 0 0,0 1 0 0 0,0-1 0 0 0,0 0 0 0 0,0 1 0 0 0,0-1 0 0 0,1 1 0 0 0,-1-1 0 0 0,0 1 0 0 0,0-1 0 0 0,1 1 0 0 0,-1 0 0 0 0,0-1-1 0 0,1 1 1 0 0,-1 0 0 0 0,1 0 0 0 0,-1-1 0 0 0,1 1 0 0 0,-1 0 0 0 0,0 1 0 0 0,-1 1-181 0 0,1 0 0 0 0,-1 0-1 0 0,1 0 1 0 0,0 1 0 0 0,0-1-1 0 0,0 0 1 0 0,0 0 0 0 0,0 1-1 0 0,1-1 1 0 0,-1 0 0 0 0,1 1 0 0 0,0 3-1 0 0,2 1-935 0 0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5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106 49 2761 0 0,'0'-2'7767'0'0,"22"17"-6146"0"0,-13-16-642 0 0,-10-16-544 0 0,1 15-391 0 0,0 0 0 0 0,-1 0 0 0 0,0-1 0 0 0,1 1 0 0 0,-1 0 0 0 0,0 0 0 0 0,0 0 0 0 0,0 0 0 0 0,-1 0 0 0 0,1 0 0 0 0,0 0 0 0 0,-1 0 0 0 0,1 1 0 0 0,-1-1 0 0 0,0 1 0 0 0,1-1 0 0 0,-1 1 0 0 0,0-1 0 0 0,0 1 0 0 0,0 0 0 0 0,0 0 0 0 0,0 0 0 0 0,0 0 0 0 0,-5-1 0 0 0,5 2 8 0 0,-1 0 0 0 0,0 0 0 0 0,1 0-1 0 0,-1 1 1 0 0,1-1 0 0 0,-1 1 0 0 0,1 0 0 0 0,-1 0 0 0 0,1 0-1 0 0,-1 0 1 0 0,1 0 0 0 0,0 0 0 0 0,-1 1 0 0 0,1-1 0 0 0,0 1-1 0 0,0 0 1 0 0,0-1 0 0 0,0 1 0 0 0,1 0 0 0 0,-1 0 0 0 0,-2 4-1 0 0,0-1-13 0 0,1 0 0 0 0,0 0-1 0 0,0 0 1 0 0,1 0-1 0 0,0 0 1 0 0,0 0-1 0 0,0 1 1 0 0,-2 10 0 0 0,4-15-29 0 0,-1 0 0 0 0,1 1 0 0 0,0-1 0 0 0,0 0 0 0 0,0 0 0 0 0,0 0 0 0 0,0 0 0 0 0,1 0 0 0 0,-1 0 0 0 0,0 0 0 0 0,0 1 0 0 0,1-1 0 0 0,-1 0 0 0 0,1 0 0 0 0,-1 0 0 0 0,1 0 0 0 0,-1 0 0 0 0,1 0 0 0 0,1 1 0 0 0,-1-1 20 0 0,0 0 0 0 0,1-1 0 0 0,-1 1 0 0 0,0-1 1 0 0,1 1-1 0 0,-1-1 0 0 0,1 1 0 0 0,-1-1 0 0 0,0 0 0 0 0,1 0 0 0 0,-1 0 0 0 0,1 0 0 0 0,-1 0 0 0 0,1 0 0 0 0,-1 0 1 0 0,1 0-1 0 0,-1 0 0 0 0,0-1 0 0 0,1 1 0 0 0,1-1 0 0 0,-2 1 2 0 0,-1 0 0 0 0,1-1 0 0 0,0 1 0 0 0,0 0-1 0 0,0 0 1 0 0,0-1 0 0 0,0 1 0 0 0,-1 0 0 0 0,1-1 0 0 0,0 1 0 0 0,0-1 0 0 0,-1 1 0 0 0,1-1-1 0 0,0 0 1 0 0,0 1 0 0 0,-1-1 0 0 0,1 0 0 0 0,-1 1 0 0 0,1-1 0 0 0,-1 0 0 0 0,1 0 0 0 0,-1 1-1 0 0,1-1 1 0 0,-1 0 0 0 0,0 0 0 0 0,1 0 0 0 0,-1 0 0 0 0,0 1 0 0 0,0-1 0 0 0,0 0 0 0 0,0 0-1 0 0,0 0 1 0 0,0-1 0 0 0,0 0 7 0 0,0 0-1 0 0,-1 0 1 0 0,1 0-1 0 0,-1 0 0 0 0,0 0 1 0 0,0 0-1 0 0,0 0 1 0 0,0 0-1 0 0,0 0 1 0 0,0 1-1 0 0,0-1 1 0 0,-1 0-1 0 0,-2-2 0 0 0,3 2-15 0 0,-1 1-1 0 0,1 0 1 0 0,-1-1-1 0 0,0 1 1 0 0,1 0-1 0 0,-1 0 0 0 0,0 0 1 0 0,0 0-1 0 0,1 0 1 0 0,-1 1-1 0 0,0-1 0 0 0,0 0 1 0 0,0 1-1 0 0,0-1 1 0 0,-2 1-1 0 0,3 0-3 0 0,-1 0-1 0 0,1 0 0 0 0,0 1 1 0 0,0-1-1 0 0,0 0 1 0 0,0 1-1 0 0,0-1 1 0 0,0 1-1 0 0,0-1 1 0 0,-1 1-1 0 0,1-1 1 0 0,1 1-1 0 0,-1 0 0 0 0,0-1 1 0 0,0 1-1 0 0,0 0 1 0 0,0 0-1 0 0,0 0 1 0 0,1 0-1 0 0,-1 0 1 0 0,0 0-1 0 0,1 0 0 0 0,-1 0 1 0 0,1 0-1 0 0,-1 0 1 0 0,1 0-1 0 0,-1 0 1 0 0,1 2-1 0 0,-1-1-16 0 0,0 0 0 0 0,0 0 0 0 0,1 0 0 0 0,-1 0 0 0 0,1 0 0 0 0,0 0 0 0 0,-1 0 0 0 0,1 0 0 0 0,0 0 0 0 0,0 0 0 0 0,1 0 0 0 0,-1 0-1 0 0,0 0 1 0 0,1 0 0 0 0,-1 0 0 0 0,1 0 0 0 0,-1 0 0 0 0,3 4 0 0 0,-2-5-4 0 0,0 0-1 0 0,0 0 1 0 0,0 0-1 0 0,0 1 0 0 0,0-1 1 0 0,1 0-1 0 0,-1-1 1 0 0,0 1-1 0 0,1 0 1 0 0,-1 0-1 0 0,1-1 1 0 0,-1 1-1 0 0,1 0 1 0 0,-1-1-1 0 0,1 0 1 0 0,-1 1-1 0 0,1-1 0 0 0,0 0 1 0 0,1 0-1 0 0,1 1 21 0 0,0-1-1 0 0,-1-1 0 0 0,1 1 0 0 0,0-1 0 0 0,-1 1 0 0 0,1-1 0 0 0,0 0 0 0 0,-1 0 0 0 0,1-1 0 0 0,-1 1 1 0 0,1-1-1 0 0,-1 0 0 0 0,0 0 0 0 0,0 0 0 0 0,0 0 0 0 0,0 0 0 0 0,0-1 0 0 0,0 1 0 0 0,-1-1 0 0 0,3-3 1 0 0,-2 3-3 0 0,-1 0 1 0 0,0 0-1 0 0,-1-1 1 0 0,1 1-1 0 0,-1-1 1 0 0,1 1-1 0 0,-1-1 1 0 0,0 0-1 0 0,0 1 1 0 0,0-7-1 0 0,-1 9-29 0 0,0 1 0 0 0,0-1-1 0 0,0 0 1 0 0,0 0 0 0 0,0 0 0 0 0,-1 0 0 0 0,1 0 0 0 0,0 0-1 0 0,-1 0 1 0 0,1 0 0 0 0,0 1 0 0 0,-1-1 0 0 0,1 0 0 0 0,-1 0-1 0 0,0 0 1 0 0,1 1 0 0 0,-1-1 0 0 0,1 0 0 0 0,-1 1 0 0 0,0-1-1 0 0,0 0 1 0 0,1 1 0 0 0,-1-1 0 0 0,0 1 0 0 0,0-1 0 0 0,0 1-1 0 0,0 0 1 0 0,1-1 0 0 0,-1 1 0 0 0,0 0 0 0 0,0 0-1 0 0,0-1 1 0 0,0 1 0 0 0,0 0 0 0 0,0 0 0 0 0,0 0 0 0 0,0 0-1 0 0,0 0 1 0 0,0 0 0 0 0,0 1 0 0 0,0-1 0 0 0,1 0 0 0 0,-3 1-1 0 0,-25 6-2420 0 0,12 2-4474 0 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84 122 2304 0 0,'-42'-1'2550'0'0,"0"0"5896"0"0,63-6-2962 0 0,15-6-4498 0 0,49-5 155 0 0,129-8 0 0 0,91 12-814 0 0,-148 8 148 0 0,26 5-9 0 0,-91 2-141 0 0,-90-1-331 0 0,-1 1 0 0 0,1-1 0 0 0,0 0 0 0 0,0-1 0 0 0,0 1 0 0 0,-1 0 0 0 0,1 0 0 0 0,0-1 0 0 0,0 1 0 0 0,0-1 0 0 0,-1 0 0 0 0,1 1 0 0 0,0-1 0 0 0,-1 0 0 0 0,1 0 0 0 0,-1 0 0 0 0,1 0-1 0 0,-1 0 1 0 0,1 0 0 0 0,-1-1 0 0 0,0 1 0 0 0,2-2 0 0 0,5-16-3878 0 0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64 145 14283 0 0,'-13'1'738'0'0,"9"-1"-745"0"0,1 1 0 0 0,-1-1 0 0 0,0 0 0 0 0,1 1 0 0 0,-1 0 0 0 0,1 0 0 0 0,-1 0 0 0 0,-3 2 0 0 0,5-2 82 0 0,1 0 0 0 0,0 0 0 0 0,0 0 0 0 0,0 0 0 0 0,0 1 0 0 0,0-1 1 0 0,0 0-1 0 0,1 0 0 0 0,-1 1 0 0 0,0-1 0 0 0,0 1 0 0 0,1-1 0 0 0,-1 0 0 0 0,1 1 0 0 0,0-1 0 0 0,-1 1 0 0 0,1-1 0 0 0,0 1 0 0 0,0-1 0 0 0,0 1 0 0 0,0 0 0 0 0,0-1 0 0 0,0 1 0 0 0,0 1 0 0 0,1 8 38 0 0,1-1-1 0 0,0 1 1 0 0,0-1-1 0 0,1 1 1 0 0,0-1 0 0 0,1 0-1 0 0,0 0 1 0 0,1 0-1 0 0,0-1 1 0 0,0 1-1 0 0,1-1 1 0 0,0 0-1 0 0,1-1 1 0 0,0 0-1 0 0,0 0 1 0 0,1 0 0 0 0,0-1-1 0 0,0 0 1 0 0,0 0-1 0 0,1-1 1 0 0,0-1-1 0 0,1 1 1 0 0,-1-1-1 0 0,1-1 1 0 0,0 0 0 0 0,0 0-1 0 0,0-1 1 0 0,1 0-1 0 0,-1-1 1 0 0,1 0-1 0 0,0-1 1 0 0,20 1-1 0 0,-28-2-86 0 0,1 0 0 0 0,-1 0 0 0 0,1 0 0 0 0,-1-1 0 0 0,1 1 1 0 0,-1-1-1 0 0,0 0 0 0 0,1 0 0 0 0,-1 0 0 0 0,0 0 0 0 0,0-1 0 0 0,0 1 0 0 0,0-1 0 0 0,0 0 0 0 0,0 0 0 0 0,0 0 0 0 0,0 0 0 0 0,4-5 0 0 0,-5 3 19 0 0,0 1 1 0 0,1-1-1 0 0,-1 0 1 0 0,0 0-1 0 0,-1 0 1 0 0,1 0-1 0 0,-1 0 1 0 0,1 0-1 0 0,-1-1 1 0 0,-1 1-1 0 0,1 0 1 0 0,-1-1-1 0 0,1-4 1 0 0,-2-4 70 0 0,0 0 0 0 0,0 0 0 0 0,-1 0 0 0 0,-1 0 0 0 0,0 0 0 0 0,-1 1 0 0 0,0-1 0 0 0,-11-21 0 0 0,6 19-69 0 0,0 0 0 0 0,-1 1 0 0 0,0 0 1 0 0,-1 0-1 0 0,-1 1 0 0 0,0 1 0 0 0,-25-20 0 0 0,26 24-221 0 0,0 0-1 0 0,-1 1 1 0 0,0 0-1 0 0,0 1 0 0 0,-1 0 1 0 0,0 1-1 0 0,0 0 0 0 0,0 1 1 0 0,0 1-1 0 0,-19-3 1 0 0,19 6-877 0 0,3 1-235 0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19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 1840 0 0,'2'7'14041'0'0,"18"27"-11662"0"0,1-10-318 0 0,-10-10-1556 0 0,1-1 0 0 0,1 1-1 0 0,22 17 1 0 0,-33-29-506 0 0,2 1 0 0 0,-1-1 0 0 0,0 0 0 0 0,0 0 0 0 0,1 0 0 0 0,-1-1 0 0 0,1 1 0 0 0,-1-1 0 0 0,1 0 0 0 0,0 0 1 0 0,0 0-1 0 0,-1 0 0 0 0,1-1 0 0 0,0 0 0 0 0,0 1 0 0 0,0-2 0 0 0,0 1 0 0 0,-1 0 0 0 0,1-1 0 0 0,0 1 0 0 0,0-1 0 0 0,5-2 0 0 0,-5 1-6 0 0,-1 1-1 0 0,0-1 1 0 0,0 0 0 0 0,0 0 0 0 0,0-1-1 0 0,-1 1 1 0 0,1 0 0 0 0,0-1-1 0 0,-1 0 1 0 0,0 0 0 0 0,0 1-1 0 0,0-1 1 0 0,0 0 0 0 0,0-1-1 0 0,0 1 1 0 0,-1 0 0 0 0,1-1-1 0 0,-1 1 1 0 0,0 0 0 0 0,0-1-1 0 0,0-5 1 0 0,1-8 2 0 0,0 0 0 0 0,-2 0 0 0 0,-1-24 0 0 0,0 8 398 0 0,4 41-286 0 0,1-1 0 0 0,0 0-1 0 0,7 11 1 0 0,-4-7-72 0 0,0-1 1 0 0,1 1-1 0 0,0-2 1 0 0,0 1-1 0 0,1-1 0 0 0,0 0 1 0 0,20 14-1 0 0,-24-20-349 0 0,1 1 1 0 0,-1-1-1 0 0,1 0 0 0 0,0 0 0 0 0,0 0 0 0 0,0-1 0 0 0,1 0 1 0 0,-1 0-1 0 0,0-1 0 0 0,1 0 0 0 0,-1 0 0 0 0,1 0 0 0 0,0-1 1 0 0,-1 0-1 0 0,1 0 0 0 0,8-2 0 0 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17 8754 0 0,'-13'-9'91'0'0,"-13"1"11177"0"0,27 25-10282 0 0,11 29-373 0 0,2-2 0 0 0,2 0 0 0 0,38 75 0 0 0,-38-86-479 0 0,37 70-107 0 0,8 20-761 0 0,-26-37-7249 0 0,-30-70 1518 0 0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0.3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27 134 7370 0 0,'-1'-1'133'0'0,"0"1"1"0"0,-1 0 0 0 0,1 0-1 0 0,0-1 1 0 0,0 1 0 0 0,-1-1-1 0 0,1 1 1 0 0,0-1 0 0 0,0 1 0 0 0,0-1-1 0 0,0 0 1 0 0,0 1 0 0 0,-1-1-1 0 0,2 0 1 0 0,-1 0 0 0 0,0 0-1 0 0,0 0 1 0 0,0 0 0 0 0,0 0 0 0 0,0 0-1 0 0,1 0 1 0 0,-1 0 0 0 0,1-1-1 0 0,-1 1 1 0 0,1 0 0 0 0,-1-2-1 0 0,1 2 97 0 0,0-1 0 0 0,1 0 0 0 0,-1 1-1 0 0,1-1 1 0 0,-1 1 0 0 0,1-1-1 0 0,0 0 1 0 0,-1 1 0 0 0,1-1 0 0 0,0 1-1 0 0,0 0 1 0 0,0-1 0 0 0,0 1-1 0 0,1 0 1 0 0,-1 0 0 0 0,0-1 0 0 0,0 1-1 0 0,1 0 1 0 0,-1 0 0 0 0,3-1-1 0 0,13-9 855 0 0,0 1-1 0 0,1 1 0 0 0,0 1 0 0 0,35-12 1 0 0,34-3-2430 0 0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3.7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52 123 4729 0 0,'-3'-8'111'0'0,"0"0"0"0"0,0 0 0 0 0,1-1 0 0 0,-2-10 0 0 0,-32-52 16989 0 0,42 83-16154 0 0,-2-6-937 0 0,0 1 0 0 0,0-1 1 0 0,-1 1-1 0 0,1 0 0 0 0,-2 0 0 0 0,1 0 0 0 0,-1 0 0 0 0,0 0 0 0 0,2 12 0 0 0,-4 56 535 0 0,59 281-544 0 0,-31-218 0 0 0,14 214 0 0 0,-38-190 152 0 0,10 149 256 0 0,31 299 251 0 0,-41-474-618 0 0,6 69 3 0 0,4-55 40 0 0,10 67 64 0 0,23 78-20 0 0,-42-261-115 0 0,-4-18-68 0 0,1 0 0 0 0,7 24 0 0 0,-9-41 26 0 0,0 1 0 0 0,0 0 0 0 0,0 0-1 0 0,0 0 1 0 0,0 0 0 0 0,0 0 0 0 0,0 0 0 0 0,0-1-1 0 0,1 1 1 0 0,-1 0 0 0 0,0 0 0 0 0,0 0-1 0 0,0 0 1 0 0,0 0 0 0 0,0 0 0 0 0,0 0-1 0 0,0 0 1 0 0,1 0 0 0 0,-1-1 0 0 0,0 1-1 0 0,0 0 1 0 0,0 0 0 0 0,0 0 0 0 0,0 0-1 0 0,0 0 1 0 0,1 0 0 0 0,-1 0 0 0 0,0 0 0 0 0,0 0-1 0 0,0 0 1 0 0,0 0 0 0 0,0 0 0 0 0,1 0-1 0 0,-1 0 1 0 0,0 0 0 0 0,0 0 0 0 0,0 0-1 0 0,0 0 1 0 0,0 0 0 0 0,1 0 0 0 0,-1 1-1 0 0,0-1 1 0 0,0 0 0 0 0,0 0 0 0 0,0 0-1 0 0,0 0 1 0 0,0 0 0 0 0,0 0 0 0 0,1 0-1 0 0,-1 0 1 0 0,0 0 0 0 0,0 1 0 0 0,0-1 0 0 0,0 0-1 0 0,0 0 1 0 0,3-13-1149 0 0,-1 3 345 0 0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84 3177 0 0,'-24'-9'140'0'0,"-29"-9"1193"0"0,49 17-572 0 0,0 1 0 0 0,0-1 1 0 0,0 0-1 0 0,0 1 0 0 0,0 0 0 0 0,-1 0 0 0 0,1 0 0 0 0,0 0 0 0 0,0 1 1 0 0,-6 1-1 0 0,31-11 1866 0 0,-4 1-390 0 0,1 0 0 0 0,1 1-1 0 0,19-4 1 0 0,19 4-2232 0 0,-1 3 0 0 0,1 2-1 0 0,76 7 1 0 0,8 0 14 0 0,-107-6-278 0 0,1 3 0 0 0,-1 0 0 0 0,0 2 1 0 0,41 11-1 0 0,-72-14 347 0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6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 2304 0 0,'-1'1'-310'0'0,"-17"32"13924"0"0,36-25-11404 0 0,-4-3-1704 0 0,-1 0-1 0 0,0 0 0 0 0,0 1 0 0 0,0 1 0 0 0,-1 0 0 0 0,0 0 1 0 0,0 1-1 0 0,-1 1 0 0 0,0 0 0 0 0,-1 1 0 0 0,18 20 0 0 0,-2 4-533 0 0,-1 1-1 0 0,30 61 0 0 0,-48-84 147 0 0,7 13-75 0 0,42 70-1033 0 0,-56-95 936 0 0,0 0 0 0 0,0 1 1 0 0,1-1-1 0 0,-1 0 0 0 0,0 1 0 0 0,0-1 0 0 0,1 0 1 0 0,-1 0-1 0 0,0 1 0 0 0,0-1 0 0 0,1 0 0 0 0,-1 0 1 0 0,0 0-1 0 0,1 1 0 0 0,-1-1 0 0 0,0 0 0 0 0,1 0 1 0 0,-1 0-1 0 0,0 0 0 0 0,1 0 0 0 0,-1 1 0 0 0,0-1 1 0 0,1 0-1 0 0,-1 0 0 0 0,0 0 0 0 0,1 0 0 0 0,-1 0 1 0 0,1 0-1 0 0,-1 0 0 0 0,0 0 0 0 0,1 0 1 0 0,-1-1-1 0 0,1 1 0 0 0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4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281 58 3681 0 0,'1'-4'712'0'0,"8"-26"3157"0"0,-9 29-3598 0 0,1 0 0 0 0,-1 0 0 0 0,1 0-1 0 0,-1 0 1 0 0,0-1 0 0 0,0 1 0 0 0,0 0 0 0 0,0 0 0 0 0,0 0 0 0 0,0-1-1 0 0,0 1 1 0 0,0 0 0 0 0,0 0 0 0 0,0 0 0 0 0,-1 0 0 0 0,1-1-1 0 0,-1 1 1 0 0,0-2 0 0 0,0 3-80 0 0,0 0 0 0 0,1 0-1 0 0,-1 0 1 0 0,0 0 0 0 0,0 0-1 0 0,0 0 1 0 0,0 0 0 0 0,0 0-1 0 0,0 1 1 0 0,1-1 0 0 0,-1 0-1 0 0,0 0 1 0 0,0 1 0 0 0,0-1 0 0 0,0 0-1 0 0,1 1 1 0 0,-1-1 0 0 0,0 1-1 0 0,0-1 1 0 0,1 1 0 0 0,-1-1-1 0 0,1 1 1 0 0,-1 0 0 0 0,0-1-1 0 0,1 1 1 0 0,-1 1 0 0 0,-18 20 1326 0 0,18-21-1340 0 0,-91 135 2697 0 0,5-6-2098 0 0,67-99-557 0 0,16-23-235 0 0,-1 0 0 0 0,0 0 1 0 0,0-1-1 0 0,-1 0 0 0 0,1 0 1 0 0,-2-1-1 0 0,-6 7 0 0 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91 6913 0 0,'-1'-6'369'0'0,"0"0"0"0"0,0 0-1 0 0,0 0 1 0 0,0-1 0 0 0,1-8-1 0 0,1 9 605 0 0,-2 0-1 0 0,1 0 0 0 0,0 0 1 0 0,-1 1-1 0 0,-7-11 3798 0 0,8 17-4700 0 0,-7 7 1446 0 0,-3 11-314 0 0,2 4-1037 0 0,1 0 1 0 0,1 0 0 0 0,1 1 0 0 0,2-1 0 0 0,0 1-1 0 0,1 0 1 0 0,1 0 0 0 0,2 0 0 0 0,5 39 0 0 0,-4-51-168 0 0,0 0 0 0 0,1 0 0 0 0,1 0 0 0 0,0-1 1 0 0,1 1-1 0 0,0-1 0 0 0,1 0 0 0 0,0 0 0 0 0,0-1 1 0 0,1 0-1 0 0,1 0 0 0 0,0 0 0 0 0,0-1 0 0 0,1 0 1 0 0,0-1-1 0 0,0 0 0 0 0,1 0 0 0 0,0-1 1 0 0,1-1-1 0 0,15 9 0 0 0,22 2-213 0 0,-45-16 186 0 0,0 0 0 0 0,1 0 1 0 0,-1 0-1 0 0,0-1 0 0 0,1 0 1 0 0,-1 1-1 0 0,0-1 0 0 0,1-1 1 0 0,-1 1-1 0 0,0 0 0 0 0,1-1 1 0 0,4-1-1 0 0,-8 2 11 0 0,1-1 0 0 0,-1 1-1 0 0,0-1 1 0 0,0 1 0 0 0,0 0 0 0 0,0-1 0 0 0,0 1 0 0 0,0-1-1 0 0,0 1 1 0 0,0 0 0 0 0,0-1 0 0 0,0 1 0 0 0,0-1 0 0 0,-1 1-1 0 0,1 0 1 0 0,0-1 0 0 0,0 1 0 0 0,0-1 0 0 0,0 1 0 0 0,-1 0-1 0 0,1-1 1 0 0,0 1 0 0 0,0 0 0 0 0,-1-1 0 0 0,1 1 0 0 0,0 0-1 0 0,-1 0 1 0 0,1-1 0 0 0,0 1 0 0 0,-1 0 0 0 0,1 0 0 0 0,0-1-1 0 0,-1 1 1 0 0,1 0 0 0 0,0 0 0 0 0,-1 0 0 0 0,-18-15-306 0 0,16 13 236 0 0,-7-5 12 0 0,0 0 1 0 0,0-1-1 0 0,1 0 1 0 0,0-1 0 0 0,1 0-1 0 0,0 0 1 0 0,-7-12-1 0 0,13 17 53 0 0,0 0 0 0 0,0 0 0 0 0,0 0 0 0 0,1 0-1 0 0,-1 0 1 0 0,1 0 0 0 0,0-1 0 0 0,0 1 0 0 0,1 0-1 0 0,-1-1 1 0 0,1 1 0 0 0,0 0 0 0 0,0-1-1 0 0,1 1 1 0 0,-1-1 0 0 0,1 1 0 0 0,0 0 0 0 0,0 0-1 0 0,1-1 1 0 0,-1 1 0 0 0,1 0 0 0 0,0 0 0 0 0,3-5-1 0 0,2-2 35 0 0,1 1 0 0 0,0 0-1 0 0,0 1 1 0 0,1 0-1 0 0,0 0 1 0 0,1 0 0 0 0,0 1-1 0 0,1 1 1 0 0,-1 0-1 0 0,1 0 1 0 0,1 1 0 0 0,-1 1-1 0 0,1 0 1 0 0,0 0-1 0 0,0 1 1 0 0,0 1 0 0 0,1 0-1 0 0,14-2 1 0 0,-24 5 25 0 0,-1 0-1 0 0,1 0 1 0 0,0 0 0 0 0,-1 0 0 0 0,1 0 0 0 0,0 1 0 0 0,-1-1 0 0 0,1 1 0 0 0,-1-1 0 0 0,1 1-1 0 0,-1 0 1 0 0,1 0 0 0 0,-1 0 0 0 0,1 1 0 0 0,-1-1 0 0 0,0 1 0 0 0,0-1 0 0 0,0 1-1 0 0,3 2 1 0 0,-2-1 23 0 0,0 1 0 0 0,-1 0 1 0 0,1 0-1 0 0,-1 0 0 0 0,0 0 0 0 0,0 0 0 0 0,0 1 0 0 0,0-1 0 0 0,-1 0 0 0 0,2 7 0 0 0,0 8 91 0 0,-1 1 0 0 0,-1 0 0 0 0,0-1 0 0 0,-3 21 0 0 0,2-36-143 0 0,-5 65 216 0 0,1-36-323 0 0,2-1 1 0 0,5 65-1 0 0,-3-97 29 0 0,-1 1 1 0 0,1-1-1 0 0,0 1 0 0 0,0 0 0 0 0,0-1 1 0 0,0 1-1 0 0,0 0 0 0 0,0-1 0 0 0,1 1 1 0 0,-1 0-1 0 0,0-1 0 0 0,0 1 0 0 0,0-1 1 0 0,1 1-1 0 0,-1 0 0 0 0,0-1 0 0 0,0 1 1 0 0,1-1-1 0 0,-1 1 0 0 0,1-1 0 0 0,-1 1 1 0 0,0-1-1 0 0,1 1 0 0 0,-1-1 1 0 0,1 1-1 0 0,-1-1 0 0 0,1 0 0 0 0,-1 1 1 0 0,1-1-1 0 0,0 0 0 0 0,-1 1 0 0 0,1-1 1 0 0,-1 0-1 0 0,1 0 0 0 0,0 0 0 0 0,-1 0 1 0 0,1 1-1 0 0,0-1 0 0 0,-1 0 0 0 0,2 0 1 0 0,5-3-1592 0 0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5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6913 0 0,'-4'6'9696'0'0,"5"5"-5741"0"0,7 33-3225 0 0,-6-32 494 0 0,28 122-447 0 0,13 80-2255 0 0,-43-210 432 0 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5529 0 0,'5'-6'6637'0'0,"-5"6"-6485"0"0,12 4 2654 0 0,8 9-604 0 0,17 16 190 0 0,44 25 0 0 0,-64-44-2167 0 0,-1-2 0 0 0,2 1-1 0 0,-1-2 1 0 0,1 0 0 0 0,29 6-1 0 0,-45-12-202 0 0,-1-1 0 0 0,0 0 0 0 0,0 0 0 0 0,1 1 0 0 0,-1-1-1 0 0,0 0 1 0 0,0 0 0 0 0,1 0 0 0 0,-1 0 0 0 0,0 0 0 0 0,0 0 0 0 0,1-1-1 0 0,-1 1 1 0 0,0 0 0 0 0,0-1 0 0 0,1 1 0 0 0,-1-1 0 0 0,0 1 0 0 0,0-1-1 0 0,0 0 1 0 0,0 1 0 0 0,0-1 0 0 0,0 0 0 0 0,0 0 0 0 0,0 1 0 0 0,0-1-1 0 0,0 0 1 0 0,0 0 0 0 0,-1 0 0 0 0,1 0 0 0 0,0 0 0 0 0,-1-1 0 0 0,1 1-1 0 0,-1 0 1 0 0,1 0 0 0 0,-1 0 0 0 0,1 0 0 0 0,-1-1 0 0 0,0 1 0 0 0,0 0-1 0 0,1 0 1 0 0,-1-1 0 0 0,0 1 0 0 0,0 0 0 0 0,0-1 0 0 0,-1-1 0 0 0,0-9 24 0 0,0-1 1 0 0,-1 1-1 0 0,0 0 1 0 0,-5-13-1 0 0,3 6-47 0 0,-12-85-501 0 0,14 59-6393 0 0,3 20-551 0 0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2 9218 0 0,'-3'-1'720'0'0,"0"1"-1"0"0,0 0 1 0 0,0 0 0 0 0,0 0-1 0 0,0 1 1 0 0,0-1 0 0 0,0 1-1 0 0,0-1 1 0 0,0 1 0 0 0,0 0-1 0 0,-4 2 1 0 0,6-2-502 0 0,1-1-1 0 0,-1 1 1 0 0,1-1 0 0 0,-1 1 0 0 0,1 0 0 0 0,0-1-1 0 0,-1 1 1 0 0,1 0 0 0 0,0-1 0 0 0,-1 1-1 0 0,1 0 1 0 0,0 0 0 0 0,0-1 0 0 0,-1 1 0 0 0,1 0-1 0 0,0 0 1 0 0,0-1 0 0 0,0 1 0 0 0,0 0 0 0 0,0 0-1 0 0,1 1 1 0 0,3 18 237 0 0,125 338 946 0 0,-112-306-1695 0 0,-13-38 95 0 0,0 0 0 0 0,1 0 1 0 0,10 19-1 0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26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79 8290 0 0,'0'0'101'0'0,"-1"-1"0"0"0,1 1 1 0 0,0 0-1 0 0,-1-1 1 0 0,1 1-1 0 0,-1-1 0 0 0,1 1 1 0 0,0 0-1 0 0,0-1 0 0 0,-1 1 1 0 0,1-1-1 0 0,0 1 0 0 0,0-1 1 0 0,-1 1-1 0 0,1-1 0 0 0,0 1 1 0 0,0-1-1 0 0,0 1 0 0 0,0-1 1 0 0,0 1-1 0 0,0-1 0 0 0,0 1 1 0 0,0-1-1 0 0,0 0 0 0 0,0 1 1 0 0,0-1-1 0 0,0 1 1 0 0,0-1-1 0 0,0 1 0 0 0,0-1 1 0 0,0 1-1 0 0,1-1 0 0 0,-1 1 1 0 0,0-1-1 0 0,0 1 0 0 0,1 0 1 0 0,-1-1-1 0 0,0 1 0 0 0,1-1 1 0 0,-1 0-1 0 0,12-22 1465 0 0,-7 19-1241 0 0,0 1 0 0 0,0-1 0 0 0,0 1 0 0 0,0 0 0 0 0,0 0 0 0 0,1 0 0 0 0,-1 1 0 0 0,1 0 0 0 0,0 0 0 0 0,0 0 0 0 0,-1 1-1 0 0,1-1 1 0 0,0 2 0 0 0,0-1 0 0 0,1 1 0 0 0,9 0 0 0 0,0 1 114 0 0,0 0 0 0 0,1 1 0 0 0,-1 1 0 0 0,0 0 0 0 0,15 6 0 0 0,-20-6-347 0 0,-1 1 1 0 0,-1 1 0 0 0,1-1-1 0 0,0 1 1 0 0,-1 1 0 0 0,0 0-1 0 0,0 0 1 0 0,-1 1 0 0 0,0 0-1 0 0,0 0 1 0 0,-1 1 0 0 0,1 0-1 0 0,-2 0 1 0 0,8 12 0 0 0,-9-12-61 0 0,-1 0 1 0 0,0 0-1 0 0,-1 1 0 0 0,0 0 1 0 0,0-1-1 0 0,-1 1 0 0 0,0 0 1 0 0,-1 0-1 0 0,1 1 1 0 0,-2-1-1 0 0,1 0 0 0 0,-2 0 1 0 0,1 0-1 0 0,-1 0 0 0 0,0 1 1 0 0,-6 16-1 0 0,-1 0 49 0 0,-1 0 1 0 0,-1-1-1 0 0,-2 0 0 0 0,-25 42 1 0 0,26-51-159 0 0,0 0 0 0 0,-1-1 0 0 0,-1 0 0 0 0,0-1 0 0 0,-1 0 0 0 0,0-1 0 0 0,-26 17 0 0 0,40-30 70 0 0,-1 2-138 0 0,-1-1-1 0 0,1 0 1 0 0,-1 0-1 0 0,1 0 1 0 0,-1-1-1 0 0,0 1 1 0 0,1 0-1 0 0,-1-1 0 0 0,0 1 1 0 0,0-1-1 0 0,1 1 1 0 0,-1-1-1 0 0,0 0 1 0 0,0 0-1 0 0,-3 0 1 0 0,-6-5-1240 0 0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109 1 5985 0 0,'-2'0'145'0'0,"-1"1"1"0"0,0 0-1 0 0,0-1 0 0 0,0 1 0 0 0,1 0 0 0 0,-1 0 1 0 0,0 1-1 0 0,1-1 0 0 0,-1 0 0 0 0,1 1 0 0 0,-1 0 0 0 0,1-1 1 0 0,0 1-1 0 0,0 0 0 0 0,-1 0 0 0 0,2 1 0 0 0,-1-1 1 0 0,0 0-1 0 0,0 1 0 0 0,-2 4 0 0 0,0 0 6 0 0,0 1-1 0 0,0 0 1 0 0,0 0 0 0 0,1 0-1 0 0,-3 16 1 0 0,1 1 120 0 0,2 0 1 0 0,1 1-1 0 0,1-1 0 0 0,5 46 1 0 0,1-26-11 0 0,21 81 0 0 0,-22-113-246 0 0,0 1 0 0 0,1-1 0 0 0,0 0-1 0 0,1 0 1 0 0,1 0 0 0 0,0-1 0 0 0,0 0-1 0 0,1 0 1 0 0,1-1 0 0 0,12 14 0 0 0,-15-20 38 0 0,0 0 0 0 0,0 0 1 0 0,0-1-1 0 0,1 1 0 0 0,-1-1 1 0 0,1-1-1 0 0,0 1 1 0 0,0-1-1 0 0,0-1 0 0 0,1 1 1 0 0,-1-1-1 0 0,1 0 0 0 0,-1-1 1 0 0,1 0-1 0 0,0 0 0 0 0,-1-1 1 0 0,1 0-1 0 0,0 0 0 0 0,0 0 1 0 0,10-3-1 0 0,-12 2-17 0 0,0-1 0 0 0,0 1 0 0 0,0-1-1 0 0,0 0 1 0 0,0 0 0 0 0,0-1 0 0 0,-1 0 0 0 0,0 0-1 0 0,1 0 1 0 0,-1-1 0 0 0,0 1 0 0 0,-1-1 0 0 0,1 0-1 0 0,-1-1 1 0 0,6-6 0 0 0,-5 5 37 0 0,-1-1 1 0 0,0 0-1 0 0,0-1 0 0 0,-1 1 0 0 0,0-1 1 0 0,0 1-1 0 0,0-1 0 0 0,-1 0 1 0 0,-1 0-1 0 0,2-13 0 0 0,-2 6 139 0 0,0 0 0 0 0,-2 0 0 0 0,0 0 0 0 0,0 0 0 0 0,-2 0 0 0 0,0 0 0 0 0,0 1 0 0 0,-1-1 0 0 0,-1 1 1 0 0,-1 0-1 0 0,0 0 0 0 0,-10-16 0 0 0,4 12 168 0 0,-2 0 1 0 0,-1 1-1 0 0,0 0 1 0 0,-1 1 0 0 0,0 1-1 0 0,-35-24 1 0 0,-4 3 230 0 0,-62-31 0 0 0,108 62-701 0 0,5 2-195 0 0,-1 1 1 0 0,1-1-1 0 0,-1 1 0 0 0,0 0 1 0 0,0 0-1 0 0,0 0 0 0 0,0 1 1 0 0,0 0-1 0 0,-10-1 0 0 0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0.2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243 186 5065 0 0,'5'-21'735'0'0,"-1"0"0"0"0,0-1 0 0 0,-2 1 0 0 0,-1-1 0 0 0,-2-43 0 0 0,-3 53 1996 0 0,-2 11-897 0 0,-10 21-110 0 0,-10 40-791 0 0,-9 61 371 0 0,-25 153 0 0 0,36-156-853 0 0,-12 83 99 0 0,-14 299 0 0 0,51 207 167 0 0,35-151 69 0 0,-10-187-381 0 0,-12 65-70 0 0,20 232 131 0 0,53-88 199 0 0,18 156-175 0 0,-27-60 546 0 0,-58-503-839 0 0,21 237-48 0 0,-40-385-733 0 0,5 60 1057 0 0,0-28-8211 0 0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1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167 741 4609 0 0,'-100'5'-1703'0'0,"98"-5"1709"0"0,1 0 0 0 0,-1-1 0 0 0,0 1 0 0 0,1 0 0 0 0,-1 0 0 0 0,0-1 1 0 0,1 1-1 0 0,-1-1 0 0 0,1 1 0 0 0,-1-1 0 0 0,1 0 0 0 0,-1 1 0 0 0,1-1 0 0 0,-1 0 0 0 0,1 0 0 0 0,0 0 0 0 0,-1 0 0 0 0,1-1 0 0 0,0 1 1 0 0,-1-1-1 0 0,-14-31 953 0 0,15 29-337 0 0,-1 0-1 0 0,1 0 0 0 0,-1 0 1 0 0,0 0-1 0 0,0 0 1 0 0,0 1-1 0 0,-5-6 1 0 0,19 8 3930 0 0,13-4-4361 0 0,-23 4 8 0 0,371-53 2786 0 0,188-28-1273 0 0,-225 28-947 0 0,608-59 372 0 0,-476 61-727 0 0,764-49 223 0 0,-883 92-633 0 0,-170 6 0 0 0,362-1 64 0 0,585-36 2 0 0,-980 33-56 0 0,427-22 156 0 0,615-16 140 0 0,-958 44-258 0 0,935-16 38 0 0,-77-27 384 0 0,-617 49-281 0 0,-270 14-6934 0 0,-166-14-222 0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6449 0 0,'0'0'110'0'0,"0"0"-1"0"0,-1 0 0 0 0,1 0 1 0 0,0 0-1 0 0,-1 0 0 0 0,1 1 0 0 0,0-1 1 0 0,-1 0-1 0 0,1 0 0 0 0,0 1 0 0 0,-1-1 1 0 0,1 0-1 0 0,0 0 0 0 0,0 1 1 0 0,-1-1-1 0 0,1 0 0 0 0,0 1 0 0 0,0-1 1 0 0,0 0-1 0 0,-1 1 0 0 0,1-1 1 0 0,0 0-1 0 0,0 1 0 0 0,0-1 0 0 0,0 1 1 0 0,0-1-1 0 0,0 0 0 0 0,0 1 1 0 0,0-1-1 0 0,0 1 0 0 0,0-1 0 0 0,0 0 1 0 0,0 1-1 0 0,0-1 0 0 0,0 1 0 0 0,0-1 1 0 0,0 1-1 0 0,-2 20 1053 0 0,-2 300 4079 0 0,5-84-4212 0 0,9-79-4300 0 0,-9-129-2146 0 0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2.9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10594 0 0,'-1'1'34'0'0,"1"-1"-1"0"0,-1 1 0 0 0,1 0 0 0 0,-1 0 1 0 0,1 0-1 0 0,0-1 0 0 0,-1 1 1 0 0,1 0-1 0 0,0 0 0 0 0,0 0 0 0 0,-1 0 1 0 0,1 0-1 0 0,0 0 0 0 0,0 0 1 0 0,0 0-1 0 0,0-1 0 0 0,0 1 0 0 0,0 0 1 0 0,1 0-1 0 0,-1 2 0 0 0,3 30 1745 0 0,-2-24-1338 0 0,3 119 1100 0 0,3 33-441 0 0,-4-140-1970 0 0,0 1 0 0 0,2-1 0 0 0,0 0 0 0 0,1 0 0 0 0,12 26 0 0 0,-10-31-3828 0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2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8 274 10594 0 0,'-7'-6'579'0'0,"12"24"1140"0"0,1-3-1574 0 0,1-1-1 0 0,0 1 0 0 0,0-2 1 0 0,2 1-1 0 0,0-1 1 0 0,0 0-1 0 0,1-1 0 0 0,1 0 1 0 0,0 0-1 0 0,1-1 1 0 0,0-1-1 0 0,0 0 1 0 0,1-1-1 0 0,0 0 0 0 0,1-1 1 0 0,15 7-1 0 0,2 0 415 0 0,0-1-1 0 0,36 11 1 0 0,-56-22-379 0 0,0 1-1 0 0,1-2 1 0 0,-1 0 0 0 0,1 0 0 0 0,-1-1-1 0 0,1 0 1 0 0,0-1 0 0 0,-1-1-1 0 0,22-3 1 0 0,-30 3-104 0 0,1 0 1 0 0,0-1-1 0 0,-1 1 0 0 0,0-1 0 0 0,1 0 1 0 0,-1 0-1 0 0,0 0 0 0 0,0-1 0 0 0,0 1 1 0 0,0-1-1 0 0,-1 0 0 0 0,1 0 1 0 0,-1 1-1 0 0,0-2 0 0 0,1 1 0 0 0,-1 0 1 0 0,0 0-1 0 0,-1-1 0 0 0,1 1 0 0 0,-1-1 1 0 0,0 1-1 0 0,1-1 0 0 0,-2 0 0 0 0,2-4 1 0 0,1-11 341 0 0,0-1 1 0 0,-1 1-1 0 0,-2-29 0 0 0,0 38-269 0 0,-6-130 315 0 0,2 78-722 0 0,5-87 0 0 0,1 134-1464 0 0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3.9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201 126 2761 0 0,'-19'-33'495'0'0,"14"25"608"0"0,0 0 0 0 0,-1 1 0 0 0,0-1-1 0 0,-14-11 1 0 0,19 17-943 0 0,-1 1 0 0 0,1-1 0 0 0,-1 1 0 0 0,1 0 0 0 0,-1-1 0 0 0,0 1 0 0 0,0 0 0 0 0,0 0 0 0 0,0 0 0 0 0,0 0 0 0 0,0 0 0 0 0,0 1 0 0 0,0-1 0 0 0,0 1 0 0 0,0-1 0 0 0,0 1 0 0 0,0 0 0 0 0,0 0 0 0 0,0 0 0 0 0,-1 0 0 0 0,1 0-1 0 0,0 0 1 0 0,0 0 0 0 0,0 1 0 0 0,0-1 0 0 0,0 1 0 0 0,0 0 0 0 0,0-1 0 0 0,0 1 0 0 0,0 0 0 0 0,0 0 0 0 0,0 0 0 0 0,0 1 0 0 0,1-1 0 0 0,-1 0 0 0 0,0 1 0 0 0,1-1 0 0 0,-1 1 0 0 0,1-1 0 0 0,0 1 0 0 0,-1 0 0 0 0,1-1 0 0 0,0 1 0 0 0,-2 3 0 0 0,-5 10 54 0 0,0 1 1 0 0,1-1-1 0 0,0 1 1 0 0,1 1-1 0 0,1-1 1 0 0,1 1-1 0 0,0 0 1 0 0,1 0-1 0 0,1 0 1 0 0,0 33-1 0 0,2-35-219 0 0,1 1 0 0 0,0-1-1 0 0,2 1 1 0 0,-1-1 0 0 0,2 1 0 0 0,0-1-1 0 0,1-1 1 0 0,0 1 0 0 0,1-1 0 0 0,1 1-1 0 0,0-2 1 0 0,12 17 0 0 0,-14-23-1 0 0,0-1 0 0 0,1 1 1 0 0,0-1-1 0 0,0 0 0 0 0,1-1 0 0 0,0 1 1 0 0,0-1-1 0 0,0-1 0 0 0,0 1 0 0 0,1-1 1 0 0,0 0-1 0 0,0-1 0 0 0,0 0 0 0 0,0 0 1 0 0,10 1-1 0 0,-11-2 16 0 0,0-2-1 0 0,1 1 1 0 0,-1-1 0 0 0,0 0 0 0 0,0-1-1 0 0,0 1 1 0 0,0-1 0 0 0,0-1 0 0 0,0 0-1 0 0,0 0 1 0 0,0 0 0 0 0,0 0 0 0 0,-1-1-1 0 0,1 0 1 0 0,-1-1 0 0 0,0 0 0 0 0,0 0-1 0 0,9-8 1 0 0,-6 4 63 0 0,0 0 0 0 0,0-1 0 0 0,-1 0-1 0 0,-1 0 1 0 0,0-1 0 0 0,0 0 0 0 0,-1-1 0 0 0,0 1-1 0 0,0-1 1 0 0,-2 0 0 0 0,1 0 0 0 0,-1-1 0 0 0,-1 1-1 0 0,0-1 1 0 0,-1 0 0 0 0,0 0 0 0 0,0 0-1 0 0,-1-16 1 0 0,-2 14 9 0 0,0 0 0 0 0,-1 1-1 0 0,0 0 1 0 0,-1-1 0 0 0,-1 1-1 0 0,0 0 1 0 0,0 0 0 0 0,-2 1-1 0 0,1-1 1 0 0,-2 1 0 0 0,1 0-1 0 0,-2 1 1 0 0,1 0 0 0 0,-2 0-1 0 0,0 0 1 0 0,-10-9 0 0 0,8 10-65 0 0,0 0 1 0 0,0 1 0 0 0,-1 0 0 0 0,-1 1 0 0 0,-21-11-1 0 0,28 16-237 0 0,-1 1-1 0 0,1 0 1 0 0,-1 0 0 0 0,0 0-1 0 0,0 1 1 0 0,-7-1-1 0 0,10 1-332 0 0,-1 1 0 0 0,1 0 0 0 0,0 1 0 0 0,-1-1 0 0 0,1 1 0 0 0,0 0 0 0 0,0 0 1 0 0,0 0-1 0 0,0 0 0 0 0,-7 4 0 0 0,-6 6-5315 0 0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3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4609 0 0,'1'1'141'0'0,"-1"-1"0"0"0,1 1 0 0 0,-1-1 1 0 0,1 1-1 0 0,-1-1 0 0 0,1 0 0 0 0,-1 1 0 0 0,0 0 0 0 0,1-1 1 0 0,-1 1-1 0 0,0-1 0 0 0,1 1 0 0 0,-1-1 0 0 0,0 1 0 0 0,0 0 1 0 0,1-1-1 0 0,-1 1 0 0 0,0 0 0 0 0,0-1 0 0 0,0 1 0 0 0,0-1 1 0 0,0 1-1 0 0,0 0 0 0 0,0-1 0 0 0,0 1 0 0 0,-1 1 0 0 0,0 23 1726 0 0,1-21-1374 0 0,-3 21 138 0 0,2 0 1 0 0,1 1 0 0 0,1-1 0 0 0,7 36 0 0 0,-6-50-453 0 0,1-1-1 0 0,0 1 1 0 0,1-1 0 0 0,0 0 0 0 0,0 0 0 0 0,1-1 0 0 0,0 1 0 0 0,1-1 0 0 0,0 0 0 0 0,1-1 0 0 0,0 1 0 0 0,0-1 0 0 0,9 7 0 0 0,-9-9-269 0 0,0 0 0 0 0,0 0 1 0 0,1-1-1 0 0,0 0 1 0 0,0 0-1 0 0,0-1 1 0 0,1 0-1 0 0,-1-1 1 0 0,13 4-1 0 0,-17-6 54 0 0,0-1-1 0 0,0 1 0 0 0,0-1 0 0 0,1 1 1 0 0,-1-1-1 0 0,0 0 0 0 0,0-1 0 0 0,1 1 1 0 0,-1-1-1 0 0,0 0 0 0 0,0 0 0 0 0,0 0 1 0 0,0-1-1 0 0,0 1 0 0 0,0-1 0 0 0,-1 0 1 0 0,1 0-1 0 0,0 0 0 0 0,-1-1 0 0 0,0 1 1 0 0,1-1-1 0 0,4-5 0 0 0,4-6 183 0 0,-1 0 1 0 0,0 0-1 0 0,-1-1 0 0 0,-1 0 0 0 0,9-20 0 0 0,31-85 789 0 0,-5 9 731 0 0,-44 110-1600 0 0,1 0 0 0 0,-1 0 0 0 0,0 0 0 0 0,1 0 0 0 0,-1 0 0 0 0,1 0 0 0 0,0 0 0 0 0,-1 0 0 0 0,1 0-1 0 0,0 1 1 0 0,0-1 0 0 0,-1 0 0 0 0,1 0 0 0 0,0 1 0 0 0,0-1 0 0 0,0 0 0 0 0,0 1 0 0 0,1-1 0 0 0,-1 1-30 0 0,-1 0-1 0 0,1 0 1 0 0,-1 0 0 0 0,1 0 0 0 0,0 0 0 0 0,-1 0-1 0 0,1 1 1 0 0,-1-1 0 0 0,1 0 0 0 0,-1 0 0 0 0,1 1 0 0 0,-1-1-1 0 0,0 0 1 0 0,1 1 0 0 0,-1-1 0 0 0,1 1 0 0 0,-1-1 0 0 0,0 0-1 0 0,1 1 1 0 0,-1-1 0 0 0,0 1 0 0 0,1-1 0 0 0,-1 1-1 0 0,0-1 1 0 0,1 1 0 0 0,14 47 890 0 0,-13-38-884 0 0,5 12 25 0 0,0 1 0 0 0,2-1 1 0 0,1 0-1 0 0,0-1 1 0 0,21 31-1 0 0,23 19-2067 0 0,8-5-4705 0 0,-42-45 1075 0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 9674 0 0,'0'0'50'0'0,"-1"0"-1"0"0,1 0 1 0 0,0-1-1 0 0,-1 1 1 0 0,1 0-1 0 0,0 0 1 0 0,-1 0-1 0 0,1 0 1 0 0,0-1-1 0 0,-1 1 1 0 0,1 0 0 0 0,-1 0-1 0 0,1 0 1 0 0,0 0-1 0 0,-1 0 1 0 0,1 0-1 0 0,-1 0 1 0 0,1 0-1 0 0,0 0 1 0 0,-1 0-1 0 0,1 1 1 0 0,0-1-1 0 0,-1 0 1 0 0,1 0-1 0 0,-1 0 1 0 0,1 0 0 0 0,0 0-1 0 0,-1 1 1 0 0,1-1-1 0 0,0 0 1 0 0,-1 0-1 0 0,1 1 1 0 0,0-1-1 0 0,0 0 1 0 0,-1 0-1 0 0,1 1 1 0 0,-1 0-1 0 0,-7 20 1653 0 0,3 24 755 0 0,6-11-1201 0 0,2-1-1 0 0,14 66 0 0 0,27 64-407 0 0,-20-78-338 0 0,64 211-577 0 0,-61-208-1217 0 0,-14-45-80 0 0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4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64 116 9218 0 0,'-6'-2'567'0'0,"0"0"-1"0"0,0-1 1 0 0,1 1 0 0 0,-1-1-1 0 0,1 0 1 0 0,-1 0 0 0 0,1-1-1 0 0,0 0 1 0 0,-6-6 0 0 0,10 10-524 0 0,1-1 0 0 0,0 1 1 0 0,0-1-1 0 0,0 1 1 0 0,-1-1-1 0 0,1 0 0 0 0,0 1 1 0 0,0-1-1 0 0,0 1 1 0 0,0-1-1 0 0,0 1 0 0 0,0-1 1 0 0,0 1-1 0 0,0-1 1 0 0,0 1-1 0 0,0-1 0 0 0,0 0 1 0 0,0 1-1 0 0,1-1 1 0 0,-1 1-1 0 0,0-1 1 0 0,0 1-1 0 0,1-1 0 0 0,-1 1 1 0 0,0-1-1 0 0,0 1 1 0 0,1 0-1 0 0,-1-1 0 0 0,1 1 1 0 0,-1-1-1 0 0,0 1 1 0 0,1 0-1 0 0,-1-1 0 0 0,1 1 1 0 0,-1 0-1 0 0,1-1 1 0 0,-1 1-1 0 0,1 0 0 0 0,-1 0 1 0 0,1 0-1 0 0,-1-1 1 0 0,1 1-1 0 0,27-12 147 0 0,-24 10-198 0 0,27-8-1221 0 0,-1 2 1 0 0,1 0-1 0 0,47-4 1 0 0,-52 9-1198 0 0,14-3-1734 0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0:55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0 5985 0 0,'-1'6'536'0'0,"-1"-2"-432"0"0,1 0-104 0 0,0 3 1897 0 0,-1-5-841 0 0,1 3 8 0 0,-2 1 249 0 0,-1 3 55 0 0,1-1 8 0 0,0 2 0 0 0,1-3-911 0 0,2-3-177 0 0,1 0-40 0 0,2 0-8 0 0,4 0-240 0 0,1-1 0 0 0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0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8 102 6913 0 0,'-8'-101'8889'0'0,"23"358"-8231"0"0,-10-119-410 0 0,70 506 881 0 0,50-6-512 0 0,8 48 436 0 0,-105-511-49 0 0,9 312 0 0 0,2 630 179 0 0,-26-959-1036 0 0,27 280 493 0 0,-31-376-2141 0 0,16 64 0 0 0,-19-101-5883 0 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8290 0 0,'1'1'222'0'0,"1"-1"0"0"0,0 1 1 0 0,0 0-1 0 0,-1 0 0 0 0,1 0 1 0 0,0 0-1 0 0,-1 0 1 0 0,1 0-1 0 0,-1 0 0 0 0,1 1 1 0 0,-1-1-1 0 0,0 0 0 0 0,1 1 1 0 0,-1-1-1 0 0,0 1 0 0 0,0 0 1 0 0,0-1-1 0 0,0 1 0 0 0,0 2 1 0 0,17 35 2051 0 0,-8-6-1623 0 0,-2 0-1 0 0,-1 1 1 0 0,-1 0-1 0 0,1 67 1 0 0,-5-68-395 0 0,8 296 655 0 0,-3-46-326 0 0,-3-176-3433 0 0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1.9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232 450 3225 0 0,'-39'6'562'0'0,"1"-3"1"0"0,-1-1 0 0 0,-56-4 0 0 0,74 0 1732 0 0,32 0-1280 0 0,405-13 680 0 0,-58 3-606 0 0,504-56 59 0 0,183-10 405 0 0,-221 29-1869 0 0,-305 15 97 0 0,-70 5 170 0 0,362-17 838 0 0,1153-19 954 0 0,-1390 39-1638 0 0,228-7 255 0 0,0 51 2 0 0,-653-8 174 0 0,122 10 680 0 0,-186-9-1018 0 0,98 24 1 0 0,-165-32-2395 0 0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2.7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1376 0 0,'0'-1'275'0'0,"0"0"-1"0"0,1 0 1 0 0,-1 0-1 0 0,0 0 0 0 0,1 0 1 0 0,-1 0-1 0 0,1 0 1 0 0,-1 0-1 0 0,1 0 0 0 0,-1 0 1 0 0,1 0-1 0 0,0 0 1 0 0,-1 1-1 0 0,1-1 0 0 0,0 0 1 0 0,-1 0-1 0 0,1 1 1 0 0,0-1-1 0 0,0 1 0 0 0,0-1 1 0 0,0 1-1 0 0,0-1 1 0 0,0 1-1 0 0,0-1 1 0 0,1 0-1 0 0,1 1-15 0 0,0 0 0 0 0,-1-1 0 0 0,1 1 0 0 0,0 0 0 0 0,0 1 0 0 0,-1-1-1 0 0,1 0 1 0 0,0 1 0 0 0,-1-1 0 0 0,4 2 0 0 0,0 0 36 0 0,0 0-1 0 0,0 1 0 0 0,0 0 1 0 0,0 0-1 0 0,-1 0 0 0 0,1 0 1 0 0,-1 1-1 0 0,8 8 0 0 0,-7-5-151 0 0,0 1-1 0 0,-1 0 0 0 0,0 0 0 0 0,0 0 1 0 0,-1 1-1 0 0,0 0 0 0 0,-1 0 0 0 0,0 0 1 0 0,3 18-1 0 0,0 9 44 0 0,2 48 1 0 0,-1-11-76 0 0,47 272 216 0 0,-16-115-298 0 0,11 262-1 0 0,-50 45-28 0 0,-2-339 0 0 0,17 693 1569 0 0,68-262-1402 0 0,-9-107 651 0 0,14 214 2142 0 0,-84-677-7120 0 0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3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83 296 920 0 0,'-37'4'63'0'0,"-1"1"4829"0"0,31-5-2651 0 0,16-4-1203 0 0,92-18-933 0 0,167-17 0 0 0,-25 6-104 0 0,111-10-52 0 0,-201 28 62 0 0,280-7 151 0 0,2 30 3 0 0,-71 1-143 0 0,856-33 743 0 0,-444 3 716 0 0,944-32 1377 0 0,-455 8-2341 0 0,0 55-291 0 0,-13 94 339 0 0,-727-13 305 0 0,-490-83-675 0 0,48 18 0 0 0,-71-22-59 0 0,0 2-1 0 0,0-1 1 0 0,0 1 0 0 0,-1 1 0 0 0,0 0 0 0 0,0 1 0 0 0,12 11 0 0 0,-22-19-158 0 0,-1 1 0 0 0,1 0-1 0 0,0-1 1 0 0,-1 1 0 0 0,1 0-1 0 0,-1 0 1 0 0,1-1 0 0 0,-1 1-1 0 0,1 0 1 0 0,-1 0 0 0 0,0 0-1 0 0,1-1 1 0 0,-1 1 0 0 0,0 0-1 0 0,1 0 1 0 0,-1 0 0 0 0,0 0-1 0 0,0 0 1 0 0,0 0 0 0 0,0 0-1 0 0,0 0 1 0 0,0-1 0 0 0,0 1-1 0 0,0 0 1 0 0,-1 0 0 0 0,1 0-1 0 0,0 0 1 0 0,0 0 0 0 0,-1 0 0 0 0,0 0-1 0 0,0 1-509 0 0,0 0 0 0 0,-1 0-1 0 0,0 0 1 0 0,1 0 0 0 0,-1 0 0 0 0,0-1 0 0 0,0 1-1 0 0,0-1 1 0 0,0 1 0 0 0,-2 0 0 0 0,-12 7-4594 0 0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4.2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4609 0 0,'2'0'112'0'0,"-1"-1"-1"0"0,1 1 1 0 0,0-1 0 0 0,0 1-1 0 0,-1 0 1 0 0,1-1 0 0 0,0 1 0 0 0,-1 0-1 0 0,1 0 1 0 0,0 0 0 0 0,0 1-1 0 0,-1-1 1 0 0,1 0 0 0 0,0 1 0 0 0,-1-1-1 0 0,1 1 1 0 0,0-1 0 0 0,-1 1-1 0 0,1 0 1 0 0,-1 0 0 0 0,1 0-1 0 0,-1 0 1 0 0,1 0 0 0 0,-1 0 0 0 0,0 0-1 0 0,0 0 1 0 0,1 1 0 0 0,-1-1-1 0 0,0 0 1 0 0,0 1 0 0 0,0-1-1 0 0,0 1 1 0 0,0-1 0 0 0,0 3 0 0 0,4 4 318 0 0,-1 0 0 0 0,0 0-1 0 0,-1 1 1 0 0,1 0 0 0 0,1 10 0 0 0,12 72 1211 0 0,9 163-1 0 0,-11-68-1208 0 0,4-69-347 0 0,39 133-1 0 0,-11-59-70 0 0,-28-76 73 0 0,-6 0-1 0 0,0 139 1 0 0,-3-34-1223 0 0,-7-182 325 0 0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5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 5065 0 0,'0'-1'31'0'0,"0"1"-1"0"0,0 0 1 0 0,1 0-1 0 0,-1 0 1 0 0,0 0-1 0 0,0 0 1 0 0,0 0-1 0 0,0-1 1 0 0,1 1-1 0 0,-1 0 1 0 0,0 0 0 0 0,0 0-1 0 0,0 0 1 0 0,1 0-1 0 0,-1 0 1 0 0,0 0-1 0 0,0 0 1 0 0,1 0-1 0 0,-1 0 1 0 0,0 0-1 0 0,0 0 1 0 0,0 0-1 0 0,1 0 1 0 0,-1 0-1 0 0,0 0 1 0 0,0 0 0 0 0,0 0-1 0 0,1 0 1 0 0,-1 0-1 0 0,0 0 1 0 0,0 1-1 0 0,0-1 1 0 0,0 0-1 0 0,1 0 1 0 0,-1 0-1 0 0,0 0 1 0 0,0 0-1 0 0,0 0 1 0 0,0 1 0 0 0,1-1-1 0 0,-1 0 1 0 0,7 13 699 0 0,0 13 110 0 0,7 155 500 0 0,-7-61-596 0 0,22 569 1219 0 0,-24-463-1645 0 0,37 330 422 0 0,-21-287-168 0 0,-21-255-5445 0 0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6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199 738 5065 0 0,'-55'21'802'0'0,"40"-14"-238"0"0,-1 0 1 0 0,-1-1-1 0 0,1-1 1 0 0,-1-1-1 0 0,0 0 1 0 0,-22 1-1 0 0,38-4-560 0 0,1-1 0 0 0,0 0 0 0 0,0 0 0 0 0,0 0 0 0 0,0 0 0 0 0,0 0 0 0 0,0 0 0 0 0,-1 0 0 0 0,1 0-1 0 0,0 0 1 0 0,0 0 0 0 0,0 0 0 0 0,0 0 0 0 0,0 0 0 0 0,-1 0 0 0 0,1 0 0 0 0,0 0 0 0 0,0 0 0 0 0,0 0 0 0 0,0 0 0 0 0,0 0 0 0 0,-1 0 0 0 0,1 0 0 0 0,0 0 0 0 0,0 0 0 0 0,0 0-1 0 0,0 0 1 0 0,0 0 0 0 0,0 0 0 0 0,-1 0 0 0 0,1 0 0 0 0,0 0 0 0 0,0 0 0 0 0,0-1 0 0 0,0 1 0 0 0,0 0 0 0 0,0 0 0 0 0,0 0 0 0 0,-1 0 0 0 0,1 0 0 0 0,0 0 0 0 0,0 0-1 0 0,0-1 1 0 0,0 1 0 0 0,0 0 0 0 0,0 0 0 0 0,0 0 0 0 0,0 0 0 0 0,0 0 0 0 0,0-1 0 0 0,0 1 0 0 0,0 0 0 0 0,0 0 0 0 0,0 0 0 0 0,0 0 0 0 0,0 0 0 0 0,0-1 0 0 0,0 1 0 0 0,0 0-1 0 0,0 0 1 0 0,11-8 374 0 0,16-7 124 0 0,46-11 449 0 0,105-25 0 0 0,-89 28-535 0 0,71-13-688 0 0,202-19 0 0 0,-210 35 505 0 0,447-56 1409 0 0,-300 36-906 0 0,1 14 0 0 0,448 18-1 0 0,-654 12-631 0 0,422 17-37 0 0,0-30-202 0 0,9-59-327 0 0,-55 5-389 0 0,-420 59 772 0 0,430-33-132 0 0,76-8 211 0 0,-11 7 0 0 0,45-2-152 0 0,93-12 1 0 0,24-2 176 0 0,0 30-1030 0 0,-265 49 4776 0 0,-387-20-3498 0 0,-29-3-625 0 0,56 7 875 0 0,-32 6-6075 0 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85 451 6913 0 0,'-34'-66'1223'0'0,"25"52"-435"0"0,1-1 0 0 0,1 1 0 0 0,0-1 1 0 0,1-1-1 0 0,-6-21 0 0 0,12 36-740 0 0,0 1 0 0 0,0 0 0 0 0,-1 0 0 0 0,1 0 0 0 0,0-1 0 0 0,0 1-1 0 0,0 0 1 0 0,0 0 0 0 0,0 0 0 0 0,0-1 0 0 0,0 1 0 0 0,0 0 0 0 0,0 0 0 0 0,0 0-1 0 0,0-1 1 0 0,0 1 0 0 0,0 0 0 0 0,0 0 0 0 0,0 0 0 0 0,0-1 0 0 0,0 1-1 0 0,0 0 1 0 0,0 0 0 0 0,0 0 0 0 0,1-1 0 0 0,-1 1 0 0 0,0 0 0 0 0,0 0 0 0 0,0 0-1 0 0,0 0 1 0 0,0-1 0 0 0,0 1 0 0 0,1 0 0 0 0,-1 0 0 0 0,0 0 0 0 0,0 0-1 0 0,0 0 1 0 0,0 0 0 0 0,1-1 0 0 0,-1 1 0 0 0,0 0 0 0 0,0 0 0 0 0,0 0 0 0 0,1 0-1 0 0,-1 0 1 0 0,0 0 0 0 0,0 0 0 0 0,0 0 0 0 0,1 0 0 0 0,-1 0 0 0 0,0 0-1 0 0,0 0 1 0 0,0 0 0 0 0,1 0 0 0 0,-1 0 0 0 0,17 9 974 0 0,14 16-308 0 0,2 13-165 0 0,-2 2 0 0 0,27 45 0 0 0,37 48-202 0 0,-58-89-311 0 0,55 51 0 0 0,-80-84 6 0 0,1 0 1 0 0,0-1-1 0 0,1-1 1 0 0,0 0-1 0 0,0 0 1 0 0,1-2-1 0 0,0 0 0 0 0,0 0 1 0 0,22 5-1 0 0,-36-12 3 0 0,1 1 0 0 0,-1-1-1 0 0,1 0 1 0 0,-1 0 0 0 0,1 1 0 0 0,-1-1-1 0 0,1 0 1 0 0,-1-1 0 0 0,1 1 0 0 0,-1 0-1 0 0,1 0 1 0 0,-1-1 0 0 0,1 1 0 0 0,-1-1-1 0 0,1 1 1 0 0,-1-1 0 0 0,0 1 0 0 0,1-1-1 0 0,-1 0 1 0 0,0 0 0 0 0,0 0 0 0 0,1 0-1 0 0,-1 0 1 0 0,0 0 0 0 0,0 0 0 0 0,0 0-1 0 0,0 0 1 0 0,0 0 0 0 0,0-1 0 0 0,-1 1-1 0 0,1 0 1 0 0,0-1 0 0 0,-1 1 0 0 0,1 0-1 0 0,-1-1 1 0 0,1 1 0 0 0,-1-3 0 0 0,3-6 116 0 0,-1-1 0 0 0,-1 0 0 0 0,0 1 0 0 0,0-16 1 0 0,-1 10-87 0 0,4-87 46 0 0,13-180 383 0 0,-10 226-1548 0 0,2 1 1 0 0,31-106-1 0 0,-38 156 559 0 0,-1 1-1 0 0,1 0 1 0 0,0 0-1 0 0,0 1 0 0 0,1-1 1 0 0,0 0-1 0 0,-1 1 1 0 0,2-1-1 0 0,4-5 1 0 0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 8754 0 0,'1'-1'59'0'0,"-1"1"1"0"0,0 0 0 0 0,0-1-1 0 0,0 1 1 0 0,1 0-1 0 0,-1-1 1 0 0,0 1 0 0 0,0 0-1 0 0,1 0 1 0 0,-1-1-1 0 0,0 1 1 0 0,1 0-1 0 0,-1 0 1 0 0,0-1 0 0 0,1 1-1 0 0,-1 0 1 0 0,0 0-1 0 0,1 0 1 0 0,-1-1 0 0 0,0 1-1 0 0,1 0 1 0 0,-1 0-1 0 0,1 0 1 0 0,-1 0-1 0 0,0 0 1 0 0,1 0 0 0 0,-1 0-1 0 0,1 0 1 0 0,-1 0-1 0 0,0 0 1 0 0,1 0 0 0 0,-1 0-1 0 0,1 0 1 0 0,0 1-1 0 0,14 10 1684 0 0,9 19 816 0 0,-15-9-2037 0 0,-1 1 0 0 0,-2 0 0 0 0,0 0 0 0 0,-1 0 0 0 0,-1 0 0 0 0,1 29 0 0 0,11 52-2305 0 0,-12-86-2413 0 0,0-2-1322 0 0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7.9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6913 0 0,'0'-2'-4'0'0,"1"1"0"0"0,-1-1-1 0 0,1 1 1 0 0,-1-1-1 0 0,1 1 1 0 0,0-1 0 0 0,0 1-1 0 0,0 0 1 0 0,-1-1-1 0 0,1 1 1 0 0,0 0-1 0 0,1 0 1 0 0,-1 0 0 0 0,0 0-1 0 0,0 0 1 0 0,0 0-1 0 0,1 0 1 0 0,-1 0-1 0 0,0 0 1 0 0,1 1 0 0 0,-1-1-1 0 0,3 0 1 0 0,36-14-642 0 0,-37 15 873 0 0,5-2 42 0 0,1 1 0 0 0,0 0 0 0 0,-1 0-1 0 0,1 1 1 0 0,0 1 0 0 0,-1-1-1 0 0,1 1 1 0 0,0 1 0 0 0,-1-1 0 0 0,1 2-1 0 0,-1-1 1 0 0,0 1 0 0 0,0 0-1 0 0,0 1 1 0 0,0 0 0 0 0,0 0 0 0 0,-1 1-1 0 0,0 0 1 0 0,0 0 0 0 0,11 11-1 0 0,-11-10-189 0 0,0 0 0 0 0,0 1 0 0 0,-1 0-1 0 0,0 0 1 0 0,0 1 0 0 0,-1-1-1 0 0,0 1 1 0 0,-1 1 0 0 0,1-1 0 0 0,-2 0-1 0 0,1 1 1 0 0,-1 0 0 0 0,0 0 0 0 0,-1 0-1 0 0,0 0 1 0 0,-1 0 0 0 0,1 0-1 0 0,-2 1 1 0 0,0 11 0 0 0,-1-12-40 0 0,0-1 0 0 0,-1 1-1 0 0,-1-1 1 0 0,1 1 0 0 0,-1-1 0 0 0,-1 0 0 0 0,0 0 0 0 0,0 0 0 0 0,0-1 0 0 0,-1 1-1 0 0,-6 7 1 0 0,2-5-643 0 0,0-1-1 0 0,-1 1 1 0 0,0-1-1 0 0,0-1 1 0 0,-1 0 0 0 0,-19 10-1 0 0,11-7-3632 0 0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1376 0 0,'2'1'276'0'0,"0"-1"0"0"0,1 1 0 0 0,-1-1 0 0 0,0 1 0 0 0,0 0 0 0 0,1 0 0 0 0,-1 0 0 0 0,0 0 0 0 0,0 0 0 0 0,0 0 0 0 0,-1 1-1 0 0,1-1 1 0 0,0 1 0 0 0,0-1 0 0 0,-1 1 0 0 0,1 0 0 0 0,-1 0 0 0 0,1 0 0 0 0,-1-1 0 0 0,1 4 0 0 0,25 46 2828 0 0,-23-40-2507 0 0,18 37 1249 0 0,0 4-513 0 0,59 98-1 0 0,-64-118-6225 0 0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8.4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80 6913 0 0,'0'0'15'0'0,"0"-1"-1"0"0,-1 1 0 0 0,1 0 0 0 0,0-1 0 0 0,0 1 1 0 0,0-1-1 0 0,-1 1 0 0 0,1 0 0 0 0,0-1 0 0 0,0 1 0 0 0,0-1 1 0 0,0 1-1 0 0,0-1 0 0 0,0 1 0 0 0,0 0 0 0 0,0-1 0 0 0,0 1 1 0 0,0-1-1 0 0,0 1 0 0 0,0-1 0 0 0,0 1 0 0 0,0 0 0 0 0,1-1 1 0 0,-1 1-1 0 0,0-1 0 0 0,0 1 0 0 0,0 0 0 0 0,1-1 0 0 0,-1 1 1 0 0,0-1-1 0 0,14-15 33 0 0,19-7 1290 0 0,-26 19-985 0 0,1 0 1 0 0,-1 0 0 0 0,1 1 0 0 0,0 0 0 0 0,0 1 0 0 0,0 0 0 0 0,0 0 0 0 0,0 1 0 0 0,0-1 0 0 0,0 2 0 0 0,1-1 0 0 0,8 2 0 0 0,-13-1-288 0 0,-1 1 0 0 0,1 0 1 0 0,0 0-1 0 0,0 0 0 0 0,-1 0 1 0 0,1 1-1 0 0,-1-1 0 0 0,1 1 1 0 0,-1 0-1 0 0,0 0 0 0 0,0 0 1 0 0,0 1-1 0 0,0-1 0 0 0,0 1 1 0 0,0-1-1 0 0,-1 1 0 0 0,1 0 1 0 0,-1 0-1 0 0,0 0 0 0 0,0 1 1 0 0,0-1-1 0 0,0 0 0 0 0,0 1 1 0 0,-1-1-1 0 0,0 1 0 0 0,1 0 1 0 0,0 7-1 0 0,0 0-34 0 0,-1 1 1 0 0,0-1-1 0 0,0 1 1 0 0,-1 0-1 0 0,-1-1 1 0 0,0 1-1 0 0,-1-1 0 0 0,0 1 1 0 0,0-1-1 0 0,-1 0 1 0 0,-1 1-1 0 0,0-2 1 0 0,-1 1-1 0 0,0 0 0 0 0,0-1 1 0 0,-9 12-1 0 0,4-6-189 0 0,-2 0 0 0 0,0-1 0 0 0,-1 0 0 0 0,0-1 0 0 0,-1 0 0 0 0,-1-1 0 0 0,0-1 0 0 0,-31 20 0 0 0,28-22-5002 0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1:09.2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158 79 10018 0 0,'-3'-1'72'0'0,"1"1"0"0"0,-1 0 0 0 0,0 0 0 0 0,0-1 0 0 0,1 2 0 0 0,-1-1-1 0 0,0 0 1 0 0,0 0 0 0 0,1 1 0 0 0,-1 0 0 0 0,0-1 0 0 0,1 1 0 0 0,-1 0 0 0 0,0 0 0 0 0,1 1 0 0 0,-1-1 0 0 0,1 0-1 0 0,-3 3 1 0 0,-2 0 74 0 0,1 1 0 0 0,-1 0-1 0 0,1 0 1 0 0,0 1 0 0 0,-6 7 0 0 0,4-1-22 0 0,0 1 0 0 0,1-1 0 0 0,1 1 1 0 0,0 0-1 0 0,1 1 0 0 0,0-1 0 0 0,1 1 0 0 0,1 0 1 0 0,0 0-1 0 0,1 0 0 0 0,-1 28 0 0 0,2 0-38 0 0,2 0-1 0 0,12 74 1 0 0,-10-97-117 0 0,1-1 0 0 0,1 0 0 0 0,0-1 0 0 0,1 1 0 0 0,1-1 0 0 0,0 0 0 0 0,2-1 0 0 0,0 0 0 0 0,0 0 0 0 0,2-1 0 0 0,18 21 0 0 0,-21-27-16 0 0,0-1 1 0 0,1-1 0 0 0,0 1-1 0 0,0-2 1 0 0,0 1 0 0 0,1-1-1 0 0,0 0 1 0 0,1-1 0 0 0,-1 0-1 0 0,1-1 1 0 0,0 0 0 0 0,0-1-1 0 0,0 0 1 0 0,1-1-1 0 0,-1 0 1 0 0,1-1 0 0 0,-1 0-1 0 0,1 0 1 0 0,15-3 0 0 0,-14 1 105 0 0,0-1 0 0 0,0 0 1 0 0,-1-1-1 0 0,1-1 0 0 0,0 0 1 0 0,-1 0-1 0 0,0-1 0 0 0,0-1 1 0 0,-1 0-1 0 0,1-1 0 0 0,-1 0 1 0 0,-1-1-1 0 0,1 0 1 0 0,-1 0-1 0 0,15-18 0 0 0,-14 12 253 0 0,0 0-1 0 0,-1 0 0 0 0,-1-1 1 0 0,0-1-1 0 0,-1 0 0 0 0,-1 0 1 0 0,-1 0-1 0 0,0-1 0 0 0,-1 0 1 0 0,0 0-1 0 0,1-18 0 0 0,-3 15 81 0 0,-1-1-1 0 0,-1 0 1 0 0,-1 1-1 0 0,-1-1 1 0 0,-1 0 0 0 0,0 1-1 0 0,-2-1 1 0 0,0 1-1 0 0,-10-28 1 0 0,9 34-286 0 0,-1 0 0 0 0,-1 0 1 0 0,0 1-1 0 0,-1-1 0 0 0,0 1 0 0 0,-1 1 1 0 0,0 0-1 0 0,-1 0 0 0 0,0 1 0 0 0,-1 0 1 0 0,0 1-1 0 0,-1 0 0 0 0,-14-9 1 0 0,-14-4-869 0 0,0 1 0 0 0,-86-31 0 0 0,106 46-6625 0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19.8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10 361 4145 0 0,'-1'0'105'0'0,"1"1"1"0"0,-1-1 0 0 0,0 0-1 0 0,1 1 1 0 0,-1-1-1 0 0,1 1 1 0 0,-1-1-1 0 0,1 1 1 0 0,-1-1 0 0 0,1 1-1 0 0,0 0 1 0 0,-1-1-1 0 0,1 1 1 0 0,-1-1-1 0 0,1 1 1 0 0,0 0 0 0 0,0-1-1 0 0,0 1 1 0 0,-1 0-1 0 0,1-1 1 0 0,0 1-1 0 0,0 0 1 0 0,0 1-1 0 0,14-3 1753 0 0,26-14-243 0 0,-38 14-1610 0 0,98-41 728 0 0,2 4 0 0 0,130-30 0 0 0,-174 55-669 0 0,346-68 108 0 0,-147 35 35 0 0,103-13 785 0 0,-280 51-844 0 0,0 4 1 0 0,143 11-1 0 0,-49 8-212 0 0,26 2 1387 0 0,-191-15-1133 0 0,-1 0 0 0 0,0 0 0 0 0,0 1 1 0 0,0 0-1 0 0,-1 0 0 0 0,1 1 0 0 0,-1 0 0 0 0,0 0 0 0 0,0 1 0 0 0,8 7 0 0 0,-11-9-179 0 0,-2-2 18 0 0,0 0 0 0 0,0 0 1 0 0,0 0-1 0 0,0 0 1 0 0,0-1-1 0 0,1 1 0 0 0,-1 0 1 0 0,0-1-1 0 0,0 0 0 0 0,1 1 1 0 0,-1-1-1 0 0,0 0 0 0 0,0 0 1 0 0,1 0-1 0 0,-1-1 0 0 0,0 1 1 0 0,0 0-1 0 0,1-1 0 0 0,-1 0 1 0 0,0 1-1 0 0,0-1 0 0 0,4-2 1 0 0,23-4 330 0 0,-28 8-267 0 0,0-1 1 0 0,0 0-1 0 0,0 1 1 0 0,0 0-1 0 0,0-1 1 0 0,0 1-1 0 0,0-1 1 0 0,-1 1-1 0 0,1 0 0 0 0,0 0 1 0 0,0-1-1 0 0,-1 1 1 0 0,1 0-1 0 0,-1 0 1 0 0,1 0-1 0 0,-1 0 1 0 0,1 0-1 0 0,-1-1 1 0 0,1 1-1 0 0,-1 0 1 0 0,0 0-1 0 0,1 0 1 0 0,-1 2-1 0 0,6 24 784 0 0,7 109-634 0 0,31 202 496 0 0,-43-333-739 0 0,90 479 400 0 0,-82-436-381 0 0,-3-22-82 0 0,-1 0-1 0 0,-2 1 1 0 0,-1 0 0 0 0,0-1 0 0 0,-4 31 0 0 0,2-53 69 0 0,-1 0 0 0 0,1 0 0 0 0,-1 0 0 0 0,-1 0 0 0 0,1 0 0 0 0,0-1 0 0 0,-1 1 0 0 0,0 0 0 0 0,0 0 0 0 0,0-1 0 0 0,0 1 0 0 0,0-1 0 0 0,-1 0 0 0 0,1 0 0 0 0,-1 0 0 0 0,-5 5 0 0 0,-1-3 11 0 0,0 1-1 0 0,0-1 1 0 0,-1-1 0 0 0,1 0 0 0 0,-13 4 0 0 0,12-4-20 0 0,-108 41-5 0 0,-132 44 37 0 0,203-75-22 0 0,-1-2 0 0 0,-1-3-1 0 0,-67 6 1 0 0,-54 2-162 0 0,1 8 1 0 0,-230 64-1 0 0,326-73 118 0 0,-2-3 0 0 0,-86 4 1 0 0,-152-8-893 0 0,229-13 927 0 0,-91-16 0 0 0,80 8 53 0 0,84 11-42 0 0,7 1 3 0 0,-1-1 0 0 0,1 1 0 0 0,-1-1 1 0 0,1 0-1 0 0,0 0 0 0 0,-8-4 0 0 0,11 5-18 0 0,0-1 1 0 0,0 0-1 0 0,0 0 0 0 0,-1 0 1 0 0,1 0-1 0 0,0 0 0 0 0,0 0 0 0 0,1 0 1 0 0,-1 0-1 0 0,0-1 0 0 0,0 1 1 0 0,0 0-1 0 0,1-1 0 0 0,-1 1 1 0 0,1 0-1 0 0,-1-1 0 0 0,1 1 1 0 0,0 0-1 0 0,-1-1 0 0 0,1 1 0 0 0,0-1 1 0 0,0 1-1 0 0,0-1 0 0 0,0-2 1 0 0,0 4-26 0 0,0 0 0 0 0,0 0 0 0 0,0-1 0 0 0,0 1 1 0 0,0 0-1 0 0,1-1 0 0 0,-1 1 0 0 0,0 0 1 0 0,-1 0-1 0 0,1-1 0 0 0,0 1 0 0 0,0 0 0 0 0,0-1 1 0 0,0 1-1 0 0,0 0 0 0 0,0 0 0 0 0,0-1 1 0 0,0 1-1 0 0,0 0 0 0 0,-1-1 0 0 0,1 1 0 0 0,0 0 1 0 0,0 0-1 0 0,0 0 0 0 0,0-1 0 0 0,-1 1 1 0 0,1 0-1 0 0,0 0 0 0 0,0 0 0 0 0,-1-1 0 0 0,1 1 1 0 0,0 0-1 0 0,0 0 0 0 0,-1 0 0 0 0,1 0 1 0 0,0 0-1 0 0,-1 0 0 0 0,1-1 0 0 0,0 1 0 0 0,-1 0 1 0 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3:20.3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0 456 0 0,'0'1'139'0'0,"1"-1"0"0"0,-1 1 1 0 0,1-1-1 0 0,-1 1 0 0 0,1-1 0 0 0,-1 1 0 0 0,1-1 1 0 0,-1 1-1 0 0,0-1 0 0 0,1 1 0 0 0,-1 0 0 0 0,0-1 1 0 0,0 1-1 0 0,1 0 0 0 0,-1-1 0 0 0,0 1 0 0 0,0 0 1 0 0,0-1-1 0 0,0 1 0 0 0,0 0 0 0 0,0-1 0 0 0,0 1 1 0 0,0 0-1 0 0,0-1 0 0 0,0 1 0 0 0,0 0 0 0 0,-1 0 1 0 0,-1 26 2298 0 0,2-24-1830 0 0,-1 83 5793 0 0,2-26-5474 0 0,0 46 129 0 0,16 110 0 0 0,0 8 60 0 0,-13-137-983 0 0,21 132 1 0 0,-23-208 344 0 0,-1 1 0 0 0,-1 0 1 0 0,0-1-1 0 0,-1 1 1 0 0,0-1-1 0 0,0 1 0 0 0,-6 18 1 0 0,5-18-48 0 0,2-11-429 0 0,-1-1 0 0 0,1 0 1 0 0,0 0-1 0 0,0 0 0 0 0,0 0 0 0 0,0 0 1 0 0,0 0-1 0 0,0 1 0 0 0,0-1 0 0 0,0 0 1 0 0,0 0-1 0 0,0 0 0 0 0,0 0 0 0 0,0 0 1 0 0,0 1-1 0 0,0-1 0 0 0,0 0 0 0 0,0 0 1 0 0,0 0-1 0 0,0 0 0 0 0,0 0 0 0 0,0 1 1 0 0,0-1-1 0 0,0 0 0 0 0,0 0 0 0 0,0 0 1 0 0,0 0-1 0 0,0 0 0 0 0,0 0 0 0 0,0 1 0 0 0,0-1 1 0 0,1 0-1 0 0,-1 0 0 0 0,0 0 0 0 0,0 0 1 0 0,0 0-1 0 0,0 0 0 0 0,0 0 0 0 0,0 0 1 0 0,0 0-1 0 0,1 1 0 0 0,-1-1 0 0 0,0 0 1 0 0,0 0-1 0 0,0 0 0 0 0,0 0 0 0 0,0 0 1 0 0,1 0-1 0 0,-1 0 0 0 0,0 0 0 0 0,0 0 1 0 0,0 0-1 0 0,0 0 0 0 0,0 0 0 0 0,1 0 1 0 0,-1 0-1 0 0,0 0 0 0 0,0 0 0 0 0,0 0 1 0 0,0 0-1 0 0,0 0 0 0 0,0 0 0 0 0,1 0 1 0 0,-1-1-1 0 0,0 1 0 0 0,0 0 0 0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4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 3681 0 0,'-5'8'358'0'0,"1"1"-1"0"0,0 0 1 0 0,0 1 0 0 0,1-1 0 0 0,1 1-1 0 0,-3 11 1 0 0,0 2 221 0 0,-21 88 1585 0 0,6 1 0 0 0,4 0 0 0 0,-1 144-1 0 0,-50 538-1173 0 0,18-316-1022 0 0,27 3 248 0 0,51 392 62 0 0,-1-2-49 0 0,-28-831-228 0 0,32 1125 735 0 0,28-531 432 0 0,23 313 159 0 0,-71-739-1130 0 0,54 681 911 0 0,-57-802-1074 0 0,69 828 308 0 0,-76-884-337 0 0,-2-1 1 0 0,-2 1 0 0 0,-7 46 0 0 0,6-63-496 0 0,0-1 1 0 0,-1 1-1 0 0,-12 23 1 0 0,11-26-466 0 0,-1-1 0 0 0,-1 0 0 0 0,0 0 0 0 0,0 0 0 0 0,-10 9 0 0 0,-1-2-4503 0 0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5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0 131 2761 0 0,'415'-48'3290'0'0,"300"2"-979"0"0,603 9-2559 0 0,-988 52 248 0 0,-144-4 0 0 0,-141-8-543 0 0,-2 0-2171 0 0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06.4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3813 1 1840 0 0,'-10'3'501'0'0,"0"1"-1"0"0,1 0 0 0 0,-1 1 0 0 0,1 0 0 0 0,0 0 1 0 0,1 1-1 0 0,-1 0 0 0 0,1 1 0 0 0,1 0 0 0 0,-1 0 1 0 0,1 0-1 0 0,0 1 0 0 0,1 0 0 0 0,0 1 0 0 0,-8 13 1 0 0,3-2 33 0 0,2-1 1 0 0,0 2-1 0 0,1-1 1 0 0,1 1-1 0 0,1 1 1 0 0,-4 27 0 0 0,-3 41 804 0 0,0 159 0 0 0,24 93-89 0 0,-7-253-898 0 0,2 49-256 0 0,4 504 522 0 0,-23-233-618 0 0,35-3 0 0 0,8-121-123 0 0,-8 361 1 0 0,-21 261 164 0 0,28 115 33 0 0,-23-291 1088 0 0,-6-534-990 0 0,34 567 172 0 0,-11-401-346 0 0,-16-261 93 0 0,3-1-1 0 0,5-1 0 0 0,5-1 0 0 0,47 144 0 0 0,-57-213-178 0 0,-1 1 0 0 0,-1 1 0 0 0,4 36 0 0 0,-11-53 53 0 0,0 0-1 0 0,0 0 0 0 0,-1 0 0 0 0,-1 0 0 0 0,-1 0 0 0 0,0 0 1 0 0,-1-1-1 0 0,0 1 0 0 0,-6 15 0 0 0,7-28 40 0 0,1 1 0 0 0,0-1 0 0 0,-1 0-1 0 0,0 0 1 0 0,1 0 0 0 0,-1 0 0 0 0,0 0 0 0 0,0 0-1 0 0,0 0 1 0 0,0-1 0 0 0,-1 1 0 0 0,1-1 0 0 0,0 1-1 0 0,-1-1 1 0 0,1 0 0 0 0,-6 2 0 0 0,-48 11 124 0 0,28-9-100 0 0,19-2-29 0 0,-153 39-196 0 0,-173 22 0 0 0,-50 0-737 0 0,-7 0 1186 0 0,-457 83 803 0 0,739-127-1089 0 0,0-5 0 0 0,0-5-1 0 0,-138-6 1 0 0,178-9 129 0 0,0-4 1 0 0,-94-24-1 0 0,-7-1 396 0 0,105 26-211 0 0,-129 4 0 0 0,64 5-144 0 0,75-1-63 0 0,39 1 32 0 0,0 0 1 0 0,0-1 0 0 0,0-1-1 0 0,0-1 1 0 0,0 0 0 0 0,-27-8-1 0 0,31 1-1481 0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4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301 353 920 0 0,'3'-17'810'0'0,"0"0"1"0"0,-1-1-1 0 0,0 1 0 0 0,-2 0 0 0 0,0-1 0 0 0,-1 1 0 0 0,0 0 1 0 0,-7-27-1 0 0,6 35-228 0 0,-1 0 0 0 0,0 0 1 0 0,0 0-1 0 0,-1 0 0 0 0,-1 1 0 0 0,1 0 1 0 0,-10-13-1 0 0,10 16-354 0 0,0 1 1 0 0,0-1-1 0 0,0 1 0 0 0,-1 1 1 0 0,1-1-1 0 0,-1 1 0 0 0,0-1 0 0 0,0 1 1 0 0,0 1-1 0 0,0-1 0 0 0,-1 1 1 0 0,1 0-1 0 0,-8-2 0 0 0,10 3-62 0 0,-1 0 0 0 0,0 1 0 0 0,1-1 0 0 0,-1 1 0 0 0,0 0 0 0 0,0 0 0 0 0,1 0-1 0 0,-1 1 1 0 0,0-1 0 0 0,1 1 0 0 0,-1 0 0 0 0,0 0 0 0 0,1 0 0 0 0,-1 0 0 0 0,1 1 0 0 0,-5 2 0 0 0,3-1 17 0 0,-1 1 1 0 0,1 0 0 0 0,1 0-1 0 0,-1 1 1 0 0,0-1-1 0 0,1 1 1 0 0,0 0 0 0 0,-6 11-1 0 0,1 0-6 0 0,1 0-1 0 0,1 0 0 0 0,0 1 0 0 0,1 0 0 0 0,-6 33 1 0 0,2 6-15 0 0,-4 78 1 0 0,13-105-156 0 0,1-1 0 0 0,1 0 0 0 0,2 0 0 0 0,10 49 0 0 0,-10-68-8 0 0,0 0 1 0 0,0-1-1 0 0,0 1 1 0 0,1-1-1 0 0,0 0 1 0 0,1 0-1 0 0,0 0 1 0 0,0-1-1 0 0,1 0 1 0 0,0 0 0 0 0,9 9-1 0 0,-5-7 3 0 0,1-1 0 0 0,0-1-1 0 0,0 0 1 0 0,0 0 0 0 0,1-1 0 0 0,0 0-1 0 0,15 4 1 0 0,4-1-19 0 0,1-1-1 0 0,1-2 1 0 0,-1-1-1 0 0,1-1 1 0 0,50-2 0 0 0,-71-1-2 0 0,0-2 1 0 0,-1 0-1 0 0,1 0 0 0 0,-1-1 1 0 0,1 0-1 0 0,-1-1 1 0 0,0-1-1 0 0,0 0 1 0 0,11-5-1 0 0,-16 6 29 0 0,0-1-1 0 0,-1 1 0 0 0,0-1 1 0 0,0 0-1 0 0,0-1 1 0 0,0 1-1 0 0,0-1 1 0 0,-1 0-1 0 0,0 0 0 0 0,0 0 1 0 0,-1 0-1 0 0,1-1 1 0 0,-1 0-1 0 0,0 0 0 0 0,-1 0 1 0 0,1 0-1 0 0,2-10 1 0 0,-1-5 76 0 0,0-1 0 0 0,-1 0 0 0 0,-2 0 0 0 0,0 1 0 0 0,-1-1-1 0 0,-1 0 1 0 0,-5-25 0 0 0,-38-152 479 0 0,27 134-402 0 0,12 46-128 0 0,-1 1-1 0 0,0-1 1 0 0,-2 1 0 0 0,0 0 0 0 0,-1 1 0 0 0,0 0 0 0 0,-16-20 0 0 0,21 32-41 0 0,-1-1 0 0 0,0 1 0 0 0,0 0 1 0 0,0 0-1 0 0,-1 1 0 0 0,0 0 0 0 0,0-1 1 0 0,0 2-1 0 0,0-1 0 0 0,-7-2 0 0 0,8 4-17 0 0,0 1 0 0 0,0 0 0 0 0,0 0 0 0 0,0 0 0 0 0,0 0 0 0 0,0 1 1 0 0,0 0-1 0 0,0 0 0 0 0,0 0 0 0 0,0 1 0 0 0,0-1 0 0 0,0 1 0 0 0,0 1 0 0 0,0-1 0 0 0,-8 4 0 0 0,-2 3-1622 0 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5:42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1 258 5529 0 0,'7'4'690'0'0,"0"1"0"0"0,0-1 1 0 0,0 2-1 0 0,-1-1 0 0 0,0 1 0 0 0,0 0 0 0 0,0 0 0 0 0,-1 0 0 0 0,7 11 1 0 0,6 11 413 0 0,15 34 0 0 0,1 0-261 0 0,64 70 455 0 0,-38-55-742 0 0,-56-73-374 0 0,1 1 1 0 0,-1-1-1 0 0,1 0 0 0 0,0 0 1 0 0,0 0-1 0 0,11 5 1 0 0,-14-7-37 0 0,0-1 0 0 0,1 0 0 0 0,-1 0 0 0 0,0-1 0 0 0,1 1 0 0 0,-1 0 0 0 0,1-1 0 0 0,-1 1 0 0 0,4-1 1 0 0,-5 0-73 0 0,0 0 0 0 0,0 0 1 0 0,0 0-1 0 0,0-1 1 0 0,-1 1-1 0 0,1 0 0 0 0,0 0 1 0 0,0-1-1 0 0,0 1 1 0 0,0 0-1 0 0,0-1 1 0 0,-1 1-1 0 0,1-1 0 0 0,0 1 1 0 0,0-1-1 0 0,-1 0 1 0 0,1 1-1 0 0,0-1 1 0 0,-1 0-1 0 0,1 1 0 0 0,0-1 1 0 0,-1 0-1 0 0,1 0 1 0 0,0-1-1 0 0,2-6 163 0 0,0 0 0 0 0,-1-1-1 0 0,0 0 1 0 0,2-15 0 0 0,1-6 1 0 0,16-85 238 0 0,8-131 0 0 0,-17 121-213 0 0,-9 102-246 0 0,3-37 40 0 0,-6 56-55 0 0,0 1 1 0 0,0-1-1 0 0,0 1 0 0 0,0 0 1 0 0,-1-1-1 0 0,1 1 0 0 0,-1 0 0 0 0,0 0 1 0 0,0-1-1 0 0,0 1 0 0 0,-1 0 1 0 0,1 0-1 0 0,-4-5 0 0 0,5 8-14 0 0,-1-1 0 0 0,1 1 0 0 0,-1 0 0 0 0,1-1 0 0 0,-1 1 0 0 0,1 0 0 0 0,-1-1 0 0 0,1 1 0 0 0,-1 0 0 0 0,1 0 0 0 0,-1-1 0 0 0,0 1 0 0 0,1 0 0 0 0,-1 0 0 0 0,1 0 0 0 0,-1 0 0 0 0,0 0 0 0 0,1 0 0 0 0,-1 0 0 0 0,1 0 0 0 0,-1 0 0 0 0,0 0 0 0 0,0 0 0 0 0,-4 2-308 0 0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6:22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 6913 0 0,'-2'53'1471'0'0,"2"0"0"0"0,3-1-1 0 0,9 54 1 0 0,-1-15-1835 0 0,3 103 811 0 0,-17 314 1 0 0,-45 634 1899 0 0,49 655 1954 0 0,44-537-4008 0 0,-27 98 250 0 0,8 336-253 0 0,6-710-128 0 0,24 473 132 0 0,-32-1139-147 0 0,11 299 371 0 0,17-14 505 0 0,-48-563-964 0 0,-3-1 0 0 0,-1 1 0 0 0,-2 0 0 0 0,-1-1 1 0 0,-13 56-1 0 0,12-76 43 0 0,-4 35 265 0 0,8-51-356 0 0,0 1 0 0 0,0-1 1 0 0,0 0-1 0 0,1 0 0 0 0,-1 0 1 0 0,1 0-1 0 0,-1 0 0 0 0,1 0 1 0 0,0 0-1 0 0,0 0 0 0 0,1 0 1 0 0,-1-1-1 0 0,0 1 0 0 0,4 4 1 0 0,3 2-102 0 0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309 24 2761 0 0,'-3'-2'261'0'0,"1"1"0"0"0,-1-1 0 0 0,0 1 0 0 0,0 0 0 0 0,0-1 0 0 0,1 2 0 0 0,-1-1 1 0 0,0 0-1 0 0,0 0 0 0 0,-1 1 0 0 0,1 0 0 0 0,-5 0 0 0 0,-41 0 2132 0 0,46 1-2211 0 0,-4-1 29 0 0,-1 1 0 0 0,1 0 0 0 0,0 0 0 0 0,0 1 0 0 0,0 0 0 0 0,1 0 0 0 0,-1 1 0 0 0,0-1 0 0 0,1 1 0 0 0,0 1 0 0 0,-1 0 0 0 0,1 0 0 0 0,1 0 0 0 0,-1 0 0 0 0,1 1 0 0 0,-1 0 0 0 0,1 0 0 0 0,1 0 0 0 0,-6 7 0 0 0,1 3-63 0 0,0 1 0 0 0,1 0-1 0 0,0 0 1 0 0,1 0 0 0 0,1 1 0 0 0,-6 29-1 0 0,4-14-83 0 0,1 0-1 0 0,2 1 1 0 0,2 0-1 0 0,1 0 0 0 0,2 46 1 0 0,2-60-88 0 0,0 0-1 0 0,1 0 1 0 0,1 0-1 0 0,1 0 1 0 0,1-1-1 0 0,0 0 1 0 0,1 0 0 0 0,1-1-1 0 0,1 1 1 0 0,19 27-1 0 0,-22-37 10 0 0,0-1-1 0 0,0 0 0 0 0,1 0 1 0 0,0 0-1 0 0,1-1 1 0 0,-1 0-1 0 0,1-1 0 0 0,1 0 1 0 0,-1 0-1 0 0,1 0 1 0 0,-1-1-1 0 0,1-1 0 0 0,0 1 1 0 0,0-2-1 0 0,14 4 0 0 0,-17-5 82 0 0,0-1 0 0 0,0 1 0 0 0,0-1 0 0 0,0 0-1 0 0,0 0 1 0 0,1-1 0 0 0,-1 1 0 0 0,0-1 0 0 0,0-1-1 0 0,0 1 1 0 0,0-1 0 0 0,-1 0 0 0 0,1-1 0 0 0,0 1-1 0 0,-1-1 1 0 0,0 0 0 0 0,1-1 0 0 0,-1 1 0 0 0,0-1-1 0 0,-1 0 1 0 0,1 0 0 0 0,-1 0 0 0 0,0-1 0 0 0,7-9-1 0 0,7-16 309 0 0,-1-1 0 0 0,-1-1 0 0 0,-2-1 0 0 0,-1 0 0 0 0,-2-1 0 0 0,-1 0 0 0 0,6-41 0 0 0,-12 55-242 0 0,-1-1 0 0 0,-1 1 0 0 0,-1 0 1 0 0,-1-1-1 0 0,0 1 0 0 0,-2-1 0 0 0,-5-24 1 0 0,4 33-67 0 0,0 0 1 0 0,-1 0 0 0 0,-1 0 0 0 0,0 1 0 0 0,0 0 0 0 0,-1 0-1 0 0,0 0 1 0 0,-1 0 0 0 0,-1 1 0 0 0,0 1 0 0 0,0-1 0 0 0,0 1 0 0 0,-12-8-1 0 0,10 7-491 0 0,-1 1 0 0 0,0 0-1 0 0,-1 1 1 0 0,0 0-1 0 0,0 1 1 0 0,0 0-1 0 0,-21-7 1 0 0,24 12-837 0 0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7:39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21 391 3681 0 0,'-5'-20'508'0'0,"-2"-3"1059"0"0,-1 11 2628 0 0,24 13-357 0 0,9 2-2887 0 0,-18 3-644 0 0,0 0 0 0 0,0 0 0 0 0,0 0 0 0 0,-1 1 0 0 0,0 0 0 0 0,0 0-1 0 0,-1 0 1 0 0,10 17 0 0 0,11 15 251 0 0,1-10-221 0 0,2-1 0 0 0,0-1 1 0 0,2-1-1 0 0,1-2 0 0 0,0-1 0 0 0,66 33 0 0 0,-89-51-289 0 0,1-1-1 0 0,0 0 0 0 0,0-1 1 0 0,0 0-1 0 0,12 2 0 0 0,-18-4 1 0 0,-1 0-1 0 0,1-1 1 0 0,-1 1-1 0 0,1-1 0 0 0,-1 0 1 0 0,1 0-1 0 0,-1 0 1 0 0,1-1-1 0 0,-1 1 1 0 0,1-1-1 0 0,-1 0 0 0 0,0 0 1 0 0,1 0-1 0 0,-1 0 1 0 0,0 0-1 0 0,0-1 0 0 0,0 0 1 0 0,0 1-1 0 0,3-4 1 0 0,-4 4 0 0 0,-1-1 0 0 0,0 0 1 0 0,0 1-1 0 0,0-1 0 0 0,0 0 1 0 0,0 0-1 0 0,-1 0 1 0 0,1 0-1 0 0,0 0 0 0 0,-1 0 1 0 0,1 0-1 0 0,-1 0 0 0 0,0 0 1 0 0,0 0-1 0 0,0-1 0 0 0,0 1 1 0 0,0-3-1 0 0,-9-41 321 0 0,3 21-208 0 0,-19-199 421 0 0,24 193-555 0 0,1 0 0 0 0,2 0 0 0 0,1 1 0 0 0,2-1 0 0 0,10-38 0 0 0,-6 29-24 0 0,-7 27-87 0 0,1 1-1 0 0,0 0 1 0 0,10-23-1 0 0,-10 30-237 0 0,1 0-85 0 0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1145 31 9674 0 0,'-4'-20'1841'0'0,"1"10"1928"0"0,2 27-1647 0 0,8 125-1085 0 0,30 172 1 0 0,-22-206-843 0 0,-3-26-187 0 0,4-2 0 0 0,3 0 0 0 0,47 124 0 0 0,-61-192 168 0 0,-1 0 0 0 0,0 0 0 0 0,0 1 0 0 0,-1-1 0 0 0,1 17 0 0 0,-4-27-149 0 0,1 0 0 0 0,-1 0 0 0 0,0 0 0 0 0,0 1 0 0 0,-1-1 0 0 0,1 0 0 0 0,0 0 0 0 0,-1 0 0 0 0,1 1 0 0 0,-1-1 0 0 0,0 0 0 0 0,1 0 1 0 0,-1 0-1 0 0,0 0 0 0 0,0 0 0 0 0,-1 0 0 0 0,1 0 0 0 0,0-1 0 0 0,-1 1 0 0 0,1 0 0 0 0,-1-1 0 0 0,1 1 0 0 0,-1-1 0 0 0,0 1 0 0 0,0-1 0 0 0,1 0 0 0 0,-1 0 0 0 0,0 0 0 0 0,0 0 0 0 0,0 0 0 0 0,0 0 0 0 0,-1 0 0 0 0,1-1 0 0 0,0 1 0 0 0,0-1 0 0 0,0 0 0 0 0,0 1 0 0 0,-1-1 0 0 0,-1 0 0 0 0,-23 0 79 0 0,0-1 0 0 0,1-1 0 0 0,-35-7 1 0 0,29 3-44 0 0,-55-1 1 0 0,-22 13-39 0 0,0 4 0 0 0,-139 33 0 0 0,87-14-20 0 0,55-16-39 0 0,58-8 3 0 0,-62 14 0 0 0,97-16 31 0 0,3 1 0 0 0,0-2 0 0 0,0 1 0 0 0,-1-1 0 0 0,1-1 0 0 0,0 1 0 0 0,-1-2 0 0 0,1 0 0 0 0,-22-2 0 0 0,32 3 5 0 0,-1 0 0 0 0,1 1 0 0 0,0-1 0 0 0,0 0 0 0 0,-1 0-1 0 0,1 0 1 0 0,0 1 0 0 0,0-1 0 0 0,0 0 0 0 0,0 0 0 0 0,0 0 0 0 0,1 1 0 0 0,-1-1 0 0 0,0 0 0 0 0,0 0 0 0 0,1 0 0 0 0,0 2 0 0 0,9 47 155 0 0,-2-13-89 0 0,34 290-71 0 0,6 32 0 0 0,-21-177 0 0 0,-15-90 0 0 0,30 119 0 0 0,-38-198 14 0 0,0 0 1 0 0,1 1-1 0 0,1-1 0 0 0,0-1 1 0 0,0 1-1 0 0,1-1 1 0 0,1 0-1 0 0,0-1 0 0 0,12 13 1 0 0,-15-19-8 0 0,0 0 0 0 0,0 0 0 0 0,1-1 1 0 0,0 0-1 0 0,0 0 0 0 0,1 0 0 0 0,-1 0 0 0 0,1-1 1 0 0,-1 0-1 0 0,1-1 0 0 0,0 0 0 0 0,0 0 0 0 0,0 0 1 0 0,0-1-1 0 0,1 1 0 0 0,-1-2 0 0 0,0 1 0 0 0,0-1 1 0 0,10-1-1 0 0,102-17-7 0 0,-75 10 0 0 0,73-5 0 0 0,379 33-80 0 0,-445-16 83 0 0,13-3 26 0 0,-45-1 11 0 0,1 0 1 0 0,-1 2 0 0 0,0 0 0 0 0,1 1 0 0 0,23 6 0 0 0,33 7-22 0 0,-75-16 22 0 0,0 0-1 0 0,0 1 1 0 0,0-1 0 0 0,0 0-1 0 0,0 1 1 0 0,0-1 0 0 0,0 1 0 0 0,-1-1-1 0 0,1 1 1 0 0,0-1 0 0 0,0 1-1 0 0,0 0 1 0 0,0-1 0 0 0,0 1 0 0 0,-1 0-1 0 0,1 0 1 0 0,0-1 0 0 0,-1 1-1 0 0,1 0 1 0 0,-1 0 0 0 0,1 0-1 0 0,0 2 257 0 0,2 18-179 0 0,5 23 17 0 0,15 51 0 0 0,-2-13-139 0 0,99 326 4 0 0,-31-120 0 0 0,-36-121-8 0 0,11 46 160 0 0,-57-191-72 0 0,1 1-1 0 0,1-2 0 0 0,0 1 1 0 0,2-1-1 0 0,14 21 0 0 0,-23-37-59 0 0,1 0-4 0 0,-1 0 1 0 0,0 1-1 0 0,0 0 0 0 0,-1-1 0 0 0,1 1 0 0 0,-1 0 0 0 0,0 8 0 0 0,-1-9-2 0 0,1 0 1 0 0,0 0 0 0 0,0 0-1 0 0,0 0 1 0 0,0 0 0 0 0,1 0-1 0 0,0 0 1 0 0,4 7-1 0 0,-6-11-6 0 0,0-1-1 0 0,1 1 0 0 0,-1-1 0 0 0,0 0 0 0 0,1 1 0 0 0,-1-1 0 0 0,0 1 0 0 0,1-1 0 0 0,-1 1 0 0 0,0-1 0 0 0,0 1 0 0 0,0-1 0 0 0,0 1 0 0 0,1-1 0 0 0,-1 1 0 0 0,0-1 0 0 0,0 1 1 0 0,0-1-1 0 0,0 1 0 0 0,0-1 0 0 0,0 1 0 0 0,0 0 0 0 0,0-1 0 0 0,-1 1 0 0 0,1-1 0 0 0,0 1 0 0 0,0-1 0 0 0,0 1 0 0 0,0-1 0 0 0,-1 1 0 0 0,1-1 0 0 0,0 1 0 0 0,-1-1 0 0 0,1 0 1 0 0,0 1-1 0 0,-1-1 0 0 0,1 1 0 0 0,0-1 0 0 0,-1 1 0 0 0,-26 7 3 0 0,-114 16-669 0 0,-84 17-731 0 0,-26 6 712 0 0,-84 22 105 0 0,309-63 498 0 0,0-1 0 0 0,0-2 1 0 0,0-1-1 0 0,-1-1 0 0 0,1-1 0 0 0,-33-4 0 0 0,-2 0 92 0 0,-77 8 994 0 0,140-3-948 0 0,1-1 0 0 0,-1 1 0 0 0,0 0 1 0 0,0 0-1 0 0,0 0 0 0 0,0 1 0 0 0,0-1 0 0 0,-1 0 0 0 0,1 1 0 0 0,0-1 0 0 0,-1 1 0 0 0,1-1 0 0 0,-1 1 0 0 0,1 0 0 0 0,-1 0 0 0 0,0-1 0 0 0,1 1 0 0 0,-1 0 0 0 0,1 4 1 0 0,26 54-58 0 0,-19-38 7 0 0,18 38-65 0 0,-4 1 0 0 0,-1 1 0 0 0,-4 1 0 0 0,-2 1 0 0 0,8 68-1 0 0,2 234-40 0 0,-26-350 85 0 0,0 28 23 0 0,2 0-1 0 0,1 0 0 0 0,3-1 1 0 0,13 53-1 0 0,-16-85-1 0 0,-2-8 10 0 0,-1 0 0 0 0,1 0-1 0 0,0 0 1 0 0,0 0 0 0 0,1 0 0 0 0,-1 0 0 0 0,0 0-1 0 0,1-1 1 0 0,2 4 0 0 0,-2-5-14 0 0,-1 0-1 0 0,1 0 1 0 0,-1 0 0 0 0,1 0 0 0 0,-1-1 0 0 0,1 1-1 0 0,0 0 1 0 0,0-1 0 0 0,-1 1 0 0 0,1-1-1 0 0,0 0 1 0 0,0 1 0 0 0,0-1 0 0 0,-1 0-1 0 0,1 0 1 0 0,0 0 0 0 0,0-1 0 0 0,0 1-1 0 0,3-1 1 0 0,106-10-22 0 0,1 5 1 0 0,0 5-1 0 0,1 5 0 0 0,133 22 0 0 0,-110 1 53 0 0,17 3 53 0 0,-135-29-83 0 0,1 1 0 0 0,-1-2-1 0 0,1-1 1 0 0,-1 0 0 0 0,0-1 0 0 0,26-7 0 0 0,-28 5-119 0 0,1 0 1 0 0,-1 1 0 0 0,33-2-1 0 0,-48 6 132 0 0,-1 0 0 0 0,1 0-1 0 0,-1 0 1 0 0,1 0 0 0 0,-1 0 0 0 0,0 0-1 0 0,0 1 1 0 0,0-1 0 0 0,1 0-1 0 0,-1 0 1 0 0,0 0 0 0 0,0 0 0 0 0,-1 1-1 0 0,1-1 1 0 0,0 0 0 0 0,-1 2-1 0 0,1 13 136 0 0,72 428-31 0 0,-10-91-38 0 0,3 461 844 0 0,-52-591-799 0 0,-11-187-262 0 0,1-1 0 0 0,3 1-1 0 0,17 62 1 0 0,-23-96-5 0 0,1-1 16 0 0,-1 0 0 0 0,0 0 0 0 0,0 1 0 0 0,1-1 0 0 0,-1 0-1 0 0,1 0 1 0 0,-1 0 0 0 0,1 1 0 0 0,-1-1 0 0 0,1 0-1 0 0,0 0 1 0 0,-1 0 0 0 0,1 0 0 0 0,0 0 0 0 0,0 0-1 0 0,0-1 1 0 0,0 1 0 0 0,0 0 0 0 0,0 0 0 0 0,0-1 0 0 0,0 1-1 0 0,0 0 1 0 0,0-1 0 0 0,2 1 0 0 0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6.8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47 8754 0 0,'-12'-14'2475'0'0,"11"11"-2025"0"0,-1 1 0 0 0,0-1 0 0 0,0 1 0 0 0,1-1 0 0 0,-1 1 0 0 0,-1 0 0 0 0,1 0 0 0 0,0 0 0 0 0,-1 0 0 0 0,1 0 0 0 0,-1 0 0 0 0,1 1 0 0 0,-6-3 0 0 0,7 4-342 0 0,1 1-1 0 0,-1 0 1 0 0,0-1 0 0 0,1 1 0 0 0,-1-1-1 0 0,1 1 1 0 0,-1 0 0 0 0,1-1-1 0 0,-1 1 1 0 0,1 0 0 0 0,0 0-1 0 0,-1-1 1 0 0,1 1 0 0 0,0 0-1 0 0,0 0 1 0 0,-1 0 0 0 0,1 0 0 0 0,0-1-1 0 0,0 1 1 0 0,0 0 0 0 0,0 0-1 0 0,0 0 1 0 0,0 0 0 0 0,0-1-1 0 0,0 2 1 0 0,1 26 551 0 0,-1-26-584 0 0,42 315 1198 0 0,-6-70-1111 0 0,-20-36-142 0 0,-11-107 65 0 0,36 194 0 0 0,-36-281-265 0 0,-1 0 0 0 0,2-1 1 0 0,0 0-1 0 0,15 28 0 0 0,9-3-3590 0 0,-23-36 2462 0 0,-10-8 998 0 0,-5-4 256 0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237 43 4145 0 0,'-14'-6'846'0'0,"-1"1"-1"0"0,1 0 1 0 0,-1 2 0 0 0,0-1 0 0 0,-24-1 0 0 0,35 5-605 0 0,0-1 0 0 0,0 1 1 0 0,1 0-1 0 0,-1 0 0 0 0,0 1 1 0 0,0-1-1 0 0,1 1 0 0 0,-1 0 1 0 0,0 0-1 0 0,1 0 0 0 0,-1 1 1 0 0,1-1-1 0 0,0 1 0 0 0,-1-1 1 0 0,1 1-1 0 0,0 0 0 0 0,0 1 1 0 0,0-1-1 0 0,0 0 0 0 0,0 1 0 0 0,1 0 1 0 0,-1 0-1 0 0,1-1 0 0 0,0 1 1 0 0,0 1-1 0 0,0-1 0 0 0,0 0 1 0 0,-2 5-1 0 0,-2 8-46 0 0,1 0 0 0 0,0 1 0 0 0,1 0 0 0 0,1 0 0 0 0,0 1 0 0 0,2-1 0 0 0,0 35 0 0 0,1-44-128 0 0,1 0-1 0 0,0-1 1 0 0,0 1-1 0 0,1 0 1 0 0,0 0-1 0 0,0-1 1 0 0,1 1-1 0 0,0-1 1 0 0,0 0-1 0 0,0 0 1 0 0,1 0-1 0 0,0 0 1 0 0,1-1-1 0 0,-1 1 1 0 0,1-1-1 0 0,1 0 1 0 0,-1-1-1 0 0,1 1 1 0 0,12 8-1 0 0,-16-12-52 0 0,1-1 0 0 0,-1 1 1 0 0,0-1-1 0 0,1 0 0 0 0,-1 0 0 0 0,1 1 1 0 0,0-2-1 0 0,-1 1 0 0 0,1 0 0 0 0,0 0 0 0 0,-1-1 1 0 0,1 0-1 0 0,0 1 0 0 0,0-1 0 0 0,0 0 0 0 0,-1 0 1 0 0,1-1-1 0 0,0 1 0 0 0,0-1 0 0 0,-1 1 0 0 0,4-2 1 0 0,-3 0 31 0 0,0 1 1 0 0,0-1-1 0 0,0 0 0 0 0,-1-1 1 0 0,1 1-1 0 0,0 0 1 0 0,-1-1-1 0 0,0 0 1 0 0,1 1-1 0 0,-1-1 1 0 0,0 0-1 0 0,0 0 1 0 0,-1 0-1 0 0,3-5 1 0 0,0-4 75 0 0,0 1 1 0 0,0-1 0 0 0,-1 0 0 0 0,-1 0 0 0 0,0 0 0 0 0,0 0 0 0 0,-1 0-1 0 0,-1-19 1 0 0,-1 21-150 0 0,0-1 0 0 0,-1 0-1 0 0,0 1 1 0 0,-1 0 0 0 0,0 0-1 0 0,-1 0 1 0 0,0 0 0 0 0,0 0 0 0 0,-1 0-1 0 0,0 1 1 0 0,-1 0 0 0 0,0 0-1 0 0,0 1 1 0 0,-1 0 0 0 0,0 0 0 0 0,0 0-1 0 0,-1 1 1 0 0,0 0 0 0 0,0 0-1 0 0,-1 1 1 0 0,0 0 0 0 0,0 1-1 0 0,0 0 1 0 0,-1 0 0 0 0,0 1 0 0 0,0 0-1 0 0,-14-3 1 0 0,7 4-1292 0 0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7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1044 35 4145 0 0,'1'-1'213'0'0,"0"0"1"0"0,-1 0 0 0 0,1 0-1 0 0,-1 0 1 0 0,1 0 0 0 0,-1 0-1 0 0,1 0 1 0 0,-1 0-1 0 0,0-1 1 0 0,0 1 0 0 0,1 0-1 0 0,-1 0 1 0 0,0 0-1 0 0,0 0 1 0 0,0 0 0 0 0,0 0-1 0 0,0-1 1 0 0,-1 1-1 0 0,1 0 1 0 0,0 0 0 0 0,0 0-1 0 0,-2-2 1 0 0,2 2 20 0 0,-1 0-1 0 0,0 1 1 0 0,0-1 0 0 0,0 0 0 0 0,0 1-1 0 0,0-1 1 0 0,0 1 0 0 0,0-1 0 0 0,0 1 0 0 0,0 0-1 0 0,0-1 1 0 0,0 1 0 0 0,-1 0 0 0 0,1 0-1 0 0,0-1 1 0 0,0 1 0 0 0,0 0 0 0 0,-2 1 0 0 0,-8 0 1012 0 0,0 0 0 0 0,0 1 0 0 0,-17 5 0 0 0,20-5-1199 0 0,-77 17 1089 0 0,0-3 1 0 0,-1-5-1 0 0,-90 1 1 0 0,101-13-1088 0 0,-89-12-1 0 0,-40-1-33 0 0,122 10-562 0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4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 5985 0 0,'-6'-1'-282'0'0,"4"1"790"0"0,0-1 0 0 0,0 1 0 0 0,0 0 0 0 0,0-1 0 0 0,0 1 1 0 0,0 0-1 0 0,0 0 0 0 0,0 0 0 0 0,0 1 0 0 0,-1-1 0 0 0,-1 1 0 0 0,3 0-292 0 0,0 0 0 0 0,0 0 0 0 0,0 0 0 0 0,0 0 0 0 0,0 0 0 0 0,1 0 0 0 0,-1 0 0 0 0,0 0 0 0 0,1 0 0 0 0,-1 0 0 0 0,1 1 0 0 0,-1-1 0 0 0,1 0 0 0 0,0 1 0 0 0,-1-1 0 0 0,1 0 0 0 0,0 0 0 0 0,0 1 0 0 0,0-1 0 0 0,0 0 0 0 0,0 3 0 0 0,-1 60 771 0 0,10 105 0 0 0,23 64-629 0 0,-21-161-202 0 0,101 448-73 0 0,-60-302-142 0 0,62 422 47 0 0,-91-497-74 0 0,30 256 179 0 0,6-1 105 0 0,0 12 1404 0 0,-54-363-1432 0 0,-2-15 345 0 0,-1 0-1 0 0,-4 63 1 0 0,1-86-494 0 0,0-6 137 0 0,0 1 0 0 0,1-1 0 0 0,0 1 0 0 0,-1 0 0 0 0,1 0 0 0 0,1 7 0 0 0,-1-11-142 0 0,1 1 0 0 0,-1-1 0 0 0,0 1-1 0 0,0-1 1 0 0,0 0 0 0 0,1 1 0 0 0,-1-1 0 0 0,0 1 0 0 0,0-1-1 0 0,1 1 1 0 0,-1-1 0 0 0,0 0 0 0 0,1 1 0 0 0,-1-1 0 0 0,0 0-1 0 0,1 1 1 0 0,-1-1 0 0 0,1 0 0 0 0,-1 1 0 0 0,1-1-1 0 0,-1 0 1 0 0,1 0 0 0 0,0 1 0 0 0,0-1-38 0 0,0 0 0 0 0,1 0 0 0 0,-1 0 0 0 0,0 0 0 0 0,1 0 0 0 0,-1-1 1 0 0,0 1-1 0 0,1 0 0 0 0,-1-1 0 0 0,0 1 0 0 0,1 0 0 0 0,-1-1 0 0 0,1 0 0 0 0,56-31-5 0 0,-44 24 35 0 0,0 0-1 0 0,0 1 1 0 0,1 0 0 0 0,0 1-1 0 0,17-4 1 0 0,365-50-282 0 0,-348 55 285 0 0,-15-1-21 0 0,0-2 0 0 0,0 0 0 0 0,-1-3 0 0 0,0 0 0 0 0,48-26 0 0 0,-62 30 32 0 0,0 0 0 0 0,0 2 1 0 0,33-6-1 0 0,-37 9-454 0 0,1-1 0 0 0,-1 0 0 0 0,1-2 0 0 0,-1 1 0 0 0,0-2 0 0 0,22-11 0 0 0,-27 10-962 0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18.8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 4145 0 0,'-1'-1'432'0'0,"0"0"1"0"0,0 1-1 0 0,0-1 1 0 0,0 0-1 0 0,-1 1 0 0 0,1 0 1 0 0,0-1-1 0 0,-1 1 1 0 0,1-1-1 0 0,0 1 0 0 0,-1 0 1 0 0,1 0-1 0 0,0 0 1 0 0,-1 0-1 0 0,1 0 1 0 0,0 0-1 0 0,-1 0 0 0 0,1 0 1 0 0,0 1-1 0 0,-1-1 1 0 0,1 0-1 0 0,0 1 0 0 0,-2 0 1 0 0,2 0-178 0 0,0 0 0 0 0,0 0-1 0 0,0 1 1 0 0,0-1 0 0 0,0 0 0 0 0,1 0 0 0 0,-1 1-1 0 0,0-1 1 0 0,1 1 0 0 0,-1-1 0 0 0,0 0 0 0 0,1 1-1 0 0,0-1 1 0 0,-1 1 0 0 0,1-1 0 0 0,0 1 0 0 0,0 1 0 0 0,0 9 126 0 0,0 0 1 0 0,1 1-1 0 0,5 22 1 0 0,-5-28-94 0 0,64 254 1334 0 0,-30-133-1488 0 0,7 37 29 0 0,45 169 223 0 0,-70-272-2816 0 0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2085 46 6913 0 0,'10'-10'750'0'0,"7"-7"393"0"0,-14 14 123 0 0,-2 3-1125 0 0,-1 0 0 0 0,0-1-1 0 0,0 1 1 0 0,1 0 0 0 0,-1-1 0 0 0,0 1-1 0 0,0 0 1 0 0,0-1 0 0 0,0 1-1 0 0,0-1 1 0 0,0 1 0 0 0,1-1 0 0 0,-1 1-1 0 0,0 0 1 0 0,0-1 0 0 0,0 1 0 0 0,0-1-1 0 0,0 1 1 0 0,-1 0 0 0 0,1-1-1 0 0,0 1 1 0 0,0-1 0 0 0,0 0 0 0 0,-4 0 266 0 0,0 0 1 0 0,1 1 0 0 0,-1-1 0 0 0,0 1 0 0 0,0-1-1 0 0,1 1 1 0 0,-1 1 0 0 0,0-1 0 0 0,0 0 0 0 0,-4 2 0 0 0,-10-1 212 0 0,-149-4 2216 0 0,-91 1-1807 0 0,-437 51-1309 0 0,509-28 576 0 0,-350 86 0 0 0,493-94-301 0 0,20-5-18 0 0,0-1 0 0 0,0-2 1 0 0,0 0-1 0 0,-38 2 0 0 0,47-9-452 0 0,13-4-217 0 0,21-6-7263 0 0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1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297 1 6449 0 0,'-12'2'348'0'0,"0"1"-1"0"0,0 0 0 0 0,1 0 1 0 0,-1 2-1 0 0,1-1 1 0 0,0 1-1 0 0,0 1 0 0 0,0 0 1 0 0,1 1-1 0 0,0 0 0 0 0,0 0 1 0 0,-12 13-1 0 0,1-1 68 0 0,1 2 1 0 0,1 0-1 0 0,1 1 0 0 0,-19 31 0 0 0,33-46-317 0 0,0-1 0 0 0,1 0-1 0 0,-1 1 1 0 0,1 0-1 0 0,1 0 1 0 0,-4 12-1 0 0,6-17-34 0 0,0-1 1 0 0,-1 0-1 0 0,1 1 0 0 0,0-1 1 0 0,0 0-1 0 0,0 0 0 0 0,1 1 0 0 0,-1-1 1 0 0,0 0-1 0 0,0 0 0 0 0,1 1 1 0 0,-1-1-1 0 0,1 0 0 0 0,-1 0 0 0 0,1 0 1 0 0,-1 0-1 0 0,1 1 0 0 0,1 0 1 0 0,-1-1 39 0 0,1 0 0 0 0,-1 0 0 0 0,1 0 1 0 0,-1 0-1 0 0,1 0 0 0 0,0 0 0 0 0,-1 0 1 0 0,1-1-1 0 0,0 1 0 0 0,-1-1 1 0 0,1 1-1 0 0,0-1 0 0 0,0 0 0 0 0,0 0 1 0 0,-1 0-1 0 0,5 0 0 0 0,1 0 2 0 0,0-1-1 0 0,0 0 0 0 0,0-1 1 0 0,0 0-1 0 0,0 0 0 0 0,0 0 1 0 0,0-1-1 0 0,0 0 0 0 0,-1 0 1 0 0,0-1-1 0 0,0 1 0 0 0,0-2 1 0 0,0 1-1 0 0,0 0 1 0 0,-1-1-1 0 0,0 0 0 0 0,8-9 1 0 0,-7 7-68 0 0,-1-1 0 0 0,0 1 1 0 0,0-1-1 0 0,0 1 1 0 0,-1-2-1 0 0,0 1 0 0 0,0 0 1 0 0,-1-1-1 0 0,0 1 1 0 0,-1-1-1 0 0,0 0 0 0 0,0 0 1 0 0,0-15-1 0 0,-2 22-22 0 0,0 0 1 0 0,0 0-1 0 0,0 0 0 0 0,0 1 0 0 0,0-1 1 0 0,0 0-1 0 0,0 0 0 0 0,-1 0 0 0 0,1 1 1 0 0,-1-1-1 0 0,0 0 0 0 0,1 1 1 0 0,-1-1-1 0 0,0 0 0 0 0,0 1 0 0 0,0-1 1 0 0,0 1-1 0 0,0-1 0 0 0,0 1 0 0 0,0 0 1 0 0,-2-2-1 0 0,1 2 22 0 0,1 1 1 0 0,-1-1 0 0 0,0 0-1 0 0,1 1 1 0 0,-1 0-1 0 0,0-1 1 0 0,0 1 0 0 0,0 0-1 0 0,1 0 1 0 0,-1 0-1 0 0,0 0 1 0 0,0 0-1 0 0,1 0 1 0 0,-1 0 0 0 0,0 1-1 0 0,0-1 1 0 0,-2 1-1 0 0,-3 2 84 0 0,-1 0-1 0 0,1 1 1 0 0,-1-1-1 0 0,1 1 1 0 0,0 1-1 0 0,0 0 1 0 0,-10 9-1 0 0,13-10-195 0 0,0 0-1 0 0,0 1 0 0 0,0-1 1 0 0,1 1-1 0 0,0 0 0 0 0,0 0 1 0 0,-4 8-1 0 0,1 3-503 0 0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2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60 103 10594 0 0,'-6'-14'1277'0'0,"0"1"-1"0"0,0-1 0 0 0,-1 2 0 0 0,-1-1 1 0 0,0 1-1 0 0,-10-12 0 0 0,26 76 1167 0 0,15 48-2832 0 0,5-1-1 0 0,4-2 0 0 0,55 115 0 0 0,-59-159-3252 0 0,-16-31-2614 0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0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87 548 10594 0 0,'-10'-20'868'0'0,"-6"-11"592"0"0,4 15 2727 0 0,16 22-3440 0 0,0 0-1 0 0,-1-1 1 0 0,0 1 0 0 0,5 13-1 0 0,0 0-568 0 0,24 43-96 0 0,-1-1-4402 0 0,-78-158 3195 0 0,42 86 1550 0 0,0-1 0 0 0,1 1 0 0 0,-5-21 0 0 0,6 20-152 0 0,0 1 0 0 0,-1 0 0 0 0,0 0 1 0 0,-11-19-1 0 0,9 20 111 0 0,0 0 408 0 0,0 0 1 0 0,-1 0-1 0 0,-10-10 1 0 0,18 21-762 0 0,0 0 0 0 0,0 0 0 0 0,-1 0 0 0 0,1 0 0 0 0,0 0 0 0 0,0 0 0 0 0,-1 0 0 0 0,1 1 0 0 0,-1-1 1 0 0,1 0-1 0 0,-1 0 0 0 0,0 1 0 0 0,1-1 0 0 0,-1 0 0 0 0,0 3 0 0 0,1 2-5 0 0,18 36-19 0 0,1 0 1 0 0,2-2 0 0 0,2 0 0 0 0,2-1 0 0 0,1-2-1 0 0,45 47 1 0 0,-69-79-31 0 0,-1-4 4 0 0,0 1-1 0 0,0 0 1 0 0,0 0 0 0 0,-1 0-1 0 0,1 0 1 0 0,-1 0-1 0 0,1 0 1 0 0,-1 1 0 0 0,0-1-1 0 0,0 0 1 0 0,0 1-1 0 0,0-1 1 0 0,0 5-1 0 0,-31-32-44 0 0,6-4 155 0 0,2-1 0 0 0,1 0 0 0 0,2-2 0 0 0,1 0 0 0 0,1-1-1 0 0,2-1 1 0 0,2 0 0 0 0,-14-50 0 0 0,25 70 139 0 0,7 16 34 0 0,13 22-34 0 0,-14-18-353 0 0,23 32-112 0 0,52 57-1 0 0,-67-83 214 0 0,1 0 0 0 0,1-1 0 0 0,0-1 0 0 0,0 0 0 0 0,1-1 0 0 0,0 0 1 0 0,27 10-1 0 0,-33-15-1 0 0,0 0 1 0 0,1-1-1 0 0,0 0 0 0 0,0-1 1 0 0,0 0-1 0 0,0-1 1 0 0,12 1-1 0 0,-19-2 23 0 0,-1-1 0 0 0,0 1 0 0 0,1 0 0 0 0,-1 0 1 0 0,1-1-1 0 0,-1 0 0 0 0,0 1 0 0 0,1-1 0 0 0,-1 0 0 0 0,0 0 0 0 0,0 0 0 0 0,0 0 0 0 0,1-1 0 0 0,-1 1 0 0 0,0-1 1 0 0,-1 1-1 0 0,1-1 0 0 0,0 1 0 0 0,0-1 0 0 0,-1 0 0 0 0,1 0 0 0 0,-1 0 0 0 0,0 0 0 0 0,1 0 0 0 0,-1 0 0 0 0,0-1 1 0 0,0 1-1 0 0,0 0 0 0 0,-1 0 0 0 0,1-1 0 0 0,0 1 0 0 0,-1-1 0 0 0,0 1 0 0 0,1 0 0 0 0,-1-4 0 0 0,0-6 84 0 0,0-1 0 0 0,0 1 0 0 0,-2 0 0 0 0,1 0 0 0 0,-1 0-1 0 0,-6-18 1 0 0,-30-72 363 0 0,16 47-296 0 0,-4-13-58 0 0,11 34-233 0 0,2-1 0 0 0,1-1 0 0 0,2 0 0 0 0,-8-55 0 0 0,17 70-1745 0 0,4 2-5975 0 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122 322 3225 0 0,'-19'2'1737'0'0,"-1"1"1"0"0,1 1 0 0 0,0 0 0 0 0,-26 11-1 0 0,68-17 2622 0 0,30 5-3367 0 0,-9 0-516 0 0,22-4-199 0 0,1-2 0 0 0,97-19-1 0 0,130-43 225 0 0,-220 48-216 0 0,73-21 181 0 0,111-23 315 0 0,-84 30-685 0 0,484-65 472 0 0,3 79 850 0 0,-457 14-3197 0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0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 2761 0 0,'-15'-10'-39'0'0,"-21"6"15181"0"0,36 4-14892 0 0,0 2-103 0 0,-1-1 0 0 0,1 1-1 0 0,0 0 1 0 0,0-1 0 0 0,0 1 0 0 0,0-1-1 0 0,0 1 1 0 0,0-1 0 0 0,1 1-1 0 0,-1-1 1 0 0,0 1 0 0 0,1-1 0 0 0,-1 1-1 0 0,2 1 1 0 0,0 1-62 0 0,0 0 1 0 0,0-1-1 0 0,0 1 0 0 0,1-1 0 0 0,0 1 1 0 0,0-1-1 0 0,0 0 0 0 0,0 0 0 0 0,0 0 1 0 0,0 0-1 0 0,1-1 0 0 0,-1 1 1 0 0,1-1-1 0 0,0 0 0 0 0,0 0 0 0 0,0 0 1 0 0,0-1-1 0 0,0 1 0 0 0,0-1 0 0 0,0 0 1 0 0,1 0-1 0 0,-1 0 0 0 0,8-1 0 0 0,-6 1-46 0 0,1-1 0 0 0,-1 1 0 0 0,0-2 0 0 0,1 1-1 0 0,-1-1 1 0 0,0 0 0 0 0,0 0 0 0 0,1 0 0 0 0,-1-1-1 0 0,0 0 1 0 0,-1-1 0 0 0,1 1 0 0 0,0-1 0 0 0,-1 0-1 0 0,1 0 1 0 0,4-5 0 0 0,-8 7-15 0 0,-1 0 0 0 0,0 0-1 0 0,0 0 1 0 0,0 0 0 0 0,0 0 0 0 0,0 0 0 0 0,0 0-1 0 0,0 0 1 0 0,0 0 0 0 0,0-1 0 0 0,-1 1-1 0 0,1 0 1 0 0,0-1 0 0 0,-1 1 0 0 0,1 0 0 0 0,-1-1-1 0 0,0 1 1 0 0,1-1 0 0 0,-1 1 0 0 0,0-1 0 0 0,0 1-1 0 0,0-1 1 0 0,0 1 0 0 0,0-1 0 0 0,0 1 0 0 0,0-1-1 0 0,-1 1 1 0 0,1-1 0 0 0,0 1 0 0 0,-1 0 0 0 0,0-1-1 0 0,1 1 1 0 0,-1-1 0 0 0,0 1 0 0 0,1 0 0 0 0,-1 0-1 0 0,0-1 1 0 0,0 1 0 0 0,0 0 0 0 0,0 0 0 0 0,0 0-1 0 0,-2-1 1 0 0,1 0-123 0 0,-1 0 0 0 0,1 0 0 0 0,-1 1 1 0 0,0-1-1 0 0,1 1 0 0 0,-1-1 0 0 0,0 1 0 0 0,0 0 0 0 0,0 0 0 0 0,0 0 0 0 0,0 1 0 0 0,0-1 0 0 0,-1 1 0 0 0,1 0 1 0 0,0 0-1 0 0,0 0 0 0 0,0 0 0 0 0,0 0 0 0 0,-5 2 0 0 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3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14 14283 0 0,'-1'0'109'0'0,"0"0"1"0"0,1-1-1 0 0,-1 1 1 0 0,0 0-1 0 0,0 0 0 0 0,1 0 1 0 0,-1 0-1 0 0,0-1 1 0 0,0 1-1 0 0,1 0 0 0 0,-1 0 1 0 0,0 0-1 0 0,0 1 0 0 0,1-1 1 0 0,-1 0-1 0 0,0 0 1 0 0,0 0-1 0 0,1 1 0 0 0,-1-1 1 0 0,0 0-1 0 0,1 1 1 0 0,-1-1-1 0 0,0 0 0 0 0,1 1 1 0 0,-1-1-1 0 0,0 1 1 0 0,1-1-1 0 0,-1 1 0 0 0,1-1 1 0 0,-1 1-1 0 0,1 0 0 0 0,-1-1 1 0 0,1 1-1 0 0,0-1 1 0 0,-1 2-1 0 0,-17 26 793 0 0,14-18-876 0 0,1 0 1 0 0,0 1 0 0 0,0-1-1 0 0,2 1 1 0 0,-1-1-1 0 0,1 1 1 0 0,1 0 0 0 0,0-1-1 0 0,0 1 1 0 0,1 0 0 0 0,0-1-1 0 0,1 1 1 0 0,1-1-1 0 0,-1 1 1 0 0,1-1 0 0 0,1 0-1 0 0,0 0 1 0 0,6 11 0 0 0,-5-11-10 0 0,1 1 0 0 0,0-1 1 0 0,1 0-1 0 0,0-1 1 0 0,0 0-1 0 0,1 0 0 0 0,0 0 1 0 0,0-1-1 0 0,1 0 0 0 0,0 0 1 0 0,1-1-1 0 0,-1-1 1 0 0,2 0-1 0 0,-1 0 0 0 0,0-1 1 0 0,15 6-1 0 0,-22-10 6 0 0,0 0-1 0 0,0 0 1 0 0,0 0-1 0 0,0-1 1 0 0,0 1-1 0 0,1-1 0 0 0,-1 0 1 0 0,0 1-1 0 0,0-2 1 0 0,0 1-1 0 0,0 0 1 0 0,1 0-1 0 0,-1-1 1 0 0,0 0-1 0 0,0 0 0 0 0,0 0 1 0 0,0 0-1 0 0,0 0 1 0 0,0 0-1 0 0,-1-1 1 0 0,1 0-1 0 0,0 1 1 0 0,-1-1-1 0 0,1 0 0 0 0,-1 0 1 0 0,1 0-1 0 0,-1-1 1 0 0,0 1-1 0 0,0 0 1 0 0,0-1-1 0 0,0 0 1 0 0,-1 1-1 0 0,1-1 1 0 0,-1 0-1 0 0,2-4 0 0 0,0-2 56 0 0,0 0 0 0 0,-1 1 0 0 0,0-1 0 0 0,-1-1 1 0 0,1 1-1 0 0,-2 0 0 0 0,1 0 0 0 0,-2 0 0 0 0,1 0 0 0 0,-1-1 0 0 0,-2-10 0 0 0,-1 4 36 0 0,-1 0 1 0 0,-1-1 0 0 0,0 2 0 0 0,-1-1 0 0 0,0 1-1 0 0,-1 0 1 0 0,-17-22 0 0 0,18 28-435 0 0,-1-1 0 0 0,0 1 0 0 0,-1 0 0 0 0,-17-12 0 0 0,20 16-664 0 0,-1 1 1 0 0,0-1 0 0 0,-1 1-1 0 0,1 1 1 0 0,-1 0 0 0 0,1 0-1 0 0,-14-3 1 0 0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32 131 3225 0 0,'-32'-2'12568'0'0,"34"15"-13151"0"0,3 5 1092 0 0,1-1 1 0 0,1 0-1 0 0,0 0 0 0 0,1-1 1 0 0,1 0-1 0 0,0 0 0 0 0,1-1 0 0 0,1 0 1 0 0,1-1-1 0 0,17 17 0 0 0,-24-26-486 0 0,1 0 0 0 0,-1 0-1 0 0,1-1 1 0 0,0 1-1 0 0,1-1 1 0 0,-1-1 0 0 0,1 1-1 0 0,0-1 1 0 0,7 2-1 0 0,-11-4-36 0 0,0 0-1 0 0,0-1 1 0 0,0 1-1 0 0,1-1 1 0 0,-1 0-1 0 0,0 0 1 0 0,0 0-1 0 0,1 0 1 0 0,-1-1-1 0 0,0 1 1 0 0,0-1-1 0 0,0 0 1 0 0,0 0-1 0 0,0 0 1 0 0,0 0-1 0 0,0-1 1 0 0,0 1-1 0 0,0-1 0 0 0,0 0 1 0 0,-1 1-1 0 0,1-1 1 0 0,4-4-1 0 0,0-2 29 0 0,0 0 0 0 0,0-1 0 0 0,-1 0-1 0 0,0 0 1 0 0,-1 0 0 0 0,0 0 0 0 0,0-1 0 0 0,-1 0-1 0 0,0 0 1 0 0,-1 0 0 0 0,0 0 0 0 0,-1-1-1 0 0,0 1 1 0 0,0-1 0 0 0,-1-15 0 0 0,0-10 206 0 0,-2 0 0 0 0,-2 0 0 0 0,-8-44 0 0 0,19 113-127 0 0,2 0 1 0 0,2-1-1 0 0,1 0 1 0 0,1-1-1 0 0,2 0 1 0 0,0-1-1 0 0,3-1 1 0 0,30 38-1 0 0,-41-59-693 0 0,0 0-1 0 0,0-1 1 0 0,1 0 0 0 0,16 8-1 0 0,-2-2-519 0 0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5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15 10594 0 0,'-1'-1'358'0'0,"0"0"0"0"0,0 0-1 0 0,0 0 1 0 0,0 0 0 0 0,0 0-1 0 0,0 0 1 0 0,0 0 0 0 0,0 0-1 0 0,-1 0 1 0 0,1 0 0 0 0,0 1-1 0 0,0-1 1 0 0,-1 1 0 0 0,1-1-1 0 0,-1 1 1 0 0,1-1 0 0 0,-1 1-1 0 0,1 0 1 0 0,-2-1 0 0 0,2 2-215 0 0,0-1 0 0 0,1 1 1 0 0,-1-1-1 0 0,0 1 0 0 0,1-1 1 0 0,-1 1-1 0 0,1-1 0 0 0,-1 1 1 0 0,1-1-1 0 0,-1 1 0 0 0,1 0 1 0 0,0-1-1 0 0,-1 1 0 0 0,1 0 1 0 0,0-1-1 0 0,-1 1 0 0 0,1 0 1 0 0,0 0-1 0 0,0-1 0 0 0,-1 1 1 0 0,1 0-1 0 0,0 0 0 0 0,0 0 1 0 0,0 1-1 0 0,0 7 97 0 0,0 1 0 0 0,1-1 0 0 0,0 0 0 0 0,3 13 0 0 0,10 32-24 0 0,2-1 0 0 0,3-1-1 0 0,2-1 1 0 0,34 62-1 0 0,128 182-288 0 0,-173-279-2 0 0,8 10-1260 0 0,-2 1 0 0 0,18 42 0 0 0,-23-39-5798 0 0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4.7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1 310 13363 0 0,'-1'-1'88'0'0,"1"0"0"0"0,0 0-1 0 0,0 0 1 0 0,0 0 0 0 0,0 0 0 0 0,0 0 0 0 0,0 0 0 0 0,0 0 0 0 0,1 0-1 0 0,-1 0 1 0 0,0 0 0 0 0,0 0 0 0 0,1 0 0 0 0,-1 0 0 0 0,1 0 0 0 0,-1 0-1 0 0,1 0 1 0 0,-1 0 0 0 0,1 0 0 0 0,-1 0 0 0 0,1 0 0 0 0,0 1 0 0 0,0-1-1 0 0,0-1 1 0 0,26-21 1052 0 0,-18 14-815 0 0,164-132 4252 0 0,-49 61-5244 0 0,-92 64-56 0 0,-1 0-12 0 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5.5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239 338 10594 0 0,'-31'11'258'0'0,"-1"-1"0"0"0,1-2 0 0 0,-42 6 1 0 0,2-4 2625 0 0,420-69 808 0 0,-101 15-2912 0 0,75-19 452 0 0,-88 16-435 0 0,418-74 540 0 0,-558 103-1252 0 0,-27 5-3 0 0,-1 2 0 0 0,94-3 0 0 0,-153 14-327 0 0,0 0 1 0 0,0 0-1 0 0,1 1 1 0 0,-1 0-1 0 0,0 0 1 0 0,0 1-1 0 0,0 0 1 0 0,11 5-1 0 0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5985 0 0,'-1'1'170'0'0,"1"-1"-1"0"0,-1 1 0 0 0,1-1 1 0 0,-1 1-1 0 0,1 0 0 0 0,0-1 1 0 0,-1 1-1 0 0,1 0 0 0 0,0-1 1 0 0,0 1-1 0 0,-1 0 0 0 0,1-1 1 0 0,0 1-1 0 0,0 0 0 0 0,0 0 1 0 0,0-1-1 0 0,0 1 1 0 0,0 0-1 0 0,0-1 0 0 0,0 1 1 0 0,0 0-1 0 0,0 0 0 0 0,1 0 1 0 0,1 19 1192 0 0,24 109 2957 0 0,-9-52-3448 0 0,-3 0 1 0 0,6 132-1 0 0,-25-147-96 0 0,3-49-768 0 0,1 0 0 0 0,0 0 0 0 0,1 1 1 0 0,0-1-1 0 0,1 0 0 0 0,3 20 1 0 0,12-5-6600 0 0,-11-22 4415 0 0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6.9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93 129 9218 0 0,'-66'11'2255'0'0,"39"-6"2073"0"0,37-6-1929 0 0,306-64 858 0 0,-198 36-2987 0 0,167-17 1 0 0,-252 43-885 0 0,-1 2 0 0 0,54 5-1 0 0,-13 11-2473 0 0,-58-10 762 0 0,0 0 0 0 0,25 13 0 0 0,-24-9-2066 0 0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1 14283 0 0,'-16'4'528'0'0,"0"1"1235"0"0,17-4-1704 0 0,-1-1 0 0 0,1 1 0 0 0,-1 0 0 0 0,1-1 0 0 0,0 0 0 0 0,-1 1 0 0 0,1-1 0 0 0,0 1 0 0 0,-1-1 0 0 0,1 0 0 0 0,0 1 0 0 0,0-1 0 0 0,-1 0 0 0 0,1 0 0 0 0,0 0 1 0 0,0 1-1 0 0,0-1 0 0 0,-1 0 0 0 0,1 0 0 0 0,0 0 0 0 0,0 0 0 0 0,1-1 0 0 0,19 6 418 0 0,0 0 1 0 0,0 1-1 0 0,0 1 0 0 0,-1 1 1 0 0,0 1-1 0 0,21 13 1 0 0,111 80 919 0 0,-39-25-1207 0 0,29 2-2877 0 0,-114-63-4620 0 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7.4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0 13363 0 0,'-8'11'5204'0'0,"-30"65"-2446"0"0,-135 478-598 0 0,146-428-2304 0 0,24-91-256 0 0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3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 10594 0 0,'-24'0'7211'0'0,"24"2"-7035"0"0,0 0-1 0 0,0 1 1 0 0,0-1-1 0 0,0 0 1 0 0,0 0-1 0 0,1 1 1 0 0,-1-1-1 0 0,1 0 1 0 0,0 0-1 0 0,0 0 0 0 0,1 4 1 0 0,36 93 755 0 0,27 107 0 0 0,-57-178-2073 0 0,1-1 1 0 0,1-1 0 0 0,22 41 0 0 0,-28-60-576 0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8.6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16 136 7370 0 0,'1'-7'294'0'0,"0"0"0"0"0,0 0 0 0 0,1 0 1 0 0,1 0-1 0 0,-1 0 0 0 0,1 1 0 0 0,0-1 1 0 0,0 1-1 0 0,1-1 0 0 0,0 1 0 0 0,0 0 1 0 0,0 1-1 0 0,1-1 0 0 0,0 1 0 0 0,0 0 0 0 0,1 0 1 0 0,-1 0-1 0 0,1 1 0 0 0,0-1 0 0 0,0 2 1 0 0,11-6-1 0 0,-15 8-177 0 0,0 0-1 0 0,0 1 1 0 0,0-1-1 0 0,0 1 1 0 0,0-1 0 0 0,0 1-1 0 0,0 0 1 0 0,0 0-1 0 0,0 0 1 0 0,0 0 0 0 0,0 0-1 0 0,0 1 1 0 0,0-1 0 0 0,-1 1-1 0 0,1-1 1 0 0,0 1-1 0 0,0-1 1 0 0,0 1 0 0 0,0 0-1 0 0,3 2 1 0 0,-3-1 8 0 0,1 1 1 0 0,0-1 0 0 0,-1 1-1 0 0,0 0 1 0 0,1-1 0 0 0,-1 1-1 0 0,0 0 1 0 0,-1 0 0 0 0,1 1-1 0 0,0-1 1 0 0,0 4-1 0 0,1 1 0 0 0,0 0-1 0 0,-1 0 0 0 0,0 1 1 0 0,-1-1-1 0 0,0 1 0 0 0,0-1 1 0 0,-1 1-1 0 0,0 0 0 0 0,-1 8 1 0 0,-3 1-38 0 0,0-1-1 0 0,-2 1 1 0 0,0-1 0 0 0,0-1 0 0 0,-2 1-1 0 0,-14 23 1 0 0,14-28-154 0 0,0 0-1 0 0,-1 0 1 0 0,0-1 0 0 0,0 0-1 0 0,-2-1 1 0 0,1 0 0 0 0,-1 0-1 0 0,-20 12 1 0 0,30-21-197 0 0,0 0 1 0 0,-1 0-1 0 0,1 0 1 0 0,-1-1-1 0 0,0 1 0 0 0,1-1 1 0 0,-1 1-1 0 0,0-1 1 0 0,1 1-1 0 0,-1-1 0 0 0,0 0 1 0 0,1 0-1 0 0,-1 0 0 0 0,0 0 1 0 0,1 0-1 0 0,-1 0 1 0 0,-2-1-1 0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2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40 103 10594 0 0,'-1'-1'112'0'0,"0"1"0"0"0,0 0-1 0 0,1 0 1 0 0,-1 0 0 0 0,0 0-1 0 0,0 0 1 0 0,1 0 0 0 0,-1 1-1 0 0,0-1 1 0 0,1 0 0 0 0,-1 0-1 0 0,0 0 1 0 0,1 1 0 0 0,-1-1-1 0 0,0 0 1 0 0,1 1 0 0 0,-1-1-1 0 0,0 1 1 0 0,1-1 0 0 0,-1 0 0 0 0,1 1-1 0 0,-1-1 1 0 0,1 1 0 0 0,-1 0-1 0 0,1-1 1 0 0,-1 1 0 0 0,1-1-1 0 0,0 1 1 0 0,-1 0 0 0 0,1-1-1 0 0,0 1 1 0 0,0 0 0 0 0,-1 0-1 0 0,-12 25 1902 0 0,10-16-1755 0 0,2 0 0 0 0,-1 0 0 0 0,1 0 0 0 0,1 0 1 0 0,0 1-1 0 0,0-1 0 0 0,3 12 0 0 0,16 71-142 0 0,-14-72-41 0 0,-2-10-140 0 0,-1-1-47 0 0,0 0 1 0 0,0 0-1 0 0,1 0 0 0 0,0 0 1 0 0,1 0-1 0 0,0-1 0 0 0,1 0 1 0 0,0 0-1 0 0,8 12 0 0 0,-15-51-3659 0 0,-1 8 3022 0 0,-16-134-1373 0 0,18 131 2613 0 0,1 0 0 0 0,0 0 1 0 0,2 0-1 0 0,7-32 0 0 0,-9 55-386 0 0,0 1 0 0 0,0 0 1 0 0,0-1-1 0 0,1 1 0 0 0,-1 0 0 0 0,0-1 0 0 0,1 1 0 0 0,-1 0 0 0 0,1-1 0 0 0,0 1 0 0 0,-1 0 1 0 0,1 0-1 0 0,0-1 0 0 0,0 1 0 0 0,-1 0 0 0 0,1 0 0 0 0,0 0 0 0 0,0 0 0 0 0,0 0 1 0 0,0 0-1 0 0,1 1 0 0 0,-1-1 0 0 0,0 0 0 0 0,1 0 0 0 0,0 1 44 0 0,-1 0 0 0 0,1 0-1 0 0,-1 0 1 0 0,0 0 0 0 0,1 1-1 0 0,-1-1 1 0 0,0 1 0 0 0,1-1 0 0 0,-1 1-1 0 0,0-1 1 0 0,0 1 0 0 0,1 0-1 0 0,-1 0 1 0 0,0-1 0 0 0,0 1 0 0 0,0 0-1 0 0,0 0 1 0 0,2 2 0 0 0,5 7 431 0 0,0 0 0 0 0,-1 0 1 0 0,11 19-1 0 0,6 20-110 0 0,-14-28-408 0 0,0-1-1 0 0,13 19 1 0 0,-20-34-66 0 0,1 0-1 0 0,-1-1 1 0 0,1 1 0 0 0,0-1-1 0 0,1 0 1 0 0,-1 0 0 0 0,1 0 0 0 0,0-1-1 0 0,-1 0 1 0 0,1 0 0 0 0,1 0-1 0 0,7 3 1 0 0,-11-5-56 0 0,0 0 0 0 0,0-1 1 0 0,0 1-1 0 0,1-1 0 0 0,-1 1 0 0 0,0-1 1 0 0,0 0-1 0 0,0 0 0 0 0,1 0 0 0 0,-1 0 1 0 0,0 0-1 0 0,0-1 0 0 0,0 1 0 0 0,1-1 1 0 0,-1 1-1 0 0,0-1 0 0 0,0 0 0 0 0,0 0 0 0 0,3-1 1 0 0,-2-1-41 0 0,0 0 0 0 0,0 1 0 0 0,1-1 0 0 0,-2 0 0 0 0,1 0 0 0 0,0-1 0 0 0,0 1 0 0 0,-1 0 0 0 0,3-7 0 0 0,3-7-44 0 0,-1 0 0 0 0,-1 0-1 0 0,7-31 1 0 0,-11 41 243 0 0,6-25 74 0 0,-6 18 37 0 0,1 0-1 0 0,0 0 1 0 0,1 1 0 0 0,1-1-1 0 0,0 1 1 0 0,1 0-1 0 0,0 0 1 0 0,10-13-1 0 0,-16 25-181 0 0,1 0 0 0 0,0 0 0 0 0,0 0 0 0 0,0 0 0 0 0,0 0-1 0 0,0 0 1 0 0,0 0 0 0 0,0 0 0 0 0,0 1 0 0 0,0-1-1 0 0,0 1 1 0 0,0-1 0 0 0,0 1 0 0 0,1-1 0 0 0,-1 1-1 0 0,0-1 1 0 0,0 1 0 0 0,0 0 0 0 0,1 0 0 0 0,-1 0-1 0 0,0-1 1 0 0,0 1 0 0 0,1 1 0 0 0,-1-1 0 0 0,0 0-1 0 0,1 0 1 0 0,-1 0 0 0 0,0 1 0 0 0,0-1 0 0 0,0 0-1 0 0,1 1 1 0 0,-1-1 0 0 0,0 1 0 0 0,0 0 0 0 0,0-1-1 0 0,0 1 1 0 0,0 0 0 0 0,0 0 0 0 0,0-1 0 0 0,0 1-1 0 0,0 0 1 0 0,0 0 0 0 0,-1 0 0 0 0,1 0 0 0 0,0 0-1 0 0,0 2 1 0 0,6 6 47 0 0,-1 0 0 0 0,0 1 1 0 0,-1 0-1 0 0,4 12 0 0 0,-6-15-40 0 0,2 2-135 0 0,5 15 236 0 0,1-1 0 0 0,18 26 0 0 0,-23-41-546 0 0,-1-1-1 0 0,1 0 1 0 0,1 0-1 0 0,-1 0 1 0 0,1-1-1 0 0,0 0 1 0 0,0-1-1 0 0,1 1 1 0 0,15 7-1 0 0,-3-4-6551 0 0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 10594 0 0,'-2'1'135'0'0,"0"0"0"0"0,0 0 0 0 0,0 1 0 0 0,1-1 0 0 0,-1 0 0 0 0,1 1 0 0 0,-1-1 0 0 0,1 1 0 0 0,-1 0 0 0 0,1 0 0 0 0,0-1 0 0 0,0 1 0 0 0,0 0 0 0 0,-2 4 0 0 0,-12 35 1524 0 0,10-26-1283 0 0,0-4-250 0 0,1 1 0 0 0,1-1 0 0 0,0 0 0 0 0,1 1 0 0 0,0 0 0 0 0,0 0 0 0 0,1-1 0 0 0,1 1 0 0 0,0 0 0 0 0,1 0 0 0 0,0 0 0 0 0,1-1 0 0 0,0 1 0 0 0,1 0 0 0 0,0-1 0 0 0,1 0 0 0 0,0 0 0 0 0,0 0 0 0 0,2 0-1 0 0,-1-1 1 0 0,1 1 0 0 0,1-1 0 0 0,0-1 0 0 0,0 1 0 0 0,1-1 0 0 0,0-1 0 0 0,0 0 0 0 0,1 0 0 0 0,0 0 0 0 0,1-1 0 0 0,13 8 0 0 0,-16-11 10 0 0,0 0 0 0 0,0 0 0 0 0,0-1 0 0 0,0 0 0 0 0,0-1 0 0 0,1 1 0 0 0,-1-1 0 0 0,1-1 0 0 0,11 2-1 0 0,-16-3-94 0 0,0 0-1 0 0,0 0 0 0 0,0-1 0 0 0,1 1 0 0 0,-1-1 1 0 0,0 1-1 0 0,0-1 0 0 0,-1 0 0 0 0,1-1 0 0 0,0 1 1 0 0,0 0-1 0 0,0-1 0 0 0,-1 1 0 0 0,1-1 0 0 0,-1 0 1 0 0,1 0-1 0 0,-1 0 0 0 0,0 0 0 0 0,0 0 0 0 0,0-1 1 0 0,0 1-1 0 0,0-1 0 0 0,0 1 0 0 0,-1-1 0 0 0,1 0 1 0 0,1-3-1 0 0,1-6 87 0 0,0 1-1 0 0,0 0 1 0 0,-1-1 0 0 0,-1 0 0 0 0,0 0-1 0 0,-1 0 1 0 0,0 0 0 0 0,0 0 0 0 0,-2 0-1 0 0,1 1 1 0 0,-2-1 0 0 0,-4-23 0 0 0,3 24-85 0 0,0-1 1 0 0,0 1-1 0 0,-1 0 1 0 0,-1 0-1 0 0,0 0 1 0 0,0 1-1 0 0,-1 0 1 0 0,0 0-1 0 0,-1 0 1 0 0,0 1-1 0 0,-1 0 1 0 0,0 0-1 0 0,-11-9 1 0 0,14 14-94 0 0,0 1 1 0 0,0 0-1 0 0,0 0 1 0 0,-1 0-1 0 0,1 1 0 0 0,-1 0 1 0 0,1 0-1 0 0,-1 0 0 0 0,0 1 1 0 0,0 0-1 0 0,0 0 1 0 0,0 0-1 0 0,0 1 0 0 0,0 0 1 0 0,0 0-1 0 0,0 0 1 0 0,0 1-1 0 0,0 0 0 0 0,0 0 1 0 0,-5 3-1 0 0,2-2-239 0 0,0 2 0 0 0,1-1 1 0 0,0 1-1 0 0,0 0 0 0 0,0 1 0 0 0,0 0 0 0 0,1 0 1 0 0,0 0-1 0 0,0 1 0 0 0,0 0 0 0 0,1 1 0 0 0,-9 10 1 0 0,0 4 254 0 0,1-3 35 0 0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29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 69 11522 0 0,'1'-4'365'0'0,"-1"1"0"0"0,0-1-1 0 0,0 1 1 0 0,0-1-1 0 0,-1 0 1 0 0,1 1-1 0 0,-1-1 1 0 0,0 1 0 0 0,0-1-1 0 0,0 1 1 0 0,0-1-1 0 0,-1 1 1 0 0,1 0-1 0 0,-3-4 1 0 0,4 6-279 0 0,-1 0-1 0 0,0 0 1 0 0,0 0-1 0 0,0 0 1 0 0,0 1 0 0 0,0-1-1 0 0,0 0 1 0 0,0 0-1 0 0,-1 1 1 0 0,1-1-1 0 0,0 0 1 0 0,0 1 0 0 0,0-1-1 0 0,-1 1 1 0 0,1 0-1 0 0,0-1 1 0 0,-1 1 0 0 0,1 0-1 0 0,0 0 1 0 0,-1 0-1 0 0,1 0 1 0 0,0 0 0 0 0,-1 0-1 0 0,1 0 1 0 0,0 0-1 0 0,-1 0 1 0 0,1 1 0 0 0,0-1-1 0 0,0 1 1 0 0,-1-1-1 0 0,1 1 1 0 0,0-1 0 0 0,0 1-1 0 0,0 0 1 0 0,0-1-1 0 0,-1 1 1 0 0,1 0 0 0 0,0 0-1 0 0,0 0 1 0 0,0 1-1 0 0,-8 6 3 0 0,1-1 0 0 0,0 2-1 0 0,0-1 1 0 0,1 1-1 0 0,0 1 1 0 0,1-1 0 0 0,0 1-1 0 0,0 0 1 0 0,1 0-1 0 0,0 1 1 0 0,1 0-1 0 0,0 0 1 0 0,-2 12 0 0 0,4-17-90 0 0,1-1 1 0 0,0 1 0 0 0,0-1 0 0 0,1 1 0 0 0,-1 0-1 0 0,1-1 1 0 0,0 1 0 0 0,1 0 0 0 0,-1-1 0 0 0,1 1-1 0 0,0 0 1 0 0,1-1 0 0 0,-1 1 0 0 0,1-1-1 0 0,0 0 1 0 0,0 0 0 0 0,1 0 0 0 0,0 0 0 0 0,0 0-1 0 0,0 0 1 0 0,0 0 0 0 0,1-1 0 0 0,0 0-1 0 0,0 0 1 0 0,0 0 0 0 0,0 0 0 0 0,10 6 0 0 0,7 1 35 0 0,1-1 0 0 0,29 10 1 0 0,32 14 130 0 0,-75-30-147 0 0,0 0-1 0 0,-1 1 1 0 0,1 0 0 0 0,-1 0 0 0 0,0 1 0 0 0,-1 0 0 0 0,10 11-1 0 0,-14-14-11 0 0,0 0-1 0 0,0 0 0 0 0,0 0 0 0 0,-1 0 1 0 0,1 0-1 0 0,-1 1 0 0 0,0-1 0 0 0,0 0 1 0 0,0 1-1 0 0,-1-1 0 0 0,1 1 0 0 0,-1-1 1 0 0,0 1-1 0 0,1-1 0 0 0,-2 1 0 0 0,1 0 0 0 0,0-1 1 0 0,-1 1-1 0 0,0-1 0 0 0,0 0 0 0 0,0 1 1 0 0,0-1-1 0 0,0 0 0 0 0,-1 1 0 0 0,1-1 1 0 0,-1 0-1 0 0,0 0 0 0 0,-4 5 0 0 0,-3 4 54 0 0,1-1-1 0 0,-2-1 0 0 0,1 0 0 0 0,-2 0 1 0 0,-21 15-1 0 0,-83 46-2049 0 0,87-53-5420 0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 9674 0 0,'-7'-1'9325'0'0,"7"1"-9244"0"0,5 63 280 0 0,3 0 0 0 0,16 63 0 0 0,44 127-4111 0 0,-64-238-2253 0 0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0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3 119 10594 0 0,'-2'-1'1050'0'0,"31"25"1601"0"0,14 42-591 0 0,-29-42-1777 0 0,1 0 0 0 0,26 29-1 0 0,-37-48-153 0 0,1 0-1 0 0,-1-1 0 0 0,1 0 1 0 0,0 1-1 0 0,0-2 0 0 0,0 1 0 0 0,1 0 1 0 0,-1-1-1 0 0,1 0 0 0 0,0-1 1 0 0,0 1-1 0 0,0-1 0 0 0,0 0 1 0 0,0-1-1 0 0,11 2 0 0 0,-16-2-71 0 0,0-1-1 0 0,0 0 1 0 0,0 0-1 0 0,0-1 1 0 0,0 1-1 0 0,0 0 0 0 0,0 0 1 0 0,0 0-1 0 0,0-1 1 0 0,0 1-1 0 0,0 0 1 0 0,0-1-1 0 0,0 1 1 0 0,0-1-1 0 0,0 0 1 0 0,0 1-1 0 0,0-1 1 0 0,0 1-1 0 0,0-1 1 0 0,-1 0-1 0 0,1 0 1 0 0,0 0-1 0 0,0-1 1 0 0,1 0 55 0 0,-1-1 0 0 0,0 1 0 0 0,1-1 0 0 0,-1 0 0 0 0,0 1 0 0 0,-1-1 0 0 0,1 0 0 0 0,0-5 0 0 0,0-3 110 0 0,-1 0 0 0 0,0 0 0 0 0,-3-17-1 0 0,-15-52-133 0 0,-1-4-270 0 0,17 75-397 0 0,1 0 0 0 0,1 0 1 0 0,-1 0-1 0 0,2 0 1 0 0,-1-1-1 0 0,4-15 1 0 0,1 9-829 0 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 10594 0 0,'-2'5'6038'0'0,"2"15"-4256"0"0,1 22-1097 0 0,2 0 176 0 0,18 83 1 0 0,-16-105-1407 0 0,1 0 1 0 0,1 0-1 0 0,1 0 1 0 0,1 0-1 0 0,21 33 0 0 0,-23-43-597 0 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0 158 3681 0 0,'4'11'8642'0'0,"5"6"-4120"0"0,34 48-3522 0 0,-23-35 127 0 0,-10-15-732 0 0,1 0 1 0 0,21 21-1 0 0,-28-31-312 0 0,0-1-1 0 0,0-1 0 0 0,0 1 1 0 0,1 0-1 0 0,0-1 0 0 0,-1 0 1 0 0,1 0-1 0 0,0-1 0 0 0,0 1 1 0 0,1-1-1 0 0,-1 0 0 0 0,11 2 1 0 0,-14-4-91 0 0,0 0 1 0 0,0-1-1 0 0,0 1 1 0 0,-1-1 0 0 0,1 1-1 0 0,0-1 1 0 0,0 0 0 0 0,-1 0-1 0 0,1 0 1 0 0,0 0 0 0 0,-1 0-1 0 0,1 0 1 0 0,-1 0-1 0 0,1 0 1 0 0,-1-1 0 0 0,1 1-1 0 0,-1-1 1 0 0,0 1 0 0 0,0-1-1 0 0,0 1 1 0 0,0-1 0 0 0,0 0-1 0 0,0 1 1 0 0,1-4-1 0 0,17-45-200 0 0,2-53-145 0 0,-18 78 505 0 0,1 1 0 0 0,2-1 1 0 0,0 1-1 0 0,2 0 0 0 0,12-28 1 0 0,-19 50-111 0 0,0 0 1 0 0,0 1 0 0 0,-1-1 0 0 0,1 0 0 0 0,0 0 0 0 0,0 1 0 0 0,1-1 0 0 0,-1 1 0 0 0,0-1-1 0 0,1 1 1 0 0,-1-1 0 0 0,0 1 0 0 0,1 0 0 0 0,0 0 0 0 0,-1-1 0 0 0,1 1 0 0 0,0 0 0 0 0,-1 1-1 0 0,1-1 1 0 0,0 0 0 0 0,0 0 0 0 0,0 1 0 0 0,0-1 0 0 0,3 0 0 0 0,-3 2-25 0 0,1 0 1 0 0,-1 0 0 0 0,0 0-1 0 0,-1 0 1 0 0,1 0-1 0 0,0 0 1 0 0,0 0 0 0 0,0 0-1 0 0,-1 1 1 0 0,1-1-1 0 0,0 1 1 0 0,-1 0 0 0 0,0-1-1 0 0,1 1 1 0 0,-1 0 0 0 0,0 0-1 0 0,0-1 1 0 0,0 1-1 0 0,0 0 1 0 0,0 0 0 0 0,0 0-1 0 0,0 4 1 0 0,23 65 240 0 0,-20-53-438 0 0,1 0 1 0 0,1-1-1 0 0,1 0 1 0 0,1 0-1 0 0,0-1 1 0 0,20 31-1 0 0,-12-28-1700 0 0,1 2-5385 0 0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1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53 143 10594 0 0,'0'-1'153'0'0,"-1"0"0"0"0,1 1-1 0 0,-1-1 1 0 0,1 1-1 0 0,0-1 1 0 0,-1 0 0 0 0,1 1-1 0 0,-1-1 1 0 0,1 1 0 0 0,-1-1-1 0 0,1 1 1 0 0,-1-1 0 0 0,0 1-1 0 0,1 0 1 0 0,-1-1 0 0 0,1 1-1 0 0,-1 0 1 0 0,0-1 0 0 0,1 1-1 0 0,-1 0 1 0 0,0 0-1 0 0,1 0 1 0 0,-1 0 0 0 0,0 0-1 0 0,0 0 1 0 0,1-1 0 0 0,-1 2-1 0 0,-1-1 1 0 0,1 0 47 0 0,0 1-1 0 0,0-1 1 0 0,0 1 0 0 0,-1 0 0 0 0,1 0-1 0 0,0 0 1 0 0,0-1 0 0 0,0 1 0 0 0,0 0-1 0 0,1 0 1 0 0,-1 0 0 0 0,0 1 0 0 0,0-1-1 0 0,0 1 1 0 0,-2 4 54 0 0,0 0 1 0 0,0-1-1 0 0,1 1 0 0 0,0 0 1 0 0,0 1-1 0 0,-1 6 1 0 0,2-1-232 0 0,1 1 0 0 0,0 0 0 0 0,0-1 0 0 0,1 1 0 0 0,1 0 0 0 0,0-1-1 0 0,1 1 1 0 0,0-1 0 0 0,1 0 0 0 0,0 0 0 0 0,11 21 0 0 0,-12-28-24 0 0,-1 1 0 0 0,1-1 0 0 0,1 0 0 0 0,-1 0 0 0 0,1-1 0 0 0,0 1 0 0 0,0-1 0 0 0,0 0 0 0 0,0 0 0 0 0,1 0 0 0 0,0 0 0 0 0,-1-1 0 0 0,1 0 0 0 0,1 0 0 0 0,-1 0 0 0 0,0-1 0 0 0,1 0 0 0 0,-1 0 0 0 0,1 0 0 0 0,0 0 0 0 0,0-1 0 0 0,0 0 0 0 0,-1 0-1 0 0,1-1 1 0 0,0 0 0 0 0,0 0 0 0 0,9-1 0 0 0,-13 1 13 0 0,0-1-1 0 0,1 1 1 0 0,-1-1-1 0 0,1 0 0 0 0,-1 0 1 0 0,0 0-1 0 0,0 0 1 0 0,1 0-1 0 0,-1-1 1 0 0,0 1-1 0 0,0-1 1 0 0,0 1-1 0 0,-1-1 0 0 0,1 0 1 0 0,0 1-1 0 0,0-1 1 0 0,2-4-1 0 0,-1 1 30 0 0,-1 0 0 0 0,1-1 0 0 0,-1 1 0 0 0,0 0 0 0 0,0-1 0 0 0,-1 1 0 0 0,2-10 0 0 0,-1-3 136 0 0,-1 0-1 0 0,-1-1 1 0 0,-3-34 0 0 0,-1 30-75 0 0,0 0 1 0 0,-1 0 0 0 0,-16-43 0 0 0,17 56-233 0 0,0 1-1 0 0,-1-1 1 0 0,0 1 0 0 0,0 0-1 0 0,0 0 1 0 0,-2 1 0 0 0,1-1-1 0 0,-1 2 1 0 0,0-1 0 0 0,0 1 0 0 0,-12-9-1 0 0,17 14-9 0 0,-1 1 0 0 0,0-1 0 0 0,1 1-1 0 0,-1 0 1 0 0,0 0 0 0 0,0 0 0 0 0,0 0 0 0 0,0 0-1 0 0,0 0 1 0 0,0 1 0 0 0,0 0 0 0 0,0 0 0 0 0,0-1-1 0 0,0 2 1 0 0,0-1 0 0 0,0 0 0 0 0,0 1 0 0 0,0-1-1 0 0,0 1 1 0 0,0 0 0 0 0,0 0 0 0 0,-4 2 0 0 0,-9 9-845 0 0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2.2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0 2304 0 0,'-3'2'441'0'0,"0"0"0"0"0,0 0 0 0 0,0 1 0 0 0,0-1 0 0 0,0 1 0 0 0,1-1 0 0 0,-1 1 0 0 0,1 0 0 0 0,0 0 0 0 0,0 0 0 0 0,0 0 0 0 0,0 0 0 0 0,0 1 0 0 0,1-1 0 0 0,-1 1 0 0 0,1-1 0 0 0,0 1 0 0 0,0-1 0 0 0,0 1 0 0 0,1 0-1 0 0,-1-1 1 0 0,1 1 0 0 0,0 0 0 0 0,0 7 0 0 0,1-5-167 0 0,0 0 0 0 0,1-1 1 0 0,-1 1-1 0 0,1 0 0 0 0,0 0 0 0 0,0-1 0 0 0,1 1 0 0 0,0-1 0 0 0,0 0 0 0 0,0 0 0 0 0,1 0 0 0 0,-1 0 1 0 0,1-1-1 0 0,8 9 0 0 0,56 36 1357 0 0,-55-41-1300 0 0,-1 0 0 0 0,0 1 0 0 0,0 0 0 0 0,0 1 0 0 0,-1 0 0 0 0,-1 1 0 0 0,0 0 0 0 0,15 22 0 0 0,-23-29-267 0 0,0 0 0 0 0,0 0 1 0 0,0 1-1 0 0,-1-1 0 0 0,0 1 0 0 0,1-1 0 0 0,-2 1 0 0 0,1-1 0 0 0,0 1 1 0 0,-1-1-1 0 0,0 1 0 0 0,0 0 0 0 0,-1-1 0 0 0,0 7 0 0 0,-1-3-9 0 0,0 0 0 0 0,-1-1 0 0 0,0 1 0 0 0,0-1 0 0 0,0 0 0 0 0,-1 0 0 0 0,-8 11 0 0 0,-4 2-94 0 0,-1-1 0 0 0,0-1 1 0 0,-2-1-1 0 0,-23 18 0 0 0,15-14 153 0 0,-56 32 0 0 0,50-35-11 0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8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85 920 0 0,'-8'-3'547'0'0,"1"1"-1"0"0,-1 0 1 0 0,0 1 0 0 0,1-1-1 0 0,-1 1 1 0 0,0 1-1 0 0,0 0 1 0 0,1 0 0 0 0,-1 0-1 0 0,-15 3 1 0 0,19-2-340 0 0,0 1-1 0 0,0-1 1 0 0,1 1 0 0 0,-1 0 0 0 0,0 0 0 0 0,1 0 0 0 0,-1 0 0 0 0,1 0-1 0 0,-1 1 1 0 0,1 0 0 0 0,0-1 0 0 0,0 1 0 0 0,0 0 0 0 0,1 1 0 0 0,-1-1-1 0 0,1 0 1 0 0,0 1 0 0 0,-1 0 0 0 0,2-1 0 0 0,-1 1 0 0 0,0 0 0 0 0,0 4-1 0 0,-4 11-97 0 0,1 1-1 0 0,2-1 1 0 0,0 1-1 0 0,0 0 1 0 0,2 0-1 0 0,1 0 1 0 0,0 0-1 0 0,2-1 0 0 0,0 1 1 0 0,8 31-1 0 0,-7-36-148 0 0,1-1-1 0 0,1 1 1 0 0,1-1-1 0 0,0 0 0 0 0,0 0 1 0 0,2-1-1 0 0,-1 0 1 0 0,2 0-1 0 0,0 0 1 0 0,0-1-1 0 0,1-1 0 0 0,1 0 1 0 0,0 0-1 0 0,17 13 1 0 0,-19-19-36 0 0,-1 0 1 0 0,0-1-1 0 0,1 0 1 0 0,0 0-1 0 0,0-1 1 0 0,0 0-1 0 0,1-1 1 0 0,-1 0-1 0 0,1 0 1 0 0,-1-1-1 0 0,1 0 1 0 0,-1-1-1 0 0,1 0 1 0 0,-1-1-1 0 0,13-1 1 0 0,-17 1 129 0 0,1 0 0 0 0,0-1-1 0 0,0 1 1 0 0,-1-1 0 0 0,1 0 0 0 0,-1 0 0 0 0,1-1 0 0 0,-1 0 0 0 0,0 0 0 0 0,0 0 0 0 0,0 0-1 0 0,-1-1 1 0 0,1 0 0 0 0,-1 0 0 0 0,0 0 0 0 0,0-1 0 0 0,0 1 0 0 0,-1-1 0 0 0,1 0 0 0 0,-1 0 0 0 0,0 0-1 0 0,-1 0 1 0 0,1-1 0 0 0,-1 1 0 0 0,3-10 0 0 0,-1-11 456 0 0,-1 0 0 0 0,-1 0 0 0 0,-1-1-1 0 0,-1 1 1 0 0,-1 0 0 0 0,-2 0 0 0 0,0 0 0 0 0,-2 0 0 0 0,-1 0 0 0 0,-1 1-1 0 0,-1 0 1 0 0,-14-29 0 0 0,16 40-256 0 0,-2 1-1 0 0,0-1 1 0 0,0 2-1 0 0,-1-1 1 0 0,-1 1-1 0 0,-16-16 0 0 0,19 22-235 0 0,0 0-1 0 0,0 0 1 0 0,0 0-1 0 0,-1 1 1 0 0,0 1-1 0 0,0-1 1 0 0,0 1-1 0 0,-1 0 1 0 0,1 1-1 0 0,-1 0 1 0 0,0 0-1 0 0,-9-1 1 0 0,-3 4-278 0 0,21 0 110 0 0,-1 0 0 0 0,0 0-1 0 0,1 0 1 0 0,-1 1 0 0 0,0-1 0 0 0,1 0 0 0 0,-1 0-1 0 0,0 0 1 0 0,1 1 0 0 0,-1-1 0 0 0,1 0 0 0 0,-1 1 0 0 0,1-1-1 0 0,-1 0 1 0 0,0 1 0 0 0,1-1 0 0 0,0 1 0 0 0,-1-1-1 0 0,1 1 1 0 0,-1-1 0 0 0,1 1 0 0 0,-1-1 0 0 0,1 1 0 0 0,0-1-1 0 0,-1 1 1 0 0,1-1 0 0 0,0 2 0 0 0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25 341 6913 0 0,'-14'-9'287'0'0,"3"3"2928"0"0,15 14-122 0 0,-4-7-2751 0 0,4 4-22 0 0,24 35 593 0 0,58 63 0 0 0,-74-92-699 0 0,0 1-1 0 0,0-2 1 0 0,1 0 0 0 0,1 0-1 0 0,-1-1 1 0 0,1-1-1 0 0,1 0 1 0 0,0-1-1 0 0,24 8 1 0 0,-16-8 203 0 0,-12-3-95 0 0,0 0 0 0 0,0-2 0 0 0,0 1 0 0 0,0-1 0 0 0,14 1-1 0 0,-31-40 1276 0 0,-42-187-325 0 0,5 29-2314 0 0,36 153-2151 0 0,0-47 0 0 0,7 69-3654 0 0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39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1222 19 6449 0 0,'-4'-19'3884'0'0,"9"31"35"0"0,8 30-1441 0 0,4 22-2088 0 0,3-1-1 0 0,29 66 1 0 0,68 114 793 0 0,-92-194-1133 0 0,1 3-109 0 0,3 4-252 0 0,35 96 1 0 0,-60-139 175 0 0,0 0 0 0 0,-1 0 0 0 0,-1 0 0 0 0,0 0 0 0 0,-1 0-1 0 0,0 0 1 0 0,-2 25 0 0 0,0-31 142 0 0,0-1 0 0 0,-1 1 0 0 0,1-1 0 0 0,-1 1 0 0 0,0-1 0 0 0,-1 0 0 0 0,0 0 0 0 0,0 0 0 0 0,0 0 0 0 0,0 0 0 0 0,-1-1 0 0 0,0 1 0 0 0,0-1 0 0 0,-1 0 0 0 0,0 0 0 0 0,1-1 0 0 0,-9 6 0 0 0,-30 18 1111 0 0,-3-2 0 0 0,-92 38-1 0 0,-10 5-546 0 0,121-54-551 0 0,-31 18 69 0 0,-1-4 0 0 0,-86 31 1 0 0,-312 94-110 0 0,261-87-51 0 0,35-7-2037 0 0,104-39-5110 0 0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98 199 2304 0 0,'-64'-127'5857'0'0,"31"55"738"0"0,74 161-1981 0 0,47 134-3758 0 0,-60-153-642 0 0,2-1 0 0 0,4-2 0 0 0,83 123 0 0 0,21 30-2025 0 0,-131-212 909 0 0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40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49 602 2761 0 0,'-34'-23'500'0'0,"33"22"-413"0"0,-1 0 0 0 0,1-1 0 0 0,0 1 0 0 0,0 0-1 0 0,0 0 1 0 0,0-1 0 0 0,0 1 0 0 0,0-1 0 0 0,1 1 0 0 0,-1-1-1 0 0,0 1 1 0 0,1-1 0 0 0,-1 1 0 0 0,1-1 0 0 0,0 0 0 0 0,-1 1-1 0 0,1-1 1 0 0,0 0 0 0 0,0 1 0 0 0,0-1 0 0 0,0 0 0 0 0,1-2-1 0 0,-1 3 46 0 0,1-1 0 0 0,0 1 0 0 0,0-1 0 0 0,0 1 0 0 0,-1 0 0 0 0,2-1-1 0 0,-1 1 1 0 0,0 0 0 0 0,0 0 0 0 0,0 0 0 0 0,0 0 0 0 0,1 0 0 0 0,-1 0-1 0 0,1 0 1 0 0,-1 0 0 0 0,3 0 0 0 0,29-12 815 0 0,-21 8-544 0 0,201-88 2616 0 0,41-16-406 0 0,-180 82-976 0 0,117-28 1 0 0,108-13 820 0 0,342-69-1054 0 0,-596 129-1482 0 0,1 2-242 0 0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8:58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76 206 1840 0 0,'-37'28'1457'0'0,"-1"0"4184"0"0,60-34-625 0 0,2-4-4431 0 0,-2-1 0 0 0,1 0 0 0 0,-2-2 1 0 0,28-21-1 0 0,77-73 824 0 0,-117 99-1367 0 0,0 0 0 0 0,1 0 0 0 0,0 1 0 0 0,0 1 0 0 0,0 0 0 0 0,17-8 0 0 0,18 2-6961 0 0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77 1840 0 0,'-5'-12'1475'0'0,"-18"-30"2261"0"0,22 41-3418 0 0,0-1 1 0 0,0 0-1 0 0,0 1 0 0 0,0-1 0 0 0,-1 1 1 0 0,1-1-1 0 0,-1 1 0 0 0,1 0 0 0 0,-1 0 1 0 0,0 0-1 0 0,1 0 0 0 0,-1 0 0 0 0,0 0 1 0 0,0 0-1 0 0,0 0 0 0 0,0 0 0 0 0,1 1 1 0 0,-1-1-1 0 0,-4 1 0 0 0,5 0-201 0 0,0 0-1 0 0,1 1 0 0 0,-1-1 1 0 0,0 0-1 0 0,0 1 1 0 0,0-1-1 0 0,1 1 0 0 0,-1 0 1 0 0,0-1-1 0 0,1 1 0 0 0,-1 0 1 0 0,0-1-1 0 0,1 1 1 0 0,-1 0-1 0 0,1 0 0 0 0,-1-1 1 0 0,1 1-1 0 0,-1 0 1 0 0,1 0-1 0 0,0 0 0 0 0,-1 0 1 0 0,1-1-1 0 0,0 1 0 0 0,0 0 1 0 0,0 0-1 0 0,0 0 1 0 0,0 2-1 0 0,-3 29 340 0 0,2-29-343 0 0,1 24-69 0 0,0-1 0 0 0,2 1 0 0 0,1 0 0 0 0,12 50 0 0 0,-11-62-34 0 0,0-1 1 0 0,1 0-1 0 0,1 0 1 0 0,0 0-1 0 0,1-1 1 0 0,1 0 0 0 0,0 0-1 0 0,1-1 1 0 0,0 0-1 0 0,14 14 1 0 0,-15-19-26 0 0,0-1 1 0 0,0 0 0 0 0,1-1-1 0 0,0 0 1 0 0,0 0 0 0 0,0-1 0 0 0,1 0-1 0 0,-1-1 1 0 0,1 0 0 0 0,0 0-1 0 0,0-1 1 0 0,0 0 0 0 0,0-1-1 0 0,0 0 1 0 0,0-1 0 0 0,0 0-1 0 0,1 0 1 0 0,18-4 0 0 0,-26 3 20 0 0,-1 0 1 0 0,1 0-1 0 0,0 0 1 0 0,-1 0-1 0 0,1 0 1 0 0,-1-1 0 0 0,0 1-1 0 0,0-1 1 0 0,1 0-1 0 0,-1 1 1 0 0,0-1-1 0 0,0 0 1 0 0,0 0-1 0 0,-1 0 1 0 0,1 0-1 0 0,0-1 1 0 0,-1 1 0 0 0,0 0-1 0 0,2-3 1 0 0,-2 1 56 0 0,0-1 0 0 0,0 1 1 0 0,0 0-1 0 0,0 0 0 0 0,-1 0 1 0 0,0 0-1 0 0,0-1 0 0 0,0 1 1 0 0,0 0-1 0 0,-1 0 0 0 0,-1-6 1 0 0,-2-6 203 0 0,-1 1 0 0 0,-1-1-1 0 0,-1 1 1 0 0,0 0 0 0 0,-10-15 0 0 0,0 1 182 0 0,0 2-1 0 0,-3 0 0 0 0,-35-39 1 0 0,48 59-441 0 0,-1-1 0 0 0,0 1 0 0 0,0 0 0 0 0,0 1 1 0 0,-1 0-1 0 0,0 0 0 0 0,-1 1 0 0 0,1 0 0 0 0,-1 0 1 0 0,0 1-1 0 0,0 1 0 0 0,0-1 0 0 0,0 2 0 0 0,-1-1 0 0 0,-11 0 1 0 0,18 3-123 0 0,0 0 0 0 0,-1 0 1 0 0,1 1-1 0 0,0-1 1 0 0,0 1-1 0 0,0 0 1 0 0,0 0-1 0 0,0 0 0 0 0,-7 4 1 0 0,-5 7-5778 0 0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33 8842 0 0,'0'-1'253'0'0,"-11"-19"1045"0"0,10 19-1067 0 0,1 1 0 0 0,-5-8 3005 0 0,4 8-3005 0 0,1-1 1 0 0,-1 1-1 0 0,1 0 0 0 0,-1 0 0 0 0,1-1 0 0 0,-1 1 0 0 0,0 0 0 0 0,0-1 0 0 0,1 5-32 0 0,1 0 0 0 0,-1 0 0 0 0,1-1-1 0 0,0 1 1 0 0,0-1 0 0 0,0 1 0 0 0,0-1-1 0 0,1 1 1 0 0,-1-1 0 0 0,4 5 0 0 0,-3-3 63 0 0,37 94 482 0 0,17 36 231 0 0,-49-121-1149 0 0,0 0 1 0 0,1-1 0 0 0,1-1-1 0 0,0 0 1 0 0,1 0 0 0 0,0 0-1 0 0,15 12 1 0 0,-11-15-1685 0 0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0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40 320 456 0 0,'-12'-8'-857'0'0,"-15"-11"11166"0"0,42 34-7530 0 0,25 24-865 0 0,-19-18-1113 0 0,0-1 1 0 0,48 34-1 0 0,-63-50-673 0 0,0 0-1 0 0,0-1 1 0 0,1 0-1 0 0,0 0 1 0 0,-1 0-1 0 0,1 0 1 0 0,0-1-1 0 0,0 0 1 0 0,0-1-1 0 0,1 0 1 0 0,-1 0-1 0 0,0 0 1 0 0,0-1-1 0 0,1 0 1 0 0,-1-1-1 0 0,0 1 1 0 0,8-3-1 0 0,-12 3-22 0 0,-1-1 0 0 0,1 0 0 0 0,-1 0 0 0 0,1 0 0 0 0,-1 0 1 0 0,0-1-1 0 0,1 1 0 0 0,-1 0 0 0 0,0-1 0 0 0,0 0 0 0 0,0 1 0 0 0,0-1 0 0 0,0 0 0 0 0,-1 0 0 0 0,1 0 0 0 0,0 0 0 0 0,1-3 0 0 0,-1 1 6 0 0,0-1 1 0 0,0 0-1 0 0,-1 1 0 0 0,1-1 0 0 0,-1 0 0 0 0,0 0 0 0 0,0 0 0 0 0,0-7 1 0 0,-2-7 71 0 0,0 0 0 0 0,0 0 0 0 0,-8-31 0 0 0,8 48-166 0 0,-7-35-90 0 0,-1-1 1 0 0,-2 2-1 0 0,-2 0 0 0 0,-1 0 0 0 0,-28-49 1 0 0,38 73-1797 0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1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0 6449 0 0,'-2'1'183'0'0,"0"-1"-1"0"0,0 1 0 0 0,0-1 0 0 0,1 1 0 0 0,-1 0 1 0 0,0-1-1 0 0,0 1 0 0 0,1 0 0 0 0,-1 0 0 0 0,0 0 0 0 0,1 0 1 0 0,-1 1-1 0 0,1-1 0 0 0,0 0 0 0 0,-1 1 0 0 0,1-1 1 0 0,0 1-1 0 0,0-1 0 0 0,0 1 0 0 0,0-1 0 0 0,0 1 1 0 0,0 0-1 0 0,0 0 0 0 0,0 0 0 0 0,1-1 0 0 0,-1 1 0 0 0,1 0 1 0 0,-1 3-1 0 0,-1 4 136 0 0,1-1 1 0 0,-1 1-1 0 0,2-1 0 0 0,-1 1 1 0 0,1 9-1 0 0,2 1 44 0 0,1 0 0 0 0,0 0 0 0 0,1 0 0 0 0,1 0 0 0 0,1-1 0 0 0,1 0 0 0 0,14 28 0 0 0,-14-34-250 0 0,0 1-1 0 0,1-1 0 0 0,0-1 1 0 0,1 1-1 0 0,1-2 0 0 0,-1 1 1 0 0,2-1-1 0 0,-1-1 0 0 0,2 0 0 0 0,22 15 1 0 0,-29-21-68 0 0,0-1 1 0 0,-1 0-1 0 0,1 0 1 0 0,1 0-1 0 0,-1-1 1 0 0,0 0-1 0 0,0 0 1 0 0,0 0-1 0 0,1 0 1 0 0,-1-1-1 0 0,0 0 1 0 0,1 0-1 0 0,-1 0 1 0 0,0-1-1 0 0,0 0 1 0 0,1 0-1 0 0,-1 0 1 0 0,0-1-1 0 0,0 1 1 0 0,0-1-1 0 0,0-1 1 0 0,8-4-1 0 0,-9 5 3 0 0,-1-1 0 0 0,0 1 0 0 0,0-1 0 0 0,0 0 0 0 0,0 0 0 0 0,0 0 0 0 0,-1 0 0 0 0,1-1 0 0 0,-1 1 0 0 0,0-1 0 0 0,0 1 0 0 0,0-1 0 0 0,-1 0 0 0 0,1 1 0 0 0,-1-1 0 0 0,0 0 0 0 0,0 0 0 0 0,0 0 0 0 0,0 0 0 0 0,-1 0 0 0 0,0 0 0 0 0,0-1 0 0 0,0 1 0 0 0,0 0 0 0 0,-1 0 0 0 0,1 0 0 0 0,-1 0 0 0 0,0 0 0 0 0,0 0 0 0 0,-2-4 0 0 0,-4-6 158 0 0,1 0-1 0 0,-2 1 1 0 0,0 0-1 0 0,0 0 1 0 0,-1 1-1 0 0,-1 0 1 0 0,-19-19-1 0 0,-1 3 137 0 0,-56-40 0 0 0,75 60-369 0 0,-1 1 0 0 0,0 0 0 0 0,0 1 0 0 0,0 1 0 0 0,-21-7 0 0 0,-34-3-4133 0 0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5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 10594 0 0,'-1'0'128'0'0,"1"0"-1"0"0,-1 0 1 0 0,0 0-1 0 0,1 0 1 0 0,-1-1-1 0 0,1 1 1 0 0,-1 0-1 0 0,0-1 1 0 0,1 1-1 0 0,-1 0 1 0 0,1-1-1 0 0,-1 1 1 0 0,1-1-1 0 0,-1 1 1 0 0,1 0-1 0 0,-1-1 1 0 0,1 1 0 0 0,0-1-1 0 0,-1 0 1 0 0,1 1-1 0 0,0-1 1 0 0,-1 1-1 0 0,1-1 1 0 0,0 1-1 0 0,0-1 1 0 0,-1 0-1 0 0,1 1 1 0 0,0-1-1 0 0,0 0 1 0 0,0 1-1 0 0,2-9 3602 0 0,11 18-2190 0 0,-2 4-1233 0 0,-1 1 0 0 0,0 0 0 0 0,0 0 1 0 0,-2 1-1 0 0,9 20 0 0 0,27 83 962 0 0,-4-6-2190 0 0,-32-95 19 0 0,0-1 0 0 0,1 0 0 0 0,0-1-1 0 0,18 23 1 0 0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5 219 456 0 0,'-2'-12'758'0'0,"1"0"0"0"0,0 1 0 0 0,0-1 0 0 0,1 0 0 0 0,1 0 0 0 0,0 1 0 0 0,0-1 0 0 0,1 0 0 0 0,1 1 0 0 0,6-18 0 0 0,-8 25-568 0 0,1 0-1 0 0,0 0 0 0 0,0 0 1 0 0,0 0-1 0 0,0 0 0 0 0,1 0 1 0 0,-1 0-1 0 0,1 1 1 0 0,0-1-1 0 0,0 1 0 0 0,0 0 1 0 0,1 0-1 0 0,-1 0 0 0 0,1 1 1 0 0,0-1-1 0 0,-1 1 0 0 0,1 0 1 0 0,0 0-1 0 0,1 0 0 0 0,-1 0 1 0 0,0 1-1 0 0,0-1 1 0 0,1 1-1 0 0,-1 0 0 0 0,1 1 1 0 0,-1-1-1 0 0,1 1 0 0 0,-1 0 1 0 0,1 0-1 0 0,6 1 0 0 0,1 1-930 0 0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2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7834 0 0,'20'-31'6058'0'0,"25"-40"-4068"0"0,-36 59-2422 0 0,0 1-1 0 0,1 0 1 0 0,0 1 0 0 0,1 0 0 0 0,12-9-1 0 0,-16 15-164 0 0,-1-1 0 0 0,1 1 0 0 0,0 1 0 0 0,0-1 0 0 0,0 1 0 0 0,0 1 0 0 0,1-1 0 0 0,-1 1 0 0 0,1 0 0 0 0,0 1 0 0 0,8-1 0 0 0,-2 3 578 0 0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2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3209 0 0,'-6'34'16643'0'0,"14"-23"-18043"0"0,13 22 2060 0 0,-1 1 1 0 0,-2 0-1 0 0,23 61 1 0 0,-22-46-2941 0 0,32 54 0 0 0,-46-95 541 0 0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4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7 148 3225 0 0,'-1'-3'586'0'0,"0"1"0"0"0,0-1 0 0 0,0 0 1 0 0,0 0-1 0 0,1 0 0 0 0,-1 1 1 0 0,1-1-1 0 0,0 0 0 0 0,0 0 0 0 0,0 0 1 0 0,0 0-1 0 0,2-5 0 0 0,-1 2-18 0 0,1 0 0 0 0,-1 0 0 0 0,2 1 0 0 0,-1-1 0 0 0,1 1 0 0 0,3-7 0 0 0,-3 8-538 0 0,0-1-1 0 0,0 0 1 0 0,0 1 0 0 0,1 0 0 0 0,-1-1 0 0 0,1 1-1 0 0,0 1 1 0 0,0-1 0 0 0,1 1 0 0 0,-1-1-1 0 0,1 1 1 0 0,0 1 0 0 0,0-1 0 0 0,9-3 0 0 0,-5 5-3754 0 0,3 3-1236 0 0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3.6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8754 0 0,'3'2'6324'0'0,"12"-15"-3511"0"0,17-19-477 0 0,23-37-2961 0 0,-38 44-6390 0 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04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2240 0 0,'0'1'236'0'0,"0"0"-1"0"0,0 1 1 0 0,-1-1-1 0 0,1 1 1 0 0,0-1-1 0 0,0 0 1 0 0,0 1-1 0 0,0-1 0 0 0,1 1 1 0 0,-1-1-1 0 0,0 0 1 0 0,1 1-1 0 0,-1-1 1 0 0,1 0-1 0 0,-1 1 1 0 0,1-1-1 0 0,0 2 0 0 0,17 41 7025 0 0,-8-20-4753 0 0,2 9-2420 0 0,32 87 280 0 0,-8-41-3586 0 0,-26-60-1747 0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4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516 899 3681 0 0,'-3'0'47'0'0,"0"0"0"0"0,0 0 1 0 0,0 0-1 0 0,1 1 1 0 0,-1-1-1 0 0,0 1 0 0 0,0-1 1 0 0,0 1-1 0 0,1 0 0 0 0,-1 0 1 0 0,0 0-1 0 0,1 1 0 0 0,-1-1 1 0 0,1 1-1 0 0,-1-1 0 0 0,1 1 1 0 0,0 0-1 0 0,0 0 0 0 0,0 0 1 0 0,-3 3-1 0 0,-5 5 86 0 0,0 1 0 0 0,-15 22 0 0 0,8-5-43 0 0,2 1-1 0 0,1 0 1 0 0,1 2-1 0 0,1-1 1 0 0,-11 51-1 0 0,-24 166 371 0 0,45-233-458 0 0,-65 584 862 0 0,27 1 89 0 0,39-581-913 0 0,-4 129 482 0 0,5-120-273 0 0,2-1 0 0 0,1 0 0 0 0,9 37-1 0 0,-12-61-230 0 0,0 0 0 0 0,0-1 0 0 0,1 1 0 0 0,-1-1 0 0 0,1 1 0 0 0,-1-1 0 0 0,1 1 0 0 0,-1-1 0 0 0,1 1 0 0 0,0-1 0 0 0,0 0 0 0 0,0 1 0 0 0,0-1 0 0 0,0 0 0 0 0,0 0-1 0 0,0 0 1 0 0,0 0 0 0 0,0 0 0 0 0,1 0 0 0 0,-1 0 0 0 0,2 1 0 0 0,-2-2-4 0 0,0 0 0 0 0,1 0-1 0 0,-1 0 1 0 0,0 0 0 0 0,0 0-1 0 0,0 0 1 0 0,1-1 0 0 0,-1 1-1 0 0,0 0 1 0 0,0-1 0 0 0,0 1-1 0 0,0-1 1 0 0,0 1 0 0 0,0-1-1 0 0,0 0 1 0 0,0 1 0 0 0,0-1-1 0 0,0 0 1 0 0,0 0 0 0 0,1-1 0 0 0,6-7 12 0 0,0 0 0 0 0,-2 0 0 0 0,1-1 1 0 0,6-13-1 0 0,50-100-123 0 0,46-131 1 0 0,31-140 214 0 0,-75 194-118 0 0,68-186 0 0 0,-96 292 0 0 0,5 2 0 0 0,54-89 0 0 0,-93 175-8 0 0,126-214 60 0 0,-94 153-319 0 0,35-96 1 0 0,-68 159 203 0 0,11-37-393 0 0,-13 40 420 0 0,1-1 1 0 0,-1 0-1 0 0,0 1 0 0 0,1-1 0 0 0,-1 0 0 0 0,0 1 0 0 0,0-1 1 0 0,0 0-1 0 0,0 0 0 0 0,0 1 0 0 0,0-1 0 0 0,-1 0 0 0 0,1 1 1 0 0,-1-1-1 0 0,1 0 0 0 0,-1 1 0 0 0,1-1 0 0 0,-1 1 0 0 0,0-1 1 0 0,-1-1-1 0 0,1 3 45 0 0,0-1 0 0 0,0 1-1 0 0,0 0 1 0 0,0-1 0 0 0,0 1 0 0 0,-1 0 0 0 0,1 0 0 0 0,0 0 0 0 0,0 0 0 0 0,0 0 0 0 0,0 0-1 0 0,0 0 1 0 0,-1 0 0 0 0,1 1 0 0 0,0-1 0 0 0,0 0 0 0 0,0 1 0 0 0,0-1 0 0 0,0 1 0 0 0,0-1-1 0 0,0 1 1 0 0,0-1 0 0 0,0 1 0 0 0,0 0 0 0 0,0 0 0 0 0,0-1 0 0 0,0 1 0 0 0,1 0 0 0 0,-1 0-1 0 0,-1 1 1 0 0,-26 30 447 0 0,27-31-447 0 0,-27 42 416 0 0,2 0-1 0 0,2 2 1 0 0,-36 93-1 0 0,7-15-248 0 0,-384 929 771 0 0,303-713-665 0 0,-75 227 388 0 0,106-181 384 0 0,84-294-572 0 0,4 1-1 0 0,-4 118 1 0 0,19-197-431 0 0,-1-8-30 0 0,0 0-1 0 0,1 0 1 0 0,0 1 0 0 0,0-1 0 0 0,1 0 0 0 0,-1 0 0 0 0,1 0 0 0 0,0 0 0 0 0,0 0 0 0 0,1 0-1 0 0,4 9 1 0 0,-6-13-28 0 0,1 0-1 0 0,-1-1 0 0 0,1 1 1 0 0,-1-1-1 0 0,1 1 0 0 0,0-1 1 0 0,-1 1-1 0 0,1-1 0 0 0,0 1 1 0 0,-1-1-1 0 0,1 0 0 0 0,0 1 1 0 0,0-1-1 0 0,0 0 0 0 0,-1 0 1 0 0,1 1-1 0 0,0-1 0 0 0,0 0 1 0 0,0 0-1 0 0,-1 0 0 0 0,1 0 1 0 0,0 0-1 0 0,0 0 0 0 0,0 0 1 0 0,0 0-1 0 0,-1 0 0 0 0,1-1 1 0 0,0 1-1 0 0,0 0 0 0 0,0-1 1 0 0,-1 1-1 0 0,1 0 0 0 0,0-1 0 0 0,-1 1 1 0 0,1-1-1 0 0,0 1 0 0 0,-1-1 1 0 0,2 0-1 0 0,24-25-453 0 0,-11 4 181 0 0,-1-1-1 0 0,-1 0 1 0 0,17-40-1 0 0,21-82-516 0 0,-32 89 605 0 0,108-302 485 0 0,128-407 821 0 0,-156 397-1114 0 0,176-580 0 0 0,-227 795-317 0 0,-24 71-169 0 0,3 1-1 0 0,60-124 1 0 0,-83 198 504 0 0,-5 9 106 0 0,-11 19 316 0 0,-17 36 362 0 0,-86 263-299 0 0,66-168-494 0 0,-20 73-65 0 0,-42 241 1 0 0,-9 243-133 0 0,39-211 127 0 0,25-207 324 0 0,-26 156 401 0 0,80-431-583 0 0,-6 60 392 0 0,7-68-377 0 0,1 0 0 0 0,1 0 1 0 0,-1 0-1 0 0,1 0 0 0 0,0 0 0 0 0,1 0 0 0 0,3 8 0 0 0,-5-15-94 0 0,0 0 1 0 0,0-1 0 0 0,1 1-1 0 0,-1 0 1 0 0,0 0 0 0 0,1 0-1 0 0,-1 0 1 0 0,1 0-1 0 0,-1-1 1 0 0,1 1 0 0 0,-1 0-1 0 0,1 0 1 0 0,0-1 0 0 0,-1 1-1 0 0,1 0 1 0 0,0-1-1 0 0,0 1 1 0 0,0-1 0 0 0,-1 1-1 0 0,1-1 1 0 0,0 1 0 0 0,0-1-1 0 0,0 0 1 0 0,0 1-1 0 0,0-1 1 0 0,0 0 0 0 0,-1 0-1 0 0,1 0 1 0 0,0 1 0 0 0,0-1-1 0 0,0 0 1 0 0,0 0-1 0 0,0 0 1 0 0,0-1 0 0 0,0 1-1 0 0,0 0 1 0 0,0 0 0 0 0,0 0-1 0 0,0-1 1 0 0,0 1-1 0 0,0 0 1 0 0,-1-1 0 0 0,1 1-1 0 0,0-1 1 0 0,1 0 0 0 0,2-2-60 0 0,1-1 1 0 0,-1 1-1 0 0,0-1 1 0 0,0 1-1 0 0,0-1 1 0 0,6-9-1 0 0,6-10-258 0 0,-1-1 0 0 0,-2-1 0 0 0,18-43 1 0 0,23-85 62 0 0,-29 75 292 0 0,191-528 133 0 0,51-152 158 0 0,-124 354-330 0 0,35 14-293 0 0,182-224 1047 0 0,-248 461-583 0 0,-9 13-793 0 0,-100 134 147 0 0,-13 15 262 0 0,-14 18 51 0 0,-8 19 101 0 0,3 1 1 0 0,-40 83-1 0 0,-31 110-99 0 0,69-162 145 0 0,-97 241 27 0 0,-121 299 86 0 0,-15 68 301 0 0,26 10 252 0 0,198-579-518 0 0,-178 655 935 0 0,184-604-878 0 0,8 1 0 0 0,-8 287 1 0 0,34-448-193 0 0,2 131 63 0 0,0-115-96 0 0,0 0-1 0 0,2 0 1 0 0,11 38 0 0 0,-14-59 16 0 0,0 0 0 0 0,0 0 1 0 0,0 0-1 0 0,0-1 1 0 0,1 1-1 0 0,-1 0 0 0 0,1-1 1 0 0,0 1-1 0 0,0-1 1 0 0,0 1-1 0 0,0-1 1 0 0,0 0-1 0 0,0 0 0 0 0,0 0 1 0 0,4 2-1 0 0,-5-3 0 0 0,1-1 0 0 0,-1 0 1 0 0,1 1-1 0 0,0-1 0 0 0,-1 0 0 0 0,1 0 0 0 0,-1 1 0 0 0,1-1 1 0 0,0-1-1 0 0,-1 1 0 0 0,1 0 0 0 0,-1 0 0 0 0,1 0 0 0 0,-1-1 0 0 0,1 1 1 0 0,-1-1-1 0 0,1 0 0 0 0,-1 1 0 0 0,1-1 0 0 0,-1 0 0 0 0,0 0 0 0 0,1 1 1 0 0,-1-1-1 0 0,0 0 0 0 0,0-1 0 0 0,1 1 0 0 0,-1 0 0 0 0,0 0 0 0 0,0 0 1 0 0,1-3-1 0 0,8-8-98 0 0,-1-1 1 0 0,0-1-1 0 0,-1 1 1 0 0,-1-1-1 0 0,11-25 1 0 0,19-80 88 0 0,-23 72 123 0 0,375-1388 1553 0 0,-300 1079-1748 0 0,213-545 0 0 0,-252 777 93 0 0,151-358 221 0 0,-130 331-120 0 0,103-159 1 0 0,-143 260-120 0 0,194-335-721 0 0,-201 338 529 0 0,-2 5-405 0 0,-2-1 0 0 0,21-68 0 0 0,-41 111 618 0 0,1 0-1 0 0,-1 0 0 0 0,0 0 0 0 0,0 0 1 0 0,0-1-1 0 0,0 1 0 0 0,1 0 0 0 0,-1 0 1 0 0,0 0-1 0 0,0 0 0 0 0,0-1 1 0 0,0 1-1 0 0,0 0 0 0 0,0 0 0 0 0,0 0 1 0 0,1 0-1 0 0,-1-1 0 0 0,0 1 0 0 0,0 0 1 0 0,0 0-1 0 0,0-1 0 0 0,0 1 0 0 0,0 0 1 0 0,0 0-1 0 0,0 0 0 0 0,0-1 0 0 0,0 1 1 0 0,0 0-1 0 0,0 0 0 0 0,0 0 0 0 0,0-1 1 0 0,-1 1-1 0 0,1 0 0 0 0,0 0 0 0 0,0 0 1 0 0,0-1-1 0 0,0 1 0 0 0,0 0 1 0 0,0 0-1 0 0,0 0 0 0 0,-1 0 0 0 0,1-1 1 0 0,0 1-1 0 0,0 0 0 0 0,0 0 0 0 0,0 0 1 0 0,-1 0-1 0 0,1 0 0 0 0,0 0 0 0 0,0 0 1 0 0,-1-1-1 0 0,-9 12 154 0 0,-12 22 318 0 0,-20 47 8 0 0,-59 162-1 0 0,56-127-436 0 0,-62 148 13 0 0,-91 234 6 0 0,23 11-31 0 0,-45 178 33 0 0,18-60-56 0 0,-57 389 13 0 0,205-782 46 0 0,35-152-32 0 0,-63 305 46 0 0,69-307 25 0 0,4-1-1 0 0,3 153 0 0 0,7-208 11 0 0,1 1 0 0 0,1 0 0 0 0,10 38 0 0 0,-12-57-102 0 0,1 0 1 0 0,-1 0 0 0 0,1 0 0 0 0,0-1-1 0 0,0 1 1 0 0,0 0 0 0 0,1-1 0 0 0,0 1 0 0 0,0-1-1 0 0,0 0 1 0 0,0 0 0 0 0,1 0 0 0 0,-1 0-1 0 0,1-1 1 0 0,0 0 0 0 0,0 1 0 0 0,0-1-1 0 0,1-1 1 0 0,-1 1 0 0 0,1-1 0 0 0,0 1-1 0 0,-1-1 1 0 0,7 1 0 0 0,-8-2-29 0 0,1-1 0 0 0,0 0 0 0 0,0 0-1 0 0,0 0 1 0 0,0-1 0 0 0,0 1 0 0 0,0-1 0 0 0,-1 0 0 0 0,1 0 0 0 0,0 0 0 0 0,0-1 0 0 0,-1 1-1 0 0,1-1 1 0 0,-1 0 0 0 0,0 0 0 0 0,1 0 0 0 0,-1-1 0 0 0,0 1 0 0 0,0-1 0 0 0,0 1-1 0 0,-1-1 1 0 0,1 0 0 0 0,3-5 0 0 0,5-6-38 0 0,-1-1-1 0 0,-1-1 1 0 0,14-27 0 0 0,18-55 298 0 0,49-180 1 0 0,-59 174 47 0 0,219-755 881 0 0,-39 75-802 0 0,-53 181-307 0 0,29 10-72 0 0,149-238-1694 0 0,-331 820 1637 0 0,-1 2 30 0 0,0 1 1 0 0,-1-1-1 0 0,0 1 1 0 0,2-11-1 0 0,-5 19 36 0 0,0 0-1 0 0,0 0 1 0 0,0 0-1 0 0,0 0 0 0 0,0 0 1 0 0,0 0-1 0 0,0 1 1 0 0,0-1-1 0 0,-1 0 0 0 0,1 0 1 0 0,0 0-1 0 0,0 0 1 0 0,0 0-1 0 0,0 0 1 0 0,0 0-1 0 0,0 0 0 0 0,0 0 1 0 0,0 0-1 0 0,0 0 1 0 0,0 0-1 0 0,0 0 0 0 0,0 0 1 0 0,0 0-1 0 0,0 0 1 0 0,-1 0-1 0 0,1 0 1 0 0,0 0-1 0 0,0 0 0 0 0,0 0 1 0 0,0 0-1 0 0,0 0 1 0 0,0 0-1 0 0,0 0 0 0 0,0 0 1 0 0,0 0-1 0 0,0 0 1 0 0,0 0-1 0 0,0 0 1 0 0,0 0-1 0 0,-1 0 0 0 0,1 0 1 0 0,0 0-1 0 0,0 0 1 0 0,0 0-1 0 0,0 0 0 0 0,0 0 1 0 0,0-1-1 0 0,0 1 1 0 0,0 0-1 0 0,0 0 1 0 0,0 0-1 0 0,0 0 0 0 0,0 0 1 0 0,0 0-1 0 0,0 0 1 0 0,0 0-1 0 0,0 0 1 0 0,0 0-1 0 0,0 0 0 0 0,0 0 1 0 0,0 0-1 0 0,0-1 1 0 0,0 1-1 0 0,0 0 0 0 0,0 0 1 0 0,0 0-1 0 0,-9 8-71 0 0,-7 10-18 0 0,-15 29-13 0 0,2 1 1 0 0,2 2 0 0 0,2 1 0 0 0,-21 61 0 0 0,26-61 50 0 0,-263 665-763 0 0,39 18 64 0 0,177-500 760 0 0,-179 636 112 0 0,25 2 21 0 0,173-660-37 0 0,-117 539 894 0 0,143-638-359 0 0,-7 121 0 0 0,26-188-440 0 0,2 1-1 0 0,2-1 1 0 0,3 0 0 0 0,1 0-1 0 0,17 68 1 0 0,-21-108-228 0 0,1 1 0 0 0,1-1 0 0 0,-1 1 0 0 0,1-1 0 0 0,0 0 0 0 0,1 0 0 0 0,-1-1 0 0 0,1 1 1 0 0,7 6-1 0 0,-10-10-16 0 0,0-1 0 0 0,0 0 0 0 0,1 0 1 0 0,-1 0-1 0 0,0 0 0 0 0,1 0 1 0 0,-1 0-1 0 0,1 0 0 0 0,-1-1 0 0 0,1 1 1 0 0,0 0-1 0 0,-1-1 0 0 0,1 1 0 0 0,0-1 1 0 0,-1 0-1 0 0,1 1 0 0 0,0-1 1 0 0,0 0-1 0 0,-1 0 0 0 0,1 0 0 0 0,0-1 1 0 0,-1 1-1 0 0,1 0 0 0 0,0 0 0 0 0,0-1 1 0 0,-1 1-1 0 0,1-1 0 0 0,-1 0 1 0 0,1 0-1 0 0,-1 1 0 0 0,1-1 0 0 0,-1 0 1 0 0,1 0-1 0 0,-1 0 0 0 0,1 0 0 0 0,-1-1 1 0 0,0 1-1 0 0,0 0 0 0 0,0 0 1 0 0,2-3-1 0 0,3-4-137 0 0,0 1 0 0 0,-1-2 0 0 0,1 1 0 0 0,-2 0 0 0 0,1-1 0 0 0,-1 0 1 0 0,3-11-1 0 0,18-72-277 0 0,-20 73 370 0 0,92-461-136 0 0,-36 159 670 0 0,296-1118-417 0 0,-343 1391-33 0 0,152-478-14 0 0,38 16 620 0 0,165-247 1908 0 0,-92 225-2943 0 0,-264 511-138 0 0,-220 663-3623 0 0,39 5 4390 0 0,141-539-318 0 0,-262 988 303 0 0,45-132 469 0 0,-22 81 319 0 0,243-963-955 0 0,-140 513-18 0 0,31 3-40 0 0,126-566 43 0 0,0-6-10 0 0,2 0 1 0 0,0 0-1 0 0,2 0 1 0 0,2 50-1 0 0,0-75 10 0 0,0 1 0 0 0,0 0 0 0 0,0-1 0 0 0,0 1 0 0 0,1 0 0 0 0,-1-1 0 0 0,1 1 0 0 0,-1-1 0 0 0,1 1-1 0 0,0-1 1 0 0,-1 1 0 0 0,1-1 0 0 0,0 1 0 0 0,0-1 0 0 0,0 0 0 0 0,0 0 0 0 0,0 1 0 0 0,3 1 0 0 0,-3-3-6 0 0,0 1 1 0 0,0-1-1 0 0,0 0 1 0 0,0 0-1 0 0,0 0 1 0 0,0 1-1 0 0,0-1 1 0 0,0 0-1 0 0,0 0 1 0 0,0 0-1 0 0,0-1 0 0 0,0 1 1 0 0,0 0-1 0 0,0 0 1 0 0,0 0-1 0 0,0-1 1 0 0,0 1-1 0 0,0-1 1 0 0,0 1-1 0 0,0-1 1 0 0,1 0-1 0 0,4-3-34 0 0,-1 0 0 0 0,1 0 0 0 0,-1-1 0 0 0,0 0 1 0 0,-1 0-1 0 0,1 0 0 0 0,4-7 0 0 0,12-26-306 0 0,0 0 0 0 0,-3-2-1 0 0,-1 0 1 0 0,15-56 0 0 0,-21 64 258 0 0,406-1282 2521 0 0,-57 359-463 0 0,-255 713-1477 0 0,314-665 732 0 0,-107 344-816 0 0,-19 123-114 0 0,-119 192-263 0 0,-139 195-383 0 0,49-55 0 0 0,-161 242-2316 0 0,71-124 2536 0 0,-104 223-419 0 0,44-88 560 0 0,-430 963-433 0 0,400-874 269 0 0,-281 730-111 0 0,-245 967 419 0 0,480-1452-384 0 0,-38 135-406 0 0,36 6 220 0 0,140-594 382 0 0,-2 2-55 0 0,1 0-1 0 0,-1 56 1 0 0,6-83 89 0 0,0 0-1 0 0,0 0 1 0 0,0 0-1 0 0,0 0 0 0 0,0 0 1 0 0,0 0-1 0 0,0 0 1 0 0,0 0-1 0 0,1 0 0 0 0,-1 0 1 0 0,0 0-1 0 0,1 0 1 0 0,-1 0-1 0 0,0 0 0 0 0,1 0 1 0 0,-1 0-1 0 0,1 0 1 0 0,0 0-1 0 0,-1 0 1 0 0,1 0-1 0 0,0-1 0 0 0,-1 1 1 0 0,2 1-1 0 0,-1-2-5 0 0,0 0 1 0 0,0 0-1 0 0,0 0 0 0 0,0 0 0 0 0,0 0 1 0 0,0 0-1 0 0,0 0 0 0 0,0-1 0 0 0,0 1 1 0 0,-1 0-1 0 0,1 0 0 0 0,0-1 0 0 0,0 1 1 0 0,0-1-1 0 0,0 1 0 0 0,0 0 0 0 0,-1-1 0 0 0,1 0 1 0 0,0 1-1 0 0,0-2 0 0 0,7-5-87 0 0,0 0 0 0 0,-1-1 0 0 0,8-10 0 0 0,-15 17 89 0 0,21-27-175 0 0,-2-1-1 0 0,-2-1 0 0 0,17-36 0 0 0,35-101-341 0 0,-40 92 317 0 0,261-735 1427 0 0,-27 66 743 0 0,360-744 1043 0 0,-548 1328-2724 0 0,133-278 522 0 0,23 16-252 0 0,59-40-172 0 0,25 21-720 0 0,-262 377 90 0 0,-81 133 169 0 0,-141 371 16 0 0,34 16-210 0 0,129-434 260 0 0,-92 336-115 0 0,-129 425-17 0 0,68-325 119 0 0,-17 52 216 0 0,26 5 733 0 0,141-479-787 0 0,-1-1-19 0 0,1 0 1 0 0,3 1 0 0 0,0 0 0 0 0,0 58 0 0 0,6-91-123 0 0,0-1 1 0 0,0 1-1 0 0,1-1 0 0 0,-1 1 0 0 0,1-1 1 0 0,-1 1-1 0 0,1-1 0 0 0,2 5 1 0 0,-3-6-9 0 0,1-1-1 0 0,-1 1 1 0 0,0-1 0 0 0,1 0 0 0 0,-1 1 0 0 0,0-1 0 0 0,1 1 0 0 0,-1-1 0 0 0,1 0 0 0 0,-1 1 0 0 0,0-1-1 0 0,1 0 1 0 0,-1 0 0 0 0,1 1 0 0 0,-1-1 0 0 0,1 0 0 0 0,-1 0 0 0 0,1 0 0 0 0,-1 1 0 0 0,1-1 0 0 0,-1 0-1 0 0,1 0 1 0 0,-1 0 0 0 0,1 0 0 0 0,-1 0 0 0 0,2 0 0 0 0,1-1-42 0 0,-1-1 0 0 0,1 1 1 0 0,0-1-1 0 0,-1 1 0 0 0,1-1 0 0 0,-1 0 0 0 0,0 0 0 0 0,1 0 1 0 0,-1 0-1 0 0,0 0 0 0 0,0 0 0 0 0,-1-1 0 0 0,4-3 0 0 0,11-19-237 0 0,0-1-1 0 0,-2-1 1 0 0,15-37-1 0 0,25-89 179 0 0,-41 116 121 0 0,458-1216 1425 0 0,-45 361-408 0 0,-424 888-1018 0 0,365-651 785 0 0,-341 605-767 0 0,2 1 0 0 0,67-87 1 0 0,-76 119-52 0 0,-19 17 26 0 0,0 0 0 0 0,0 0-1 0 0,0 0 1 0 0,0 0 0 0 0,1 0 0 0 0,-1 0-1 0 0,0 0 1 0 0,0 0 0 0 0,0 0 0 0 0,0 0-1 0 0,1 0 1 0 0,-1 1 0 0 0,0-1 0 0 0,0 0-1 0 0,0 0 1 0 0,0 0 0 0 0,0 0 0 0 0,1 0 0 0 0,-1 0-1 0 0,0 1 1 0 0,0-1 0 0 0,0 0 0 0 0,0 0-1 0 0,0 0 1 0 0,0 0 0 0 0,0 1 0 0 0,0-1-1 0 0,0 0 1 0 0,1 0 0 0 0,-1 0 0 0 0,0 0-1 0 0,0 1 1 0 0,0-1 0 0 0,0 0 0 0 0,0 0-1 0 0,0 0 1 0 0,0 0 0 0 0,0 1 0 0 0,0-1-1 0 0,0 0 1 0 0,-1 0 0 0 0,1 0 0 0 0,0 0-1 0 0,0 1 1 0 0,0-1 0 0 0,0 0 0 0 0,0 0-1 0 0,0 0 1 0 0,0 0 0 0 0,0 1 0 0 0,0-1-1 0 0,0 0 1 0 0,-1 0 0 0 0,-15 45-347 0 0,15-45 344 0 0,-255 723-1030 0 0,141-372 773 0 0,-308 708-262 0 0,376-949 498 0 0,-345 740-38 0 0,200-441 92 0 0,-32 60 82 0 0,-31 32-914 0 0,439-895-2780 0 0,-47 93 4124 0 0,56-130 786 0 0,105-207 788 0 0,-263 573-1911 0 0,221-396 1302 0 0,29 18-559 0 0,-48 113-968 0 0,-232 323-16 0 0,-3 4 5 0 0,0 0 1 0 0,0 0-1 0 0,0 0 1 0 0,0 0 0 0 0,1 1-1 0 0,-1-1 1 0 0,1 1-1 0 0,3-3 1 0 0,-17 48-1136 0 0,-102 281-1227 0 0,-40 105 829 0 0,-208 563-945 0 0,200-562 2277 0 0,-56 187 1695 0 0,165-385-151 0 0,46-196-1039 0 0,3 1 0 0 0,0-1 0 0 0,3 1 0 0 0,5 50-1 0 0,-4-79-257 0 0,0-1 0 0 0,0 0-1 0 0,1-1 1 0 0,0 1 0 0 0,0 0 0 0 0,4 6-1 0 0,-6-11-24 0 0,1-1-1 0 0,0 0 1 0 0,0 1 0 0 0,-1-1-1 0 0,1 0 1 0 0,0 0-1 0 0,0 0 1 0 0,0 0 0 0 0,0 0-1 0 0,1 0 1 0 0,-1 0-1 0 0,0 0 1 0 0,0 0 0 0 0,1 0-1 0 0,-1 0 1 0 0,0-1-1 0 0,1 1 1 0 0,-1-1-1 0 0,1 1 1 0 0,-1-1 0 0 0,0 1-1 0 0,1-1 1 0 0,-1 0-1 0 0,1 0 1 0 0,-1 0 0 0 0,1 0-1 0 0,-1 0 1 0 0,1 0-1 0 0,-1 0 1 0 0,1 0 0 0 0,-1-1-1 0 0,1 1 1 0 0,-1 0-1 0 0,3-2 1 0 0,4-1-116 0 0,-1-1 0 0 0,0 0 0 0 0,0 0 0 0 0,0 0 0 0 0,-1-1 0 0 0,1 0 0 0 0,-1-1 0 0 0,7-7 0 0 0,44-56-489 0 0,-50 60 544 0 0,57-80-511 0 0,77-144-1 0 0,32-112 943 0 0,-62 120-200 0 0,-13 33-77 0 0,192-393 210 0 0,-20 26 34 0 0,43 23-253 0 0,-206 387-233 0 0,-92 131 101 0 0,0 0-1 0 0,2 1 1 0 0,0 1-1 0 0,1 1 1 0 0,33-22-1 0 0,-47 34 34 0 0,1 1 0 0 0,-1-1 0 0 0,1 1 0 0 0,0 0 0 0 0,9-2 0 0 0,-13 4 18 0 0,-1 0 0 0 0,1-1 0 0 0,0 1 1 0 0,-1 0-1 0 0,1 0 0 0 0,0 0 0 0 0,-1 0 1 0 0,1 0-1 0 0,0 1 0 0 0,-1-1 1 0 0,1 0-1 0 0,0 0 0 0 0,-1 0 0 0 0,1 0 1 0 0,0 1-1 0 0,-1-1 0 0 0,1 0 0 0 0,-1 1 1 0 0,1-1-1 0 0,0 1 0 0 0,-1-1 0 0 0,1 0 1 0 0,-1 1-1 0 0,1-1 0 0 0,-1 1 0 0 0,0-1 1 0 0,1 1-1 0 0,-1-1 0 0 0,1 1 1 0 0,-1 0-1 0 0,0-1 0 0 0,0 1 0 0 0,1 0 1 0 0,-1-1-1 0 0,0 1 0 0 0,0 0 0 0 0,0-1 1 0 0,1 1-1 0 0,-1 0 0 0 0,0-1 0 0 0,0 1 1 0 0,0 0-1 0 0,0-1 0 0 0,0 1 1 0 0,-1 0-1 0 0,1-1 0 0 0,0 1 0 0 0,0 0 1 0 0,0-1-1 0 0,0 1 0 0 0,-1 0 0 0 0,1 0 1 0 0,-5 18-13 0 0,0 0 0 0 0,-2-1 0 0 0,0 1 0 0 0,-11 20 0 0 0,1-1 194 0 0,-340 782 2094 0 0,-4-136-1365 0 0,182-364-65 0 0,-140 183 1097 0 0,230-373-1445 0 0,79-113-410 0 0,6-11-66 0 0,0 1 0 0 0,-1-1 0 0 0,0 0 0 0 0,-7 8 0 0 0,12-14-16 0 0,0 0 1 0 0,0 0-1 0 0,0 0 0 0 0,0 0 0 0 0,0 0 1 0 0,0 0-1 0 0,0-1 0 0 0,0 1 0 0 0,0 0 1 0 0,0 0-1 0 0,0 0 0 0 0,0 0 0 0 0,0 0 0 0 0,0 0 1 0 0,0 0-1 0 0,0 0 0 0 0,0 0 0 0 0,0-1 1 0 0,0 1-1 0 0,0 0 0 0 0,0 0 0 0 0,0 0 1 0 0,0 0-1 0 0,0 0 0 0 0,0 0 0 0 0,0 0 1 0 0,-1 0-1 0 0,1 0 0 0 0,0 0 0 0 0,0-1 1 0 0,0 1-1 0 0,0 0 0 0 0,0 0 0 0 0,0 0 1 0 0,0 0-1 0 0,0 0 0 0 0,0 0 0 0 0,0 0 1 0 0,0 0-1 0 0,-1 0 0 0 0,1 0 0 0 0,0 0 1 0 0,0 0-1 0 0,0 0 0 0 0,0 0 0 0 0,0 0 1 0 0,0 0-1 0 0,0 0 0 0 0,0 0 0 0 0,0 0 1 0 0,-1 0-1 0 0,1 0 0 0 0,0 0 0 0 0,0 0 1 0 0,0 0-1 0 0,0 0 0 0 0,0 0 0 0 0,0 0 1 0 0,0 0-1 0 0,0 0 0 0 0,0 0 0 0 0,-1 0 1 0 0,1 0-1 0 0,0 0 0 0 0,0 1 0 0 0,0-1 1 0 0,3-16-221 0 0,6-17-122 0 0,33-90-357 0 0,119-312 36 0 0,152-300 828 0 0,178-303 484 0 0,-426 912-631 0 0,6 3 0 0 0,113-150 0 0 0,-126 197-91 0 0,17-24-389 0 0,120-124 1 0 0,-187 216 374 0 0,0 0 1 0 0,0 1-1 0 0,1 1 1 0 0,11-8-1 0 0,-19 13 72 0 0,0 1 0 0 0,0-1-1 0 0,0 0 1 0 0,1 0-1 0 0,-1 1 1 0 0,0-1 0 0 0,0 1-1 0 0,0-1 1 0 0,1 1-1 0 0,-1-1 1 0 0,0 1-1 0 0,1 0 1 0 0,-1 0 0 0 0,0-1-1 0 0,1 1 1 0 0,-1 0-1 0 0,0 0 1 0 0,1 1-1 0 0,-1-1 1 0 0,1 0 0 0 0,-1 0-1 0 0,0 1 1 0 0,0-1-1 0 0,1 0 1 0 0,-1 1-1 0 0,0-1 1 0 0,0 1 0 0 0,1 0-1 0 0,-1-1 1 0 0,0 1-1 0 0,0 0 1 0 0,0 0-1 0 0,0 0 1 0 0,0 0 0 0 0,0 0-1 0 0,0 0 1 0 0,0 0-1 0 0,-1 0 1 0 0,1 0-1 0 0,0 0 1 0 0,-1 0 0 0 0,1 1-1 0 0,0-1 1 0 0,0 2-1 0 0,1 6-88 0 0,0-1 0 0 0,0 0 0 0 0,-1 1 0 0 0,0-1 0 0 0,-1 0 0 0 0,0 1 0 0 0,0-1 0 0 0,-2 13-1 0 0,-17 74-456 0 0,10-58 375 0 0,-237 836-1474 0 0,38-330 906 0 0,-32-14-173 0 0,225-497 911 0 0,-131 261-101 0 0,117-242 181 0 0,-3-2 0 0 0,-1 0 0 0 0,-59 64 0 0 0,88-108 1 0 0,-1-1-1 0 0,1 0 1 0 0,-1 0 0 0 0,-9 6 0 0 0,13-9-45 0 0,1-1 1 0 0,0 0-1 0 0,-1 0 1 0 0,1 1-1 0 0,0-1 1 0 0,-1 0-1 0 0,1 0 1 0 0,0 0-1 0 0,-1 0 1 0 0,1 0-1 0 0,-1 0 1 0 0,1 0-1 0 0,0 0 1 0 0,-1 0-1 0 0,1 1 1 0 0,0-2-1 0 0,-1 1 1 0 0,1 0-1 0 0,-1 0 1 0 0,1 0-1 0 0,0 0 1 0 0,-1 0-1 0 0,1 0 0 0 0,0 0 1 0 0,-1 0-1 0 0,1-1 1 0 0,-1 1-1 0 0,1 0 1 0 0,0 0-1 0 0,-1-1 1 0 0,1 0 27 0 0,-1 0-1 0 0,1 0 1 0 0,0 0 0 0 0,-1 0 0 0 0,1-1-1 0 0,0 1 1 0 0,0 0 0 0 0,0 0 0 0 0,0 0-1 0 0,0-1 1 0 0,0 1 0 0 0,0 0 0 0 0,1 0-1 0 0,-1 0 1 0 0,1-2 0 0 0,57-191 1662 0 0,-34 124-1547 0 0,85-242 140 0 0,13 4 0 0 0,228-411 0 0 0,-184 432 1261 0 0,202-265 0 0 0,-366 550-1553 0 0,342-439 1272 0 0,-244 324-772 0 0,186-167-1 0 0,-240 244-394 0 0,-17 12-115 0 0,2 1 0 0 0,2 2 0 0 0,0 1 0 0 0,48-27 0 0 0,-75 48-47 0 0,0 1 0 0 0,0 0-1 0 0,0 0 1 0 0,0 0 0 0 0,0 0 0 0 0,1 1-1 0 0,7-1 1 0 0,-13 2 14 0 0,1 0 0 0 0,-1 0 0 0 0,1 0 0 0 0,-1 0 0 0 0,1 1 1 0 0,-1-1-1 0 0,0 0 0 0 0,1 0 0 0 0,-1 1 0 0 0,1-1 0 0 0,-1 1 0 0 0,0 0 0 0 0,1-1 0 0 0,-1 1 0 0 0,0 0 0 0 0,0-1 0 0 0,0 1 0 0 0,0 0 0 0 0,1 0 0 0 0,-1 0 0 0 0,0 0 0 0 0,0 0 0 0 0,-1 1 0 0 0,1-1 0 0 0,0 0 0 0 0,0 0 0 0 0,-1 1 1 0 0,1-1-1 0 0,0 0 0 0 0,-1 1 0 0 0,1-1 0 0 0,-1 0 0 0 0,0 1 0 0 0,1-1 0 0 0,-1 1 0 0 0,0 1 0 0 0,0 5-102 0 0,0 1 0 0 0,0-1 1 0 0,-1 1-1 0 0,0-1 0 0 0,0 0 0 0 0,-1 1 0 0 0,0-1 1 0 0,-1 0-1 0 0,-4 9 0 0 0,-38 75-793 0 0,33-71 707 0 0,-56 106 502 0 0,-6-3-1 0 0,-6-4 1 0 0,-4-3-1 0 0,-112 118 1 0 0,128-164 2 0 0,-174 171 335 0 0,233-235-613 0 0,0 0 0 0 0,0 0 0 0 0,-1-1-1 0 0,0 0 1 0 0,-1 0 0 0 0,1-1 0 0 0,-17 5-1 0 0,25-10-20 0 0,0 1-1 0 0,-1-1 0 0 0,1 1 0 0 0,0-1 0 0 0,-1 0 1 0 0,1 0-1 0 0,0 0 0 0 0,-1 0 0 0 0,1 0 1 0 0,0 0-1 0 0,-1 0 0 0 0,1-1 0 0 0,0 0 0 0 0,0 1 1 0 0,0-1-1 0 0,-1 0 0 0 0,-2-2 0 0 0,3 1-30 0 0,0 0-1 0 0,0 0 1 0 0,0 0-1 0 0,1 0 1 0 0,-1 0-1 0 0,1-1 1 0 0,-1 1 0 0 0,1 0-1 0 0,0-1 1 0 0,0 1-1 0 0,0-1 1 0 0,1 1-1 0 0,-1-1 1 0 0,0 0-1 0 0,1 1 1 0 0,0-1-1 0 0,0 0 1 0 0,-1 1-1 0 0,2-5 1 0 0,-1-14-132 0 0,2-1 1 0 0,0 1 0 0 0,2 0 0 0 0,7-26-1 0 0,31-83-186 0 0,-32 101 251 0 0,351-861-1094 0 0,-352 871 1207 0 0,-9 18 15 0 0,13-38-234 0 0,-12 39 217 0 0,-1 0 0 0 0,0-1 0 0 0,0 1 0 0 0,0 0 0 0 0,0-1 0 0 0,0 1 0 0 0,0 0 0 0 0,0-1 0 0 0,0 1-1 0 0,0 0 1 0 0,0-1 0 0 0,0 1 0 0 0,0 0 0 0 0,0-1 0 0 0,-1 1 0 0 0,1 0 0 0 0,0-1 0 0 0,0 1 0 0 0,0 0 0 0 0,0 0 0 0 0,0-1 0 0 0,-1 1 0 0 0,1 0 0 0 0,0-1 0 0 0,0 1 0 0 0,-1 0-1 0 0,1 0 1 0 0,0 0 0 0 0,0-1 0 0 0,-1 1 0 0 0,1 0 0 0 0,-1 0 0 0 0,0 0 8 0 0,0 0 1 0 0,-1 0-1 0 0,1 0 1 0 0,0 0-1 0 0,-1 1 0 0 0,1-1 1 0 0,0 1-1 0 0,-1-1 0 0 0,1 1 1 0 0,0-1-1 0 0,0 1 1 0 0,0 0-1 0 0,-2 1 0 0 0,-28 20 322 0 0,2 2-1 0 0,1 0 1 0 0,1 2-1 0 0,-34 42 1 0 0,11-13 179 0 0,-493 511 1224 0 0,49-80-1354 0 0,479-473-369 0 0,7-5-6 0 0,0 0 0 0 0,-1-1 0 0 0,-1 0 1 0 0,1 0-1 0 0,-1-1 0 0 0,0 0 0 0 0,0 0 1 0 0,-1-1-1 0 0,1-1 0 0 0,-16 5 0 0 0,24-9-13 0 0,1 1 1 0 0,-1-1-1 0 0,0 0 0 0 0,1 0 0 0 0,-1 0 1 0 0,1 0-1 0 0,-1 0 0 0 0,0-1 0 0 0,1 1 1 0 0,-1 0-1 0 0,1-1 0 0 0,-1 1 0 0 0,1-1 1 0 0,-1 1-1 0 0,1-1 0 0 0,-1 0 0 0 0,1 0 1 0 0,0 1-1 0 0,-1-1 0 0 0,1 0 0 0 0,0 0 1 0 0,0 0-1 0 0,0-1 0 0 0,0 1 0 0 0,0 0 1 0 0,0 0-1 0 0,0-1 0 0 0,0 1 0 0 0,0 0 1 0 0,0-1-1 0 0,1 1 0 0 0,-1-1 0 0 0,1 1 1 0 0,-1-1-1 0 0,1 1 0 0 0,-1-1 0 0 0,1 1 1 0 0,0-4-1 0 0,-1-6-94 0 0,0 0 0 0 0,0 0-1 0 0,2 0 1 0 0,1-16 0 0 0,-2 26 102 0 0,13-97-809 0 0,35-133-1 0 0,45-92-113 0 0,-26 125 735 0 0,9 2 0 0 0,8 4 1 0 0,113-185-1 0 0,-173 334 191 0 0,100-162-74 0 0,-103 174 48 0 0,2 1 0 0 0,1 1 0 0 0,2 1 0 0 0,34-30 0 0 0,-54 53-34 0 0,0-1 0 0 0,0 2 0 0 0,0-1 0 0 0,0 1 0 0 0,1 0 0 0 0,0 0 0 0 0,0 0 0 0 0,0 1 0 0 0,0 0 0 0 0,13-3 0 0 0,-20 6 45 0 0,1 0 0 0 0,0 0 0 0 0,-1 0 0 0 0,1 0-1 0 0,-1 0 1 0 0,1 0 0 0 0,0 0 0 0 0,-1 0-1 0 0,1 0 1 0 0,0 0 0 0 0,-1 0 0 0 0,1 0-1 0 0,0 0 1 0 0,-1 0 0 0 0,1 1 0 0 0,0-1 0 0 0,-1 0-1 0 0,1 0 1 0 0,-1 1 0 0 0,1-1 0 0 0,-1 1-1 0 0,1-1 1 0 0,-1 0 0 0 0,1 1 0 0 0,-1-1-1 0 0,1 1 1 0 0,-1-1 0 0 0,1 1 0 0 0,-1-1 0 0 0,0 1-1 0 0,1-1 1 0 0,-1 1 0 0 0,0 0 0 0 0,0-1-1 0 0,1 1 1 0 0,-1-1 0 0 0,0 1 0 0 0,0 0-1 0 0,0-1 1 0 0,0 1 0 0 0,0 0 0 0 0,0-1 0 0 0,0 1-1 0 0,0 0 1 0 0,0-1 0 0 0,0 1 0 0 0,0 0-1 0 0,0 0 1 0 0,-11 34-460 0 0,11-34 473 0 0,-35 73-264 0 0,-63 98 0 0 0,59-107 592 0 0,-477 676 2334 0 0,423-619-2092 0 0,-120 145 742 0 0,200-251-1202 0 0,-1-1 0 0 0,0 0-1 0 0,-2-1 1 0 0,1-1-1 0 0,-2 0 1 0 0,0-2 0 0 0,0 1-1 0 0,-20 8 1 0 0,35-19-93 0 0,0 0 0 0 0,0 0 1 0 0,0 0-1 0 0,-1 0 0 0 0,1 0 0 0 0,0 0 0 0 0,-1-1 1 0 0,1 1-1 0 0,0-1 0 0 0,-1 0 0 0 0,1 1 0 0 0,-1-1 0 0 0,1 0 1 0 0,-1-1-1 0 0,1 1 0 0 0,0 0 0 0 0,-1-1 0 0 0,1 1 1 0 0,-1-1-1 0 0,1 0 0 0 0,-4-2 0 0 0,4 1-2 0 0,0 0-1 0 0,0 0 1 0 0,0 0 0 0 0,0 0-1 0 0,1-1 1 0 0,-1 1-1 0 0,1-1 1 0 0,0 1 0 0 0,-1-1-1 0 0,1 0 1 0 0,1 0-1 0 0,-1 1 1 0 0,0-1 0 0 0,1 0-1 0 0,-1 0 1 0 0,1 0 0 0 0,0 0-1 0 0,0-3 1 0 0,0-48 90 0 0,4 0 1 0 0,1 0 0 0 0,25-105-1 0 0,-26 142-100 0 0,100-376-856 0 0,25 6 239 0 0,-44 136 539 0 0,-13 38 135 0 0,8 3 0 0 0,118-215 0 0 0,126-170 1335 0 0,-313 577-1315 0 0,-6 10-57 0 0,-1 1 1 0 0,0-1 0 0 0,0 0-1 0 0,-1 0 1 0 0,4-13 0 0 0,-10 23 4 0 0,0-1 0 0 0,0 1 1 0 0,0 0-1 0 0,1-1 0 0 0,-1 1 1 0 0,0 1-1 0 0,1-1 0 0 0,-3 3 1 0 0,-62 68 285 0 0,-67 98 1 0 0,40-48-107 0 0,-30 33-194 0 0,-174 211 43 0 0,-21-26 102 0 0,297-319-170 0 0,4-4-25 0 0,0-1 1 0 0,0 0-1 0 0,-2-1 1 0 0,0-1-1 0 0,-1-1 1 0 0,-28 14-1 0 0,48-28 22 0 0,0 1-1 0 0,0-1 1 0 0,0 1 0 0 0,0-1-1 0 0,0 0 1 0 0,0 1 0 0 0,-1-1-1 0 0,1 0 1 0 0,0 0 0 0 0,0 1-1 0 0,0-1 1 0 0,0 0 0 0 0,-1 0-1 0 0,1-1 1 0 0,0 1 0 0 0,0 0-1 0 0,0 0 1 0 0,-1 0 0 0 0,1-1-1 0 0,0 1 1 0 0,0-1-1 0 0,0 1 1 0 0,0-1 0 0 0,0 1-1 0 0,-2-2 1 0 0,2 1-9 0 0,0-1 1 0 0,0 1-1 0 0,0-1 0 0 0,0 0 0 0 0,0 1 0 0 0,1-1 1 0 0,-1 0-1 0 0,0 0 0 0 0,1 0 0 0 0,-1 1 0 0 0,1-1 1 0 0,0 0-1 0 0,0 0 0 0 0,0-3 0 0 0,0-9-114 0 0,1 1 0 0 0,0-1 0 0 0,6-20 0 0 0,-6 29 100 0 0,28-118-786 0 0,6 1-1 0 0,84-197 1 0 0,151-209-29 0 0,-207 417 785 0 0,106-175 305 0 0,21 14 259 0 0,180-154 1388 0 0,-361 417-1854 0 0,19-19 91 0 0,-26 27-115 0 0,-1 0 0 0 0,1-1-1 0 0,0 1 1 0 0,-1 0 0 0 0,1 0 0 0 0,0 0-1 0 0,0 0 1 0 0,0 0 0 0 0,0 0-1 0 0,0 1 1 0 0,0-1 0 0 0,0 1-1 0 0,0-1 1 0 0,2 1 0 0 0,-3 0-10 0 0,-1 0 0 0 0,0 1 1 0 0,1-1-1 0 0,-1 0 0 0 0,1 0 1 0 0,-1 1-1 0 0,0-1 1 0 0,1 0-1 0 0,-1 1 0 0 0,1-1 1 0 0,-1 0-1 0 0,0 1 0 0 0,0-1 1 0 0,1 1-1 0 0,-1-1 0 0 0,0 1 1 0 0,0-1-1 0 0,1 0 1 0 0,-1 1-1 0 0,0-1 0 0 0,0 1 1 0 0,0-1-1 0 0,0 1 0 0 0,0-1 1 0 0,0 1-1 0 0,0-1 0 0 0,0 1 1 0 0,0-1-1 0 0,0 1 1 0 0,0-1-1 0 0,0 1 0 0 0,0-1 1 0 0,0 1-1 0 0,0-1 0 0 0,-1 1 1 0 0,1-1-1 0 0,0 1 0 0 0,0-1 1 0 0,0 1-1 0 0,-1 0 1 0 0,-9 24-105 0 0,8-22 83 0 0,-158 295-1227 0 0,124-236 1295 0 0,-367 514 659 0 0,306-448-572 0 0,-34 41 218 0 0,-227 224-1 0 0,343-378-288 0 0,-29 27 128 0 0,40-39-160 0 0,0 0-1 0 0,0-1 1 0 0,0 1-1 0 0,0-1 1 0 0,0 0-1 0 0,0 0 1 0 0,-1 0-1 0 0,1 0 1 0 0,-9 1-1 0 0,12-3-33 0 0,1 0 0 0 0,-1 0 0 0 0,0 0 0 0 0,0 0 0 0 0,0 0 0 0 0,0 0 0 0 0,0 0 1 0 0,1-1-1 0 0,-1 1 0 0 0,0 0 0 0 0,0 0 0 0 0,0-1 0 0 0,1 1 0 0 0,-1-1 0 0 0,0 1 0 0 0,0-1 0 0 0,1 1 0 0 0,-1-1 0 0 0,0 1 0 0 0,1-1 0 0 0,-1 1 0 0 0,1-1 1 0 0,-1 0-1 0 0,1 1 0 0 0,-1-1 0 0 0,1 0 0 0 0,-1 0 0 0 0,1 1 0 0 0,0-1 0 0 0,-1 0 0 0 0,1 0 0 0 0,0 0 0 0 0,0 1 0 0 0,0-1 0 0 0,-1 0 0 0 0,1 0 0 0 0,0 0 1 0 0,0-1-1 0 0,0-37-291 0 0,1 37 283 0 0,11-95-1141 0 0,4 2 1 0 0,38-127 0 0 0,81-185-417 0 0,-134 404 1572 0 0,304-743 666 0 0,-174 443 191 0 0,257-481 1913 0 0,-213 435-1994 0 0,-172 342-778 0 0,0 0 0 0 0,-1 0 0 0 0,0 0 0 0 0,0 0 0 0 0,-1 0 0 0 0,0 0 0 0 0,1-9 1 0 0,-2 15-3 0 0,0 0 0 0 0,0 0 1 0 0,0 0-1 0 0,-1 0 0 0 0,1 0 1 0 0,0 0-1 0 0,0 0 1 0 0,-1 0-1 0 0,1 0 0 0 0,-1 0 1 0 0,1 0-1 0 0,-1 0 0 0 0,1 0 1 0 0,-1 0-1 0 0,0 0 0 0 0,1 0 1 0 0,-1 0-1 0 0,0 1 1 0 0,0-1-1 0 0,-1-1 0 0 0,0 1-2 0 0,0 1-1 0 0,0-1 1 0 0,0 0-1 0 0,0 1 1 0 0,0 0-1 0 0,0-1 1 0 0,0 1-1 0 0,0 0 1 0 0,0 0-1 0 0,0 0 1 0 0,0 0-1 0 0,0 1 1 0 0,1-1 0 0 0,-1 0-1 0 0,-4 2 1 0 0,-9 3 21 0 0,0 0 0 0 0,1 1 0 0 0,-1 0 1 0 0,1 1-1 0 0,-17 12 0 0 0,-67 53 112 0 0,88-64-113 0 0,-105 86 350 0 0,-107 116 1 0 0,-90 126-576 0 0,260-278 61 0 0,-423 504-127 0 0,300-348 162 0 0,70-81-8 0 0,-45 51-279 0 0,146-178 340 0 0,-1 0-1 0 0,0-1 1 0 0,0 0-1 0 0,-1 0 1 0 0,0 0-1 0 0,0-1 1 0 0,-12 7-1 0 0,18-11 56 0 0,0 0 0 0 0,0 0 0 0 0,0 1-1 0 0,0-1 1 0 0,-1 0 0 0 0,1 0 0 0 0,0 0 0 0 0,0 0-1 0 0,0 0 1 0 0,-1 0 0 0 0,1 0 0 0 0,0 0 0 0 0,0 0-1 0 0,0 0 1 0 0,-1 0 0 0 0,1 0 0 0 0,0 0 0 0 0,0 0-1 0 0,0 0 1 0 0,-1 0 0 0 0,1 0 0 0 0,0 0 0 0 0,0 0-1 0 0,0 0 1 0 0,-1 0 0 0 0,1 0 0 0 0,0 0-1 0 0,0 0 1 0 0,0 0 0 0 0,0 0 0 0 0,-1-1 0 0 0,1 1-1 0 0,0 0 1 0 0,0 0 0 0 0,0 0 0 0 0,0 0 0 0 0,-1 0-1 0 0,1 0 1 0 0,0-1 0 0 0,0 1 0 0 0,0 0 0 0 0,0 0-1 0 0,0 0 1 0 0,0-1 0 0 0,2-11-276 0 0,12-16-64 0 0,-13 26 324 0 0,252-434-1724 0 0,29 16 1571 0 0,-147 237 173 0 0,81-104 16 0 0,-141 195-53 0 0,89-83-1 0 0,-122 134-6 0 0,-9 7 109 0 0,2 1 0 0 0,1 2 0 0 0,68-45 0 0 0,-74 63 83 0 0,-29 13-140 0 0,-1 0-1 0 0,1 0 0 0 0,-1 0 1 0 0,1-1-1 0 0,-1 1 1 0 0,0 0-1 0 0,1 0 0 0 0,-1 0 1 0 0,1 0-1 0 0,-1 1 0 0 0,1-1 1 0 0,-1 0-1 0 0,1 0 1 0 0,-1 0-1 0 0,1 0 0 0 0,-1 0 1 0 0,1 1-1 0 0,-1-1 0 0 0,0 0 1 0 0,1 0-1 0 0,-1 1 0 0 0,1-1 1 0 0,-1 1-1 0 0,1-1 2 0 0,-1 1-1 0 0,0 0 0 0 0,1 0 1 0 0,-1 0-1 0 0,0 0 1 0 0,0-1-1 0 0,0 1 1 0 0,0 0-1 0 0,0 0 0 0 0,0 0 1 0 0,0 0-1 0 0,0-1 1 0 0,0 1-1 0 0,0 0 0 0 0,-1 0 1 0 0,1 0-1 0 0,0 0 1 0 0,-1 1-1 0 0,-16 43 36 0 0,-3-1-1 0 0,-1-1 0 0 0,-38 58 1 0 0,18-32 14 0 0,-203 333 847 0 0,-24 42-200 0 0,-77 137-66 0 0,162-277-513 0 0,171-280-288 0 0,33-50-93 0 0,182-287-2464 0 0,-99 146 1345 0 0,436-781 562 0 0,-338 573 1412 0 0,-185 345-459 0 0,5-8 61 0 0,-19 29 579 0 0,-49 73 604 0 0,-36 71 0 0 0,22-35-442 0 0,40-68-858 0 0,-501 749-675 0 0,431-669 127 0 0,-4-5 0 0 0,-180 159 0 0 0,243-240 435 0 0,-2-1 0 0 0,-38 23 0 0 0,53-37 29 0 0,-1-1 0 0 0,0-1-1 0 0,0-1 1 0 0,0-1 0 0 0,-40 9 0 0 0,55-15-12 0 0,-1 0 0 0 0,0 0 1 0 0,0 0-1 0 0,0-1 1 0 0,1 0-1 0 0,-1 0 1 0 0,0 0-1 0 0,0 0 1 0 0,0-1-1 0 0,0 0 0 0 0,1 0 1 0 0,-1 0-1 0 0,0-1 1 0 0,1 1-1 0 0,-1-1 1 0 0,1 0-1 0 0,0 0 0 0 0,-1-1 1 0 0,1 1-1 0 0,0-1 1 0 0,1 0-1 0 0,-1 0 1 0 0,0 0-1 0 0,1-1 1 0 0,0 1-1 0 0,-1-1 0 0 0,1 0 1 0 0,1 0-1 0 0,-1 0 1 0 0,1 0-1 0 0,-1-1 1 0 0,-2-8-1 0 0,-4-10-88 0 0,2 0 0 0 0,0-1 0 0 0,1 0 0 0 0,2 0 0 0 0,-2-25 0 0 0,-1-128-453 0 0,7 133 395 0 0,-4-154-552 0 0,0-285-55 0 0,31 3 768 0 0,-11 350 25 0 0,7 0-1 0 0,5 2 1 0 0,49-136 0 0 0,-62 212 482 0 0,-15 52-499 0 0,0 0 1 0 0,-1 0 0 0 0,1 0-1 0 0,0 0 1 0 0,0 1 0 0 0,0-1-1 0 0,0 0 1 0 0,0 0 0 0 0,0 0-1 0 0,0 0 1 0 0,0 0 0 0 0,0 0-1 0 0,0 0 1 0 0,0 0 0 0 0,0 0-1 0 0,0 0 1 0 0,-1 0 0 0 0,1 0-1 0 0,0 0 1 0 0,0 0 0 0 0,0 0-1 0 0,0-1 1 0 0,0 1 0 0 0,0 0 61 0 0,0 0-61 0 0,-9 12-14 0 0,-9 17-199 0 0,-60 137-880 0 0,-58 176 1 0 0,-12 33 327 0 0,-230 364 846 0 0,371-727-42 0 0,5-7-2 0 0,0-1 1 0 0,-1 1-1 0 0,1-1 0 0 0,-1 0 0 0 0,0 0 0 0 0,0 0 0 0 0,0 0 0 0 0,-1 0 0 0 0,0-1 0 0 0,1 1 1 0 0,-1-1-1 0 0,0 0 0 0 0,-7 3 0 0 0,10-6-26 0 0,1 0 0 0 0,-1 0-1 0 0,0 0 1 0 0,0 0 0 0 0,1 0 0 0 0,-1 0 0 0 0,0 0 0 0 0,1-1 0 0 0,-1 1-1 0 0,0 0 1 0 0,1-1 0 0 0,-1 1 0 0 0,0 0 0 0 0,1-1 0 0 0,-1 1-1 0 0,1-1 1 0 0,-1 1 0 0 0,1-1 0 0 0,-1 1 0 0 0,1-1 0 0 0,-1 1 0 0 0,1-1-1 0 0,-1 0 1 0 0,1 1 0 0 0,0-1 0 0 0,-1 0 0 0 0,1 1 0 0 0,0-1 0 0 0,-1 0-1 0 0,1 1 1 0 0,0-1 0 0 0,0 0 0 0 0,0 0 0 0 0,0 1 0 0 0,0-1 0 0 0,0 0-1 0 0,0 0 1 0 0,0 1 0 0 0,0-1 0 0 0,0 0 0 0 0,1-1 0 0 0,1-39 325 0 0,-1 35-272 0 0,25-180 177 0 0,77-285 0 0 0,100-169-455 0 0,-65 270 858 0 0,31 16 613 0 0,-162 340-1191 0 0,-5 9-60 0 0,1 0 0 0 0,0 0 1 0 0,0 0-1 0 0,0 0 0 0 0,0 0 0 0 0,0 1 0 0 0,1 0 0 0 0,0 0 0 0 0,8-7 1 0 0,-12 11-16 0 0,0 0 1 0 0,1 0 0 0 0,-1-1-1 0 0,0 1 1 0 0,0 0 0 0 0,1 0-1 0 0,-1 0 1 0 0,0 0 0 0 0,0 0-1 0 0,1 0 1 0 0,-1 0 0 0 0,0 0-1 0 0,1 0 1 0 0,-1 0 0 0 0,0 0-1 0 0,0 0 1 0 0,1 0 0 0 0,-1 0-1 0 0,0 0 1 0 0,1 0 0 0 0,-1 0-1 0 0,0 0 1 0 0,0 0 0 0 0,1 0-1 0 0,-1 0 1 0 0,0 0 0 0 0,0 1-1 0 0,1-1 1 0 0,-1 0 0 0 0,0 0-1 0 0,0 0 1 0 0,1 0 0 0 0,-1 1 0 0 0,0-1-1 0 0,0 0 1 0 0,0 0 0 0 0,1 1-1 0 0,-1-1 1 0 0,0 0 0 0 0,0 0-1 0 0,0 1 1 0 0,0-1 0 0 0,0 0-1 0 0,0 0 1 0 0,0 1 0 0 0,1-1-1 0 0,-1 0 1 0 0,0 0 0 0 0,0 1-1 0 0,0-1 1 0 0,0 0 0 0 0,0 1-1 0 0,0-1 1 0 0,0 20-56 0 0,-31 174-130 0 0,10-80 295 0 0,-42 264 189 0 0,-61 392 43 0 0,30 6-221 0 0,45-103-769 0 0,40-1-1864 0 0,10-648 2356 0 0,11 144-915 0 0,-10-153 1004 0 0,1 1 0 0 0,1-1 0 0 0,0 0 0 0 0,1-1 1 0 0,0 1-1 0 0,1-1 0 0 0,1 0 0 0 0,13 21 1 0 0,-16-29 104 0 0,1-1 0 0 0,0 0 1 0 0,0 1-1 0 0,0-1 1 0 0,1-1-1 0 0,-1 1 0 0 0,1-1 1 0 0,0 0-1 0 0,0-1 0 0 0,1 1 1 0 0,-1-1-1 0 0,1 0 1 0 0,0-1-1 0 0,-1 0 0 0 0,1 0 1 0 0,0 0-1 0 0,0-1 0 0 0,1 0 1 0 0,-1 0-1 0 0,0-1 1 0 0,0 0-1 0 0,0 0 0 0 0,0 0 1 0 0,1-1-1 0 0,8-2 0 0 0,15-5 323 0 0,0-1 0 0 0,0-1 0 0 0,-1-2-1 0 0,38-20 1 0 0,-33 15 50 0 0,-28 14-329 0 0,0 0 46 0 0,0-1 1 0 0,1 1-1 0 0,-1 1 1 0 0,1-1-1 0 0,-1 1 1 0 0,13-2-1 0 0,-18 4-112 0 0,0 0 0 0 0,0 1 1 0 0,0-1-1 0 0,0 0 0 0 0,0 1 0 0 0,0-1 0 0 0,0 1 0 0 0,0-1 0 0 0,0 1 0 0 0,0 0 0 0 0,0 0 1 0 0,-1 0-1 0 0,1 0 0 0 0,0 0 0 0 0,-1 0 0 0 0,1 1 0 0 0,-1-1 0 0 0,1 0 0 0 0,-1 1 0 0 0,0-1 1 0 0,0 1-1 0 0,1 0 0 0 0,-1-1 0 0 0,0 1 0 0 0,0 0 0 0 0,-1 0 0 0 0,1-1 0 0 0,0 1 0 0 0,0 0 0 0 0,-1 0 1 0 0,1 3-1 0 0,4 13 195 0 0,-1 1 1 0 0,-1 0-1 0 0,0 1 1 0 0,-1-1-1 0 0,-2 33 1 0 0,-15 100 630 0 0,13-139-762 0 0,-113 634 2100 0 0,62-376-1802 0 0,6-20-144 0 0,-230 1168-40 0 0,60-268-898 0 0,72-355-1119 0 0,137-759 1682 0 0,-98 417-1820 0 0,152-568 1599 0 0,26-181 585 0 0,-54 202 106 0 0,4 1-1 0 0,39-102 0 0 0,-53 174-294 0 0,1 1 0 0 0,19-31 1 0 0,-25 45-43 0 0,1 0 0 0 0,-1 0 1 0 0,1 0-1 0 0,0 1 1 0 0,1-1-1 0 0,-1 1 0 0 0,1 0 1 0 0,0 0-1 0 0,0 1 0 0 0,0-1 1 0 0,0 1-1 0 0,1 0 1 0 0,10-4-1 0 0,-15 7 1 0 0,1-1 0 0 0,0 1 0 0 0,0 0 0 0 0,-1 0 0 0 0,1 0 0 0 0,0 0 0 0 0,0 0 0 0 0,-1 0 0 0 0,1 0 0 0 0,0 0 0 0 0,-1 1 0 0 0,1-1 0 0 0,0 1 0 0 0,-1-1 0 0 0,1 1 0 0 0,0 0 0 0 0,-1-1 0 0 0,1 1 1 0 0,-1 0-1 0 0,1 0 0 0 0,-1 0 0 0 0,0 0 0 0 0,1 1 0 0 0,-1-1 0 0 0,0 0 0 0 0,0 0 0 0 0,0 1 0 0 0,0-1 0 0 0,0 1 0 0 0,0-1 0 0 0,0 1 0 0 0,-1-1 0 0 0,2 4 0 0 0,2 5 7 0 0,-1 0 0 0 0,0 0 0 0 0,0 0 0 0 0,1 14 0 0 0,4 42 659 0 0,-1 123 1 0 0,-20 70 224 0 0,12-241-835 0 0,-140 1164 1110 0 0,50-747-1258 0 0,90-432 84 0 0,-10 31-55 0 0,11-33 59 0 0,0 0 1 0 0,-1 0-1 0 0,1-1 0 0 0,0 1 0 0 0,-1 0 0 0 0,1 0 0 0 0,0 0 1 0 0,-1 0-1 0 0,1 0 0 0 0,-1-1 0 0 0,1 1 0 0 0,-1 0 1 0 0,0-1-1 0 0,1 1 0 0 0,-1 0 0 0 0,0-1 0 0 0,1 1 1 0 0,-1 0-1 0 0,0-1 0 0 0,0 1 0 0 0,0-1 0 0 0,1 0 1 0 0,-1 1-1 0 0,0-1 0 0 0,0 0 0 0 0,0 1 0 0 0,-1-1 1 0 0,1-1-6 0 0,0 0 0 0 0,0 0 1 0 0,0 0-1 0 0,0 0 0 0 0,1 0 1 0 0,-1 0-1 0 0,0 0 1 0 0,1 0-1 0 0,-1 0 0 0 0,0-1 1 0 0,1 1-1 0 0,0 0 1 0 0,-1 0-1 0 0,1-1 0 0 0,0 1 1 0 0,-1 0-1 0 0,1-1 0 0 0,0 1 1 0 0,0-3-1 0 0,0-1-48 0 0,-10-82-951 0 0,5-167 0 0 0,6 161 604 0 0,-2-62 183 0 0,16-519-789 0 0,-16 653 1009 0 0,-5 28 0 0 0,-8 33 99 0 0,-11 64 955 0 0,-10 110 1 0 0,18-99-1094 0 0,1-21 50 0 0,-138 767 313 0 0,152-850-319 0 0,-4 21-57 0 0,6-32 60 0 0,0 0 0 0 0,0 0-1 0 0,0 0 1 0 0,0 0 0 0 0,0 0 0 0 0,0 0-1 0 0,0 0 1 0 0,0 0 0 0 0,0 0-1 0 0,0 0 1 0 0,0 0 0 0 0,0 0-1 0 0,0 0 1 0 0,0 0 0 0 0,1 0-1 0 0,-1 0 1 0 0,0 0 0 0 0,0 0-1 0 0,0 0 1 0 0,0 0 0 0 0,0 0-1 0 0,0 0 1 0 0,0 0 0 0 0,0 0-1 0 0,0 0 1 0 0,0 0 0 0 0,0 0 0 0 0,0 0-1 0 0,0 0 1 0 0,0 0 0 0 0,0 0-1 0 0,0 0 1 0 0,0 1 0 0 0,0-1-1 0 0,0 0 1 0 0,0 0 0 0 0,0 0-1 0 0,0 0 1 0 0,0 0 0 0 0,0 0-1 0 0,0 0 1 0 0,0 0 0 0 0,0 0-1 0 0,8-18-74 0 0,61-210-1242 0 0,-12 35 237 0 0,-43 151 1015 0 0,79-207-41 0 0,-70 195 110 0 0,3 1 1 0 0,47-73 0 0 0,-61 109 8 0 0,0 1 1 0 0,1 0-1 0 0,0 1 1 0 0,1 0-1 0 0,1 1 1 0 0,1 1-1 0 0,27-19 1 0 0,-38 28 14 0 0,1 1 1 0 0,-1 0 0 0 0,1 0-1 0 0,0 0 1 0 0,0 1-1 0 0,0 0 1 0 0,0 0 0 0 0,0 0-1 0 0,1 1 1 0 0,-1 0 0 0 0,1 0-1 0 0,-1 1 1 0 0,0 0-1 0 0,1 0 1 0 0,-1 0 0 0 0,1 1-1 0 0,-1 0 1 0 0,1 0 0 0 0,-1 1-1 0 0,0-1 1 0 0,0 1-1 0 0,0 1 1 0 0,0-1 0 0 0,0 1-1 0 0,0 0 1 0 0,-1 0-1 0 0,8 7 1 0 0,-2-1 54 0 0,-1 1 0 0 0,0 0 0 0 0,-1 1 0 0 0,0 0 0 0 0,-1 0 0 0 0,-1 1-1 0 0,1 0 1 0 0,-2 0 0 0 0,0 1 0 0 0,0 0 0 0 0,-1 0 0 0 0,4 17 0 0 0,4 22 522 0 0,10 99 0 0 0,-16-100-246 0 0,2 28 105 0 0,-6-37-242 0 0,3-1 0 0 0,1 0 0 0 0,18 57 0 0 0,-25-95-224 0 0,1 0-1 0 0,0-1 0 0 0,0 1 1 0 0,0 0-1 0 0,1 0 0 0 0,-1 0 1 0 0,1-1-1 0 0,-1 1 0 0 0,1-1 1 0 0,0 0-1 0 0,0 1 0 0 0,0-1 1 0 0,0 0-1 0 0,1 0 0 0 0,-1 0 1 0 0,1 0-1 0 0,-1-1 0 0 0,1 1 1 0 0,-1 0-1 0 0,1-1 0 0 0,0 0 1 0 0,0 0-1 0 0,3 1 0 0 0,-3-2-40 0 0,0 0 0 0 0,1 0 0 0 0,-1-1 1 0 0,0 1-1 0 0,0-1 0 0 0,0 0 0 0 0,1 1 0 0 0,-1-2 0 0 0,0 1 0 0 0,0 0 0 0 0,0-1 0 0 0,0 1 0 0 0,-1-1 0 0 0,1 0 0 0 0,0 0 0 0 0,-1 0 0 0 0,1 0 0 0 0,-1 0 0 0 0,0-1 0 0 0,1 1 0 0 0,1-4 0 0 0,17-23-481 0 0,-1-2 0 0 0,-1 0 0 0 0,-2-1-1 0 0,-1-1 1 0 0,12-34 0 0 0,-10 25 506 0 0,8-23-71 0 0,-14 33 123 0 0,1 0 0 0 0,2 1 0 0 0,32-51 0 0 0,-85 176 1427 0 0,-49 107 90 0 0,-154 316-567 0 0,233-502-944 0 0,0 1 4 0 0,0-1 1 0 0,-2 1-1 0 0,0-1 1 0 0,0-1-1 0 0,-20 21 1 0 0,30-35-44 0 0,-1 1 1 0 0,0 0 0 0 0,1 0-1 0 0,-1-1 1 0 0,0 1 0 0 0,1-1-1 0 0,-1 1 1 0 0,0 0 0 0 0,0-1-1 0 0,0 0 1 0 0,1 1 0 0 0,-1-1-1 0 0,0 1 1 0 0,0-1 0 0 0,0 0-1 0 0,0 0 1 0 0,0 1 0 0 0,0-1-1 0 0,0 0 1 0 0,0 0 0 0 0,0 0-1 0 0,1 0 1 0 0,-1 0 0 0 0,0 0-1 0 0,0 0 1 0 0,0-1 0 0 0,0 1-1 0 0,0 0 1 0 0,-1-1 0 0 0,0 0-6 0 0,1 0 0 0 0,0-1 0 0 0,0 1 1 0 0,-1-1-1 0 0,1 1 0 0 0,0-1 1 0 0,0 1-1 0 0,1-1 0 0 0,-1 0 1 0 0,0 1-1 0 0,0-1 0 0 0,1 0 0 0 0,-1-3 1 0 0,-2-8-103 0 0,1 0 1 0 0,1 0-1 0 0,0-15 1 0 0,4-28-817 0 0,1 27 109 0 0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2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170 152 6913 0 0,'-39'-5'-3419'0'0,"31"3"3962"0"0,-1-1 0 0 0,1-1 0 0 0,0 0 0 0 0,-9-5 0 0 0,13 8-305 0 0,1-1 0 0 0,-1 1 0 0 0,1 0 0 0 0,-1 1-1 0 0,0-1 1 0 0,1 1 0 0 0,-1-1 0 0 0,0 1 0 0 0,0 0 0 0 0,1 1-1 0 0,-1-1 1 0 0,0 1 0 0 0,1-1 0 0 0,-1 1 0 0 0,1 0 0 0 0,-1 0-1 0 0,1 1 1 0 0,-1-1 0 0 0,1 1 0 0 0,-5 3 596 0 0,42-9 3625 0 0,21-12-2646 0 0,-8 2-1098 0 0,47-9-364 0 0,5-2 498 0 0,1 4 0 0 0,103-8 0 0 0,-201 29-934 0 0,-1-1 0 0 0,0 1 0 0 0,1 0 1 0 0,-1 0-1 0 0,0 0 0 0 0,1 0 0 0 0,-1 1 1 0 0,0-1-1 0 0,1 0 0 0 0,-1 0 0 0 0,0 1 0 0 0,0-1 1 0 0,1 1-1 0 0,-1-1 0 0 0,0 1 0 0 0,0-1 1 0 0,0 1-1 0 0,0 0 0 0 0,1 0 0 0 0,-1 0 1 0 0,0-1-1 0 0,-1 1 0 0 0,1 0 0 0 0,0 0 1 0 0,0 0-1 0 0,0 0 0 0 0,0 1 0 0 0,-1-1 0 0 0,1 0 1 0 0,-1 0-1 0 0,1 0 0 0 0,-1 0 0 0 0,1 3 1 0 0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7.9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10 349 8290 0 0,'-2'-6'652'0'0,"0"1"0"0"0,1-1 0 0 0,-1 0 0 0 0,1 0 0 0 0,0 0 0 0 0,1 0 0 0 0,-1-1 0 0 0,1 1 0 0 0,0 0 0 0 0,1 0 0 0 0,0 0 0 0 0,0 0 0 0 0,2-9 0 0 0,-2 15-579 0 0,-1-1-1 0 0,1 1 0 0 0,-1-1 1 0 0,1 1-1 0 0,0-1 0 0 0,-1 1 0 0 0,1 0 1 0 0,-1-1-1 0 0,1 1 0 0 0,0 0 0 0 0,-1 0 1 0 0,1-1-1 0 0,0 1 0 0 0,-1 0 1 0 0,1 0-1 0 0,0 0 0 0 0,0 0 0 0 0,-1 0 1 0 0,1 0-1 0 0,0 0 0 0 0,-1 0 1 0 0,1 0-1 0 0,0 0 0 0 0,-1 1 0 0 0,1-1 1 0 0,0 0-1 0 0,-1 0 0 0 0,1 1 1 0 0,0-1-1 0 0,-1 0 0 0 0,1 1 0 0 0,-1-1 1 0 0,1 0-1 0 0,-1 1 0 0 0,1-1 1 0 0,-1 1-1 0 0,2 0 0 0 0,26 21 255 0 0,-24-18-103 0 0,107 104 657 0 0,-80-74-741 0 0,2-2 1 0 0,49 38-1 0 0,-75-65-105 0 0,1-1-1 0 0,-1 1 1 0 0,1-1-1 0 0,0-1 1 0 0,0 1-1 0 0,1-2 1 0 0,-1 1 0 0 0,1-1-1 0 0,-1 0 1 0 0,16 1-1 0 0,-20-3-1 0 0,-1 1-1 0 0,1-2 0 0 0,-1 1 0 0 0,1 0 0 0 0,-1 0 1 0 0,0-1-1 0 0,1 0 0 0 0,-1 0 0 0 0,0 0 1 0 0,1 0-1 0 0,-1 0 0 0 0,0-1 0 0 0,0 1 0 0 0,0-1 1 0 0,0 0-1 0 0,0 0 0 0 0,-1 0 0 0 0,1 0 1 0 0,-1 0-1 0 0,1-1 0 0 0,-1 1 0 0 0,0-1 0 0 0,0 0 1 0 0,0 0-1 0 0,0 0 0 0 0,0 1 0 0 0,0-2 1 0 0,-1 1-1 0 0,2-6 0 0 0,6-23 119 0 0,-2 0 1 0 0,-2-1-1 0 0,-1 0 0 0 0,0-37 0 0 0,8-62-318 0 0,-9 115-60 0 0,1 1 1 0 0,0-1-1 0 0,1 1 0 0 0,1 0 0 0 0,14-27 0 0 0,-14 32-820 0 0,0 1-1 0 0,0 0 1 0 0,10-10 0 0 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2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4 3681 0 0,'0'0'68'0'0,"0"-1"0"0"0,-1 1 1 0 0,1 0-1 0 0,-1-1 1 0 0,1 1-1 0 0,0 0 0 0 0,-1 0 1 0 0,1-1-1 0 0,-1 1 0 0 0,1 0 1 0 0,-1 0-1 0 0,1 0 0 0 0,-1 0 1 0 0,1-1-1 0 0,-1 1 0 0 0,1 0 1 0 0,-1 0-1 0 0,1 0 0 0 0,-1 0 1 0 0,1 0-1 0 0,-1 0 0 0 0,1 0 1 0 0,-1 0-1 0 0,1 1 0 0 0,0-1 1 0 0,-1 0-1 0 0,1 0 0 0 0,-1 0 1 0 0,1 0-1 0 0,-1 1 0 0 0,1-1 1 0 0,-1 0-1 0 0,0 1 1 0 0,-4 17 2430 0 0,10 26 442 0 0,-5-42-2940 0 0,10 62 1836 0 0,20 101 1540 0 0,-24-141-4573 0 0,2 0 1 0 0,13 31-1 0 0,-16-45 54 0 0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0 123 920 0 0,'0'-3'145'0'0,"0"1"-1"0"0,0-1 1 0 0,1 1-1 0 0,-1-1 1 0 0,0 1-1 0 0,1-1 1 0 0,0 1-1 0 0,-1-1 1 0 0,1 1 0 0 0,0-1-1 0 0,0 1 1 0 0,1 0-1 0 0,-1 0 1 0 0,0 0-1 0 0,3-3 1 0 0,25-30 2457 0 0,-23 30-2234 0 0,0 0 1 0 0,0 1 0 0 0,1-1-1 0 0,-1 1 1 0 0,1 1 0 0 0,0-1-1 0 0,0 1 1 0 0,0 0 0 0 0,0 1-1 0 0,0 0 1 0 0,1 0 0 0 0,-1 0-1 0 0,1 1 1 0 0,0 0 0 0 0,-1 1-1 0 0,1 0 1 0 0,-1 0 0 0 0,1 0-1 0 0,0 1 1 0 0,-1 0 0 0 0,13 4-1 0 0,-14-3-263 0 0,0 0-1 0 0,0 0 0 0 0,0 1 1 0 0,-1 0-1 0 0,1 0 1 0 0,-1 1-1 0 0,0-1 0 0 0,0 1 1 0 0,0 0-1 0 0,-1 1 1 0 0,1-1-1 0 0,-1 1 0 0 0,0 0 1 0 0,0 0-1 0 0,-1 0 0 0 0,1 0 1 0 0,-1 1-1 0 0,0-1 1 0 0,-1 1-1 0 0,1 0 0 0 0,-1 0 1 0 0,-1 0-1 0 0,1 0 0 0 0,-1 0 1 0 0,0 0-1 0 0,1 11 1 0 0,-2-4-142 0 0,0-1 0 0 0,-1 1 0 0 0,0-1 1 0 0,-1 0-1 0 0,-1 1 0 0 0,0-1 1 0 0,0 0-1 0 0,-1-1 0 0 0,-1 1 0 0 0,0-1 1 0 0,-1 1-1 0 0,-10 15 0 0 0,10-18-583 0 0,-1 0 0 0 0,0-1 0 0 0,0 0 0 0 0,-17 15-1 0 0,17-18-433 0 0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8.8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32 1376 0 0,'5'-31'8062'0'0,"-5"35"-7219"0"0,-5 93 2422 0 0,0 34-1427 0 0,5-116-1770 0 0,1 0 0 0 0,1 1 1 0 0,1-1-1 0 0,0 0 0 0 0,0 0 1 0 0,9 19-1 0 0,-10-29-310 0 0,1-1-1 0 0,-1 0 1 0 0,1 1 0 0 0,0-1-1 0 0,0 0 1 0 0,0 0 0 0 0,1-1-1 0 0,-1 1 1 0 0,1-1 0 0 0,0 0-1 0 0,0 0 1 0 0,0 0 0 0 0,6 3-1 0 0,0-1-1048 0 0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29.1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1 135 1928 0 0,'4'-39'343'0'0,"-3"34"177"0"0,1 0 1 0 0,0 1-1 0 0,0-1 1 0 0,0 0-1 0 0,0 1 1 0 0,1-1-1 0 0,0 1 1 0 0,0 0-1 0 0,0 0 1 0 0,0 0-1 0 0,1 0 1 0 0,0 1-1 0 0,-1-1 1 0 0,9-5-1 0 0,-6 6-280 0 0,0-1 0 0 0,0 1 0 0 0,0 0 0 0 0,0 0 0 0 0,0 1 0 0 0,1 0 0 0 0,-1 0-1 0 0,1 1 1 0 0,0-1 0 0 0,-1 1 0 0 0,1 1 0 0 0,0-1 0 0 0,0 1 0 0 0,-1 0 0 0 0,1 1 0 0 0,0 0 0 0 0,0 0 0 0 0,-1 0-1 0 0,1 1 1 0 0,-1 0 0 0 0,1 0 0 0 0,-1 0 0 0 0,0 1 0 0 0,0 0 0 0 0,0 1 0 0 0,0-1 0 0 0,5 5 0 0 0,-5-4-173 0 0,-1 0 0 0 0,0 0 1 0 0,0 1-1 0 0,0-1 1 0 0,-1 1-1 0 0,0 0 1 0 0,0 0-1 0 0,0 1 1 0 0,0-1-1 0 0,-1 1 0 0 0,0 0 1 0 0,0 0-1 0 0,0 0 1 0 0,-1 0-1 0 0,0 1 1 0 0,0-1-1 0 0,-1 0 1 0 0,0 1-1 0 0,0-1 0 0 0,0 1 1 0 0,-1 0-1 0 0,0-1 1 0 0,0 1-1 0 0,-1-1 1 0 0,0 1-1 0 0,0 0 1 0 0,-3 10-1 0 0,-2-4 8 0 0,0 0-1 0 0,0-1 1 0 0,-1 0 0 0 0,-1 0 0 0 0,0-1-1 0 0,-1 0 1 0 0,0 0 0 0 0,-16 15-1 0 0,9-11-513 0 0,-2-1-1 0 0,1 0 1 0 0,-2-2-1 0 0,-31 18 0 0 0,35-23-5764 0 0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 6449 0 0,'-22'-28'10291'0'0,"22"28"-10219"0"0,-1 24 755 0 0,1 36 234 0 0,0-55-916 0 0,0-1-1 0 0,0 0 1 0 0,1 0-1 0 0,0 0 1 0 0,0 0-1 0 0,0 0 1 0 0,0 0-1 0 0,1 0 1 0 0,0 0-1 0 0,3 6 1 0 0,-4-9-114 0 0,-1-1 0 0 0,1 1 0 0 0,0-1 1 0 0,-1 0-1 0 0,1 0 0 0 0,-1 1 0 0 0,1-1 1 0 0,0 0-1 0 0,-1 0 0 0 0,1 0 0 0 0,-1 1 1 0 0,1-1-1 0 0,0 0 0 0 0,-1 0 0 0 0,1 0 1 0 0,0 0-1 0 0,-1 0 0 0 0,1 0 0 0 0,0-1 1 0 0,-1 1-1 0 0,1 0 0 0 0,0 0 0 0 0,-1 0 1 0 0,1-1-1 0 0,-1 1 0 0 0,1 0 0 0 0,-1 0 1 0 0,1-1-1 0 0,-1 1 0 0 0,1-1 1 0 0,0 1-1 0 0,-1 0 0 0 0,0-1 0 0 0,1 1 1 0 0,-1-1-1 0 0,1 1 0 0 0,-1-1 0 0 0,0 1 1 0 0,1-1-1 0 0,-1 0 0 0 0,0 1 0 0 0,1-1 1 0 0,-1 1-1 0 0,0-2 0 0 0,15-26 422 0 0,-13-12-211 0 0,-2 39-236 0 0,0-1-1 0 0,0 1 1 0 0,0 0 0 0 0,0-1 0 0 0,0 1-1 0 0,-1-1 1 0 0,1 1 0 0 0,0 0 0 0 0,-1-1-1 0 0,1 1 1 0 0,-1 0 0 0 0,1-1 0 0 0,-1 1 0 0 0,0 0-1 0 0,0 0 1 0 0,1 0 0 0 0,-1-1 0 0 0,0 1-1 0 0,0 0 1 0 0,0 0 0 0 0,0 0 0 0 0,0 0 0 0 0,0 1-1 0 0,-1-1 1 0 0,0-1 0 0 0,1 2 1 0 0,1 0-1 0 0,-1 0 1 0 0,1 0 0 0 0,-1-1-1 0 0,1 1 1 0 0,-1 0 0 0 0,1 0-1 0 0,-1 0 1 0 0,0 0 0 0 0,1 0 0 0 0,-1 0-1 0 0,1 0 1 0 0,-1 0 0 0 0,1 1-1 0 0,-1-1 1 0 0,1 0 0 0 0,-1 0-1 0 0,1 0 1 0 0,-1 1 0 0 0,1-1-1 0 0,-1 0 1 0 0,1 0 0 0 0,-1 1 0 0 0,1-1-1 0 0,-1 0 1 0 0,1 1 0 0 0,0-1-1 0 0,-1 1 1 0 0,1-1 0 0 0,-1 1-1 0 0,1-1 1 0 0,0 0 0 0 0,0 1 0 0 0,-1-1-1 0 0,1 1 1 0 0,0-1 0 0 0,0 1-1 0 0,0-1 1 0 0,-1 1 0 0 0,1 1-1 0 0,2 21-3606 0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7.8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85 2761 0 0,'-90'-4'-674'0'0,"60"1"2881"0"0,0 2-1 0 0,-66-2 7348 0 0,125-10-7333 0 0,23 3-1210 0 0,1 2 1 0 0,56-1-1 0 0,71-11 194 0 0,-164 17-1180 0 0,-6 0-110 0 0,-1 1 0 0 0,1 0 0 0 0,0 0 0 0 0,0 1 0 0 0,0 1 1 0 0,0 0-1 0 0,0 0 0 0 0,0 1 0 0 0,16 3 0 0 0,-25-4-99 0 0,0 1 0 0 0,1 0 1 0 0,-1-1-1 0 0,0 1 0 0 0,0 0 0 0 0,0 0 0 0 0,0 0 1 0 0,0 0-1 0 0,0 0 0 0 0,0 0 0 0 0,-1 0 1 0 0,1 0-1 0 0,1 2 0 0 0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4145 0 0,'7'31'17062'0'0,"8"-21"-16735"0"0,15 23 1459 0 0,-29-33-1744 0 0,-4-20-2565 0 0,4 20 2546 0 0,-1 1 0 0 0,0-1 0 0 0,1 0 0 0 0,-1 0 0 0 0,0 1 1 0 0,1-1-1 0 0,-1 0 0 0 0,0 0 0 0 0,1 0 0 0 0,-1 1 0 0 0,0-1 0 0 0,1 0 0 0 0,-1 0 0 0 0,0 0 0 0 0,1 0 0 0 0,-1 0 0 0 0,1 0 0 0 0,-1 0 0 0 0,0 0 1 0 0,1 0-1 0 0,-1 0 0 0 0,1 0 0 0 0,-1 0 0 0 0,0 0 0 0 0,1 0 0 0 0,-1 0 0 0 0,0 0 0 0 0,1-1 0 0 0,-1 1 0 0 0,1 0 0 0 0,-1 0 0 0 0,0 0 0 0 0,1-1 0 0 0,-1 1 1 0 0,0 0-1 0 0,0 0 0 0 0,1-1 0 0 0,-1 1 0 0 0,0 0 0 0 0,0 0 0 0 0,1-1 0 0 0,-1 1 0 0 0,0 0 0 0 0,0-1 0 0 0,0 1 0 0 0,1-1 0 0 0,-1 1 0 0 0,0 0 1 0 0,0-1-1 0 0,0 1 0 0 0,0 0 0 0 0,0-1 0 0 0,0 1 0 0 0,0-1 0 0 0,0 1 0 0 0,0 0 0 0 0,0-1 0 0 0,0 1 0 0 0,0-1 0 0 0,0 1 0 0 0,0 0 0 0 0,0-1 1 0 0,0 1-1 0 0,0 0 0 0 0,-1-1 0 0 0,1 0 0 0 0,19 15 484 0 0,41 36-228 0 0,-2 3 0 0 0,-2 2 1 0 0,63 83-1 0 0,-49-56-147 0 0,-28-33-273 0 0,-15-16-185 0 0,47 45 0 0 0,-72-76 164 0 0,0 0 0 0 0,0 0 0 0 0,0-1 1 0 0,0 1-1 0 0,0-1 0 0 0,0 0 0 0 0,0 1 0 0 0,0-1 1 0 0,1 0-1 0 0,-1 0 0 0 0,0 0 0 0 0,1-1 1 0 0,-1 1-1 0 0,1 0 0 0 0,-1-1 0 0 0,1 0 0 0 0,-1 0 1 0 0,1 1-1 0 0,-1-1 0 0 0,1-1 0 0 0,0 1 1 0 0,4-1-1 0 0,4-5-973 0 0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8.6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314 51 6913 0 0,'0'-5'758'0'0,"0"-27"1434"0"0,-5 18 3287 0 0,-2 23-1624 0 0,-2 15-2846 0 0,8-23-869 0 0,-101 220 2557 0 0,8-20-2287 0 0,80-164-466 0 0,-42 117 404 0 0,49-131-623 0 0,2 1 0 0 0,0 1 0 0 0,1-1 0 0 0,0 38 0 0 0,4-48-754 0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45 4337 0 0,'-3'1'174'0'0,"0"0"1"0"0,0 0-1 0 0,0 0 0 0 0,0-1 0 0 0,0 1 1 0 0,0-1-1 0 0,0 0 0 0 0,-11-8 5211 0 0,33-3-3047 0 0,-3 5-1580 0 0,-1 1 1 0 0,1 0 0 0 0,0 0 0 0 0,1 2 0 0 0,-1 0 0 0 0,1 1 0 0 0,-1 1 0 0 0,18 0-1 0 0,12 4-1326 0 0,73 14 0 0 0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114 299 10138 0 0,'-2'1'214'0'0,"0"-1"1"0"0,0 0-1 0 0,0-1 0 0 0,0 1 0 0 0,0 0 1 0 0,0-1-1 0 0,0 1 0 0 0,0-1 0 0 0,0 1 1 0 0,0-1-1 0 0,1 0 0 0 0,-1 0 0 0 0,0 0 1 0 0,0 0-1 0 0,1 0 0 0 0,-1 0 0 0 0,1 0 1 0 0,-1-1-1 0 0,1 1 0 0 0,-1-1 0 0 0,1 1 1 0 0,0-1-1 0 0,0 1 0 0 0,0-1 0 0 0,0 0 1 0 0,0 0-1 0 0,-2-3 0 0 0,-4-9 976 0 0,0 0-1 0 0,-7-23 1 0 0,9 24-797 0 0,-3-9 63 0 0,1 0 0 0 0,-6-32 0 0 0,7-14-2482 0 0,7 44-4972 0 0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55 456 0 0,'-1'0'0'0'0,"0"-1"-5"0"0,1 1 1 0 0,-1 0-1 0 0,1-1 0 0 0,-1 1 0 0 0,1-1 1 0 0,0 1-1 0 0,-1-1 0 0 0,1 1 0 0 0,-1 0 1 0 0,1-1-1 0 0,0 0 0 0 0,-1 1 0 0 0,1-1 1 0 0,0 1-1 0 0,0-1 0 0 0,-1 1 0 0 0,1-1 1 0 0,0 0-1 0 0,0 1 0 0 0,0-1 1 0 0,0 1-1 0 0,0-1 0 0 0,0 0 0 0 0,0 1 1 0 0,0-1-1 0 0,0 1 0 0 0,0-1 0 0 0,0 0 1 0 0,0 1-1 0 0,0-1 0 0 0,0 1 0 0 0,1-1 1 0 0,-1-1-1 0 0,9-32 9327 0 0,-19 72-3913 0 0,6-20-5000 0 0,4-11-114 0 0,0 0 0 0 0,1-1 1 0 0,-1 1-1 0 0,1-1 0 0 0,1 1 0 0 0,-1-1 0 0 0,1 1 0 0 0,0-1 0 0 0,1 0 0 0 0,-1 0 0 0 0,1 0 0 0 0,5 7 0 0 0,-4-5-99 0 0,1 1-1 0 0,-2-1 1 0 0,1 1-1 0 0,-1 1 1 0 0,2 9-1 0 0,5 41 285 0 0,22 149 1066 0 0,-28-161-1461 0 0,-1-1 0 0 0,-6 69 0 0 0,-2 63 176 0 0,3-70-178 0 0,4 115 16 0 0,0-77-70 0 0,-1-58 5 0 0,-11 254 236 0 0,8-302-246 0 0,2 1 1 0 0,7 58-1 0 0,-2-50 3 0 0,-2 53 1 0 0,-3-95-28 0 0,-6 129 64 0 0,15 161 0 0 0,1-181 4 0 0,14 111 120 0 0,-18-189-148 0 0,-5-22-13 0 0,2-1 0 0 0,0 1 1 0 0,0 0-1 0 0,11 27 0 0 0,-3 4 233 0 0,-10-48-112 0 0,-2 1-132 0 0,0 0-5 0 0,1-1 82 0 0,21-4-221 0 0,-15 1 122 0 0,1 1-1 0 0,0-2 0 0 0,-1 1 0 0 0,1-1 0 0 0,-1 0 1 0 0,0 0-1 0 0,11-10 0 0 0,15-10-117 0 0,-3 10 72 0 0,2 1 0 0 0,-1 1 1 0 0,2 2-1 0 0,51-10 1 0 0,-4 0 36 0 0,-22 8-2 0 0,0 2 0 0 0,69-3-1 0 0,-64 7 65 0 0,99-20 0 0 0,-67 8 9 0 0,181-13 1 0 0,-20 5 431 0 0,-220 20-488 0 0,0 2 0 0 0,1 1 0 0 0,-1 2 0 0 0,69 7 0 0 0,-60 3-208 0 0,-49-17 208 0 0,3 5 10 0 0,0 1-1 0 0,0 0 0 0 0,0 0 1 0 0,-1 0-1 0 0,1 0 1 0 0,-1 0-1 0 0,0 0 0 0 0,1 1 1 0 0,-1-1-1 0 0,0 1 1 0 0,0-1-1 0 0,-4 0 1 0 0,5 2-9 0 0,0-1 0 0 0,0 1 0 0 0,0 0 0 0 0,0 0 0 0 0,0 0 0 0 0,0 1 0 0 0,0-1 0 0 0,1 0 0 0 0,-1 1 0 0 0,0-1 0 0 0,0 1 0 0 0,0-1 0 0 0,0 1 0 0 0,1 0 0 0 0,-1 0 0 0 0,0 0 0 0 0,1 0 0 0 0,-1 0 0 0 0,1 0 0 0 0,-1 1 0 0 0,1-1 0 0 0,-1 0 0 0 0,1 1 0 0 0,-2 1 0 0 0,-2 4-18 0 0,0 0 0 0 0,0 0 0 0 0,0 1 0 0 0,1-1 0 0 0,0 1 0 0 0,-4 9 0 0 0,7-15 14 0 0,1 0 0 0 0,-1 0 1 0 0,0 0-1 0 0,1-1 0 0 0,-1 1 0 0 0,1 0 0 0 0,0 0 0 0 0,-1 0 0 0 0,1 0 0 0 0,0 0 1 0 0,0 0-1 0 0,0 0 0 0 0,0 0 0 0 0,1 0 0 0 0,-1 0 0 0 0,0 0 0 0 0,1-1 0 0 0,0 1 0 0 0,-1 0 1 0 0,1 0-1 0 0,0 0 0 0 0,0-1 0 0 0,0 1 0 0 0,0 0 0 0 0,0-1 0 0 0,0 1 0 0 0,0-1 0 0 0,1 1 1 0 0,-1-1-1 0 0,1 0 0 0 0,-1 1 0 0 0,1-1 0 0 0,-1 0 0 0 0,3 1 0 0 0,-2-1 3 0 0,1-1 0 0 0,-1 1-1 0 0,1-1 1 0 0,0 1 0 0 0,-1-1-1 0 0,1 0 1 0 0,0 0 0 0 0,0 0 0 0 0,-1-1-1 0 0,1 1 1 0 0,0-1 0 0 0,-1 1-1 0 0,1-1 1 0 0,-1 0 0 0 0,1 0-1 0 0,-1 0 1 0 0,1 0 0 0 0,-1 0 0 0 0,0-1-1 0 0,1 1 1 0 0,-1-1 0 0 0,0 1-1 0 0,0-1 1 0 0,0 0 0 0 0,0 0 0 0 0,3-4-1 0 0,2-1 0 0 0,-1-1 0 0 0,0 0 0 0 0,0 0 0 0 0,-1 0 0 0 0,0 0-1 0 0,5-11 1 0 0,-9 16 10 0 0,0 0 1 0 0,1 0-1 0 0,-1 0 0 0 0,0-1 0 0 0,-1 1 1 0 0,1 0-1 0 0,0-1 0 0 0,-1 1 0 0 0,0 0 1 0 0,0-1-1 0 0,0 1 0 0 0,0 0 0 0 0,0-1 0 0 0,-1 1 1 0 0,0 0-1 0 0,1-1 0 0 0,-1 1 0 0 0,0 0 1 0 0,-1 0-1 0 0,1 0 0 0 0,-1 0 0 0 0,1 0 0 0 0,-1 0 1 0 0,-4-5-1 0 0,3 5 5 0 0,-1-1-1 0 0,0 1 1 0 0,0 1 0 0 0,0-1-1 0 0,0 0 1 0 0,0 1 0 0 0,0 0 0 0 0,-1 0-1 0 0,1 0 1 0 0,-1 1 0 0 0,0-1-1 0 0,1 1 1 0 0,-1 0 0 0 0,0 1 0 0 0,0-1-1 0 0,1 1 1 0 0,-6 0 0 0 0,9 0-86 0 0,-14 1 307 0 0,15-1-271 0 0,0 0 0 0 0,-1 0 0 0 0,1 0 0 0 0,0 0 0 0 0,0 0 0 0 0,0 0 0 0 0,-1 0 0 0 0,1 0 0 0 0,0 0 0 0 0,0 0 0 0 0,0 0 0 0 0,-1 1 0 0 0,1-1 0 0 0,0 0 0 0 0,0 0 0 0 0,0 0 0 0 0,0 0 0 0 0,-1 0 0 0 0,1 0 0 0 0,0 0 0 0 0,0 1 0 0 0,0-1 0 0 0,0 0 0 0 0,0 0 0 0 0,0 0 0 0 0,-1 0 0 0 0,1 1 0 0 0,0-1 0 0 0,0 0 1 0 0,0 0-1 0 0,0 0 0 0 0,0 1 0 0 0,0-1 0 0 0,0 0 0 0 0,0 0 0 0 0,0 0 0 0 0,0 0 0 0 0,0 1 0 0 0,0-1 0 0 0,0 0 0 0 0,0 0 0 0 0,0 0 0 0 0,0 1 0 0 0,0-1 0 0 0,0 0 0 0 0,0 0 0 0 0,0 0 0 0 0,0 1 0 0 0,0-1 0 0 0,0 0 0 0 0,1 0 0 0 0,-1 0 0 0 0,0 0 0 0 0,0 1 0 0 0,0-1 0 0 0,0 0 0 0 0,0 0 0 0 0,0 0 0 0 0,1 0 0 0 0,-1 0 0 0 0,0 0 0 0 0,0 1 0 0 0,1-1 1 0 0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3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25 6913 0 0,'-1'-2'199'0'0,"1"0"-1"0"0,-1 1 1 0 0,1-1-1 0 0,-1 0 0 0 0,0 1 1 0 0,0-1-1 0 0,0 1 1 0 0,0-1-1 0 0,0 1 0 0 0,0-1 1 0 0,0 1-1 0 0,0 0 0 0 0,-1-1 1 0 0,-2-1-1 0 0,3 3-33 0 0,1 1 0 0 0,-1-1 0 0 0,0 0 0 0 0,0 0 0 0 0,0 1-1 0 0,1-1 1 0 0,-1 1 0 0 0,0-1 0 0 0,0 1 0 0 0,1-1 0 0 0,-1 1 0 0 0,0-1-1 0 0,1 1 1 0 0,-1-1 0 0 0,1 1 0 0 0,-1 0 0 0 0,0 0 0 0 0,1-1 0 0 0,0 1-1 0 0,-1 0 1 0 0,1 0 0 0 0,-1-1 0 0 0,1 1 0 0 0,0 0 0 0 0,0 0 0 0 0,-1 0 0 0 0,1 0-1 0 0,0-1 1 0 0,0 3 0 0 0,-5 11 21 0 0,1 1-1 0 0,0-1 1 0 0,1 1-1 0 0,1 0 1 0 0,0 0-1 0 0,1 1 1 0 0,0-1-1 0 0,2 0 1 0 0,0 0 0 0 0,0 0-1 0 0,6 22 1 0 0,-5-28-90 0 0,1 0 0 0 0,0 0 1 0 0,1 0-1 0 0,0 0 0 0 0,0-1 1 0 0,1 1-1 0 0,0-1 0 0 0,0 0 1 0 0,1-1-1 0 0,0 0 0 0 0,1 1 1 0 0,-1-2-1 0 0,1 1 0 0 0,0-1 0 0 0,1 0 1 0 0,0-1-1 0 0,0 0 0 0 0,0 0 1 0 0,14 6-1 0 0,-19-10-49 0 0,0 1 0 0 0,0-1 0 0 0,0 1 1 0 0,1-1-1 0 0,-1 0 0 0 0,0-1 0 0 0,1 1 0 0 0,-1-1 0 0 0,1 1 0 0 0,-1-1 1 0 0,1 0-1 0 0,-1 0 0 0 0,1 0 0 0 0,-1-1 0 0 0,1 1 0 0 0,-1-1 0 0 0,0 0 1 0 0,1 0-1 0 0,-1 0 0 0 0,0-1 0 0 0,0 1 0 0 0,1-1 0 0 0,-1 1 0 0 0,0-1 1 0 0,-1 0-1 0 0,1 0 0 0 0,0 0 0 0 0,-1-1 0 0 0,1 1 0 0 0,-1-1 0 0 0,1 1 1 0 0,-1-1-1 0 0,0 0 0 0 0,0 0 0 0 0,-1 0 0 0 0,1 0 0 0 0,0 0 0 0 0,-1 0 1 0 0,0-1-1 0 0,0 1 0 0 0,0 0 0 0 0,0-1 0 0 0,0 1 0 0 0,-1-1 0 0 0,1-6 1 0 0,-1 0 52 0 0,-1 0 1 0 0,1 0 0 0 0,-2 0-1 0 0,1 1 1 0 0,-1-1-1 0 0,-1 0 1 0 0,0 1 0 0 0,0-1-1 0 0,0 1 1 0 0,-2 0 0 0 0,1 0-1 0 0,-6-8 1 0 0,5 10-95 0 0,0-1 0 0 0,0 2 0 0 0,0-1 0 0 0,0 1 0 0 0,-1-1 0 0 0,0 2 0 0 0,-1-1 0 0 0,1 1 0 0 0,-1 0-1 0 0,0 0 1 0 0,-1 0 0 0 0,1 1 0 0 0,-1 0 0 0 0,-11-3 0 0 0,17 6-155 0 0,0 0 0 0 0,-1 0-1 0 0,1 1 1 0 0,-1-1 0 0 0,1 1 0 0 0,0 0-1 0 0,-1 0 1 0 0,1 0 0 0 0,-1 0-1 0 0,1 0 1 0 0,-1 0 0 0 0,1 1 0 0 0,-1-1-1 0 0,1 1 1 0 0,0-1 0 0 0,-1 1 0 0 0,1 0-1 0 0,0 0 1 0 0,0 0 0 0 0,0 0 0 0 0,-1 1-1 0 0,1-1 1 0 0,0 1 0 0 0,1-1-1 0 0,-1 1 1 0 0,-2 2 0 0 0,-2 5-1099 0 0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34 5529 0 0,'1'-14'10276'0'0,"1"29"-7777"0"0,1 30-1632 0 0,-3-36-751 0 0,2-1 0 0 0,-1 1 0 0 0,1-1 0 0 0,0 0 1 0 0,1 0-1 0 0,-1 0 0 0 0,2 0 0 0 0,-1 0 0 0 0,1 0 1 0 0,1-1-1 0 0,-1 0 0 0 0,1 0 0 0 0,0 0 0 0 0,1 0 0 0 0,-1-1 1 0 0,1 0-1 0 0,1 0 0 0 0,-1 0 0 0 0,1-1 0 0 0,0 0 1 0 0,0-1-1 0 0,1 1 0 0 0,-1-1 0 0 0,1-1 0 0 0,16 6 0 0 0,-22-8-106 0 0,0-1 0 0 0,0 1 0 0 0,0-1 0 0 0,0 0 0 0 0,0 0 0 0 0,0 0 0 0 0,0 0 0 0 0,1 0 0 0 0,-1 0-1 0 0,0-1 1 0 0,0 1 0 0 0,0 0 0 0 0,0-1 0 0 0,0 0 0 0 0,0 0 0 0 0,0 1 0 0 0,-1-1 0 0 0,1 0 0 0 0,0 0 0 0 0,3-3-1 0 0,-2 1-4 0 0,0 0-1 0 0,0 0 0 0 0,-1-1 1 0 0,1 1-1 0 0,-1-1 0 0 0,0 0 0 0 0,0 1 1 0 0,0-1-1 0 0,2-7 0 0 0,1-7-5 0 0,-1 0-1 0 0,0 1 0 0 0,1-32 0 0 0,-5 47 6 0 0,1-14 43 0 0,-1 10-18 0 0,0 0 0 0 0,0 0 0 0 0,1 0 0 0 0,-1 0-1 0 0,1 0 1 0 0,1 0 0 0 0,-1 0 0 0 0,1 1 0 0 0,0-1-1 0 0,0 0 1 0 0,1 1 0 0 0,3-6 0 0 0,-5 10-25 0 0,0 1 0 0 0,0-1 0 0 0,0 1 0 0 0,0 0 0 0 0,-1-1 0 0 0,1 1 0 0 0,0 0 0 0 0,0 0 0 0 0,0 0 0 0 0,0 0 0 0 0,0 0 0 0 0,0 0 0 0 0,0 0 0 0 0,0 0 0 0 0,0 0 0 0 0,0 0 0 0 0,0 0 0 0 0,0 1 0 0 0,0-1 0 0 0,0 0 0 0 0,0 1 0 0 0,0-1 0 0 0,0 1 0 0 0,0-1 0 0 0,0 1 0 0 0,-1-1 0 0 0,1 1 0 0 0,0 0 0 0 0,0-1 0 0 0,-1 1 0 0 0,1 0 0 0 0,0-1 0 0 0,-1 1 0 0 0,1 0 0 0 0,0 1 0 0 0,24 30 108 0 0,-18-19-494 0 0,2 1 1 0 0,0-2-1 0 0,0 1 0 0 0,1-1 1 0 0,1-1-1 0 0,0 0 0 0 0,0 0 1 0 0,1-1-1 0 0,1-1 1 0 0,-1 0-1 0 0,19 10 0 0 0,-13-12-1271 0 0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 5985 0 0,'-22'-1'5512'0'0,"17"19"-1057"0"0,4-4-4274 0 0,0-3 321 0 0,1 0 0 0 0,1 0 0 0 0,0 0 0 0 0,0 0 0 0 0,1 0 0 0 0,1 0 0 0 0,0 0 0 0 0,0 0 0 0 0,6 12 0 0 0,9 14 212 0 0,26 42 0 0 0,-6-13-455 0 0,10 43-528 0 0,-25-33-4237 0 0,-20-59-2181 0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4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19 225 3209 0 0,'-17'-6'62'0'0,"15"-3"2721"0"0,22-13 4219 0 0,-13 16-6126 0 0,18-17 1712 0 0,38-25-1 0 0,-25 23-1335 0 0,74-37 0 0 0,-103 58-1572 0 0,1 0 1 0 0,-1 1-1 0 0,1-1 0 0 0,0 2 0 0 0,0-1 0 0 0,11 0 0 0 0,-4 3-6689 0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36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11 203 3225 0 0,'2'-3'-33'0'0,"0"0"0"0"0,0 0 0 0 0,-1 0 0 0 0,1-1 1 0 0,-1 1-1 0 0,0-1 0 0 0,1 1 0 0 0,-2-1 0 0 0,1 0 0 0 0,0 1 1 0 0,-1-1-1 0 0,1-4 0 0 0,-1 7 256 0 0,0-1 0 0 0,1 0-1 0 0,-1 1 1 0 0,0-1 0 0 0,0 0 0 0 0,0 1 0 0 0,0-1-1 0 0,-1 1 1 0 0,1-1 0 0 0,0 0 0 0 0,-1 1 0 0 0,1-1-1 0 0,-1 1 1 0 0,1-1 0 0 0,-1 1 0 0 0,0-1 0 0 0,1 1-1 0 0,-1-1 1 0 0,0 1 0 0 0,0 0 0 0 0,0-1 0 0 0,0 1-1 0 0,-1 0 1 0 0,1 0 0 0 0,0 0 0 0 0,0 0 0 0 0,-1 0-1 0 0,1 0 1 0 0,-2-1 0 0 0,3 3-136 0 0,-1-1 0 0 0,1 0 0 0 0,0 0 0 0 0,-1 0 0 0 0,1 1 0 0 0,0-1 0 0 0,-1 0 0 0 0,1 0 1 0 0,0 1-1 0 0,-1-1 0 0 0,1 0 0 0 0,0 0 0 0 0,0 1 0 0 0,-1-1 0 0 0,1 0 0 0 0,0 1 0 0 0,0-1 0 0 0,0 1 0 0 0,-1-1 0 0 0,1 0 0 0 0,0 1 0 0 0,0-1 0 0 0,0 1 0 0 0,0-1 0 0 0,0 0 0 0 0,0 1 0 0 0,0-1 1 0 0,0 1-1 0 0,0-1 0 0 0,0 0 0 0 0,0 1 0 0 0,0 0 0 0 0,0 18 348 0 0,0-17-176 0 0,0 9 56 0 0,1 0-1 0 0,0-1 0 0 0,1 1 0 0 0,0 0 1 0 0,1-1-1 0 0,0 0 0 0 0,6 13 0 0 0,-7-17-160 0 0,0-1 0 0 0,1-1 0 0 0,0 1 0 0 0,0 0 0 0 0,0 0-1 0 0,0-1 1 0 0,1 0 0 0 0,-1 0 0 0 0,1 0 0 0 0,0 0 0 0 0,1 0-1 0 0,-1-1 1 0 0,1 0 0 0 0,-1 0 0 0 0,1 0 0 0 0,5 2 0 0 0,-9-5-137 0 0,-1 0 0 0 0,1 1 0 0 0,-1-1 1 0 0,1 0-1 0 0,0 0 0 0 0,-1 0 1 0 0,1 0-1 0 0,0 0 0 0 0,-1 0 0 0 0,1 0 1 0 0,-1 0-1 0 0,1 0 0 0 0,0 0 1 0 0,-1 0-1 0 0,1 0 0 0 0,0 0 0 0 0,-1-1 1 0 0,1 1-1 0 0,-1 0 0 0 0,1 0 1 0 0,-1-1-1 0 0,1 1 0 0 0,-1 0 0 0 0,1-1 1 0 0,-1 1-1 0 0,1-1 0 0 0,-1 1 1 0 0,1 0-1 0 0,-1-1 0 0 0,1 0 0 0 0,8-24 469 0 0,-7-26 200 0 0,-3 37-643 0 0,0 1 1 0 0,-1 0 0 0 0,-5-17-1 0 0,6 25-25 0 0,-1-1 0 0 0,0 1 0 0 0,0 0 0 0 0,0 1-1 0 0,0-1 1 0 0,-1 0 0 0 0,0 1 0 0 0,0-1-1 0 0,0 1 1 0 0,0 0 0 0 0,-5-4 0 0 0,8 7-17 0 0,-1 1 1 0 0,1-1-1 0 0,-1 0 0 0 0,1 1 1 0 0,0-1-1 0 0,-1 1 1 0 0,1-1-1 0 0,-1 1 1 0 0,1 0-1 0 0,-1-1 1 0 0,1 1-1 0 0,-1 0 0 0 0,0-1 1 0 0,1 1-1 0 0,-1 0 1 0 0,1-1-1 0 0,-1 1 1 0 0,0 0-1 0 0,1 0 1 0 0,-1 0-1 0 0,0 0 0 0 0,1-1 1 0 0,-1 1-1 0 0,0 0 1 0 0,1 0-1 0 0,-1 0 1 0 0,0 1-1 0 0,1-1 1 0 0,-1 0-1 0 0,1 0 0 0 0,-1 0 1 0 0,0 0-1 0 0,1 1 1 0 0,-1-1-1 0 0,0 0 1 0 0,1 0-1 0 0,-1 1 1 0 0,1-1-1 0 0,-1 0 0 0 0,1 1 1 0 0,-1-1-1 0 0,1 1 1 0 0,-1-1-1 0 0,1 1 1 0 0,-1-1-1 0 0,1 1 1 0 0,0-1-1 0 0,-1 1 0 0 0,1-1 1 0 0,0 1-1 0 0,-1 0 1 0 0,1-1-1 0 0,0 1 1 0 0,-1 1-1 0 0,1 0-68 0 0,-1 0-1 0 0,1 1 1 0 0,0-1-1 0 0,0 0 1 0 0,-1 1-1 0 0,1-1 1 0 0,1 0 0 0 0,-1 1-1 0 0,0-1 1 0 0,1 0-1 0 0,-1 0 1 0 0,1 1-1 0 0,-1-1 1 0 0,3 4-1 0 0,-1-3 102 0 0,0-1 0 0 0,0 1 0 0 0,1-1 0 0 0,-1 0 0 0 0,1 0-1 0 0,-1 1 1 0 0,1-2 0 0 0,0 1 0 0 0,0 0 0 0 0,0 0-1 0 0,0-1 1 0 0,0 0 0 0 0,0 0 0 0 0,0 0 0 0 0,0 0 0 0 0,1 0-1 0 0,-1 0 1 0 0,0-1 0 0 0,1 1 0 0 0,-1-1 0 0 0,0 0-1 0 0,1 0 1 0 0,-1-1 0 0 0,1 1 0 0 0,-1-1 0 0 0,0 1 0 0 0,0-1-1 0 0,1 0 1 0 0,-1 0 0 0 0,0-1 0 0 0,0 1 0 0 0,0-1 0 0 0,0 1-1 0 0,0-1 1 0 0,-1 0 0 0 0,1 0 0 0 0,0 0 0 0 0,2-3-1 0 0,-2 1 62 0 0,-1 0-1 0 0,1-1 1 0 0,0 1-1 0 0,-1 0 1 0 0,0-1-1 0 0,0 0 1 0 0,-1 0-1 0 0,1 1 1 0 0,-1-1-1 0 0,0 0 1 0 0,0 0-1 0 0,-1 0 1 0 0,0 0-1 0 0,1 0 1 0 0,-2-10-1 0 0,0 12-74 0 0,1 0 1 0 0,0 0-1 0 0,-1 0 0 0 0,0 0 1 0 0,0 0-1 0 0,0 0 0 0 0,0 0 1 0 0,0 0-1 0 0,0 1 0 0 0,-1-1 1 0 0,0 0-1 0 0,1 1 0 0 0,-1-1 1 0 0,0 1-1 0 0,0 0 0 0 0,0-1 1 0 0,-1 1-1 0 0,1 0 0 0 0,0 0 1 0 0,-1 0-1 0 0,1 1 0 0 0,-1-1 1 0 0,0 1-1 0 0,0-1 0 0 0,1 1 1 0 0,-7-2-1 0 0,7 3-10 0 0,1 0 1 0 0,-1-1-1 0 0,0 1 1 0 0,0 0-1 0 0,0 0 1 0 0,0 0-1 0 0,0 1 0 0 0,0-1 1 0 0,0 0-1 0 0,0 1 1 0 0,0-1-1 0 0,1 1 1 0 0,-1 0-1 0 0,0-1 1 0 0,0 1-1 0 0,1 0 0 0 0,-1 0 1 0 0,0 0-1 0 0,1 0 1 0 0,-1 0-1 0 0,1 1 1 0 0,-1-1-1 0 0,1 0 1 0 0,0 1-1 0 0,0-1 0 0 0,-1 1 1 0 0,0 2-1 0 0,-10 23-1733 0 0,12 0-4977 0 0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2.6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3857 0 0,'1'-1'18'0'0,"0"0"-1"0"0,1 1 1 0 0,-1-1 0 0 0,0 0 0 0 0,1 1-1 0 0,-1-1 1 0 0,0 1 0 0 0,1 0 0 0 0,-1-1-1 0 0,1 1 1 0 0,-1 0 0 0 0,1 0-1 0 0,-1 0 1 0 0,1 0 0 0 0,-1 0 0 0 0,0 0-1 0 0,1 0 1 0 0,2 1 0 0 0,-3-1-29 0 0,0 1 1 0 0,0-1-1 0 0,0 0 1 0 0,0 0-1 0 0,0 0 0 0 0,0 0 1 0 0,1 0-1 0 0,-1 0 0 0 0,0 0 1 0 0,0 0-1 0 0,0 0 1 0 0,0 0-1 0 0,0-1 0 0 0,0 1 1 0 0,0 0-1 0 0,0-1 1 0 0,0 1-1 0 0,0-1 0 0 0,0 1 1 0 0,0-1-1 0 0,0 0 1 0 0,0 1-1 0 0,0-1 0 0 0,-1 0 1 0 0,2 0-1 0 0,1-2 130 0 0,9-7-765 0 0,-11 24 892 0 0,-2-13 185 0 0,0 5-86 0 0,-5 24 61 0 0,1-10 4 0 0,1 0-1 0 0,0 0 0 0 0,2 1 0 0 0,0-1 1 0 0,1 1-1 0 0,4 38 0 0 0,10 18 451 0 0,-4 1-1 0 0,-3 0 0 0 0,-4 0 1 0 0,-9 93-1 0 0,-6 10-431 0 0,15 299 0 0 0,14-17 1248 0 0,6 82-1162 0 0,51-106-718 0 0,-51-333 576 0 0,-14-64-345 0 0,2 0 0 0 0,30 79 0 0 0,-34-107-62 0 0,0-2 0 0 0,1 1 0 0 0,0-1-1 0 0,1 0 1 0 0,1 0 0 0 0,-1-1-1 0 0,2 0 1 0 0,0 0 0 0 0,0-1 0 0 0,0-1-1 0 0,2 0 1 0 0,21 15 0 0 0,-10-12-338 0 0,0 0-1 0 0,1-1 1 0 0,0-1 0 0 0,1-2 0 0 0,0 0-1 0 0,29 4 1 0 0,-35-9 328 0 0,0-1-1 0 0,0-1 0 0 0,1-1 1 0 0,-1 0-1 0 0,0-1 0 0 0,1-2 1 0 0,-1 0-1 0 0,36-11 1 0 0,73-32-530 0 0,-75 26 353 0 0,0 1 0 0 0,70-14 0 0 0,-60 21 326 0 0,41-8 676 0 0,139-8 1 0 0,-164 21 12 0 0,1-4 1 0 0,-2-3-1 0 0,93-29 1 0 0,-150 38-799 0 0,1 1 1 0 0,28-1 0 0 0,14-3-1037 0 0,-57 7 413 0 0,0-1 0 0 0,0 0 0 0 0,0 0 0 0 0,0 0-1 0 0,-1-1 1 0 0,1 0 0 0 0,0-1 0 0 0,-1 0 0 0 0,0 0 0 0 0,8-6 0 0 0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3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157 32 6913 0 0,'-16'-7'739'0'0,"-1"1"0"0"0,-25-7 0 0 0,36 12-138 0 0,-1-1 0 0 0,1 1 0 0 0,-1 0 1 0 0,1 1-1 0 0,-1 0 0 0 0,1 0 0 0 0,-1 0 1 0 0,1 1-1 0 0,-1 0 0 0 0,-7 2 0 0 0,14-3-565 0 0,0 0-1 0 0,0 0 0 0 0,0 0 0 0 0,0 0 0 0 0,0 0 0 0 0,0 0 0 0 0,0 0 1 0 0,-1 0-1 0 0,1 0 0 0 0,0 0 0 0 0,0 0 0 0 0,0 0 0 0 0,0 0 0 0 0,0 0 1 0 0,0 0-1 0 0,0 1 0 0 0,-1-1 0 0 0,1 0 0 0 0,0 0 0 0 0,0 0 0 0 0,0 0 1 0 0,0 0-1 0 0,0 0 0 0 0,0 0 0 0 0,0 0 0 0 0,0 0 0 0 0,0 1 1 0 0,0-1-1 0 0,0 0 0 0 0,0 0 0 0 0,0 0 0 0 0,0 0 0 0 0,-1 0 0 0 0,1 0 1 0 0,0 0-1 0 0,0 1 0 0 0,0-1 0 0 0,0 0 0 0 0,0 0 0 0 0,0 0 0 0 0,0 0 1 0 0,0 0-1 0 0,1 0 0 0 0,-1 1 0 0 0,0-1 0 0 0,0 0 0 0 0,0 0 1 0 0,0 0-1 0 0,0 0 0 0 0,0 0 0 0 0,0 0 0 0 0,0 0 0 0 0,0 1 0 0 0,0-1 1 0 0,0 0-1 0 0,0 0 0 0 0,0 0 0 0 0,0 0 0 0 0,1 0 0 0 0,-1 0 0 0 0,0 0 1 0 0,0 0-1 0 0,0 0 0 0 0,0 0 0 0 0,0 0 0 0 0,1 0 0 0 0,13 7 909 0 0,16 3-232 0 0,-12-4-606 0 0,0 0 1 0 0,-1 1-1 0 0,0 1 1 0 0,0 1-1 0 0,22 15 1 0 0,-9-2 147 0 0,49 45-1 0 0,-76-65-233 0 0,-1 0-1 0 0,1 0 0 0 0,-1 0 0 0 0,0 1 0 0 0,0-1 0 0 0,0 1 0 0 0,0 0 0 0 0,0-1 0 0 0,-1 1 0 0 0,1 0 0 0 0,-1 0 0 0 0,0 0 0 0 0,0 0 1 0 0,0 0-1 0 0,0 0 0 0 0,0 1 0 0 0,-1-1 0 0 0,1 0 0 0 0,-1 0 0 0 0,0 1 0 0 0,0-1 0 0 0,0 4 0 0 0,-2-2 26 0 0,0 1-1 0 0,0-1 1 0 0,-1 1-1 0 0,1-1 1 0 0,-1 0 0 0 0,0 0-1 0 0,-1 0 1 0 0,1 0-1 0 0,-1-1 1 0 0,0 1-1 0 0,-7 5 1 0 0,-54 52 357 0 0,35-35-1176 0 0,1 1 0 0 0,-49 62 0 0 0,64-68-6449 0 0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3 264 10594 0 0,'0'0'60'0'0,"0"1"0"0"0,0-1 0 0 0,-1 0-1 0 0,1 0 1 0 0,0 0 0 0 0,0 1 0 0 0,0-1-1 0 0,-1 0 1 0 0,1 1 0 0 0,0-1 0 0 0,0 0 0 0 0,0 0-1 0 0,0 1 1 0 0,0-1 0 0 0,0 0 0 0 0,-1 1-1 0 0,1-1 1 0 0,0 0 0 0 0,0 1 0 0 0,0-1-1 0 0,0 0 1 0 0,0 1 0 0 0,0-1 0 0 0,0 0 0 0 0,0 1-1 0 0,1-1 1 0 0,-1 0 0 0 0,0 1 0 0 0,0-1-1 0 0,0 0 1 0 0,0 0 0 0 0,0 1 0 0 0,0-1 0 0 0,1 0-1 0 0,-1 1 1 0 0,0-1 0 0 0,0 0 0 0 0,0 0-1 0 0,1 0 1 0 0,-1 1 0 0 0,0-1 0 0 0,0 0-1 0 0,1 0 1 0 0,-1 0 0 0 0,1 1 0 0 0,10 14 1271 0 0,44 43 1414 0 0,77 108-1 0 0,-123-154-2605 0 0,8 12 4 0 0,33 36-1 0 0,-46-56-102 0 0,1 1 0 0 0,0-1-1 0 0,0 0 1 0 0,0 0 0 0 0,0 0-1 0 0,0-1 1 0 0,1 1 0 0 0,-1-1-1 0 0,1-1 1 0 0,0 1 0 0 0,0-1-1 0 0,0 0 1 0 0,0 0 0 0 0,7 0-1 0 0,-12-2 12 0 0,1 0 0 0 0,0 0 0 0 0,0 0 0 0 0,0-1 0 0 0,-1 1 0 0 0,1 0 0 0 0,0-1 0 0 0,0 0 1 0 0,-1 1-1 0 0,1-1 0 0 0,0 0 0 0 0,-1 0 0 0 0,1 0 0 0 0,-1 0 0 0 0,1 0 0 0 0,-1 0 0 0 0,0 0 0 0 0,1-1 0 0 0,-1 1 0 0 0,0 0 0 0 0,0-1 0 0 0,0 1 0 0 0,0-1 0 0 0,0 1 0 0 0,0-1 0 0 0,0 0 0 0 0,0 1 0 0 0,-1-1 0 0 0,1 0 0 0 0,-1 0 0 0 0,1 1 0 0 0,-1-3 0 0 0,3-8 62 0 0,-1-1 0 0 0,0 1 0 0 0,-1-21 0 0 0,-1 20 1 0 0,5-109 203 0 0,14-173-78 0 0,-16 270-388 0 0,-2 12-87 0 0,0-1 0 0 0,2 1 0 0 0,0-1 0 0 0,8-24 0 0 0,-7 32-1652 0 0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2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12443 0 0,'0'6'437'0'0,"0"0"0"0"0,1 0 0 0 0,0 1 0 0 0,0-1 0 0 0,0 0 0 0 0,1 0 0 0 0,0 0 0 0 0,0 0 1 0 0,4 7-1 0 0,2 8 522 0 0,8 34 1218 0 0,19 57-410 0 0,-27-91-2379 0 0,0 0 0 0 0,2-1-1 0 0,13 20 1 0 0,-18-31-764 0 0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5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11058 0 0,'27'-3'4868'0'0,"-20"3"-4198"0"0,11-2 411 0 0,7-1-146 0 0,0 1 0 0 0,0 1 0 0 0,1 2 0 0 0,44 5 0 0 0,-64-5-909 0 0,0 1 1 0 0,-1-1 0 0 0,1 1 0 0 0,-1 0 0 0 0,1 0 0 0 0,-1 1-1 0 0,0-1 1 0 0,1 1 0 0 0,-1 0 0 0 0,-1 1 0 0 0,1-1-1 0 0,0 1 1 0 0,-1 0 0 0 0,0 0 0 0 0,0 0 0 0 0,0 1-1 0 0,-1-1 1 0 0,1 1 0 0 0,-1 0 0 0 0,0 0 0 0 0,0 0 0 0 0,-1 1-1 0 0,1-1 1 0 0,-1 1 0 0 0,-1-1 0 0 0,3 10 0 0 0,-3-5-12 0 0,0 1 1 0 0,0 0 0 0 0,-1 0 0 0 0,0 0 0 0 0,-1 0-1 0 0,-1-1 1 0 0,1 1 0 0 0,-2 0 0 0 0,1-1-1 0 0,-2 0 1 0 0,1 1 0 0 0,-1-1 0 0 0,-1 0 0 0 0,0-1-1 0 0,0 1 1 0 0,-1-1 0 0 0,-12 16 0 0 0,5-10-436 0 0,0 0 1 0 0,-1-1 0 0 0,0 0-1 0 0,-1-1 1 0 0,-1-1 0 0 0,0 0-1 0 0,-1-1 1 0 0,-34 17 0 0 0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4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5985 0 0,'1'-1'151'0'0,"0"1"0"0"0,0 0 0 0 0,0 0 0 0 0,0-1-1 0 0,-1 1 1 0 0,1 0 0 0 0,0 0 0 0 0,0 0 0 0 0,0 0-1 0 0,0 0 1 0 0,0 0 0 0 0,0 1 0 0 0,0-1 0 0 0,0 0-1 0 0,0 0 1 0 0,0 1 0 0 0,-1-1 0 0 0,1 0 0 0 0,0 1-1 0 0,0-1 1 0 0,0 1 0 0 0,-1-1 0 0 0,1 1 0 0 0,0 0 0 0 0,0-1-1 0 0,-1 1 1 0 0,1 0 0 0 0,-1-1 0 0 0,1 1 0 0 0,0 0-1 0 0,-1 0 1 0 0,1-1 0 0 0,-1 1 0 0 0,0 0 0 0 0,1 0-1 0 0,-1 1 1 0 0,17 41 4255 0 0,-12-29-3265 0 0,14 42 1718 0 0,13 64-1 0 0,-11-35-3261 0 0,5-2-3478 0 0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22:39:45.0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62 6449 0 0,'-1'-1'160'0'0,"-1"0"0"0"0,1 0-1 0 0,1 0 1 0 0,-1-1-1 0 0,0 1 1 0 0,0 0 0 0 0,0-1-1 0 0,1 1 1 0 0,-1-1-1 0 0,0 1 1 0 0,1-1 0 0 0,0 1-1 0 0,-1-1 1 0 0,1 1 0 0 0,0-1-1 0 0,0 1 1 0 0,0-1-1 0 0,0 1 1 0 0,0-1 0 0 0,0 0-1 0 0,0 1 1 0 0,0-1-1 0 0,1 1 1 0 0,-1-1 0 0 0,1 1-1 0 0,-1-1 1 0 0,2-1-1 0 0,0 1 124 0 0,0 0-1 0 0,-1 0 0 0 0,1 1 0 0 0,1-1 0 0 0,-1 1 0 0 0,0 0 0 0 0,0-1 0 0 0,1 1 1 0 0,-1 0-1 0 0,0 0 0 0 0,1 1 0 0 0,-1-1 0 0 0,1 0 0 0 0,-1 1 0 0 0,1-1 1 0 0,-1 1-1 0 0,4 0 0 0 0,3 0-162 0 0,0 0 0 0 0,0 0 1 0 0,0 1-1 0 0,-1 0 0 0 0,1 1 1 0 0,0 0-1 0 0,0 1 0 0 0,-1-1 1 0 0,0 2-1 0 0,1-1 0 0 0,-1 1 1 0 0,0 0-1 0 0,-1 1 0 0 0,1 0 0 0 0,-1 0 1 0 0,0 0-1 0 0,0 1 0 0 0,-1 0 1 0 0,1 1-1 0 0,-1-1 0 0 0,7 12 1 0 0,-8-11-27 0 0,0-1 0 0 0,-1 1 1 0 0,0 0-1 0 0,0 1 0 0 0,0-1 1 0 0,-1 1-1 0 0,-1 0 1 0 0,1 0-1 0 0,-1 0 0 0 0,0 0 1 0 0,-1 0-1 0 0,0 0 0 0 0,0 0 1 0 0,-1 1-1 0 0,0-1 1 0 0,0 0-1 0 0,-1 0 0 0 0,0 1 1 0 0,-1-1-1 0 0,0 0 0 0 0,0 0 1 0 0,0 0-1 0 0,-5 8 0 0 0,-1-3-413 0 0,0 0-1 0 0,-1 0 1 0 0,-1-1-1 0 0,0 0 1 0 0,-1-1-1 0 0,0 0 0 0 0,-1-1 1 0 0,0-1-1 0 0,0 1 1 0 0,-25 12-1 0 0,17-10-6015 0 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4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 6913 0 0,'1'-6'4128'0'0,"-1"6"-4066"0"0,19-7 2036 0 0,27-5 111 0 0,178-18 2745 0 0,-133 26-4204 0 0,159 12-1 0 0,-119 13-3360 0 0,-110-18 1587 0 0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126 0 4609 0 0,'-2'0'165'0'0,"-36"0"4276"0"0,-48 11 3230 0 0,87-11-7622 0 0,10 8 1211 0 0,15 8-315 0 0,8 4-620 0 0,0 2 1 0 0,-2 2-1 0 0,-1 0 1 0 0,-1 3-1 0 0,46 50 1 0 0,-73-75-334 0 0,-1 0 1 0 0,0 1 0 0 0,0-1 0 0 0,0 1-1 0 0,-1-1 1 0 0,1 1 0 0 0,0 0 0 0 0,-1 0-1 0 0,0 0 1 0 0,0 0 0 0 0,0 0 0 0 0,0 0-1 0 0,0 0 1 0 0,0 6 0 0 0,-1-7-6 0 0,-1 0 0 0 0,1 1 0 0 0,-1-1-1 0 0,0 0 1 0 0,0 0 0 0 0,0 0 0 0 0,0 0 0 0 0,0 0 0 0 0,0 0 0 0 0,0-1-1 0 0,-1 1 1 0 0,1 0 0 0 0,-1-1 0 0 0,1 1 0 0 0,-1-1 0 0 0,0 1 0 0 0,0-1-1 0 0,1 0 1 0 0,-1 1 0 0 0,0-1 0 0 0,0 0 0 0 0,-3 0 0 0 0,-141 64 259 0 0,105-48-822 0 0,24-9-1103 0 0,0 3-5071 0 0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5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97 9218 0 0,'1'9'6001'0'0,"15"23"-3664"0"0,-6-13-1717 0 0,11 39-49 0 0,3 10-665 0 0,-23-68 70 0 0,0 0-1 0 0,-1 0 1 0 0,1-1-1 0 0,-1 1 1 0 0,1 0-1 0 0,-1-1 0 0 0,1 1 1 0 0,-1 0-1 0 0,1-1 1 0 0,-1 1-1 0 0,1-1 1 0 0,-1 1-1 0 0,1-1 1 0 0,-1 1-1 0 0,0-1 1 0 0,1 1-1 0 0,-1-1 0 0 0,0 1 1 0 0,1-1-1 0 0,-1 1 1 0 0,0-1-1 0 0,0 0 1 0 0,1 1-1 0 0,-1-1 1 0 0,0 1-1 0 0,0-2 1 0 0,14-30-76 0 0,-9 21 21 0 0,9-18-40 0 0,22-35 1 0 0,-30 54 300 0 0,1 0 0 0 0,1 0 0 0 0,-1 1 0 0 0,2 0 0 0 0,-1 0 0 0 0,16-11 0 0 0,-23 19-85 0 0,1 0 0 0 0,-1 0 0 0 0,1 0 0 0 0,-1 1 0 0 0,1-1 0 0 0,-1 0 0 0 0,1 1 0 0 0,-1-1 0 0 0,1 1 1 0 0,0 0-1 0 0,-1-1 0 0 0,1 1 0 0 0,0 0 0 0 0,-1 0 0 0 0,1 0 0 0 0,0 0 0 0 0,-1 0 0 0 0,1 1 0 0 0,0-1 0 0 0,2 1 0 0 0,0 1-11 0 0,-1-1 1 0 0,0 1 0 0 0,0 0-1 0 0,0 0 1 0 0,0 0 0 0 0,-1 0-1 0 0,1 1 1 0 0,0-1 0 0 0,3 5-1 0 0,3 5 16 0 0,0 1 0 0 0,-1 0-1 0 0,10 22 1 0 0,-15-31-41 0 0,7 25-128 0 0,-9-24 72 0 0,0 0 0 0 0,0-1 0 0 0,1 1 0 0 0,-1-1 1 0 0,1 0-1 0 0,1 1 0 0 0,-1-1 0 0 0,0 0 0 0 0,6 6 0 0 0,-7-9-8 0 0,-1-1 1 0 0,1 1-1 0 0,0 0 1 0 0,0-1-1 0 0,-1 0 1 0 0,1 1-1 0 0,0-1 1 0 0,0 1-1 0 0,0-1 1 0 0,0 0-1 0 0,-1 0 1 0 0,1 0-1 0 0,0 1 1 0 0,0-1-1 0 0,0 0 1 0 0,0 0-1 0 0,0 0 1 0 0,0 0-1 0 0,0 0 1 0 0,0-1-1 0 0,-1 1 1 0 0,1 0 0 0 0,0 0-1 0 0,0 0 1 0 0,1-1-1 0 0,0 0-6 0 0,0-1 0 0 0,0 1 0 0 0,0-1 0 0 0,0 1 0 0 0,0-1-1 0 0,-1 0 1 0 0,1 1 0 0 0,0-1 0 0 0,1-3 0 0 0,3-5-58 0 0,0-1 0 0 0,9-21 0 0 0,-14 28 48 0 0,6-14-19 0 0,2 0 0 0 0,-1 1 1 0 0,2 0-1 0 0,14-19 0 0 0,-21 31 69 0 0,0 1 0 0 0,1 0 0 0 0,-1 0-1 0 0,1 1 1 0 0,0-1 0 0 0,-1 1 0 0 0,2 0-1 0 0,-1 0 1 0 0,0 0 0 0 0,0 0 0 0 0,1 1-1 0 0,0-1 1 0 0,-1 1 0 0 0,1 1 0 0 0,0-1-1 0 0,0 1 1 0 0,0-1 0 0 0,0 2 0 0 0,0-1-1 0 0,1 0 1 0 0,6 1 0 0 0,-10 1-17 0 0,0-1 0 0 0,0 1 1 0 0,0 0-1 0 0,0 0 0 0 0,0 0 0 0 0,0 0 1 0 0,0 0-1 0 0,0 0 0 0 0,-1 1 1 0 0,1-1-1 0 0,0 0 0 0 0,-1 1 0 0 0,1 0 1 0 0,-1-1-1 0 0,0 1 0 0 0,0 0 1 0 0,1 0-1 0 0,-1-1 0 0 0,0 1 0 0 0,0 0 1 0 0,1 4-1 0 0,15 49 327 0 0,-15-46-324 0 0,4 15 6 0 0,0 0-891 0 0,1 0-1 0 0,14 34 1 0 0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78 103 10138 0 0,'-2'-1'195'0'0,"1"0"-1"0"0,-1-1 1 0 0,0 1 0 0 0,1 0-1 0 0,-1 0 1 0 0,0 0 0 0 0,0 1-1 0 0,1-1 1 0 0,-1 0 0 0 0,0 1-1 0 0,0-1 1 0 0,0 1-1 0 0,0 0 1 0 0,0-1 0 0 0,0 1-1 0 0,0 0 1 0 0,0 0 0 0 0,0 0-1 0 0,0 1 1 0 0,0-1 0 0 0,0 0-1 0 0,-4 2 1 0 0,5-1 3 0 0,-1 1 0 0 0,0-1 0 0 0,0 1 0 0 0,0-1 0 0 0,1 1 0 0 0,-1 0 0 0 0,1 0 0 0 0,-1 0-1 0 0,1 0 1 0 0,0 0 0 0 0,0 0 0 0 0,0 0 0 0 0,0 0 0 0 0,0 0 0 0 0,0 1 0 0 0,0 2 0 0 0,-2 6 127 0 0,1 1 0 0 0,1 0 0 0 0,0 0 0 0 0,0 0 0 0 0,1 0 0 0 0,3 16 0 0 0,-1-15-256 0 0,0 0-1 0 0,2-1 1 0 0,-1 1-1 0 0,2-1 1 0 0,-1 0-1 0 0,10 16 1 0 0,-12-24-121 0 0,0 0 1 0 0,1 0 0 0 0,-1 0 0 0 0,1-1 0 0 0,-1 1 0 0 0,1-1-1 0 0,0 1 1 0 0,0-1 0 0 0,1 0 0 0 0,-1 0 0 0 0,1-1-1 0 0,-1 1 1 0 0,1-1 0 0 0,0 0 0 0 0,0 0 0 0 0,0 0 0 0 0,0 0-1 0 0,0-1 1 0 0,0 1 0 0 0,1-1 0 0 0,-1 0 0 0 0,5 0 0 0 0,-5-1 47 0 0,-1-1 0 0 0,1 1 0 0 0,-1-1 0 0 0,0 0 0 0 0,1 0 0 0 0,-1 0 0 0 0,0-1 1 0 0,0 1-1 0 0,0-1 0 0 0,0 1 0 0 0,0-1 0 0 0,0 0 0 0 0,0 0 0 0 0,0-1 1 0 0,-1 1-1 0 0,0-1 0 0 0,1 1 0 0 0,-1-1 0 0 0,0 0 0 0 0,0 1 0 0 0,0-1 1 0 0,0 0-1 0 0,-1-1 0 0 0,1 1 0 0 0,-1 0 0 0 0,0 0 0 0 0,0 0 0 0 0,1-5 1 0 0,1-4 216 0 0,0-1 1 0 0,-1 1 0 0 0,0 0 0 0 0,-1-1-1 0 0,0 1 1 0 0,-2-20 0 0 0,-1 12 42 0 0,-1 0 1 0 0,-1 0-1 0 0,-1 0 0 0 0,-7-20 1 0 0,10 34-231 0 0,-1-1 0 0 0,1 1 0 0 0,-1 0 0 0 0,-1-1 0 0 0,1 1 1 0 0,-1 1-1 0 0,0-1 0 0 0,0 1 0 0 0,-1-1 0 0 0,0 1 0 0 0,0 0 1 0 0,0 1-1 0 0,0-1 0 0 0,-1 1 0 0 0,-9-5 0 0 0,11 7-212 0 0,0 1-1 0 0,-1 0 0 0 0,1 0 1 0 0,-1 0-1 0 0,0 0 0 0 0,1 1 1 0 0,-1 0-1 0 0,-4 0 0 0 0,2 0-740 0 0,-12 0-6329 0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6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3225 0 0,'1'0'288'0'0,"1"0"-288"0"0,-1 0 0 0 0,0 0-168 0 0,-1 1-88 0 0,2-1-24 0 0,-2 1 0 0 0,1 2 280 0 0,-1 0-64 0 0,0 1 64 0 0,7 18-64 0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6.8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4 4145 0 0,'-1'0'280'0'0,"0"-1"0"0"0,1 1 1 0 0,-1-1-1 0 0,0 1 0 0 0,0 0 1 0 0,0-1-1 0 0,0 1 0 0 0,0 0 0 0 0,0 0 1 0 0,0 0-1 0 0,0-1 0 0 0,0 1 0 0 0,0 0 1 0 0,0 0-1 0 0,0 1 0 0 0,0-1 1 0 0,0 0-1 0 0,0 0 0 0 0,0 0 0 0 0,0 1 1 0 0,0-1-1 0 0,0 0 0 0 0,0 1 1 0 0,0-1-1 0 0,0 1 0 0 0,1-1 0 0 0,-1 1 1 0 0,0 0-1 0 0,0-1 0 0 0,0 1 0 0 0,1 0 1 0 0,-1-1-1 0 0,0 1 0 0 0,1 0 1 0 0,-1 0-1 0 0,0 1 0 0 0,2 4 403 0 0,-1 0 1 0 0,1 0-1 0 0,1 1 1 0 0,-1-1-1 0 0,1 0 0 0 0,0-1 1 0 0,1 1-1 0 0,-1 0 1 0 0,4 5-1 0 0,34 52 373 0 0,-22-37-839 0 0,34 53-2317 0 0,-43-63 422 0 0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0 456 0 0,'8'3'7005'0'0,"14"4"-2952"0"0,-12-2-3740 0 0,-1-1 0 0 0,1 2 0 0 0,-1-1 0 0 0,-1 1 0 0 0,1 1 0 0 0,-1 0 0 0 0,0 0-1 0 0,-1 0 1 0 0,0 1 0 0 0,0 0 0 0 0,0 0 0 0 0,-1 1 0 0 0,0 0 0 0 0,-1 0-1 0 0,0 1 1 0 0,-1-1 0 0 0,1 1 0 0 0,-2 0 0 0 0,4 14 0 0 0,-4-12-3 0 0,-1 1 1 0 0,-1-1 0 0 0,0 0-1 0 0,0 1 1 0 0,-2 0 0 0 0,1-1-1 0 0,-1 1 1 0 0,-1-1 0 0 0,-1 0-1 0 0,1 1 1 0 0,-2-1 0 0 0,0 0-1 0 0,0-1 1 0 0,-1 1 0 0 0,0-1-1 0 0,-8 11 1 0 0,3-6-445 0 0,-1 0 0 0 0,-1-1 1 0 0,-1-1-1 0 0,0 0 0 0 0,-16 13 0 0 0,22-21-101 0 0,0 0 1 0 0,0-1-1 0 0,-1 0 0 0 0,0 0 1 0 0,0 0-1 0 0,0-1 0 0 0,0 0 0 0 0,-1-1 1 0 0,0 0-1 0 0,0 0 0 0 0,0-1 0 0 0,-13 2 1 0 0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47 1840 0 0,'-7'-4'160'0'0,"-9"-4"5858"0"0,13 7-4834 0 0,-1-2-72 0 0,2-1-24 0 0,4 1 1 0 0,6-1-889 0 0,2-3-200 0 0,-1-5 0 0 0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7.7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49 10594 0 0,'-10'-10'-815'0'0,"6"5"1278"0"0,-1 0-1 0 0,0 1 1 0 0,1-1 0 0 0,-2 1 0 0 0,1 0 0 0 0,-7-3 0 0 0,10 6-326 0 0,1 0 1 0 0,-1 0-1 0 0,0 1 1 0 0,0-1 0 0 0,0 1-1 0 0,1 0 1 0 0,-1-1-1 0 0,0 1 1 0 0,0 0 0 0 0,0 0-1 0 0,0 0 1 0 0,0 1-1 0 0,1-1 1 0 0,-1 0 0 0 0,0 1-1 0 0,0-1 1 0 0,0 1 0 0 0,0-1-1 0 0,1 1 1 0 0,-1 0-1 0 0,0 0 1 0 0,1 0 0 0 0,-1 0-1 0 0,1 0 1 0 0,-1 0-1 0 0,1 0 1 0 0,-2 2 0 0 0,-1 0-88 0 0,1 1 0 0 0,-1 0 0 0 0,1 0 0 0 0,0 0 1 0 0,0 0-1 0 0,0 1 0 0 0,1-1 0 0 0,0 1 0 0 0,0-1 1 0 0,0 1-1 0 0,0 0 0 0 0,1 0 0 0 0,-1 0 0 0 0,1 0 1 0 0,1 0-1 0 0,-1 0 0 0 0,1 0 0 0 0,-1 0 1 0 0,2 0-1 0 0,-1 0 0 0 0,0 0 0 0 0,1 0 0 0 0,0 0 1 0 0,0 0-1 0 0,1 0 0 0 0,2 8 0 0 0,-1-7-72 0 0,-1-1-1 0 0,0 0 0 0 0,1 1 1 0 0,0-1-1 0 0,1 0 1 0 0,-1 0-1 0 0,1 0 0 0 0,0-1 1 0 0,0 1-1 0 0,0-1 1 0 0,0 0-1 0 0,1 0 1 0 0,0-1-1 0 0,0 1 0 0 0,0-1 1 0 0,0 0-1 0 0,0-1 1 0 0,1 1-1 0 0,-1-1 1 0 0,1 0-1 0 0,0 0 0 0 0,9 1 1 0 0,-10-2 45 0 0,0 0 0 0 0,0-1 1 0 0,0 0-1 0 0,0 0 0 0 0,0-1 1 0 0,1 1-1 0 0,-1-1 0 0 0,0 0 0 0 0,0 0 1 0 0,0-1-1 0 0,-1 1 0 0 0,1-1 1 0 0,0 0-1 0 0,7-5 0 0 0,-10 5-17 0 0,0 1 1 0 0,0-1-1 0 0,0 0 0 0 0,-1 0 1 0 0,1 0-1 0 0,-1 0 0 0 0,1 0 0 0 0,-1 0 1 0 0,0-1-1 0 0,0 1 0 0 0,0 0 1 0 0,0-1-1 0 0,0 1 0 0 0,-1-1 0 0 0,1 1 1 0 0,-1-1-1 0 0,1 1 0 0 0,-1-1 1 0 0,0 1-1 0 0,0-1 0 0 0,0 1 0 0 0,0-1 1 0 0,-1 0-1 0 0,1 1 0 0 0,-1-1 0 0 0,1 1 1 0 0,-1 0-1 0 0,0-1 0 0 0,0 1 1 0 0,-3-5-1 0 0,0-2-121 0 0,-1-1-1 0 0,0 1 1 0 0,-1 0 0 0 0,0 0 0 0 0,0 0-1 0 0,-1 1 1 0 0,0 0 0 0 0,-1 1 0 0 0,0-1-1 0 0,0 1 1 0 0,0 1 0 0 0,-1-1-1 0 0,-15-7 1 0 0,7 7-1104 0 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1 166 8754 0 0,'12'5'791'0'0,"0"1"0"0"0,0 0 0 0 0,0 1 0 0 0,-1 0 1 0 0,15 12-1 0 0,-20-14-506 0 0,-1 0 0 0 0,1 0 0 0 0,-1 1 0 0 0,0-1 0 0 0,0 1 0 0 0,-1 0 0 0 0,1 1 0 0 0,-1-1 0 0 0,-1 1 0 0 0,1 0 0 0 0,2 7 0 0 0,-6-13-251 0 0,0-1-1 0 0,1 1 1 0 0,-1 0 0 0 0,0 0 0 0 0,1 0 0 0 0,-1-1-1 0 0,0 1 1 0 0,0 0 0 0 0,0 0 0 0 0,0 0-1 0 0,0 0 1 0 0,0-1 0 0 0,0 1 0 0 0,0 0 0 0 0,0 0-1 0 0,0 0 1 0 0,0 0 0 0 0,0-1 0 0 0,0 1-1 0 0,-1 0 1 0 0,1 0 0 0 0,0 0 0 0 0,-1-1-1 0 0,1 1 1 0 0,-1 0 0 0 0,1-1 0 0 0,-1 1 0 0 0,1 0-1 0 0,-1-1 1 0 0,1 1 0 0 0,-1 0 0 0 0,0-1-1 0 0,1 1 1 0 0,-1-1 0 0 0,0 1 0 0 0,-1 0-1 0 0,1-1 38 0 0,0 0-1 0 0,0 0 0 0 0,-1 0 1 0 0,1-1-1 0 0,0 1 0 0 0,0 0 0 0 0,0 0 1 0 0,0-1-1 0 0,0 1 0 0 0,-1-1 1 0 0,1 1-1 0 0,0-1 0 0 0,0 1 1 0 0,0-1-1 0 0,0 0 0 0 0,0 0 0 0 0,1 1 1 0 0,-1-1-1 0 0,0 0 0 0 0,0 0 1 0 0,0 0-1 0 0,1 0 0 0 0,-1 0 0 0 0,0 0 1 0 0,1 0-1 0 0,-2-2 0 0 0,-2-5 182 0 0,0-2 0 0 0,1 1 0 0 0,0 0 0 0 0,0-1 0 0 0,1 0 0 0 0,0 1 0 0 0,1-1-1 0 0,0-19 1 0 0,1 5-181 0 0,1-1 0 0 0,6-33-1 0 0,5 13-865 0 0,0 16-4960 0 0,-2 10-1128 0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10594 0 0,'8'15'691'0'0,"-1"1"0"0"0,-1-1-1 0 0,0 1 1 0 0,-1 0 0 0 0,4 26 0 0 0,-5-23-419 0 0,0 0 0 0 0,2-1 0 0 0,12 30 0 0 0,-18-47-293 0 0,1-1 0 0 0,-1 1-1 0 0,0 0 1 0 0,0-1-1 0 0,1 1 1 0 0,-1 0 0 0 0,0-1-1 0 0,1 1 1 0 0,-1-1-1 0 0,0 1 1 0 0,1-1 0 0 0,-1 1-1 0 0,1-1 1 0 0,-1 1 0 0 0,1-1-1 0 0,-1 1 1 0 0,1-1-1 0 0,0 1 1 0 0,-1-1 0 0 0,1 0-1 0 0,-1 1 1 0 0,1-1-1 0 0,0 0 1 0 0,-1 0 0 0 0,1 0-1 0 0,0 1 1 0 0,-1-1-1 0 0,1 0 1 0 0,0 0 0 0 0,-1 0-1 0 0,1 0 1 0 0,0 0-1 0 0,-1 0 1 0 0,1 0 0 0 0,0 0-1 0 0,-1-1 1 0 0,1 1-1 0 0,0 0 1 0 0,-1 0 0 0 0,1 0-1 0 0,0-1 1 0 0,-1 1 0 0 0,1 0-1 0 0,0-1 1 0 0,-1 1-1 0 0,1 0 1 0 0,-1-1 0 0 0,2 0-1 0 0,2-11 22 0 0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4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 11979 0 0,'-2'1'4118'0'0,"6"6"-1969"0"0,9 14-1619 0 0,-5-9-1311 0 0,5 11-4149 0 0,30 38 1 0 0,-30-45 4051 0 0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0,'6'31'2597'0'0,"26"165"6150"0"0,-11-59-4047 0 0,-16-113-5156 0 0,1-1 1 0 0,1 0 0 0 0,1-1-1 0 0,1 0 1 0 0,20 34-1 0 0,-16-32-6869 0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8.8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44 6913 0 0,'-12'-7'1252'0'0,"11"2"782"0"0,19 0 971 0 0,-10 4-3324 0 0,124-21 594 0 0,-102 18-4945 0 0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0 6913 0 0,'-9'4'8512'0'0,"8"0"-8320"0"0,0 0 1 0 0,1 0-1 0 0,-1 0 1 0 0,1 0-1 0 0,0 1 1 0 0,0-1-1 0 0,1 0 1 0 0,-1 0-1 0 0,1 0 1 0 0,-1 0-1 0 0,1 0 1 0 0,1 0-1 0 0,-1 0 1 0 0,1-1-1 0 0,-1 1 1 0 0,4 5-1 0 0,-2-3-213 0 0,-1 0-1 0 0,1-1 0 0 0,0 0 1 0 0,1 0-1 0 0,-1 0 0 0 0,1 0 0 0 0,0 0 1 0 0,0 0-1 0 0,7 5 0 0 0,-10-9 25 0 0,1 0 0 0 0,-1 0 0 0 0,1 0-1 0 0,0 0 1 0 0,-1-1 0 0 0,1 1 0 0 0,-1 0 0 0 0,1-1 0 0 0,0 1-1 0 0,0-1 1 0 0,-1 0 0 0 0,1 1 0 0 0,0-1 0 0 0,0 0-1 0 0,0 0 1 0 0,-1 0 0 0 0,1 0 0 0 0,0 0 0 0 0,0-1-1 0 0,-1 1 1 0 0,1-1 0 0 0,0 1 0 0 0,0-1 0 0 0,-1 1-1 0 0,1-1 1 0 0,-1 0 0 0 0,1 0 0 0 0,0 0 0 0 0,-1 0-1 0 0,0 0 1 0 0,1 0 0 0 0,-1 0 0 0 0,0 0 0 0 0,1-1-1 0 0,1-2 1 0 0,19-25 58 0 0,-15 18-109 0 0,0 1 0 0 0,1 1-1 0 0,1-1 1 0 0,10-9-1 0 0,-17 17 96 0 0,-1 1 1 0 0,1 0-1 0 0,0-1 0 0 0,0 1 0 0 0,0 0 0 0 0,0 0 0 0 0,0 0 0 0 0,0 0 0 0 0,0 0 0 0 0,1 0 0 0 0,-1 1 0 0 0,0-1 0 0 0,0 1 0 0 0,1-1 0 0 0,-1 1 1 0 0,0 0-1 0 0,1 0 0 0 0,-1 0 0 0 0,0 0 0 0 0,0 1 0 0 0,1-1 0 0 0,-1 0 0 0 0,0 1 0 0 0,0 0 0 0 0,1-1 0 0 0,-1 1 0 0 0,0 0 0 0 0,2 1 1 0 0,-1 1 50 0 0,0 0 1 0 0,0-1 0 0 0,0 1 0 0 0,-1 0 0 0 0,1 0 0 0 0,-1 1-1 0 0,1-1 1 0 0,-1 0 0 0 0,0 1 0 0 0,-1-1 0 0 0,1 1 0 0 0,-1 0 0 0 0,1 0-1 0 0,-1-1 1 0 0,1 6 0 0 0,8 61 493 0 0,-9-55-547 0 0,-1-1-1 0 0,-1 1 0 0 0,0 0 0 0 0,-1-1 1 0 0,-1 0-1 0 0,0 1 0 0 0,-1-1 1 0 0,0 0-1 0 0,-1 0 0 0 0,-1-1 0 0 0,0 0 1 0 0,0 0-1 0 0,-16 21 0 0 0,10-17-118 0 0,-1 0 1 0 0,-2-1-1 0 0,1 0 0 0 0,-2-1 0 0 0,0-1 1 0 0,0-1-1 0 0,-2 0 0 0 0,-31 17 0 0 0,27-18-504 0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 7370 0 0,'-3'1'602'0'0,"0"1"1"0"0,0 0-1 0 0,0 0 1 0 0,1 0 0 0 0,-1 1-1 0 0,1-1 1 0 0,-1 1 0 0 0,1-1-1 0 0,0 1 1 0 0,0 0 0 0 0,0 0-1 0 0,0 0 1 0 0,-2 6-1 0 0,-13 48 4801 0 0,5-15-4270 0 0,-5 3-1030 0 0,-2-1 0 0 0,-28 48 1 0 0,38-78-119 0 0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0 251 10138 0 0,'0'7'4524'0'0,"0"-7"-4423"0"0,22 0 2808 0 0,-6-6-2772 0 0,-1-1 0 0 0,0 0 1 0 0,0 0-1 0 0,-1-2 0 0 0,0 0 1 0 0,22-19-1 0 0,-30 23-100 0 0,0 0 0 0 0,0 0 0 0 0,0-1 0 0 0,-1 0-1 0 0,0 0 1 0 0,0-1 0 0 0,-1 0 0 0 0,0 1 0 0 0,0-1 0 0 0,-1-1 0 0 0,1 1 0 0 0,-1 0 0 0 0,-1-1-1 0 0,0 1 1 0 0,0-1 0 0 0,1-8 0 0 0,-3 14-30 0 0,0-1 0 0 0,0 1 0 0 0,0 0 0 0 0,0-1 0 0 0,-1 1 0 0 0,1 0 0 0 0,-1-1 0 0 0,0 1-1 0 0,1 0 1 0 0,-1 0 0 0 0,0-1 0 0 0,0 1 0 0 0,0 0 0 0 0,-1 0 0 0 0,1 0 0 0 0,0 0 0 0 0,-1 1 0 0 0,1-1 0 0 0,-1 0 0 0 0,0 0 0 0 0,-3-2-1 0 0,1 2 21 0 0,1 0 0 0 0,0 0 0 0 0,-1 1-1 0 0,0-1 1 0 0,1 1 0 0 0,-1 0 0 0 0,0 0-1 0 0,1 0 1 0 0,-1 0 0 0 0,0 1-1 0 0,0-1 1 0 0,-7 1 0 0 0,8 0-10 0 0,0 0 0 0 0,0 0-1 0 0,0 0 1 0 0,0 1 0 0 0,0-1 0 0 0,0 1 0 0 0,0 0-1 0 0,0-1 1 0 0,0 1 0 0 0,0 1 0 0 0,1-1 0 0 0,-1 0-1 0 0,0 1 1 0 0,1-1 0 0 0,-1 1 0 0 0,1 0 0 0 0,-1-1-1 0 0,1 1 1 0 0,0 1 0 0 0,0-1 0 0 0,0 0 0 0 0,0 0-1 0 0,0 1 1 0 0,1-1 0 0 0,-1 1 0 0 0,1 0 0 0 0,-1-1-1 0 0,1 1 1 0 0,0 0 0 0 0,0 0 0 0 0,0 0 0 0 0,1 0-1 0 0,-1 0 1 0 0,0 0 0 0 0,1 0 0 0 0,0 5 0 0 0,2 7 10 0 0,1-1 0 0 0,1 0 0 0 0,0 0 1 0 0,0-1-1 0 0,2 1 0 0 0,-1-1 0 0 0,2 0 1 0 0,0-1-1 0 0,0 1 0 0 0,1-1 0 0 0,1-1 0 0 0,0 1 1 0 0,1-2-1 0 0,0 1 0 0 0,0-1 0 0 0,1-1 1 0 0,0 0-1 0 0,16 10 0 0 0,-6-10-1419 0 0,2-2-3436 0 0,0-2-1497 0 0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21 6913 0 0,'-27'-20'10932'0'0,"32"29"-7062"0"0,-2-4-3250 0 0,8 23-235 0 0,-1 0-1 0 0,-1 0 1 0 0,-2 1-1 0 0,8 53 1 0 0,-3-12-518 0 0,17 44-2818 0 0,-19-84-4716 0 0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0.7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0 206 2761 0 0,'30'-21'2330'0'0,"-21"16"-1450"0"0,0-1-1 0 0,-1 0 1 0 0,0 0-1 0 0,0-1 1 0 0,0-1-1 0 0,-1 1 0 0 0,0-1 1 0 0,-1 0-1 0 0,9-14 1 0 0,-11 15-421 0 0,0-1 0 0 0,-1 1 0 0 0,0-1 0 0 0,-1 1 0 0 0,1-1 0 0 0,1-12 0 0 0,-4 18-404 0 0,0 1 0 0 0,0 0 0 0 0,1 0 0 0 0,-1-1 0 0 0,0 1 0 0 0,-1 0 0 0 0,1-1 0 0 0,0 1 0 0 0,0 0 0 0 0,0 0 0 0 0,-1-1 1 0 0,1 1-1 0 0,-1 0 0 0 0,1 0 0 0 0,-1-1 0 0 0,1 1 0 0 0,-1 0 0 0 0,0 0 0 0 0,0 0 0 0 0,1 0 0 0 0,-1 0 0 0 0,0 0 0 0 0,0 0 0 0 0,0 0 0 0 0,0 1 0 0 0,0-1 0 0 0,0 0 0 0 0,0 0 0 0 0,0 1 0 0 0,-1-1 0 0 0,1 1 0 0 0,0-1 0 0 0,0 1 1 0 0,0-1-1 0 0,-1 1 0 0 0,1 0 0 0 0,0 0 0 0 0,-1-1 0 0 0,1 1 0 0 0,0 0 0 0 0,0 0 0 0 0,-1 0 0 0 0,1 0 0 0 0,0 1 0 0 0,-1-1 0 0 0,1 0 0 0 0,0 1 0 0 0,-2 0 0 0 0,-1-1-62 0 0,0 1-1 0 0,0-1 1 0 0,0 1-1 0 0,0 0 1 0 0,0 0-1 0 0,1 1 1 0 0,-1-1-1 0 0,0 1 1 0 0,1 0-1 0 0,-1 0 1 0 0,1 0-1 0 0,0 0 1 0 0,0 0-1 0 0,0 1 1 0 0,0 0-1 0 0,0-1 1 0 0,0 1-1 0 0,1 0 1 0 0,-1 1-1 0 0,1-1 1 0 0,0 0-1 0 0,0 1 1 0 0,0-1-1 0 0,0 1 1 0 0,1-1-1 0 0,-1 1 1 0 0,1 0-1 0 0,0 0 1 0 0,0 0-1 0 0,0-1 1 0 0,1 1-1 0 0,0 0 1 0 0,-1 0-1 0 0,2 7 1 0 0,-1-4-35 0 0,1 0 1 0 0,0-1 0 0 0,1 1 0 0 0,-1-1 0 0 0,1 1 0 0 0,0-1 0 0 0,1 0 0 0 0,0 0 0 0 0,0 0 0 0 0,0 0 0 0 0,1 0-1 0 0,-1-1 1 0 0,1 1 0 0 0,1-1 0 0 0,-1 0 0 0 0,1-1 0 0 0,0 1 0 0 0,0-1 0 0 0,0 0 0 0 0,8 5 0 0 0,8 1-1170 0 0,3 0-6 0 0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0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0 8698 0 0,'-10'3'1438'0'0,"1"1"0"0"0,0-1-1 0 0,-1 2 1 0 0,1-1 0 0 0,1 1 0 0 0,-14 10 0 0 0,20-13-1114 0 0,0 0 0 0 0,0 0 1 0 0,0 0-1 0 0,0 0 0 0 0,0 1 1 0 0,0-1-1 0 0,1 0 0 0 0,-1 1 1 0 0,1 0-1 0 0,0-1 1 0 0,-1 4-1 0 0,1-3-281 0 0,0 0 0 0 0,1 0 1 0 0,0-1-1 0 0,-1 1 0 0 0,1 0 1 0 0,1 0-1 0 0,-1 0 0 0 0,0 0 0 0 0,1-1 1 0 0,-1 1-1 0 0,1 0 0 0 0,0 0 1 0 0,1 3-1 0 0,2 2-62 0 0,-1-1 0 0 0,2 0 0 0 0,-1 0 0 0 0,1-1 0 0 0,0 1 0 0 0,0-1 0 0 0,1 0 0 0 0,-1 0 0 0 0,9 5 0 0 0,35 24-3532 0 0,-31-25-3582 0 0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30 11058 0 0,'-43'-29'10543'0'0,"48"68"-9396"0"0,10 46-243 0 0,-7-34-1736 0 0,27 95-1 0 0,-27-120-7071 0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1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1 152 3225 0 0,'4'-3'186'0'0,"0"1"0"0"0,0 0 1 0 0,0-1-1 0 0,1 1 1 0 0,-1 1-1 0 0,1-1 0 0 0,-1 1 1 0 0,1-1-1 0 0,9 0 1 0 0,49-3 4111 0 0,-30 4-3015 0 0,-7-1 289 0 0,6-2 227 0 0,1 2 0 0 0,43 4 0 0 0,-68-2-1710 0 0,0 1 0 0 0,-1 0 0 0 0,1 0 0 0 0,-1 1 0 0 0,1 0 0 0 0,-1 0 0 0 0,0 1 0 0 0,0 0 1 0 0,0 0-1 0 0,0 1 0 0 0,0 0 0 0 0,-1 0 0 0 0,0 1 0 0 0,1-1 0 0 0,7 9 0 0 0,-11-9-196 0 0,-1 0 0 0 0,1 1 0 0 0,-1-1 0 0 0,0 0 0 0 0,0 1 0 0 0,-1-1 0 0 0,1 1 0 0 0,-1-1 0 0 0,0 1 0 0 0,0 0 0 0 0,-1 0 0 0 0,1 6 0 0 0,-1-6 36 0 0,1 0 0 0 0,-1-1 0 0 0,1 1 0 0 0,0 0 0 0 0,0 0 0 0 0,1-1 0 0 0,-1 1 0 0 0,1-1 0 0 0,0 1 0 0 0,4 5 0 0 0,-7-84 4896 0 0,2 66-4776 0 0,0-1 0 0 0,1 0-1 0 0,0 1 1 0 0,0-1 0 0 0,1 1 0 0 0,1 0 0 0 0,-1 0 0 0 0,1 0 0 0 0,0 0 0 0 0,1 0 0 0 0,0 1 0 0 0,0 0 0 0 0,1 0 0 0 0,0 0 0 0 0,0 1 0 0 0,0 0 0 0 0,1 0 0 0 0,0 1 0 0 0,0-1 0 0 0,11-5-1 0 0,1 1-823 0 0,-1 1 0 0 0,1 1 0 0 0,0 1 0 0 0,0 1 0 0 0,1 0 0 0 0,0 2 0 0 0,37-5 0 0 0,-45 8-222 0 0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1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0,'-3'0'536'0'0,"0"1"-1"0"0,-1 0 1 0 0,1 0-1 0 0,0 0 1 0 0,-1 0-1 0 0,1 0 1 0 0,0 1-1 0 0,0 0 1 0 0,0-1-1 0 0,0 1 1 0 0,1 0-1 0 0,-1 1 1 0 0,0-1-1 0 0,1 0 1 0 0,-1 1-1 0 0,1-1 1 0 0,0 1-1 0 0,0 0 1 0 0,0 0 0 0 0,0 0-1 0 0,-2 5 1 0 0,2-3-104 0 0,-1 0 1 0 0,1 0-1 0 0,0 0 1 0 0,0 0-1 0 0,0 1 1 0 0,1-1-1 0 0,-1 0 1 0 0,1 1-1 0 0,1 0 1 0 0,-1-1-1 0 0,1 1 1 0 0,1 10-1 0 0,0-11-315 0 0,1-1 0 0 0,0 0 0 0 0,0 1 1 0 0,0-1-1 0 0,0 0 0 0 0,1 0 0 0 0,0-1 0 0 0,0 1 0 0 0,0 0 0 0 0,0-1 1 0 0,0 0-1 0 0,1 0 0 0 0,-1 0 0 0 0,1 0 0 0 0,0 0 0 0 0,0-1 1 0 0,0 1-1 0 0,6 2 0 0 0,-6-4-124 0 0,-1 1 0 0 0,1-1-1 0 0,-1 1 1 0 0,1-1 0 0 0,0 0 0 0 0,-1 0 0 0 0,1-1 0 0 0,0 1 0 0 0,-1-1 0 0 0,1 0 0 0 0,0 0-1 0 0,0 0 1 0 0,0 0 0 0 0,-1-1 0 0 0,1 0 0 0 0,0 1 0 0 0,-1-1 0 0 0,1-1 0 0 0,0 1 0 0 0,-1 0-1 0 0,0-1 1 0 0,1 0 0 0 0,3-2 0 0 0,-5 2-4 0 0,-1 1 0 0 0,0-1 0 0 0,0 1 0 0 0,0-1 0 0 0,0 1 0 0 0,0-1-1 0 0,0 0 1 0 0,-1 1 0 0 0,1-1 0 0 0,0 0 0 0 0,-1 0 0 0 0,1 1 0 0 0,-1-1 0 0 0,0 0 0 0 0,0 0 0 0 0,1 0 0 0 0,-1 0-1 0 0,0 0 1 0 0,-1 1 0 0 0,1-1 0 0 0,0 0 0 0 0,-1 0 0 0 0,1 0 0 0 0,-1 0 0 0 0,1 1 0 0 0,-1-1 0 0 0,0 0 0 0 0,1 1-1 0 0,-1-1 1 0 0,0 0 0 0 0,-2-1 0 0 0,-1-5 3 0 0,-1 1 1 0 0,0 1-1 0 0,0-1 0 0 0,-1 1 0 0 0,-10-10 1 0 0,-2 2-1074 0 0,-2 2-3550 0 0,-1 0-1689 0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2.6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0 656 0 0,'46'14'4315'0'0,"15"6"5832"0"0,-56-18-9576 0 0,-1 0 0 0 0,0 0 0 0 0,0 0 1 0 0,0 1-1 0 0,0 0 0 0 0,0-1 1 0 0,-1 1-1 0 0,1 1 0 0 0,-1-1 1 0 0,5 6-1 0 0,-5-4-433 0 0,0 1 1 0 0,-1-1-1 0 0,0 1 1 0 0,0 0 0 0 0,0-1-1 0 0,0 1 1 0 0,-1 0-1 0 0,0 0 1 0 0,0 0-1 0 0,-1 0 1 0 0,0 7-1 0 0,-6 69-362 0 0,5-74 144 0 0,0-7 53 0 0,1 0 0 0 0,0-1 0 0 0,0 1 0 0 0,0-1 0 0 0,0 1 0 0 0,0 0 1 0 0,0-1-1 0 0,0 1 0 0 0,0-1 0 0 0,0 1 0 0 0,0 0 0 0 0,0-1 1 0 0,0 1-1 0 0,0 0 0 0 0,0-1 0 0 0,0 1 0 0 0,1-1 0 0 0,-1 1 1 0 0,0-1-1 0 0,0 1 0 0 0,1 0 0 0 0,0 0 0 0 0,9-6-456 0 0,9-18-41 0 0,-6 0 395 0 0,47-69 880 0 0,-54 84-600 0 0,0 0 1 0 0,1 0-1 0 0,1 1 0 0 0,-1 0 0 0 0,1 0 0 0 0,0 1 0 0 0,1 0 0 0 0,10-6 0 0 0,-17 10-120 0 0,0 1 1 0 0,0 0-1 0 0,0 1 0 0 0,0-1 1 0 0,1 0-1 0 0,-1 0 0 0 0,0 1 0 0 0,0 0 1 0 0,0-1-1 0 0,0 1 0 0 0,1 0 1 0 0,-1 0-1 0 0,0 0 0 0 0,0 0 1 0 0,1 0-1 0 0,-1 1 0 0 0,0-1 1 0 0,0 1-1 0 0,0-1 0 0 0,0 1 0 0 0,0 0 1 0 0,3 1-1 0 0,-2 1-3 0 0,0-1 0 0 0,0 1 0 0 0,0-1 0 0 0,-1 1 0 0 0,1 0 0 0 0,-1 0 0 0 0,1 0 0 0 0,-1 0 0 0 0,0 1 0 0 0,0-1 0 0 0,2 7 0 0 0,2 5-97 0 0,-1 1 0 0 0,-1-1 0 0 0,0 1 0 0 0,2 31 0 0 0,-5-37-486 0 0,0-1 0 0 0,1 1 0 0 0,1-1 1 0 0,4 14-1 0 0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0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29 7370 0 0,'0'-1'242'0'0,"0"0"1"0"0,0 0 0 0 0,0-1 0 0 0,0 1 0 0 0,0 0-1 0 0,0 0 1 0 0,0 0 0 0 0,-1 0 0 0 0,1 0 0 0 0,0 0-1 0 0,-1 0 1 0 0,1 0 0 0 0,-1 0 0 0 0,1 0 0 0 0,-1 0-1 0 0,0 0 1 0 0,1 0 0 0 0,-1 0 0 0 0,0 1 0 0 0,1-1-1 0 0,-1 0 1 0 0,0 0 0 0 0,0 1 0 0 0,0-1 0 0 0,-1 0-1 0 0,0 0 125 0 0,0 0 0 0 0,0 1-1 0 0,0-1 1 0 0,0 1-1 0 0,0 0 1 0 0,0-1 0 0 0,0 1-1 0 0,-1 0 1 0 0,1 0-1 0 0,0 1 1 0 0,0-1 0 0 0,-4 1-1 0 0,2 0-45 0 0,-1 0 0 0 0,1 1 0 0 0,-1-1 0 0 0,1 1 0 0 0,0 0-1 0 0,-1 1 1 0 0,1-1 0 0 0,0 0 0 0 0,0 1 0 0 0,1 0 0 0 0,-1 0 0 0 0,-4 5-1 0 0,7-6-293 0 0,0 0-1 0 0,0 1 0 0 0,0-1 1 0 0,0 0-1 0 0,0 1 0 0 0,1 0 1 0 0,-1-1-1 0 0,1 1 0 0 0,-1-1 0 0 0,1 1 1 0 0,0-1-1 0 0,0 1 0 0 0,0 0 1 0 0,0-1-1 0 0,1 1 0 0 0,-1-1 0 0 0,1 1 1 0 0,0-1-1 0 0,-1 1 0 0 0,1-1 1 0 0,0 1-1 0 0,0-1 0 0 0,1 0 1 0 0,-1 1-1 0 0,0-1 0 0 0,1 0 0 0 0,0 0 1 0 0,3 3-1 0 0,6 8 44 0 0,0 0 1 0 0,1-1-1 0 0,18 13 0 0 0,-22-18-27 0 0,13 9-37 0 0,32 29-57 0 0,-50-42 16 0 0,0 0 0 0 0,0 1 0 0 0,-1-1 0 0 0,1 1 0 0 0,-1-1 0 0 0,1 1-1 0 0,-1 0 1 0 0,0-1 0 0 0,-1 1 0 0 0,1 0 0 0 0,-1 1 0 0 0,2 5 0 0 0,-3-9 18 0 0,0 1 1 0 0,0-1-1 0 0,0 1 1 0 0,-1-1-1 0 0,1 1 1 0 0,0-1 0 0 0,-1 0-1 0 0,1 1 1 0 0,-1-1-1 0 0,1 0 1 0 0,-1 1-1 0 0,0-1 1 0 0,0 0-1 0 0,1 0 1 0 0,-1 1-1 0 0,0-1 1 0 0,0 0-1 0 0,0 0 1 0 0,0 0-1 0 0,-1 0 1 0 0,1 0-1 0 0,0 0 1 0 0,0-1-1 0 0,0 1 1 0 0,-1 0-1 0 0,1-1 1 0 0,0 1-1 0 0,-1-1 1 0 0,-2 2-1 0 0,-46 9-173 0 0,46-11 164 0 0,-21 3-251 0 0,1-1 0 0 0,-1-2 1 0 0,1 0-1 0 0,-1-2 0 0 0,1 0 0 0 0,-42-11 0 0 0,45 8-299 0 0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3.9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 7834 0 0,'21'-3'2696'0'0,"64"-10"1882"0"0,43-5-423 0 0,-97 15-3918 0 0,65 3-1 0 0,-89 1-2012 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4.5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1 108 8754 0 0,'0'-5'762'0'0,"0"0"-1"0"0,1-1 1 0 0,0 1-1 0 0,0 0 1 0 0,1 0 0 0 0,-1-1-1 0 0,1 1 1 0 0,0 0 0 0 0,4-6-1 0 0,-5 10-676 0 0,-1 1 0 0 0,1 0 0 0 0,-1 0 0 0 0,1 0 0 0 0,-1 0 0 0 0,1 0 0 0 0,0 0 0 0 0,-1 0 0 0 0,1 0 0 0 0,-1 0 0 0 0,1 0 0 0 0,0 0 0 0 0,-1 0 0 0 0,1 0 0 0 0,-1 0 0 0 0,1 0-1 0 0,-1 0 1 0 0,1 1 0 0 0,0-1 0 0 0,-1 0 0 0 0,1 0 0 0 0,-1 1 0 0 0,1-1 0 0 0,-1 1 0 0 0,1-1 0 0 0,-1 0 0 0 0,0 1 0 0 0,1-1 0 0 0,-1 1 0 0 0,1-1 0 0 0,-1 1 0 0 0,0-1 0 0 0,1 1 0 0 0,-1 0 0 0 0,15 18 965 0 0,-9-9-877 0 0,-1 0 0 0 0,-1 0 0 0 0,0 1 0 0 0,0 0 1 0 0,-1 0-1 0 0,0 0 0 0 0,-1 0 0 0 0,0 0 0 0 0,0 1 0 0 0,-1 17 0 0 0,0-9-339 0 0,8 39-1 0 0,18-108-2154 0 0,-8 18 2000 0 0,1 0-1 0 0,2 2 1 0 0,41-45 0 0 0,-51 60 298 0 0,-6 6 271 0 0,1 1 0 0 0,0 0-1 0 0,0 0 1 0 0,0 1 0 0 0,0 0 0 0 0,15-9 0 0 0,-19 14-134 0 0,1 0-1 0 0,-1-1 1 0 0,1 1 0 0 0,-1 0 0 0 0,1 1-1 0 0,-1-1 1 0 0,1 1 0 0 0,0-1 0 0 0,-1 1-1 0 0,1 0 1 0 0,0 1 0 0 0,-1-1-1 0 0,1 0 1 0 0,-1 1 0 0 0,1 0 0 0 0,0 0-1 0 0,-1 0 1 0 0,0 0 0 0 0,1 1 0 0 0,4 2-1 0 0,0 0-81 0 0,0 1-1 0 0,-1 0 0 0 0,0 0 0 0 0,0 0 0 0 0,0 1 0 0 0,-1 0 1 0 0,1 0-1 0 0,-1 0 0 0 0,9 14 0 0 0,-2 1 3 0 0,-1 0 1 0 0,11 29-1 0 0,-18-39-18 0 0,18 29-135 0 0,-22-38-115 0 0,1 0 1 0 0,-1 0-1 0 0,1 0 0 0 0,0-1 1 0 0,0 1-1 0 0,0 0 1 0 0,0-1-1 0 0,0 1 1 0 0,0-1-1 0 0,0 0 0 0 0,0 0 1 0 0,1 0-1 0 0,-1 0 1 0 0,0 0-1 0 0,1 0 1 0 0,2 0-1 0 0,1-1-1402 0 0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0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6 124 7834 0 0,'-1'-2'222'0'0,"1"1"0"0"0,-1-1 0 0 0,0 0 0 0 0,1 0 0 0 0,-1 0 0 0 0,1 0 0 0 0,-1 0 1 0 0,1 0-1 0 0,0 0 0 0 0,0 0 0 0 0,0 0 0 0 0,0 0 0 0 0,0 0 0 0 0,1 0 0 0 0,-1 0 0 0 0,0 0 0 0 0,1 0 1 0 0,0 0-1 0 0,-1 0 0 0 0,1 1 0 0 0,1-3 0 0 0,21-39 2340 0 0,-20 39-2446 0 0,0 1 0 0 0,0 0 0 0 0,0 0-1 0 0,0 0 1 0 0,1 1 0 0 0,0-1 0 0 0,-1 1 0 0 0,1 0 0 0 0,0 0 0 0 0,0 0-1 0 0,0 1 1 0 0,0-1 0 0 0,0 1 0 0 0,1 0 0 0 0,-1 0 0 0 0,0 1 0 0 0,0-1-1 0 0,1 1 1 0 0,-1 0 0 0 0,1 0 0 0 0,-1 0 0 0 0,0 1 0 0 0,0-1 0 0 0,1 1 0 0 0,-1 0-1 0 0,0 0 1 0 0,0 1 0 0 0,5 1 0 0 0,1 1 171 0 0,-1 0 1 0 0,1 0-1 0 0,-1 1 1 0 0,0 1-1 0 0,0-1 0 0 0,0 1 1 0 0,-1 1-1 0 0,0-1 1 0 0,0 2-1 0 0,11 13 0 0 0,-11-8-269 0 0,0 0 0 0 0,0 1 0 0 0,-2 1 0 0 0,0-1-1 0 0,0 1 1 0 0,-2 0 0 0 0,0 0 0 0 0,0 1 0 0 0,1 16-1 0 0,0-2-1512 0 0,1-20-1847 0 0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7834 0 0,'0'0'356'0'0,"11"21"4010"0"0,13 29 2393 0 0,12 28-2635 0 0,-28-61-4480 0 0,-2 0 1 0 0,0 1 0 0 0,0 0-1 0 0,4 32 1 0 0,-10-46-943 0 0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4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0 12899 0 0,'0'3'1264'0'0,"1"-2"-1128"0"0,-1 1-136 0 0,0-1 0 0 0,0 2 632 0 0,0 0 96 0 0,-1 2 17 0 0,-1 1 7 0 0,1 1-920 0 0,1 1-184 0 0,-2-1-41 0 0,2 1-7 0 0,2 0 400 0 0,-2 2 0 0 0,0 1 0 0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5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53 11979 0 0,'1'-3'333'0'0,"0"1"0"0"0,-1-1 0 0 0,1 1 0 0 0,1-1 0 0 0,-1 1 1 0 0,0 0-1 0 0,0 0 0 0 0,1-1 0 0 0,0 1 0 0 0,-1 0 0 0 0,1 0 1 0 0,0 0-1 0 0,0 1 0 0 0,0-1 0 0 0,0 0 0 0 0,0 1 1 0 0,0-1-1 0 0,4-1 0 0 0,-4 2-140 0 0,0-1 1 0 0,0 1-1 0 0,0 0 0 0 0,0 0 1 0 0,1 0-1 0 0,-1 0 0 0 0,0 0 1 0 0,1 0-1 0 0,-1 1 0 0 0,1-1 0 0 0,-1 1 1 0 0,1-1-1 0 0,-1 1 0 0 0,1 0 1 0 0,-1 0-1 0 0,1 0 0 0 0,-1 0 1 0 0,1 1-1 0 0,3 0 0 0 0,-5 0-172 0 0,1 0-1 0 0,-1 1 1 0 0,0-1 0 0 0,0 0-1 0 0,1 1 1 0 0,-1-1-1 0 0,0 1 1 0 0,0-1-1 0 0,-1 1 1 0 0,1-1-1 0 0,0 1 1 0 0,0 0-1 0 0,-1-1 1 0 0,1 1-1 0 0,0 3 1 0 0,5 32 332 0 0,-5-21-285 0 0,15 38-274 0 0,-15-51 189 0 0,0-1 1 0 0,0 1-1 0 0,0 0 0 0 0,0 0 1 0 0,1-1-1 0 0,0 1 0 0 0,-1-1 1 0 0,1 1-1 0 0,0-1 1 0 0,0 1-1 0 0,0-1 0 0 0,0 0 1 0 0,1 0-1 0 0,-1 0 0 0 0,6 3 1 0 0,-7-6-16 0 0,0 1 0 0 0,1 0 1 0 0,-1 0-1 0 0,0 0 0 0 0,0-1 1 0 0,1 1-1 0 0,-1-1 0 0 0,0 1 1 0 0,0-1-1 0 0,0 0 0 0 0,0 1 1 0 0,1-1-1 0 0,-1 0 0 0 0,0 0 0 0 0,0 0 1 0 0,0 1-1 0 0,0-3 0 0 0,21-19-87 0 0,-19 19 97 0 0,10-11-43 0 0,-3 2 76 0 0,1 0-1 0 0,0 2 1 0 0,0-1-1 0 0,1 1 1 0 0,20-13-1 0 0,-31 23 3 0 0,0 0-1 0 0,-1-1 0 0 0,1 1 0 0 0,0 0 0 0 0,0 0 1 0 0,-1 0-1 0 0,1-1 0 0 0,0 1 0 0 0,-1 0 1 0 0,1 0-1 0 0,0 0 0 0 0,0 0 0 0 0,-1 0 0 0 0,1 0 1 0 0,0 1-1 0 0,0-1 0 0 0,-1 0 0 0 0,1 0 1 0 0,0 0-1 0 0,-1 1 0 0 0,1-1 0 0 0,0 0 0 0 0,-1 1 1 0 0,1-1-1 0 0,0 1 0 0 0,-1-1 0 0 0,1 0 1 0 0,-1 1-1 0 0,1 0 0 0 0,-1-1 0 0 0,1 1 0 0 0,-1-1 1 0 0,1 1-1 0 0,-1-1 0 0 0,1 1 0 0 0,-1 0 1 0 0,0-1-1 0 0,0 1 0 0 0,1 0 0 0 0,-1 0 1 0 0,0-1-1 0 0,0 1 0 0 0,0 0 0 0 0,1-1 0 0 0,-1 1 1 0 0,0 1-1 0 0,5 43 437 0 0,-5-34-439 0 0,9 22-433 0 0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17 7834 0 0,'-11'-14'8438'0'0,"10"16"-8201"0"0,-7 26 5577 0 0,6-11-6560 0 0,4-11 782 0 0,-1-1 1 0 0,1 1-1 0 0,0 0 1 0 0,0-1-1 0 0,0 1 1 0 0,1-1 0 0 0,0 0-1 0 0,0 0 1 0 0,0 0-1 0 0,0 0 1 0 0,1 0-1 0 0,0-1 1 0 0,0 1-1 0 0,0-1 1 0 0,1 0 0 0 0,-1-1-1 0 0,1 1 1 0 0,0-1-1 0 0,9 5 1 0 0,-10-6-15 0 0,1 1 0 0 0,-1-1 0 0 0,1 0 0 0 0,0-1 0 0 0,-1 1 1 0 0,1-1-1 0 0,0 0 0 0 0,0 0 0 0 0,0-1 0 0 0,0 1 0 0 0,0-1 0 0 0,0 0 0 0 0,0-1 1 0 0,0 1-1 0 0,0-1 0 0 0,0 0 0 0 0,0 0 0 0 0,-1 0 0 0 0,1-1 0 0 0,0 0 0 0 0,-1 1 1 0 0,1-2-1 0 0,-1 1 0 0 0,5-4 0 0 0,-8 6-22 0 0,1-1 0 0 0,-1 0 1 0 0,0 0-1 0 0,0 0 0 0 0,0 0 0 0 0,0 0 1 0 0,0 0-1 0 0,0 0 0 0 0,-1 0 1 0 0,1-1-1 0 0,0 1 0 0 0,0 0 0 0 0,-1 0 1 0 0,1-1-1 0 0,-1 1 0 0 0,1 0 0 0 0,-1-1 1 0 0,0 1-1 0 0,1-1 0 0 0,-1 1 0 0 0,0 0 1 0 0,0-1-1 0 0,0 1 0 0 0,0-1 0 0 0,0-2 1 0 0,-1 1 0 0 0,-1 0 0 0 0,1 0 0 0 0,0 0 0 0 0,-1 0 0 0 0,1 0 0 0 0,-1 0 0 0 0,0 0 0 0 0,0 1 0 0 0,0-1 0 0 0,-5-4 0 0 0,-4-2-6 0 0,0 0 0 0 0,-1 0 0 0 0,0 1 0 0 0,-15-8 0 0 0,-20-7-3257 0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0 123 6449 0 0,'17'1'1580'0'0,"0"1"0"0"0,0 1 0 0 0,0 1 0 0 0,0 0 0 0 0,-1 1 0 0 0,1 1 0 0 0,-1 0 0 0 0,19 11 0 0 0,19 7 463 0 0,-59-32-1907 0 0,0 0 0 0 0,1 0 0 0 0,0 0 0 0 0,1-1 0 0 0,0 0 0 0 0,0 1 0 0 0,-1-10 0 0 0,3 11-288 0 0,0 0-1 0 0,0-1 1 0 0,1 1 0 0 0,0 0 0 0 0,1 0-1 0 0,-1 0 1 0 0,1-1 0 0 0,1 1 0 0 0,-1 0 0 0 0,1 0-1 0 0,0 0 1 0 0,1 1 0 0 0,4-9 0 0 0,0 4-416 0 0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11522 0 0,'-3'63'3599'0'0,"1"-40"-1134"0"0,1 1 0 0 0,3 37 1 0 0,-1-58-2783 0 0,-1-1 0 0 0,1 1 1 0 0,0 0-1 0 0,0 0 0 0 0,1 0 0 0 0,-1-1 1 0 0,1 1-1 0 0,-1-1 0 0 0,4 5 0 0 0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6.8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10138 0 0,'-2'0'448'0'0,"2"1"96"0"0,0 1-440 0 0,0-1-104 0 0,0 1 0 0 0,3 0 705 0 0,-2 2 111 0 0,2 1 24 0 0,0 0 8 0 0,0 2-432 0 0,-1 0-96 0 0,1 0-8 0 0,1-2-8 0 0,-1 2-1968 0 0,1 1-384 0 0,0 3-89 0 0,-1 2-7 0 0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0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11 10138 0 0,'0'-1'67'0'0,"-1"1"-1"0"0,1 0 0 0 0,0 0 1 0 0,0 0-1 0 0,0 0 1 0 0,-1-1-1 0 0,1 1 1 0 0,0 0-1 0 0,0 0 0 0 0,0 0 1 0 0,0-1-1 0 0,-1 1 1 0 0,1 0-1 0 0,0 0 0 0 0,0-1 1 0 0,0 1-1 0 0,0 0 1 0 0,0-1-1 0 0,0 1 1 0 0,0 0-1 0 0,0 0 0 0 0,0-1 1 0 0,0 1-1 0 0,0 0 1 0 0,0 0-1 0 0,0-1 0 0 0,0 1 1 0 0,0 0-1 0 0,0-1 1 0 0,0 1-1 0 0,0 0 1 0 0,0 0-1 0 0,0-1 0 0 0,0 1 1 0 0,1 0-1 0 0,-1 0 1 0 0,0-1-1 0 0,0 1 0 0 0,0 0 1 0 0,0 0-1 0 0,1-1 1 0 0,11 7 2717 0 0,14 15 1036 0 0,-17-11-3398 0 0,-1 1 1 0 0,0 0-1 0 0,-1 0 0 0 0,0 0 1 0 0,-1 1-1 0 0,0 0 0 0 0,-1 0 1 0 0,0 1-1 0 0,5 22 0 0 0,-1 9-167 0 0,5 70-1 0 0,-1-3-1209 0 0,-10-97 259 0 0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57.5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8 117 6913 0 0,'-1'-1'64'0'0,"0"0"0"0"0,1 0-1 0 0,-1-1 1 0 0,0 1 0 0 0,0 0-1 0 0,1 0 1 0 0,-1 0-1 0 0,1-1 1 0 0,-1 1 0 0 0,1 0-1 0 0,0-1 1 0 0,0 1-1 0 0,-1 0 1 0 0,1-1 0 0 0,0 1-1 0 0,0-1 1 0 0,0 1-1 0 0,0 0 1 0 0,0-1 0 0 0,1 1-1 0 0,-1 0 1 0 0,0-1-1 0 0,1 1 1 0 0,-1 0 0 0 0,1 0-1 0 0,-1-1 1 0 0,1 1-1 0 0,0 0 1 0 0,-1 0 0 0 0,2-2-1 0 0,2-1 191 0 0,0 0-1 0 0,1 0 0 0 0,-1 0 0 0 0,1 1 1 0 0,-1-1-1 0 0,7-2 0 0 0,2-1-37 0 0,0 0-1 0 0,1 1 0 0 0,-1 1 0 0 0,1 0 1 0 0,0 1-1 0 0,1 1 0 0 0,-1 0 0 0 0,26-2 1 0 0,9 4-1947 0 0,63 5 1 0 0,-8 1-1173 0 0,-103-6 3116 0 0,1 1 1 0 0,-1 0-1 0 0,0 0 1 0 0,1 0-1 0 0,-1 1 0 0 0,0-1 1 0 0,1 0-1 0 0,-1 0 1 0 0,0 1-1 0 0,1-1 1 0 0,-1 1-1 0 0,0-1 0 0 0,0 1 1 0 0,1 0-1 0 0,-1-1 1 0 0,0 1-1 0 0,0 0 0 0 0,0 0 1 0 0,0 0-1 0 0,0 0 1 0 0,0 0-1 0 0,0 0 1 0 0,0 0-1 0 0,-1 0 0 0 0,1 0 1 0 0,0 0-1 0 0,-1 0 1 0 0,2 2-1 0 0,-1 3 544 0 0,1 0 0 0 0,-1-1 1 0 0,-1 1-1 0 0,1 0 0 0 0,-1 10 0 0 0,0-10-371 0 0,0 0 0 0 0,0 0 0 0 0,0-1 0 0 0,1 1 0 0 0,0 0 0 0 0,0 0 0 0 0,3 5-1 0 0,-3-10-348 0 0,-1 1-1 0 0,1 0 0 0 0,1-1 0 0 0,-1 1 0 0 0,0-1 1 0 0,0 1-1 0 0,1-1 0 0 0,-1 0 0 0 0,0 1 0 0 0,1-1 0 0 0,-1 0 1 0 0,1 0-1 0 0,0 0 0 0 0,-1 0 0 0 0,1-1 0 0 0,0 1 1 0 0,0 0-1 0 0,-1-1 0 0 0,1 1 0 0 0,0-1 0 0 0,0 1 1 0 0,0-1-1 0 0,0 0 0 0 0,0 0 0 0 0,0 0 0 0 0,3 0 0 0 0,3 0 46 0 0,-1-1 0 0 0,1 0 0 0 0,0 0-1 0 0,0 0 1 0 0,-1-1 0 0 0,1 0 0 0 0,-1-1-1 0 0,1 0 1 0 0,-1 0 0 0 0,0 0 0 0 0,0-1-1 0 0,0 0 1 0 0,8-7 0 0 0,-3 0 83 0 0,0 0 0 0 0,-1 0 1 0 0,0-1-1 0 0,-1-1 1 0 0,13-19-1 0 0,-23 32-161 0 0,1-1 1 0 0,-1 1-1 0 0,0-1 1 0 0,1 1-1 0 0,-1-1 1 0 0,0 1-1 0 0,1-1 1 0 0,-1 1-1 0 0,1-1 1 0 0,-1 1-1 0 0,1 0 1 0 0,-1-1-1 0 0,1 1 1 0 0,-1 0-1 0 0,1-1 1 0 0,-1 1-1 0 0,1 0 1 0 0,-1 0-1 0 0,1 0 1 0 0,0-1-1 0 0,-1 1 1 0 0,1 0-1 0 0,-1 0 1 0 0,1 0-1 0 0,0 0 1 0 0,-1 0-1 0 0,1 0 1 0 0,-1 0-1 0 0,1 0 0 0 0,0 1 1 0 0,17 13 314 0 0,10 32 266 0 0,-25-40-556 0 0,21 37 35 0 0,-10-19 82 0 0,0 0 0 0 0,-2 1 0 0 0,-1 1 0 0 0,10 31 0 0 0,-19-51-120 0 0,-1 1 0 0 0,0 0 0 0 0,1 0 0 0 0,-2 0 0 0 0,1 0 1 0 0,-1 0-1 0 0,0 0 0 0 0,-1 0 0 0 0,0 0 0 0 0,0 0 0 0 0,0 0 0 0 0,-1-1 0 0 0,0 1 1 0 0,0 0-1 0 0,-1-1 0 0 0,1 1 0 0 0,-2-1 0 0 0,1 0 0 0 0,-1 0 0 0 0,0 0 0 0 0,-7 9 0 0 0,-9 4-219 0 0,0-1-1 0 0,-2 0 1 0 0,0-2-1 0 0,0 0 0 0 0,-2-1 1 0 0,1-2-1 0 0,-2 0 0 0 0,0-2 1 0 0,-53 17-1 0 0,54-21-8304 0 0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1.3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289 24 5465 0 0,'-10'-1'7'0'0,"1"1"0"0"0,0 0-1 0 0,-1 0 1 0 0,1 1 0 0 0,0 0-1 0 0,0 1 1 0 0,-14 3 0 0 0,-6 2-7 0 0,17-5 40 0 0,-3 1 58 0 0,-1-1 1 0 0,-24 1-1 0 0,34-4 354 0 0,0 1 0 0 0,0-1 0 0 0,0 0 0 0 0,0 0 0 0 0,0-1-1 0 0,0 0 1 0 0,0 0 0 0 0,1 0 0 0 0,-11-6 0 0 0,-4 3 4694 0 0,30 6-4239 0 0,58 5-25 0 0,0 0-365 0 0,99-3 1 0 0,541-34 1638 0 0,-534 24-1666 0 0,-57 5-282 0 0,-117 2-254 0 0,0 0 0 0 0,0 1 0 0 0,0-1 0 0 0,-1 0-91 0 0,1 0 91 0 0,0 0 0 0 0,0 0 0 0 0,0 0 0 0 0,0 1 1 0 0,0-1-1 0 0,0 0 0 0 0,0 0 0 0 0,0 0 0 0 0,0 0 0 0 0,0 0 1 0 0,0 1-1 0 0,0-1 0 0 0,0 0 0 0 0,0 0 0 0 0,0 0 0 0 0,0 0 1 0 0,0 0-1 0 0,0 1 0 0 0,0-1 0 0 0,0 0 0 0 0,0 0 0 0 0,0 0 1 0 0,0 0-1 0 0,0 0 0 0 0,0 1 0 0 0,0-1 0 0 0,0 0 0 0 0,0 0 1 0 0,0 0-1 0 0,0 0 0 0 0,0 0 0 0 0,1 0 0 0 0,-1 1-91 0 0,0-1 91 0 0,0 0 0 0 0,0 0 0 0 0,0 0 0 0 0,0 0 1 0 0,1 0-1 0 0,-1 0 0 0 0,0 0 0 0 0,0 0 0 0 0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80 7834 0 0,'-7'-8'794'0'0,"-1"1"0"0"0,2-1 0 0 0,-10-14 1 0 0,-13-13 6397 0 0,41 58-3627 0 0,-1 26-3547 0 0,-7-30 273 0 0,14 97-280 0 0,-12-68 153 0 0,19 71-1 0 0,-21-106-427 0 0,0 1 0 0 0,2-1 0 0 0,-1 0 0 0 0,1 0 0 0 0,1 0 0 0 0,1-1 0 0 0,0 0 0 0 0,0 0 0 0 0,16 16 0 0 0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3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 7370 0 0,'25'-31'10638'0'0,"-24"35"-10015"0"0,27 153 2671 0 0,4 86-2839 0 0,-16-119-440 0 0,-13-100-250 0 0,11 38-1 0 0,-12-54-369 0 0,0-1 0 0 0,1 0-1 0 0,0 0 1 0 0,1 0 0 0 0,-1 0 0 0 0,1-1 0 0 0,0 1 0 0 0,1-1 0 0 0,5 6 0 0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5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 14283 0 0,'28'0'1704'0'0,"55"-9"-85"0"0,0-6-3850 0 0,-31 6-1887 0 0,-23 4 1894 0 0,1-2-16 0 0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2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1 6913 0 0,'-8'2'724'0'0,"1"1"0"0"0,0 1 0 0 0,0-1 0 0 0,0 1 0 0 0,0 1 0 0 0,0-1 0 0 0,1 1 0 0 0,0 0 0 0 0,0 0 0 0 0,0 1 0 0 0,1 0 0 0 0,0 0 0 0 0,0 0 0 0 0,1 1 0 0 0,-1 0 0 0 0,-3 7 0 0 0,7-12-673 0 0,0 0 0 0 0,0 1-1 0 0,0-1 1 0 0,0 0 0 0 0,1 1-1 0 0,-1-1 1 0 0,1 1 0 0 0,-1-1-1 0 0,1 1 1 0 0,0-1 0 0 0,0 1-1 0 0,0-1 1 0 0,0 1 0 0 0,1-1-1 0 0,-1 0 1 0 0,1 1 0 0 0,-1-1-1 0 0,1 1 1 0 0,0-1 0 0 0,0 0-1 0 0,0 1 1 0 0,0-1 0 0 0,0 0-1 0 0,1 0 1 0 0,-1 0 0 0 0,0 0-1 0 0,1 0 1 0 0,0 0 0 0 0,-1 0-1 0 0,1-1 1 0 0,0 1 0 0 0,0 0-1 0 0,0-1 1 0 0,0 0 0 0 0,3 2-1 0 0,1 1-21 0 0,1-1-1 0 0,-1 0 0 0 0,1 0 1 0 0,0 0-1 0 0,0-1 0 0 0,0 0 0 0 0,0 0 1 0 0,0-1-1 0 0,1 0 0 0 0,12 0 1 0 0,-12-1-2 0 0,1-1 0 0 0,-1 0 0 0 0,0 0 0 0 0,0-1 0 0 0,0 0 0 0 0,0 0 0 0 0,0-1 0 0 0,14-6 0 0 0,-20 8-29 0 0,0 0-1 0 0,0-1 1 0 0,-1 1 0 0 0,1 0-1 0 0,0-1 1 0 0,0 1 0 0 0,-1-1-1 0 0,1 0 1 0 0,-1 0 0 0 0,1 1-1 0 0,-1-1 1 0 0,0 0 0 0 0,0 0-1 0 0,0 0 1 0 0,0 0 0 0 0,0-1 0 0 0,0 1-1 0 0,0 0 1 0 0,-1 0 0 0 0,1 0-1 0 0,-1-1 1 0 0,0 1 0 0 0,1 0-1 0 0,-1-1 1 0 0,0 1 0 0 0,0 0-1 0 0,-1 0 1 0 0,1-1 0 0 0,0 1-1 0 0,-1 0 1 0 0,0-1 0 0 0,1 1 0 0 0,-1 0-1 0 0,0 0 1 0 0,-1-3 0 0 0,-1-1-15 0 0,-1 0 0 0 0,1-1 1 0 0,-1 2-1 0 0,0-1 1 0 0,0 0-1 0 0,-1 1 1 0 0,1 0-1 0 0,-1 0 0 0 0,0 0 1 0 0,-1 0-1 0 0,-9-6 1 0 0,10 8-354 0 0,0 1-1 0 0,0-1 1 0 0,1 1 0 0 0,-2 0 0 0 0,1 0 0 0 0,0 1 0 0 0,0 0 0 0 0,0 0 0 0 0,-10-1 0 0 0,-2 3-6101 0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41 6449 0 0,'-4'-2'139'0'0,"1"0"0"0"0,0 0 0 0 0,0-1 0 0 0,-1 0 0 0 0,2 1 0 0 0,-7-25 10693 0 0,19 41-9459 0 0,-7-7-1068 0 0,0 1 0 0 0,-1-1 1 0 0,0 1-1 0 0,0 0 0 0 0,0-1 0 0 0,-1 1 0 0 0,0 0 0 0 0,-1 12 0 0 0,-7 69 188 0 0,1-29-479 0 0,5-11-75 0 0,9 78 1 0 0,1-52-6415 0 0,-5-42-468 0 0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25 265 9218 0 0,'0'1'121'0'0,"-1"0"1"0"0,1 0-1 0 0,0 0 1 0 0,0 0-1 0 0,1 0 1 0 0,-1 0-1 0 0,0 0 1 0 0,0 0-1 0 0,0 0 1 0 0,1 0-1 0 0,-1 0 1 0 0,0 0-1 0 0,1 0 1 0 0,-1 0-1 0 0,1-1 1 0 0,-1 1-1 0 0,1 0 1 0 0,-1 0-1 0 0,1-1 1 0 0,-1 1-1 0 0,1 0 1 0 0,0 0-1 0 0,0-1 1 0 0,-1 1-1 0 0,1-1 0 0 0,0 1 1 0 0,0-1-1 0 0,0 1 1 0 0,1 0-1 0 0,26 13 3470 0 0,-23-14-3362 0 0,0 0 0 0 0,0 0 0 0 0,0 0 1 0 0,1 0-1 0 0,-1-1 0 0 0,0 0 0 0 0,-1 0 0 0 0,1 0 1 0 0,0 0-1 0 0,0-1 0 0 0,0 0 0 0 0,-1 0 1 0 0,1 0-1 0 0,-1-1 0 0 0,0 1 0 0 0,1-1 0 0 0,-1 0 1 0 0,0 0-1 0 0,-1-1 0 0 0,1 1 0 0 0,3-5 0 0 0,1 0-182 0 0,-2 0 0 0 0,1 0 0 0 0,-1-1 0 0 0,0 1 0 0 0,-1-1 0 0 0,0-1 0 0 0,0 1 0 0 0,-1-1 0 0 0,4-12 0 0 0,-7 15-47 0 0,0 0 0 0 0,-1 0 1 0 0,1 0-1 0 0,-1 0 1 0 0,-1 0-1 0 0,1 1 0 0 0,-1-1 1 0 0,0 0-1 0 0,-1 0 1 0 0,0 0-1 0 0,0 1 0 0 0,0-1 1 0 0,-1 1-1 0 0,0-1 1 0 0,0 1-1 0 0,-1 0 0 0 0,-4-6 1 0 0,6 9-4 0 0,0 1 1 0 0,0-1 0 0 0,0 1 0 0 0,0-1 0 0 0,0 1-1 0 0,-1 0 1 0 0,1 0 0 0 0,-1 0 0 0 0,0 0-1 0 0,1 1 1 0 0,-1-1 0 0 0,0 1 0 0 0,0-1-1 0 0,0 1 1 0 0,0 0 0 0 0,0 0 0 0 0,0 1 0 0 0,0-1-1 0 0,-1 0 1 0 0,1 1 0 0 0,0 0 0 0 0,0 0-1 0 0,-1 0 1 0 0,1 0 0 0 0,0 0 0 0 0,0 1-1 0 0,0 0 1 0 0,0-1 0 0 0,0 1 0 0 0,-1 0 0 0 0,1 0-1 0 0,1 1 1 0 0,-1-1 0 0 0,0 1 0 0 0,0-1-1 0 0,0 1 1 0 0,1 0 0 0 0,-4 3 0 0 0,-1 1-9 0 0,-1 0 1 0 0,1 0 0 0 0,0 1 0 0 0,1 0 0 0 0,0 0-1 0 0,0 1 1 0 0,0 0 0 0 0,1 0 0 0 0,0 0 0 0 0,1 0-1 0 0,0 1 1 0 0,0 0 0 0 0,1 0 0 0 0,-4 14 0 0 0,6-15-5 0 0,0 0 1 0 0,0-1 0 0 0,1 1-1 0 0,0 0 1 0 0,0 0 0 0 0,1-1-1 0 0,0 1 1 0 0,1 0 0 0 0,-1-1-1 0 0,1 1 1 0 0,1-1 0 0 0,-1 0-1 0 0,1 0 1 0 0,1 0 0 0 0,-1 0-1 0 0,1 0 1 0 0,1-1 0 0 0,6 9-1 0 0,-5-8-252 0 0,0 0-1 0 0,1-1 1 0 0,0 0 0 0 0,0 0-1 0 0,0-1 1 0 0,1 0 0 0 0,-1 0-1 0 0,1 0 1 0 0,1-1-1 0 0,-1-1 1 0 0,0 1 0 0 0,1-1-1 0 0,0-1 1 0 0,-1 0-1 0 0,1 0 1 0 0,0 0 0 0 0,17-1-1 0 0,7 0-5856 0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4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146 21 2761 0 0,'1'-1'160'0'0,"-1"1"0"0"0,0 0 0 0 0,1-1 0 0 0,-1 1 0 0 0,0-1 1 0 0,0 1-1 0 0,0-1 0 0 0,1 1 0 0 0,-1-1 0 0 0,0 1 1 0 0,0-1-1 0 0,0 1 0 0 0,0-1 0 0 0,0 1 0 0 0,0-1 0 0 0,0 1 1 0 0,0-1-1 0 0,0 1 0 0 0,0-1 0 0 0,0 1 0 0 0,-1-1 0 0 0,1 1 1 0 0,0-1-1 0 0,0 1 0 0 0,0-1 0 0 0,-1 1 0 0 0,1 0 1 0 0,0-1-1 0 0,0 1 0 0 0,-1-1 0 0 0,1 1 0 0 0,-1-1 0 0 0,-17-4 3821 0 0,-22 11 47 0 0,33-3-3585 0 0,0 1-1 0 0,-1 0 1 0 0,1 0-1 0 0,1 0 1 0 0,-1 1-1 0 0,1 0 1 0 0,-1 0-1 0 0,2 0 1 0 0,-7 7-1 0 0,11-10-395 0 0,-1-1 0 0 0,1 1-1 0 0,0 0 1 0 0,-1 0 0 0 0,1 0-1 0 0,0 0 1 0 0,0 0 0 0 0,0 0-1 0 0,1 0 1 0 0,-1 0-1 0 0,0 0 1 0 0,1 0 0 0 0,-1 0-1 0 0,1 0 1 0 0,0 0 0 0 0,0 1-1 0 0,0-1 1 0 0,0 0 0 0 0,0 0-1 0 0,0 0 1 0 0,0 1 0 0 0,1-1-1 0 0,-1 0 1 0 0,1 0-1 0 0,0 0 1 0 0,-1 0 0 0 0,1 0-1 0 0,0 0 1 0 0,0 0 0 0 0,0 0-1 0 0,1 0 1 0 0,-1 0 0 0 0,0-1-1 0 0,1 1 1 0 0,-1 0-1 0 0,4 2 1 0 0,9 7-59 0 0,1 0 0 0 0,0-1 0 0 0,26 13 0 0 0,-28-16-204 0 0,0 0 0 0 0,0 0 0 0 0,-1 1 1 0 0,0 1-1 0 0,-1 0 0 0 0,18 18 0 0 0,-28-26 188 0 0,0 1 1 0 0,1-1-1 0 0,-1 1 1 0 0,0 0-1 0 0,0-1 1 0 0,0 1-1 0 0,0 0 0 0 0,0 0 1 0 0,-1 0-1 0 0,1 0 1 0 0,-1-1-1 0 0,1 1 0 0 0,-1 0 1 0 0,1 0-1 0 0,-1 0 1 0 0,0 0-1 0 0,0 0 0 0 0,0 0 1 0 0,0 0-1 0 0,-1 0 1 0 0,1 0-1 0 0,0 0 0 0 0,-1 0 1 0 0,1 0-1 0 0,-1 0 1 0 0,0 0-1 0 0,0 0 0 0 0,0 0 1 0 0,0 0-1 0 0,0-1 1 0 0,0 1-1 0 0,0 0 0 0 0,0-1 1 0 0,-1 1-1 0 0,1-1 1 0 0,-1 0-1 0 0,1 1 0 0 0,-1-1 1 0 0,1 0-1 0 0,-1 0 1 0 0,-2 1-1 0 0,-7 6 12 0 0,-2-1 0 0 0,1 0-1 0 0,-1-1 1 0 0,-19 7 0 0 0,-29 5-1404 0 0,28-10-5021 0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1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73 173 3225 0 0,'-15'-52'1227'0'0,"9"32"1142"0"0,1 0 1 0 0,-5-40-1 0 0,10 59-2198 0 0,0-1 1 0 0,-1 1 0 0 0,1 0-1 0 0,0 0 1 0 0,0 0 0 0 0,0-1-1 0 0,-1 1 1 0 0,1 0 0 0 0,-1 0-1 0 0,1 0 1 0 0,-1 0 0 0 0,1 0-1 0 0,-1 0 1 0 0,1 0 0 0 0,-1 0-1 0 0,-1-2 1 0 0,-4 5 1645 0 0,2 11-870 0 0,-12 189 876 0 0,13-128-1452 0 0,5 656 981 0 0,15-513-1274 0 0,55 261 0 0 0,14 171 187 0 0,-86-644-264 0 0,8 568 1725 0 0,-12-558-3557 0 0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3.2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22 6913 0 0,'-3'-1'153'0'0,"1"1"0"0"0,-1 0 0 0 0,1 0-1 0 0,-1 0 1 0 0,1 0 0 0 0,-1 0 0 0 0,1 0-1 0 0,0 1 1 0 0,-1-1 0 0 0,1 1-1 0 0,0-1 1 0 0,-1 1 0 0 0,1 0 0 0 0,0 0-1 0 0,0 0 1 0 0,-1 0 0 0 0,1 1 0 0 0,0-1-1 0 0,-3 4 1 0 0,4-4-128 0 0,0-1 0 0 0,0 1 1 0 0,0 0-1 0 0,1 0 0 0 0,-1 1 0 0 0,0-1 1 0 0,1 0-1 0 0,-1 0 0 0 0,1 0 0 0 0,-1 0 1 0 0,1 1-1 0 0,-1-1 0 0 0,1 0 0 0 0,0 0 0 0 0,0 1 1 0 0,0-1-1 0 0,-1 0 0 0 0,1 0 0 0 0,0 1 1 0 0,1-1-1 0 0,-1 0 0 0 0,0 0 0 0 0,0 1 0 0 0,0-1 1 0 0,1 0-1 0 0,-1 0 0 0 0,1 1 0 0 0,-1-1 1 0 0,1 0-1 0 0,-1 0 0 0 0,1 0 0 0 0,0 0 1 0 0,0 0-1 0 0,-1 0 0 0 0,1 0 0 0 0,0 0 0 0 0,0 0 1 0 0,0 0-1 0 0,0 0 0 0 0,1 0 0 0 0,3 2-29 0 0,-1 0 0 0 0,0 0 0 0 0,1-1-1 0 0,-1 0 1 0 0,1 0 0 0 0,0 0-1 0 0,0 0 1 0 0,0-1 0 0 0,0 0 0 0 0,0 0-1 0 0,0 0 1 0 0,0-1 0 0 0,0 1 0 0 0,7-2-1 0 0,13 0 53 0 0,39-7 0 0 0,-51 6 50 0 0,466-38 2819 0 0,2 37-1296 0 0,212-10-1133 0 0,-146-20-165 0 0,-1 32 952 0 0,-124 24-50 0 0,197 7 197 0 0,-432-30-905 0 0,249-32 0 0 0,-370 22-313 0 0,-38 5-199 0 0,1 1 1 0 0,-1 1-1 0 0,1 1 0 0 0,0 1 0 0 0,33 5 1 0 0,-62-4-29 0 0,1 0 0 0 0,-1-1 0 0 0,1 1 0 0 0,-1 0 0 0 0,0 0 0 0 0,1 0 0 0 0,-1 0 0 0 0,1 0 0 0 0,-1 0 0 0 0,1 0 0 0 0,-1 0 0 0 0,1 0 0 0 0,-1 1 0 0 0,0-1 0 0 0,1 0 0 0 0,-1 0 0 0 0,1 0 0 0 0,-1 0 0 0 0,1 1 0 0 0,-1-1 0 0 0,0 0 0 0 0,1 0 0 0 0,-1 1 0 0 0,0-1 0 0 0,1 0 0 0 0,-1 1 0 0 0,0-1 0 0 0,1 0 0 0 0,-1 1 0 0 0,0-1 0 0 0,0 0 0 0 0,1 1 0 0 0,-1-1 0 0 0,0 1 0 0 0,0-1 0 0 0,0 0 0 0 0,0 1 0 0 0,0-1 0 0 0,1 1 0 0 0,-1-1 0 0 0,0 1 0 0 0,0-1 0 0 0,0 1 0 0 0,0-1 0 0 0,0 0 0 0 0,0 1 0 0 0,0-1 0 0 0,-1 1 0 0 0,1-1 0 0 0,0 1 0 0 0,0-1 0 0 0,0 0 0 0 0,0 1 0 0 0,0-1 0 0 0,-1 1 0 0 0,1-1 0 0 0,0 0 0 0 0,0 1 0 0 0,-1-1 0 0 0,1 1 0 0 0,0-1 0 0 0,-1 0 0 0 0,1 0 0 0 0,0 1 0 0 0,-1-1 0 0 0,1 0 0 0 0,0 0 0 0 0,-1 1 0 0 0,-2 1-952 0 0,0 1 0 0 0,0-1 1 0 0,0 0-1 0 0,-1 0 0 0 0,1 0 1 0 0,-8 2-1 0 0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4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1840 0 0,'3'0'160'0'0,"-2"0"-160"0"0,0 0 0 0 0,1 0-192 0 0,-1 1-80 0 0,0-1-16 0 0,2 0 0 0 0,1 2 160 0 0,-2-1 32 0 0,-1-1 368 0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7:55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5067 1 3681 0 0,'0'0'0'0'0,"0"-1"0"0"0,1 1 1 0 0,-1 0-1 0 0,0 0 1 0 0,0 0-1 0 0,0 0 0 0 0,1 0 1 0 0,-1 0-1 0 0,0 0 0 0 0,0 0 1 0 0,1 0-1 0 0,-1 1 0 0 0,0-1 1 0 0,0 0-1 0 0,1 0 0 0 0,-1 0 1 0 0,0 0-1 0 0,0 0 0 0 0,0 0 1 0 0,1 0-1 0 0,-1 1 1 0 0,0-1-1 0 0,0 0 0 0 0,0 0 1 0 0,1 0-1 0 0,-1 0 0 0 0,0 1 1 0 0,0-1-1 0 0,0 0 0 0 0,0 0 1 0 0,0 0-1 0 0,1 1 0 0 0,-1-1 1 0 0,0 0-1 0 0,0 0 0 0 0,0 1 1 0 0,0-1-1 0 0,0 0 1 0 0,-5 11-75 0 0,4-10 62 0 0,0 1 0 0 0,-1-1 1 0 0,1 1-1 0 0,-1-1 0 0 0,1 1 1 0 0,-1-1-1 0 0,1 0 0 0 0,-1 0 1 0 0,0 0-1 0 0,0 0 0 0 0,-2 1 1 0 0,-8-1 494 0 0,12-4 540 0 0,3-6-6 0 0,1 11-90 0 0,2 0-343 0 0,-1 1 0 0 0,0 1 1 0 0,-1-1-1 0 0,1 1 0 0 0,-1 0 1 0 0,1 0-1 0 0,-1 0 0 0 0,0 0 1 0 0,-1 1-1 0 0,1 0 0 0 0,-1 0 1 0 0,0 0-1 0 0,3 6 0 0 0,-1-1-100 0 0,0 1 0 0 0,-1 0 0 0 0,-1 0 0 0 0,1 0-1 0 0,2 22 1 0 0,-3-17-135 0 0,0-1 0 0 0,9 24-1 0 0,0-10-41 0 0,0-5-47 0 0,-2 0 0 0 0,-1 1 0 0 0,-1 1 0 0 0,-1 0 0 0 0,-1 0 0 0 0,3 35 0 0 0,-10 229 355 0 0,-2-34-335 0 0,22 21-3 0 0,86 436 1 0 0,-95-648-211 0 0,-2-1-1 0 0,-1 76 1 0 0,-15 130 85 0 0,7-243-152 0 0,1-1 0 0 0,2 1 0 0 0,0-1 0 0 0,2 0 0 0 0,1 0 0 0 0,1 0 0 0 0,1 0 0 0 0,18 41 0 0 0,-22-59 30 0 0,-1-1 0 0 0,0 1 1 0 0,-1 0-1 0 0,0 0 0 0 0,0 0 0 0 0,0 0 1 0 0,-1-1-1 0 0,0 1 0 0 0,-1 0 0 0 0,0 0 1 0 0,0 0-1 0 0,-1 0 0 0 0,0 0 0 0 0,-5 13 1 0 0,0 6 15 0 0,6-23-47 0 0,0-1-1 0 0,1 1 1 0 0,0 0 0 0 0,0-1-1 0 0,0 1 1 0 0,0-1 0 0 0,1 1-1 0 0,-1 0 1 0 0,1-1 0 0 0,0 1-1 0 0,0-1 1 0 0,0 0 0 0 0,0 1-1 0 0,1-1 1 0 0,-1 0 0 0 0,4 5-1 0 0,8 21-11 0 0,-13-29 13 0 0,1 0 0 0 0,-1 0 0 0 0,0 1 0 0 0,0-1 0 0 0,0 0 0 0 0,0 0 0 0 0,0 1 0 0 0,0-1 0 0 0,0 0 0 0 0,0 0 0 0 0,0 1 0 0 0,0-1 0 0 0,0 0 0 0 0,0 0 0 0 0,0 1 0 0 0,0-1 0 0 0,0 0 0 0 0,0 0 0 0 0,0 1 0 0 0,0-1 0 0 0,0 0 0 0 0,0 0 0 0 0,0 0 0 0 0,0 1 0 0 0,0-1 0 0 0,0 0 0 0 0,0 0 0 0 0,-1 1 0 0 0,1-1 0 0 0,0 0 0 0 0,0 0 0 0 0,0 0 0 0 0,0 0 0 0 0,-1 1 0 0 0,1-1 0 0 0,0 0 0 0 0,0 0 0 0 0,0 0 0 0 0,-1 0 0 0 0,1 0 0 0 0,0 1 0 0 0,0-1 0 0 0,0 0 0 0 0,-1 0 0 0 0,1 0 0 0 0,0 0 0 0 0,0 0 0 0 0,-1 0 0 0 0,1 0 0 0 0,0 0 0 0 0,0 0 0 0 0,-1 0 0 0 0,1 0 0 0 0,0 0 0 0 0,0 0 0 0 0,-1 0 0 0 0,1 0 0 0 0,-66 12-80 0 0,-1-3 0 0 0,-112 2 0 0 0,-236 5-56 0 0,205-12 106 0 0,-85 5-20 0 0,40-6 55 0 0,37-1-30 0 0,-60 0-255 0 0,-28 0 117 0 0,84 3-16 0 0,-33 1 5 0 0,-504 20-306 0 0,415-16 488 0 0,-51 2-451 0 0,57-6 93 0 0,154-7 604 0 0,18-2-146 0 0,-191-2 1749 0 0,348 4-1875 0 0,-10 1 108 0 0,9 0-87 0 0,1 0 1 0 0,-1-1-1 0 0,0 1 1 0 0,1-2 0 0 0,0 0-1 0 0,-15-4 1 0 0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1203 13 3041 0 0,'6'-9'4105'0'0,"-6"8"-3864"0"0,1 1 1 0 0,0 0-1 0 0,-1-1 1 0 0,1 1-1 0 0,-1 0 1 0 0,1 0-1 0 0,0-1 1 0 0,-1 1-1 0 0,1 0 1 0 0,0 0-1 0 0,0 0 1 0 0,17 11 4974 0 0,-4-2-6168 0 0,-6-2 993 0 0,0 0 0 0 0,0 0-1 0 0,0 1 1 0 0,-1 0 0 0 0,0 1-1 0 0,0 0 1 0 0,-1 0 0 0 0,0 0-1 0 0,-1 0 1 0 0,0 1 0 0 0,0 0-1 0 0,-1 0 1 0 0,-1 0 0 0 0,1 1-1 0 0,2 17 1 0 0,0 11 257 0 0,-1 0 1 0 0,0 79-1 0 0,-6-98-181 0 0,0 0 1 0 0,-2 0-1 0 0,0 0 0 0 0,-1 0 1 0 0,-1 0-1 0 0,-1-1 1 0 0,0 1-1 0 0,-2-1 0 0 0,0-1 1 0 0,-1 0-1 0 0,-1 0 0 0 0,-1-1 1 0 0,-15 19-1 0 0,9-14 112 0 0,-2-2 0 0 0,0 0 0 0 0,-1-1 1 0 0,-2-1-1 0 0,1-1 0 0 0,-2-1 0 0 0,0-1 0 0 0,-1-1 0 0 0,-30 13 0 0 0,-15 2 109 0 0,-3-3 0 0 0,-139 32 1 0 0,-156-2 1267 0 0,76-14-525 0 0,291-42-1166 0 0,-1 0-1 0 0,1 1 0 0 0,0-1 0 0 0,0 0 0 0 0,-1 0 1 0 0,1 0-1 0 0,0 0 0 0 0,-1 0 0 0 0,1 0 1 0 0,0 0-1 0 0,-1 0 0 0 0,1 0 0 0 0,0 0 0 0 0,0 0 1 0 0,-1 0-1 0 0,1 0 0 0 0,0-1 0 0 0,-1 1 0 0 0,1 0 1 0 0,0 0-1 0 0,0 0 0 0 0,-1 0 0 0 0,1 0 1 0 0,0 0-1 0 0,0-1 0 0 0,-1 1 0 0 0,1 0 0 0 0,0 0 1 0 0,0 0-1 0 0,-1-1 0 0 0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6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52 5065 0 0,'4'-20'1961'0'0,"-3"19"-1664"0"0,-1-1-1 0 0,1 1 1 0 0,-1 0 0 0 0,1 0 0 0 0,-1-1 0 0 0,0 1-1 0 0,0 0 1 0 0,0-1 0 0 0,1 1 0 0 0,-1 0 0 0 0,-1-1-1 0 0,1 1 1 0 0,0 0 0 0 0,0-1 0 0 0,0 1 0 0 0,-1 0 0 0 0,1-1-1 0 0,-1 1 1 0 0,1 0 0 0 0,-2-3 0 0 0,2 4-244 0 0,0 0 1 0 0,0 0-1 0 0,0 0 0 0 0,0 0 1 0 0,0 0-1 0 0,-1-1 1 0 0,1 1-1 0 0,0 0 0 0 0,0 0 1 0 0,0 0-1 0 0,0 0 1 0 0,0 0-1 0 0,-1 0 0 0 0,1 0 1 0 0,0 0-1 0 0,0 0 1 0 0,0 0-1 0 0,0 0 0 0 0,-1-1 1 0 0,1 1-1 0 0,0 0 1 0 0,0 0-1 0 0,0 0 1 0 0,-1 0-1 0 0,1 0 0 0 0,0 1 1 0 0,0-1-1 0 0,0 0 1 0 0,0 0-1 0 0,-1 0 0 0 0,1 0 1 0 0,0 0-1 0 0,0 0 1 0 0,0 0-1 0 0,0 0 0 0 0,0 0 1 0 0,-1 0-1 0 0,1 0 1 0 0,0 0-1 0 0,0 1 0 0 0,0-1 1 0 0,0 0-1 0 0,-1 0 1 0 0,-6 11 907 0 0,-4 10-369 0 0,0 14-442 0 0,1 0-1 0 0,1 1 1 0 0,2 1-1 0 0,2-1 1 0 0,1 1-1 0 0,2-1 1 0 0,2 1-1 0 0,1 0 1 0 0,1 0-1 0 0,3 0 1 0 0,15 61-1 0 0,-10-60-126 0 0,1-1 0 0 0,3-1 0 0 0,1 0 0 0 0,29 51 0 0 0,-29-64-7 0 0,0-1 0 0 0,1-1 1 0 0,1-1-1 0 0,1 0 0 0 0,0-1 1 0 0,2-1-1 0 0,32 24 0 0 0,-27-26 3 0 0,1-1 1 0 0,1-1-1 0 0,0-1 0 0 0,0-2 0 0 0,1 0 0 0 0,1-2 0 0 0,-1-1 0 0 0,1-1 0 0 0,1-2 0 0 0,43 3 0 0 0,27-5 159 0 0,179-17 0 0 0,-123 2 19 0 0,64 10-62 0 0,-47 2 133 0 0,-168 0-323 0 0,67-5 744 0 0,-67 4-844 0 0,0 0-1 0 0,0 0 1 0 0,0 0 0 0 0,0-1 0 0 0,0 0-1 0 0,0 0 1 0 0,-1 0 0 0 0,1 0-1 0 0,-1-1 1 0 0,0 0 0 0 0,7-5-1 0 0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50 3225 0 0,'-5'-4'844'0'0,"1"0"0"0"0,0 0 0 0 0,-1-1 0 0 0,1 1 1 0 0,-5-9-1 0 0,-1-3 3733 0 0,20 51 1292 0 0,-9 6-3735 0 0,-11 49-2770 0 0,4-47 1164 0 0,3-22-515 0 0,2-1 0 0 0,0 1 0 0 0,1 0 1 0 0,2-1-1 0 0,0 1 0 0 0,1-1 0 0 0,6 24 0 0 0,-3-26-1568 0 0,1 1 0 0 0,11 21 0 0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24 5065 0 0,'-1'0'143'0'0,"0"0"1"0"0,1 0-1 0 0,-1 0 0 0 0,0 0 0 0 0,0 0 1 0 0,0 0-1 0 0,0 0 0 0 0,0 0 0 0 0,0 0 1 0 0,1 0-1 0 0,-1 0 0 0 0,0 0 0 0 0,0 1 1 0 0,0-1-1 0 0,0 0 0 0 0,1 1 0 0 0,-1-1 1 0 0,0 1-1 0 0,0-1 0 0 0,1 1 0 0 0,-1-1 1 0 0,0 1-1 0 0,1-1 0 0 0,-1 1 1 0 0,1 0-1 0 0,-1-1 0 0 0,0 1 0 0 0,1 0 1 0 0,0 0-1 0 0,-1 0 0 0 0,1 0 28 0 0,0 0-1 0 0,1 1 1 0 0,-1-1-1 0 0,0 0 1 0 0,1 0 0 0 0,-1 0-1 0 0,1 0 1 0 0,-1 0-1 0 0,1 0 1 0 0,0 0 0 0 0,-1-1-1 0 0,1 1 1 0 0,0 0-1 0 0,0 0 1 0 0,0 0 0 0 0,-1-1-1 0 0,1 1 1 0 0,0 0-1 0 0,0-1 1 0 0,0 1 0 0 0,0-1-1 0 0,0 1 1 0 0,0-1-1 0 0,2 1 1 0 0,31 18 684 0 0,-2 1 0 0 0,0 2 0 0 0,-1 1 0 0 0,45 45 0 0 0,-14-14-181 0 0,-31-25-486 0 0,-13-12 227 0 0,28 21-1 0 0,-41-35-289 0 0,-1 1-1 0 0,1-1 1 0 0,0-1-1 0 0,0 1 1 0 0,0-1-1 0 0,0 0 1 0 0,0 0-1 0 0,1 0 1 0 0,-1-1-1 0 0,0 0 1 0 0,11 1-1 0 0,-13-2-75 0 0,-1 0 0 0 0,1-1 0 0 0,-1 0 0 0 0,1 1 0 0 0,0-1 0 0 0,-1 0 0 0 0,0 0 0 0 0,1 0 0 0 0,-1 0 0 0 0,0-1-1 0 0,0 1 1 0 0,1-1 0 0 0,-1 1 0 0 0,0-1 0 0 0,0 0 0 0 0,-1 0 0 0 0,1 0 0 0 0,0 0 0 0 0,-1 0 0 0 0,1 0 0 0 0,-1 0 0 0 0,0-1 0 0 0,1 1 0 0 0,-1 0 0 0 0,0-1-1 0 0,0 1 1 0 0,0-4 0 0 0,3-8 19 0 0,0-1 0 0 0,-1 0 0 0 0,2-21 0 0 0,-4 30-24 0 0,3-92 103 0 0,-3 25-2078 0 0,5 24-3985 0 0,-2 30-635 0 0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7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 10594 0 0,'29'-10'2321'0'0,"0"2"0"0"0,48-8 0 0 0,11-3-1850 0 0,-75 18-2320 0 0,-11 1 1700 0 0,0 0-1 0 0,0 0 1 0 0,0 0 0 0 0,0 0 0 0 0,0 0 0 0 0,0 0 0 0 0,0-1 0 0 0,0 1 0 0 0,0-1-1 0 0,-1 1 1 0 0,1-1 0 0 0,0 0 0 0 0,2-1 0 0 0,-2-4 69 0 0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0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9674 0 0,'-1'7'668'0'0,"0"-1"0"0"0,0 1 1 0 0,1-1-1 0 0,0 1 0 0 0,0-1 0 0 0,1 1 0 0 0,0-1 1 0 0,0 1-1 0 0,0-1 0 0 0,4 10 0 0 0,1 17 1723 0 0,7 117-969 0 0,-6-45-3904 0 0,7-3-4016 0 0,-6-65 3747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8.7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3 3225 0 0,'-7'-3'14634'0'0,"2"21"-11699"0"0,0 25-3231 0 0,-6 121 769 0 0,-4 99-4120 0 0,15-254 3219 0 0,-1-1-260 0 0,1 0 1 0 0,0 0-1 0 0,0 1 0 0 0,0-1 0 0 0,1 0 0 0 0,1 0 0 0 0,-1 0 1 0 0,1-1-1 0 0,1 1 0 0 0,4 12 0 0 0,-3-14-816 0 0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12 262 8754 0 0,'-12'-13'1074'0'0,"14"4"1441"0"0,-1 8-2398 0 0,0 1 0 0 0,0-1 0 0 0,0 1 1 0 0,0 0-1 0 0,0-1 0 0 0,1 1 0 0 0,-1 0 0 0 0,0 0 0 0 0,0 0 0 0 0,0 0 0 0 0,0 0 0 0 0,1 0 1 0 0,-1 0-1 0 0,0 1 0 0 0,0-1 0 0 0,0 0 0 0 0,0 1 0 0 0,0-1 0 0 0,0 1 0 0 0,0-1 1 0 0,0 1-1 0 0,0-1 0 0 0,2 2 0 0 0,17 13 270 0 0,0 0 1 0 0,-2 2-1 0 0,0 0 1 0 0,-1 1-1 0 0,0 1 1 0 0,18 27-1 0 0,43 46 112 0 0,-72-85-523 0 0,1-1 0 0 0,0 0 0 0 0,1 0 0 0 0,-1 0 0 0 0,1-1 0 0 0,0 0 0 0 0,12 5 0 0 0,-18-9 59 0 0,0 0 1 0 0,0-1-1 0 0,0 1 1 0 0,0-1-1 0 0,0 1 0 0 0,0-1 1 0 0,0 0-1 0 0,0 0 1 0 0,0 0-1 0 0,0 0 0 0 0,0 0 1 0 0,1-1-1 0 0,-1 1 1 0 0,0 0-1 0 0,0-1 1 0 0,0 0-1 0 0,0 1 0 0 0,-1-1 1 0 0,1 0-1 0 0,0 0 1 0 0,0 0-1 0 0,0 0 0 0 0,-1 0 1 0 0,1-1-1 0 0,0 1 1 0 0,-1 0-1 0 0,1-1 1 0 0,-1 1-1 0 0,0-1 0 0 0,1 0 1 0 0,-1 1-1 0 0,0-1 1 0 0,0 0-1 0 0,0 0 0 0 0,0 0 1 0 0,-1 0-1 0 0,1 1 1 0 0,0-1-1 0 0,0-4 1 0 0,4-10 259 0 0,-1 0 1 0 0,-1 0 0 0 0,0-1 0 0 0,-1 1 0 0 0,0-23 0 0 0,-6-84 581 0 0,3 107-722 0 0,-4-37-142 0 0,-20-84 0 0 0,25 136-72 0 0,-4-24-631 0 0,3 24 469 0 0,1 0 0 0 0,0 0 0 0 0,0 0 0 0 0,0 0 0 0 0,0 0 0 0 0,0 0 0 0 0,0 0 0 0 0,1 0 0 0 0,-1 0 1 0 0,0 0-1 0 0,0 0 0 0 0,1 0 0 0 0,-1 0 0 0 0,0 0 0 0 0,1 0 0 0 0,-1 1 0 0 0,1-1 0 0 0,-1 0 0 0 0,1 0 0 0 0,0 0 0 0 0,0 0 0 0 0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4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48 10594 0 0,'0'0'37'0'0,"0"0"-1"0"0,-1 0 0 0 0,1 0 1 0 0,0 0-1 0 0,0 0 0 0 0,-1 0 1 0 0,1 0-1 0 0,0 0 0 0 0,0 0 1 0 0,-1 0-1 0 0,1 0 0 0 0,0 0 1 0 0,-1 0-1 0 0,1-1 0 0 0,0 1 0 0 0,0 0 1 0 0,-1 0-1 0 0,1 0 0 0 0,0 0 1 0 0,0 0-1 0 0,0-1 0 0 0,-1 1 1 0 0,1 0-1 0 0,0 0 0 0 0,0 0 1 0 0,0 0-1 0 0,-1-1 0 0 0,1 1 1 0 0,0 0-1 0 0,0 0 0 0 0,0-1 1 0 0,0 1-1 0 0,0 0 0 0 0,0 0 1 0 0,0-1-1 0 0,0 1 0 0 0,-1 0 1 0 0,1 0-1 0 0,0-1 0 0 0,0 1 1 0 0,0 0-1 0 0,0-1 0 0 0,0 1 1 0 0,0 0-1 0 0,0 0 0 0 0,0-1 1 0 0,1 1-1 0 0,-1 0 0 0 0,0 0 1 0 0,0-1-1 0 0,0 1 0 0 0,0 0 1 0 0,0 0-1 0 0,1-1 0 0 0,18-12 1659 0 0,29-7 478 0 0,-34 18-2318 0 0,0 1 1 0 0,0 0 0 0 0,1 0 0 0 0,-1 2 0 0 0,0 0 0 0 0,19 3 0 0 0,-21-2-1303 0 0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09.7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12899 0 0,'3'1'584'0'0,"-1"1"0"0"0,1 0 0 0 0,-1 0 0 0 0,1 1 0 0 0,-1-1 0 0 0,0 0 0 0 0,1 1 1 0 0,-1-1-1 0 0,0 1 0 0 0,-1 0 0 0 0,1-1 0 0 0,2 6 0 0 0,0 1-35 0 0,0 2-1 0 0,0-1 1 0 0,3 17-1 0 0,-1 5-693 0 0,2 59 1 0 0,-6-61-1501 0 0,1 1-5808 0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7834 0 0,'12'26'9958'0'0,"9"69"-7723"0"0,-7 114-166 0 0,-3-16-2553 0 0,-7-164-1399 0 0,2-1 0 0 0,12 40 0 0 0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5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0 189 6913 0 0,'1'-5'183'0'0,"0"-1"0"0"0,0 1 0 0 0,1 0 0 0 0,-1-1 0 0 0,1 1 0 0 0,0 0-1 0 0,1 0 1 0 0,-1 0 0 0 0,1 1 0 0 0,0-1 0 0 0,0 0 0 0 0,0 1-1 0 0,1 0 1 0 0,7-7 0 0 0,-1 1 580 0 0,1 0-1 0 0,1 0 1 0 0,-1 2 0 0 0,19-11 0 0 0,-13 10-86 0 0,-1 0 0 0 0,2 2 0 0 0,-1 0 0 0 0,24-5 0 0 0,-32 10-419 0 0,0 0 1 0 0,0 1 0 0 0,0 0-1 0 0,0 0 1 0 0,1 1 0 0 0,-1 0-1 0 0,0 0 1 0 0,1 1 0 0 0,-1 1 0 0 0,14 3-1 0 0,-21-4-221 0 0,0-1 0 0 0,0 1-1 0 0,0 0 1 0 0,1 0 0 0 0,-1 0 0 0 0,0 0-1 0 0,-1 0 1 0 0,1 0 0 0 0,0 1-1 0 0,0-1 1 0 0,0 1 0 0 0,-1-1 0 0 0,1 1-1 0 0,-1-1 1 0 0,1 1 0 0 0,-1 0 0 0 0,0 0-1 0 0,0 0 1 0 0,0 0 0 0 0,0 0-1 0 0,1 3 1 0 0,-1-2 2 0 0,-1 0 0 0 0,1 1 1 0 0,-1-1-1 0 0,0 0 0 0 0,0 1 0 0 0,-1-1 0 0 0,1 0 0 0 0,-1 1 0 0 0,1-1 0 0 0,-1 0 1 0 0,0 0-1 0 0,0 0 0 0 0,-2 3 0 0 0,-3 7 100 0 0,-1-1-1 0 0,0 0 1 0 0,-1-1-1 0 0,0 0 1 0 0,-17 17-1 0 0,8-11 5 0 0,0-1 0 0 0,-1-1 0 0 0,0-1 0 0 0,-31 18 0 0 0,37-25-495 0 0,-1 0 0 0 0,0-1 0 0 0,0-1 1 0 0,0-1-1 0 0,-1 1 0 0 0,0-2 1 0 0,0 0-1 0 0,-24 2 0 0 0,24-5-1248 0 0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1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39 8754 0 0,'19'-8'4690'0'0,"17"-6"-2643"0"0,-19 9-1883 0 0,-1 2-1 0 0,1 0 0 0 0,0 0 0 0 0,1 2 0 0 0,-1 0 0 0 0,0 1 1 0 0,0 1-1 0 0,0 0 0 0 0,0 1 0 0 0,20 6 0 0 0,-15-2-216 0 0,-1-3 40 0 0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 9674 0 0,'0'0'26'0'0,"0"-1"-1"0"0,0 1 0 0 0,0 0 1 0 0,0 0-1 0 0,0 0 1 0 0,0-1-1 0 0,0 1 1 0 0,0 0-1 0 0,0 0 1 0 0,0 0-1 0 0,0 0 1 0 0,0-1-1 0 0,0 1 1 0 0,0 0-1 0 0,0 0 1 0 0,0 0-1 0 0,-1-1 1 0 0,1 1-1 0 0,0 0 0 0 0,0 0 1 0 0,0 0-1 0 0,0 0 1 0 0,0 0-1 0 0,0-1 1 0 0,-1 1-1 0 0,1 0 1 0 0,0 0-1 0 0,0 0 1 0 0,0 0-1 0 0,0 0 1 0 0,-1 0-1 0 0,1 0 1 0 0,0 0-1 0 0,0 0 1 0 0,0 0-1 0 0,0 0 0 0 0,-1 0 1 0 0,1-1-1 0 0,0 1 1 0 0,0 0-1 0 0,0 0 1 0 0,-1 0-1 0 0,1 1 1 0 0,0-1-1 0 0,0 0 1 0 0,0 0-1 0 0,0 0 1 0 0,-1 0-1 0 0,1 0 1 0 0,0 0-1 0 0,0 0 1 0 0,0 0-1 0 0,0 0 0 0 0,-1 0 1 0 0,1 0-1 0 0,0 0 1 0 0,0 1-1 0 0,0-1 1 0 0,0 0-1 0 0,0 0 1 0 0,-1 0-1 0 0,1 0 1 0 0,-1 19 2942 0 0,9 28 1173 0 0,15 37-4132 0 0,20 68 30 0 0,-33-125-33 0 0,0-1 0 0 0,2 0 0 0 0,22 36 0 0 0,-32-58 5 0 0,1 1 0 0 0,0-2-1 0 0,0 1 1 0 0,0 0 0 0 0,1-1 0 0 0,-1 1 0 0 0,1-1-1 0 0,0 0 1 0 0,4 2 0 0 0,-7-4-8 0 0,0 0 0 0 0,0-1 0 0 0,0 0 0 0 0,0 1 0 0 0,0-1 0 0 0,0 0 0 0 0,1 0 1 0 0,-1 1-1 0 0,0-1 0 0 0,0 0 0 0 0,0 0 0 0 0,0 0 0 0 0,0 0 0 0 0,1-1 0 0 0,-1 1 0 0 0,0 0 0 0 0,0 0 0 0 0,0-1 0 0 0,0 1 0 0 0,0 0 0 0 0,0-1 1 0 0,0 1-1 0 0,0-1 0 0 0,0 0 0 0 0,0 1 0 0 0,0-1 0 0 0,0 0 0 0 0,0 1 0 0 0,-1-1 0 0 0,1 0 0 0 0,0 0 0 0 0,0 0 0 0 0,-1 0 0 0 0,1 0 0 0 0,0 0 0 0 0,-1 0 1 0 0,1 0-1 0 0,-1 0 0 0 0,0 0 0 0 0,1 0 0 0 0,-1 0 0 0 0,1-2 0 0 0,2-8 110 0 0,1 0 1 0 0,-1 0-1 0 0,-1 0 1 0 0,0 0-1 0 0,-1 0 1 0 0,0 0-1 0 0,0-1 0 0 0,-1 1 1 0 0,-3-20-1 0 0,2 23-55 0 0,0 1 1 0 0,-1-1-1 0 0,0 0 0 0 0,0 1 0 0 0,0 0 0 0 0,-1 0 0 0 0,0 0 0 0 0,-1 0 0 0 0,0 0 1 0 0,0 0-1 0 0,0 1 0 0 0,-1 0 0 0 0,0 0 0 0 0,0 0 0 0 0,-7-5 0 0 0,11 10-216 0 0,0-1 0 0 0,-1 1 0 0 0,1 1 0 0 0,-1-1 0 0 0,0 0 0 0 0,1 0 0 0 0,-1 1 0 0 0,1-1-1 0 0,-1 1 1 0 0,0-1 0 0 0,0 1 0 0 0,1-1 0 0 0,-1 1 0 0 0,0 0 0 0 0,0 0 0 0 0,1 0 0 0 0,-4 1-1 0 0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4.5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191 53 7058 0 0,'14'-13'3204'0'0,"-13"11"-2656"0"0,0 1 0 0 0,0 0 0 0 0,0-1 1 0 0,0 1-1 0 0,1-4 0 0 0,-2 4-331 0 0,-1 0 0 0 0,1 0 0 0 0,0 0 0 0 0,0 0 0 0 0,-1 1 0 0 0,1-1 0 0 0,-1 0 0 0 0,1 0 0 0 0,-1 0 0 0 0,1 0 0 0 0,-1 0 0 0 0,0 1 0 0 0,1-1 0 0 0,-1 0 0 0 0,0 0 0 0 0,1 1 0 0 0,-1-1 0 0 0,0 1 0 0 0,0-1 0 0 0,0 0 0 0 0,0 1 0 0 0,0 0 0 0 0,0-1 0 0 0,-1 0 0 0 0,-1 0-171 0 0,1 0-1 0 0,-1-1 1 0 0,0 1 0 0 0,0 0 0 0 0,1 1-1 0 0,-1-1 1 0 0,0 0 0 0 0,0 1 0 0 0,0 0-1 0 0,0-1 1 0 0,0 1 0 0 0,0 0-1 0 0,0 1 1 0 0,1-1 0 0 0,-1 0 0 0 0,0 1-1 0 0,-3 1 1 0 0,1 0 105 0 0,0 0 0 0 0,0 0 0 0 0,0 1 1 0 0,0 0-1 0 0,0 0 0 0 0,0 0 0 0 0,1 0 0 0 0,-6 6 1 0 0,-1 3 154 0 0,0 0 0 0 0,1 0 0 0 0,1 1 0 0 0,0 0 1 0 0,-10 20-1 0 0,15-24-378 0 0,0 0 0 0 0,1 1 0 0 0,0-1 0 0 0,0 1 0 0 0,1 0 1 0 0,0-1-1 0 0,1 1 0 0 0,0 0 0 0 0,1 0 0 0 0,1 11 0 0 0,-1-18 48 0 0,0-1 0 0 0,0 1 0 0 0,0 0 0 0 0,1 0 0 0 0,-1 0 0 0 0,1-1 0 0 0,0 1 0 0 0,0 0 0 0 0,0-1 0 0 0,0 1 0 0 0,0 0 0 0 0,1-1 0 0 0,-1 0 0 0 0,1 1 1 0 0,0-1-1 0 0,-1 0 0 0 0,1 0 0 0 0,0 0 0 0 0,0 0 0 0 0,1 0 0 0 0,-1 0 0 0 0,0 0 0 0 0,1-1 0 0 0,-1 1 0 0 0,1-1 0 0 0,-1 0 0 0 0,1 0 0 0 0,-1 0 0 0 0,1 0 0 0 0,0 0 0 0 0,0 0 0 0 0,-1-1 0 0 0,1 1 0 0 0,0-1 0 0 0,0 0 0 0 0,0 0 0 0 0,0 0 0 0 0,-1 0 0 0 0,5-1 0 0 0,-1-1-213 0 0,0 1 0 0 0,0-1-1 0 0,0 0 1 0 0,-1-1 0 0 0,1 1-1 0 0,-1-1 1 0 0,1 0 0 0 0,-1-1 0 0 0,0 1-1 0 0,0-1 1 0 0,-1 0 0 0 0,6-6-1 0 0,3-1-706 0 0,0 1 73 0 0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0 279 6913 0 0,'32'-10'7434'0'0,"-26"6"-7034"0"0,0-2-1 0 0,0 1 1 0 0,0-1-1 0 0,-1 1 1 0 0,0-2 0 0 0,0 1-1 0 0,-1 0 1 0 0,0-1-1 0 0,0 0 1 0 0,0 0 0 0 0,-1 0-1 0 0,0-1 1 0 0,4-14-1 0 0,-4 11-453 0 0,0-1-1 0 0,-1 0 1 0 0,0 0-1 0 0,-1 0 1 0 0,0 0-1 0 0,-1 0 1 0 0,0 0-1 0 0,-3-19 1 0 0,2 29-186 0 0,1-1 0 0 0,-1 1 0 0 0,0-1 0 0 0,1 1 0 0 0,-1-1 0 0 0,0 1-1 0 0,0 0 1 0 0,-1-1 0 0 0,1 1 0 0 0,0 0 0 0 0,-1 0 0 0 0,1 0 0 0 0,-1 0 0 0 0,-2-3 0 0 0,-2 2-871 0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5.5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243 331 10138 0 0,'-2'-3'254'0'0,"1"0"-1"0"0,-1 0 1 0 0,0 0-1 0 0,0 0 1 0 0,0 0-1 0 0,0 0 1 0 0,-1 1-1 0 0,1-1 1 0 0,-1 1-1 0 0,0 0 1 0 0,1-1-1 0 0,-1 1 1 0 0,0 0 0 0 0,0 1-1 0 0,-1-1 1 0 0,1 0-1 0 0,0 1 1 0 0,0 0-1 0 0,-1 0 1 0 0,1 0-1 0 0,-1 0 1 0 0,1 0-1 0 0,-1 1 1 0 0,1-1-1 0 0,-1 1 1 0 0,1 0-1 0 0,-1 0 1 0 0,-5 1-1 0 0,1 0-105 0 0,1 1 0 0 0,-1-1 0 0 0,1 1-1 0 0,0 0 1 0 0,0 1 0 0 0,0 0-1 0 0,0 0 1 0 0,0 0 0 0 0,0 1-1 0 0,1 0 1 0 0,0 0 0 0 0,0 1 0 0 0,0 0-1 0 0,0 0 1 0 0,1 0 0 0 0,0 1-1 0 0,-8 9 1 0 0,10-11-164 0 0,0 0 0 0 0,0 0 0 0 0,0 1 0 0 0,1-1 0 0 0,0 1 0 0 0,-1-1 0 0 0,1 1 0 0 0,1 0 0 0 0,-1 0 0 0 0,1 0 0 0 0,0 0 0 0 0,0 0 0 0 0,0 0 0 0 0,1 0 0 0 0,0 0 0 0 0,0 1 0 0 0,0-1 0 0 0,1 0-1 0 0,-1 0 1 0 0,1 0 0 0 0,0 0 0 0 0,1 0 0 0 0,-1 0 0 0 0,1 0 0 0 0,0 0 0 0 0,4 7 0 0 0,-4-9-1 0 0,0-1-1 0 0,0 1 1 0 0,1 0-1 0 0,-1 0 1 0 0,0-1-1 0 0,1 1 1 0 0,0-1-1 0 0,-1 0 1 0 0,1 0-1 0 0,0 0 1 0 0,0 0-1 0 0,0 0 0 0 0,1-1 1 0 0,-1 1-1 0 0,0-1 1 0 0,1 0-1 0 0,-1 0 1 0 0,4 1-1 0 0,-1-2-80 0 0,0 0 0 0 0,0 0 0 0 0,-1 0 0 0 0,1 0 0 0 0,0-1 0 0 0,-1 0 0 0 0,1 0 0 0 0,-1-1-1 0 0,1 0 1 0 0,6-3 0 0 0,3-2-410 0 0,0-1 0 0 0,-1 0-1 0 0,-1-1 1 0 0,1-1 0 0 0,-1 0-1 0 0,22-23 1 0 0,-27 23 290 0 0,1 0 0 0 0,-1 0 1 0 0,-1 0-1 0 0,0-1 0 0 0,0-1 0 0 0,-1 1 1 0 0,9-24-1 0 0,-12 23 396 0 0,0 0 0 0 0,-1 0 0 0 0,0-1 0 0 0,0 1 0 0 0,-2-1 0 0 0,1 1 0 0 0,-2-1 0 0 0,1 1 0 0 0,-2-1 0 0 0,0 1 0 0 0,0-1 1 0 0,-1 1-1 0 0,-5-12 0 0 0,-4-16 824 0 0,6 20-52 0 0,0 1 1 0 0,-15-32 0 0 0,21 50-903 0 0,0 0 0 0 0,-1 1 0 0 0,1-1 0 0 0,0 1 0 0 0,0-1 0 0 0,-1 1 0 0 0,1-1 0 0 0,0 1 0 0 0,-1-1 0 0 0,1 1 0 0 0,0-1 0 0 0,-1 1 0 0 0,1-1 0 0 0,-1 1 0 0 0,1-1 0 0 0,-1 1 0 0 0,1 0 0 0 0,-1-1 0 0 0,1 1 0 0 0,-1 0 0 0 0,1 0 0 0 0,-1-1 0 0 0,1 1 0 0 0,-1 0 0 0 0,1 0 0 0 0,-1 0 0 0 0,0-1 0 0 0,1 1 0 0 0,-2 0 0 0 0,1 1-4 0 0,0-1 1 0 0,1 1 0 0 0,-1 0-1 0 0,0-1 1 0 0,1 1-1 0 0,-1 0 1 0 0,0-1 0 0 0,1 1-1 0 0,-1 0 1 0 0,1 0-1 0 0,-1 0 1 0 0,1 0 0 0 0,-1 0-1 0 0,1-1 1 0 0,0 1 0 0 0,-1 1-1 0 0,-7 39 524 0 0,9-17-473 0 0,0-1 1 0 0,2 0-1 0 0,0 0 0 0 0,2 0 1 0 0,1 0-1 0 0,15 40 1 0 0,1-16 166 0 0,53 89 1 0 0,-21-49-3439 0 0,-43-69-4171 0 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8:16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70 6913 0 0,'4'28'6266'0'0,"8"11"-3529"0"0,-10-33-2490 0 0,1-1 0 0 0,0 1-1 0 0,0-1 1 0 0,0 1 0 0 0,0-1-1 0 0,1 0 1 0 0,0 0 0 0 0,0 0-1 0 0,1-1 1 0 0,-1 1-1 0 0,1-1 1 0 0,10 7 0 0 0,-11-9-186 0 0,1 1 1 0 0,0-1 0 0 0,-1 0-1 0 0,1 0 1 0 0,0 0 0 0 0,0-1-1 0 0,1 0 1 0 0,-1 0 0 0 0,0 0-1 0 0,0-1 1 0 0,0 1 0 0 0,1-1-1 0 0,-1-1 1 0 0,0 1-1 0 0,1-1 1 0 0,-1 1 0 0 0,0-2-1 0 0,0 1 1 0 0,0 0 0 0 0,0-1-1 0 0,0 0 1 0 0,9-5 0 0 0,-8 2 13 0 0,1 1 1 0 0,-1-1 0 0 0,0 0 0 0 0,0 0-1 0 0,-1-1 1 0 0,0 0 0 0 0,0 0 0 0 0,0 0-1 0 0,0-1 1 0 0,-1 1 0 0 0,0-1-1 0 0,-1 0 1 0 0,0 0 0 0 0,5-14 0 0 0,-1-4-8 0 0,-6 17-18 0 0,1 0 0 0 0,0 1 0 0 0,0-1 1 0 0,1 1-1 0 0,0-1 0 0 0,0 1 0 0 0,1 0 1 0 0,7-11-1 0 0,-11 18-22 0 0,1-1 0 0 0,-1 1 0 0 0,0 0 0 0 0,1-1 0 0 0,-1 1 0 0 0,0 0 0 0 0,1 0 0 0 0,-1-1 0 0 0,0 1 0 0 0,1 0 0 0 0,-1 0 0 0 0,0 0 1 0 0,1 0-1 0 0,-1 0 0 0 0,1-1 0 0 0,-1 1 0 0 0,0 0 0 0 0,1 0 0 0 0,-1 0 0 0 0,1 0 0 0 0,-1 0 0 0 0,0 0 0 0 0,1 0 0 0 0,-1 0 0 0 0,1 0 0 0 0,-1 1 0 0 0,0-1 0 0 0,1 0 1 0 0,-1 0-1 0 0,0 0 0 0 0,1 0 0 0 0,-1 0 0 0 0,1 1 0 0 0,-1-1 0 0 0,12 16 300 0 0,2 24-548 0 0,-13-36 187 0 0,11 38 74 0 0,-2 0 0 0 0,-2 1 0 0 0,-2 0 0 0 0,-2 0 0 0 0,-1 1 1 0 0,-3-1-1 0 0,-9 78 0 0 0,5-88 101 0 0,-3 0 0 0 0,0 0 1 0 0,-3 0-1 0 0,0-1 1 0 0,-2-1-1 0 0,-1 0 1 0 0,-2-1-1 0 0,-1 0 1 0 0,-1-1-1 0 0,-34 43 0 0 0,42-61-176 0 0,-1-1-1 0 0,-1 0 0 0 0,1 0 1 0 0,-2-1-1 0 0,1-1 1 0 0,-16 9-1 0 0,-19 6-6983 0 0,20-13-677 0 0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15 1376 0 0,'-20'-15'15029'0'0,"41"20"-15127"0"0,-1-1 0 0 0,1 0-1 0 0,0-2 1 0 0,22 1 0 0 0,-17-2-1712 0 0,-15-1 107 0 0,0-1-2920 0 0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0 456 0 0,'-5'10'17212'0'0,"23"-2"-12843"0"0,-2-4-6463 0 0,47 0-1926 0 0,-46-2 2700 0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4.9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 2761 0 0,'-2'0'2248'0'0,"42"-1"5214"0"0,1 0-4455 0 0,80-3-6274 0 0,-104 4 2370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15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3681 0 0,'13'4'6569'0'0,"18"-2"-4096"0"0,-30-2-2076 0 0,63-3 2902 0 0,5 0-2343 0 0,-23 6-5346 0 0,-32 0-1177 0 0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3.3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60 385 920 0 0,'-11'-6'16343'0'0,"7"-1"-13500"0"0,0-7-3398 0 0,-3-12 2105 0 0,5 19-1451 0 0,0 0 1 0 0,1 0 0 0 0,0 0 0 0 0,0 0 0 0 0,0-1 0 0 0,1 1 0 0 0,0 0 0 0 0,2-12 0 0 0,-1-7 323 0 0,1-20-220 0 0,-2-39-106 0 0,0 77-118 0 0,-1 0 0 0 0,0 1 0 0 0,-1-1 0 0 0,0 1-1 0 0,0-1 1 0 0,-1 1 0 0 0,1 0 0 0 0,-7-11 0 0 0,1-2-1008 0 0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4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1 282 1376 0 0,'12'-10'6979'0'0,"71"-34"-2989"0"0,-47 29-3616 0 0,0 2 0 0 0,1 1-1 0 0,0 2 1 0 0,1 1-1 0 0,39-3 1 0 0,19 5 901 0 0,93-11 1478 0 0,-139 14-2546 0 0,84 2 1 0 0,-30 3-134 0 0,-73-2-41 0 0,-7-1-4 0 0,0 1-1 0 0,-1 1 1 0 0,1 1-1 0 0,0 2 1 0 0,42 9-1 0 0,-54-9-35 0 0,0-1-1 0 0,1 0 1 0 0,-1 0-1 0 0,1-1 1 0 0,-1-1-1 0 0,25-2 1 0 0,79-18-76 0 0,-59 8 66 0 0,-22 6-42 0 0,-22 2-3 0 0,0 2 1 0 0,0-1 0 0 0,1 2-1 0 0,-1 0 1 0 0,1 0-1 0 0,-1 2 1 0 0,17 1-1 0 0,-20 0-2 0 0,0-1 0 0 0,0 0-1 0 0,0-1 1 0 0,0 0 0 0 0,0 0-1 0 0,0-1 1 0 0,0 0-1 0 0,14-5 1 0 0,2-2 206 0 0,43-19 0 0 0,-9 2 447 0 0,-53 22-558 0 0,17-5 62 0 0,0 0 0 0 0,29-6 0 0 0,-44 13-102 0 0,0 0 1 0 0,0 0 0 0 0,0 1-1 0 0,1 0 1 0 0,-1 1 0 0 0,0 0-1 0 0,0 0 1 0 0,0 1 0 0 0,13 4-1 0 0,4 3-68 0 0,0 2 0 0 0,-1 0-1 0 0,-1 1 1 0 0,34 23 0 0 0,-39-22 81 0 0,-2 0 78 0 0,0-2 0 0 0,2 0 1 0 0,-1-1-1 0 0,1 0 0 0 0,35 11 0 0 0,-38-16-1675 0 0,1 0-1 0 0,-1 2 1 0 0,26 14 0 0 0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25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17 3225 0 0,'0'-1'268'0'0,"0"0"0"0"0,0 0 1 0 0,-1 0-1 0 0,1 0 0 0 0,-1 0 1 0 0,1 1-1 0 0,0-1 0 0 0,-1 0 1 0 0,0 0-1 0 0,1 1 0 0 0,-1-1 1 0 0,1 0-1 0 0,-1 1 0 0 0,0-1 1 0 0,1 1-1 0 0,-1-1 0 0 0,0 1 1 0 0,0-1-1 0 0,1 1 0 0 0,-1-1 1 0 0,0 1-1 0 0,0 0 0 0 0,0-1 1 0 0,0 1-1 0 0,1 0 0 0 0,-1 0 1 0 0,0 0-1 0 0,0 0 0 0 0,0 0 1 0 0,0 0-1 0 0,0 0 0 0 0,0 0 0 0 0,0 0 1 0 0,0 0-1 0 0,1 0 0 0 0,-1 0 1 0 0,0 1-1 0 0,0-1 0 0 0,0 0 1 0 0,-1 1-1 0 0,0 0 185 0 0,1 0-1 0 0,0 0 0 0 0,0 0 1 0 0,-1 1-1 0 0,1-1 1 0 0,0 0-1 0 0,0 0 0 0 0,0 1 1 0 0,0-1-1 0 0,1 0 1 0 0,-2 3-1 0 0,-2 12 365 0 0,5 33-476 0 0,2 1 1 0 0,3-1-1 0 0,12 53 0 0 0,-11-74-355 0 0,-4-20 86 0 0,-1 1 0 0 0,0-1-1 0 0,0 0 1 0 0,-1 0 0 0 0,0 1-1 0 0,-1-1 1 0 0,0 13 0 0 0,2 50 344 0 0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97 463 4609 0 0,'-5'3'448'0'0,"-1"1"1"0"0,0-1-1 0 0,0 0 0 0 0,0 0 1 0 0,0-1-1 0 0,-1 1 0 0 0,1-1 1 0 0,-1-1-1 0 0,1 1 0 0 0,-1-1 0 0 0,-7 0 1 0 0,13-1-325 0 0,1 0 0 0 0,-1 0 0 0 0,1 0 0 0 0,-1 0 0 0 0,1 0 0 0 0,-1 0 0 0 0,1 0 0 0 0,-1 0 0 0 0,1 0 0 0 0,-1 0 0 0 0,1 0 0 0 0,-1-1 0 0 0,1 1 0 0 0,-1 0 0 0 0,1 0 0 0 0,-1-1 0 0 0,1 1 0 0 0,-1 0 0 0 0,1 0 0 0 0,-1-1 0 0 0,1 1 0 0 0,0-1 0 0 0,-1 1 0 0 0,1 0 0 0 0,0-1 0 0 0,-1 1 0 0 0,1-1 0 0 0,0 1 0 0 0,-1-1 0 0 0,1 1 0 0 0,0-1 0 0 0,0 1 0 0 0,0-1 0 0 0,-1 1 0 0 0,1-2 0 0 0,0 1 82 0 0,1-1-1 0 0,-1 1 1 0 0,1-1-1 0 0,-1 0 0 0 0,1 1 1 0 0,0-1-1 0 0,0 1 1 0 0,-1 0-1 0 0,1-1 1 0 0,0 1-1 0 0,2-3 1 0 0,34-29 1558 0 0,-16 19-1453 0 0,2 2 1 0 0,-1 0 0 0 0,1 1 0 0 0,27-7 0 0 0,103-26 290 0 0,-55 18-227 0 0,367-97 443 0 0,-176 36-663 0 0,-140 39-158 0 0,-141 45-449 0 0,36-11 910 0 0,-17 0-7223 0 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0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175 39 4609 0 0,'15'-20'1291'0'0,"0"2"3395"0"0,-45 70 1429 0 0,-21 28-3958 0 0,-14 22-1592 0 0,47-75-227 0 0,-12 20 239 0 0,29-45-518 0 0,-1 1-1 0 0,1 0 0 0 0,0-1 1 0 0,0 1-1 0 0,0 0 0 0 0,0 0 1 0 0,0 0-1 0 0,1 0 0 0 0,-1 0 1 0 0,1 0-1 0 0,0 0 1 0 0,0 0-1 0 0,0 4 0 0 0,1-5-48 0 0,0-1 1 0 0,-1 0-1 0 0,1 0 0 0 0,0 1 0 0 0,0-1 1 0 0,-1 0-1 0 0,1 0 0 0 0,0 0 0 0 0,0 0 1 0 0,0 0-1 0 0,0 0 0 0 0,1 0 0 0 0,-1-1 1 0 0,0 1-1 0 0,0 0 0 0 0,0-1 0 0 0,1 1 0 0 0,-1 0 1 0 0,0-1-1 0 0,1 0 0 0 0,-1 1 0 0 0,0-1 1 0 0,1 0-1 0 0,-1 0 0 0 0,1 1 0 0 0,-1-1 1 0 0,0 0-1 0 0,1 0 0 0 0,-1-1 0 0 0,2 1 1 0 0,44-7 256 0 0,-46 7-266 0 0,28-9-278 0 0,33-13 0 0 0,-39 13-66 0 0,12-5-681 0 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21 6449 0 0,'-9'0'777'0'0,"1"1"0"0"0,-1 0 1 0 0,0 0-1 0 0,0 0 0 0 0,1 1 0 0 0,-1 1 0 0 0,1-1 0 0 0,0 1 0 0 0,0 1 0 0 0,0-1 0 0 0,-9 7 0 0 0,13-8-604 0 0,0 1 0 0 0,1 0 0 0 0,-1 0 0 0 0,1 0-1 0 0,0 0 1 0 0,0 0 0 0 0,0 1 0 0 0,1-1 0 0 0,-1 1 0 0 0,1 0 0 0 0,0 0 0 0 0,0 0-1 0 0,0 0 1 0 0,0 0 0 0 0,1 0 0 0 0,-1 1 0 0 0,1-1 0 0 0,0 0 0 0 0,1 1-1 0 0,-1-1 1 0 0,1 1 0 0 0,0-1 0 0 0,0 8 0 0 0,1-3-128 0 0,1-1 0 0 0,-1 1-1 0 0,2 0 1 0 0,-1-1 0 0 0,1 1 0 0 0,0-1 0 0 0,1 0 0 0 0,0 0 0 0 0,0 0-1 0 0,1 0 1 0 0,0-1 0 0 0,0 1 0 0 0,0-1 0 0 0,1-1 0 0 0,0 1 0 0 0,10 7-1 0 0,-12-11-16 0 0,0 0 0 0 0,1 0 0 0 0,-1 0 0 0 0,1-1-1 0 0,0 1 1 0 0,0-1 0 0 0,0 0 0 0 0,0 0 0 0 0,0-1-1 0 0,0 0 1 0 0,0 0 0 0 0,1 0 0 0 0,-1 0-1 0 0,0-1 1 0 0,1 0 0 0 0,-1 0 0 0 0,0 0 0 0 0,1-1-1 0 0,-1 0 1 0 0,0 0 0 0 0,1 0 0 0 0,-1 0 0 0 0,0-1-1 0 0,0 0 1 0 0,0 0 0 0 0,-1-1 0 0 0,1 1-1 0 0,5-5 1 0 0,-5 4 20 0 0,-1 0 0 0 0,1-1-1 0 0,-1 1 1 0 0,0-1 0 0 0,0 0-1 0 0,0 0 1 0 0,-1-1 0 0 0,1 1-1 0 0,-1-1 1 0 0,0 0 0 0 0,0 0-1 0 0,-1 0 1 0 0,0 0 0 0 0,1 0-1 0 0,-2-1 1 0 0,1 1 0 0 0,-1 0 0 0 0,0-1-1 0 0,0 1 1 0 0,0-1 0 0 0,-1 0-1 0 0,1 1 1 0 0,-2-1 0 0 0,1 0-1 0 0,0 1 1 0 0,-1-1 0 0 0,0 1-1 0 0,-1-1 1 0 0,1 1 0 0 0,-1-1-1 0 0,0 1 1 0 0,-3-6 0 0 0,1 2-163 0 0,-1 0 1 0 0,0 1-1 0 0,0-1 0 0 0,0 1 1 0 0,-1 0-1 0 0,-1 0 0 0 0,1 1 1 0 0,-9-7-1 0 0,9 9-498 0 0,0 0 1 0 0,0 0-1 0 0,-1 1 0 0 0,0-1 0 0 0,1 1 0 0 0,-2 1 1 0 0,1 0-1 0 0,0 0 0 0 0,-1 0 0 0 0,-7-1 1 0 0,-2 2-5967 0 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0,'9'11'1153'0'0,"0"-1"0"0"0,1 0 0 0 0,0-1 0 0 0,1 0 0 0 0,21 15 0 0 0,66 31 3420 0 0,-39-24-2191 0 0,-28-10-1655 0 0,24 12-321 0 0,-51-31-604 0 0,0-1 0 0 0,0 1-1 0 0,0-1 1 0 0,0 1 0 0 0,1-1 0 0 0,-1 0-1 0 0,0-1 1 0 0,1 1 0 0 0,-1-1 0 0 0,1 0-1 0 0,5 0 1 0 0,0-2-714 0 0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244 1 3225 0 0,'-3'3'477'0'0,"0"0"0"0"0,0 0 0 0 0,0 1 0 0 0,1 0 0 0 0,0-1-1 0 0,-1 1 1 0 0,1 0 0 0 0,0 0 0 0 0,1 0 0 0 0,-1 0 0 0 0,1 0 0 0 0,0 0 0 0 0,-2 9 0 0 0,-2 8 781 0 0,-14 21 1460 0 0,-1 0 1 0 0,-36 55 0 0 0,34-62-2153 0 0,1 1 1 0 0,2 1 0 0 0,-21 60 0 0 0,37-89-719 0 0,1 0 0 0 0,0 0 0 0 0,1 0 0 0 0,0 0-1 0 0,0 1 1 0 0,0-1 0 0 0,1 0 0 0 0,2 15 0 0 0,2-12-818 0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1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1376 0 0,'-3'7'6308'0'0,"4"8"-3597"0"0,5 11-29 0 0,27 76 3822 0 0,-6-22-4443 0 0,-16-48-2325 0 0,0-13-2773 0 0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 7834 0 0,'-1'-2'685'0'0,"1"2"-642"0"0,0 0 0 0 0,0 0 0 0 0,0 0-1 0 0,0 0 1 0 0,0 0 0 0 0,-1 0 0 0 0,1 0 0 0 0,0 0 0 0 0,0 0-1 0 0,0 0 1 0 0,0 0 0 0 0,0 0 0 0 0,0 0 0 0 0,-2 1 899 0 0,1-1-899 0 0,1 0 0 0 0,0 0 0 0 0,0 1-1 0 0,0-1 1 0 0,0 0 0 0 0,0 0 0 0 0,0 0 0 0 0,0 0 0 0 0,0 0-1 0 0,0 0 1 0 0,0 1 0 0 0,0 12 1596 0 0,6 15 113 0 0,-3-21-1959 0 0,0 0 0 0 0,1-1 0 0 0,-1 0 0 0 0,2 1 0 0 0,-1-2 0 0 0,1 1 0 0 0,0 0 0 0 0,0-1 0 0 0,0 0 0 0 0,1 0 0 0 0,9 6 0 0 0,4 0 303 0 0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4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432 88 3225 0 0,'-3'-5'668'0'0,"-1"1"0"0"0,0 0 0 0 0,0 0 0 0 0,0 0 1 0 0,-1 1-1 0 0,0-1 0 0 0,1 1 0 0 0,-10-4 0 0 0,-42-18 3403 0 0,55 25-3992 0 0,-13-6 340 0 0,0 2 0 0 0,0 0 0 0 0,0 1 0 0 0,-1 0 0 0 0,1 1 0 0 0,-1 0 0 0 0,1 2 0 0 0,-1-1 0 0 0,0 2 0 0 0,1 0 0 0 0,-25 5 0 0 0,32-4-269 0 0,0 0 0 0 0,1 0 0 0 0,-1 0 0 0 0,1 1 0 0 0,-1 0 0 0 0,1 0 0 0 0,0 1 1 0 0,0-1-1 0 0,0 1 0 0 0,1 1 0 0 0,0-1 0 0 0,-1 1 0 0 0,1 0 0 0 0,1 0 0 0 0,-1 0 0 0 0,1 1 1 0 0,0 0-1 0 0,0 0 0 0 0,1 0 0 0 0,-1 0 0 0 0,2 0 0 0 0,-1 1 0 0 0,0-1 0 0 0,1 1 1 0 0,1 0-1 0 0,-3 9 0 0 0,3-9-218 0 0,0 0 0 0 0,1 1 1 0 0,0-1-1 0 0,0 0 0 0 0,0 0 0 0 0,1 0 1 0 0,0 0-1 0 0,0 0 0 0 0,1 0 1 0 0,0 0-1 0 0,0 0 0 0 0,0 0 0 0 0,1-1 1 0 0,6 10-1 0 0,-7-12 17 0 0,1-1 0 0 0,-1 1 0 0 0,1-1 1 0 0,0 0-1 0 0,0 0 0 0 0,1 0 0 0 0,-1-1 0 0 0,1 1 0 0 0,-1-1 0 0 0,1 1 1 0 0,0-1-1 0 0,0-1 0 0 0,0 1 0 0 0,0 0 0 0 0,0-1 0 0 0,0 0 1 0 0,0 0-1 0 0,0 0 0 0 0,1 0 0 0 0,-1-1 0 0 0,0 0 0 0 0,0 1 1 0 0,1-2-1 0 0,-1 1 0 0 0,5-1 0 0 0,2-1-409 0 0,-1 0 0 0 0,1-1-1 0 0,-1 0 1 0 0,1-1 0 0 0,12-6 0 0 0,24-17-5118 0 0,-22 10 475 0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2.6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160 274 456 0 0,'-108'-235'9579'0'0,"106"230"-8876"0"0,-1 1 0 0 0,0-1 0 0 0,0 1 0 0 0,0 0 0 0 0,0 0-1 0 0,-6-5 1 0 0,8 9-577 0 0,1-1 0 0 0,0 1-1 0 0,-1 0 1 0 0,1-1 0 0 0,-1 1-1 0 0,1 0 1 0 0,0 0 0 0 0,-1 0 0 0 0,1-1-1 0 0,-1 1 1 0 0,1 0 0 0 0,-1 0-1 0 0,1 0 1 0 0,-1 0 0 0 0,1 0-1 0 0,-1 0 1 0 0,1 0 0 0 0,-1 0 0 0 0,1 0-1 0 0,-1 0 1 0 0,1 0 0 0 0,0 0-1 0 0,-1 0 1 0 0,1 0 0 0 0,-1 0-1 0 0,1 1 1 0 0,-1-1 0 0 0,0 0-1 0 0,0 1 42 0 0,0 1 0 0 0,0-1 0 0 0,0 0 0 0 0,1 0 0 0 0,-1 1 0 0 0,0-1-1 0 0,0 0 1 0 0,1 1 0 0 0,-1-1 0 0 0,1 1 0 0 0,-1-1 0 0 0,1 1 0 0 0,-1 2-1 0 0,0 6 9 0 0,1 0-1 0 0,-1-1 0 0 0,1 1 0 0 0,1 0 0 0 0,0 0 0 0 0,0-1 0 0 0,1 1 0 0 0,0-1 1 0 0,1 1-1 0 0,6 14 0 0 0,7 13-76 0 0,26 44 0 0 0,-19-38 106 0 0,-2-2-670 0 0,68 123 1362 0 0,-19-63-7950 0 0,-45-70-92 0 0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30 370 5065 0 0,'0'1'199'0'0,"1"0"1"0"0,0-1-1 0 0,0 1 1 0 0,-1 0-1 0 0,1-1 0 0 0,0 1 1 0 0,0-1-1 0 0,0 1 0 0 0,0-1 1 0 0,0 1-1 0 0,0-1 1 0 0,0 1-1 0 0,0-1 0 0 0,0 0 1 0 0,0 0-1 0 0,0 0 0 0 0,0 1 1 0 0,0-1-1 0 0,0 0 1 0 0,1 0-1 0 0,-1-1 0 0 0,0 1 1 0 0,0 0-1 0 0,0 0 0 0 0,0 0 1 0 0,0-1-1 0 0,0 1 1 0 0,0 0-1 0 0,0-1 0 0 0,0 1 1 0 0,1-2-1 0 0,30-15 2855 0 0,-24 10-2636 0 0,0 0 0 0 0,-1-1 0 0 0,0 0-1 0 0,0-1 1 0 0,-1 0 0 0 0,0 0 0 0 0,0 0 0 0 0,-1 0 0 0 0,-1-1 0 0 0,1 0-1 0 0,-1 0 1 0 0,-1 0 0 0 0,4-21 0 0 0,-4 20-332 0 0,-2 1-1 0 0,1-1 1 0 0,-1 1 0 0 0,-1-1 0 0 0,0 1 0 0 0,-1-1-1 0 0,0 1 1 0 0,0-1 0 0 0,-1 1 0 0 0,0-1-1 0 0,-1 1 1 0 0,0 0 0 0 0,-1 0 0 0 0,-6-12-1 0 0,8 19-64 0 0,1 0 0 0 0,-1 0-1 0 0,0 1 1 0 0,0-1 0 0 0,0 1-1 0 0,-1-1 1 0 0,1 1 0 0 0,-1-1-1 0 0,1 1 1 0 0,-1 0 0 0 0,0 0-1 0 0,0 1 1 0 0,1-1 0 0 0,-1 1-1 0 0,0-1 1 0 0,-1 1 0 0 0,1 0-1 0 0,0 0 1 0 0,0 0 0 0 0,0 0-1 0 0,-1 1 1 0 0,1-1 0 0 0,0 1-1 0 0,-1 0 1 0 0,1 0 0 0 0,0 0-1 0 0,-5 1 1 0 0,5 0-11 0 0,-1 0 0 0 0,0 0 1 0 0,0 1-1 0 0,1-1 0 0 0,-1 1 1 0 0,1 0-1 0 0,0 0 0 0 0,-1 0 0 0 0,1 0 1 0 0,0 1-1 0 0,0 0 0 0 0,0-1 1 0 0,1 1-1 0 0,-1 0 0 0 0,1 0 1 0 0,-1 0-1 0 0,1 0 0 0 0,0 1 0 0 0,0-1 1 0 0,1 1-1 0 0,-1-1 0 0 0,1 1 1 0 0,-2 4-1 0 0,1-1-21 0 0,0 1-1 0 0,1-1 1 0 0,0 1 0 0 0,0-1-1 0 0,0 1 1 0 0,1 0 0 0 0,0-1 0 0 0,1 1-1 0 0,0-1 1 0 0,0 1 0 0 0,0-1 0 0 0,1 1-1 0 0,4 10 1 0 0,-2-9 6 0 0,1 1-1 0 0,0-1 1 0 0,0 0-1 0 0,1 0 1 0 0,0-1-1 0 0,1 1 1 0 0,0-2-1 0 0,16 15 1 0 0,-9-10-1 0 0,0-1 0 0 0,2-1 1 0 0,-1-1-1 0 0,1 0 0 0 0,0-1 1 0 0,1 0-1 0 0,0-1 1 0 0,0-1-1 0 0,0-1 0 0 0,1-1 1 0 0,20 3-1 0 0,10-3-298 0 0,3-2-101 0 0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3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14 4889 0 0,'14'13'368'0'0,"-13"-11"-257"0"0,-10-7-70 0 0,-3-11-41 0 0,10 9 0 0 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2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307 721 4889 0 0,'-6'1'99'0'0,"-1"0"-1"0"0,1 1 1 0 0,-1-1 0 0 0,1 1-1 0 0,-11 5 1 0 0,-5 3 357 0 0,-14 4-1800 0 0,7-11 4873 0 0,2-4 7608 0 0,8-6-8826 0 0,17 6-2304 0 0,1-1-1 0 0,-1 1 1 0 0,1-1-1 0 0,0 0 1 0 0,-1 1-1 0 0,1-1 1 0 0,0 0-1 0 0,0 0 1 0 0,0 0-1 0 0,0 0 1 0 0,0 0-1 0 0,1 0 1 0 0,-1 0-1 0 0,1 0 1 0 0,-1-1-1 0 0,1 1 1 0 0,0 0 0 0 0,0 0-1 0 0,0-4 1 0 0,-4-21 261 0 0,0 1 0 0 0,-2 0-1 0 0,-1 0 1 0 0,-19-49 0 0 0,13 42-37 0 0,2 0-1 0 0,-7-37 1 0 0,13 32-135 0 0,2-1 0 0 0,3-74-1 0 0,1 70-420 0 0,-7-85 0 0 0,4 117-168 0 0,-2-12-442 0 0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4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75 185 4609 0 0,'-10'-3'275'0'0,"-28"-14"811"0"0,36 16-862 0 0,0 0 0 0 0,0 1 0 0 0,0-2 0 0 0,0 1 1 0 0,1 0-1 0 0,-1 0 0 0 0,0 0 0 0 0,1-1 0 0 0,-1 1 1 0 0,1-1-1 0 0,0 1 0 0 0,-1-1 0 0 0,1 0 0 0 0,0 1 1 0 0,-1-4-1 0 0,2 4-69 0 0,0-1 1 0 0,0 1 0 0 0,0 0 0 0 0,1-1-1 0 0,-1 1 1 0 0,1 0 0 0 0,-1-1 0 0 0,1 1-1 0 0,-1 0 1 0 0,1 0 0 0 0,-1-1 0 0 0,1 1 0 0 0,0 0-1 0 0,0 0 1 0 0,0 0 0 0 0,0 0 0 0 0,0 0-1 0 0,0 0 1 0 0,0 0 0 0 0,0 0 0 0 0,0 0-1 0 0,0 1 1 0 0,2-2 0 0 0,30-15 1051 0 0,17 3-622 0 0,2 2 0 0 0,0 2 0 0 0,0 2 1 0 0,79-1-1 0 0,93-14-727 0 0,-175 15 205 0 0,2 2-1 0 0,-1 2 1 0 0,0 2-1 0 0,97 10 0 0 0,36 2 154 0 0,-113-8-113 0 0,-1 3 0 0 0,75 15 0 0 0,-121-16 83 0 0,-1 0 1 0 0,1-1 0 0 0,0-2 0 0 0,0 0 0 0 0,1-1 0 0 0,-1-2 0 0 0,0 0-1 0 0,33-9 1 0 0,-33 8-55 0 0,0 0-1 0 0,0 2 1 0 0,-1 0 0 0 0,1 2-1 0 0,0 0 1 0 0,34 7-1 0 0,18 1 52 0 0,101-6-2982 0 0,-168-1 1614 0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5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 3745 0 0,'-11'14'380'0'0,"11"-13"-389"0"0,-1 0 0 0 0,1 1 0 0 0,-1-1 0 0 0,0 0 0 0 0,0 0 0 0 0,1 0 0 0 0,-1 0 0 0 0,0 0 0 0 0,0 1 0 0 0,0-2 0 0 0,0 1 1 0 0,0 0-1 0 0,0 0 0 0 0,-1 0 0 0 0,1 0 0 0 0,0-1 0 0 0,0 1 0 0 0,-1 0 0 0 0,1-1 0 0 0,0 1 0 0 0,-1-1 0 0 0,1 0 0 0 0,0 1 1 0 0,-1-1-1 0 0,1 0 0 0 0,0 0 0 0 0,-1 0 0 0 0,1 0 0 0 0,-1 0 0 0 0,1 0 0 0 0,0 0 0 0 0,-1-1 0 0 0,1 1 0 0 0,-1 0 0 0 0,-1-1 0 0 0,-31-6 948 0 0,24 7 427 0 0,-1 1 0 0 0,1 0-1 0 0,0 0 1 0 0,0 2-1 0 0,-1-1 1 0 0,-9 5 0 0 0,23-8-1235 0 0,1 1 0 0 0,-1-1 0 0 0,1 1 0 0 0,-1 0 0 0 0,0 0 0 0 0,1 0 0 0 0,-1 1 0 0 0,1-1 0 0 0,-1 1 0 0 0,0 0 0 0 0,1 0 0 0 0,-1 0 0 0 0,0 0 0 0 0,0 1 0 0 0,0-1 0 0 0,0 1 0 0 0,0 0 0 0 0,0 0 0 0 0,0 0 0 0 0,-1 0 0 0 0,1 0 0 0 0,-1 1 0 0 0,1-1 0 0 0,-1 1 0 0 0,0 0 0 0 0,2 3 0 0 0,4 3 350 0 0,-1 1 0 0 0,-1 1-1 0 0,1 0 1 0 0,-2 0 0 0 0,1 0 0 0 0,4 15 0 0 0,3 18-433 0 0,-8-23 17 0 0,1 0 0 0 0,2-1 0 0 0,0 1 0 0 0,1-2 0 0 0,0 1 0 0 0,21 29 1 0 0,-18-34-38 0 0,-1 1 0 0 0,-1 1 0 0 0,14 29 0 0 0,-20-36-14 0 0,0 1 0 0 0,-1 1 0 0 0,0-1 0 0 0,-1 0 0 0 0,0 1 0 0 0,0-1 0 0 0,-1 18 0 0 0,-4 10-5 0 0,2-29 12 0 0,0 0 0 0 0,1 1 0 0 0,-1-1 0 0 0,2 0 1 0 0,0 0-1 0 0,3 17 0 0 0,3-21-1292 0 0,-1-6 768 0 0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6.7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 29 2304 0 0,'-20'-1'2961'0'0,"19"0"-2754"0"0,1 0 0 0 0,-1 1 0 0 0,1-1 0 0 0,-1 1 0 0 0,1-1 0 0 0,0 0 0 0 0,-1 1 0 0 0,1-1 1 0 0,0 0-1 0 0,-1 1 0 0 0,1-1 0 0 0,0 0 0 0 0,0 0 0 0 0,0 1 0 0 0,-1-1 0 0 0,1 0 0 0 0,0 0 0 0 0,0 1 0 0 0,0-1 0 0 0,0 0 0 0 0,0 0 0 0 0,1 1 0 0 0,-1-1 0 0 0,0 0 0 0 0,0 0 0 0 0,0 1 0 0 0,1-1 0 0 0,-1 0 0 0 0,0 1 0 0 0,7-7 2645 0 0,-27 26 590 0 0,9-5-3337 0 0,1 0 0 0 0,1 0 0 0 0,0 1 0 0 0,1 0 0 0 0,0 1 0 0 0,2-1 0 0 0,-1 2 0 0 0,2-1 0 0 0,0 1 0 0 0,1-1-1 0 0,1 1 1 0 0,1 0 0 0 0,0 0 0 0 0,1 34 0 0 0,2-46-134 0 0,-1-1 0 0 0,1 1 0 0 0,1-1-1 0 0,-1 0 1 0 0,1 1 0 0 0,-1-1 0 0 0,1 0-1 0 0,1 0 1 0 0,-1 0 0 0 0,0-1 0 0 0,1 1 0 0 0,0 0-1 0 0,0-1 1 0 0,0 0 0 0 0,0 1 0 0 0,0-1 0 0 0,1-1-1 0 0,0 1 1 0 0,-1 0 0 0 0,1-1 0 0 0,0 0 0 0 0,0 0-1 0 0,0 0 1 0 0,0 0 0 0 0,1-1 0 0 0,-1 1 0 0 0,9 0-1 0 0,-6 0-60 0 0,0-1 0 0 0,0 0 0 0 0,0 0 0 0 0,1-1 0 0 0,-1 0 0 0 0,0-1-1 0 0,0 1 1 0 0,0-1 0 0 0,1-1 0 0 0,-1 1 0 0 0,0-1 0 0 0,0 0 0 0 0,-1-1 0 0 0,1 0 0 0 0,0 0-1 0 0,11-8 1 0 0,-15 9-32 0 0,-1 0 0 0 0,1-1 0 0 0,-1 0-1 0 0,0 1 1 0 0,0-1 0 0 0,0 0 0 0 0,0 0 0 0 0,0 0-1 0 0,-1 0 1 0 0,0 0 0 0 0,1 0 0 0 0,-1 0 0 0 0,0-1-1 0 0,0 1 1 0 0,-1 0 0 0 0,1-1 0 0 0,-1 1 0 0 0,1-1-1 0 0,-1-3 1 0 0,0 4 86 0 0,0 1 0 0 0,-1-1 0 0 0,1 0-1 0 0,0 0 1 0 0,-1 1 0 0 0,0-1 0 0 0,1 0 0 0 0,-1 1-1 0 0,0-1 1 0 0,0 0 0 0 0,-1 1 0 0 0,1-1 0 0 0,0 1 0 0 0,-1 0-1 0 0,0 0 1 0 0,1-1 0 0 0,-1 1 0 0 0,0 0 0 0 0,0 0-1 0 0,0 0 1 0 0,0 1 0 0 0,-1-1 0 0 0,-1-1 0 0 0,3 3 55 0 0,0 0 0 0 0,1 0 0 0 0,-1-1 0 0 0,1 1 0 0 0,-1 0 0 0 0,0 0 0 0 0,1-1 0 0 0,-1 1 0 0 0,1 0 0 0 0,-1-1 0 0 0,1 1 0 0 0,-1 0 0 0 0,1-1 0 0 0,-1 1 0 0 0,1-1 0 0 0,0 1 0 0 0,-1-1 0 0 0,1 1 0 0 0,-1-1 0 0 0,1 1 0 0 0,0-1 0 0 0,0 1 0 0 0,-1-1 0 0 0,1 0 0 0 0,0 1 0 0 0,0-1 0 0 0,0 1 0 0 0,0-1 0 0 0,-1 0 0 0 0,1 1 0 0 0,0-1 0 0 0,0 1 0 0 0,0-1 0 0 0,0 0 0 0 0,1 1 1 0 0,-1-1-1 0 0,0-1 0 0 0,1 1 1 0 0,1-1 0 0 0,-1 0 0 0 0,1 0 1 0 0,-1 1-1 0 0,1-1 0 0 0,0 1 0 0 0,-1 0 1 0 0,1-1-1 0 0,0 1 0 0 0,0 0 0 0 0,2-1 1 0 0,9-4 123 0 0,-1 1 1 0 0,23-6 0 0 0,-28 9 116 0 0,0 0-1 0 0,0 1 1 0 0,0 0 0 0 0,0 1-1 0 0,1-1 1 0 0,-1 1-1 0 0,0 1 1 0 0,0-1 0 0 0,1 1-1 0 0,-1 0 1 0 0,13 5 0 0 0,-16-5-186 0 0,-1 1 0 0 0,0 0 0 0 0,0-1 0 0 0,0 1 0 0 0,0 0 0 0 0,0 0 0 0 0,-1 1 0 0 0,1-1-1 0 0,-1 1 1 0 0,1-1 0 0 0,-1 1 0 0 0,0 0 0 0 0,0 0 0 0 0,0 0 0 0 0,0 0 0 0 0,0 0 0 0 0,-1 0 0 0 0,0 1 0 0 0,1-1 0 0 0,-1 0 0 0 0,0 1 0 0 0,-1-1 0 0 0,1 1 0 0 0,-1-1 0 0 0,1 7 0 0 0,0 6-505 0 0,5 56 1199 0 0,7-23-7424 0 0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 3681 0 0,'-3'0'263'0'0,"1"0"0"0"0,-1-1 1 0 0,1 2-1 0 0,-1-1 0 0 0,1 0 0 0 0,0 0 1 0 0,-1 1-1 0 0,1-1 0 0 0,0 1 0 0 0,-1 0 1 0 0,1 0-1 0 0,0 0 0 0 0,0 0 0 0 0,-1 0 1 0 0,1 0-1 0 0,0 1 0 0 0,0-1 1 0 0,0 1-1 0 0,1-1 0 0 0,-1 1 0 0 0,0 0 1 0 0,1-1-1 0 0,-1 1 0 0 0,1 0 0 0 0,-1 0 1 0 0,-1 4-1 0 0,-6 8 413 0 0,1 0 0 0 0,-11 29 0 0 0,11-24-482 0 0,5-13-201 0 0,-13 33 87 0 0,15-37-98 0 0,1 0 1 0 0,-1 0-1 0 0,1 0 1 0 0,-1 0-1 0 0,1 0 0 0 0,0 0 1 0 0,-1 0-1 0 0,1 0 1 0 0,0 0-1 0 0,0 0 1 0 0,1 0-1 0 0,-1 0 0 0 0,0 0 1 0 0,1 0-1 0 0,1 4 1 0 0,-2-6 3 0 0,0 1 0 0 0,0-1 0 0 0,1 0 0 0 0,-1 1 1 0 0,0-1-1 0 0,0 0 0 0 0,1 1 0 0 0,-1-1 0 0 0,0 0 0 0 0,1 1 1 0 0,-1-1-1 0 0,1 0 0 0 0,-1 0 0 0 0,0 1 0 0 0,1-1 1 0 0,-1 0-1 0 0,0 0 0 0 0,1 0 0 0 0,-1 0 0 0 0,1 0 0 0 0,-1 0 1 0 0,1 1-1 0 0,-1-1 0 0 0,0 0 0 0 0,1 0 0 0 0,-1 0 0 0 0,1 0 1 0 0,-1-1-1 0 0,1 1 0 0 0,-1 0 0 0 0,1 0 0 0 0,14-10-435 0 0,7-18-180 0 0,-17 16 353 0 0,0-1 0 0 0,0 1-1 0 0,-1-1 1 0 0,3-24-1 0 0,-4 21 829 0 0,1 0 0 0 0,8-24 0 0 0,-12 40-473 0 0,0-1 0 0 0,0 1 0 0 0,0 0 0 0 0,1-1 0 0 0,-1 1 0 0 0,0-1 0 0 0,0 1 0 0 0,0 0 1 0 0,0-1-1 0 0,1 1 0 0 0,-1 0 0 0 0,0-1 0 0 0,0 1 0 0 0,0 0 0 0 0,1 0 0 0 0,-1-1 0 0 0,0 1 0 0 0,1 0 0 0 0,-1-1 0 0 0,0 1 1 0 0,1 0-1 0 0,-1 0 0 0 0,0 0 0 0 0,1 0 0 0 0,-1-1 0 0 0,0 1 0 0 0,1 0 0 0 0,-1 0 0 0 0,0 0 0 0 0,1 0 0 0 0,7 9 1460 0 0,3 29-54 0 0,-9-29-1088 0 0,4 7-140 0 0,0 0 1 0 0,1-1-1 0 0,1 1 1 0 0,0-2-1 0 0,1 1 1 0 0,17 21-1 0 0,-16-24-1207 0 0,1 0 0 0 0,0-2 0 0 0,0 1 0 0 0,18 11 0 0 0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 6913 0 0,'-2'2'752'0'0,"0"1"-1"0"0,0-1 0 0 0,0 1 1 0 0,0-1-1 0 0,1 1 0 0 0,0 0 0 0 0,-1-1 1 0 0,1 1-1 0 0,0 0 0 0 0,-1 5 0 0 0,-2 37 2916 0 0,6-20-2711 0 0,9 42-1 0 0,-8-54-356 0 0,3 21-724 0 0,25 103 1543 0 0,-8-71-3532 0 0,-17-52-224 0 0,1 0-1 0 0,13 18 1 0 0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7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83 2304 0 0,'-7'-1'9133'0'0,"12"-1"-8477"0"0,0 0 0 0 0,0 0-1 0 0,-1-1 1 0 0,1 1 0 0 0,-1-1-1 0 0,1 0 1 0 0,-1-1 0 0 0,7-6-1 0 0,8-5 178 0 0,36-15-3298 0 0,-38 25-3279 0 0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09:38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14 223 2304 0 0,'3'0'319'0'0,"0"-1"-1"0"0,0 0 0 0 0,0 0 0 0 0,0 0 0 0 0,0 0 0 0 0,0 0 0 0 0,-1-1 0 0 0,1 1 0 0 0,0-1 0 0 0,-1 0 0 0 0,4-3 0 0 0,27-25 3436 0 0,-33 30-3735 0 0,7-7 485 0 0,-1-1 0 0 0,0 1 0 0 0,0-1 0 0 0,-1-1 0 0 0,0 1 0 0 0,4-10 0 0 0,-7 14-377 0 0,0 0 1 0 0,-1-1 0 0 0,1 1 0 0 0,-1 0 0 0 0,0-1 0 0 0,0 1 0 0 0,0-1-1 0 0,-1 0 1 0 0,1 1 0 0 0,-1-1 0 0 0,0 1 0 0 0,-1-1 0 0 0,1 1 0 0 0,-1-1-1 0 0,-1-5 1 0 0,1 8-102 0 0,1 0-1 0 0,-1 0 0 0 0,0 1 1 0 0,0-1-1 0 0,-1 0 0 0 0,1 0 1 0 0,0 0-1 0 0,0 1 0 0 0,-1-1 1 0 0,1 1-1 0 0,-1-1 0 0 0,0 1 1 0 0,1 0-1 0 0,-1-1 0 0 0,0 1 1 0 0,0 0-1 0 0,0 0 0 0 0,1 0 1 0 0,-1 0-1 0 0,0 1 0 0 0,0-1 1 0 0,-1 0-1 0 0,1 1 0 0 0,0 0 1 0 0,0-1-1 0 0,0 1 0 0 0,0 0 1 0 0,0 0-1 0 0,0 0 0 0 0,0 0 1 0 0,-1 1-1 0 0,1-1 0 0 0,0 0 1 0 0,0 1-1 0 0,0 0 0 0 0,0-1 1 0 0,0 1-1 0 0,0 0 0 0 0,0 0 1 0 0,-2 2-1 0 0,-1-1 80 0 0,1 0 0 0 0,0 1 0 0 0,-1-1 0 0 0,1 1 0 0 0,1 0 0 0 0,-1 0 0 0 0,0 0 0 0 0,1 1 0 0 0,-1 0 0 0 0,1-1 0 0 0,0 1 0 0 0,0 0 0 0 0,1 0 0 0 0,-1 1 0 0 0,1-1 0 0 0,0 0 0 0 0,-2 6 0 0 0,4-6-25 0 0,0 0 1 0 0,0 1-1 0 0,1-1 0 0 0,-1 0 1 0 0,1 0-1 0 0,0 1 1 0 0,0-1-1 0 0,0 0 0 0 0,1 0 1 0 0,-1 0-1 0 0,1 0 0 0 0,0 0 1 0 0,0-1-1 0 0,1 1 1 0 0,-1-1-1 0 0,1 1 0 0 0,0-1 1 0 0,5 6-1 0 0,7 6 353 0 0,0-1 1 0 0,26 17-1 0 0,-32-24-585 0 0,0-2 0 0 0,0 1 0 0 0,1-1 0 0 0,0 0-1 0 0,0-1 1 0 0,0-1 0 0 0,1 1 0 0 0,-1-2 0 0 0,19 4 0 0 0,2-3-6907 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1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1101 3225 0 0,'-33'8'13175'0'0,"31"-9"-12792"0"0,-8-15 1837 0 0,-2-27-1771 0 0,1-1 0 0 0,3 0 0 0 0,1-1-1 0 0,0-50 1 0 0,1 25-353 0 0,-7-170 139 0 0,10 139-77 0 0,-4 1 0 0 0,-24-120 1 0 0,30 215-240 0 0,0 0 1 0 0,-1 1 0 0 0,1-1-1 0 0,-1 1 1 0 0,0-1 0 0 0,0 1 0 0 0,-1-1-1 0 0,0 1 1 0 0,1 0 0 0 0,-1 0-1 0 0,-1 1 1 0 0,1-1 0 0 0,0 1-1 0 0,-1-1 1 0 0,0 1 0 0 0,0 0-1 0 0,0 0 1 0 0,0 1 0 0 0,0-1-1 0 0,0 1 1 0 0,-1 0 0 0 0,1 0-1 0 0,-1 0 1 0 0,0 1 0 0 0,1-1 0 0 0,-10 0-1 0 0,33 35-6927 0 0,-17-30 7183 0 0,12 9 86 0 0,-13-12-89 0 0,-1 0 0 0 0,1 0 0 0 0,-1 0 1 0 0,1 0-1 0 0,-1 0 0 0 0,1 0 0 0 0,0 0 1 0 0,-1-1-1 0 0,1 1 0 0 0,-1 0 0 0 0,1 0 0 0 0,-1 0 1 0 0,1-1-1 0 0,-1 1 0 0 0,1 0 0 0 0,-1 0 1 0 0,1-1-1 0 0,-1 1 0 0 0,1 0 0 0 0,-1-1 0 0 0,0 1 1 0 0,1-1-1 0 0,0 0 0 0 0,-36 7 2475 0 0,-29 17-1512 0 0,37-12-1012 0 0,-1-1 0 0 0,0-1 0 0 0,0-2 0 0 0,-1-1 0 0 0,-29 2 0 0 0,-221-16 133 0 0,71-1-14 0 0,120 10-516 0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2.4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177 57 1928 0 0,'9'-6'91'0'0,"30"-22"1166"0"0,-37 26-898 0 0,0 0 0 0 0,0 1 0 0 0,-1-1 0 0 0,1 0-1 0 0,-1 0 1 0 0,1 0 0 0 0,-1 0 0 0 0,0-1-1 0 0,2-1 1 0 0,-13 5 3747 0 0,-12 11-2197 0 0,7 3-1431 0 0,1 0 1 0 0,0 1 0 0 0,0 1-1 0 0,2 0 1 0 0,-15 28-1 0 0,5-10-169 0 0,-64 116 1530 0 0,85-150-1781 0 0,0 0-1 0 0,1 0 1 0 0,-1 0-1 0 0,1 0 1 0 0,-1 1-1 0 0,1-1 1 0 0,0 0-1 0 0,-1 0 1 0 0,1 0-1 0 0,0 0 1 0 0,0 1-1 0 0,0-1 1 0 0,0 0-1 0 0,0 0 1 0 0,0 0-1 0 0,0 1 1 0 0,0-1-1 0 0,0 0 1 0 0,1 0-1 0 0,-1 0 1 0 0,0 1-1 0 0,1-1 1 0 0,-1 0-1 0 0,1 0 1 0 0,-1 0-1 0 0,1 0 1 0 0,0 0-1 0 0,0 0 0 0 0,-1 0 1 0 0,1 0-1 0 0,0 0 1 0 0,0-1-1 0 0,0 1 1 0 0,0 0-1 0 0,0 0 1 0 0,0-1-1 0 0,0 1 1 0 0,0 0-1 0 0,0-1 1 0 0,0 1-1 0 0,0-1 1 0 0,0 0-1 0 0,0 1 1 0 0,2-1-1 0 0,9 4 164 0 0,0 0 1 0 0,0-1-1 0 0,18 3 0 0 0,-17-4 94 0 0,16 4 36 0 0,46 15-1 0 0,-33-2-6671 0 0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4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396 50 920 0 0,'-1'0'37'0'0,"1"0"0"0"0,0-1 0 0 0,-1 1 0 0 0,1 0 0 0 0,0 0 0 0 0,-1 0-1 0 0,1-1 1 0 0,0 1 0 0 0,0 0 0 0 0,-1 0 0 0 0,1-1 0 0 0,0 1 0 0 0,0 0 0 0 0,-1-1 0 0 0,1 1 0 0 0,0 0-1 0 0,0-1 1 0 0,0 1 0 0 0,0 0 0 0 0,-1-1 0 0 0,1 1 0 0 0,0 0 0 0 0,0-1 0 0 0,0 1 0 0 0,0-1 0 0 0,0 1-1 0 0,0 0 1 0 0,0-1 0 0 0,0 1 0 0 0,0 0 0 0 0,0-1 0 0 0,0 1 0 0 0,0-1 0 0 0,0 1 0 0 0,1-1 0 0 0,7-18 547 0 0,-2 1 2404 0 0,-25 41 2025 0 0,-23 87-2241 0 0,28-68-1528 0 0,-33 67 0 0 0,47-108-1225 0 0,-1-1 0 0 0,1 1 1 0 0,-1 0-1 0 0,1-1 0 0 0,-1 1 0 0 0,1 0 0 0 0,-1 0 1 0 0,1 0-1 0 0,0-1 0 0 0,0 1 0 0 0,-1 0 0 0 0,1 0 1 0 0,0 0-1 0 0,0 0 0 0 0,0-1 0 0 0,0 1 0 0 0,0 0 1 0 0,0 0-1 0 0,0 0 0 0 0,0 0 0 0 0,0 0 0 0 0,0-1 1 0 0,1 1-1 0 0,-1 0 0 0 0,0 0 0 0 0,1 0 0 0 0,-1 0 0 0 0,0-1 1 0 0,1 1-1 0 0,-1 0 0 0 0,1-1 0 0 0,-1 1 0 0 0,1 0 1 0 0,0-1-1 0 0,-1 1 0 0 0,1 0 0 0 0,-1-1 0 0 0,1 1 1 0 0,0-1-1 0 0,0 1 0 0 0,-1-1 0 0 0,1 0 0 0 0,0 1 1 0 0,0-1-1 0 0,1 1 0 0 0,6 1 23 0 0,0-1 0 0 0,0 1 1 0 0,0-1-1 0 0,12-1 0 0 0,17 4 204 0 0,-26 1-206 0 0,0 1-1 0 0,-1 0 0 0 0,1 1 1 0 0,-1 0-1 0 0,-1 0 1 0 0,1 1-1 0 0,9 10 0 0 0,34 27 140 0 0,-52-45-131 0 0,1 1 0 0 0,-1 0 0 0 0,0-1 0 0 0,0 1 0 0 0,0 0 0 0 0,0 0 0 0 0,-1 0 0 0 0,1 0 0 0 0,0 0 0 0 0,0 0 0 0 0,0 0 0 0 0,-1 0 0 0 0,1 0 0 0 0,-1 1 0 0 0,1-1 0 0 0,-1 0 0 0 0,1 0 0 0 0,-1 1 0 0 0,0-1 0 0 0,1 0 0 0 0,-1 1 0 0 0,0-1 0 0 0,0 0 0 0 0,0 0 0 0 0,0 1 0 0 0,0 1 0 0 0,-1 1 57 0 0,0-1 0 0 0,-1 0 0 0 0,1 0 0 0 0,0 0 0 0 0,-1 1 0 0 0,0-1 0 0 0,0-1 0 0 0,0 1 0 0 0,0 0 0 0 0,-3 3 0 0 0,-5 4 161 0 0,-1 0 1 0 0,0-1-1 0 0,0 0 1 0 0,-15 8-1 0 0,9-6-285 0 0,0-2-1 0 0,-1 0 1 0 0,0 0-1 0 0,0-2 1 0 0,-1 0-1 0 0,0-2 1 0 0,0 0-1 0 0,0 0 1 0 0,-1-2-1 0 0,0-1 1 0 0,1 0-1 0 0,-1-2 1 0 0,0 0-1 0 0,0-1 1 0 0,0-1-1 0 0,1 0 1 0 0,-1-2-1 0 0,1-1 1 0 0,0 0-1 0 0,-30-13 1 0 0,27 7-1159 0 0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5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249 160 2761 0 0,'-64'-20'6794'0'0,"63"20"-6741"0"0,1 0 0 0 0,0 0 0 0 0,0 0 0 0 0,-1-1 0 0 0,1 1 0 0 0,0 0-1 0 0,0 0 1 0 0,-1-1 0 0 0,1 1 0 0 0,0 0 0 0 0,0 0 0 0 0,0-1 0 0 0,0 1-1 0 0,-1 0 1 0 0,1 0 0 0 0,0-1 0 0 0,0 1 0 0 0,0 0 0 0 0,0-1 0 0 0,0 1 0 0 0,0 0-1 0 0,0-1 1 0 0,0 1 0 0 0,0 0 0 0 0,0-1 0 0 0,0 1 0 0 0,0 0 0 0 0,0-1-1 0 0,0 1 1 0 0,0 0 0 0 0,0-1 0 0 0,0 1 0 0 0,0 0 0 0 0,0 0 0 0 0,1-1-1 0 0,-1 1 1 0 0,0 0 0 0 0,0-1 0 0 0,0 1 0 0 0,0 0 0 0 0,1 0 0 0 0,-1-1 0 0 0,0 1-1 0 0,0 0 1 0 0,1 0 0 0 0,-1 0 0 0 0,0-1 0 0 0,0 1 0 0 0,1 0 0 0 0,-1 0-1 0 0,0 0 1 0 0,1 0 0 0 0,-1 0 0 0 0,0-1 0 0 0,1 1 0 0 0,-1 0 0 0 0,1 0-1 0 0,21-12 568 0 0,-20 11-541 0 0,41-20 496 0 0,0 2-1 0 0,1 2 1 0 0,1 1-1 0 0,68-12 1 0 0,-95 24-374 0 0,1 1-1 0 0,0 1 1 0 0,1 0 0 0 0,-1 2-1 0 0,0 0 1 0 0,0 1 0 0 0,0 1-1 0 0,0 1 1 0 0,0 1 0 0 0,0 0 0 0 0,0 2-1 0 0,-1 0 1 0 0,32 16 0 0 0,-38-15-175 0 0,-1 0 0 0 0,0 1 0 0 0,-1 1 0 0 0,0 0 0 0 0,16 18 0 0 0,39 59-43 0 0,-17-21 23 0 0,51 67 250 0 0,-83-109-192 0 0,-2 1 0 0 0,-1 1 0 0 0,18 50 0 0 0,-16-34-21 0 0,-3 0 0 0 0,12 67-1 0 0,-22-92-30 0 0,-1-1 0 0 0,0 1-1 0 0,-1-1 1 0 0,-1 0-1 0 0,0 1 1 0 0,-1-1 0 0 0,-1 0-1 0 0,-1 0 1 0 0,0 0 0 0 0,-10 25-1 0 0,5-19 20 0 0,-1 0 1 0 0,-1 0-1 0 0,-1-1 0 0 0,0-1 0 0 0,-2 0 0 0 0,0-1 0 0 0,-1 0 0 0 0,-1-1 1 0 0,-1-1-1 0 0,0 0 0 0 0,-1-2 0 0 0,0 0 0 0 0,-1-1 0 0 0,-1 0 0 0 0,0-2 1 0 0,-36 15-1 0 0,17-12 139 0 0,0-1 0 0 0,-1-2 0 0 0,-1-2 0 0 0,0-2 0 0 0,0-1 0 0 0,0-2 0 0 0,-1-3 0 0 0,1 0 0 0 0,-70-10 0 0 0,101 7-155 0 0,-1-1 1 0 0,1 0-1 0 0,0 0 0 0 0,0-1 0 0 0,0-1 1 0 0,1 0-1 0 0,-1 0 0 0 0,-16-13 1 0 0,-5-6 140 0 0,-30-32-1 0 0,19 17-36 0 0,23 22-143 0 0,1-1 1 0 0,0 0-1 0 0,2-1 0 0 0,0-1 0 0 0,1 0 1 0 0,-13-25-1 0 0,21 31 25 0 0,0 0 0 0 0,1-1-1 0 0,1 0 1 0 0,0 0 0 0 0,1-1 0 0 0,0 1 0 0 0,2-1-1 0 0,0 0 1 0 0,0 0 0 0 0,2-30 0 0 0,4 11-8 0 0,2 0 0 0 0,1 0-1 0 0,2 0 1 0 0,1 1 0 0 0,1 0 0 0 0,2 1 0 0 0,2 1 0 0 0,36-62 0 0 0,-43 83-5 0 0,0 0 0 0 0,0 1 0 0 0,1 0 0 0 0,0 0 0 0 0,0 0 1 0 0,1 1-1 0 0,1 1 0 0 0,-1 0 0 0 0,16-8 0 0 0,-7 6-293 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6.5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221 1080 6913 0 0,'0'-1'110'0'0,"1"1"-1"0"0,-1-1 0 0 0,0 0 0 0 0,0 0 0 0 0,0 0 0 0 0,0 0 0 0 0,0 0 0 0 0,0 0 0 0 0,0 0 0 0 0,0 0 1 0 0,0 0-1 0 0,-1 0 0 0 0,1 0 0 0 0,0 1 0 0 0,-1-1 0 0 0,1 0 0 0 0,0 0 0 0 0,-1 0 0 0 0,0-1 0 0 0,-11-19 2500 0 0,11 19-2258 0 0,-18-32 3739 0 0,-24-57 0 0 0,-2-42-1850 0 0,-16-141-1993 0 0,50 194-240 0 0,-2-136-1 0 0,8 89-186 0 0,-1 62-933 0 0,5 47 115 0 0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1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0 524 6913 0 0,'35'-36'900'0'0,"-23"22"-16"0"0,1 0-1 0 0,1 1 1 0 0,0 1 0 0 0,28-20 0 0 0,-3 12-397 0 0,2 1-1 0 0,0 3 1 0 0,1 1-1 0 0,83-18 1 0 0,15-5-287 0 0,7-5-194 0 0,152-24 1 0 0,157 1-10 0 0,-378 56 6 0 0,485-45 58 0 0,225 34 105 0 0,-503 39 2758 0 0,-278-17-3383 0 0,0 0-1 0 0,0 1 0 0 0,-1 0 1 0 0,1 0-1 0 0,-1 0 1 0 0,0 1-1 0 0,7 3 0 0 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7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3 456 0 0,'1'-1'0'0'0,"-1"-1"0"0"0,-1 2 136 0 0,-1 0-8 0 0,2 2-8 0 0,-3 0 0 0 0,1 3-56 0 0,-1 0-64 0 0,2 2 88 0 0,-1-2-88 0 0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 10138 0 0,'0'0'11'0'0,"0"-1"0"0"0,0 0-1 0 0,-1 1 1 0 0,1-1 0 0 0,0 1-1 0 0,0-1 1 0 0,0 1 0 0 0,0-1-1 0 0,0 1 1 0 0,0-1 0 0 0,0 1-1 0 0,0-1 1 0 0,1 0 0 0 0,-1 1-1 0 0,0-1 1 0 0,0 1 0 0 0,0-1-1 0 0,0 1 1 0 0,1-1 0 0 0,-1 1 0 0 0,0-1-1 0 0,1 1 1 0 0,-1-1 0 0 0,0 1-1 0 0,1 0 1 0 0,-1-1 0 0 0,0 1-1 0 0,1 0 1 0 0,-1-1 0 0 0,1 1-1 0 0,-1 0 1 0 0,1-1 0 0 0,0 1-1 0 0,24-3 2440 0 0,-19 4-1721 0 0,0 0-1 0 0,0 0 1 0 0,0 1 0 0 0,-1-1 0 0 0,1 1-1 0 0,10 5 1 0 0,-10-2-470 0 0,0 0 1 0 0,-1 1-1 0 0,1 0 1 0 0,-1-1-1 0 0,0 2 1 0 0,0-1-1 0 0,-1 0 1 0 0,0 1-1 0 0,0 0 0 0 0,-1 0 1 0 0,0 0-1 0 0,0 1 1 0 0,0-1-1 0 0,2 11 1 0 0,2 15-125 0 0,-1 0 0 0 0,1 36 0 0 0,-4-34-34 0 0,10 33-191 0 0,0 10-4035 0 0,-12-77 3860 0 0,-1 0 0 0 0,0 0 0 0 0,0 0 0 0 0,0 0 0 0 0,0 0 0 0 0,0 0 0 0 0,0 0 0 0 0,0 0 0 0 0,-1 0 0 0 0,1 0 0 0 0,0 0 0 0 0,0 0 0 0 0,-1 0 0 0 0,1 0 0 0 0,-1 0 0 0 0,1-1 0 0 0,-1 1 0 0 0,1 0 0 0 0,-1 0 0 0 0,1 0 0 0 0,-1-1 0 0 0,0 1 0 0 0,1 0 0 0 0,-1-1 0 0 0,-1 2 0 0 0,-4-1-1646 0 0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8.3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3 110 6913 0 0,'0'-2'17'0'0,"-1"1"0"0"0,1 0 0 0 0,-1 0 0 0 0,1-1 0 0 0,0 1 0 0 0,-1 0 0 0 0,1-1 0 0 0,0 1 0 0 0,0 0 0 0 0,0-1 0 0 0,0 1 0 0 0,0 0 0 0 0,0-1-1 0 0,1 1 1 0 0,-1 0 0 0 0,0-1 0 0 0,1 1 0 0 0,-1 0 0 0 0,1-1 0 0 0,-1 1 0 0 0,2-2 0 0 0,0 0 6 0 0,0 0-1 0 0,1 0 1 0 0,-1 0 0 0 0,1 0 0 0 0,0 0-1 0 0,0 0 1 0 0,4-3 0 0 0,5-1 693 0 0,0-1 0 0 0,1 1 1 0 0,16-6-1 0 0,-21 10-292 0 0,0 0 0 0 0,0 0 0 0 0,0 1 0 0 0,1 0 0 0 0,-1 0 0 0 0,1 1 0 0 0,0 0 0 0 0,-1 1 0 0 0,1 0 0 0 0,0 0 0 0 0,-1 1 0 0 0,1 0 0 0 0,-1 1 0 0 0,1 0 0 0 0,-1 0 0 0 0,0 1 0 0 0,12 5 0 0 0,-9-3-188 0 0,-1 1 1 0 0,0 0-1 0 0,0 1 0 0 0,0 0 0 0 0,-1 1 1 0 0,0 0-1 0 0,-1 1 0 0 0,1-1 1 0 0,-2 2-1 0 0,1-1 0 0 0,10 20 1 0 0,-11-18-207 0 0,-1 1 0 0 0,-1 1 1 0 0,1-1-1 0 0,-2 1 0 0 0,0 0 1 0 0,-1 0-1 0 0,0 0 0 0 0,-1 0 1 0 0,0 1-1 0 0,0 20 0 0 0,-3-24-22 0 0,1-1 0 0 0,-1 1 0 0 0,-1-1 0 0 0,0 0 0 0 0,0 1 0 0 0,-1-1 0 0 0,0 0-1 0 0,0-1 1 0 0,-1 1 0 0 0,0 0 0 0 0,-1-1 0 0 0,0 0 0 0 0,0 0 0 0 0,-1-1 0 0 0,-11 13 0 0 0,2-6-99 0 0,-2-1 1 0 0,1 0-1 0 0,-2-1 1 0 0,0-1 0 0 0,0 0-1 0 0,-1-1 1 0 0,-29 10 0 0 0,38-17-1685 0 0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09.0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947 132 920 0 0,'-9'-10'561'0'0,"0"0"1"0"0,-1 1-1 0 0,0 0 0 0 0,-1 0 0 0 0,0 1 0 0 0,0 1 0 0 0,0 0 0 0 0,-21-9 1 0 0,10 7 559 0 0,-1 1 0 0 0,-1 1 0 0 0,0 0 0 0 0,0 2 0 0 0,0 1 0 0 0,-25-1 0 0 0,23 4-861 0 0,0 0 0 0 0,0 2 0 0 0,1 1 1 0 0,-1 1-1 0 0,1 1 0 0 0,-1 1 0 0 0,1 1 0 0 0,1 2 0 0 0,-39 16 1 0 0,38-10-137 0 0,-1 0 0 0 0,2 2 1 0 0,0 2-1 0 0,1 0 1 0 0,1 1-1 0 0,1 1 1 0 0,1 1-1 0 0,0 0 1 0 0,-16 26-1 0 0,22-28 38 0 0,1 1 1 0 0,1 0-1 0 0,1 1 0 0 0,0 0 0 0 0,2 1 0 0 0,0 0 0 0 0,2 1 0 0 0,0-1 0 0 0,2 2 0 0 0,0-1 0 0 0,-2 36 1 0 0,8-35-121 0 0,0-1 1 0 0,2 0 0 0 0,0 1 0 0 0,2-1-1 0 0,0-1 1 0 0,2 1 0 0 0,0-1 0 0 0,1 0-1 0 0,2-1 1 0 0,0 0 0 0 0,1 0 0 0 0,24 32-1 0 0,-6-14 69 0 0,2-2-1 0 0,1-2 1 0 0,2 0-1 0 0,2-2 1 0 0,44 31-1 0 0,-47-39-62 0 0,1-1-1 0 0,0-3 0 0 0,2 0 0 0 0,59 24 1 0 0,-77-39-32 0 0,1 0 0 0 0,-1-1 1 0 0,1 0-1 0 0,0-2 0 0 0,0 0 1 0 0,0-1-1 0 0,0-1 0 0 0,0-1 1 0 0,0-1-1 0 0,0 0 0 0 0,38-9 1 0 0,-24 1-9 0 0,1-2 0 0 0,-2-2 1 0 0,1-1-1 0 0,34-20 1 0 0,-13 1 33 0 0,70-55 0 0 0,-104 72 48 0 0,-2 0-1 0 0,0-1 1 0 0,-1-1 0 0 0,-1 0-1 0 0,0-2 1 0 0,-2 0 0 0 0,25-43-1 0 0,-30 45-19 0 0,-1 0 1 0 0,-1-1-1 0 0,-1 0 0 0 0,0 0 0 0 0,-1-1 1 0 0,-2 1-1 0 0,0-1 0 0 0,0 0 0 0 0,-2 0 1 0 0,-2-26-1 0 0,-16-123 393 0 0,13 141-373 0 0,-2 1-1 0 0,-1 0 1 0 0,-1 0-1 0 0,-13-27 1 0 0,15 42-76 0 0,-1 0 1 0 0,-1 1 0 0 0,0-1 0 0 0,-1 2-1 0 0,0-1 1 0 0,0 1 0 0 0,-1 1-1 0 0,-1-1 1 0 0,1 2 0 0 0,-14-9-1 0 0,-12-6 50 0 0,-74-35 0 0 0,-6 10-1932 0 0,79 35-783 0 0,-47-9-1 0 0,51 16-4620 0 0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0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92 467 3097 0 0,'-3'-4'172'0'0,"-1"0"0"0"0,1 0 1 0 0,-1 0-1 0 0,0 0 1 0 0,0 1-1 0 0,0-1 0 0 0,0 1 1 0 0,0 0-1 0 0,-7-3 1 0 0,-5-4 911 0 0,12 7-753 0 0,2 1 143 0 0,-1 0 0 0 0,1 0 1 0 0,-1 0-1 0 0,1 0 0 0 0,0 0 1 0 0,0 0-1 0 0,-4-6 0 0 0,1-13 6253 0 0,22 35-1131 0 0,38 18-6162 0 0,-31-19 800 0 0,11 10-270 0 0,0 1 0 0 0,-2 2 1 0 0,30 30-1 0 0,82 97 445 0 0,-145-153-397 0 0,0 0-1 0 0,0 0 0 0 0,0 0 0 0 0,0 0 0 0 0,0 0 0 0 0,0 0 0 0 0,0 0 1 0 0,1 1-1 0 0,-1-1 0 0 0,0 0 0 0 0,0 0 0 0 0,0 0 0 0 0,0 0 0 0 0,0 0 1 0 0,1 0-1 0 0,-1 0 0 0 0,0 0 0 0 0,0 0 0 0 0,0 0 0 0 0,0 0 0 0 0,0 0 1 0 0,1 0-1 0 0,-1 0 0 0 0,0 0 0 0 0,0 0 0 0 0,0 0 0 0 0,0 0 0 0 0,0-1 1 0 0,1 1-1 0 0,-1 0 0 0 0,0 0 0 0 0,0 0 0 0 0,0 0 0 0 0,0 0 0 0 0,0 0 1 0 0,0 0-1 0 0,0 0 0 0 0,1 0 0 0 0,-1-1 0 0 0,0 1 0 0 0,0 0 0 0 0,0 0 1 0 0,0 0-1 0 0,0 0 0 0 0,0 0 0 0 0,0 0 0 0 0,0-1 0 0 0,0 1 0 0 0,0 0 1 0 0,0 0-1 0 0,0 0 0 0 0,0 0 0 0 0,0 0 0 0 0,0-1 0 0 0,0 1 1 0 0,5-18 327 0 0,2-35-82 0 0,-4 25-64 0 0,52-196 377 0 0,-35 158-401 0 0,20-128-1 0 0,-39 183-289 0 0,1 0 1 0 0,0 0-1 0 0,0 0 0 0 0,1 0 1 0 0,1 1-1 0 0,8-19 0 0 0,-9 25-1082 0 0,0-1-1 0 0,0 1 1 0 0,0 0-1 0 0,0 0 1 0 0,8-7-1 0 0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4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 1 10138 0 0,'-10'3'6939'0'0,"10"-3"-6823"0"0,10 23 1906 0 0,26 28-1474 0 0,-34-49-260 0 0,24 31 99 0 0,0 1 0 0 0,-2 2 0 0 0,-2 1 0 0 0,-1 0 0 0 0,27 71 0 0 0,-40-84-448 0 0,-6-13-240 0 0,1-1-1 0 0,1 0 1 0 0,0 0 0 0 0,0 0 0 0 0,1 0-1 0 0,1 0 1 0 0,7 10 0 0 0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3.8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83 920 0 0,'0'-2'300'0'0,"0"0"1"0"0,0 0-1 0 0,0-1 0 0 0,0 1 0 0 0,1 0 0 0 0,-1-1 1 0 0,1 1-1 0 0,-1 0 0 0 0,1 0 0 0 0,0 0 0 0 0,-1 0 1 0 0,1 0-1 0 0,1-1 0 0 0,-1 2 0 0 0,0-1 0 0 0,0 0 0 0 0,1 0 1 0 0,-1 0-1 0 0,1 0 0 0 0,-1 1 0 0 0,1-1 0 0 0,0 1 1 0 0,-1-1-1 0 0,1 1 0 0 0,0 0 0 0 0,3-2 0 0 0,2-1 408 0 0,0-1 0 0 0,0 2 1 0 0,0-1-1 0 0,0 1 0 0 0,0 0 0 0 0,14-4 0 0 0,-14 7-397 0 0,0 0 0 0 0,0 0 0 0 0,-1 0 0 0 0,1 1 0 0 0,0 0 0 0 0,0 0 0 0 0,0 1 0 0 0,0-1 0 0 0,-1 2 0 0 0,1-1 0 0 0,-1 1 0 0 0,0 0 0 0 0,0 0 0 0 0,0 1 0 0 0,0-1 0 0 0,0 1 0 0 0,-1 1 0 0 0,0-1 0 0 0,8 9 0 0 0,-7-8-252 0 0,-1 1 1 0 0,1 0-1 0 0,-1 0 0 0 0,0 1 1 0 0,0 0-1 0 0,-1 0 1 0 0,0 0-1 0 0,-1 0 1 0 0,1 1-1 0 0,-1-1 1 0 0,0 1-1 0 0,-1 0 1 0 0,0 0-1 0 0,0 0 1 0 0,-1 0-1 0 0,1 11 1 0 0,-3-14-34 0 0,0 0 1 0 0,0 0 0 0 0,-1 0 0 0 0,1 0-1 0 0,-1 0 1 0 0,0-1 0 0 0,0 1 0 0 0,-1 0 0 0 0,0-1-1 0 0,1 0 1 0 0,-1 0 0 0 0,0 0 0 0 0,-1 0-1 0 0,1 0 1 0 0,-1-1 0 0 0,0 1 0 0 0,-5 2 0 0 0,-9 8 29 0 0,-2-1 1 0 0,-28 15-1 0 0,33-21-81 0 0,9-3-111 0 0,-18 8-301 0 0,9-10-2935 0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34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167 47 1840 0 0,'12'-11'-822'0'0,"-1"-18"12487"0"0,-12 28-11443 0 0,0 0-25 0 0,0 0 1 0 0,-1 1-1 0 0,1-1 1 0 0,-1 1-1 0 0,1-1 1 0 0,0 1-1 0 0,-1-1 1 0 0,1 1-1 0 0,-1 0 1 0 0,1 0-1 0 0,-1 0 1 0 0,1 0-1 0 0,-2 0 1 0 0,-3 1 93 0 0,-1-1 0 0 0,1 2 0 0 0,0-1 0 0 0,0 1 0 0 0,0 0 0 0 0,0 0 0 0 0,0 0 0 0 0,1 1 0 0 0,-1 0-1 0 0,1 0 1 0 0,0 1 0 0 0,0-1 0 0 0,0 1 0 0 0,-7 8 0 0 0,5-6-165 0 0,1 0 1 0 0,0 1-1 0 0,0 0 0 0 0,1 0 0 0 0,-1 1 1 0 0,2-1-1 0 0,-1 1 0 0 0,1 0 0 0 0,-5 14 1 0 0,8-18-133 0 0,0 0 1 0 0,0 0 0 0 0,0 0 0 0 0,1-1 0 0 0,0 1 0 0 0,-1 1 0 0 0,1-1 0 0 0,0 0 0 0 0,1 0 0 0 0,-1 0 0 0 0,1 0 0 0 0,0-1 0 0 0,0 1 0 0 0,0 0 0 0 0,0 0-1 0 0,1 0 1 0 0,-1-1 0 0 0,1 1 0 0 0,0-1 0 0 0,0 1 0 0 0,1-1 0 0 0,-1 0 0 0 0,1 1 0 0 0,-1-1 0 0 0,1-1 0 0 0,0 1 0 0 0,0 0 0 0 0,4 2 0 0 0,9 5-293 0 0,0 0 0 0 0,1-2 0 0 0,0 1 0 0 0,34 10 0 0 0,5 3-735 0 0,-51-20 980 0 0,1 1 1 0 0,-1 0-1 0 0,0 1 1 0 0,0 0-1 0 0,0-1 1 0 0,0 2-1 0 0,-1-1 1 0 0,1 0-1 0 0,-1 1 1 0 0,0 0-1 0 0,4 8 1 0 0,-7-12 115 0 0,0 1 1 0 0,0 0-1 0 0,0 0 1 0 0,0 0-1 0 0,-1 0 1 0 0,1 0 0 0 0,-1 0-1 0 0,1 0 1 0 0,-1 0-1 0 0,0 0 1 0 0,0 0-1 0 0,0 1 1 0 0,0-1-1 0 0,0 0 1 0 0,0 0 0 0 0,-1 0-1 0 0,1 0 1 0 0,-1 0-1 0 0,1 0 1 0 0,-1 0-1 0 0,0 0 1 0 0,0 0 0 0 0,0 0-1 0 0,0-1 1 0 0,0 1-1 0 0,0 0 1 0 0,0 0-1 0 0,-1-1 1 0 0,1 1-1 0 0,-1-1 1 0 0,1 1 0 0 0,-1-1-1 0 0,0 0 1 0 0,1 0-1 0 0,-1 1 1 0 0,-3 0-1 0 0,-16 9 250 0 0,-1-1 0 0 0,0-1 1 0 0,0-1-1 0 0,-1-1 0 0 0,0-1 0 0 0,-1-1 0 0 0,-46 4 0 0 0,67-9-811 0 0,-21 2 1526 0 0,12-3-2531 0 0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0:59.9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11 6449 0 0,'-3'-2'988'0'0,"-16"-7"7258"0"0,14 59-7692 0 0,1 0 0 0 0,5 77-1 0 0,21 106-4 0 0,-13-148-278 0 0,15 85 55 0 0,-19-147-330 0 0,1-1 0 0 0,1 1 0 0 0,1-1 0 0 0,1-1 1 0 0,14 28-1 0 0,-1-23-390 0 0,-21-25 256 0 0,-1-1-1 0 0,1 1 1 0 0,-1 0 0 0 0,1-1 0 0 0,-1 1 0 0 0,1 0 0 0 0,-1-1 0 0 0,1 1 0 0 0,0-1 0 0 0,-1 1 0 0 0,1-1 0 0 0,0 1 0 0 0,0-1 0 0 0,-1 0 0 0 0,1 1 0 0 0,0-1 0 0 0,0 0 0 0 0,-1 0 0 0 0,1 0 0 0 0,0 1 0 0 0,0-1 0 0 0,0 0 0 0 0,-1 0 0 0 0,1 0 0 0 0,0 0 0 0 0,0 0 0 0 0,0 0 0 0 0,0-1 0 0 0,-1 1 0 0 0,1 0 0 0 0,0 0 0 0 0,0 0 0 0 0,-1-1 0 0 0,1 1 0 0 0,0 0-1 0 0,1-1 1 0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0.8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20 265 1376 0 0,'-19'0'664'0'0,"27"-6"2337"0"0,32-10 397 0 0,39-4-935 0 0,146-16 0 0 0,-135 23-1625 0 0,321-16 1045 0 0,-104 11-1141 0 0,88-40-156 0 0,-25 1-15 0 0,-292 50-613 0 0,2 3 0 0 0,132 10 1 0 0,-177-3-231 0 0,-1 2 1 0 0,1 2-1 0 0,34 11 1 0 0,-56-14 193 0 0,0 1 0 0 0,0 0 1 0 0,0 1-1 0 0,-1 1 0 0 0,0 0 1 0 0,0 0-1 0 0,0 2 0 0 0,-1-1 1 0 0,-1 1-1 0 0,15 16 0 0 0,19 21 398 0 0,-34-37-6 0 0,0 1-1 0 0,-1 0 0 0 0,0 0 1 0 0,0 1-1 0 0,-1 0 1 0 0,0 1-1 0 0,-1-1 1 0 0,7 18-1 0 0,74 171 21 0 0,-51-123-125 0 0,52 159 0 0 0,-84-216-220 0 0,-1-1 0 0 0,-1 1 0 0 0,0 0 0 0 0,-2 0 0 0 0,0 0 0 0 0,-1 0 0 0 0,-1 0 0 0 0,-1 0 0 0 0,-1 0-1 0 0,-1 0 1 0 0,-1-1 0 0 0,-10 30 0 0 0,10-39 22 0 0,0-1 1 0 0,0 0-1 0 0,-1-1 0 0 0,0 1 1 0 0,0-1-1 0 0,-1 0 0 0 0,0-1 0 0 0,-1 1 1 0 0,1-2-1 0 0,-1 1 0 0 0,-1-1 1 0 0,1 0-1 0 0,-1-1 0 0 0,0 1 1 0 0,-18 5-1 0 0,-10 4 80 0 0,-1-3 1 0 0,-70 14-1 0 0,62-16-52 0 0,-324 53 704 0 0,197-38-347 0 0,-315 21-248 0 0,352-38-283 0 0,-342-6-38 0 0,443-5 173 0 0,0 0 0 0 0,0-3 0 0 0,1-1 0 0 0,-1-1 0 0 0,2-2 0 0 0,-1-1 0 0 0,1-2 0 0 0,-36-20 0 0 0,35 15 104 0 0,-34-16 385 0 0,61 31-450 0 0,1 1 0 0 0,-1 0 0 0 0,0 0 0 0 0,1 0 0 0 0,-1 1 0 0 0,0 0 0 0 0,0 1 0 0 0,-10-1 0 0 0,15 2-41 0 0,-1-1 1 0 0,1 0-1 0 0,0 1 1 0 0,-1-1-1 0 0,1 1 1 0 0,0 0-1 0 0,0 0 1 0 0,0 0-1 0 0,0 0 1 0 0,0 0-1 0 0,0 0 1 0 0,0 0-1 0 0,0 1 1 0 0,0-1-1 0 0,-2 3 1 0 0,1 1-479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1.7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155 552 8754 0 0,'-20'-31'2329'0'0,"0"1"0"0"0,-2 1 1 0 0,0 1-1 0 0,-38-35 0 0 0,59 63-2291 0 0,0-1-1 0 0,0 0 0 0 0,0 0 1 0 0,0 0-1 0 0,0 0 0 0 0,0 0 1 0 0,1 0-1 0 0,-1-1 0 0 0,0 1 1 0 0,1 0-1 0 0,-1 0 0 0 0,1 0 1 0 0,0-1-1 0 0,-1 0 0 0 0,1 1-11 0 0,0 1 0 0 0,0 0 0 0 0,0-1 0 0 0,0 1 0 0 0,0 0 0 0 0,0-1 0 0 0,0 1 0 0 0,0-1 0 0 0,1 1 0 0 0,-1 0-1 0 0,0-1 1 0 0,0 1 0 0 0,0 0 0 0 0,0 0 0 0 0,1-1 0 0 0,-1 1 0 0 0,0 0 0 0 0,0-1 0 0 0,1 1 0 0 0,-1 0 0 0 0,0 0-1 0 0,0-1 1 0 0,1 1 0 0 0,-1 0 0 0 0,0 0 0 0 0,1 0 0 0 0,-1-1 0 0 0,0 1 0 0 0,1 0 0 0 0,0 0 0 0 0,0 0 17 0 0,0 0 0 0 0,1 0 0 0 0,-1 0 0 0 0,1 0 0 0 0,-1 0 0 0 0,1 0 0 0 0,-1 0 0 0 0,1 0 0 0 0,-1 1 0 0 0,0-1 0 0 0,1 1 0 0 0,-1-1 0 0 0,0 1 0 0 0,1-1 0 0 0,-1 1 0 0 0,0 0 1 0 0,0 0-1 0 0,1 0 0 0 0,-1 0 0 0 0,0 0 0 0 0,0 0 0 0 0,0 0 0 0 0,1 2 0 0 0,11 15-43 0 0,-1 1 0 0 0,0 1 0 0 0,-2 0 0 0 0,10 25 0 0 0,18 35 0 0 0,-20-49-72 0 0,2-1 0 0 0,1 0 0 0 0,1-2 0 0 0,47 46 0 0 0,-52-58 29 0 0,2 0 0 0 0,0-2 1 0 0,0 0-1 0 0,2-1 0 0 0,-1 0 1 0 0,2-2-1 0 0,-1-1 0 0 0,28 9 1 0 0,-47-18 47 0 0,1 0 0 0 0,0 0 0 0 0,0 0 0 0 0,-1-1 0 0 0,1 0 0 0 0,0 1 0 0 0,0-1 0 0 0,0 0 0 0 0,-1 0 0 0 0,1 0 0 0 0,0-1 0 0 0,0 1 0 0 0,0-1 0 0 0,-1 1 0 0 0,1-1 0 0 0,0 0-1 0 0,-1 0 1 0 0,1 0 0 0 0,3-3 0 0 0,-3 2 28 0 0,0-1 0 0 0,0 0 0 0 0,0 0-1 0 0,0 0 1 0 0,-1 0 0 0 0,1 0-1 0 0,-1 0 1 0 0,0-1 0 0 0,0 1-1 0 0,0-1 1 0 0,0 0 0 0 0,1-4-1 0 0,1-9 79 0 0,1 0 0 0 0,-2 0 1 0 0,-1 0-1 0 0,0 0 0 0 0,0-21 0 0 0,-1-26 86 0 0,23-359 332 0 0,-16 370-559 0 0,-4 29-204 0 0,0 0 0 0 0,-1-1 0 0 0,-2 0 0 0 0,-2-42 0 0 0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1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31 8754 0 0,'0'-1'54'0'0,"0"-1"1"0"0,0 1-1 0 0,0-1 0 0 0,0 1 1 0 0,0-1-1 0 0,1 1 0 0 0,-1-1 0 0 0,0 1 1 0 0,1-1-1 0 0,-1 1 0 0 0,1 0 1 0 0,0-1-1 0 0,-1 1 0 0 0,1 0 1 0 0,0 0-1 0 0,1-3 0 0 0,-1 4 150 0 0,0-1 1 0 0,0 1-1 0 0,-1-1 0 0 0,1 1 0 0 0,0-1 0 0 0,0 1 0 0 0,0 0 0 0 0,0-1 0 0 0,-1 1 0 0 0,1 0 0 0 0,0 0 0 0 0,0 0 0 0 0,0-1 0 0 0,0 1 0 0 0,0 0 0 0 0,0 0 0 0 0,0 0 0 0 0,0 0 0 0 0,-1 1 0 0 0,3-1 0 0 0,-1 1 138 0 0,1 0-1 0 0,-1 0 1 0 0,1 0-1 0 0,-1 0 1 0 0,0 0-1 0 0,1 1 1 0 0,-1-1-1 0 0,0 1 1 0 0,0 0 0 0 0,0-1-1 0 0,0 1 1 0 0,0 0-1 0 0,0 0 1 0 0,-1 0-1 0 0,1 1 1 0 0,-1-1-1 0 0,2 3 1 0 0,5 16-3 0 0,-1 0 0 0 0,-1 0 0 0 0,-2 0 1 0 0,0 1-1 0 0,3 39 0 0 0,-4-29-313 0 0,12 56 0 0 0,-6-59-175 0 0,1-1 0 0 0,1 1 0 0 0,27 48 0 0 0,4-13-3898 0 0,-38-60 2448 0 0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53 143 2304 0 0,'-6'-3'420'0'0,"1"-1"0"0"0,0 0-1 0 0,0 0 1 0 0,0 0-1 0 0,1-1 1 0 0,0 1-1 0 0,0-1 1 0 0,-6-8-1 0 0,10 11-294 0 0,-1 1-1 0 0,0-1 0 0 0,0 1 0 0 0,1-1 1 0 0,-1 0-1 0 0,1 1 0 0 0,0-1 1 0 0,-1 0-1 0 0,1 1 0 0 0,0-1 0 0 0,0 0 1 0 0,0 1-1 0 0,0-1 0 0 0,0 0 0 0 0,1 1 1 0 0,-1-1-1 0 0,0 0 0 0 0,1 1 0 0 0,-1-1 1 0 0,1 0-1 0 0,0 1 0 0 0,-1-1 1 0 0,1 1-1 0 0,0-1 0 0 0,0 1 0 0 0,0-1 1 0 0,0 1-1 0 0,0 0 0 0 0,0 0 0 0 0,1-1 1 0 0,-1 1-1 0 0,0 0 0 0 0,1 0 0 0 0,-1 0 1 0 0,1 0-1 0 0,1 0 0 0 0,6-5 223 0 0,-1 1 0 0 0,1 0 0 0 0,1 1 0 0 0,-1 0 1 0 0,1 0-1 0 0,0 1 0 0 0,-1 0 0 0 0,1 1 0 0 0,1 0 0 0 0,-1 0 0 0 0,0 2 0 0 0,0-1 0 0 0,0 1 0 0 0,1 0 0 0 0,-1 1 0 0 0,0 0 0 0 0,0 1 0 0 0,0 0 0 0 0,16 6 0 0 0,-18-5-246 0 0,1 0 0 0 0,0 1 0 0 0,-1 1-1 0 0,0-1 1 0 0,0 1 0 0 0,0 1 0 0 0,-1 0-1 0 0,0 0 1 0 0,0 0 0 0 0,0 1 0 0 0,-1 0-1 0 0,0 0 1 0 0,0 0 0 0 0,-1 1 0 0 0,0 0 0 0 0,0 0-1 0 0,0 0 1 0 0,-2 1 0 0 0,1-1 0 0 0,-1 1-1 0 0,4 14 1 0 0,-7-18-146 0 0,1-1 0 0 0,-1 1-1 0 0,0 0 1 0 0,0 0 0 0 0,0 0-1 0 0,0-1 1 0 0,-1 1 0 0 0,0 0-1 0 0,0 0 1 0 0,0-1 0 0 0,-1 1-1 0 0,0-1 1 0 0,0 1 0 0 0,0-1-1 0 0,0 0 1 0 0,-1 1 0 0 0,1-1-1 0 0,-1 0 1 0 0,0-1 0 0 0,0 1-1 0 0,0 0 1 0 0,-1-1 0 0 0,0 0-1 0 0,-4 3 1 0 0,-4 4 417 0 0,-1-1 0 0 0,0-1 1 0 0,-1 0-1 0 0,0-1 0 0 0,0-1 0 0 0,-19 7 1 0 0,22-12-1562 0 0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2.9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219 0 4609 0 0,'-30'7'3558'0'0,"11"2"-1903"0"0,1 0 0 0 0,0 1 0 0 0,-28 21 0 0 0,36-24-1219 0 0,1 1 1 0 0,0 0-1 0 0,0 1 1 0 0,1 0-1 0 0,0 0 1 0 0,1 0-1 0 0,-11 19 1 0 0,17-26-439 0 0,-1 0-1 0 0,1 1 1 0 0,0-1 0 0 0,0 1 0 0 0,0 0 0 0 0,0-1 0 0 0,1 1 0 0 0,-1 0 0 0 0,1-1 0 0 0,0 1 0 0 0,-1 0 0 0 0,1 0 0 0 0,0-1 0 0 0,1 1 0 0 0,-1 0 0 0 0,0 0-1 0 0,1-1 1 0 0,0 1 0 0 0,0 3 0 0 0,1-3-48 0 0,0 1-1 0 0,0-1 0 0 0,0 0 0 0 0,1 0 0 0 0,-1 0 1 0 0,1 0-1 0 0,0-1 0 0 0,-1 1 0 0 0,1-1 0 0 0,0 1 1 0 0,1-1-1 0 0,3 2 0 0 0,9 4-151 0 0,0-1-1 0 0,0 0 1 0 0,1-2-1 0 0,30 7 1 0 0,22 0-55 0 0,-48-10 191 0 0,-1 2-1 0 0,0 0 0 0 0,0 1 0 0 0,0 1 0 0 0,20 8 0 0 0,-39-13 62 0 0,0-1-1 0 0,1 1 0 0 0,-1 0 1 0 0,1-1-1 0 0,-1 1 0 0 0,0 0 1 0 0,0 0-1 0 0,1 0 0 0 0,-1 0 0 0 0,0 0 1 0 0,0 0-1 0 0,0 0 0 0 0,0 0 1 0 0,0 0-1 0 0,0 1 0 0 0,0-1 1 0 0,-1 0-1 0 0,1 1 0 0 0,0-1 1 0 0,-1 0-1 0 0,1 1 0 0 0,-1-1 0 0 0,1 1 1 0 0,-1-1-1 0 0,0 1 0 0 0,0 1 1 0 0,0 0 63 0 0,-1 0-1 0 0,0-1 1 0 0,1 1 0 0 0,-1-1 0 0 0,0 0 0 0 0,-1 1 0 0 0,1-1 0 0 0,0 0-1 0 0,-1 0 1 0 0,1 0 0 0 0,-1 0 0 0 0,0 0 0 0 0,0 0 0 0 0,-2 2 0 0 0,-6 5 487 0 0,-1-1 0 0 0,0 0 1 0 0,-1 0-1 0 0,-21 9 0 0 0,11-7-153 0 0,-1-1 0 0 0,0-2 0 0 0,-26 6-1 0 0,-3-5-6828 0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59 6913 0 0,'9'-2'1371'0'0,"1"0"-1"0"0,-1 0 0 0 0,0-1 0 0 0,-1 0 0 0 0,1-1 1 0 0,9-5-1 0 0,15-5 48 0 0,-21 10-1630 0 0,0 0 1 0 0,1 0 0 0 0,25-3-1 0 0,-31 6-131 0 0,0 1-1 0 0,-1 0 0 0 0,1 1 1 0 0,-1-1-1 0 0,1 1 0 0 0,-1 1 0 0 0,1-1 1 0 0,-1 1-1 0 0,11 4 0 0 0,-9-2 411 0 0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3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1 101 1840 0 0,'24'-2'3262'0'0,"3"-7"-2645"0"0,-1-2 0 0 0,30-16 0 0 0,-28 13-1049 0 0,42-16 0 0 0,-51 22 432 0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4.5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 92 3225 0 0,'-17'-5'2278'0'0,"11"2"-777"0"0,-1 1 0 0 0,1 0 0 0 0,-1 1 0 0 0,0 0 1 0 0,1 0-1 0 0,-12 0 0 0 0,16 1-1326 0 0,0 0 0 0 0,0 1 0 0 0,0-1 0 0 0,0 1 1 0 0,0-1-1 0 0,0 1 0 0 0,0 0 0 0 0,0 0 0 0 0,0 0 0 0 0,1 0 0 0 0,-1 0 0 0 0,0 1 0 0 0,0-1 1 0 0,1 0-1 0 0,-1 1 0 0 0,1-1 0 0 0,-1 1 0 0 0,1 0 0 0 0,0-1 0 0 0,0 1 0 0 0,0 0 0 0 0,0 0 1 0 0,0 0-1 0 0,0-1 0 0 0,0 1 0 0 0,0 3 0 0 0,-3 8-129 0 0,0 0 1 0 0,1 0-1 0 0,1 1 0 0 0,1-1 1 0 0,-1 0-1 0 0,2 1 0 0 0,0 0 1 0 0,1-1-1 0 0,4 24 1 0 0,0-11-69 0 0,1 0 1 0 0,1 0 0 0 0,1-1 0 0 0,13 25 0 0 0,-14-34 16 0 0,2-1 1 0 0,0 1 0 0 0,1-2-1 0 0,0 0 1 0 0,1 0-1 0 0,0 0 1 0 0,2-2 0 0 0,18 16 0 0 0,-23-21 2 0 0,1 0 1 0 0,0-1-1 0 0,0 0 1 0 0,1 0-1 0 0,0-1 1 0 0,0-1 0 0 0,0 0-1 0 0,0 0 1 0 0,1-1-1 0 0,-1 0 1 0 0,1-1 0 0 0,0 0-1 0 0,0 0 1 0 0,18-1-1 0 0,-26-1 16 0 0,0-1 0 0 0,0 1-1 0 0,0-1 1 0 0,0 1-1 0 0,1-1 1 0 0,-1 0 0 0 0,0 0-1 0 0,0 0 1 0 0,0-1-1 0 0,-1 1 1 0 0,1-1-1 0 0,0 0 1 0 0,0 1 0 0 0,-1-1-1 0 0,1-1 1 0 0,3-3-1 0 0,-3 2 45 0 0,1-1 0 0 0,-1 0-1 0 0,0 0 1 0 0,0 0 0 0 0,0 0 0 0 0,-1 0-1 0 0,0-1 1 0 0,3-9 0 0 0,-2-1 86 0 0,0-1 0 0 0,-1 0 1 0 0,0 0-1 0 0,-1 0 0 0 0,-3-24 1 0 0,-1 17-67 0 0,-1 0 0 0 0,-1 0 1 0 0,-1 1-1 0 0,-2 0 0 0 0,0 0 0 0 0,-1 0 1 0 0,-1 1-1 0 0,-1 1 0 0 0,-1 0 0 0 0,-1 0 0 0 0,-1 1 1 0 0,-1 1-1 0 0,0 0 0 0 0,-2 1 0 0 0,0 1 1 0 0,-1 1-1 0 0,-30-23 0 0 0,44 36-281 0 0,-1 0-1 0 0,1 1 1 0 0,-1-1-1 0 0,1 1 1 0 0,-1-1 0 0 0,0 1-1 0 0,0 1 1 0 0,0-1-1 0 0,0 1 1 0 0,-6-1-1 0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5.9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30 170 1840 0 0,'-9'-29'3029'0'0,"-12"-15"9487"0"0,60 117-6136 0 0,-7-16-6378 0 0,253 401 60 0 0,-268-433-28 0 0,-9-13 19 0 0,1 0-1 0 0,0 0 0 0 0,0-1 1 0 0,19 18-1 0 0,-27-29-30 0 0,-1 0-1 0 0,1 0 0 0 0,-1 0 1 0 0,1 0-1 0 0,-1 0 0 0 0,1 0 1 0 0,0 0-1 0 0,-1 0 1 0 0,1 0-1 0 0,-1 0 0 0 0,1 0 1 0 0,-1 0-1 0 0,1 0 1 0 0,0-1-1 0 0,-1 1 0 0 0,1 0 1 0 0,-1 0-1 0 0,1-1 1 0 0,-1 1-1 0 0,1 0 0 0 0,-1-1 1 0 0,1 1-1 0 0,-1 0 0 0 0,0-1 1 0 0,1 1-1 0 0,-1-1 1 0 0,1 1-1 0 0,-1 0 0 0 0,0-1 1 0 0,1 1-1 0 0,-1-1 1 0 0,0 1-1 0 0,0-1 0 0 0,1 0 1 0 0,-1 1-1 0 0,0-1 1 0 0,0 0-1 0 0,12-26 248 0 0,-12 26-239 0 0,24-74 283 0 0,-4-1-1 0 0,18-146 1 0 0,-26 137-861 0 0,4 0 1 0 0,27-85-1 0 0,-43 170 526 0 0,1-4-168 0 0,0 1-1 0 0,0 0 0 0 0,0 0 1 0 0,1 0-1 0 0,-1 0 0 0 0,1 0 1 0 0,3-4-1 0 0,0 3-621 0 0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6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203 28 2761 0 0,'-9'-26'11626'0'0,"8"26"-11452"0"0,0-1 0 0 0,0 1 1 0 0,0 0-1 0 0,0 0 0 0 0,0 0 1 0 0,0 0-1 0 0,0 0 0 0 0,0 0 1 0 0,0 0-1 0 0,0 0 0 0 0,0 0 1 0 0,1 1-1 0 0,-1-1 0 0 0,0 0 1 0 0,0 0-1 0 0,-1 2 0 0 0,-13 3 385 0 0,1 1-1 0 0,0 0 1 0 0,1 1-1 0 0,0 1 1 0 0,0 0-1 0 0,-20 17 1 0 0,27-21-542 0 0,1 0 0 0 0,0 1 0 0 0,1 0-1 0 0,-1 0 1 0 0,1 0 0 0 0,0 1 0 0 0,0-1 0 0 0,1 1 0 0 0,-1 0 0 0 0,1 0 0 0 0,1 0 0 0 0,-1 1 0 0 0,1-1 0 0 0,0 1 0 0 0,0-1 0 0 0,1 1 0 0 0,-1 10 0 0 0,2-15-10 0 0,0 0 0 0 0,1 1 0 0 0,-1-1 0 0 0,1 0 1 0 0,-1 0-1 0 0,1 0 0 0 0,0 0 0 0 0,0 0 0 0 0,0 0 0 0 0,0 0 1 0 0,0-1-1 0 0,0 1 0 0 0,1 0 0 0 0,-1 0 0 0 0,0-1 1 0 0,1 1-1 0 0,0-1 0 0 0,-1 1 0 0 0,1-1 0 0 0,0 0 1 0 0,0 0-1 0 0,-1 0 0 0 0,1 0 0 0 0,3 2 0 0 0,8 2 57 0 0,-1-1 0 0 0,0 0 0 0 0,16 3 0 0 0,4 2-3 0 0,-24-6-53 0 0,0 0 0 0 0,0 0 0 0 0,0 1 1 0 0,-1 0-1 0 0,1 0 0 0 0,-1 1 0 0 0,8 6 1 0 0,-13-8-14 0 0,1 0 0 0 0,0 0 0 0 0,-1 0 0 0 0,0 0 0 0 0,1 0 0 0 0,-1 1 0 0 0,-1-1 0 0 0,1 1 0 0 0,0 0 0 0 0,-1-1 0 0 0,0 1 0 0 0,0 0 0 0 0,0 0 0 0 0,0 0 0 0 0,-1 0 0 0 0,1 0 0 0 0,-1 6 0 0 0,-1 7 37 0 0,1-1 1 0 0,-2 0 0 0 0,0 0 0 0 0,-1 0-1 0 0,-1 0 1 0 0,0 0 0 0 0,-1-1 0 0 0,-1 1-1 0 0,0-1 1 0 0,-15 24 0 0 0,16-34 95 0 0,3-6-211 0 0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62 7834 0 0,'-15'-31'4966'0'0,"15"30"-4707"0"0,0 0 1 0 0,-1 0 0 0 0,1 0-1 0 0,0-1 1 0 0,0 1-1 0 0,0 0 1 0 0,0 0-1 0 0,0 0 1 0 0,0 0-1 0 0,0-1 1 0 0,0 1-1 0 0,0 0 1 0 0,0 0-1 0 0,1 0 1 0 0,-1 0-1 0 0,1 0 1 0 0,-1 0 0 0 0,0 0-1 0 0,1 0 1 0 0,0 0-1 0 0,-1 0 1 0 0,1 0-1 0 0,0 0 1 0 0,-1 0-1 0 0,1 0 1 0 0,0 0-1 0 0,1-1 1 0 0,-1 2-184 0 0,-1 0 0 0 0,1 0 0 0 0,0 1-1 0 0,-1-1 1 0 0,1 0 0 0 0,-1 0 0 0 0,1 0 0 0 0,0 0 0 0 0,-1 1 0 0 0,1-1 0 0 0,-1 0-1 0 0,1 0 1 0 0,-1 1 0 0 0,1-1 0 0 0,-1 0 0 0 0,1 1 0 0 0,-1-1 0 0 0,1 1 0 0 0,-1-1-1 0 0,1 1 1 0 0,-1-1 0 0 0,0 1 0 0 0,1-1 0 0 0,-1 1 0 0 0,0-1 0 0 0,1 1 0 0 0,-1 0 0 0 0,13 21 311 0 0,-10-18-258 0 0,18 34 182 0 0,-1 0 1 0 0,-2 2 0 0 0,-2 0 0 0 0,20 75-1 0 0,-22-52-348 0 0,-2 0 1 0 0,5 101-1 0 0,-20-140-1403 0 0,-19-75-4198 0 0,16 29 5572 0 0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4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73 4609 0 0,'0'-1'130'0'0,"-1"0"1"0"0,0 0-1 0 0,0 0 0 0 0,1 0 1 0 0,-1 0-1 0 0,1 0 0 0 0,-1 0 1 0 0,1-1-1 0 0,0 1 1 0 0,-1 0-1 0 0,1 0 0 0 0,0-1 1 0 0,0 1-1 0 0,0 0 0 0 0,-1 0 1 0 0,1-1-1 0 0,1 1 0 0 0,-1 0 1 0 0,0 0-1 0 0,0-1 0 0 0,0 1 1 0 0,1 0-1 0 0,-1 0 1 0 0,1 0-1 0 0,-1-1 0 0 0,1 0 1 0 0,1 0 192 0 0,0 0 0 0 0,0 0 1 0 0,0 0-1 0 0,0 0 0 0 0,0 0 1 0 0,0 0-1 0 0,0 1 1 0 0,1-1-1 0 0,-1 1 0 0 0,1 0 1 0 0,3-2-1 0 0,6-1 560 0 0,-1 1 0 0 0,0 0 0 0 0,1 0 0 0 0,-1 1-1 0 0,13 0 1 0 0,-6 1-433 0 0,-1 2 0 0 0,0 0-1 0 0,1 1 1 0 0,-1 1-1 0 0,0 0 1 0 0,0 1 0 0 0,0 1-1 0 0,-1 1 1 0 0,1 0-1 0 0,-1 1 1 0 0,17 11 0 0 0,-26-14-413 0 0,0 1 0 0 0,0 0 0 0 0,0 0 0 0 0,-1 1 0 0 0,0 0 1 0 0,0 0-1 0 0,-1 1 0 0 0,1-1 0 0 0,-1 1 0 0 0,7 14 0 0 0,-9-15-45 0 0,-1 0-1 0 0,0 1 0 0 0,0 0 1 0 0,0-1-1 0 0,-1 1 0 0 0,0 0 0 0 0,0 0 1 0 0,-1 0-1 0 0,1 0 0 0 0,-2 0 0 0 0,1-1 1 0 0,-1 1-1 0 0,0 0 0 0 0,-3 12 1 0 0,-2-2-17 0 0,0-1-1 0 0,0 0 1 0 0,-2 0 0 0 0,0 0 0 0 0,-1-1 0 0 0,-14 19 0 0 0,1-5 125 0 0,-53 52 1 0 0,68-75-81 0 0,1 0 0 0 0,-1-1 0 0 0,0 0 0 0 0,0 0 0 0 0,-1 0-1 0 0,-15 6 1 0 0,-8-5-6602 0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7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9 5985 0 0,'-2'-1'328'0'0,"0"0"0"0"0,0 0 0 0 0,0 0 0 0 0,0 0-1 0 0,-1 0 1 0 0,1 0 0 0 0,0 1 0 0 0,0-1 0 0 0,-1 1-1 0 0,1 0 1 0 0,0 0 0 0 0,0-1 0 0 0,-1 2 0 0 0,1-1-1 0 0,0 0 1 0 0,-1 0 0 0 0,1 1 0 0 0,0-1 0 0 0,0 1-1 0 0,-1 0 1 0 0,1-1 0 0 0,-2 2 0 0 0,-2 0 423 0 0,-1 1 1 0 0,1 0-1 0 0,0 0 1 0 0,0 0-1 0 0,1 1 1 0 0,-9 6-1 0 0,12-9-673 0 0,0 1 0 0 0,1 0-1 0 0,-1 0 1 0 0,0-1 0 0 0,1 1-1 0 0,0 0 1 0 0,-1 1 0 0 0,1-1-1 0 0,0 0 1 0 0,0 0 0 0 0,0 0-1 0 0,0 1 1 0 0,0-1 0 0 0,1 0-1 0 0,-1 1 1 0 0,1-1 0 0 0,0 1-1 0 0,-1-1 1 0 0,1 1 0 0 0,0-1-1 0 0,0 0 1 0 0,1 1 0 0 0,-1-1-1 0 0,0 1 1 0 0,1-1 0 0 0,0 0-1 0 0,-1 1 1 0 0,1-1 0 0 0,0 0-1 0 0,2 4 1 0 0,4 5-17 0 0,0 0 1 0 0,1 0-1 0 0,0-1 0 0 0,17 17 1 0 0,4 5 67 0 0,-7-4-141 0 0,35 64 0 0 0,-50-79 6 0 0,0 1 0 0 0,-1 1 0 0 0,-1-1 0 0 0,0 1 0 0 0,-1 0 0 0 0,-1 0 0 0 0,2 20 0 0 0,-5-31 22 0 0,1 0 1 0 0,-1 0-1 0 0,-1 0 1 0 0,1 0-1 0 0,0 0 1 0 0,-1 0-1 0 0,0 0 1 0 0,0-1-1 0 0,0 1 1 0 0,0 0-1 0 0,-1-1 1 0 0,1 1-1 0 0,-1 0 1 0 0,0-1-1 0 0,0 0 1 0 0,0 1-1 0 0,-1-1 1 0 0,-2 3 0 0 0,1-2 38 0 0,-1-1 1 0 0,1 1 0 0 0,-1-1 0 0 0,0 0 0 0 0,0 0 0 0 0,0 0 0 0 0,-1 0 0 0 0,1-1 0 0 0,-1 0 0 0 0,1-1 0 0 0,-7 2-1 0 0,-1 0 17 0 0,1-2 0 0 0,-1 1 0 0 0,0-2-1 0 0,1 0 1 0 0,-1 0 0 0 0,1-1-1 0 0,-1 0 1 0 0,1-2 0 0 0,-1 1 0 0 0,-18-7-1 0 0,15 2-500 0 0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8.59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206 21 5065 0 0,'-1'-1'259'0'0,"1"0"1"0"0,0 0-1 0 0,-1 0 0 0 0,1 0 0 0 0,-1 1 1 0 0,0-1-1 0 0,1 0 0 0 0,-1 0 0 0 0,0 0 1 0 0,1 1-1 0 0,-1-1 0 0 0,0 1 1 0 0,0-1-1 0 0,1 0 0 0 0,-1 1 0 0 0,0-1 1 0 0,0 1-1 0 0,0 0 0 0 0,0-1 0 0 0,0 1 1 0 0,0 0-1 0 0,-1-1 0 0 0,-22-5 3939 0 0,17 6-3705 0 0,-1 1 1 0 0,1 0-1 0 0,0 0 1 0 0,0 0-1 0 0,0 1 1 0 0,0 0-1 0 0,0 0 1 0 0,0 0-1 0 0,0 1 1 0 0,1 0-1 0 0,-11 7 1 0 0,13-8-440 0 0,1 0 0 0 0,0 0 0 0 0,0 0 0 0 0,0 1 0 0 0,0-1 0 0 0,0 1 0 0 0,0-1 0 0 0,1 1 0 0 0,-1 0 0 0 0,1 0 0 0 0,0 0 0 0 0,0 1 0 0 0,0-1 0 0 0,0 0 0 0 0,1 1 0 0 0,-1-1 0 0 0,1 1 0 0 0,0-1 0 0 0,0 1 0 0 0,0 0 0 0 0,1 0 0 0 0,-1-1 0 0 0,1 1 0 0 0,0 5 0 0 0,1-6-53 0 0,0 0 0 0 0,0 0-1 0 0,0 0 1 0 0,1 0 0 0 0,-1 0 0 0 0,1 0-1 0 0,0-1 1 0 0,0 1 0 0 0,0-1 0 0 0,0 1-1 0 0,0-1 1 0 0,1 0 0 0 0,-1 1-1 0 0,1-2 1 0 0,-1 1 0 0 0,1 0 0 0 0,4 2-1 0 0,54 25-2 0 0,-51-25 2 0 0,26 11-36 0 0,-8-5-74 0 0,31 17 0 0 0,-53-24 95 0 0,1 1 0 0 0,-1 0 1 0 0,0 0-1 0 0,0 1 0 0 0,-1-1 0 0 0,1 1 0 0 0,-1 0 0 0 0,0 1 1 0 0,-1-1-1 0 0,6 8 0 0 0,-9-11 14 0 0,0 0 0 0 0,0 1 0 0 0,-1-1 0 0 0,1 1 0 0 0,-1-1 0 0 0,1 1 1 0 0,-1-1-1 0 0,0 1 0 0 0,0-1 0 0 0,0 1 0 0 0,0-1 0 0 0,-1 1 0 0 0,1-1 0 0 0,0 1 0 0 0,-1-1 0 0 0,0 0 0 0 0,0 1 0 0 0,0-1 0 0 0,0 0 1 0 0,0 1-1 0 0,0-1 0 0 0,0 0 0 0 0,-1 0 0 0 0,1 0 0 0 0,-1 0 0 0 0,1 0 0 0 0,-1 0 0 0 0,-2 1 0 0 0,-5 6 71 0 0,-1 0-1 0 0,0 0 0 0 0,-21 13 1 0 0,6-8 68 0 0,-1 0 0 0 0,-1-2 0 0 0,-31 10 0 0 0,-39 18-1816 0 0,89-35 483 0 0,5 1-285 0 0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2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96 1376 0 0,'1'-1'481'0'0,"1"0"-1"0"0,-1 0 0 0 0,1 0 0 0 0,-1 0 0 0 0,1 0 1 0 0,-1 1-1 0 0,1-1 0 0 0,-1 1 0 0 0,1-1 1 0 0,0 1-1 0 0,-1-1 0 0 0,1 1 0 0 0,0 0 1 0 0,-1 0-1 0 0,1 0 0 0 0,0 0 0 0 0,-1 0 0 0 0,1 0 1 0 0,0 1-1 0 0,-1-1 0 0 0,1 0 0 0 0,0 1 1 0 0,2 1-1 0 0,-2-1 53 0 0,1 1 0 0 0,0 0 1 0 0,-1 0-1 0 0,1 0 0 0 0,-1 0 1 0 0,0 1-1 0 0,0-1 0 0 0,0 1 1 0 0,0-1-1 0 0,0 1 0 0 0,2 5 1 0 0,0 1-100 0 0,1 1 0 0 0,-2 0 0 0 0,0 0 0 0 0,0 0 0 0 0,-1 0-1 0 0,3 19 1 0 0,-5-21-453 0 0,0-3-2 0 0,0-1 0 0 0,0 1 1 0 0,0 0-1 0 0,1 0 0 0 0,-1-1 0 0 0,1 1 0 0 0,0 0 1 0 0,1-1-1 0 0,-1 1 0 0 0,1-1 0 0 0,0 1 0 0 0,0-1 1 0 0,4 5-1 0 0,-5-10-87 0 0,1-1-1 0 0,0 0 1 0 0,-1 1 0 0 0,1-1 0 0 0,-1 0 0 0 0,0 0 0 0 0,0 0 0 0 0,0 0 0 0 0,0 0 0 0 0,0 0-1 0 0,0 0 1 0 0,1-4 0 0 0,-1 3-16 0 0,16-31 140 0 0,2 1-1 0 0,1 1 0 0 0,2 1 1 0 0,36-40-1 0 0,-55 67 46 0 0,30-30 356 0 0,-31 32-369 0 0,0 1 1 0 0,0-1-1 0 0,0 0 0 0 0,0 1 1 0 0,0 0-1 0 0,0 0 1 0 0,0-1-1 0 0,1 1 0 0 0,-1 1 1 0 0,0-1-1 0 0,1 0 1 0 0,-1 0-1 0 0,1 1 0 0 0,-1 0 1 0 0,1-1-1 0 0,2 1 1 0 0,-4 1-29 0 0,1-1 1 0 0,-1 1-1 0 0,0 0 1 0 0,1 0-1 0 0,-1-1 1 0 0,0 1-1 0 0,0 0 1 0 0,0 0-1 0 0,1 1 1 0 0,-1-1-1 0 0,0 0 1 0 0,0 0-1 0 0,-1 0 1 0 0,1 1 0 0 0,0-1-1 0 0,0 0 1 0 0,-1 1-1 0 0,1-1 1 0 0,-1 1-1 0 0,1-1 1 0 0,0 3-1 0 0,8 36 417 0 0,-8-37-429 0 0,15 77 59 0 0,6 40 37 0 0,-22-119-105 0 0,0-1 1 0 0,0 0 0 0 0,0 0 0 0 0,0 0-1 0 0,0 0 1 0 0,0 1 0 0 0,0-1 0 0 0,0 0-1 0 0,0 0 1 0 0,0 0 0 0 0,0 1-1 0 0,0-1 1 0 0,0 0 0 0 0,0 0 0 0 0,0 0-1 0 0,0 0 1 0 0,0 1 0 0 0,1-1 0 0 0,-1 0-1 0 0,0 0 1 0 0,0 0 0 0 0,0 0 0 0 0,0 1-1 0 0,0-1 1 0 0,1 0 0 0 0,-1 0 0 0 0,0 0-1 0 0,0 0 1 0 0,0 0 0 0 0,0 0 0 0 0,1 0-1 0 0,-1 0 1 0 0,0 0 0 0 0,0 0 0 0 0,0 1-1 0 0,0-1 1 0 0,1 0 0 0 0,-1 0 0 0 0,0 0-1 0 0,0 0 1 0 0,0 0 0 0 0,1 0-1 0 0,-1 0 1 0 0,0 0 0 0 0,0-1 0 0 0,0 1-1 0 0,1 0 1 0 0,-1 0 0 0 0,0 0 0 0 0,13-10-27 0 0,17-27 33 0 0,-21 26 57 0 0,21-28-58 0 0,-20 24 82 0 0,1 1 1 0 0,0 1-1 0 0,1 0 0 0 0,0 0 0 0 0,22-16 0 0 0,-33 28-82 0 0,1 0 0 0 0,-1 0 0 0 0,1 0 0 0 0,0 0 0 0 0,0 0 0 0 0,-1 0 0 0 0,1 0 0 0 0,0 1 0 0 0,0-1 0 0 0,0 1 0 0 0,0-1 0 0 0,0 1 0 0 0,0 0 0 0 0,0 0 0 0 0,0 0 0 0 0,0 0 0 0 0,0 0 0 0 0,0 0 0 0 0,0 1 0 0 0,0-1 0 0 0,2 1 0 0 0,-2 1-1 0 0,1-1 1 0 0,0 1-1 0 0,-1 0 0 0 0,1-1 0 0 0,-1 1 0 0 0,0 0 0 0 0,1 1 0 0 0,-1-1 0 0 0,0 0 0 0 0,0 1 0 0 0,-1-1 0 0 0,3 5 0 0 0,4 7-39 0 0,-2 1 0 0 0,1 0 0 0 0,-2 1 0 0 0,4 17 0 0 0,-6-23-34 0 0,0 1-242 0 0,0 0 0 0 0,0 0 0 0 0,1-1 0 0 0,0 0 0 0 0,1 1 0 0 0,0-2 1 0 0,1 1-1 0 0,0-1 0 0 0,15 17 0 0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09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8 10138 0 0,'-3'-2'402'0'0,"0"1"0"0"0,-1 0 1 0 0,1 0-1 0 0,-1 0 0 0 0,1 1 0 0 0,-1-1 0 0 0,1 1 0 0 0,-1-1 1 0 0,0 1-1 0 0,1 0 0 0 0,-1 1 0 0 0,1-1 0 0 0,-1 1 0 0 0,1-1 1 0 0,-1 1-1 0 0,1 0 0 0 0,-1 1 0 0 0,1-1 0 0 0,0 0 0 0 0,0 1 1 0 0,-4 2-1 0 0,1-1-139 0 0,1 1 1 0 0,-1 0-1 0 0,1 1 1 0 0,0-1-1 0 0,0 1 1 0 0,0 0-1 0 0,0 0 1 0 0,1 0-1 0 0,-7 12 1 0 0,-2 7-146 0 0,2 0 1 0 0,0 0-1 0 0,-9 33 1 0 0,17-47-110 0 0,0 0 0 0 0,1 0 0 0 0,1 0 0 0 0,-1 0 0 0 0,1 0 0 0 0,1 1 0 0 0,0-1 0 0 0,0 0 0 0 0,1 0 0 0 0,1 1 0 0 0,3 15 0 0 0,-4-23-45 0 0,0-1 0 0 0,0 1 0 0 0,0 0-1 0 0,0 0 1 0 0,1-1 0 0 0,-1 1-1 0 0,1-1 1 0 0,0 1 0 0 0,-1-1 0 0 0,1 0-1 0 0,0 1 1 0 0,0-1 0 0 0,1 0-1 0 0,-1 0 1 0 0,0-1 0 0 0,1 1 0 0 0,-1 0-1 0 0,1-1 1 0 0,-1 0 0 0 0,1 1-1 0 0,0-1 1 0 0,0 0 0 0 0,-1 0 0 0 0,1-1-1 0 0,0 1 1 0 0,4 0 0 0 0,-3-1-24 0 0,-1 0 0 0 0,1-1 0 0 0,0 1 0 0 0,-1-1 0 0 0,1 0 1 0 0,-1 0-1 0 0,0 0 0 0 0,1-1 0 0 0,-1 1 0 0 0,0-1 0 0 0,0 0 0 0 0,0 1 1 0 0,0-1-1 0 0,0-1 0 0 0,0 1 0 0 0,0 0 0 0 0,-1-1 0 0 0,1 1 0 0 0,-1-1 1 0 0,0 0-1 0 0,3-4 0 0 0,5-11-81 0 0,-2 0 0 0 0,0 0 0 0 0,-1 0 0 0 0,0-1 1 0 0,-2 0-1 0 0,0-1 0 0 0,3-32 0 0 0,7-27 781 0 0,-15 86-356 0 0,-1 0 1 0 0,1 0-1 0 0,0 0 0 0 0,1 0 0 0 0,0 0 1 0 0,0-1-1 0 0,0 1 0 0 0,1 0 0 0 0,0 0 1 0 0,0-1-1 0 0,1 0 0 0 0,0 1 0 0 0,4 5 1 0 0,6 14-813 0 0,33 43-1 0 0,-19-39-1096 0 0,-6-13-3835 0 0,-2-5-1116 0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0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8754 0 0,'0'1'936'0'0,"1"46"7318"0"0,3-1-4967 0 0,1 33-1738 0 0,-3-26-1166 0 0,2 0 0 0 0,11 57 0 0 0,-8-79-448 0 0,1-1 1 0 0,1 0-1 0 0,2 0 1 0 0,27 53-1 0 0,-5-25-580 0 0,-18-33-3201 0 0,-10-17 1165 0 0,7 11-4391 0 0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0.3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0 6449 0 0,'-4'0'13659'0'0,"2"16"-10997"0"0,4 23-2735 0 0,60 203 1655 0 0,-8-41-1157 0 0,-10 11-1460 0 0,-39-187 595 0 0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3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99 359 456 0 0,'-23'-28'3100'0'0,"-8"-6"3403"0"0,29 32-5786 0 0,0 0 1 0 0,-1 1-1 0 0,1-1 0 0 0,-1 1 1 0 0,0 0-1 0 0,1-1 0 0 0,-1 1 1 0 0,0 0-1 0 0,0 1 0 0 0,0-1 1 0 0,0 0-1 0 0,0 1 0 0 0,0 0 1 0 0,-3 0 441 0 0,24 13 57 0 0,-7-6-1218 0 0,0 0-1 0 0,-1 1 1 0 0,0 0 0 0 0,0 0 0 0 0,-1 1 0 0 0,0 1 0 0 0,-1 0-1 0 0,0 0 1 0 0,0 0 0 0 0,11 22 0 0 0,-2 1-8 0 0,2 0 1 0 0,1-1-1 0 0,1-1 0 0 0,2-1 1 0 0,2-1-1 0 0,0-1 1 0 0,2-1-1 0 0,0-2 0 0 0,45 32 1 0 0,-69-55 18 0 0,0 0 1 0 0,0 0-1 0 0,0 0 1 0 0,0 0-1 0 0,0-1 1 0 0,1 0-1 0 0,-1 1 1 0 0,0-1-1 0 0,1 0 1 0 0,-1-1-1 0 0,1 1 1 0 0,-1-1-1 0 0,1 1 1 0 0,-1-1 0 0 0,1 0-1 0 0,6-1 1 0 0,-7 0 20 0 0,0 0 1 0 0,0-1 0 0 0,0 1-1 0 0,0 0 1 0 0,-1-1-1 0 0,1 0 1 0 0,0 0 0 0 0,-1 0-1 0 0,1 0 1 0 0,-1 0 0 0 0,1-1-1 0 0,-1 1 1 0 0,0 0 0 0 0,0-1-1 0 0,0 0 1 0 0,-1 0 0 0 0,1 1-1 0 0,1-5 1 0 0,10-20 100 0 0,-2 0-1 0 0,-1-1 1 0 0,-1 0 0 0 0,10-56 0 0 0,6-122 712 0 0,-20 142-764 0 0,-1-19-477 0 0,-5 61 189 0 0,2-1 1 0 0,0 1 0 0 0,2 0 0 0 0,0 0-1 0 0,7-22 1 0 0,-6 33-1498 0 0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3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64 4609 0 0,'-8'-27'5278'0'0,"8"25"-4502"0"0,0-1 0 0 0,-1 0-1 0 0,1 0 1 0 0,-1 1 0 0 0,0-1-1 0 0,0 1 1 0 0,0-1 0 0 0,0 1-1 0 0,0-1 1 0 0,-1 1 0 0 0,1 0-1 0 0,-3-4 1 0 0,14 18-590 0 0,1 1-1 0 0,-2 0 1 0 0,0 0 0 0 0,0 1-1 0 0,-1 0 1 0 0,8 21 0 0 0,32 100 1252 0 0,-35-96-1318 0 0,53 114-567 0 0,-39-95 278 0 0,-27-57 119 0 0,0-1 0 0 0,1 1 0 0 0,-1-1 0 0 0,0 1 0 0 0,0-1 0 0 0,0 1 0 0 0,0-1 0 0 0,1 1 0 0 0,-1-1 0 0 0,0 1 0 0 0,0-1 0 0 0,0 1 0 0 0,0-1 0 0 0,0 1 0 0 0,0-1 0 0 0,0 1 0 0 0,-1-1 0 0 0,1 1 0 0 0,0-1 0 0 0,0 1 0 0 0,0-1 1 0 0,0 0-1 0 0,-1 1 0 0 0,1-1 0 0 0,0 1 0 0 0,0-1 0 0 0,-1 1 0 0 0,1-1 0 0 0,0 0 0 0 0,-1 1 0 0 0,1-1 0 0 0,0 0 0 0 0,-1 1 0 0 0,1-1 0 0 0,0 0 0 0 0,-1 1 0 0 0,1-1 0 0 0,-1 0 0 0 0,1 0 0 0 0,-1 1 0 0 0,1-1 0 0 0,-1 0 0 0 0,1 0 0 0 0,-1 0 0 0 0,1 0 0 0 0,-1 0 0 0 0,1 0 0 0 0,-1 0 0 0 0,1 0 0 0 0,-1 0 1 0 0,1 0-1 0 0,-1 0 0 0 0,1 0 0 0 0,-1 0 0 0 0,-30-4-3988 0 0,18 2-1707 0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2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26 130 2961 0 0,'-2'-1'97'0'0,"1"0"0"0"0,-1 1 0 0 0,0-1 0 0 0,1 0 0 0 0,-1-1 0 0 0,1 1 0 0 0,0 0 0 0 0,-1 0 0 0 0,1-1 1 0 0,0 1-1 0 0,0 0 0 0 0,0-1 0 0 0,0 1 0 0 0,0-1 0 0 0,0 0 0 0 0,0 1 0 0 0,1-1 0 0 0,-1 0 0 0 0,0 1 0 0 0,1-1 1 0 0,-1 0-1 0 0,1 0 0 0 0,0 0 0 0 0,0 1 0 0 0,0-1 0 0 0,0 0 0 0 0,0 0 0 0 0,0 0 0 0 0,0 1 0 0 0,0-1 0 0 0,1 0 1 0 0,-1 0-1 0 0,1 1 0 0 0,-1-1 0 0 0,1 0 0 0 0,0 0 0 0 0,0 1 0 0 0,-1-1 0 0 0,1 1 0 0 0,0-1 0 0 0,1 1 0 0 0,1-3 1 0 0,2-1 279 0 0,0 0 0 0 0,0 0 0 0 0,0 1 0 0 0,1 0 1 0 0,-1 0-1 0 0,1 0 0 0 0,0 1 0 0 0,1-1 1 0 0,-1 2-1 0 0,9-4 0 0 0,-1 2 225 0 0,1 0 0 0 0,0 1 0 0 0,-1 1 0 0 0,1 0 0 0 0,0 2 0 0 0,0-1 0 0 0,0 2-1 0 0,0 0 1 0 0,0 0 0 0 0,0 1 0 0 0,0 1 0 0 0,-1 1 0 0 0,26 9 0 0 0,-31-9-576 0 0,-1 0 0 0 0,1 1 0 0 0,-1 0 0 0 0,0 0 0 0 0,-1 1 0 0 0,1 0 0 0 0,-1 0 0 0 0,0 0 0 0 0,0 1 0 0 0,-1 0 0 0 0,0 1 1 0 0,0-1-1 0 0,-1 1 0 0 0,0 0 0 0 0,0 1 0 0 0,-1-1 0 0 0,0 1 0 0 0,-1 0 0 0 0,0 0 0 0 0,0 0 0 0 0,0 0 0 0 0,1 17 0 0 0,-3-14-2 0 0,0 0 1 0 0,-1 1-1 0 0,0-1 0 0 0,-1 1 1 0 0,0-1-1 0 0,-1 0 0 0 0,0 0 0 0 0,-1 1 1 0 0,-1-1-1 0 0,0-1 0 0 0,0 1 1 0 0,-1-1-1 0 0,0 1 0 0 0,-14 18 1 0 0,14-22 32 0 0,0-2 1 0 0,-1 1 0 0 0,0 0-1 0 0,-1-1 1 0 0,1 0 0 0 0,-1-1-1 0 0,0 0 1 0 0,0 0 0 0 0,-1 0-1 0 0,0-1 1 0 0,0 0 0 0 0,0 0 0 0 0,0-1-1 0 0,0 0 1 0 0,-1 0 0 0 0,1-1-1 0 0,-1 0 1 0 0,0-1 0 0 0,1 0-1 0 0,-1 0 1 0 0,-14-1 0 0 0,17 0-428 0 0,1-1 0 0 0,-1 1-1 0 0,0-1 1 0 0,0 0 0 0 0,0 0 0 0 0,1-1 0 0 0,-11-3 0 0 0,11 1-786 0 0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4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267 15 456 0 0,'0'-1'151'0'0,"0"0"-1"0"0,0 0 1 0 0,-1 0-1 0 0,1 1 1 0 0,-1-1-1 0 0,1 0 1 0 0,-1 0-1 0 0,1 1 1 0 0,-1-1-1 0 0,1 0 1 0 0,-1 1-1 0 0,1-1 1 0 0,-1 1-1 0 0,0-1 1 0 0,1 1-1 0 0,-1-1 1 0 0,0 1-1 0 0,0-1 1 0 0,1 1-1 0 0,-1 0 1 0 0,0-1-1 0 0,0 1 1 0 0,0 0-1 0 0,1 0 1 0 0,-1-1-1 0 0,0 1 1 0 0,0 0-1 0 0,0 0 1 0 0,0 0-1 0 0,1 0 1 0 0,-1 0-1 0 0,0 0 1 0 0,-1 1-1 0 0,-30 3 2918 0 0,22 3-2606 0 0,0-1 0 0 0,0 1 0 0 0,1 1 1 0 0,0 0-1 0 0,0 0 0 0 0,1 0 0 0 0,0 1 1 0 0,0 1-1 0 0,1-1 0 0 0,0 1 0 0 0,1 0 1 0 0,0 1-1 0 0,1 0 0 0 0,0 0 0 0 0,0 0 1 0 0,2 0-1 0 0,-1 0 0 0 0,1 1 0 0 0,1 0 1 0 0,-2 21-1 0 0,4-28-518 0 0,0 0 0 0 0,0 0 0 0 0,1 0 0 0 0,-1 0 0 0 0,1 0 0 0 0,1 0 0 0 0,-1 0 0 0 0,1-1 0 0 0,-1 1 0 0 0,1 0 0 0 0,1-1 0 0 0,-1 1 0 0 0,1-1 0 0 0,-1 0 1 0 0,1 0-1 0 0,1 0 0 0 0,-1 0 0 0 0,0 0 0 0 0,6 3 0 0 0,3 2-278 0 0,0-1 1 0 0,1-1-1 0 0,0 0 1 0 0,1 0 0 0 0,14 4-1 0 0,-11-5 116 0 0,-1 1 0 0 0,0 1-1 0 0,19 12 1 0 0,-34-19 240 0 0,-1-1 0 0 0,1 1-1 0 0,0-1 1 0 0,0 1 0 0 0,0 0-1 0 0,0 0 1 0 0,-1-1 0 0 0,1 1 0 0 0,0 0-1 0 0,-1 0 1 0 0,1 0 0 0 0,0-1-1 0 0,-1 1 1 0 0,1 0 0 0 0,-1 0 0 0 0,1 0-1 0 0,-1 0 1 0 0,0 0 0 0 0,0 0 0 0 0,1 0-1 0 0,-1 0 1 0 0,0 0 0 0 0,0 1-1 0 0,0-1 1 0 0,0 0 0 0 0,0 2 0 0 0,-1-1 61 0 0,0 0 0 0 0,0 0 0 0 0,0-1 1 0 0,0 1-1 0 0,0 0 0 0 0,0 0 1 0 0,0-1-1 0 0,-1 1 0 0 0,1-1 0 0 0,-1 1 1 0 0,1-1-1 0 0,-4 3 0 0 0,-5 3 400 0 0,-1-1 1 0 0,0 0-1 0 0,-18 8 0 0 0,9-6 34 0 0,-1-1 0 0 0,0 0-1 0 0,-39 6 1 0 0,47-11-910 0 0,1-1 0 0 0,-1-1 1 0 0,0 0-1 0 0,-20-2 0 0 0,14-1-6121 0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10138 0 0,'5'15'8546'0'0,"2"11"-4360"0"0,26 136-3970 0 0,6 115-103 0 0,-18-111-579 0 0,-21-162 361 0 0,1 6-337 0 0,1-1-1 0 0,-1-1 0 0 0,1 1 1 0 0,1 0-1 0 0,0 0 0 0 0,5 11 1 0 0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4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0 1 12355 0 0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6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82 7778 0 0,'0'-1'87'0'0,"-1"0"0"0"0,1 1 0 0 0,0-1 0 0 0,-1 0 0 0 0,1 0 0 0 0,0 0 0 0 0,0 0 0 0 0,0 0 0 0 0,-1 0 0 0 0,1 0 0 0 0,0 0 0 0 0,0 0 0 0 0,1 0 0 0 0,-1 0 0 0 0,0 0 0 0 0,0 0 0 0 0,0 0 0 0 0,1 0 0 0 0,-1 0 0 0 0,0 0 0 0 0,1 0 0 0 0,-1 0 0 0 0,1 1 0 0 0,0-3-1 0 0,1 1 128 0 0,0 0 0 0 0,0 0 0 0 0,1 0 0 0 0,-1 0 0 0 0,0 0 0 0 0,1 0 0 0 0,-1 1 0 0 0,5-3-1 0 0,4-1 494 0 0,1 1-1 0 0,0-1 1 0 0,12-1-1 0 0,4 0 23 0 0,0 1 1 0 0,0 1-1 0 0,1 2 0 0 0,-1 1 0 0 0,1 2 0 0 0,0 0 0 0 0,-1 2 1 0 0,41 9-1 0 0,-65-12-678 0 0,-1 1-1 0 0,1 0 1 0 0,-1 1 0 0 0,1-1-1 0 0,-1 0 1 0 0,1 1 0 0 0,-1 0-1 0 0,0 0 1 0 0,0 0 0 0 0,0 0-1 0 0,0 0 1 0 0,0 1 0 0 0,0-1-1 0 0,-1 1 1 0 0,1 0 0 0 0,-1 0-1 0 0,3 4 1 0 0,-4-5-30 0 0,0 1 0 0 0,-1 0 0 0 0,1-1 1 0 0,0 1-1 0 0,-1 0 0 0 0,0-1 0 0 0,0 1 0 0 0,1 0 0 0 0,-2 0 0 0 0,1-1 0 0 0,0 1 1 0 0,-1 0-1 0 0,1 0 0 0 0,-1-1 0 0 0,1 1 0 0 0,-1 0 0 0 0,0-1 0 0 0,-1 1 0 0 0,1-1 1 0 0,0 0-1 0 0,-1 1 0 0 0,1-1 0 0 0,-1 0 0 0 0,-1 3 0 0 0,-10 11-144 0 0,0-1 1 0 0,-1 0-1 0 0,0 0 0 0 0,-24 17 0 0 0,27-24-919 0 0,0 0 0 0 0,0-1-1 0 0,-1-1 1 0 0,-19 9 0 0 0,26-14-388 0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5.9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 7370 0 0,'3'0'313'0'0,"-1"-1"0"0"0,1 1 0 0 0,0-1 0 0 0,-1 1 0 0 0,1 0 0 0 0,0 0 0 0 0,0 0 0 0 0,-1 0 0 0 0,1 0 1 0 0,0 1-1 0 0,-1-1 0 0 0,1 1 0 0 0,0 0 0 0 0,-1 0 0 0 0,1 0 0 0 0,-1 0 0 0 0,1 0 0 0 0,-1 0 0 0 0,4 3 1 0 0,-2-2 208 0 0,0 1 1 0 0,0 0 0 0 0,0 0 0 0 0,-1 0 0 0 0,1 0 0 0 0,-1 0-1 0 0,0 1 1 0 0,0-1 0 0 0,0 1 0 0 0,3 5 0 0 0,-3-1-331 0 0,-2-1-1 0 0,1 1 1 0 0,-1-1 0 0 0,0 1-1 0 0,-1-1 1 0 0,0 1 0 0 0,0 0-1 0 0,-1-1 1 0 0,1 1 0 0 0,-2-1 0 0 0,1 1-1 0 0,-1-1 1 0 0,-3 9 0 0 0,2-5-304 0 0,0-1-1 0 0,1 1 1 0 0,0 0 0 0 0,1 0 0 0 0,1 16 0 0 0,7 1-917 0 0,5-13-2596 0 0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7 5529 0 0,'-7'-7'3705'0'0,"11"9"-1913"0"0,4 20-4776 0 0,-9-13 2824 0 0,-3 4 160 0 0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6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30 6449 0 0,'2'0'235'0'0,"0"0"0"0"0,0 1 0 0 0,0-1-1 0 0,0 0 1 0 0,0 1 0 0 0,-1-1 0 0 0,1 1-1 0 0,0-1 1 0 0,0 1 0 0 0,0 0 0 0 0,-1 0-1 0 0,1 0 1 0 0,0 0 0 0 0,-1 0 0 0 0,1 0-1 0 0,-1 0 1 0 0,1 1 0 0 0,-1-1-1 0 0,0 1 1 0 0,2 2 0 0 0,0 0 192 0 0,-1 0 1 0 0,1 1-1 0 0,-1-1 0 0 0,0 1 1 0 0,-1 0-1 0 0,1-1 0 0 0,1 11 1 0 0,0 4 249 0 0,-2 1 1 0 0,0-1-1 0 0,-1 22 1 0 0,-2-23-635 0 0,1-13-58 0 0,0 0 0 0 0,1 0 0 0 0,0 0 0 0 0,0 0 0 0 0,0 1 1 0 0,0-1-1 0 0,1 0 0 0 0,1 7 0 0 0,-2-11-20 0 0,0-1 0 0 0,1 0 1 0 0,-1 0-1 0 0,0 0 0 0 0,0 1 0 0 0,0-1 0 0 0,0 0 1 0 0,1 0-1 0 0,-1 0 0 0 0,0 1 0 0 0,0-1 0 0 0,0 0 0 0 0,1 0 1 0 0,-1 0-1 0 0,0 0 0 0 0,0 0 0 0 0,0 0 0 0 0,1 1 1 0 0,-1-1-1 0 0,0 0 0 0 0,0 0 0 0 0,1 0 0 0 0,-1 0 0 0 0,0 0 1 0 0,0 0-1 0 0,1 0 0 0 0,-1 0 0 0 0,0 0 0 0 0,0 0 1 0 0,1 0-1 0 0,-1 0 0 0 0,0 0 0 0 0,0 0 0 0 0,1 0 1 0 0,-1-1-1 0 0,0 1 0 0 0,0 0 0 0 0,1 0 0 0 0,10-10-1019 0 0,6-11-565 0 0,-5-1 1174 0 0,-2-1 1 0 0,0 1 0 0 0,10-37 0 0 0,2-4 2047 0 0,-21 59-1358 0 0,1 1 1 0 0,-1 0-1 0 0,1 0 0 0 0,0 0 0 0 0,0 0 1 0 0,1 0-1 0 0,-1 1 0 0 0,0-1 0 0 0,1 1 0 0 0,0-1 1 0 0,-1 1-1 0 0,1 0 0 0 0,0 0 0 0 0,0 0 1 0 0,0 0-1 0 0,1 1 0 0 0,4-2 0 0 0,-7 2-218 0 0,1 1-1 0 0,0-1 0 0 0,-1 1 0 0 0,1 0 0 0 0,-1 0 1 0 0,1-1-1 0 0,0 1 0 0 0,-1 1 0 0 0,1-1 1 0 0,0 0-1 0 0,-1 0 0 0 0,1 1 0 0 0,-1-1 1 0 0,1 0-1 0 0,0 1 0 0 0,-1 0 0 0 0,1-1 1 0 0,-1 1-1 0 0,0 0 0 0 0,1 0 0 0 0,-1 0 1 0 0,0 0-1 0 0,1 0 0 0 0,-1 0 0 0 0,0 0 1 0 0,0 0-1 0 0,0 0 0 0 0,0 1 0 0 0,0-1 1 0 0,0 0-1 0 0,0 1 0 0 0,0-1 0 0 0,-1 1 1 0 0,1-1-1 0 0,0 1 0 0 0,-1-1 0 0 0,0 1 1 0 0,1-1-1 0 0,-1 4 0 0 0,7 44-3579 0 0,-7-35-2024 0 0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138 388 7834 0 0,'0'0'81'0'0,"1"0"1"0"0,-1 0 0 0 0,0-1 0 0 0,1 1-1 0 0,-1 0 1 0 0,0-1 0 0 0,0 1 0 0 0,1 0-1 0 0,-1-1 1 0 0,0 1 0 0 0,0-1 0 0 0,0 1-1 0 0,0 0 1 0 0,1-1 0 0 0,-1 1 0 0 0,0-1-1 0 0,0 1 1 0 0,0-1 0 0 0,0 1 0 0 0,0 0-1 0 0,0-1 1 0 0,0 1 0 0 0,0-1 0 0 0,0 1-1 0 0,0-1 1 0 0,-1 1 0 0 0,1 0 0 0 0,0-1-1 0 0,0 1 1 0 0,0-1 0 0 0,0 1 0 0 0,-1 0-1 0 0,1-1 1 0 0,0 1 0 0 0,-1-1 0 0 0,-16-2 2931 0 0,12 3-2555 0 0,0 1 0 0 0,1 0 0 0 0,0 0 0 0 0,-1 0 0 0 0,1 0 0 0 0,0 1 0 0 0,-7 2 0 0 0,4 2-324 0 0,1-1-1 0 0,-1 1 1 0 0,1 1-1 0 0,0-1 1 0 0,1 1-1 0 0,0 0 1 0 0,0 0-1 0 0,0 1 1 0 0,1-1-1 0 0,0 1 1 0 0,0 0-1 0 0,1 0 1 0 0,0 1-1 0 0,0-1 1 0 0,1 0-1 0 0,0 1 1 0 0,1 0 0 0 0,0-1-1 0 0,0 1 1 0 0,1 15-1 0 0,1-16-131 0 0,-1 0-1 0 0,1 0 1 0 0,0 0 0 0 0,1 0 0 0 0,-1-1-1 0 0,2 1 1 0 0,-1-1 0 0 0,1 1-1 0 0,0-1 1 0 0,1 0 0 0 0,-1 0 0 0 0,2 0-1 0 0,-1 0 1 0 0,1-1 0 0 0,0 0-1 0 0,0 0 1 0 0,0 0 0 0 0,1 0-1 0 0,0-1 1 0 0,0 0 0 0 0,0 0 0 0 0,1-1-1 0 0,7 4 1 0 0,-10-6-17 0 0,-1-1-1 0 0,0 1 1 0 0,0-1 0 0 0,1 0 0 0 0,-1 0-1 0 0,1-1 1 0 0,-1 1 0 0 0,1-1 0 0 0,-1 1-1 0 0,1-1 1 0 0,-1 0 0 0 0,1-1 0 0 0,-1 1-1 0 0,1 0 1 0 0,-1-1 0 0 0,1 0 0 0 0,5-2-1 0 0,-3 0-56 0 0,-1 0-1 0 0,0 0 0 0 0,0 0 0 0 0,0-1 0 0 0,0 1 0 0 0,-1-1 0 0 0,0 0 0 0 0,1-1 0 0 0,5-8 0 0 0,1-2-36 0 0,-1-2 0 0 0,-1 1-1 0 0,0-1 1 0 0,-1-1 0 0 0,9-30 0 0 0,39-196 220 0 0,-37 144 27 0 0,-9 58 442 0 0,-3-1 0 0 0,4-73 303 0 0,-8 152 342 0 0,3 38-1122 0 0,16 128-227 0 0,-17-172-76 0 0,1 1-1 0 0,2-1 1 0 0,1-1 0 0 0,19 42 0 0 0,-26-66 161 0 0,1 0 0 0 0,0 0 0 0 0,0 0 0 0 0,1 0 0 0 0,-1 0 0 0 0,1-1 0 0 0,0 1 0 0 0,6 4 0 0 0,-9-8 10 0 0,0 0-1 0 0,0-1 1 0 0,-1 1-1 0 0,1-1 1 0 0,0 1-1 0 0,0-1 0 0 0,0 0 1 0 0,0 1-1 0 0,0-1 1 0 0,0 0-1 0 0,0 0 1 0 0,0 1-1 0 0,0-1 0 0 0,0 0 1 0 0,0 0-1 0 0,0 0 1 0 0,0 0-1 0 0,0 0 1 0 0,0 0-1 0 0,0-1 0 0 0,1 1 1 0 0,0-1-32 0 0,-1 0 1 0 0,1 0 0 0 0,-1 0-1 0 0,1 0 1 0 0,-1-1-1 0 0,0 1 1 0 0,0 0-1 0 0,1-1 1 0 0,-1 1 0 0 0,0 0-1 0 0,0-1 1 0 0,0 1-1 0 0,-1-1 1 0 0,1 0 0 0 0,0 1-1 0 0,0-4 1 0 0,8-20-468 0 0,7-35 1 0 0,-10 35 393 0 0,0 0-1 0 0,14-30 1 0 0,-17 48 99 0 0,0 0-1 0 0,0 1 0 0 0,1 0 1 0 0,0-1-1 0 0,1 2 1 0 0,-1-1-1 0 0,1 0 0 0 0,0 1 1 0 0,0 0-1 0 0,1 0 1 0 0,0 0-1 0 0,8-5 0 0 0,-12 9 106 0 0,0 0 0 0 0,0-1 0 0 0,-1 1-1 0 0,1 1 1 0 0,0-1 0 0 0,0 0 0 0 0,0 0-1 0 0,0 1 1 0 0,0-1 0 0 0,1 1 0 0 0,-1-1-1 0 0,0 1 1 0 0,0 0 0 0 0,0 0 0 0 0,0 0-1 0 0,0 0 1 0 0,0 0 0 0 0,0 1 0 0 0,0-1 0 0 0,1 1-1 0 0,-1-1 1 0 0,0 1 0 0 0,0 0 0 0 0,0-1-1 0 0,-1 1 1 0 0,1 0 0 0 0,0 1 0 0 0,0-1-1 0 0,0 0 1 0 0,-1 0 0 0 0,1 1 0 0 0,-1-1-1 0 0,1 1 1 0 0,-1-1 0 0 0,1 1 0 0 0,-1 0-1 0 0,0-1 1 0 0,0 1 0 0 0,0 0 0 0 0,2 4-1 0 0,3 8 395 0 0,0 0-1 0 0,-2 0 1 0 0,1 1-1 0 0,3 24 1 0 0,-4-20-914 0 0,0-8-1197 0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7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65 7834 0 0,'-1'-2'412'0'0,"-1"1"-1"0"0,1-1 1 0 0,-1 1 0 0 0,1-1 0 0 0,-1 1 0 0 0,0 0 0 0 0,0 0 0 0 0,1 0-1 0 0,-1 0 1 0 0,0 0 0 0 0,0 0 0 0 0,0 0 0 0 0,0 1 0 0 0,0-1 0 0 0,0 0-1 0 0,0 1 1 0 0,0 0 0 0 0,0 0 0 0 0,0-1 0 0 0,0 1 0 0 0,0 1 0 0 0,-4-1-1 0 0,5 1-155 0 0,-1-1 0 0 0,1 1 0 0 0,-1 0 0 0 0,1-1-1 0 0,0 1 1 0 0,-1 0 0 0 0,1 0 0 0 0,0 0 0 0 0,0 0-1 0 0,0 0 1 0 0,0 0 0 0 0,0 0 0 0 0,0 1 0 0 0,0-1-1 0 0,0 0 1 0 0,0 2 0 0 0,-7 21-350 0 0,5-7 159 0 0,2 1 0 0 0,0 0 0 0 0,2-1 0 0 0,-1 1 0 0 0,2 0 0 0 0,1-1 0 0 0,0 1 1 0 0,1-1-1 0 0,0 0 0 0 0,2 0 0 0 0,0-1 0 0 0,1 1 0 0 0,1-1 0 0 0,0-1 0 0 0,1 1 1 0 0,1-2-1 0 0,20 26 0 0 0,-27-37-81 0 0,0 0 1 0 0,0 0 0 0 0,0 0-1 0 0,1 0 1 0 0,-1-1-1 0 0,1 0 1 0 0,0 0 0 0 0,-1 0-1 0 0,1 0 1 0 0,0 0-1 0 0,0-1 1 0 0,0 1-1 0 0,1-1 1 0 0,-1 0 0 0 0,0 0-1 0 0,0-1 1 0 0,1 1-1 0 0,5-1 1 0 0,-5-1-31 0 0,1 0 0 0 0,-1 0-1 0 0,0-1 1 0 0,0 1 0 0 0,0-1 0 0 0,0-1 0 0 0,0 1-1 0 0,-1 0 1 0 0,1-1 0 0 0,-1 0 0 0 0,1 0 0 0 0,-1-1 0 0 0,4-3-1 0 0,2-3-40 0 0,-1 0 0 0 0,0-1 0 0 0,-1 1-1 0 0,-1-2 1 0 0,1 1 0 0 0,-2-1 0 0 0,1 0-1 0 0,-2-1 1 0 0,0 1 0 0 0,7-25 0 0 0,-10 26 95 0 0,-1-1 1 0 0,0 1-1 0 0,0-1 0 0 0,-1 0 1 0 0,-1 1-1 0 0,0-1 0 0 0,-1 0 1 0 0,0 1-1 0 0,0 0 0 0 0,-1-1 1 0 0,-1 1-1 0 0,-7-16 0 0 0,8 20-31 0 0,0 1 0 0 0,0 0 0 0 0,-1 0 0 0 0,0 0-1 0 0,0 0 1 0 0,0 1 0 0 0,-1 0 0 0 0,0 0-1 0 0,0 0 1 0 0,0 0 0 0 0,-1 1 0 0 0,1 0 0 0 0,-1 0-1 0 0,0 0 1 0 0,0 1 0 0 0,0 0 0 0 0,-1 0-1 0 0,1 0 1 0 0,-1 1 0 0 0,0 0 0 0 0,0 0 0 0 0,-8 0-1 0 0,2 2-1208 0 0,1 2-3522 0 0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0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0 6913 0 0,'16'7'8273'0'0,"-16"-7"-8066"0"0,0 1 0 0 0,0-1 0 0 0,0 1 0 0 0,0-1 0 0 0,0 1-1 0 0,0-1 1 0 0,0 1 0 0 0,0-1 0 0 0,0 1 0 0 0,0 0 0 0 0,0 31 1442 0 0,-24 133-228 0 0,12-103-585 0 0,-4 90 1 0 0,15-93-2339 0 0,7 75-1 0 0,-4-116 863 0 0,0-1-1 0 0,2 1 0 0 0,0 0 0 0 0,1-1 1 0 0,0 0-1 0 0,2 0 0 0 0,0-1 0 0 0,15 27 1 0 0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2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25 156 2304 0 0,'-3'-1'36'0'0,"1"0"0"0"0,0-1 0 0 0,0 1-1 0 0,0 0 1 0 0,0-1 0 0 0,0 0-1 0 0,0 1 1 0 0,0-1 0 0 0,0 0 0 0 0,-1-2-1 0 0,3 3 19 0 0,0 0 0 0 0,-1 1 0 0 0,1-1 0 0 0,0 0-1 0 0,0 0 1 0 0,0 0 0 0 0,0 0 0 0 0,0 0 0 0 0,0 0 0 0 0,0 1-1 0 0,0-1 1 0 0,1 0 0 0 0,-1 0 0 0 0,0 0 0 0 0,0 0-1 0 0,1 0 1 0 0,-1 1 0 0 0,0-1 0 0 0,1 0 0 0 0,-1 0 0 0 0,1 1-1 0 0,-1-1 1 0 0,1 0 0 0 0,-1 1 0 0 0,1-1 0 0 0,0 0-1 0 0,-1 1 1 0 0,1-1 0 0 0,0 1 0 0 0,0-1 0 0 0,1 0 0 0 0,10-8 839 0 0,0 1 1 0 0,1 0 0 0 0,0 1 0 0 0,0 0-1 0 0,28-9 1 0 0,74-17-1211 0 0,-10 13-519 0 0,-81 16 825 0 0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 1 3681 0 0,'-3'1'270'0'0,"1"-1"0"0"0,-1 1 0 0 0,1 1 0 0 0,-1-1 0 0 0,1 0-1 0 0,-1 1 1 0 0,1-1 0 0 0,0 1 0 0 0,0-1 0 0 0,0 1 0 0 0,0 0 0 0 0,0 0 0 0 0,0 0 0 0 0,0 0 0 0 0,0 1 0 0 0,1-1 0 0 0,-1 0 0 0 0,1 1 0 0 0,-2 3 0 0 0,-3 6 1197 0 0,0 0-1 0 0,-7 22 1 0 0,10-21-736 0 0,0-1 0 0 0,1 1-1 0 0,1 0 1 0 0,0 0 0 0 0,1-1 0 0 0,0 1-1 0 0,1 0 1 0 0,3 18 0 0 0,30 104 1647 0 0,-19-80-1975 0 0,-8-27-309 0 0,-1 0-1 0 0,2 36 1 0 0,-7-50-253 0 0,-1 0-1 0 0,0-1 1 0 0,-1 1 0 0 0,0 0-1 0 0,-1-1 1 0 0,-7 25-1 0 0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18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38 150 1376 0 0,'-5'-6'487'0'0,"1"-1"-1"0"0,-1 0 1 0 0,1 0 0 0 0,1 0-1 0 0,-1 0 1 0 0,1-1-1 0 0,-3-10 1 0 0,6 16-325 0 0,-1 0 0 0 0,0 0 0 0 0,1 0 0 0 0,0 0 1 0 0,-1 0-1 0 0,1 1 0 0 0,0-1 0 0 0,0 0 0 0 0,0 0 1 0 0,0 0-1 0 0,0 0 0 0 0,1 0 0 0 0,-1 0 0 0 0,0 0 0 0 0,1 0 1 0 0,0 0-1 0 0,-1 0 0 0 0,1 0 0 0 0,0 1 0 0 0,0-1 0 0 0,0 0 1 0 0,0 1-1 0 0,0-1 0 0 0,0 0 0 0 0,1 1 0 0 0,-1 0 1 0 0,1-1-1 0 0,-1 1 0 0 0,1 0 0 0 0,-1 0 0 0 0,1-1 0 0 0,0 1 1 0 0,-1 0-1 0 0,4-1 0 0 0,51-15 3183 0 0,-38 11-3200 0 0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7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143 348 456 0 0,'-11'-28'2943'0'0,"-2"0"-1"0"0,-1 1 1 0 0,-2 1-1 0 0,-22-30 1 0 0,36 54-2528 0 0,0 0 0 0 0,0-1 0 0 0,0 2 0 0 0,0-1 0 0 0,-1 0 0 0 0,1 0 0 0 0,-1 1 1 0 0,1 0-1 0 0,-1-1 0 0 0,1 1 0 0 0,-1 0 0 0 0,0 0 0 0 0,0 0 0 0 0,0 1 0 0 0,1-1 1 0 0,-1 1-1 0 0,-6-1 0 0 0,30 31 189 0 0,1-2-549 0 0,-1 2-1 0 0,-2 0 1 0 0,-1 1-1 0 0,15 38 1 0 0,-14-29-47 0 0,44 67 0 0 0,-54-95-8 0 0,0 0 0 0 0,0-1 0 0 0,1 0 0 0 0,1-1 0 0 0,0 0-1 0 0,0-1 1 0 0,1 0 0 0 0,0 0 0 0 0,19 9 0 0 0,-26-16 1 0 0,-1 0 0 0 0,0 0 0 0 0,1-1 0 0 0,-1 1 1 0 0,1-1-1 0 0,-1 0 0 0 0,1 0 0 0 0,0-1 0 0 0,0 1 0 0 0,-1-1 0 0 0,9-1 0 0 0,-10 1 18 0 0,-1 0 0 0 0,1-1 0 0 0,-1 0-1 0 0,1 0 1 0 0,-1 0 0 0 0,0 0-1 0 0,1 0 1 0 0,-1 0 0 0 0,0 0 0 0 0,0-1-1 0 0,0 1 1 0 0,0-1 0 0 0,0 0 0 0 0,0 0-1 0 0,0 1 1 0 0,-1-1 0 0 0,1 0-1 0 0,0-1 1 0 0,-1 1 0 0 0,0 0 0 0 0,0 0-1 0 0,1-1 1 0 0,0-1 0 0 0,19-58 272 0 0,-2-1 0 0 0,17-105-1 0 0,-26 106-1188 0 0,4 0-1 0 0,41-113 1 0 0,-48 158-4554 0 0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1.9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24 4441 0 0,'-2'0'472'0'0,"4"-2"-472"0"0,-2 1 0 0 0,1 0 64 0 0,3-2-64 0 0,-1-3 0 0 0,1 1 0 0 0,0-1 0 0 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5529 0 0,'-2'5'9382'0'0,"4"10"-5215"0"0,7 25-3774 0 0,-2-13 1036 0 0,27 232 545 0 0,-18-120-1926 0 0,-15-130-134 0 0,1-2-70 0 0,-1 1-1 0 0,-1-1 1 0 0,1 1-1 0 0,-1 0 1 0 0,0-1-1 0 0,-1 1 1 0 0,-1 10 0 0 0,-1-12-889 0 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2.5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35 3193 0 0,'-1'0'23'0'0,"0"0"0"0"0,1 0 0 0 0,-1 0 0 0 0,0 0 0 0 0,1 0 0 0 0,-1 0 0 0 0,1 0 0 0 0,-1 0 0 0 0,0 0 0 0 0,1-1 1 0 0,-1 1-1 0 0,0 0 0 0 0,1 0 0 0 0,-1-1 0 0 0,0 1 0 0 0,1 0 0 0 0,-1 0 0 0 0,1-1 0 0 0,-1 1 0 0 0,1-1 0 0 0,-1 1 0 0 0,1-1 0 0 0,-1 1 1 0 0,1-1-1 0 0,-1 1 0 0 0,1-1 0 0 0,0 1 0 0 0,-1-2 0 0 0,15-7 2599 0 0,33-5 2432 0 0,-34 12-4205 0 0,0 1-1 0 0,1 1 0 0 0,-1 0 0 0 0,0 1 0 0 0,0 0 0 0 0,0 1 1 0 0,0 0-1 0 0,0 1 0 0 0,20 8 0 0 0,-12-3-544 0 0,-1 1-1 0 0,1 1 1 0 0,-2 0-1 0 0,35 25 1 0 0,-49-30-299 0 0,1-1 0 0 0,0 1-1 0 0,-1 0 1 0 0,0 1 0 0 0,0-1 0 0 0,0 1 0 0 0,-1 0-1 0 0,0 0 1 0 0,0 0 0 0 0,0 1 0 0 0,-1-1 0 0 0,0 1 0 0 0,-1 0-1 0 0,3 8 1 0 0,-4-11-24 0 0,0 1 0 0 0,-1 0 0 0 0,0-1 0 0 0,0 1 0 0 0,0 0-1 0 0,0-1 1 0 0,-1 1 0 0 0,1 0 0 0 0,-1-1 0 0 0,0 1 0 0 0,-1 0-1 0 0,1-1 1 0 0,-1 0 0 0 0,0 1 0 0 0,0-1 0 0 0,0 0 0 0 0,-1 0 0 0 0,1 0-1 0 0,-1 0 1 0 0,0-1 0 0 0,0 1 0 0 0,-7 5 0 0 0,6-5-54 0 0,-20 16 16 0 0,23-19-16 0 0,0-1 0 0 0,0 1 0 0 0,0 0 0 0 0,0-1 0 0 0,-1 1 1 0 0,1-1-1 0 0,0 1 0 0 0,0-1 0 0 0,-1 1 0 0 0,1-1 0 0 0,0 0 1 0 0,-1 0-1 0 0,1 0 0 0 0,0 0 0 0 0,-1 0 0 0 0,1 0 0 0 0,0 0 1 0 0,-1 0-1 0 0,-1-1 0 0 0,-2-2-1034 0 0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4 4145 0 0,'-14'-4'7685'0'0,"13"5"-7437"0"0,-21 6 1241 0 0,13-2-610 0 0,-1 0 0 0 0,2 1 0 0 0,-1 0-1 0 0,0 1 1 0 0,1-1 0 0 0,-12 14 0 0 0,15-14-651 0 0,0 0 0 0 0,0 0-1 0 0,0 0 1 0 0,0 1 0 0 0,1 0 0 0 0,0 0-1 0 0,1 0 1 0 0,0 0 0 0 0,-4 12 0 0 0,6-13-212 0 0,1 0 0 0 0,-1 0 0 0 0,1 0 1 0 0,1-1-1 0 0,-1 1 0 0 0,1 0 0 0 0,0 0 1 0 0,0-1-1 0 0,1 1 0 0 0,-1 0 0 0 0,1-1 0 0 0,1 1 1 0 0,-1-1-1 0 0,1 0 0 0 0,0 0 0 0 0,0 0 1 0 0,0 0-1 0 0,8 8 0 0 0,6 6-139 0 0,2 0 0 0 0,39 30 0 0 0,-35-30 10 0 0,-4-5 88 0 0,-14-11 15 0 0,0 0-1 0 0,0 0 1 0 0,-1 1 0 0 0,0 0-1 0 0,1 0 1 0 0,-1 0 0 0 0,0 0-1 0 0,-1 0 1 0 0,1 1 0 0 0,-1 0-1 0 0,3 5 1 0 0,-6-9 13 0 0,0 0 1 0 0,0 0-1 0 0,0 0 1 0 0,0 0-1 0 0,0 0 0 0 0,-1 0 1 0 0,1 0-1 0 0,0 0 0 0 0,-1 0 1 0 0,1 0-1 0 0,-1 0 1 0 0,1 0-1 0 0,-1-1 0 0 0,1 1 1 0 0,-1 0-1 0 0,1 0 1 0 0,-1-1-1 0 0,0 1 0 0 0,0 0 1 0 0,1-1-1 0 0,-1 1 1 0 0,0 0-1 0 0,0-1 0 0 0,0 1 1 0 0,0-1-1 0 0,1 0 0 0 0,-1 1 1 0 0,0-1-1 0 0,0 0 1 0 0,0 1-1 0 0,0-1 0 0 0,-1 0 1 0 0,-37 10 355 0 0,36-10-323 0 0,-29 5-500 0 0,-1-1 0 0 0,1-2 0 0 0,-42-3 1 0 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13 196 9674 0 0,'-2'-2'326'0'0,"1"-1"-1"0"0,-1 1 1 0 0,1-1 0 0 0,0 1 0 0 0,0-1-1 0 0,0 0 1 0 0,0 0 0 0 0,0 1-1 0 0,1-1 1 0 0,-1 0 0 0 0,1 0-1 0 0,0 0 1 0 0,0 0 0 0 0,0 1 0 0 0,1-7-1 0 0,-2 7-106 0 0,1 0-1 0 0,0 0 0 0 0,0 0 1 0 0,1-1-1 0 0,-1 1 0 0 0,0 0 1 0 0,1 0-1 0 0,-1 0 0 0 0,1 0 1 0 0,0 0-1 0 0,0 0 0 0 0,0 0 1 0 0,0 1-1 0 0,0-1 0 0 0,0 0 1 0 0,0 0-1 0 0,0 1 1 0 0,1-1-1 0 0,-1 0 0 0 0,1 1 1 0 0,-1 0-1 0 0,1-1 0 0 0,2-1 1 0 0,-2 3-117 0 0,0 0 0 0 0,1 0 0 0 0,-1 0 0 0 0,0 0 0 0 0,0 1 0 0 0,1-1 0 0 0,-1 0 0 0 0,0 1 0 0 0,0 0 0 0 0,0-1 0 0 0,0 1 0 0 0,0 0 0 0 0,0 0 0 0 0,0 0 0 0 0,0 0 0 0 0,0 1 0 0 0,-1-1 0 0 0,1 0 0 0 0,0 1 0 0 0,-1-1 0 0 0,1 1 0 0 0,1 2 0 0 0,35 46 100 0 0,-31-39-63 0 0,62 105 149 0 0,-4-4-6 0 0,-55-97-190 0 0,1 0 1 0 0,0-2 0 0 0,1 1 0 0 0,1-1 0 0 0,15 12 0 0 0,-27-24-75 0 0,0 0 0 0 0,1 1 0 0 0,0-1 0 0 0,-1 0 0 0 0,1 0 0 0 0,0 0 1 0 0,-1 0-1 0 0,1 0 0 0 0,0-1 0 0 0,0 1 0 0 0,0 0 0 0 0,0-1 0 0 0,0 1 0 0 0,0-1 0 0 0,0 0 1 0 0,0 0-1 0 0,0 1 0 0 0,0-2 0 0 0,0 1 0 0 0,0 0 0 0 0,0 0 0 0 0,0 0 0 0 0,2-2 0 0 0,-2 1-9 0 0,0 0-1 0 0,0 0 0 0 0,-1-1 1 0 0,1 1-1 0 0,-1-1 0 0 0,1 1 1 0 0,-1-1-1 0 0,0 0 0 0 0,1 1 1 0 0,-1-1-1 0 0,0 0 0 0 0,0 0 0 0 0,0 0 1 0 0,-1 0-1 0 0,1 0 0 0 0,0 0 1 0 0,-1 0-1 0 0,1 0 0 0 0,-1 0 1 0 0,0 0-1 0 0,1-4 0 0 0,4-130-318 0 0,0-4-1415 0 0,-2 121 1314 0 0,0 0 0 0 0,1 0-1 0 0,0 1 1 0 0,2-1 0 0 0,10-23 0 0 0,-2 10 384 0 0,0 2 27 0 0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1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4 8290 0 0,'-1'6'535'0'0,"1"0"-1"0"0,0 0 1 0 0,0 0 0 0 0,0 0 0 0 0,1 0-1 0 0,0 0 1 0 0,0 0 0 0 0,2 5 0 0 0,2 17 1008 0 0,-3 36 1600 0 0,-3-39-1540 0 0,5 40 1 0 0,-3-59-1454 0 0,0 0 0 0 0,0 1 0 0 0,1-1 0 0 0,0 0 0 0 0,0 0 0 0 0,0 0 0 0 0,1 0 0 0 0,0-1 1 0 0,0 1-1 0 0,1 0 0 0 0,4 5 0 0 0,-7-10-141 0 0,0 1 1 0 0,0 0 0 0 0,1-1-1 0 0,-1 1 1 0 0,0-1-1 0 0,1 0 1 0 0,0 1-1 0 0,-1-1 1 0 0,1 0 0 0 0,0 0-1 0 0,-1 0 1 0 0,1 0-1 0 0,0 0 1 0 0,0 0-1 0 0,0-1 1 0 0,0 1-1 0 0,0-1 1 0 0,0 1 0 0 0,0-1-1 0 0,0 0 1 0 0,0 1-1 0 0,0-1 1 0 0,0 0-1 0 0,0-1 1 0 0,0 1 0 0 0,0 0-1 0 0,0 0 1 0 0,0-1-1 0 0,0 1 1 0 0,0-1-1 0 0,0 0 1 0 0,0 0 0 0 0,0 0-1 0 0,-1 0 1 0 0,1 0-1 0 0,0 0 1 0 0,-1 0-1 0 0,1 0 1 0 0,0 0 0 0 0,-1-1-1 0 0,1 1 1 0 0,0-3-1 0 0,3-1-15 0 0,-1 0 0 0 0,0-1 0 0 0,0 1 0 0 0,0-1 1 0 0,-1 0-1 0 0,0 0 0 0 0,0 0 0 0 0,-1-1 0 0 0,0 1 0 0 0,0-1 0 0 0,2-10 0 0 0,-3 7 11 0 0,-1 0 1 0 0,0-1-1 0 0,-1 1 1 0 0,0 0-1 0 0,-1-1 1 0 0,1 1-1 0 0,-2 0 1 0 0,0 0-1 0 0,0 0 1 0 0,-1 1-1 0 0,-7-15 1 0 0,4 11-423 0 0,0 1 0 0 0,-18-22 0 0 0,16 23-1288 0 0,0 0 0 0 0,-21-16 0 0 0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2.3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62 5729 0 0,'-2'-4'230'0'0,"1"-1"-1"0"0,0 1 1 0 0,0-1-1 0 0,1 0 0 0 0,0 1 1 0 0,0-6-1 0 0,3-14 6667 0 0,-5 44-550 0 0,6 19-4366 0 0,-1-7-1391 0 0,6 128 778 0 0,-5-132-1514 0 0,0 0 0 0 0,2 0 0 0 0,15 43 0 0 0,-20-67-174 0 0,1 0-1 0 0,1 0 1 0 0,-1 0 0 0 0,0 0-1 0 0,1 0 1 0 0,0 0-1 0 0,0-1 1 0 0,0 0-1 0 0,0 1 1 0 0,1-1 0 0 0,5 4-1 0 0,3 0-958 0 0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3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10594 0 0,'-1'10'6251'0'0,"7"21"-4059"0"0,-4-25-1449 0 0,35 131 1962 0 0,1 2-2105 0 0,-20-43-295 0 0,12 55-730 0 0,-22-133-1058 0 0,-4-12 85 0 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3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87 9218 0 0,'0'0'707'0'0,"18"-4"2956"0"0,19-4-20 0 0,58-19-1 0 0,10-4-2770 0 0,-55 20-1550 0 0,-26 6 311 0 0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4.1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32 6913 0 0,'-8'-5'1196'0'0,"-1"0"-1"0"0,0 0 0 0 0,-18-6 1 0 0,23 10-935 0 0,1 0 0 0 0,0 0 1 0 0,-1 0-1 0 0,1 0 0 0 0,0 1 1 0 0,-1-1-1 0 0,1 1 1 0 0,-1 0-1 0 0,1 0 0 0 0,-1 0 1 0 0,1 1-1 0 0,-1-1 1 0 0,1 1-1 0 0,0 0 0 0 0,-4 1 1 0 0,6-2-161 0 0,1 1 1 0 0,-1-1-1 0 0,1 0 1 0 0,-1 1-1 0 0,1-1 0 0 0,-1 1 1 0 0,1-1-1 0 0,-1 1 1 0 0,1-1-1 0 0,-1 1 1 0 0,1 0-1 0 0,0-1 1 0 0,-1 1-1 0 0,1-1 1 0 0,0 1-1 0 0,0 0 1 0 0,0-1-1 0 0,-1 1 0 0 0,1 0 1 0 0,0-1-1 0 0,0 1 1 0 0,0 0-1 0 0,0-1 1 0 0,0 1-1 0 0,0 0 1 0 0,0-1-1 0 0,0 1 1 0 0,0 0-1 0 0,1-1 0 0 0,-1 1 1 0 0,0-1-1 0 0,0 1 1 0 0,1 0-1 0 0,-1-1 1 0 0,0 1-1 0 0,0-1 1 0 0,1 1-1 0 0,-1 0 1 0 0,1-1-1 0 0,-1 1 1 0 0,1-1-1 0 0,-1 0 0 0 0,1 1 1 0 0,-1-1-1 0 0,2 1 1 0 0,28 27 911 0 0,-23-22-771 0 0,182 158-79 0 0,-157-140-145 0 0,2-1 0 0 0,0-2 0 0 0,2-1 1 0 0,43 17-1 0 0,215 53-398 0 0,-271-84 370 0 0,-20-5 27 0 0,0 0-1 0 0,0-1 0 0 0,-1 1 0 0 0,1 0 1 0 0,0 1-1 0 0,-1-1 0 0 0,1 0 0 0 0,-1 1 1 0 0,0-1-1 0 0,1 1 0 0 0,-1 0 0 0 0,0 0 1 0 0,0 0-1 0 0,0 0 0 0 0,0 0 1 0 0,0 0-1 0 0,-1 1 0 0 0,1-1 0 0 0,-1 1 1 0 0,2 3-1 0 0,-2-4 10 0 0,-1 0 0 0 0,0 0 0 0 0,0-1-1 0 0,0 1 1 0 0,0 0 0 0 0,0 0 0 0 0,0 0 0 0 0,0 0 0 0 0,0 0 0 0 0,-1 0 0 0 0,1 0 0 0 0,-1-1-1 0 0,0 1 1 0 0,1 0 0 0 0,-1 0 0 0 0,0-1 0 0 0,0 1 0 0 0,0 0 0 0 0,0-1 0 0 0,0 1 0 0 0,-1-1-1 0 0,1 1 1 0 0,0-1 0 0 0,-1 0 0 0 0,1 1 0 0 0,-1-1 0 0 0,1 0 0 0 0,-1 0 0 0 0,0 0 0 0 0,-3 1 0 0 0,-14 11 57 0 0,-1 0 0 0 0,2 1 0 0 0,0 1 0 0 0,-25 27 0 0 0,-56 77 134 0 0,-13 13-17 0 0,105-126-205 0 0,-9 11-60 0 0,0 0 0 0 0,-2-1 1 0 0,0-1-1 0 0,0 0 0 0 0,-1-2 0 0 0,-1 0 1 0 0,-27 12-1 0 0,39-20 51 0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2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12 8290 0 0,'7'-12'11621'0'0,"1"47"-9154"0"0,10 369-2258 0 0,-17-383-2038 0 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4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0 103 2304 0 0,'8'-8'247'0'0,"0"0"-1"0"0,0 1 0 0 0,0 0 1 0 0,1 0-1 0 0,0 1 0 0 0,0 1 0 0 0,12-7 1 0 0,6 0 2185 0 0,39-12 0 0 0,-61 22-1980 0 0,0 1-1 0 0,0 0 1 0 0,0 0-1 0 0,0 0 1 0 0,0 0 0 0 0,0 1-1 0 0,0 0 1 0 0,0 0-1 0 0,1 1 1 0 0,-1-1-1 0 0,0 1 1 0 0,0 0-1 0 0,0 0 1 0 0,6 3 0 0 0,-8-3-317 0 0,-1 1 0 0 0,0-1 0 0 0,0 0 1 0 0,0 1-1 0 0,0-1 0 0 0,-1 1 0 0 0,1-1 1 0 0,0 1-1 0 0,-1 0 0 0 0,1 0 0 0 0,-1 0 1 0 0,1 0-1 0 0,-1 0 0 0 0,0 0 1 0 0,0 0-1 0 0,0 0 0 0 0,0 1 0 0 0,0-1 1 0 0,-1 0-1 0 0,1 0 0 0 0,-1 1 0 0 0,1-1 1 0 0,-1 1-1 0 0,0-1 0 0 0,0 0 0 0 0,0 1 1 0 0,0-1-1 0 0,0 1 0 0 0,-1-1 1 0 0,1 0-1 0 0,-1 1 0 0 0,-1 2 0 0 0,-2 8-42 0 0,0-1 0 0 0,-1 1 0 0 0,-1-1 0 0 0,0 0 0 0 0,-1 0-1 0 0,0-1 1 0 0,-1 0 0 0 0,0 0 0 0 0,-16 15 0 0 0,9-11-540 0 0,-1 0 1 0 0,0-1-1 0 0,-1-1 1 0 0,-1-1-1 0 0,-23 14 0 0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7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8754 0 0,'16'16'2652'0'0,"-8"-9"-1750"0"0,0 1 0 0 0,0 0 1 0 0,-1 0-1 0 0,0 1 0 0 0,0 0 0 0 0,-1 0 0 0 0,0 0 0 0 0,6 17 1 0 0,-5-9-295 0 0,-1 0 0 0 0,-1 1 1 0 0,3 22-1 0 0,-7-33-775 0 0,0 0 0 0 0,-1 0-1 0 0,0 1 1 0 0,0-1 0 0 0,0 0 0 0 0,-3 11-1 0 0,-2-7-2200 0 0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6.9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 12443 0 0,'-4'0'972'0'0,"6"-2"-285"0"0,15-4-252 0 0,-14 5-666 0 0,0 0 0 0 0,0 0 1 0 0,0 0-1 0 0,0 1 0 0 0,0 0 0 0 0,0-1 0 0 0,0 1 0 0 0,0 0 0 0 0,0 0 1 0 0,0 1-1 0 0,-1-1 0 0 0,1 1 0 0 0,0 0 0 0 0,5 1 0 0 0,-4 1-229 0 0,1 1-1 0 0,-1-1 0 0 0,0 1 0 0 0,0 0 0 0 0,0 0 0 0 0,5 8 0 0 0,2 4 415 0 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7.3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3225 0 0,'0'3'771'0'0,"0"-1"0"0"0,1 1 0 0 0,0-1-1 0 0,-1 1 1 0 0,1 0 0 0 0,0-1 0 0 0,0 1 0 0 0,0-1 0 0 0,1 0 0 0 0,-1 1 0 0 0,0-1 0 0 0,1 0 0 0 0,2 3 0 0 0,4 9 1414 0 0,-2 3-1269 0 0,-1 0-1 0 0,0 0 1 0 0,-2 0-1 0 0,0 1 1 0 0,1 30-1 0 0,-2-21-653 0 0,6 34 1 0 0,-8-61-265 0 0,0 1 1 0 0,0-1-1 0 0,0 0 0 0 0,0 1 1 0 0,0-1-1 0 0,0 0 1 0 0,0 0-1 0 0,0 1 0 0 0,0-1 1 0 0,0 0-1 0 0,0 1 1 0 0,1-1-1 0 0,-1 0 0 0 0,0 1 1 0 0,0-1-1 0 0,0 0 1 0 0,0 0-1 0 0,0 1 0 0 0,1-1 1 0 0,-1 0-1 0 0,0 0 1 0 0,0 1-1 0 0,0-1 0 0 0,1 0 1 0 0,-1 0-1 0 0,0 0 1 0 0,0 1-1 0 0,1-1 0 0 0,-1 0 1 0 0,0 0-1 0 0,0 0 1 0 0,1 0-1 0 0,-1 0 0 0 0,0 0 1 0 0,1 1-1 0 0,-1-1 1 0 0,0 0-1 0 0,0 0 1 0 0,1 0-1 0 0,-1 0 0 0 0,0 0 1 0 0,1 0-1 0 0,-1 0 1 0 0,0 0-1 0 0,1 0 0 0 0,-1-1 1 0 0,13-13-164 0 0,5-22-75 0 0,-1-7 290 0 0,-13 28-5 0 0,1 0 0 0 0,1 1 0 0 0,0 0 0 0 0,1 0 0 0 0,1 0 1 0 0,0 1-1 0 0,1 0 0 0 0,20-23 0 0 0,-29 36-39 0 0,1 0 1 0 0,-1-1-1 0 0,0 1 0 0 0,1 0 1 0 0,-1-1-1 0 0,1 1 1 0 0,-1 0-1 0 0,0 0 1 0 0,1-1-1 0 0,-1 1 0 0 0,1 0 1 0 0,-1 0-1 0 0,0 0 1 0 0,1 0-1 0 0,-1-1 1 0 0,1 1-1 0 0,-1 0 0 0 0,1 0 1 0 0,-1 0-1 0 0,1 0 1 0 0,-1 0-1 0 0,1 0 1 0 0,-1 0-1 0 0,1 1 0 0 0,-1-1 1 0 0,0 0-1 0 0,1 0 1 0 0,-1 0-1 0 0,1 1 1 0 0,10 12 143 0 0,1 31 21 0 0,-9-30-153 0 0,-2-9-104 0 0,1 0-1 0 0,0 0 1 0 0,0 0 0 0 0,1 0 0 0 0,0 0-1 0 0,-1-1 1 0 0,1 1 0 0 0,1-1 0 0 0,-1 0-1 0 0,8 8 1 0 0,-7-9-348 0 0,0 0 0 0 0,1 0 0 0 0,-1 0-1 0 0,1 0 1 0 0,-1-1 0 0 0,1 0 0 0 0,5 2 0 0 0,6 2-901 0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2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259 150 3225 0 0,'-4'-2'495'0'0,"1"0"1"0"0,-1 0 0 0 0,0 0-1 0 0,1 0 1 0 0,-1 1 0 0 0,0 0-1 0 0,0 0 1 0 0,0 0 0 0 0,0 0 0 0 0,0 0-1 0 0,0 1 1 0 0,0 0 0 0 0,0 0-1 0 0,0 0 1 0 0,0 0 0 0 0,0 0-1 0 0,0 1 1 0 0,-8 2 0 0 0,2 0-245 0 0,1 0 1 0 0,-1 0 0 0 0,1 1 0 0 0,0 0 0 0 0,0 1-1 0 0,0 0 1 0 0,0 0 0 0 0,1 1 0 0 0,0 0 0 0 0,0 0-1 0 0,1 1 1 0 0,0 0 0 0 0,0 0 0 0 0,-9 13 0 0 0,11-14-80 0 0,0 1 1 0 0,1 0 0 0 0,0 1 0 0 0,0-1 0 0 0,0 1 0 0 0,1 0 0 0 0,0 0 0 0 0,1 0 0 0 0,-1 0 0 0 0,2 1 0 0 0,-1-1 0 0 0,1 0 0 0 0,0 1-1 0 0,1-1 1 0 0,0 1 0 0 0,1-1 0 0 0,1 14 0 0 0,-1-19-198 0 0,0 1-1 0 0,-1-1 0 0 0,1 0 1 0 0,0 0-1 0 0,0 0 1 0 0,1-1-1 0 0,-1 1 1 0 0,1 0-1 0 0,-1 0 0 0 0,1-1 1 0 0,0 1-1 0 0,0-1 1 0 0,0 1-1 0 0,1-1 1 0 0,-1 0-1 0 0,0 0 0 0 0,1 0 1 0 0,-1 0-1 0 0,1 0 1 0 0,0-1-1 0 0,0 1 1 0 0,-1-1-1 0 0,1 0 0 0 0,0 1 1 0 0,0-1-1 0 0,0-1 1 0 0,1 1-1 0 0,-1 0 1 0 0,0-1-1 0 0,0 0 1 0 0,0 1-1 0 0,0-1 0 0 0,1 0 1 0 0,-1-1-1 0 0,5 0 1 0 0,1-1-56 0 0,0 1 1 0 0,0-2-1 0 0,0 0 0 0 0,0 0 1 0 0,-1 0-1 0 0,1-1 1 0 0,-1-1-1 0 0,0 1 1 0 0,0-1-1 0 0,0-1 1 0 0,7-5-1 0 0,-2-2 21 0 0,0 0 0 0 0,-1 0 0 0 0,0-2 0 0 0,-2 1 0 0 0,1-1 0 0 0,-2-1 0 0 0,0 0 0 0 0,0 0 0 0 0,-2-1 0 0 0,0 0 0 0 0,-1 0 0 0 0,-1-1 0 0 0,0 1 0 0 0,3-30 0 0 0,-6 25 589 0 0,-1 1 0 0 0,0-1 0 0 0,-2 1 0 0 0,-4-25-1 0 0,6 107 2776 0 0,-2 13-3315 0 0,3-45 46 0 0,1-1-1 0 0,7 31 1 0 0,-9-52-26 0 0,1 0 1 0 0,0 0-1 0 0,0 0 1 0 0,1 0 0 0 0,0-1-1 0 0,0 1 1 0 0,0-1-1 0 0,1 0 1 0 0,0 0-1 0 0,0 0 1 0 0,1-1-1 0 0,-1 1 1 0 0,1-1-1 0 0,7 5 1 0 0,-12-9-15 0 0,1-1 0 0 0,0 0 0 0 0,0 1 0 0 0,0-1 0 0 0,0 0 0 0 0,0 0 0 0 0,0 0 0 0 0,-1 1 0 0 0,1-1 0 0 0,0 0 0 0 0,0 0 0 0 0,0 0 0 0 0,0 0 0 0 0,0-1 0 0 0,0 1 0 0 0,0 0 0 0 0,0 0 0 0 0,0-1 0 0 0,-1 1 0 0 0,1 0 0 0 0,0-1 0 0 0,0 1 0 0 0,0-1 0 0 0,-1 1 0 0 0,1-1 0 0 0,0 1 0 0 0,0-1 0 0 0,-1 1 0 0 0,1-1 0 0 0,0 0 0 0 0,-1 0 0 0 0,1 1 0 0 0,-1-1 0 0 0,1 0 0 0 0,-1 0 0 0 0,0 1 0 0 0,1-2 0 0 0,20-39 14 0 0,-16 32-16 0 0,1-5-29 0 0,17-28-63 0 0,-22 40 103 0 0,0 0 0 0 0,0 1 0 0 0,0-1 0 0 0,0 1 0 0 0,1-1 0 0 0,-1 1 0 0 0,0 0 0 0 0,1 0 0 0 0,-1-1 0 0 0,1 1 0 0 0,0 0-1 0 0,-1 0 1 0 0,1 0 0 0 0,0 1 0 0 0,0-1 0 0 0,0 0 0 0 0,-1 1 0 0 0,1-1 0 0 0,4 0 0 0 0,-5 1 5 0 0,0 1 1 0 0,0-1-1 0 0,-1 1 1 0 0,1-1-1 0 0,0 1 0 0 0,0-1 1 0 0,0 1-1 0 0,-1-1 1 0 0,1 1-1 0 0,0 0 1 0 0,-1-1-1 0 0,1 1 0 0 0,0 0 1 0 0,-1-1-1 0 0,1 1 1 0 0,-1 0-1 0 0,1 0 1 0 0,-1 0-1 0 0,0 0 0 0 0,1 0 1 0 0,-1-1-1 0 0,1 2 1 0 0,8 27 146 0 0,-7-21-150 0 0,1 0-276 0 0,0 1 1 0 0,1-1-1 0 0,0 0 1 0 0,1 0 0 0 0,8 11-1 0 0,-8-11-933 0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8.5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61 5529 0 0,'9'-31'1773'0'0,"0"1"6872"0"0,-12 57-3631 0 0,9 6-3692 0 0,-6-32-1315 0 0,0 0 0 0 0,0 1 0 0 0,1-1 0 0 0,-1 0 0 0 0,1 0 0 0 0,-1 1 0 0 0,1-1 0 0 0,-1 0 0 0 0,1 0 0 0 0,0 0 0 0 0,-1 0 0 0 0,1 0 0 0 0,0 0 0 0 0,0 0 0 0 0,0 0 0 0 0,0 0 0 0 0,0 0 0 0 0,0 0 0 0 0,0-1 1 0 0,0 1-1 0 0,0 0 0 0 0,0-1 0 0 0,0 1 0 0 0,0 0 0 0 0,1-1 0 0 0,-1 0 0 0 0,0 1 0 0 0,0-1 0 0 0,1 0 0 0 0,-1 0 0 0 0,0 1 0 0 0,1-1 0 0 0,-1 0 0 0 0,0 0 0 0 0,0 0 0 0 0,1-1 0 0 0,-1 1 0 0 0,0 0 0 0 0,1 0 0 0 0,-1-1 0 0 0,0 1 0 0 0,0-1 0 0 0,0 1 0 0 0,2-1 0 0 0,-1-1 5 0 0,-1 0-1 0 0,1 1 0 0 0,0-1 0 0 0,-1 0 1 0 0,1 0-1 0 0,-1 0 0 0 0,0 0 0 0 0,0 0 1 0 0,1 0-1 0 0,0-4 0 0 0,-2-4-2447 0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252 23 9674 0 0,'-1'-2'291'0'0,"0"1"-1"0"0,-1-1 1 0 0,1 1-1 0 0,0-1 1 0 0,0 1-1 0 0,-1-1 1 0 0,1 1-1 0 0,-1 0 1 0 0,1 0-1 0 0,-1 0 1 0 0,0 0-1 0 0,1 0 1 0 0,-1 0-1 0 0,0 0 1 0 0,0 0-1 0 0,1 1 1 0 0,-1-1-1 0 0,0 1 1 0 0,0-1-1 0 0,0 1 1 0 0,0 0-1 0 0,0 0 1 0 0,0 0-1 0 0,0 0 1 0 0,0 0-1 0 0,0 0 1 0 0,-2 1-1 0 0,-1 0-31 0 0,1 0-1 0 0,0 0 0 0 0,0 0 0 0 0,0 0 0 0 0,0 1 0 0 0,0-1 0 0 0,0 1 0 0 0,1 0 0 0 0,-1 0 1 0 0,0 1-1 0 0,-5 4 0 0 0,-8 14 71 0 0,0 1 0 0 0,1 0 0 0 0,2 1 1 0 0,-17 34-1 0 0,19-35-260 0 0,5-10-31 0 0,1 0-1 0 0,0 0 1 0 0,1 0 0 0 0,1 1-1 0 0,0 0 1 0 0,0 0 0 0 0,-3 25-1 0 0,7-33-21 0 0,0 1-1 0 0,0-1 1 0 0,1 0-1 0 0,-1 1 1 0 0,1-1-1 0 0,1 0 0 0 0,-1 1 1 0 0,1-1-1 0 0,-1 0 1 0 0,2 0-1 0 0,-1 0 0 0 0,0 0 1 0 0,1-1-1 0 0,0 1 1 0 0,0-1-1 0 0,0 1 0 0 0,1-1 1 0 0,0 0-1 0 0,-1 0 1 0 0,1-1-1 0 0,0 1 1 0 0,7 3-1 0 0,-7-4-25 0 0,0 0 1 0 0,0 0-1 0 0,0-1 1 0 0,1 1-1 0 0,0-1 1 0 0,-1 0-1 0 0,1 0 1 0 0,0-1-1 0 0,0 0 1 0 0,-1 0-1 0 0,1 0 1 0 0,0 0-1 0 0,0 0 1 0 0,0-1-1 0 0,1 0 1 0 0,-1 0-1 0 0,0-1 1 0 0,0 0-1 0 0,0 1 1 0 0,8-4-1 0 0,-7 2-6 0 0,-1-1 1 0 0,0 0-1 0 0,1 0 0 0 0,-1 0 1 0 0,-1 0-1 0 0,1-1 0 0 0,0 0 0 0 0,-1 0 1 0 0,0 0-1 0 0,0 0 0 0 0,0-1 1 0 0,-1 0-1 0 0,1 0 0 0 0,-1 0 0 0 0,0 0 1 0 0,0 0-1 0 0,2-8 0 0 0,0-3 29 0 0,0 0 0 0 0,-2 0 0 0 0,0 0 0 0 0,-1 0 0 0 0,0-1 0 0 0,-1 1 0 0 0,-1-1 0 0 0,-1 1 0 0 0,0 0 0 0 0,-1-1 0 0 0,-1 1 0 0 0,-1 0 0 0 0,0 0 0 0 0,-12-28 0 0 0,13 38-171 0 0,-1 1 0 0 0,0 0 1 0 0,0 0-1 0 0,0 0 0 0 0,-1 0 0 0 0,1 1 0 0 0,-1 0 1 0 0,0 0-1 0 0,-1 0 0 0 0,1 1 0 0 0,-1-1 0 0 0,1 1 1 0 0,-1 0-1 0 0,0 1 0 0 0,0 0 0 0 0,0 0 0 0 0,-1 0 1 0 0,1 0-1 0 0,0 1 0 0 0,-1 0 0 0 0,1 1 0 0 0,-1-1 1 0 0,1 1-1 0 0,-12 1 0 0 0,2 2-6803 0 0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7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40 6449 0 0,'-6'-15'1173'0'0,"5"13"-1052"0"0,1 1 0 0 0,0-1 1 0 0,-1 0-1 0 0,1 1 0 0 0,-1-1 0 0 0,0 1 1 0 0,1-1-1 0 0,-1 1 0 0 0,0-1 0 0 0,0 1 1 0 0,0-1-1 0 0,0 1 0 0 0,0 0 0 0 0,-3-2 1 0 0,3 6 666 0 0,0 0 1 0 0,0 1 0 0 0,0-1 0 0 0,0 1-1 0 0,0 0 1 0 0,1 5 0 0 0,-4 38 1475 0 0,2 0 1 0 0,7 74 0 0 0,-1-83-2236 0 0,2 0 1 0 0,2-1-1 0 0,1 1 1 0 0,2-2-1 0 0,2 1 1 0 0,23 46-1 0 0,-24-54-2908 0 0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29.8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73 102 6449 0 0,'0'0'17'0'0,"-8"-1"276"0"0,0 0-1 0 0,0-1 0 0 0,0 0 1 0 0,-12-5-1 0 0,19 6-120 0 0,0 1 0 0 0,0-1-1 0 0,0 1 1 0 0,-1-1-1 0 0,1 1 1 0 0,0-1 0 0 0,0 0-1 0 0,0 0 1 0 0,0 1 0 0 0,0-1-1 0 0,0 0 1 0 0,1 0 0 0 0,-1 0-1 0 0,0 0 1 0 0,0 0-1 0 0,1 0 1 0 0,-1 0 0 0 0,0 0-1 0 0,1 0 1 0 0,-1-1 0 0 0,1 1-1 0 0,0 0 1 0 0,-1 0-1 0 0,1 0 1 0 0,0-1 0 0 0,0 1-1 0 0,-1 0 1 0 0,1 0 0 0 0,0-1-1 0 0,0 1 1 0 0,1 0-1 0 0,-1 0 1 0 0,0-1 0 0 0,0 1-1 0 0,1-2 1 0 0,0 0-175 0 0,1 1 0 0 0,-1-1-1 0 0,1 1 1 0 0,0 0 0 0 0,-1-1 0 0 0,1 1 0 0 0,0 0-1 0 0,0 0 1 0 0,0 0 0 0 0,1 0 0 0 0,-1 1 0 0 0,0-1-1 0 0,1 0 1 0 0,3-1 0 0 0,25-9-1784 0 0,-13 7-2699 0 0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2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201 16 12899 0 0,'-1'-1'228'0'0,"-1"-1"-1"0"0,1 1 1 0 0,-1 0 0 0 0,1-1-1 0 0,-1 1 1 0 0,1 0 0 0 0,-1 0 0 0 0,0 0-1 0 0,0 1 1 0 0,1-1 0 0 0,-1 0 0 0 0,0 0-1 0 0,0 1 1 0 0,0 0 0 0 0,0-1 0 0 0,0 1-1 0 0,0 0 1 0 0,0 0 0 0 0,0 0 0 0 0,0 0-1 0 0,0 0 1 0 0,-3 1 0 0 0,2 0 23 0 0,-1 0-1 0 0,0 1 1 0 0,0 0 0 0 0,1 0 0 0 0,-1 0-1 0 0,1 0 1 0 0,-1 0 0 0 0,1 1 0 0 0,0-1-1 0 0,-4 5 1 0 0,-3 5 20 0 0,0-1 1 0 0,1 2-1 0 0,0-1 0 0 0,-13 26 0 0 0,13-19-159 0 0,0 0-1 0 0,2 1 0 0 0,0 0 0 0 0,1 0 0 0 0,1 1 0 0 0,1-1 0 0 0,0 1 0 0 0,2 0 1 0 0,0 40-1 0 0,3-45-93 0 0,1 0 0 0 0,1 0 0 0 0,0 0 0 0 0,1-1 0 0 0,1 1 0 0 0,0-1 0 0 0,1 0-1 0 0,1 0 1 0 0,0 0 0 0 0,1-1 0 0 0,1 0 0 0 0,0-1 0 0 0,16 18 0 0 0,-13-17-381 0 0,7 7-107 0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0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37 116 7370 0 0,'-9'-3'-439'0'0,"6"2"1114"0"0,0 0 0 0 0,1 0-1 0 0,-1-1 1 0 0,0 1 0 0 0,1 0 0 0 0,-1-1 0 0 0,1 1-1 0 0,-3-4 1 0 0,4-5 3011 0 0,15-3-2288 0 0,34-15-1526 0 0,30-7-4344 0 0,-51 24 2691 0 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0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1 437 9218 0 0,'-1'-11'11380'0'0,"29"49"-10222"0"0,40 73 0 0 0,9 14-1059 0 0,-65-109-94 0 0,0 0 1 0 0,1-1-1 0 0,1 0 0 0 0,0-1 1 0 0,18 14-1 0 0,-28-25-5 0 0,0 0 0 0 0,1 0 0 0 0,-1-1-1 0 0,0 0 1 0 0,1 1 0 0 0,-1-2 0 0 0,1 1 0 0 0,0 0 0 0 0,-1-1 0 0 0,1 0-1 0 0,0 0 1 0 0,0 0 0 0 0,0-1 0 0 0,6 1 0 0 0,-8-2 1 0 0,1 1 0 0 0,-1-1 0 0 0,0 0 0 0 0,0 0 0 0 0,0 0 0 0 0,0 0 0 0 0,0 0 1 0 0,0-1-1 0 0,0 1 0 0 0,0-1 0 0 0,0 0 0 0 0,-1 0 0 0 0,1 0 0 0 0,-1 0 0 0 0,1 0 0 0 0,-1-1 0 0 0,0 1 0 0 0,0-1 0 0 0,0 0 0 0 0,0 1 0 0 0,0-1 1 0 0,1-4-1 0 0,4-9 70 0 0,0-1 1 0 0,-1 1-1 0 0,-1-1 1 0 0,-1 0-1 0 0,0 0 1 0 0,-1 0-1 0 0,1-22 1 0 0,-5-129 242 0 0,-2 56-263 0 0,4 49-187 0 0,2 0 0 0 0,3 0 0 0 0,16-67 0 0 0,-14 108-349 0 0,-7 21 382 0 0,-1 1 1 0 0,0-1 0 0 0,0 1 0 0 0,1-1 0 0 0,-1 1 0 0 0,0 0 0 0 0,1-1 0 0 0,-1 1 0 0 0,1-1 0 0 0,-1 1 0 0 0,0 0 0 0 0,1-1 0 0 0,-1 1 0 0 0,1 0-1 0 0,-1-1 1 0 0,1 1 0 0 0,-1 0 0 0 0,1 0 0 0 0,-1 0 0 0 0,1-1 0 0 0,-1 1 0 0 0,1 0 0 0 0,0 0 0 0 0,-1 0 0 0 0,1 0 0 0 0,-1 0 0 0 0,1 0 0 0 0,-1 0-1 0 0,1 0 1 0 0,-1 0 0 0 0,1 0 0 0 0,0 1 0 0 0,-1-1 0 0 0,1 0 0 0 0,-1 0 0 0 0,1 0 0 0 0,-1 1 0 0 0,1-1 0 0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3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6161 0 0,'25'-27'15100'0'0,"-16"42"-14366"0"0,13 38 243 0 0,-15-34-933 0 0,1 0-1 0 0,1-1 1 0 0,0 0 0 0 0,12 16-1 0 0,-11-19-199 0 0,-5-7-283 0 0,1-1 1 0 0,0 1-1 0 0,0-1 1 0 0,0 0-1 0 0,8 6 1 0 0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6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46 185 5985 0 0,'-1'-2'-15'0'0,"-9"-17"712"0"0,0 0-1 0 0,-6-22 1 0 0,14 36-302 0 0,1 0 0 0 0,-1 0 0 0 0,1 0 1 0 0,0 0-1 0 0,1-1 0 0 0,-1 1 0 0 0,1 0 0 0 0,0 0 0 0 0,0 0 0 0 0,0-1 0 0 0,1 1 1 0 0,0 0-1 0 0,0 0 0 0 0,3-6 0 0 0,-4 9-247 0 0,1 1 0 0 0,-1 0 0 0 0,1 0-1 0 0,0 0 1 0 0,0-1 0 0 0,0 1 0 0 0,0 0 0 0 0,-1 0 0 0 0,2 0-1 0 0,-1 0 1 0 0,0 0 0 0 0,0 1 0 0 0,0-1 0 0 0,0 0 0 0 0,0 1-1 0 0,1-1 1 0 0,-1 0 0 0 0,0 1 0 0 0,1-1 0 0 0,-1 1 0 0 0,3-1-1 0 0,0 1 95 0 0,0 0 0 0 0,0-1-1 0 0,0 2 1 0 0,0-1-1 0 0,0 0 1 0 0,0 1-1 0 0,7 1 1 0 0,3 3 207 0 0,-1 0-1 0 0,1 1 1 0 0,15 8 0 0 0,-22-9-423 0 0,0-1 1 0 0,0 1-1 0 0,-1 0 0 0 0,1 0 0 0 0,-1 1 1 0 0,-1 0-1 0 0,1 0 0 0 0,-1 0 0 0 0,0 1 1 0 0,0 0-1 0 0,-1 0 0 0 0,0 0 0 0 0,0 0 1 0 0,-1 1-1 0 0,0-1 0 0 0,0 1 0 0 0,0 0 1 0 0,2 15-1 0 0,-4-14-63 0 0,0 1-1 0 0,-1-1 1 0 0,0 1 0 0 0,0-1-1 0 0,0 0 1 0 0,-2 1 0 0 0,1-1-1 0 0,-1 0 1 0 0,0 0-1 0 0,-1 0 1 0 0,0 0 0 0 0,-1 0-1 0 0,1-1 1 0 0,-2 1 0 0 0,1-1-1 0 0,-9 11 1 0 0,12-17-99 0 0,-1 0-1 0 0,0 0 1 0 0,0 1-1 0 0,0-1 1 0 0,0-1 0 0 0,0 1-1 0 0,-1 0 1 0 0,1-1-1 0 0,-1 1 1 0 0,1-1 0 0 0,-1 1-1 0 0,1-1 1 0 0,-4 1-1 0 0,-2-1-1052 0 0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5.9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150 12 5529 0 0,'0'-1'67'0'0,"0"1"0"0"0,0 0-1 0 0,0-1 1 0 0,0 1 0 0 0,0 0-1 0 0,0 0 1 0 0,0-1 0 0 0,0 1-1 0 0,1 0 1 0 0,-1-1 0 0 0,0 1-1 0 0,-1 0 1 0 0,1-1 0 0 0,0 1-1 0 0,0 0 1 0 0,0-1 0 0 0,0 1-1 0 0,0 0 1 0 0,0-1 0 0 0,0 1-1 0 0,0 0 1 0 0,0 0 0 0 0,-1-1 0 0 0,1 1-1 0 0,0 0 1 0 0,0 0 0 0 0,0-1-1 0 0,-1 1 1 0 0,1 0 0 0 0,0 0-1 0 0,0 0 1 0 0,0-1 0 0 0,-1 1-1 0 0,1 0 1 0 0,0 0 0 0 0,-1 0-1 0 0,1 0 1 0 0,0-1 0 0 0,0 1-1 0 0,-1 0 1 0 0,1 0 0 0 0,0 0-1 0 0,-1 0 1 0 0,1 0 0 0 0,0 0 0 0 0,-1 0-1 0 0,1 0 1 0 0,0 0 0 0 0,-1 0-1 0 0,1 0 1 0 0,0 0 0 0 0,0 0-1 0 0,-1 0 1 0 0,1 0 0 0 0,0 0-1 0 0,-1 1 1 0 0,1-1 0 0 0,-3 1 1146 0 0,-2 2-397 0 0,-4 3-471 0 0,0 1-1 0 0,0 0 0 0 0,1 0 0 0 0,0 1 0 0 0,0 0 0 0 0,1 1 0 0 0,0 0 0 0 0,-10 15 0 0 0,9-10 164 0 0,0-1 0 0 0,1 2 0 0 0,1-1 1 0 0,0 1-1 0 0,-7 30 0 0 0,12-43-458 0 0,1 1 0 0 0,-1 0 0 0 0,1 0 0 0 0,0-1 0 0 0,1 1 0 0 0,-1 0 1 0 0,0-1-1 0 0,1 1 0 0 0,-1 0 0 0 0,1-1 0 0 0,0 1 0 0 0,0 0 0 0 0,0-1 0 0 0,0 1 0 0 0,0-1 1 0 0,1 0-1 0 0,-1 1 0 0 0,1-1 0 0 0,-1 0 0 0 0,1 0 0 0 0,0 0 0 0 0,0 0 0 0 0,0 0 0 0 0,0 0 1 0 0,0-1-1 0 0,0 1 0 0 0,1-1 0 0 0,-1 1 0 0 0,0-1 0 0 0,1 0 0 0 0,5 2 0 0 0,7 3 383 0 0,2-1-1 0 0,-1-1 0 0 0,34 6 1 0 0,-36-8-374 0 0,2 0-73 0 0,35 8-95 0 0,-49-10 106 0 0,1 1 0 0 0,-1 0-1 0 0,1 0 1 0 0,0 0-1 0 0,-1 0 1 0 0,0 0-1 0 0,1 1 1 0 0,-1-1-1 0 0,0 1 1 0 0,1-1 0 0 0,-1 1-1 0 0,0 0 1 0 0,0 0-1 0 0,2 4 1 0 0,-3-5 35 0 0,-1 0 1 0 0,0 0-1 0 0,0 0 1 0 0,0 0-1 0 0,0 0 1 0 0,0 0-1 0 0,0 0 1 0 0,0 0-1 0 0,0 0 1 0 0,0 0-1 0 0,0 1 1 0 0,-1-1-1 0 0,1 0 1 0 0,0 0-1 0 0,-1 0 1 0 0,1 0-1 0 0,-1 0 1 0 0,1 0-1 0 0,-1 0 0 0 0,0-1 1 0 0,1 1-1 0 0,-1 0 1 0 0,0 0-1 0 0,0 0 1 0 0,1-1-1 0 0,-1 1 1 0 0,0 0-1 0 0,0-1 1 0 0,0 1-1 0 0,0-1 1 0 0,0 1-1 0 0,0-1 1 0 0,0 1-1 0 0,-2 0 1 0 0,-37 16 459 0 0,25-14-1045 0 0,0 1-1 0 0,0-2 0 0 0,-1 0 0 0 0,-21-1 0 0 0,26 0-643 0 0,-7 0-5574 0 0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112 68 9218 0 0,'13'-30'2281'0'0,"-11"28"-1786"0"0,0-1-1 0 0,0 0 1 0 0,-1 0-1 0 0,0 0 0 0 0,1 0 1 0 0,-1 0-1 0 0,0 0 1 0 0,0-1-1 0 0,0-4 1 0 0,-1 8-415 0 0,0 0 1 0 0,-1 0-1 0 0,1-1 1 0 0,0 1 0 0 0,-1 0-1 0 0,1 0 1 0 0,0-1 0 0 0,-1 1-1 0 0,1 0 1 0 0,0 0-1 0 0,-1 0 1 0 0,1 0 0 0 0,0-1-1 0 0,-1 1 1 0 0,1 0 0 0 0,0 0-1 0 0,-1 0 1 0 0,1 0 0 0 0,-1 0-1 0 0,1 0 1 0 0,0 0-1 0 0,-1 0 1 0 0,1 0 0 0 0,0 0-1 0 0,-1 0 1 0 0,1 0 0 0 0,-1 1-1 0 0,1-1 1 0 0,0 0 0 0 0,-1 0-1 0 0,1 0 1 0 0,0 0-1 0 0,-1 1 1 0 0,1-1 0 0 0,0 0-1 0 0,-1 0 1 0 0,1 1 0 0 0,0-1-1 0 0,0 0 1 0 0,-1 0 0 0 0,1 1-1 0 0,0 0 1 0 0,-17 10 810 0 0,8-2-696 0 0,0 0 0 0 0,0 1-1 0 0,1 0 1 0 0,1 1 0 0 0,-1 0 0 0 0,2 0 0 0 0,0 0 0 0 0,-7 18 0 0 0,6-11-189 0 0,1-1 1 0 0,0 1 0 0 0,2 1-1 0 0,0-1 1 0 0,-1 24-1 0 0,5-40-39 0 0,-1 0 0 0 0,1 0-1 0 0,0 1 1 0 0,0-1 0 0 0,1 0-1 0 0,-1 0 1 0 0,0 0-1 0 0,1 1 1 0 0,-1-1 0 0 0,1 0-1 0 0,0 0 1 0 0,1 3 0 0 0,-1-4-11 0 0,-1 0 1 0 0,1-1 0 0 0,-1 1 0 0 0,1 0 0 0 0,0-1 0 0 0,-1 1 0 0 0,1-1 0 0 0,0 1 0 0 0,-1-1 0 0 0,1 1 0 0 0,0-1 0 0 0,0 0-1 0 0,-1 1 1 0 0,1-1 0 0 0,0 0 0 0 0,0 0 0 0 0,0 1 0 0 0,-1-1 0 0 0,1 0 0 0 0,0 0 0 0 0,0 0 0 0 0,1 0 0 0 0,1-1-5 0 0,0 1 0 0 0,0-1 1 0 0,0 0-1 0 0,-1 0 0 0 0,1-1 1 0 0,0 1-1 0 0,-1 0 0 0 0,1-1 0 0 0,-1 0 1 0 0,0 1-1 0 0,1-1 0 0 0,-1 0 1 0 0,0 0-1 0 0,0-1 0 0 0,0 1 1 0 0,-1 0-1 0 0,3-4 0 0 0,3-6 13 0 0,0-1-1 0 0,-1 1 0 0 0,7-25 0 0 0,-8 24 93 0 0,-1 1 0 0 0,2-1 0 0 0,11-20-1 0 0,-17 32-20 0 0,1 0 0 0 0,-1 0 0 0 0,1 0 0 0 0,-1 0 0 0 0,1 0 0 0 0,0 0 0 0 0,-1 1 0 0 0,1-1 0 0 0,0 0 0 0 0,0 0 0 0 0,-1 1 0 0 0,1-1 0 0 0,0 0 0 0 0,0 1 0 0 0,0-1 0 0 0,0 1 0 0 0,0-1 0 0 0,0 1 0 0 0,0 0-1 0 0,0-1 1 0 0,0 1 0 0 0,0 0 0 0 0,0-1 0 0 0,0 1 0 0 0,0 0 0 0 0,0 0 0 0 0,0 0 0 0 0,0 0 0 0 0,0 0 0 0 0,0 0 0 0 0,0 1 0 0 0,0-1 0 0 0,0 0 0 0 0,0 0 0 0 0,0 1 0 0 0,0-1 0 0 0,0 0 0 0 0,0 1 0 0 0,0-1 0 0 0,0 1 0 0 0,0 0 0 0 0,0-1-1 0 0,0 1 1 0 0,-1 0 0 0 0,1-1 0 0 0,0 1 0 0 0,0 0 0 0 0,-1 0 0 0 0,1 0 0 0 0,-1 0 0 0 0,1-1 0 0 0,0 2 0 0 0,5 8 132 0 0,1 0-1 0 0,-2 0 1 0 0,9 21 0 0 0,-8-19-128 0 0,6 15-81 0 0,-5-11-413 0 0,0 0 1 0 0,1-1-1 0 0,1 0 1 0 0,0 0-1 0 0,13 14 1 0 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7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14 2761 0 0,'-16'-13'13236'0'0,"14"20"-12380"0"0,1-1 0 0 0,0 1 1 0 0,1 0-1 0 0,-1 0 0 0 0,2 8 1 0 0,11 66 741 0 0,-6-47-1151 0 0,10 78 274 0 0,11 65-158 0 0,-20-145-747 0 0,1 1-1 0 0,2-1 0 0 0,17 38 0 0 0,-26-68 139 0 0,3 9-252 0 0,1-1 0 0 0,1 0 0 0 0,8 12 0 0 0,-13-21 145 0 0,0 0 0 0 0,-1 1 0 0 0,1-1 0 0 0,0 0 0 0 0,0 0 0 0 0,0 0 0 0 0,0 0 0 0 0,0 0 0 0 0,0 0 0 0 0,0 0 0 0 0,0 0 0 0 0,1 0 0 0 0,-1 0 0 0 0,0-1 0 0 0,1 1 0 0 0,-1 0 0 0 0,0-1 0 0 0,1 1 0 0 0,-1-1 0 0 0,0 0 0 0 0,1 1 0 0 0,-1-1 0 0 0,1 0 0 0 0,-1 0 0 0 0,1 0 0 0 0,-1 0 0 0 0,1 0 0 0 0,-1 0 0 0 0,0 0 0 0 0,1-1 0 0 0,-1 1 0 0 0,1 0 0 0 0,-1-1 0 0 0,0 1 0 0 0,1-1 0 0 0,1-1 0 0 0,6-5-1502 0 0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5 178 5065 0 0,'-5'-9'5937'0'0,"6"9"-5844"0"0,17-20 2982 0 0,29-15-567 0 0,-17 17-2296 0 0,1 0 1 0 0,0 3-1 0 0,1 0 0 0 0,1 2 0 0 0,0 2 1 0 0,45-10-1 0 0,-55 18-212 0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1:37.3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1 11522 0 0,'2'2'3673'0'0,"-2"3"-2801"0"0,-2 4 185 0 0,0 5 39 0 0,-1 5 8 0 0,-3 6 0 0 0,0 5-784 0 0,-1 3-160 0 0,0 3-32 0 0,1 15-3848 0 0,4-2-769 0 0,0-5-152 0 0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6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884 15 920 0 0,'1'-14'16951'0'0,"-4"16"-16039"0"0,-4 0-3283 0 0,1 1 2870 0 0,0 0 0 0 0,1 0 0 0 0,-1 1 0 0 0,0 0 0 0 0,1 0 1 0 0,0 0-1 0 0,0 1 0 0 0,0-1 0 0 0,-6 9 0 0 0,-33 52 390 0 0,30-43-516 0 0,-70 114-115 0 0,-99 217 0 0 0,141-266-222 0 0,-84 128 1 0 0,-74 68 493 0 0,153-208-407 0 0,38-57-143 0 0,-2 0 1 0 0,0 0 0 0 0,-1-1 0 0 0,-17 17-1 0 0,27-39-1352 0 0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7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 0 3225 0 0,'-33'36'2582'0'0,"-10"19"8345"0"0,52-54-9995 0 0,9-3-346 0 0,79-31 1133 0 0,-66 21-1438 0 0,0 1 1 0 0,0 2 0 0 0,1 1-1 0 0,53-6 1 0 0,-82 14-269 0 0,-1 0 1 0 0,0 0-1 0 0,1 0 0 0 0,-1 0 0 0 0,1 1 1 0 0,-1-1-1 0 0,0 1 0 0 0,1-1 0 0 0,-1 1 0 0 0,0 0 1 0 0,0 0-1 0 0,0 0 0 0 0,0 0 0 0 0,1 0 1 0 0,-1 1-1 0 0,-1-1 0 0 0,1 1 0 0 0,0-1 0 0 0,2 3 1 0 0,-1 0 26 0 0,0 0 0 0 0,-1 0 0 0 0,1 0 0 0 0,-1 0 0 0 0,0 0 0 0 0,0 0-1 0 0,-1 1 1 0 0,1-1 0 0 0,0 7 0 0 0,2 8 90 0 0,-2 1 1 0 0,-1-1-1 0 0,-1 34 0 0 0,0-50-132 0 0,-2 28 3 0 0,1-13 83 0 0,0-1 0 0 0,1 0 1 0 0,4 26-1 0 0,-3-37-191 0 0,0-1 0 0 0,0 0 0 0 0,1 0 0 0 0,0 0 0 0 0,0 0 0 0 0,0 0 0 0 0,1 0 0 0 0,0-1 0 0 0,-1 1 0 0 0,2-1 0 0 0,-1 1 0 0 0,0-1 0 0 0,1 0 0 0 0,0 0 0 0 0,6 4 1 0 0,2 1-856 0 0,1-1 1 0 0,0-1 0 0 0,1 0 0 0 0,0-1 0 0 0,0 0 0 0 0,0-1 0 0 0,28 6 0 0 0,-6-4 288 0 0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2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326 159 4209 0 0,'-4'1'50'0'0,"0"-1"-1"0"0,0 1 1 0 0,0 0 0 0 0,1 0 0 0 0,-1 0-1 0 0,0 1 1 0 0,0-1 0 0 0,-3 3 0 0 0,3-2-54 0 0,1 0 1 0 0,-1-1 0 0 0,1 1-1 0 0,-1-1 1 0 0,1 0 0 0 0,-1 0-1 0 0,0 0 1 0 0,0-1 0 0 0,1 1 0 0 0,-1-1-1 0 0,-4 0 1 0 0,-2-1 565 0 0,-1 1-1 0 0,1 1 1 0 0,-15 2 0 0 0,-25-3 11188 0 0,50-1-11532 0 0,8-7 2580 0 0,19-6-2009 0 0,18 2-768 0 0,1 2-1 0 0,0 1 1 0 0,72-2-1 0 0,-76 7-20 0 0,-40 4-1 0 0,0 0 1 0 0,0 0 0 0 0,0 0 0 0 0,0 0-1 0 0,-1-1 1 0 0,1 1 0 0 0,0 0-1 0 0,0-1 1 0 0,0 0 0 0 0,-1 1-1 0 0,1-1 1 0 0,0 0 0 0 0,-1 0-1 0 0,1 0 1 0 0,0 0 0 0 0,-1 0 0 0 0,0 0-1 0 0,1 0 1 0 0,-1-1 0 0 0,0 1-1 0 0,1-1 1 0 0,-1 1 0 0 0,0 0-1 0 0,0-1 1 0 0,1-3 0 0 0,-1 4 0 0 0,-2-1-1 0 0,1 0 1 0 0,0 1 0 0 0,0-1-1 0 0,0 0 1 0 0,-1 1 0 0 0,1-1 0 0 0,-1 0-1 0 0,1 1 1 0 0,-1-1 0 0 0,0 1-1 0 0,0-1 1 0 0,1 1 0 0 0,-1-1 0 0 0,0 1-1 0 0,0 0 1 0 0,-1-1 0 0 0,1 1 0 0 0,0 0-1 0 0,0 0 1 0 0,-1 0 0 0 0,1 0-1 0 0,0 0 1 0 0,-1 0 0 0 0,1 0 0 0 0,-1 0-1 0 0,1 1 1 0 0,-3-2 0 0 0,-13-7-369 0 0,0 0 0 0 0,-1 2 0 0 0,0 0 0 0 0,-30-8 1 0 0,39 13 214 0 0,1 1 1 0 0,-1 0-1 0 0,1 0 1 0 0,-1 1-1 0 0,1 0 1 0 0,-1 0-1 0 0,0 1 1 0 0,1 0-1 0 0,-1 1 1 0 0,1 0-1 0 0,0 0 1 0 0,-16 7-1 0 0,2 2 235 0 0,1 1 0 0 0,0 1 0 0 0,1 1 0 0 0,0 1-1 0 0,1 0 1 0 0,1 2 0 0 0,1 0 0 0 0,0 1 0 0 0,-23 33-1 0 0,37-47 0 0 0,1 0 0 0 0,-1 1-1 0 0,1 0 1 0 0,0 0-1 0 0,0-1 1 0 0,0 1 0 0 0,1 0-1 0 0,-1 1 1 0 0,1-1-1 0 0,1 0 1 0 0,-1 0 0 0 0,1 0-1 0 0,0 1 1 0 0,0-1-1 0 0,0 0 1 0 0,2 9 0 0 0,0-6 16 0 0,1 0 0 0 0,0 0 0 0 0,0 0 1 0 0,0-1-1 0 0,1 0 0 0 0,0 1 0 0 0,1-1 1 0 0,-1 0-1 0 0,1-1 0 0 0,6 7 0 0 0,-2-4 4 0 0,1 0 0 0 0,-1 0-1 0 0,2-1 1 0 0,-1 0 0 0 0,1 0 0 0 0,0-1-1 0 0,0-1 1 0 0,1 0 0 0 0,0 0-1 0 0,0-2 1 0 0,0 1 0 0 0,1-1-1 0 0,20 3 1 0 0,-18-6-74 0 0,0-1-1 0 0,0-1 1 0 0,0 0 0 0 0,0-1-1 0 0,0-1 1 0 0,-1 0 0 0 0,1-1-1 0 0,-1 0 1 0 0,0-1 0 0 0,0-1 0 0 0,-1 0-1 0 0,16-10 1 0 0,-16 8-1736 0 0,0-1 0 0 0,-1 0-1 0 0,20-19 1 0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08.5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59 1840 0 0,'8'0'13726'0'0,"-4"-1"-11992"0"0,46-11 2976 0 0,2-6-3417 0 0,18-4-3546 0 0,-49 17-5306 0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0 5529 0 0,'-3'1'243'0'0,"0"0"0"0"0,0 0 0 0 0,0 0-1 0 0,0 0 1 0 0,0 0 0 0 0,0 0 0 0 0,1 1-1 0 0,-1 0 1 0 0,0-1 0 0 0,1 1 0 0 0,-1 0-1 0 0,1 0 1 0 0,0 1 0 0 0,-3 2 0 0 0,-29 37 919 0 0,25-26-984 0 0,0 0 0 0 0,1 0 0 0 0,1 1 0 0 0,1 0 0 0 0,0 0 0 0 0,1 0 0 0 0,1 1 0 0 0,0 0 0 0 0,1 0 0 0 0,0 19 0 0 0,2 26 155 0 0,9 95 0 0 0,-7-143-271 0 0,10 96 96 0 0,4-1 1 0 0,5 0-1 0 0,5-2 1 0 0,53 147-1 0 0,-52-198-109 0 0,2-1 1 0 0,3-1-1 0 0,46 63 0 0 0,-59-90 1 0 0,-16-26-38 0 0,24 42 243 0 0,-25-42-238 0 0,0 1 0 0 0,0-1 1 0 0,0 0-1 0 0,0 1 0 0 0,-1-1 0 0 0,1 0 0 0 0,-1 1 1 0 0,1-1-1 0 0,-1 1 0 0 0,0-1 0 0 0,0 1 1 0 0,0-1-1 0 0,0 1 0 0 0,0-1 0 0 0,-1 1 1 0 0,1-1-1 0 0,-2 4 0 0 0,-4-2-1068 0 0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5.5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70 340 4145 0 0,'-13'-24'487'0'0,"1"-1"-1"0"0,2 0 1 0 0,0-1 0 0 0,1-1 0 0 0,-6-36-1 0 0,14 63-477 0 0,1-2 66 0 0,0 1 0 0 0,0-1 0 0 0,0 1 0 0 0,1-1 0 0 0,-1 1 0 0 0,0-1 0 0 0,1 1 0 0 0,-1-1 0 0 0,1 1 0 0 0,-1-1 0 0 0,1 1 0 0 0,-1 0 0 0 0,1-1 0 0 0,0 1 0 0 0,0 0 0 0 0,0 0 0 0 0,0-1 0 0 0,0 1 0 0 0,0 0 0 0 0,0 0 0 0 0,0 0 0 0 0,0 0 0 0 0,0 0 0 0 0,1 0 0 0 0,0 0 0 0 0,41-23 732 0 0,-33 19-692 0 0,20-9 214 0 0,0 1 0 0 0,1 1 0 0 0,0 2-1 0 0,1 1 1 0 0,0 1 0 0 0,0 2 0 0 0,1 1 0 0 0,45 0-1 0 0,-44 3-92 0 0,361 0 394 0 0,-272 8-627 0 0,-64-4-3 0 0,1 2 1 0 0,0 3 0 0 0,85 20-1 0 0,-125-21 27 0 0,82 20-702 0 0,-90-24 593 0 0,0 0 0 0 0,0-1 1 0 0,0 0-1 0 0,1-1 0 0 0,-1-1 1 0 0,18-2-1 0 0,-28 4 758 0 0,-5 3 594 0 0,-2 3 250 0 0,4-4-1140 0 0,-4 15-179 0 0,1 0 1 0 0,0 0-1 0 0,2 0 0 0 0,0 0 1 0 0,1 34-1 0 0,15 100-79 0 0,-4-54 158 0 0,-2 9-240 0 0,39 195 0 0 0,-27-211-64 0 0,-5 0 0 0 0,5 106 0 0 0,-20-193 26 0 0,0 0 0 0 0,0 0-1 0 0,0 0 1 0 0,-1 0 0 0 0,1 0 0 0 0,-1 0 0 0 0,0 0 0 0 0,0 0 0 0 0,-1 0 0 0 0,1 0-1 0 0,-1-1 1 0 0,0 1 0 0 0,0-1 0 0 0,0 1 0 0 0,-5 5 0 0 0,2-4 5 0 0,0 0 1 0 0,-1 0-1 0 0,1 0 0 0 0,-1-1 1 0 0,0 0-1 0 0,0 0 0 0 0,-1 0 1 0 0,-7 3-1 0 0,-10 2 17 0 0,0-1 0 0 0,0-2 0 0 0,-49 8 0 0 0,-33 3 1086 0 0,-189 56 0 0 0,-148 40-793 0 0,441-112-318 0 0,-37 6-690 0 0,-53 5-1 0 0,73-12-6222 0 0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4609 0 0,'0'3'106'0'0,"-1"-1"1"0"0,0 1-1 0 0,1 0 1 0 0,-1-1-1 0 0,1 1 1 0 0,0 0-1 0 0,0 0 1 0 0,0-1-1 0 0,0 1 1 0 0,0 0-1 0 0,1 3 0 0 0,0-1 192 0 0,9 69 1744 0 0,3-1 0 0 0,42 130-1 0 0,-28-114-1023 0 0,18 111-1 0 0,-34-99-609 0 0,-4 131 0 0 0,-1-26-133 0 0,-6-189-312 0 0,1 1-1 0 0,1-1 0 0 0,1 0 0 0 0,0 0 1 0 0,1 0-1 0 0,1 0 0 0 0,0-1 1 0 0,2 1-1 0 0,0-1 0 0 0,12 19 1 0 0,-8-19-253 0 0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6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1 352 2304 0 0,'0'-1'93'0'0,"0"-1"0"0"0,0 1 0 0 0,0 0 0 0 0,0 0-1 0 0,1-1 1 0 0,-1 1 0 0 0,1 0 0 0 0,-1 0-1 0 0,1-1 1 0 0,-1 1 0 0 0,1 0 0 0 0,0 0-1 0 0,-1 0 1 0 0,1 0 0 0 0,0 0 0 0 0,0 0-1 0 0,2-1 1 0 0,19-22 897 0 0,-18 21-801 0 0,9-9 323 0 0,0 1 0 0 0,1 0-1 0 0,1 1 1 0 0,0 1 0 0 0,0 0 0 0 0,18-7 0 0 0,102-35 2164 0 0,-91 36-1981 0 0,50-17 425 0 0,1 4 0 0 0,115-18 0 0 0,-115 30-515 0 0,175-20-217 0 0,-253 36-395 0 0,-1 0 0 0 0,0 0 0 0 0,0 2 0 0 0,0 0 0 0 0,0 1 0 0 0,-1 1 0 0 0,1 0 0 0 0,-1 1 1 0 0,0 1-1 0 0,0 0 0 0 0,19 11 0 0 0,-24-11 29 0 0,0 1-1 0 0,-1 0 1 0 0,1 1 0 0 0,-2 0 0 0 0,1 0-1 0 0,-1 1 1 0 0,0 0 0 0 0,-1 0 0 0 0,0 1-1 0 0,0 0 1 0 0,-1 0 0 0 0,0 1 0 0 0,-1 0-1 0 0,0 0 1 0 0,5 21 0 0 0,28 159 1790 0 0,-22-93-1665 0 0,10 51-147 0 0,10 216 0 0 0,-36-354 4 0 0,0 0 0 0 0,-1 0 0 0 0,0 0 0 0 0,-1 0-1 0 0,0 0 1 0 0,-1 0 0 0 0,0 0 0 0 0,-1-1 0 0 0,0 1 0 0 0,0-1 0 0 0,-1 0 0 0 0,-1 0-1 0 0,1-1 1 0 0,-8 10 0 0 0,3-8 9 0 0,1-1-1 0 0,-2 1 0 0 0,1-1 1 0 0,-1-1-1 0 0,-1 0 1 0 0,0-1-1 0 0,0 0 0 0 0,0-1 1 0 0,-1 0-1 0 0,-19 7 1 0 0,-38 9 712 0 0,-135 27-1 0 0,165-42-429 0 0,-153 25 464 0 0,110-21-474 0 0,-151 41-1 0 0,113-9-211 0 0,60-21-1377 0 0,-109 27 0 0 0,152-47-5725 0 0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7.8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27 3681 0 0,'0'-1'305'0'0,"-1"0"1"0"0,1 0 0 0 0,0-1-1 0 0,-1 1 1 0 0,1 0 0 0 0,0-1-1 0 0,0 1 1 0 0,0 0-1 0 0,0 0 1 0 0,0-1 0 0 0,1 1-1 0 0,-1 0 1 0 0,0-1-1 0 0,5-7 2860 0 0,-2 19-646 0 0,8 181 2547 0 0,9 115-4435 0 0,-10-205-575 0 0,-4-24-28 0 0,3 1-1 0 0,24 91 1 0 0,29 82 62 0 0,-36-140-123 0 0,-3 24 312 0 0,-18-96-473 0 0,2 0 0 0 0,1 0 0 0 0,16 46 0 0 0,-23-83-10 0 0,-1 0 1 0 0,1 0-1 0 0,0 1 0 0 0,0-1 1 0 0,0 0-1 0 0,1-1 1 0 0,-1 1-1 0 0,0 0 1 0 0,1 0-1 0 0,-1 0 0 0 0,1-1 1 0 0,-1 1-1 0 0,1-1 1 0 0,0 1-1 0 0,0-1 1 0 0,4 2-1 0 0,4-2-1099 0 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8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5 181 4609 0 0,'-4'4'1180'0'0,"4"-4"-1142"0"0,0 1-1 0 0,0-1 1 0 0,1 0 0 0 0,-1 0 0 0 0,0 1-1 0 0,0-1 1 0 0,1 0 0 0 0,-1 0 0 0 0,0 0-1 0 0,1 1 1 0 0,-1-1 0 0 0,1 0 0 0 0,-1 0-1 0 0,0 0 1 0 0,1 0 0 0 0,-1 0 0 0 0,0 0-1 0 0,1 0 1 0 0,-1 0 0 0 0,0 0 0 0 0,1 0-1 0 0,-1 0 1 0 0,1 0 0 0 0,-1 0 0 0 0,0 0-1 0 0,1 0 1 0 0,-1 0 0 0 0,0 0 0 0 0,1-1-1 0 0,32-6 846 0 0,0-1-1 0 0,-1-3 0 0 0,43-18 0 0 0,-41 14-274 0 0,0 2 0 0 0,1 2-1 0 0,46-9 1 0 0,131 0 767 0 0,11-2-21 0 0,-163 10-1235 0 0,-41 7-131 0 0,0 0 1 0 0,1 2 0 0 0,-1 0-1 0 0,1 2 1 0 0,0 0-1 0 0,31 3 1 0 0,-45-1 115 0 0,-1 1 1 0 0,1 0-1 0 0,0 0 0 0 0,-1 1 1 0 0,0 0-1 0 0,1 0 1 0 0,-1 0-1 0 0,0 0 0 0 0,-1 1 1 0 0,1 0-1 0 0,-1 0 1 0 0,1 0-1 0 0,-1 0 1 0 0,0 1-1 0 0,-1 0 0 0 0,1 0 1 0 0,-1 0-1 0 0,0 0 1 0 0,0 0-1 0 0,-1 1 0 0 0,1-1 1 0 0,-1 1-1 0 0,0 0 1 0 0,-1-1-1 0 0,0 1 1 0 0,2 11-1 0 0,13 195 1608 0 0,1 11-1736 0 0,96 305 164 0 0,-31-176-64 0 0,-78-334-60 0 0,-2 0-1 0 0,0 1 0 0 0,-1-1 1 0 0,-2 20-1 0 0,0-29-4 0 0,1-1 0 0 0,-2 1 0 0 0,1-1 0 0 0,-1 1 0 0 0,-1-1 0 0 0,1 0 0 0 0,-1 0 0 0 0,-1 0 0 0 0,0 0 0 0 0,-8 13 0 0 0,10-19 41 0 0,1-1-1 0 0,-1 1 1 0 0,0 0 0 0 0,0-1 0 0 0,-1 1 0 0 0,1-1 0 0 0,0 0-1 0 0,0 1 1 0 0,-1-1 0 0 0,1 0 0 0 0,0 0 0 0 0,-1-1 0 0 0,1 1 0 0 0,-1-1-1 0 0,1 1 1 0 0,-1-1 0 0 0,0 0 0 0 0,-2 1 0 0 0,-55-6 720 0 0,26 1-600 0 0,-47 7-103 0 0,2 3-1 0 0,-1 4 0 0 0,-89 23 1 0 0,91-16-15 0 0,-1-3 0 0 0,0-4 0 0 0,-96 0 0 0 0,133-14 29 0 0,29 3-868 0 0,-1-1 1 0 0,-21 2-1 0 0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49.3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42 3225 0 0,'23'-42'11369'0'0,"-29"66"-9399"0"0,8 34-316 0 0,16 101 0 0 0,25 59-1300 0 0,-10-62-200 0 0,-32-150-149 0 0,118 524 470 0 0,-108-480-336 0 0,-1 0 0 0 0,-3 1 0 0 0,-2 0-1 0 0,-3 1 1 0 0,-4 68 0 0 0,1-99-171 0 0,0-6-24 0 0,0 0 0 0 0,2 0-1 0 0,-1 0 1 0 0,2 0 0 0 0,0 0 0 0 0,4 16-1 0 0,1-22-1326 0 0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2:50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49 234 5065 0 0,'-9'1'28'0'0,"4"0"627"0"0,0 0 1 0 0,0-1-1 0 0,0 0 0 0 0,0 0 0 0 0,-9-1 1 0 0,14 1-616 0 0,0 0 1 0 0,0-1 0 0 0,0 1 0 0 0,0-1 0 0 0,0 1 0 0 0,0 0-1 0 0,0-1 1 0 0,0 1 0 0 0,0-1 0 0 0,0 1 0 0 0,0-1 0 0 0,0 1-1 0 0,0 0 1 0 0,0-1 0 0 0,0 1 0 0 0,0-1 0 0 0,0 1 0 0 0,1 0-1 0 0,-1-1 1 0 0,0 1 0 0 0,0 0 0 0 0,0-1 0 0 0,1 1 0 0 0,-1 0-1 0 0,0-1 1 0 0,1 1 0 0 0,-1 0 0 0 0,0-1 0 0 0,1 1 0 0 0,-1 0-1 0 0,0 0 1 0 0,1-1 0 0 0,-1 1 0 0 0,0 0 0 0 0,1 0 0 0 0,15-14 127 0 0,-16 14-117 0 0,21-15 71 0 0,1 1-1 0 0,0 1 1 0 0,1 1 0 0 0,0 0-1 0 0,1 2 1 0 0,0 1-1 0 0,1 1 1 0 0,41-7 0 0 0,18 0 92 0 0,105-3 0 0 0,625-43 16 0 0,-610 53-172 0 0,-167 9 228 0 0,-1 2-1 0 0,0 1 0 0 0,56 14 1 0 0,-87-17-256 0 0,0 1 0 0 0,0-1-1 0 0,0 1 1 0 0,0 0 0 0 0,0 0 0 0 0,0 1 0 0 0,-1-1-1 0 0,1 1 1 0 0,-1 0 0 0 0,0 0 0 0 0,0 0 0 0 0,0 1-1 0 0,0 0 1 0 0,4 5 0 0 0,-6-6 3 0 0,0 1-1 0 0,-1 0 1 0 0,1 0-1 0 0,0 0 1 0 0,-1 0-1 0 0,0 1 1 0 0,0-1-1 0 0,-1 0 1 0 0,1 0-1 0 0,-1 1 1 0 0,0-1-1 0 0,0 0 1 0 0,0 1-1 0 0,0-1 1 0 0,-1 0-1 0 0,0 1 1 0 0,-1 5-1 0 0,-5 31 662 0 0,2 1-1 0 0,2 0 1 0 0,2 0 0 0 0,6 57-1 0 0,-2-10-329 0 0,1-11-252 0 0,4 0 0 0 0,2-1 1 0 0,25 89-1 0 0,79 447 253 0 0,-106-565-314 0 0,6 50 800 0 0,-13-88-669 0 0,-1 1 1 0 0,0 0-1 0 0,-1 0 1 0 0,0 0 0 0 0,-1-1-1 0 0,-5 20 1 0 0,4-23-117 0 0,-1 1 0 0 0,0-1 0 0 0,0 0 0 0 0,-1 0 0 0 0,0 0 0 0 0,0-1 0 0 0,-1 0 0 0 0,0 0 1 0 0,0 0-1 0 0,0-1 0 0 0,-1 1 0 0 0,0-2 0 0 0,0 1 0 0 0,0-1 0 0 0,0 0 0 0 0,-10 4 0 0 0,-16 6-49 0 0,0-2-1 0 0,-47 11 0 0 0,78-22-15 0 0,-37 7 4 0 0,0-1-1 0 0,-41 1 1 0 0,44-5-6 0 0,1 1 0 0 0,-68 17 0 0 0,17 8 1 0 0,-42 12 0 0 0,108-36 0 0 0,1-1 0 0 0,-1-1 0 0 0,0-1 0 0 0,-35-1 0 0 0,-71-14 161 0 0,87 7-72 0 0,-1 2-1 0 0,0 2 1 0 0,-63 4 0 0 0,11 17-150 0 0,73-14 48 0 0,0 0 0 0 0,0-1 0 0 0,0-1 0 0 0,0-1 0 0 0,-40-1 0 0 0,51-2-176 0 0,0-1 1 0 0,0-1-1 0 0,-1 1 0 0 0,1-1 0 0 0,1-1 0 0 0,-1 1 0 0 0,0-1 1 0 0,1-1-1 0 0,0 1 0 0 0,0-1 0 0 0,0-1 0 0 0,1 1 0 0 0,0-1 1 0 0,-11-12-1 0 0,3-1-7150 0 0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56 456 0 0,'0'-2'415'0'0,"1"0"-1"0"0,-1 0 1 0 0,0 0 0 0 0,0 0 0 0 0,0 0-1 0 0,-1 0 1 0 0,1-1 0 0 0,-11-35 16350 0 0,11 38-16695 0 0,0-1 1 0 0,0 1-1 0 0,7 15-56 0 0,0 0 0 0 0,-1 0 0 0 0,-1 1 0 0 0,6 29 1 0 0,6 75 50 0 0,-4-25-43 0 0,83 297 293 0 0,-25-125-101 0 0,-54-192-90 0 0,1-6 121 0 0,-3 1 1 0 0,-3 1 0 0 0,4 99-1 0 0,-16-163-446 0 0,-1 0-1 0 0,0-1 1 0 0,0 1-1 0 0,0-1 1 0 0,-1 1-1 0 0,0-1 1 0 0,-4 9-1 0 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2.4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47 318 2761 0 0,'-3'-1'183'0'0,"-1"1"0"0"0,1-1 0 0 0,0 0 1 0 0,-1-1-1 0 0,1 1 0 0 0,0-1 0 0 0,0 1 1 0 0,-1-1-1 0 0,1 0 0 0 0,1 0 0 0 0,-5-4 1 0 0,6 5-87 0 0,1 1 0 0 0,-1-1 0 0 0,1 1 0 0 0,0-1 0 0 0,-1 1 0 0 0,1-1 0 0 0,0 1 0 0 0,0-1 0 0 0,-1 1 0 0 0,1-1 0 0 0,0 1 1 0 0,0-1-1 0 0,0 0 0 0 0,0 1 0 0 0,0-1 0 0 0,0 1 0 0 0,0-1 0 0 0,0 0 0 0 0,0 1 0 0 0,0-1 0 0 0,0 1 0 0 0,0-1 0 0 0,0 0 1 0 0,1 1-1 0 0,-1-1 0 0 0,0 0 0 0 0,1 0 39 0 0,1-1 1 0 0,-1 1 0 0 0,0-1 0 0 0,1 1-1 0 0,-1 0 1 0 0,1-1 0 0 0,-1 1-1 0 0,1 0 1 0 0,-1 0 0 0 0,1 0 0 0 0,0 0-1 0 0,3-1 1 0 0,35-12 1121 0 0,0 1 1 0 0,1 2-1 0 0,64-9 1 0 0,4-2-872 0 0,-34 4-308 0 0,1 3 0 0 0,0 3-1 0 0,91-3 1 0 0,-150 15-72 0 0,649-21 695 0 0,-231-19 595 0 0,-135 11-37 0 0,70-4-413 0 0,607 50-762 0 0,-819-6-100 0 0,210 22-42 0 0,-83-5 185 0 0,-265-25-105 0 0,-1 1 0 0 0,1 0 1 0 0,-1 1-1 0 0,-1 2 0 0 0,1 0 0 0 0,22 12 0 0 0,101 67 874 0 0,-89-51-130 0 0,-4-12 177 0 0,-43-21-888 0 0,-1 0-1 0 0,1 0 0 0 0,-1 0 0 0 0,0 1 0 0 0,1-1 0 0 0,-1 2 1 0 0,-1-1-1 0 0,1 0 0 0 0,0 1 0 0 0,-1 0 0 0 0,1 0 0 0 0,-1 0 0 0 0,0 1 1 0 0,-1-1-1 0 0,5 7 0 0 0,-1 5 34 0 0,-1 1-1 0 0,0 0 1 0 0,-1 0 0 0 0,0 1-1 0 0,2 29 1 0 0,8 30 3 0 0,23 117-24 0 0,-30-137-48 0 0,3 1 1 0 0,22 67-1 0 0,10-16-53 0 0,10 27 37 0 0,-47-117-8 0 0,0 1 0 0 0,-2-1 0 0 0,0 1 0 0 0,-2 0 0 0 0,1 21 0 0 0,-3-32 7 0 0,0 0-1 0 0,-1-1 1 0 0,0 1-1 0 0,-1 0 1 0 0,0-1-1 0 0,0 1 1 0 0,-4 8-1 0 0,5-14-3 0 0,-1 0 0 0 0,1 1 0 0 0,-1-1 0 0 0,0 0 0 0 0,0 0 0 0 0,0 0 0 0 0,0 0 0 0 0,-1-1 0 0 0,1 1 0 0 0,-1-1 0 0 0,0 1 0 0 0,0-1 0 0 0,0 0 0 0 0,0 0 0 0 0,0 0 0 0 0,0 0 0 0 0,0-1 0 0 0,0 1 0 0 0,-6 0 0 0 0,-9 2 102 0 0,-1-2 0 0 0,1 0 0 0 0,-1-2-1 0 0,0 0 1 0 0,-36-4 0 0 0,-21-1 118 0 0,-194 28-322 0 0,107-4 54 0 0,-258 27 57 0 0,-98 8-25 0 0,258-31-88 0 0,-63 4-5 0 0,151-16 92 0 0,-153 0-28 0 0,64-11-236 0 0,-58-2-100 0 0,-254-13 246 0 0,365 23 136 0 0,0 1 0 0 0,5 6 0 0 0,108-6 0 0 0,13 0-1807 0 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3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28 508 7370 0 0,'-14'-33'1486'0'0,"0"1"8327"0"0,17 42-8510 0 0,6 16-959 0 0,42 81-164 0 0,49 149 0 0 0,-78-193-214 0 0,2-1-1 0 0,52 92 0 0 0,-54-116 15 0 0,3-1-1 0 0,1 0 0 0 0,2-2 0 0 0,57 56 0 0 0,-78-85 36 0 0,2 4 139 0 0,1-1-1 0 0,1 0 1 0 0,-1-1 0 0 0,18 10-1 0 0,-26-17-133 0 0,0 0 0 0 0,0 0 1 0 0,0 0-1 0 0,0 0 0 0 0,0 0 0 0 0,0 0 0 0 0,0-1 0 0 0,0 1 0 0 0,0-1 1 0 0,0 0-1 0 0,0 1 0 0 0,0-1 0 0 0,0 0 0 0 0,0 0 0 0 0,1 0 1 0 0,-1-1-1 0 0,0 1 0 0 0,0 0 0 0 0,0-1 0 0 0,0 1 0 0 0,0-1 0 0 0,0 0 1 0 0,0 0-1 0 0,0 0 0 0 0,0 0 0 0 0,-1 0 0 0 0,1 0 0 0 0,0 0 0 0 0,0-1 1 0 0,-1 1-1 0 0,1 0 0 0 0,-1-1 0 0 0,1 0 0 0 0,-1 1 0 0 0,0-1 1 0 0,1-2-1 0 0,8-12 72 0 0,-1 0 1 0 0,-1-1-1 0 0,-1-1 1 0 0,-1 1 0 0 0,6-25-1 0 0,15-95 192 0 0,-17 79-160 0 0,101-661 86 0 0,-105 645-218 0 0,-4-120 0 0 0,-3 99-2049 0 0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189 113 10594 0 0,'-1'-10'189'0'0,"-1"0"-1"0"0,0 0 1 0 0,-1 1-1 0 0,0-1 1 0 0,-5-11-1 0 0,7 19-37 0 0,1-1 0 0 0,-2 1 0 0 0,1-1 0 0 0,0 1 0 0 0,0 0 0 0 0,-1-1 0 0 0,1 1-1 0 0,-1 0 1 0 0,0 0 0 0 0,0 0 0 0 0,0 0 0 0 0,0 0 0 0 0,0 1 0 0 0,0-1 0 0 0,0 0 0 0 0,-1 1 0 0 0,1 0 0 0 0,0-1 0 0 0,-1 1-1 0 0,1 0 1 0 0,-1 1 0 0 0,0-1 0 0 0,1 0 0 0 0,-4 0 0 0 0,4 1-43 0 0,0 1 1 0 0,0-1-1 0 0,-1 1 0 0 0,1 0 1 0 0,0-1-1 0 0,0 1 1 0 0,0 0-1 0 0,0 0 0 0 0,0 1 1 0 0,0-1-1 0 0,1 0 0 0 0,-1 0 1 0 0,0 1-1 0 0,0-1 0 0 0,1 1 1 0 0,-1 0-1 0 0,1 0 0 0 0,-3 3 1 0 0,-22 40 404 0 0,21-35-479 0 0,-3 6-36 0 0,0 1 0 0 0,1 0 0 0 0,1 0 0 0 0,1 0 0 0 0,0 1 0 0 0,1 0 0 0 0,1 0 1 0 0,1 0-1 0 0,0 1 0 0 0,2 33 0 0 0,1-40-2 0 0,1 1 0 0 0,0-1 1 0 0,1 0-1 0 0,0 0 0 0 0,1 0 1 0 0,0-1-1 0 0,1 1 0 0 0,0-1 1 0 0,1 0-1 0 0,0 0 0 0 0,0-1 0 0 0,2 0 1 0 0,-1 0-1 0 0,1-1 0 0 0,0 1 1 0 0,19 14-1 0 0,-14-14 12 0 0,0 0 0 0 0,1-1 0 0 0,0-1 0 0 0,1 0 0 0 0,-1-1 0 0 0,1 0 0 0 0,1-1 0 0 0,-1-1 0 0 0,1-1 0 0 0,19 3 0 0 0,-30-6-5 0 0,1 0-1 0 0,0 0 1 0 0,0-1 0 0 0,0 0 0 0 0,-1-1-1 0 0,1 1 1 0 0,0-1 0 0 0,0 0 0 0 0,-1 0-1 0 0,1-1 1 0 0,-1 0 0 0 0,1 0 0 0 0,-1 0-1 0 0,0-1 1 0 0,0 1 0 0 0,0-1 0 0 0,0 0-1 0 0,0-1 1 0 0,0 1 0 0 0,-1-1 0 0 0,0 0-1 0 0,0 0 1 0 0,0-1 0 0 0,0 1 0 0 0,-1-1-1 0 0,1 1 1 0 0,-1-1 0 0 0,0 0 0 0 0,-1-1-1 0 0,1 1 1 0 0,2-8 0 0 0,-3 8-10 0 0,-1-1-1 0 0,1 1 1 0 0,-1 0 0 0 0,1 0-1 0 0,-2-1 1 0 0,1 1 0 0 0,-1-1 0 0 0,1 1-1 0 0,-1 0 1 0 0,-1-1 0 0 0,0-7 0 0 0,-3 1 88 0 0,1 1 1 0 0,-2 1-1 0 0,1-1 0 0 0,-9-13 1 0 0,10 19-15 0 0,1 0-1 0 0,-1-1 1 0 0,1 1 0 0 0,0-1-1 0 0,0 1 1 0 0,0-1 0 0 0,1 0-1 0 0,-1-10 1 0 0,2 14-51 0 0,0 0 0 0 0,0 0 0 0 0,1 0 0 0 0,-1 1 0 0 0,1-1 0 0 0,-1 0 0 0 0,1 0 0 0 0,0 1 0 0 0,-1-1 0 0 0,1 0 0 0 0,0 1 0 0 0,0-1 0 0 0,0 1 0 0 0,1-1 0 0 0,-1 1 0 0 0,0-1 0 0 0,0 1 0 0 0,1 0 0 0 0,-1 0 0 0 0,1 0 0 0 0,-1 0 0 0 0,1 0 0 0 0,0 0 0 0 0,-1 0 0 0 0,1 0 0 0 0,0 0 0 0 0,-1 1 0 0 0,1-1 0 0 0,0 1 0 0 0,0-1 0 0 0,3 1 0 0 0,0-2-16 0 0,0 1 0 0 0,1 0 0 0 0,-1 0-1 0 0,0 0 1 0 0,0 1 0 0 0,1-1 0 0 0,-1 1-1 0 0,1 1 1 0 0,-1-1 0 0 0,0 1 0 0 0,0 0 0 0 0,1 0-1 0 0,-1 0 1 0 0,0 1 0 0 0,0 0 0 0 0,0 0-1 0 0,0 0 1 0 0,-1 0 0 0 0,1 1 0 0 0,0 0 0 0 0,-1 0-1 0 0,0 0 1 0 0,0 1 0 0 0,0-1 0 0 0,0 1-1 0 0,0 0 1 0 0,-1 0 0 0 0,0 0 0 0 0,1 1 0 0 0,-2-1-1 0 0,1 1 1 0 0,0 0 0 0 0,-1-1 0 0 0,0 1-1 0 0,2 8 1 0 0,3 9 85 0 0,-1 0 1 0 0,0 0-1 0 0,-2 0 0 0 0,2 30 0 0 0,-2 94 593 0 0,-3-48-534 0 0,-1-68-1952 0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161 85 9674 0 0,'-2'-23'1100'0'0,"-3"-16"-1090"0"0,4 37 201 0 0,1 1 0 0 0,0 0 0 0 0,0 0 0 0 0,-1 0 0 0 0,1 0 0 0 0,0 0 0 0 0,-1 0 0 0 0,1 0 0 0 0,-1 0 0 0 0,1 0 0 0 0,-1 0 0 0 0,0 0 0 0 0,1 0 0 0 0,-1 0 0 0 0,0 1 0 0 0,0-1 0 0 0,1 0 0 0 0,-1 0 0 0 0,0 1 0 0 0,0-1 0 0 0,0 1 0 0 0,0-1 0 0 0,0 1 0 0 0,0-1 0 0 0,-2 0 0 0 0,1 1 18 0 0,0 1-1 0 0,-1-1 1 0 0,1 0-1 0 0,0 1 1 0 0,0 0-1 0 0,-1-1 1 0 0,1 1-1 0 0,0 0 1 0 0,0 0-1 0 0,0 0 1 0 0,0 1-1 0 0,0-1 1 0 0,0 0-1 0 0,0 1 1 0 0,1-1-1 0 0,-1 1 1 0 0,-1 1-1 0 0,-29 34 581 0 0,28-31-634 0 0,-3 3-138 0 0,0 0 0 0 0,1 0-1 0 0,0 0 1 0 0,1 1 0 0 0,0 0-1 0 0,0 0 1 0 0,1 0 0 0 0,1 1-1 0 0,0-1 1 0 0,-4 19 0 0 0,7-21-50 0 0,0-1 1 0 0,0 1-1 0 0,0 0 1 0 0,1 0-1 0 0,0-1 1 0 0,0 1-1 0 0,1 0 1 0 0,0-1-1 0 0,1 1 1 0 0,-1-1-1 0 0,1 0 1 0 0,1 0-1 0 0,-1 0 0 0 0,1 0 1 0 0,1-1-1 0 0,4 7 1 0 0,-1-3-103 0 0,1-1-1 0 0,-1 0 1 0 0,1 0-1 0 0,1-1 1 0 0,0 0 0 0 0,0-1-1 0 0,1 0 1 0 0,16 8-1 0 0,6 0-504 0 0,54 17 0 0 0,-18-8 41 0 0,-66-23 565 0 0,0 0 0 0 0,1 1 0 0 0,-1-1 0 0 0,0 1 1 0 0,0 0-1 0 0,0 0 0 0 0,0 0 0 0 0,0 0 0 0 0,0 0 0 0 0,-1 1 0 0 0,1-1 0 0 0,-1 1 0 0 0,1 0 0 0 0,-1 0 1 0 0,0 0-1 0 0,0 0 0 0 0,-1 0 0 0 0,1 0 0 0 0,0 0 0 0 0,-1 1 0 0 0,0-1 0 0 0,1 5 0 0 0,-1-3 129 0 0,-1 0-1 0 0,0 0 0 0 0,0 1 0 0 0,0-1 0 0 0,-1 0 0 0 0,1 1 0 0 0,-1-1 0 0 0,-1 0 1 0 0,1 0-1 0 0,-1 0 0 0 0,0 0 0 0 0,0 0 0 0 0,0 0 0 0 0,-5 7 0 0 0,0-2 88 0 0,-1 0 0 0 0,0 0 0 0 0,-1-1 0 0 0,0 0 0 0 0,0-1 0 0 0,-1 0 0 0 0,0 0 0 0 0,0-1 0 0 0,-1 0 0 0 0,-19 9 0 0 0,14-8-182 0 0,0-1 0 0 0,-1-1 1 0 0,0-1-1 0 0,-1 0 1 0 0,1-1-1 0 0,-1-1 0 0 0,-17 2 1 0 0,30-5-321 0 0,0 1-1 0 0,0-1 1 0 0,0 0 0 0 0,-1 0 0 0 0,1-1-1 0 0,0 0 1 0 0,0 1 0 0 0,1-2 0 0 0,-1 1-1 0 0,0-1 1 0 0,0 1 0 0 0,0-1 0 0 0,1 0 0 0 0,-1-1-1 0 0,-5-3 1 0 0,-2-8-1450 0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4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1 102 3225 0 0,'1'3'3653'0'0,"-1"-2"-3531"0"0,30-5 2803 0 0,41-10 982 0 0,52-21 1455 0 0,-84 22-4875 0 0,1 1-1 0 0,0 3 1 0 0,74-9 0 0 0,-102 17-1344 0 0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5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60 269 10594 0 0,'-10'-2'338'0'0,"-28"-2"932"0"0,37 4-1207 0 0,1 0 0 0 0,-1 0 0 0 0,1 0-1 0 0,-1 0 1 0 0,1 0 0 0 0,-1 0-1 0 0,1 0 1 0 0,-1 1 0 0 0,1-1 0 0 0,-1 0-1 0 0,1 0 1 0 0,0 0 0 0 0,-1 1 0 0 0,1-1-1 0 0,-1 0 1 0 0,1 1 0 0 0,0-1-1 0 0,-1 0 1 0 0,1 1 0 0 0,0-1 0 0 0,-1 1-1 0 0,1-1 1 0 0,-1 1 0 0 0,1 0 82 0 0,0 0 0 0 0,0 0 0 0 0,0 0 0 0 0,0 0 0 0 0,0 0-1 0 0,0 0 1 0 0,0 0 0 0 0,1 0 0 0 0,-1 0 0 0 0,0 0 0 0 0,1 0 0 0 0,-1 0 0 0 0,0 0 0 0 0,1 0 0 0 0,-1 0 0 0 0,1 0 0 0 0,0 1 0 0 0,22 32 2164 0 0,33 38 0 0 0,-29-38-1729 0 0,24 38 0 0 0,3 18-497 0 0,83 128 73 0 0,-104-172-135 0 0,1-1 0 0 0,61 60 0 0 0,-83-93-8 0 0,1 0 0 0 0,21 14 1 0 0,-32-24-12 0 0,1-1-1 0 0,-1 1 1 0 0,1 0 0 0 0,0-1 0 0 0,-1 1-1 0 0,1-1 1 0 0,0 0 0 0 0,0 0-1 0 0,0 0 1 0 0,0 0 0 0 0,0-1 0 0 0,0 1-1 0 0,0-1 1 0 0,0 0 0 0 0,0 1 0 0 0,0-1-1 0 0,0-1 1 0 0,0 1 0 0 0,0 0 0 0 0,0-1-1 0 0,0 0 1 0 0,3 0 0 0 0,-3-1 20 0 0,-1 0 0 0 0,0 0 0 0 0,0 0 0 0 0,0 0 0 0 0,0-1 0 0 0,0 1 0 0 0,0 0 0 0 0,0-1 0 0 0,-1 0 1 0 0,1 1-1 0 0,-1-1 0 0 0,0 0 0 0 0,0 0 0 0 0,0 1 0 0 0,0-1 0 0 0,1-5 0 0 0,6-53 396 0 0,-7 52-347 0 0,11-187 785 0 0,6-67-509 0 0,-15 231-326 0 0,10-90-138 0 0,-4-127 0 0 0,-9 239 45 0 0,-2-31-259 0 0,2 38 287 0 0,-1 1 1 0 0,1 0-1 0 0,-1 0 1 0 0,1 0-1 0 0,-1 0 1 0 0,1 0-1 0 0,-1 0 1 0 0,0 0 0 0 0,0 0-1 0 0,0 0 1 0 0,0 0-1 0 0,-1 1 1 0 0,1-1-1 0 0,-3-2 1 0 0,-10 0-348 0 0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0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 11058 0 0,'-4'-5'1263'0'0,"11"8"-103"0"0,10 9 606 0 0,-12-4-1335 0 0,1 0-1 0 0,-1 0 1 0 0,0 1 0 0 0,0-1-1 0 0,-1 1 1 0 0,-1 1-1 0 0,1-1 1 0 0,-1 0 0 0 0,2 17-1 0 0,1 12 317 0 0,1 45 0 0 0,-3-33-575 0 0,4 22-863 0 0,18 84 1 0 0,-20-131-496 0 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0,'35'9'2320'0'0,"35"5"1398"0"0,49 12-154 0 0,-102-21-3010 0 0,0 1-1 0 0,0 0 1 0 0,0 1-1 0 0,23 14 1 0 0,-36-18-526 0 0,0-1 1 0 0,0 1 0 0 0,-1 0-1 0 0,1 0 1 0 0,-1 1-1 0 0,0-1 1 0 0,0 1 0 0 0,0-1-1 0 0,0 1 1 0 0,0 0-1 0 0,-1 0 1 0 0,0 0-1 0 0,0 1 1 0 0,0-1 0 0 0,2 7-1 0 0,-2-4 25 0 0,-1 0 0 0 0,0 0 0 0 0,-1 0 0 0 0,1 0 0 0 0,-1 1 0 0 0,-1-1 1 0 0,1 0-1 0 0,-1 0 0 0 0,-2 9 0 0 0,-5 9 71 0 0,-1 0 0 0 0,-1 0 1 0 0,0-1-1 0 0,-20 30 0 0 0,11-23-1152 0 0,-1-2 0 0 0,-2 0 0 0 0,0 0 0 0 0,-2-2-1 0 0,-46 39 1 0 0,53-50-5293 0 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6.7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29 2761 0 0,'-3'-5'120'0'0,"2"0"32"0"0,0 3-152 0 0,-1-2 0 0 0,2 2 0 0 0,0 1 0 0 0,2-1 0 0 0,-2 1-88 0 0,1-2 16 0 0,0 1 0 0 0,1 0 72 0 0,-1 2 0 0 0,2 3 0 0 0,-2 0 0 0 0,-1-1 0 0 0,0 4 0 0 0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189 1 3225 0 0,'-10'8'10625'0'0,"-8"2"-7787"0"0,-6 5-2624 0 0,-12 11 419 0 0,23-18-478 0 0,1 1 0 0 0,1 0 0 0 0,-1 0 0 0 0,1 1 0 0 0,1 0 0 0 0,-18 23 0 0 0,27-32-155 0 0,1-1 1 0 0,0 1-1 0 0,-1-1 1 0 0,1 1-1 0 0,0-1 1 0 0,-1 1-1 0 0,1 0 0 0 0,0-1 1 0 0,0 1-1 0 0,0-1 1 0 0,-1 1-1 0 0,1 0 1 0 0,0-1-1 0 0,0 1 0 0 0,0 0 1 0 0,0-1-1 0 0,0 1 1 0 0,0 0-1 0 0,0-1 1 0 0,0 1-1 0 0,1 0 0 0 0,-1-1 1 0 0,0 1-1 0 0,0 0 1 0 0,0-1-1 0 0,1 1 1 0 0,-1-1-1 0 0,1 2 0 0 0,0-1 3 0 0,0 0-1 0 0,0 0 0 0 0,1 0 0 0 0,-1-1 1 0 0,0 1-1 0 0,1 0 0 0 0,-1-1 0 0 0,0 1 1 0 0,1-1-1 0 0,-1 1 0 0 0,0-1 1 0 0,3 1-1 0 0,43 1 69 0 0,-45-2-67 0 0,51-4-154 0 0,-25 2-71 0 0,-1 0 0 0 0,1 2 0 0 0,31 3 0 0 0,-53-3 175 0 0,0 1 1 0 0,0 0-1 0 0,0 0 1 0 0,-1 1-1 0 0,1 0 1 0 0,0 0-1 0 0,-1 0 1 0 0,1 1-1 0 0,-1 0 1 0 0,1 0-1 0 0,-1 0 1 0 0,0 0-1 0 0,-1 1 1 0 0,1 0-1 0 0,-1 0 1 0 0,1 0-1 0 0,-1 1 1 0 0,0-1-1 0 0,5 10 1 0 0,-7-10 44 0 0,0-1 0 0 0,0 2 0 0 0,0-1 0 0 0,-1 0 0 0 0,1 0 1 0 0,-1 0-1 0 0,0 1 0 0 0,-1-1 0 0 0,1 0 0 0 0,-1 1 0 0 0,1-1 0 0 0,-1 1 0 0 0,-1-1 0 0 0,1 0 1 0 0,-1 1-1 0 0,-1 7 0 0 0,-1-5 143 0 0,1-1 0 0 0,-1 1 0 0 0,-1-1 0 0 0,1 1 0 0 0,-1-1 0 0 0,0 0-1 0 0,0-1 1 0 0,-1 1 0 0 0,-8 8 0 0 0,2-4 210 0 0,-1 0 0 0 0,0-1 0 0 0,-1 0 0 0 0,0-1 0 0 0,0-1 0 0 0,0 0 0 0 0,-1-1 0 0 0,0 0 0 0 0,-19 5 0 0 0,23-9-284 0 0,1 0 1 0 0,-1 0 0 0 0,0-1-1 0 0,1-1 1 0 0,-15 0 0 0 0,-6-5-6133 0 0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13363 0 0,'4'0'305'0'0,"0"1"-1"0"0,0-1 1 0 0,-1 1-1 0 0,1-1 1 0 0,0 0 0 0 0,0-1-1 0 0,0 1 1 0 0,6-2 0 0 0,16-3 386 0 0,-1-2 0 0 0,1 0 1 0 0,25-12-1 0 0,2-5-1939 0 0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7.6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14283 0 0,'3'-2'246'0'0,"1"0"1"0"0,0 0-1 0 0,0 1 1 0 0,0 0-1 0 0,0-1 1 0 0,0 1-1 0 0,0 0 0 0 0,0 1 1 0 0,6-1-1 0 0,9-3 304 0 0,15-5 1791 0 0,43-19-1 0 0,-31 7-8440 0 0,-24 10-712 0 0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0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34 588 7834 0 0,'-23'-1'531'0'0,"22"1"-376"0"0,1 0-1 0 0,-1 0 0 0 0,1 0 0 0 0,-1 0 0 0 0,1 0 0 0 0,-1 1 1 0 0,1-1-1 0 0,-1 0 0 0 0,1 0 0 0 0,0 0 0 0 0,-1 1 0 0 0,1-1 1 0 0,-1 0-1 0 0,1 1 0 0 0,0-1 0 0 0,-1 0 0 0 0,1 1 1 0 0,0-1-1 0 0,-1 1 0 0 0,1-1 0 0 0,0 0 0 0 0,-1 1 0 0 0,1 0 1 0 0,0 1 216 0 0,0 0 0 0 0,0 0 1 0 0,0 0-1 0 0,1 0 0 0 0,-1 0 1 0 0,0 0-1 0 0,1 0 0 0 0,0-1 0 0 0,-1 1 1 0 0,1 0-1 0 0,0 0 0 0 0,0 0 1 0 0,0-1-1 0 0,0 1 0 0 0,0 0 1 0 0,1-1-1 0 0,1 3 0 0 0,18 20 1279 0 0,32 30 0 0 0,14 18-1125 0 0,-6 9-418 0 0,28 34-101 0 0,-78-103-7 0 0,0 0 1 0 0,1-1 0 0 0,1 0 0 0 0,0-1-1 0 0,1 0 1 0 0,22 12 0 0 0,-14-16 52 0 0,-21-6-41 0 0,-1 0 0 0 0,1 0 0 0 0,0 0 0 0 0,-1-1-1 0 0,1 1 1 0 0,-1 0 0 0 0,0 0 0 0 0,1 0 0 0 0,-1-1 0 0 0,1 1 0 0 0,-1 0 0 0 0,1 0 0 0 0,-1-1-1 0 0,0 1 1 0 0,1-1 0 0 0,-1 1 0 0 0,1 0 0 0 0,-1-1 0 0 0,0 1 0 0 0,1-1 0 0 0,-1 1 0 0 0,0 0 0 0 0,0-1-1 0 0,1 0 1 0 0,0-3 58 0 0,-1 0-1 0 0,1 0 0 0 0,-1 0 1 0 0,0 0-1 0 0,0 0 0 0 0,0 0 1 0 0,-2-7-1 0 0,1-3-59 0 0,-3-65 307 0 0,4 0 0 0 0,11-84 0 0 0,34-158-346 0 0,-17 139-237 0 0,-9 23-1356 0 0,-16 135 683 0 0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3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88 10138 0 0,'0'0'464'0'0,"19"8"3696"0"0,-9-8-3379 0 0,0 0 1 0 0,-1 0 0 0 0,1-1-1 0 0,11-3 1 0 0,71-24 920 0 0,-39 11-1072 0 0,0-2-199 0 0,2 0-644 0 0,-19 11-2723 0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48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0,'9'10'925'0'0,"0"0"-1"0"0,0 1 1 0 0,-1 0-1 0 0,0 0 1 0 0,-1 1 0 0 0,0 0-1 0 0,-1 0 1 0 0,-1 0 0 0 0,7 20-1 0 0,-7-14-1042 0 0,-2 1 0 0 0,1-1-1 0 0,-2 1 1 0 0,-1-1-1 0 0,0 1 1 0 0,-3 24 0 0 0,0-12-7644 0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1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1016 13827 0 0,'5'-1'180'0'0,"0"-1"0"0"0,0 1-1 0 0,0 0 1 0 0,0 0 0 0 0,0 1 0 0 0,0-1 0 0 0,10 1 0 0 0,10-1-240 0 0,404-70-658 0 0,-117 17 632 0 0,139-4-545 0 0,101 0-377 0 0,-319 35 737 0 0,169-12 438 0 0,2570-233 1601 0 0,-2215 171-1705 0 0,131-16 562 0 0,-638 85-324 0 0,778-80 867 0 0,1 37 1100 0 0,-359 57-770 0 0,-173 6-817 0 0,-446 6-671 0 0,256 3 33 0 0,-302-1-22 0 0,0 0-1 0 0,0 1 1 0 0,0 0-1 0 0,0 0 0 0 0,1 0 1 0 0,-1 0-1 0 0,-1 1 0 0 0,1 0 1 0 0,0 0-1 0 0,0 0 0 0 0,-1 0 1 0 0,1 1-1 0 0,-1 0 0 0 0,0 0 1 0 0,0 0-1 0 0,0 0 0 0 0,0 1 1 0 0,0 0-1 0 0,-1-1 0 0 0,0 1 1 0 0,1 1-1 0 0,-2-1 0 0 0,1 0 1 0 0,0 1-1 0 0,-1-1 0 0 0,0 1 1 0 0,3 8-1 0 0,25 70 182 0 0,35 156 0 0 0,-39-132-143 0 0,243 880-59 0 0,-140-470-67 0 0,-117-453 28 0 0,4 80 0 0 0,-15-121 39 0 0,0 0 0 0 0,-2 0 0 0 0,-1 0 0 0 0,-1 0 1 0 0,0 0-1 0 0,-2-1 0 0 0,-8 24 0 0 0,8-34 23 0 0,0 0 1 0 0,-1-1 0 0 0,0 1-1 0 0,-1-1 1 0 0,0-1 0 0 0,-1 0-1 0 0,0 0 1 0 0,-1 0 0 0 0,0-1-1 0 0,0 0 1 0 0,-1-1 0 0 0,0 0-1 0 0,-1 0 1 0 0,0-1 0 0 0,0-1-1 0 0,0 0 1 0 0,-1 0 0 0 0,-17 5-1 0 0,-16 3 115 0 0,-2-2-1 0 0,1-1 1 0 0,-78 5-1 0 0,81-11-120 0 0,-155 21-17 0 0,-377 43 0 0 0,-5-32 0 0 0,-31-28-252 0 0,-501 12-440 0 0,-402 9 365 0 0,862-22-383 0 0,243-2-146 0 0,-86 8 160 0 0,48 3 457 0 0,243-8 186 0 0,-266 15 84 0 0,-105 4 29 0 0,514-26-78 0 0,-375 8 1415 0 0,-57-7-504 0 0,148 14-851 0 0,135-2-30 0 0,82-3 446 0 0,89-6-798 0 0,0-2 0 0 0,0-2-1 0 0,-75-5 1 0 0,94 1-7055 0 0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21:14:50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0,'53'-125'2979'0'0,"-53"125"-2947"0"0,0 0-1 0 0,1 0 1 0 0,-1 0 0 0 0,0 0-1 0 0,0 0 1 0 0,0 0 0 0 0,0 0-1 0 0,0 0 1 0 0,0 0 0 0 0,0 0-1 0 0,0 0 1 0 0,0 0 0 0 0,1 0-1 0 0,-1 0 1 0 0,0 0 0 0 0,0 0 0 0 0,0 0-1 0 0,0 0 1 0 0,0 0 0 0 0,0 0-1 0 0,0 0 1 0 0,0 0 0 0 0,1 1 380 0 0,-1-1-381 0 0,0 0 1 0 0,0 0 0 0 0,0 0-1 0 0,1 0 1 0 0,-1 0 0 0 0,0 0-1 0 0,0 0 1 0 0,0 1 0 0 0,0-1-1 0 0,0 0 1 0 0,0 0 0 0 0,0 0-1 0 0,0 0 1 0 0,0 0 0 0 0,0 0-1 0 0,0 0 1 0 0,0 0 0 0 0,0 0-1 0 0,0 1 1 0 0,4 12 837 0 0,1 15-599 0 0,14 176 767 0 0,15 127 646 0 0,55 202-775 0 0,-24-155-465 0 0,0-59 900 0 0,-33-178 81 0 0,23 223 0 0 0,-53-299-638 0 0,-2-56-786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AD95CC-F24A-39A9-6F11-DF6049DE1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20159-174F-4164-27DD-1272BDA61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.png"/><Relationship Id="rId21" Type="http://schemas.openxmlformats.org/officeDocument/2006/relationships/image" Target="../media/image36.png"/><Relationship Id="rId42" Type="http://schemas.openxmlformats.org/officeDocument/2006/relationships/customXml" Target="../ink/ink46.xml"/><Relationship Id="rId63" Type="http://schemas.openxmlformats.org/officeDocument/2006/relationships/image" Target="../media/image57.png"/><Relationship Id="rId84" Type="http://schemas.openxmlformats.org/officeDocument/2006/relationships/customXml" Target="../ink/ink67.xml"/><Relationship Id="rId138" Type="http://schemas.openxmlformats.org/officeDocument/2006/relationships/customXml" Target="../ink/ink94.xml"/><Relationship Id="rId107" Type="http://schemas.openxmlformats.org/officeDocument/2006/relationships/image" Target="../media/image79.png"/><Relationship Id="rId11" Type="http://schemas.openxmlformats.org/officeDocument/2006/relationships/image" Target="../media/image31.png"/><Relationship Id="rId32" Type="http://schemas.openxmlformats.org/officeDocument/2006/relationships/customXml" Target="../ink/ink41.xml"/><Relationship Id="rId37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customXml" Target="../ink/ink54.xml"/><Relationship Id="rId74" Type="http://schemas.openxmlformats.org/officeDocument/2006/relationships/customXml" Target="../ink/ink62.xml"/><Relationship Id="rId79" Type="http://schemas.openxmlformats.org/officeDocument/2006/relationships/image" Target="../media/image65.png"/><Relationship Id="rId102" Type="http://schemas.openxmlformats.org/officeDocument/2006/relationships/customXml" Target="../ink/ink76.xml"/><Relationship Id="rId123" Type="http://schemas.openxmlformats.org/officeDocument/2006/relationships/image" Target="../media/image87.png"/><Relationship Id="rId128" Type="http://schemas.openxmlformats.org/officeDocument/2006/relationships/customXml" Target="../ink/ink89.xml"/><Relationship Id="rId5" Type="http://schemas.openxmlformats.org/officeDocument/2006/relationships/image" Target="../media/image28.png"/><Relationship Id="rId90" Type="http://schemas.openxmlformats.org/officeDocument/2006/relationships/customXml" Target="../ink/ink70.xml"/><Relationship Id="rId95" Type="http://schemas.openxmlformats.org/officeDocument/2006/relationships/image" Target="../media/image73.png"/><Relationship Id="rId22" Type="http://schemas.openxmlformats.org/officeDocument/2006/relationships/customXml" Target="../ink/ink36.xml"/><Relationship Id="rId27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customXml" Target="../ink/ink49.xml"/><Relationship Id="rId64" Type="http://schemas.openxmlformats.org/officeDocument/2006/relationships/customXml" Target="../ink/ink57.xml"/><Relationship Id="rId69" Type="http://schemas.openxmlformats.org/officeDocument/2006/relationships/image" Target="../media/image60.png"/><Relationship Id="rId113" Type="http://schemas.openxmlformats.org/officeDocument/2006/relationships/image" Target="../media/image82.png"/><Relationship Id="rId118" Type="http://schemas.openxmlformats.org/officeDocument/2006/relationships/customXml" Target="../ink/ink84.xml"/><Relationship Id="rId134" Type="http://schemas.openxmlformats.org/officeDocument/2006/relationships/customXml" Target="../ink/ink92.xml"/><Relationship Id="rId139" Type="http://schemas.openxmlformats.org/officeDocument/2006/relationships/image" Target="../media/image95.png"/><Relationship Id="rId80" Type="http://schemas.openxmlformats.org/officeDocument/2006/relationships/customXml" Target="../ink/ink65.xml"/><Relationship Id="rId85" Type="http://schemas.openxmlformats.org/officeDocument/2006/relationships/image" Target="../media/image68.png"/><Relationship Id="rId12" Type="http://schemas.openxmlformats.org/officeDocument/2006/relationships/customXml" Target="../ink/ink31.xml"/><Relationship Id="rId17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customXml" Target="../ink/ink44.xml"/><Relationship Id="rId59" Type="http://schemas.openxmlformats.org/officeDocument/2006/relationships/image" Target="../media/image55.png"/><Relationship Id="rId103" Type="http://schemas.openxmlformats.org/officeDocument/2006/relationships/image" Target="../media/image77.png"/><Relationship Id="rId108" Type="http://schemas.openxmlformats.org/officeDocument/2006/relationships/customXml" Target="../ink/ink79.xml"/><Relationship Id="rId124" Type="http://schemas.openxmlformats.org/officeDocument/2006/relationships/customXml" Target="../ink/ink87.xml"/><Relationship Id="rId129" Type="http://schemas.openxmlformats.org/officeDocument/2006/relationships/image" Target="../media/image90.png"/><Relationship Id="rId54" Type="http://schemas.openxmlformats.org/officeDocument/2006/relationships/customXml" Target="../ink/ink52.xml"/><Relationship Id="rId70" Type="http://schemas.openxmlformats.org/officeDocument/2006/relationships/customXml" Target="../ink/ink60.xml"/><Relationship Id="rId75" Type="http://schemas.openxmlformats.org/officeDocument/2006/relationships/image" Target="../media/image63.png"/><Relationship Id="rId91" Type="http://schemas.openxmlformats.org/officeDocument/2006/relationships/image" Target="../media/image71.png"/><Relationship Id="rId96" Type="http://schemas.openxmlformats.org/officeDocument/2006/relationships/customXml" Target="../ink/ink73.xml"/><Relationship Id="rId140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23" Type="http://schemas.openxmlformats.org/officeDocument/2006/relationships/image" Target="../media/image37.png"/><Relationship Id="rId28" Type="http://schemas.openxmlformats.org/officeDocument/2006/relationships/customXml" Target="../ink/ink39.xml"/><Relationship Id="rId49" Type="http://schemas.openxmlformats.org/officeDocument/2006/relationships/image" Target="../media/image50.png"/><Relationship Id="rId114" Type="http://schemas.openxmlformats.org/officeDocument/2006/relationships/customXml" Target="../ink/ink82.xml"/><Relationship Id="rId119" Type="http://schemas.openxmlformats.org/officeDocument/2006/relationships/image" Target="../media/image85.png"/><Relationship Id="rId44" Type="http://schemas.openxmlformats.org/officeDocument/2006/relationships/customXml" Target="../ink/ink47.xml"/><Relationship Id="rId60" Type="http://schemas.openxmlformats.org/officeDocument/2006/relationships/customXml" Target="../ink/ink55.xml"/><Relationship Id="rId65" Type="http://schemas.openxmlformats.org/officeDocument/2006/relationships/image" Target="../media/image58.png"/><Relationship Id="rId81" Type="http://schemas.openxmlformats.org/officeDocument/2006/relationships/image" Target="../media/image66.png"/><Relationship Id="rId86" Type="http://schemas.openxmlformats.org/officeDocument/2006/relationships/customXml" Target="../ink/ink68.xml"/><Relationship Id="rId130" Type="http://schemas.openxmlformats.org/officeDocument/2006/relationships/customXml" Target="../ink/ink90.xml"/><Relationship Id="rId135" Type="http://schemas.openxmlformats.org/officeDocument/2006/relationships/image" Target="../media/image93.png"/><Relationship Id="rId13" Type="http://schemas.openxmlformats.org/officeDocument/2006/relationships/image" Target="../media/image32.png"/><Relationship Id="rId18" Type="http://schemas.openxmlformats.org/officeDocument/2006/relationships/customXml" Target="../ink/ink34.xml"/><Relationship Id="rId39" Type="http://schemas.openxmlformats.org/officeDocument/2006/relationships/image" Target="../media/image45.png"/><Relationship Id="rId109" Type="http://schemas.openxmlformats.org/officeDocument/2006/relationships/image" Target="../media/image80.png"/><Relationship Id="rId34" Type="http://schemas.openxmlformats.org/officeDocument/2006/relationships/customXml" Target="../ink/ink42.xml"/><Relationship Id="rId50" Type="http://schemas.openxmlformats.org/officeDocument/2006/relationships/customXml" Target="../ink/ink50.xml"/><Relationship Id="rId55" Type="http://schemas.openxmlformats.org/officeDocument/2006/relationships/image" Target="../media/image53.png"/><Relationship Id="rId76" Type="http://schemas.openxmlformats.org/officeDocument/2006/relationships/customXml" Target="../ink/ink63.xml"/><Relationship Id="rId97" Type="http://schemas.openxmlformats.org/officeDocument/2006/relationships/image" Target="../media/image74.png"/><Relationship Id="rId104" Type="http://schemas.openxmlformats.org/officeDocument/2006/relationships/customXml" Target="../ink/ink77.xml"/><Relationship Id="rId120" Type="http://schemas.openxmlformats.org/officeDocument/2006/relationships/customXml" Target="../ink/ink85.xml"/><Relationship Id="rId125" Type="http://schemas.openxmlformats.org/officeDocument/2006/relationships/image" Target="../media/image88.png"/><Relationship Id="rId141" Type="http://schemas.openxmlformats.org/officeDocument/2006/relationships/image" Target="../media/image96.png"/><Relationship Id="rId7" Type="http://schemas.openxmlformats.org/officeDocument/2006/relationships/image" Target="../media/image29.png"/><Relationship Id="rId71" Type="http://schemas.openxmlformats.org/officeDocument/2006/relationships/image" Target="../media/image61.png"/><Relationship Id="rId92" Type="http://schemas.openxmlformats.org/officeDocument/2006/relationships/customXml" Target="../ink/ink71.xml"/><Relationship Id="rId2" Type="http://schemas.openxmlformats.org/officeDocument/2006/relationships/customXml" Target="../ink/ink26.xml"/><Relationship Id="rId29" Type="http://schemas.openxmlformats.org/officeDocument/2006/relationships/image" Target="../media/image40.png"/><Relationship Id="rId24" Type="http://schemas.openxmlformats.org/officeDocument/2006/relationships/customXml" Target="../ink/ink37.xml"/><Relationship Id="rId40" Type="http://schemas.openxmlformats.org/officeDocument/2006/relationships/customXml" Target="../ink/ink45.xml"/><Relationship Id="rId45" Type="http://schemas.openxmlformats.org/officeDocument/2006/relationships/image" Target="../media/image48.png"/><Relationship Id="rId66" Type="http://schemas.openxmlformats.org/officeDocument/2006/relationships/customXml" Target="../ink/ink58.xml"/><Relationship Id="rId87" Type="http://schemas.openxmlformats.org/officeDocument/2006/relationships/image" Target="../media/image69.png"/><Relationship Id="rId110" Type="http://schemas.openxmlformats.org/officeDocument/2006/relationships/customXml" Target="../ink/ink80.xml"/><Relationship Id="rId115" Type="http://schemas.openxmlformats.org/officeDocument/2006/relationships/image" Target="../media/image83.png"/><Relationship Id="rId131" Type="http://schemas.openxmlformats.org/officeDocument/2006/relationships/image" Target="../media/image91.png"/><Relationship Id="rId136" Type="http://schemas.openxmlformats.org/officeDocument/2006/relationships/customXml" Target="../ink/ink93.xml"/><Relationship Id="rId61" Type="http://schemas.openxmlformats.org/officeDocument/2006/relationships/image" Target="../media/image56.png"/><Relationship Id="rId82" Type="http://schemas.openxmlformats.org/officeDocument/2006/relationships/customXml" Target="../ink/ink66.xml"/><Relationship Id="rId19" Type="http://schemas.openxmlformats.org/officeDocument/2006/relationships/image" Target="../media/image35.png"/><Relationship Id="rId14" Type="http://schemas.openxmlformats.org/officeDocument/2006/relationships/customXml" Target="../ink/ink32.xml"/><Relationship Id="rId30" Type="http://schemas.openxmlformats.org/officeDocument/2006/relationships/customXml" Target="../ink/ink40.xml"/><Relationship Id="rId35" Type="http://schemas.openxmlformats.org/officeDocument/2006/relationships/image" Target="../media/image43.png"/><Relationship Id="rId56" Type="http://schemas.openxmlformats.org/officeDocument/2006/relationships/customXml" Target="../ink/ink53.xml"/><Relationship Id="rId77" Type="http://schemas.openxmlformats.org/officeDocument/2006/relationships/image" Target="../media/image64.png"/><Relationship Id="rId100" Type="http://schemas.openxmlformats.org/officeDocument/2006/relationships/customXml" Target="../ink/ink75.xml"/><Relationship Id="rId105" Type="http://schemas.openxmlformats.org/officeDocument/2006/relationships/image" Target="../media/image78.png"/><Relationship Id="rId126" Type="http://schemas.openxmlformats.org/officeDocument/2006/relationships/customXml" Target="../ink/ink88.xml"/><Relationship Id="rId8" Type="http://schemas.openxmlformats.org/officeDocument/2006/relationships/customXml" Target="../ink/ink29.xml"/><Relationship Id="rId51" Type="http://schemas.openxmlformats.org/officeDocument/2006/relationships/image" Target="../media/image51.png"/><Relationship Id="rId72" Type="http://schemas.openxmlformats.org/officeDocument/2006/relationships/customXml" Target="../ink/ink61.xml"/><Relationship Id="rId93" Type="http://schemas.openxmlformats.org/officeDocument/2006/relationships/image" Target="../media/image72.png"/><Relationship Id="rId98" Type="http://schemas.openxmlformats.org/officeDocument/2006/relationships/customXml" Target="../ink/ink74.xml"/><Relationship Id="rId121" Type="http://schemas.openxmlformats.org/officeDocument/2006/relationships/image" Target="../media/image86.png"/><Relationship Id="rId142" Type="http://schemas.openxmlformats.org/officeDocument/2006/relationships/customXml" Target="../ink/ink96.xml"/><Relationship Id="rId3" Type="http://schemas.openxmlformats.org/officeDocument/2006/relationships/image" Target="../media/image27.png"/><Relationship Id="rId25" Type="http://schemas.openxmlformats.org/officeDocument/2006/relationships/image" Target="../media/image38.png"/><Relationship Id="rId46" Type="http://schemas.openxmlformats.org/officeDocument/2006/relationships/customXml" Target="../ink/ink48.xml"/><Relationship Id="rId67" Type="http://schemas.openxmlformats.org/officeDocument/2006/relationships/image" Target="../media/image59.png"/><Relationship Id="rId116" Type="http://schemas.openxmlformats.org/officeDocument/2006/relationships/customXml" Target="../ink/ink83.xml"/><Relationship Id="rId137" Type="http://schemas.openxmlformats.org/officeDocument/2006/relationships/image" Target="../media/image94.png"/><Relationship Id="rId20" Type="http://schemas.openxmlformats.org/officeDocument/2006/relationships/customXml" Target="../ink/ink35.xml"/><Relationship Id="rId41" Type="http://schemas.openxmlformats.org/officeDocument/2006/relationships/image" Target="../media/image46.png"/><Relationship Id="rId62" Type="http://schemas.openxmlformats.org/officeDocument/2006/relationships/customXml" Target="../ink/ink56.xml"/><Relationship Id="rId83" Type="http://schemas.openxmlformats.org/officeDocument/2006/relationships/image" Target="../media/image67.png"/><Relationship Id="rId88" Type="http://schemas.openxmlformats.org/officeDocument/2006/relationships/customXml" Target="../ink/ink69.xml"/><Relationship Id="rId111" Type="http://schemas.openxmlformats.org/officeDocument/2006/relationships/image" Target="../media/image81.png"/><Relationship Id="rId132" Type="http://schemas.openxmlformats.org/officeDocument/2006/relationships/customXml" Target="../ink/ink91.xml"/><Relationship Id="rId15" Type="http://schemas.openxmlformats.org/officeDocument/2006/relationships/image" Target="../media/image33.png"/><Relationship Id="rId36" Type="http://schemas.openxmlformats.org/officeDocument/2006/relationships/customXml" Target="../ink/ink43.xml"/><Relationship Id="rId57" Type="http://schemas.openxmlformats.org/officeDocument/2006/relationships/image" Target="../media/image54.png"/><Relationship Id="rId106" Type="http://schemas.openxmlformats.org/officeDocument/2006/relationships/customXml" Target="../ink/ink78.xml"/><Relationship Id="rId127" Type="http://schemas.openxmlformats.org/officeDocument/2006/relationships/image" Target="../media/image89.png"/><Relationship Id="rId10" Type="http://schemas.openxmlformats.org/officeDocument/2006/relationships/customXml" Target="../ink/ink30.xml"/><Relationship Id="rId31" Type="http://schemas.openxmlformats.org/officeDocument/2006/relationships/image" Target="../media/image41.png"/><Relationship Id="rId52" Type="http://schemas.openxmlformats.org/officeDocument/2006/relationships/customXml" Target="../ink/ink51.xml"/><Relationship Id="rId73" Type="http://schemas.openxmlformats.org/officeDocument/2006/relationships/image" Target="../media/image62.png"/><Relationship Id="rId78" Type="http://schemas.openxmlformats.org/officeDocument/2006/relationships/customXml" Target="../ink/ink64.xml"/><Relationship Id="rId94" Type="http://schemas.openxmlformats.org/officeDocument/2006/relationships/customXml" Target="../ink/ink72.xml"/><Relationship Id="rId99" Type="http://schemas.openxmlformats.org/officeDocument/2006/relationships/image" Target="../media/image75.png"/><Relationship Id="rId101" Type="http://schemas.openxmlformats.org/officeDocument/2006/relationships/image" Target="../media/image76.png"/><Relationship Id="rId122" Type="http://schemas.openxmlformats.org/officeDocument/2006/relationships/customXml" Target="../ink/ink86.xml"/><Relationship Id="rId143" Type="http://schemas.openxmlformats.org/officeDocument/2006/relationships/image" Target="../media/image97.png"/><Relationship Id="rId4" Type="http://schemas.openxmlformats.org/officeDocument/2006/relationships/customXml" Target="../ink/ink27.xml"/><Relationship Id="rId9" Type="http://schemas.openxmlformats.org/officeDocument/2006/relationships/image" Target="../media/image30.png"/><Relationship Id="rId26" Type="http://schemas.openxmlformats.org/officeDocument/2006/relationships/customXml" Target="../ink/ink38.xml"/><Relationship Id="rId47" Type="http://schemas.openxmlformats.org/officeDocument/2006/relationships/image" Target="../media/image49.png"/><Relationship Id="rId68" Type="http://schemas.openxmlformats.org/officeDocument/2006/relationships/customXml" Target="../ink/ink59.xml"/><Relationship Id="rId89" Type="http://schemas.openxmlformats.org/officeDocument/2006/relationships/image" Target="../media/image70.png"/><Relationship Id="rId112" Type="http://schemas.openxmlformats.org/officeDocument/2006/relationships/customXml" Target="../ink/ink81.xml"/><Relationship Id="rId133" Type="http://schemas.openxmlformats.org/officeDocument/2006/relationships/image" Target="../media/image92.png"/><Relationship Id="rId16" Type="http://schemas.openxmlformats.org/officeDocument/2006/relationships/customXml" Target="../ink/ink3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6.png"/><Relationship Id="rId21" Type="http://schemas.openxmlformats.org/officeDocument/2006/relationships/image" Target="../media/image108.png"/><Relationship Id="rId42" Type="http://schemas.openxmlformats.org/officeDocument/2006/relationships/customXml" Target="../ink/ink116.xml"/><Relationship Id="rId63" Type="http://schemas.openxmlformats.org/officeDocument/2006/relationships/image" Target="../media/image129.png"/><Relationship Id="rId84" Type="http://schemas.openxmlformats.org/officeDocument/2006/relationships/customXml" Target="../ink/ink137.xml"/><Relationship Id="rId138" Type="http://schemas.openxmlformats.org/officeDocument/2006/relationships/customXml" Target="../ink/ink164.xml"/><Relationship Id="rId107" Type="http://schemas.openxmlformats.org/officeDocument/2006/relationships/image" Target="../media/image151.png"/><Relationship Id="rId11" Type="http://schemas.openxmlformats.org/officeDocument/2006/relationships/image" Target="../media/image103.png"/><Relationship Id="rId32" Type="http://schemas.openxmlformats.org/officeDocument/2006/relationships/customXml" Target="../ink/ink111.xml"/><Relationship Id="rId53" Type="http://schemas.openxmlformats.org/officeDocument/2006/relationships/image" Target="../media/image124.png"/><Relationship Id="rId74" Type="http://schemas.openxmlformats.org/officeDocument/2006/relationships/customXml" Target="../ink/ink132.xml"/><Relationship Id="rId128" Type="http://schemas.openxmlformats.org/officeDocument/2006/relationships/customXml" Target="../ink/ink159.xml"/><Relationship Id="rId5" Type="http://schemas.openxmlformats.org/officeDocument/2006/relationships/image" Target="../media/image100.png"/><Relationship Id="rId90" Type="http://schemas.openxmlformats.org/officeDocument/2006/relationships/customXml" Target="../ink/ink140.xml"/><Relationship Id="rId95" Type="http://schemas.openxmlformats.org/officeDocument/2006/relationships/image" Target="../media/image145.png"/><Relationship Id="rId22" Type="http://schemas.openxmlformats.org/officeDocument/2006/relationships/customXml" Target="../ink/ink106.xml"/><Relationship Id="rId27" Type="http://schemas.openxmlformats.org/officeDocument/2006/relationships/image" Target="../media/image111.png"/><Relationship Id="rId43" Type="http://schemas.openxmlformats.org/officeDocument/2006/relationships/image" Target="../media/image119.png"/><Relationship Id="rId48" Type="http://schemas.openxmlformats.org/officeDocument/2006/relationships/customXml" Target="../ink/ink119.xml"/><Relationship Id="rId64" Type="http://schemas.openxmlformats.org/officeDocument/2006/relationships/customXml" Target="../ink/ink127.xml"/><Relationship Id="rId69" Type="http://schemas.openxmlformats.org/officeDocument/2006/relationships/image" Target="../media/image132.png"/><Relationship Id="rId113" Type="http://schemas.openxmlformats.org/officeDocument/2006/relationships/image" Target="../media/image154.png"/><Relationship Id="rId118" Type="http://schemas.openxmlformats.org/officeDocument/2006/relationships/customXml" Target="../ink/ink154.xml"/><Relationship Id="rId134" Type="http://schemas.openxmlformats.org/officeDocument/2006/relationships/customXml" Target="../ink/ink162.xml"/><Relationship Id="rId139" Type="http://schemas.openxmlformats.org/officeDocument/2006/relationships/image" Target="../media/image167.png"/><Relationship Id="rId80" Type="http://schemas.openxmlformats.org/officeDocument/2006/relationships/customXml" Target="../ink/ink135.xml"/><Relationship Id="rId85" Type="http://schemas.openxmlformats.org/officeDocument/2006/relationships/image" Target="../media/image140.png"/><Relationship Id="rId12" Type="http://schemas.openxmlformats.org/officeDocument/2006/relationships/customXml" Target="../ink/ink101.xml"/><Relationship Id="rId17" Type="http://schemas.openxmlformats.org/officeDocument/2006/relationships/image" Target="../media/image106.png"/><Relationship Id="rId33" Type="http://schemas.openxmlformats.org/officeDocument/2006/relationships/image" Target="../media/image114.png"/><Relationship Id="rId38" Type="http://schemas.openxmlformats.org/officeDocument/2006/relationships/customXml" Target="../ink/ink114.xml"/><Relationship Id="rId59" Type="http://schemas.openxmlformats.org/officeDocument/2006/relationships/image" Target="../media/image127.png"/><Relationship Id="rId103" Type="http://schemas.openxmlformats.org/officeDocument/2006/relationships/image" Target="../media/image149.png"/><Relationship Id="rId108" Type="http://schemas.openxmlformats.org/officeDocument/2006/relationships/customXml" Target="../ink/ink149.xml"/><Relationship Id="rId124" Type="http://schemas.openxmlformats.org/officeDocument/2006/relationships/customXml" Target="../ink/ink157.xml"/><Relationship Id="rId129" Type="http://schemas.openxmlformats.org/officeDocument/2006/relationships/image" Target="../media/image162.png"/><Relationship Id="rId54" Type="http://schemas.openxmlformats.org/officeDocument/2006/relationships/customXml" Target="../ink/ink122.xml"/><Relationship Id="rId70" Type="http://schemas.openxmlformats.org/officeDocument/2006/relationships/customXml" Target="../ink/ink130.xml"/><Relationship Id="rId75" Type="http://schemas.openxmlformats.org/officeDocument/2006/relationships/image" Target="../media/image135.png"/><Relationship Id="rId91" Type="http://schemas.openxmlformats.org/officeDocument/2006/relationships/image" Target="../media/image143.png"/><Relationship Id="rId96" Type="http://schemas.openxmlformats.org/officeDocument/2006/relationships/customXml" Target="../ink/ink143.xml"/><Relationship Id="rId140" Type="http://schemas.openxmlformats.org/officeDocument/2006/relationships/customXml" Target="../ink/ink165.xml"/><Relationship Id="rId145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.xml"/><Relationship Id="rId23" Type="http://schemas.openxmlformats.org/officeDocument/2006/relationships/image" Target="../media/image109.png"/><Relationship Id="rId28" Type="http://schemas.openxmlformats.org/officeDocument/2006/relationships/customXml" Target="../ink/ink109.xml"/><Relationship Id="rId49" Type="http://schemas.openxmlformats.org/officeDocument/2006/relationships/image" Target="../media/image122.png"/><Relationship Id="rId114" Type="http://schemas.openxmlformats.org/officeDocument/2006/relationships/customXml" Target="../ink/ink152.xml"/><Relationship Id="rId119" Type="http://schemas.openxmlformats.org/officeDocument/2006/relationships/image" Target="../media/image157.png"/><Relationship Id="rId44" Type="http://schemas.openxmlformats.org/officeDocument/2006/relationships/customXml" Target="../ink/ink117.xml"/><Relationship Id="rId60" Type="http://schemas.openxmlformats.org/officeDocument/2006/relationships/customXml" Target="../ink/ink125.xml"/><Relationship Id="rId65" Type="http://schemas.openxmlformats.org/officeDocument/2006/relationships/image" Target="../media/image130.png"/><Relationship Id="rId81" Type="http://schemas.openxmlformats.org/officeDocument/2006/relationships/image" Target="../media/image138.png"/><Relationship Id="rId86" Type="http://schemas.openxmlformats.org/officeDocument/2006/relationships/customXml" Target="../ink/ink138.xml"/><Relationship Id="rId130" Type="http://schemas.openxmlformats.org/officeDocument/2006/relationships/customXml" Target="../ink/ink160.xml"/><Relationship Id="rId135" Type="http://schemas.openxmlformats.org/officeDocument/2006/relationships/image" Target="../media/image165.png"/><Relationship Id="rId13" Type="http://schemas.openxmlformats.org/officeDocument/2006/relationships/image" Target="../media/image104.png"/><Relationship Id="rId18" Type="http://schemas.openxmlformats.org/officeDocument/2006/relationships/customXml" Target="../ink/ink104.xml"/><Relationship Id="rId39" Type="http://schemas.openxmlformats.org/officeDocument/2006/relationships/image" Target="../media/image117.png"/><Relationship Id="rId109" Type="http://schemas.openxmlformats.org/officeDocument/2006/relationships/image" Target="../media/image152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125.png"/><Relationship Id="rId76" Type="http://schemas.openxmlformats.org/officeDocument/2006/relationships/customXml" Target="../ink/ink133.xml"/><Relationship Id="rId97" Type="http://schemas.openxmlformats.org/officeDocument/2006/relationships/image" Target="../media/image146.png"/><Relationship Id="rId104" Type="http://schemas.openxmlformats.org/officeDocument/2006/relationships/customXml" Target="../ink/ink147.xml"/><Relationship Id="rId120" Type="http://schemas.openxmlformats.org/officeDocument/2006/relationships/customXml" Target="../ink/ink155.xml"/><Relationship Id="rId125" Type="http://schemas.openxmlformats.org/officeDocument/2006/relationships/image" Target="../media/image160.png"/><Relationship Id="rId141" Type="http://schemas.openxmlformats.org/officeDocument/2006/relationships/image" Target="../media/image168.png"/><Relationship Id="rId7" Type="http://schemas.openxmlformats.org/officeDocument/2006/relationships/image" Target="../media/image101.png"/><Relationship Id="rId71" Type="http://schemas.openxmlformats.org/officeDocument/2006/relationships/image" Target="../media/image133.png"/><Relationship Id="rId92" Type="http://schemas.openxmlformats.org/officeDocument/2006/relationships/customXml" Target="../ink/ink141.xml"/><Relationship Id="rId2" Type="http://schemas.openxmlformats.org/officeDocument/2006/relationships/image" Target="../media/image98.png"/><Relationship Id="rId29" Type="http://schemas.openxmlformats.org/officeDocument/2006/relationships/image" Target="../media/image112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120.png"/><Relationship Id="rId66" Type="http://schemas.openxmlformats.org/officeDocument/2006/relationships/customXml" Target="../ink/ink128.xml"/><Relationship Id="rId87" Type="http://schemas.openxmlformats.org/officeDocument/2006/relationships/image" Target="../media/image141.png"/><Relationship Id="rId110" Type="http://schemas.openxmlformats.org/officeDocument/2006/relationships/customXml" Target="../ink/ink150.xml"/><Relationship Id="rId115" Type="http://schemas.openxmlformats.org/officeDocument/2006/relationships/image" Target="../media/image155.png"/><Relationship Id="rId131" Type="http://schemas.openxmlformats.org/officeDocument/2006/relationships/image" Target="../media/image163.png"/><Relationship Id="rId136" Type="http://schemas.openxmlformats.org/officeDocument/2006/relationships/customXml" Target="../ink/ink163.xml"/><Relationship Id="rId61" Type="http://schemas.openxmlformats.org/officeDocument/2006/relationships/image" Target="../media/image128.png"/><Relationship Id="rId82" Type="http://schemas.openxmlformats.org/officeDocument/2006/relationships/customXml" Target="../ink/ink136.xml"/><Relationship Id="rId19" Type="http://schemas.openxmlformats.org/officeDocument/2006/relationships/image" Target="../media/image107.png"/><Relationship Id="rId14" Type="http://schemas.openxmlformats.org/officeDocument/2006/relationships/customXml" Target="../ink/ink102.xml"/><Relationship Id="rId30" Type="http://schemas.openxmlformats.org/officeDocument/2006/relationships/customXml" Target="../ink/ink110.xml"/><Relationship Id="rId35" Type="http://schemas.openxmlformats.org/officeDocument/2006/relationships/image" Target="../media/image115.png"/><Relationship Id="rId56" Type="http://schemas.openxmlformats.org/officeDocument/2006/relationships/customXml" Target="../ink/ink123.xml"/><Relationship Id="rId77" Type="http://schemas.openxmlformats.org/officeDocument/2006/relationships/image" Target="../media/image136.png"/><Relationship Id="rId100" Type="http://schemas.openxmlformats.org/officeDocument/2006/relationships/customXml" Target="../ink/ink145.xml"/><Relationship Id="rId105" Type="http://schemas.openxmlformats.org/officeDocument/2006/relationships/image" Target="../media/image150.png"/><Relationship Id="rId126" Type="http://schemas.openxmlformats.org/officeDocument/2006/relationships/customXml" Target="../ink/ink158.xml"/><Relationship Id="rId8" Type="http://schemas.openxmlformats.org/officeDocument/2006/relationships/customXml" Target="../ink/ink99.xml"/><Relationship Id="rId51" Type="http://schemas.openxmlformats.org/officeDocument/2006/relationships/image" Target="../media/image123.png"/><Relationship Id="rId72" Type="http://schemas.openxmlformats.org/officeDocument/2006/relationships/customXml" Target="../ink/ink131.xml"/><Relationship Id="rId93" Type="http://schemas.openxmlformats.org/officeDocument/2006/relationships/image" Target="../media/image144.png"/><Relationship Id="rId98" Type="http://schemas.openxmlformats.org/officeDocument/2006/relationships/customXml" Target="../ink/ink144.xml"/><Relationship Id="rId121" Type="http://schemas.openxmlformats.org/officeDocument/2006/relationships/image" Target="../media/image158.png"/><Relationship Id="rId142" Type="http://schemas.openxmlformats.org/officeDocument/2006/relationships/customXml" Target="../ink/ink166.xml"/><Relationship Id="rId3" Type="http://schemas.openxmlformats.org/officeDocument/2006/relationships/image" Target="../media/image99.png"/><Relationship Id="rId25" Type="http://schemas.openxmlformats.org/officeDocument/2006/relationships/image" Target="../media/image110.png"/><Relationship Id="rId46" Type="http://schemas.openxmlformats.org/officeDocument/2006/relationships/customXml" Target="../ink/ink118.xml"/><Relationship Id="rId67" Type="http://schemas.openxmlformats.org/officeDocument/2006/relationships/image" Target="../media/image131.png"/><Relationship Id="rId116" Type="http://schemas.openxmlformats.org/officeDocument/2006/relationships/customXml" Target="../ink/ink153.xml"/><Relationship Id="rId137" Type="http://schemas.openxmlformats.org/officeDocument/2006/relationships/image" Target="../media/image166.png"/><Relationship Id="rId20" Type="http://schemas.openxmlformats.org/officeDocument/2006/relationships/customXml" Target="../ink/ink105.xml"/><Relationship Id="rId41" Type="http://schemas.openxmlformats.org/officeDocument/2006/relationships/image" Target="../media/image118.png"/><Relationship Id="rId62" Type="http://schemas.openxmlformats.org/officeDocument/2006/relationships/customXml" Target="../ink/ink126.xml"/><Relationship Id="rId83" Type="http://schemas.openxmlformats.org/officeDocument/2006/relationships/image" Target="../media/image139.png"/><Relationship Id="rId88" Type="http://schemas.openxmlformats.org/officeDocument/2006/relationships/customXml" Target="../ink/ink139.xml"/><Relationship Id="rId111" Type="http://schemas.openxmlformats.org/officeDocument/2006/relationships/image" Target="../media/image153.png"/><Relationship Id="rId132" Type="http://schemas.openxmlformats.org/officeDocument/2006/relationships/customXml" Target="../ink/ink161.xml"/><Relationship Id="rId15" Type="http://schemas.openxmlformats.org/officeDocument/2006/relationships/image" Target="../media/image105.png"/><Relationship Id="rId36" Type="http://schemas.openxmlformats.org/officeDocument/2006/relationships/customXml" Target="../ink/ink113.xml"/><Relationship Id="rId57" Type="http://schemas.openxmlformats.org/officeDocument/2006/relationships/image" Target="../media/image126.png"/><Relationship Id="rId106" Type="http://schemas.openxmlformats.org/officeDocument/2006/relationships/customXml" Target="../ink/ink148.xml"/><Relationship Id="rId127" Type="http://schemas.openxmlformats.org/officeDocument/2006/relationships/image" Target="../media/image161.png"/><Relationship Id="rId10" Type="http://schemas.openxmlformats.org/officeDocument/2006/relationships/customXml" Target="../ink/ink100.xml"/><Relationship Id="rId31" Type="http://schemas.openxmlformats.org/officeDocument/2006/relationships/image" Target="../media/image113.png"/><Relationship Id="rId52" Type="http://schemas.openxmlformats.org/officeDocument/2006/relationships/customXml" Target="../ink/ink121.xml"/><Relationship Id="rId73" Type="http://schemas.openxmlformats.org/officeDocument/2006/relationships/image" Target="../media/image134.png"/><Relationship Id="rId78" Type="http://schemas.openxmlformats.org/officeDocument/2006/relationships/customXml" Target="../ink/ink134.xml"/><Relationship Id="rId94" Type="http://schemas.openxmlformats.org/officeDocument/2006/relationships/customXml" Target="../ink/ink142.xml"/><Relationship Id="rId99" Type="http://schemas.openxmlformats.org/officeDocument/2006/relationships/image" Target="../media/image147.png"/><Relationship Id="rId101" Type="http://schemas.openxmlformats.org/officeDocument/2006/relationships/image" Target="../media/image148.png"/><Relationship Id="rId122" Type="http://schemas.openxmlformats.org/officeDocument/2006/relationships/customXml" Target="../ink/ink156.xml"/><Relationship Id="rId143" Type="http://schemas.openxmlformats.org/officeDocument/2006/relationships/image" Target="../media/image169.png"/><Relationship Id="rId4" Type="http://schemas.openxmlformats.org/officeDocument/2006/relationships/customXml" Target="../ink/ink97.xml"/><Relationship Id="rId9" Type="http://schemas.openxmlformats.org/officeDocument/2006/relationships/image" Target="../media/image102.png"/><Relationship Id="rId26" Type="http://schemas.openxmlformats.org/officeDocument/2006/relationships/customXml" Target="../ink/ink108.xml"/><Relationship Id="rId47" Type="http://schemas.openxmlformats.org/officeDocument/2006/relationships/image" Target="../media/image121.png"/><Relationship Id="rId68" Type="http://schemas.openxmlformats.org/officeDocument/2006/relationships/customXml" Target="../ink/ink129.xml"/><Relationship Id="rId89" Type="http://schemas.openxmlformats.org/officeDocument/2006/relationships/image" Target="../media/image142.png"/><Relationship Id="rId112" Type="http://schemas.openxmlformats.org/officeDocument/2006/relationships/customXml" Target="../ink/ink151.xml"/><Relationship Id="rId133" Type="http://schemas.openxmlformats.org/officeDocument/2006/relationships/image" Target="../media/image164.png"/><Relationship Id="rId16" Type="http://schemas.openxmlformats.org/officeDocument/2006/relationships/customXml" Target="../ink/ink103.xml"/><Relationship Id="rId37" Type="http://schemas.openxmlformats.org/officeDocument/2006/relationships/image" Target="../media/image116.png"/><Relationship Id="rId58" Type="http://schemas.openxmlformats.org/officeDocument/2006/relationships/customXml" Target="../ink/ink124.xml"/><Relationship Id="rId79" Type="http://schemas.openxmlformats.org/officeDocument/2006/relationships/image" Target="../media/image137.png"/><Relationship Id="rId102" Type="http://schemas.openxmlformats.org/officeDocument/2006/relationships/customXml" Target="../ink/ink146.xml"/><Relationship Id="rId123" Type="http://schemas.openxmlformats.org/officeDocument/2006/relationships/image" Target="../media/image159.png"/><Relationship Id="rId144" Type="http://schemas.openxmlformats.org/officeDocument/2006/relationships/customXml" Target="../ink/ink16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.png"/><Relationship Id="rId21" Type="http://schemas.openxmlformats.org/officeDocument/2006/relationships/image" Target="../media/image180.png"/><Relationship Id="rId42" Type="http://schemas.openxmlformats.org/officeDocument/2006/relationships/customXml" Target="../ink/ink188.xml"/><Relationship Id="rId63" Type="http://schemas.openxmlformats.org/officeDocument/2006/relationships/image" Target="../media/image201.png"/><Relationship Id="rId84" Type="http://schemas.openxmlformats.org/officeDocument/2006/relationships/customXml" Target="../ink/ink209.xml"/><Relationship Id="rId138" Type="http://schemas.openxmlformats.org/officeDocument/2006/relationships/customXml" Target="../ink/ink236.xml"/><Relationship Id="rId159" Type="http://schemas.openxmlformats.org/officeDocument/2006/relationships/image" Target="../media/image249.png"/><Relationship Id="rId170" Type="http://schemas.openxmlformats.org/officeDocument/2006/relationships/customXml" Target="../ink/ink252.xml"/><Relationship Id="rId191" Type="http://schemas.openxmlformats.org/officeDocument/2006/relationships/image" Target="../media/image265.png"/><Relationship Id="rId205" Type="http://schemas.openxmlformats.org/officeDocument/2006/relationships/image" Target="../media/image272.png"/><Relationship Id="rId226" Type="http://schemas.openxmlformats.org/officeDocument/2006/relationships/customXml" Target="../ink/ink280.xml"/><Relationship Id="rId247" Type="http://schemas.openxmlformats.org/officeDocument/2006/relationships/image" Target="../media/image293.png"/><Relationship Id="rId107" Type="http://schemas.openxmlformats.org/officeDocument/2006/relationships/image" Target="../media/image223.png"/><Relationship Id="rId11" Type="http://schemas.openxmlformats.org/officeDocument/2006/relationships/image" Target="../media/image175.png"/><Relationship Id="rId32" Type="http://schemas.openxmlformats.org/officeDocument/2006/relationships/customXml" Target="../ink/ink183.xml"/><Relationship Id="rId53" Type="http://schemas.openxmlformats.org/officeDocument/2006/relationships/image" Target="../media/image196.png"/><Relationship Id="rId74" Type="http://schemas.openxmlformats.org/officeDocument/2006/relationships/customXml" Target="../ink/ink204.xml"/><Relationship Id="rId128" Type="http://schemas.openxmlformats.org/officeDocument/2006/relationships/customXml" Target="../ink/ink231.xml"/><Relationship Id="rId149" Type="http://schemas.openxmlformats.org/officeDocument/2006/relationships/image" Target="../media/image244.png"/><Relationship Id="rId5" Type="http://schemas.openxmlformats.org/officeDocument/2006/relationships/image" Target="../media/image172.png"/><Relationship Id="rId95" Type="http://schemas.openxmlformats.org/officeDocument/2006/relationships/image" Target="../media/image217.png"/><Relationship Id="rId160" Type="http://schemas.openxmlformats.org/officeDocument/2006/relationships/customXml" Target="../ink/ink247.xml"/><Relationship Id="rId181" Type="http://schemas.openxmlformats.org/officeDocument/2006/relationships/image" Target="../media/image260.png"/><Relationship Id="rId216" Type="http://schemas.openxmlformats.org/officeDocument/2006/relationships/customXml" Target="../ink/ink275.xml"/><Relationship Id="rId237" Type="http://schemas.openxmlformats.org/officeDocument/2006/relationships/image" Target="../media/image288.png"/><Relationship Id="rId258" Type="http://schemas.openxmlformats.org/officeDocument/2006/relationships/customXml" Target="../ink/ink296.xml"/><Relationship Id="rId22" Type="http://schemas.openxmlformats.org/officeDocument/2006/relationships/customXml" Target="../ink/ink178.xml"/><Relationship Id="rId43" Type="http://schemas.openxmlformats.org/officeDocument/2006/relationships/image" Target="../media/image191.png"/><Relationship Id="rId64" Type="http://schemas.openxmlformats.org/officeDocument/2006/relationships/customXml" Target="../ink/ink199.xml"/><Relationship Id="rId118" Type="http://schemas.openxmlformats.org/officeDocument/2006/relationships/customXml" Target="../ink/ink226.xml"/><Relationship Id="rId139" Type="http://schemas.openxmlformats.org/officeDocument/2006/relationships/image" Target="../media/image239.png"/><Relationship Id="rId85" Type="http://schemas.openxmlformats.org/officeDocument/2006/relationships/image" Target="../media/image212.png"/><Relationship Id="rId150" Type="http://schemas.openxmlformats.org/officeDocument/2006/relationships/customXml" Target="../ink/ink242.xml"/><Relationship Id="rId171" Type="http://schemas.openxmlformats.org/officeDocument/2006/relationships/image" Target="../media/image255.png"/><Relationship Id="rId192" Type="http://schemas.openxmlformats.org/officeDocument/2006/relationships/customXml" Target="../ink/ink263.xml"/><Relationship Id="rId206" Type="http://schemas.openxmlformats.org/officeDocument/2006/relationships/customXml" Target="../ink/ink270.xml"/><Relationship Id="rId227" Type="http://schemas.openxmlformats.org/officeDocument/2006/relationships/image" Target="../media/image283.png"/><Relationship Id="rId248" Type="http://schemas.openxmlformats.org/officeDocument/2006/relationships/customXml" Target="../ink/ink291.xml"/><Relationship Id="rId12" Type="http://schemas.openxmlformats.org/officeDocument/2006/relationships/customXml" Target="../ink/ink173.xml"/><Relationship Id="rId33" Type="http://schemas.openxmlformats.org/officeDocument/2006/relationships/image" Target="../media/image186.png"/><Relationship Id="rId108" Type="http://schemas.openxmlformats.org/officeDocument/2006/relationships/customXml" Target="../ink/ink221.xml"/><Relationship Id="rId129" Type="http://schemas.openxmlformats.org/officeDocument/2006/relationships/image" Target="../media/image234.png"/><Relationship Id="rId54" Type="http://schemas.openxmlformats.org/officeDocument/2006/relationships/customXml" Target="../ink/ink194.xml"/><Relationship Id="rId75" Type="http://schemas.openxmlformats.org/officeDocument/2006/relationships/image" Target="../media/image207.png"/><Relationship Id="rId96" Type="http://schemas.openxmlformats.org/officeDocument/2006/relationships/customXml" Target="../ink/ink215.xml"/><Relationship Id="rId140" Type="http://schemas.openxmlformats.org/officeDocument/2006/relationships/customXml" Target="../ink/ink237.xml"/><Relationship Id="rId161" Type="http://schemas.openxmlformats.org/officeDocument/2006/relationships/image" Target="../media/image250.png"/><Relationship Id="rId182" Type="http://schemas.openxmlformats.org/officeDocument/2006/relationships/customXml" Target="../ink/ink258.xml"/><Relationship Id="rId217" Type="http://schemas.openxmlformats.org/officeDocument/2006/relationships/image" Target="../media/image278.png"/><Relationship Id="rId6" Type="http://schemas.openxmlformats.org/officeDocument/2006/relationships/customXml" Target="../ink/ink170.xml"/><Relationship Id="rId238" Type="http://schemas.openxmlformats.org/officeDocument/2006/relationships/customXml" Target="../ink/ink286.xml"/><Relationship Id="rId259" Type="http://schemas.openxmlformats.org/officeDocument/2006/relationships/image" Target="../media/image299.png"/><Relationship Id="rId23" Type="http://schemas.openxmlformats.org/officeDocument/2006/relationships/image" Target="../media/image181.png"/><Relationship Id="rId119" Type="http://schemas.openxmlformats.org/officeDocument/2006/relationships/image" Target="../media/image229.png"/><Relationship Id="rId44" Type="http://schemas.openxmlformats.org/officeDocument/2006/relationships/customXml" Target="../ink/ink189.xml"/><Relationship Id="rId65" Type="http://schemas.openxmlformats.org/officeDocument/2006/relationships/image" Target="../media/image202.png"/><Relationship Id="rId86" Type="http://schemas.openxmlformats.org/officeDocument/2006/relationships/customXml" Target="../ink/ink210.xml"/><Relationship Id="rId130" Type="http://schemas.openxmlformats.org/officeDocument/2006/relationships/customXml" Target="../ink/ink232.xml"/><Relationship Id="rId151" Type="http://schemas.openxmlformats.org/officeDocument/2006/relationships/image" Target="../media/image245.png"/><Relationship Id="rId172" Type="http://schemas.openxmlformats.org/officeDocument/2006/relationships/customXml" Target="../ink/ink253.xml"/><Relationship Id="rId193" Type="http://schemas.openxmlformats.org/officeDocument/2006/relationships/image" Target="../media/image266.png"/><Relationship Id="rId207" Type="http://schemas.openxmlformats.org/officeDocument/2006/relationships/image" Target="../media/image273.png"/><Relationship Id="rId228" Type="http://schemas.openxmlformats.org/officeDocument/2006/relationships/customXml" Target="../ink/ink281.xml"/><Relationship Id="rId249" Type="http://schemas.openxmlformats.org/officeDocument/2006/relationships/image" Target="../media/image294.png"/><Relationship Id="rId13" Type="http://schemas.openxmlformats.org/officeDocument/2006/relationships/image" Target="../media/image176.png"/><Relationship Id="rId109" Type="http://schemas.openxmlformats.org/officeDocument/2006/relationships/image" Target="../media/image224.png"/><Relationship Id="rId34" Type="http://schemas.openxmlformats.org/officeDocument/2006/relationships/customXml" Target="../ink/ink184.xml"/><Relationship Id="rId55" Type="http://schemas.openxmlformats.org/officeDocument/2006/relationships/image" Target="../media/image197.png"/><Relationship Id="rId76" Type="http://schemas.openxmlformats.org/officeDocument/2006/relationships/customXml" Target="../ink/ink205.xml"/><Relationship Id="rId97" Type="http://schemas.openxmlformats.org/officeDocument/2006/relationships/image" Target="../media/image218.png"/><Relationship Id="rId120" Type="http://schemas.openxmlformats.org/officeDocument/2006/relationships/customXml" Target="../ink/ink227.xml"/><Relationship Id="rId141" Type="http://schemas.openxmlformats.org/officeDocument/2006/relationships/image" Target="../media/image240.png"/><Relationship Id="rId7" Type="http://schemas.openxmlformats.org/officeDocument/2006/relationships/image" Target="../media/image173.png"/><Relationship Id="rId162" Type="http://schemas.openxmlformats.org/officeDocument/2006/relationships/customXml" Target="../ink/ink248.xml"/><Relationship Id="rId183" Type="http://schemas.openxmlformats.org/officeDocument/2006/relationships/image" Target="../media/image261.png"/><Relationship Id="rId218" Type="http://schemas.openxmlformats.org/officeDocument/2006/relationships/customXml" Target="../ink/ink276.xml"/><Relationship Id="rId239" Type="http://schemas.openxmlformats.org/officeDocument/2006/relationships/image" Target="../media/image289.png"/><Relationship Id="rId250" Type="http://schemas.openxmlformats.org/officeDocument/2006/relationships/customXml" Target="../ink/ink292.xml"/><Relationship Id="rId24" Type="http://schemas.openxmlformats.org/officeDocument/2006/relationships/customXml" Target="../ink/ink179.xml"/><Relationship Id="rId45" Type="http://schemas.openxmlformats.org/officeDocument/2006/relationships/image" Target="../media/image192.png"/><Relationship Id="rId66" Type="http://schemas.openxmlformats.org/officeDocument/2006/relationships/customXml" Target="../ink/ink200.xml"/><Relationship Id="rId87" Type="http://schemas.openxmlformats.org/officeDocument/2006/relationships/image" Target="../media/image213.png"/><Relationship Id="rId110" Type="http://schemas.openxmlformats.org/officeDocument/2006/relationships/customXml" Target="../ink/ink222.xml"/><Relationship Id="rId131" Type="http://schemas.openxmlformats.org/officeDocument/2006/relationships/image" Target="../media/image235.png"/><Relationship Id="rId152" Type="http://schemas.openxmlformats.org/officeDocument/2006/relationships/customXml" Target="../ink/ink243.xml"/><Relationship Id="rId173" Type="http://schemas.openxmlformats.org/officeDocument/2006/relationships/image" Target="../media/image256.png"/><Relationship Id="rId194" Type="http://schemas.openxmlformats.org/officeDocument/2006/relationships/customXml" Target="../ink/ink264.xml"/><Relationship Id="rId208" Type="http://schemas.openxmlformats.org/officeDocument/2006/relationships/customXml" Target="../ink/ink271.xml"/><Relationship Id="rId229" Type="http://schemas.openxmlformats.org/officeDocument/2006/relationships/image" Target="../media/image284.png"/><Relationship Id="rId240" Type="http://schemas.openxmlformats.org/officeDocument/2006/relationships/customXml" Target="../ink/ink287.xml"/><Relationship Id="rId14" Type="http://schemas.openxmlformats.org/officeDocument/2006/relationships/customXml" Target="../ink/ink174.xml"/><Relationship Id="rId35" Type="http://schemas.openxmlformats.org/officeDocument/2006/relationships/image" Target="../media/image187.png"/><Relationship Id="rId56" Type="http://schemas.openxmlformats.org/officeDocument/2006/relationships/customXml" Target="../ink/ink195.xml"/><Relationship Id="rId77" Type="http://schemas.openxmlformats.org/officeDocument/2006/relationships/image" Target="../media/image208.png"/><Relationship Id="rId100" Type="http://schemas.openxmlformats.org/officeDocument/2006/relationships/customXml" Target="../ink/ink217.xml"/><Relationship Id="rId8" Type="http://schemas.openxmlformats.org/officeDocument/2006/relationships/customXml" Target="../ink/ink171.xml"/><Relationship Id="rId98" Type="http://schemas.openxmlformats.org/officeDocument/2006/relationships/customXml" Target="../ink/ink216.xml"/><Relationship Id="rId121" Type="http://schemas.openxmlformats.org/officeDocument/2006/relationships/image" Target="../media/image230.png"/><Relationship Id="rId142" Type="http://schemas.openxmlformats.org/officeDocument/2006/relationships/customXml" Target="../ink/ink238.xml"/><Relationship Id="rId163" Type="http://schemas.openxmlformats.org/officeDocument/2006/relationships/image" Target="../media/image251.png"/><Relationship Id="rId184" Type="http://schemas.openxmlformats.org/officeDocument/2006/relationships/customXml" Target="../ink/ink259.xml"/><Relationship Id="rId219" Type="http://schemas.openxmlformats.org/officeDocument/2006/relationships/image" Target="../media/image279.png"/><Relationship Id="rId230" Type="http://schemas.openxmlformats.org/officeDocument/2006/relationships/customXml" Target="../ink/ink282.xml"/><Relationship Id="rId251" Type="http://schemas.openxmlformats.org/officeDocument/2006/relationships/image" Target="../media/image295.png"/><Relationship Id="rId25" Type="http://schemas.openxmlformats.org/officeDocument/2006/relationships/image" Target="../media/image182.png"/><Relationship Id="rId46" Type="http://schemas.openxmlformats.org/officeDocument/2006/relationships/customXml" Target="../ink/ink190.xml"/><Relationship Id="rId67" Type="http://schemas.openxmlformats.org/officeDocument/2006/relationships/image" Target="../media/image203.png"/><Relationship Id="rId88" Type="http://schemas.openxmlformats.org/officeDocument/2006/relationships/customXml" Target="../ink/ink211.xml"/><Relationship Id="rId111" Type="http://schemas.openxmlformats.org/officeDocument/2006/relationships/image" Target="../media/image225.png"/><Relationship Id="rId132" Type="http://schemas.openxmlformats.org/officeDocument/2006/relationships/customXml" Target="../ink/ink233.xml"/><Relationship Id="rId153" Type="http://schemas.openxmlformats.org/officeDocument/2006/relationships/image" Target="../media/image246.png"/><Relationship Id="rId174" Type="http://schemas.openxmlformats.org/officeDocument/2006/relationships/customXml" Target="../ink/ink254.xml"/><Relationship Id="rId195" Type="http://schemas.openxmlformats.org/officeDocument/2006/relationships/image" Target="../media/image267.png"/><Relationship Id="rId209" Type="http://schemas.openxmlformats.org/officeDocument/2006/relationships/image" Target="../media/image274.png"/><Relationship Id="rId220" Type="http://schemas.openxmlformats.org/officeDocument/2006/relationships/customXml" Target="../ink/ink277.xml"/><Relationship Id="rId241" Type="http://schemas.openxmlformats.org/officeDocument/2006/relationships/image" Target="../media/image290.png"/><Relationship Id="rId15" Type="http://schemas.openxmlformats.org/officeDocument/2006/relationships/image" Target="../media/image177.png"/><Relationship Id="rId36" Type="http://schemas.openxmlformats.org/officeDocument/2006/relationships/customXml" Target="../ink/ink185.xml"/><Relationship Id="rId57" Type="http://schemas.openxmlformats.org/officeDocument/2006/relationships/image" Target="../media/image198.png"/><Relationship Id="rId78" Type="http://schemas.openxmlformats.org/officeDocument/2006/relationships/customXml" Target="../ink/ink206.xml"/><Relationship Id="rId99" Type="http://schemas.openxmlformats.org/officeDocument/2006/relationships/image" Target="../media/image219.png"/><Relationship Id="rId101" Type="http://schemas.openxmlformats.org/officeDocument/2006/relationships/image" Target="../media/image220.png"/><Relationship Id="rId122" Type="http://schemas.openxmlformats.org/officeDocument/2006/relationships/customXml" Target="../ink/ink228.xml"/><Relationship Id="rId143" Type="http://schemas.openxmlformats.org/officeDocument/2006/relationships/image" Target="../media/image241.png"/><Relationship Id="rId164" Type="http://schemas.openxmlformats.org/officeDocument/2006/relationships/customXml" Target="../ink/ink249.xml"/><Relationship Id="rId185" Type="http://schemas.openxmlformats.org/officeDocument/2006/relationships/image" Target="../media/image262.png"/><Relationship Id="rId9" Type="http://schemas.openxmlformats.org/officeDocument/2006/relationships/image" Target="../media/image174.png"/><Relationship Id="rId210" Type="http://schemas.openxmlformats.org/officeDocument/2006/relationships/customXml" Target="../ink/ink272.xml"/><Relationship Id="rId26" Type="http://schemas.openxmlformats.org/officeDocument/2006/relationships/customXml" Target="../ink/ink180.xml"/><Relationship Id="rId231" Type="http://schemas.openxmlformats.org/officeDocument/2006/relationships/image" Target="../media/image285.png"/><Relationship Id="rId252" Type="http://schemas.openxmlformats.org/officeDocument/2006/relationships/customXml" Target="../ink/ink293.xml"/><Relationship Id="rId47" Type="http://schemas.openxmlformats.org/officeDocument/2006/relationships/image" Target="../media/image193.png"/><Relationship Id="rId68" Type="http://schemas.openxmlformats.org/officeDocument/2006/relationships/customXml" Target="../ink/ink201.xml"/><Relationship Id="rId89" Type="http://schemas.openxmlformats.org/officeDocument/2006/relationships/image" Target="../media/image214.png"/><Relationship Id="rId112" Type="http://schemas.openxmlformats.org/officeDocument/2006/relationships/customXml" Target="../ink/ink223.xml"/><Relationship Id="rId133" Type="http://schemas.openxmlformats.org/officeDocument/2006/relationships/image" Target="../media/image236.png"/><Relationship Id="rId154" Type="http://schemas.openxmlformats.org/officeDocument/2006/relationships/customXml" Target="../ink/ink244.xml"/><Relationship Id="rId175" Type="http://schemas.openxmlformats.org/officeDocument/2006/relationships/image" Target="../media/image257.png"/><Relationship Id="rId196" Type="http://schemas.openxmlformats.org/officeDocument/2006/relationships/customXml" Target="../ink/ink265.xml"/><Relationship Id="rId200" Type="http://schemas.openxmlformats.org/officeDocument/2006/relationships/customXml" Target="../ink/ink267.xml"/><Relationship Id="rId16" Type="http://schemas.openxmlformats.org/officeDocument/2006/relationships/customXml" Target="../ink/ink175.xml"/><Relationship Id="rId221" Type="http://schemas.openxmlformats.org/officeDocument/2006/relationships/image" Target="../media/image280.png"/><Relationship Id="rId242" Type="http://schemas.openxmlformats.org/officeDocument/2006/relationships/customXml" Target="../ink/ink288.xml"/><Relationship Id="rId37" Type="http://schemas.openxmlformats.org/officeDocument/2006/relationships/image" Target="../media/image188.png"/><Relationship Id="rId58" Type="http://schemas.openxmlformats.org/officeDocument/2006/relationships/customXml" Target="../ink/ink196.xml"/><Relationship Id="rId79" Type="http://schemas.openxmlformats.org/officeDocument/2006/relationships/image" Target="../media/image209.png"/><Relationship Id="rId102" Type="http://schemas.openxmlformats.org/officeDocument/2006/relationships/customXml" Target="../ink/ink218.xml"/><Relationship Id="rId123" Type="http://schemas.openxmlformats.org/officeDocument/2006/relationships/image" Target="../media/image231.png"/><Relationship Id="rId144" Type="http://schemas.openxmlformats.org/officeDocument/2006/relationships/customXml" Target="../ink/ink239.xml"/><Relationship Id="rId90" Type="http://schemas.openxmlformats.org/officeDocument/2006/relationships/customXml" Target="../ink/ink212.xml"/><Relationship Id="rId165" Type="http://schemas.openxmlformats.org/officeDocument/2006/relationships/image" Target="../media/image252.png"/><Relationship Id="rId186" Type="http://schemas.openxmlformats.org/officeDocument/2006/relationships/customXml" Target="../ink/ink260.xml"/><Relationship Id="rId211" Type="http://schemas.openxmlformats.org/officeDocument/2006/relationships/image" Target="../media/image275.png"/><Relationship Id="rId232" Type="http://schemas.openxmlformats.org/officeDocument/2006/relationships/customXml" Target="../ink/ink283.xml"/><Relationship Id="rId253" Type="http://schemas.openxmlformats.org/officeDocument/2006/relationships/image" Target="../media/image296.png"/><Relationship Id="rId27" Type="http://schemas.openxmlformats.org/officeDocument/2006/relationships/image" Target="../media/image183.png"/><Relationship Id="rId48" Type="http://schemas.openxmlformats.org/officeDocument/2006/relationships/customXml" Target="../ink/ink191.xml"/><Relationship Id="rId69" Type="http://schemas.openxmlformats.org/officeDocument/2006/relationships/image" Target="../media/image204.png"/><Relationship Id="rId113" Type="http://schemas.openxmlformats.org/officeDocument/2006/relationships/image" Target="../media/image226.png"/><Relationship Id="rId134" Type="http://schemas.openxmlformats.org/officeDocument/2006/relationships/customXml" Target="../ink/ink234.xml"/><Relationship Id="rId80" Type="http://schemas.openxmlformats.org/officeDocument/2006/relationships/customXml" Target="../ink/ink207.xml"/><Relationship Id="rId155" Type="http://schemas.openxmlformats.org/officeDocument/2006/relationships/image" Target="../media/image247.png"/><Relationship Id="rId176" Type="http://schemas.openxmlformats.org/officeDocument/2006/relationships/customXml" Target="../ink/ink255.xml"/><Relationship Id="rId197" Type="http://schemas.openxmlformats.org/officeDocument/2006/relationships/image" Target="../media/image268.png"/><Relationship Id="rId201" Type="http://schemas.openxmlformats.org/officeDocument/2006/relationships/image" Target="../media/image270.png"/><Relationship Id="rId222" Type="http://schemas.openxmlformats.org/officeDocument/2006/relationships/customXml" Target="../ink/ink278.xml"/><Relationship Id="rId243" Type="http://schemas.openxmlformats.org/officeDocument/2006/relationships/image" Target="../media/image291.png"/><Relationship Id="rId17" Type="http://schemas.openxmlformats.org/officeDocument/2006/relationships/image" Target="../media/image178.png"/><Relationship Id="rId38" Type="http://schemas.openxmlformats.org/officeDocument/2006/relationships/customXml" Target="../ink/ink186.xml"/><Relationship Id="rId59" Type="http://schemas.openxmlformats.org/officeDocument/2006/relationships/image" Target="../media/image199.png"/><Relationship Id="rId103" Type="http://schemas.openxmlformats.org/officeDocument/2006/relationships/image" Target="../media/image221.png"/><Relationship Id="rId124" Type="http://schemas.openxmlformats.org/officeDocument/2006/relationships/customXml" Target="../ink/ink229.xml"/><Relationship Id="rId70" Type="http://schemas.openxmlformats.org/officeDocument/2006/relationships/customXml" Target="../ink/ink202.xml"/><Relationship Id="rId91" Type="http://schemas.openxmlformats.org/officeDocument/2006/relationships/image" Target="../media/image215.png"/><Relationship Id="rId145" Type="http://schemas.openxmlformats.org/officeDocument/2006/relationships/image" Target="../media/image242.png"/><Relationship Id="rId166" Type="http://schemas.openxmlformats.org/officeDocument/2006/relationships/customXml" Target="../ink/ink250.xml"/><Relationship Id="rId187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73.xml"/><Relationship Id="rId233" Type="http://schemas.openxmlformats.org/officeDocument/2006/relationships/image" Target="../media/image286.png"/><Relationship Id="rId254" Type="http://schemas.openxmlformats.org/officeDocument/2006/relationships/customXml" Target="../ink/ink294.xml"/><Relationship Id="rId28" Type="http://schemas.openxmlformats.org/officeDocument/2006/relationships/customXml" Target="../ink/ink181.xml"/><Relationship Id="rId49" Type="http://schemas.openxmlformats.org/officeDocument/2006/relationships/image" Target="../media/image194.png"/><Relationship Id="rId114" Type="http://schemas.openxmlformats.org/officeDocument/2006/relationships/customXml" Target="../ink/ink224.xml"/><Relationship Id="rId60" Type="http://schemas.openxmlformats.org/officeDocument/2006/relationships/customXml" Target="../ink/ink197.xml"/><Relationship Id="rId81" Type="http://schemas.openxmlformats.org/officeDocument/2006/relationships/image" Target="../media/image210.png"/><Relationship Id="rId135" Type="http://schemas.openxmlformats.org/officeDocument/2006/relationships/image" Target="../media/image237.png"/><Relationship Id="rId156" Type="http://schemas.openxmlformats.org/officeDocument/2006/relationships/customXml" Target="../ink/ink245.xml"/><Relationship Id="rId177" Type="http://schemas.openxmlformats.org/officeDocument/2006/relationships/image" Target="../media/image258.png"/><Relationship Id="rId198" Type="http://schemas.openxmlformats.org/officeDocument/2006/relationships/customXml" Target="../ink/ink266.xml"/><Relationship Id="rId202" Type="http://schemas.openxmlformats.org/officeDocument/2006/relationships/customXml" Target="../ink/ink268.xml"/><Relationship Id="rId223" Type="http://schemas.openxmlformats.org/officeDocument/2006/relationships/image" Target="../media/image281.png"/><Relationship Id="rId244" Type="http://schemas.openxmlformats.org/officeDocument/2006/relationships/customXml" Target="../ink/ink289.xml"/><Relationship Id="rId18" Type="http://schemas.openxmlformats.org/officeDocument/2006/relationships/customXml" Target="../ink/ink176.xml"/><Relationship Id="rId39" Type="http://schemas.openxmlformats.org/officeDocument/2006/relationships/image" Target="../media/image189.png"/><Relationship Id="rId50" Type="http://schemas.openxmlformats.org/officeDocument/2006/relationships/customXml" Target="../ink/ink192.xml"/><Relationship Id="rId104" Type="http://schemas.openxmlformats.org/officeDocument/2006/relationships/customXml" Target="../ink/ink219.xml"/><Relationship Id="rId125" Type="http://schemas.openxmlformats.org/officeDocument/2006/relationships/image" Target="../media/image232.png"/><Relationship Id="rId146" Type="http://schemas.openxmlformats.org/officeDocument/2006/relationships/customXml" Target="../ink/ink240.xml"/><Relationship Id="rId167" Type="http://schemas.openxmlformats.org/officeDocument/2006/relationships/image" Target="../media/image253.png"/><Relationship Id="rId188" Type="http://schemas.openxmlformats.org/officeDocument/2006/relationships/customXml" Target="../ink/ink261.xml"/><Relationship Id="rId71" Type="http://schemas.openxmlformats.org/officeDocument/2006/relationships/image" Target="../media/image205.png"/><Relationship Id="rId92" Type="http://schemas.openxmlformats.org/officeDocument/2006/relationships/customXml" Target="../ink/ink213.xml"/><Relationship Id="rId213" Type="http://schemas.openxmlformats.org/officeDocument/2006/relationships/image" Target="../media/image276.png"/><Relationship Id="rId234" Type="http://schemas.openxmlformats.org/officeDocument/2006/relationships/customXml" Target="../ink/ink284.xml"/><Relationship Id="rId2" Type="http://schemas.openxmlformats.org/officeDocument/2006/relationships/customXml" Target="../ink/ink168.xml"/><Relationship Id="rId29" Type="http://schemas.openxmlformats.org/officeDocument/2006/relationships/image" Target="../media/image184.png"/><Relationship Id="rId255" Type="http://schemas.openxmlformats.org/officeDocument/2006/relationships/image" Target="../media/image297.png"/><Relationship Id="rId40" Type="http://schemas.openxmlformats.org/officeDocument/2006/relationships/customXml" Target="../ink/ink187.xml"/><Relationship Id="rId115" Type="http://schemas.openxmlformats.org/officeDocument/2006/relationships/image" Target="../media/image227.png"/><Relationship Id="rId136" Type="http://schemas.openxmlformats.org/officeDocument/2006/relationships/customXml" Target="../ink/ink235.xml"/><Relationship Id="rId157" Type="http://schemas.openxmlformats.org/officeDocument/2006/relationships/image" Target="../media/image248.png"/><Relationship Id="rId178" Type="http://schemas.openxmlformats.org/officeDocument/2006/relationships/customXml" Target="../ink/ink256.xml"/><Relationship Id="rId61" Type="http://schemas.openxmlformats.org/officeDocument/2006/relationships/image" Target="../media/image200.png"/><Relationship Id="rId82" Type="http://schemas.openxmlformats.org/officeDocument/2006/relationships/customXml" Target="../ink/ink208.xml"/><Relationship Id="rId199" Type="http://schemas.openxmlformats.org/officeDocument/2006/relationships/image" Target="../media/image269.png"/><Relationship Id="rId203" Type="http://schemas.openxmlformats.org/officeDocument/2006/relationships/image" Target="../media/image271.png"/><Relationship Id="rId19" Type="http://schemas.openxmlformats.org/officeDocument/2006/relationships/image" Target="../media/image179.png"/><Relationship Id="rId224" Type="http://schemas.openxmlformats.org/officeDocument/2006/relationships/customXml" Target="../ink/ink279.xml"/><Relationship Id="rId245" Type="http://schemas.openxmlformats.org/officeDocument/2006/relationships/image" Target="../media/image292.png"/><Relationship Id="rId30" Type="http://schemas.openxmlformats.org/officeDocument/2006/relationships/customXml" Target="../ink/ink182.xml"/><Relationship Id="rId105" Type="http://schemas.openxmlformats.org/officeDocument/2006/relationships/image" Target="../media/image222.png"/><Relationship Id="rId126" Type="http://schemas.openxmlformats.org/officeDocument/2006/relationships/customXml" Target="../ink/ink230.xml"/><Relationship Id="rId147" Type="http://schemas.openxmlformats.org/officeDocument/2006/relationships/image" Target="../media/image243.png"/><Relationship Id="rId168" Type="http://schemas.openxmlformats.org/officeDocument/2006/relationships/customXml" Target="../ink/ink251.xml"/><Relationship Id="rId51" Type="http://schemas.openxmlformats.org/officeDocument/2006/relationships/image" Target="../media/image195.png"/><Relationship Id="rId72" Type="http://schemas.openxmlformats.org/officeDocument/2006/relationships/customXml" Target="../ink/ink203.xml"/><Relationship Id="rId93" Type="http://schemas.openxmlformats.org/officeDocument/2006/relationships/image" Target="../media/image216.png"/><Relationship Id="rId189" Type="http://schemas.openxmlformats.org/officeDocument/2006/relationships/image" Target="../media/image264.png"/><Relationship Id="rId3" Type="http://schemas.openxmlformats.org/officeDocument/2006/relationships/image" Target="../media/image171.png"/><Relationship Id="rId214" Type="http://schemas.openxmlformats.org/officeDocument/2006/relationships/customXml" Target="../ink/ink274.xml"/><Relationship Id="rId235" Type="http://schemas.openxmlformats.org/officeDocument/2006/relationships/image" Target="../media/image287.png"/><Relationship Id="rId256" Type="http://schemas.openxmlformats.org/officeDocument/2006/relationships/customXml" Target="../ink/ink295.xml"/><Relationship Id="rId116" Type="http://schemas.openxmlformats.org/officeDocument/2006/relationships/customXml" Target="../ink/ink225.xml"/><Relationship Id="rId137" Type="http://schemas.openxmlformats.org/officeDocument/2006/relationships/image" Target="../media/image238.png"/><Relationship Id="rId158" Type="http://schemas.openxmlformats.org/officeDocument/2006/relationships/customXml" Target="../ink/ink246.xml"/><Relationship Id="rId20" Type="http://schemas.openxmlformats.org/officeDocument/2006/relationships/customXml" Target="../ink/ink177.xml"/><Relationship Id="rId41" Type="http://schemas.openxmlformats.org/officeDocument/2006/relationships/image" Target="../media/image190.png"/><Relationship Id="rId62" Type="http://schemas.openxmlformats.org/officeDocument/2006/relationships/customXml" Target="../ink/ink198.xml"/><Relationship Id="rId83" Type="http://schemas.openxmlformats.org/officeDocument/2006/relationships/image" Target="../media/image211.png"/><Relationship Id="rId179" Type="http://schemas.openxmlformats.org/officeDocument/2006/relationships/image" Target="../media/image259.png"/><Relationship Id="rId190" Type="http://schemas.openxmlformats.org/officeDocument/2006/relationships/customXml" Target="../ink/ink262.xml"/><Relationship Id="rId204" Type="http://schemas.openxmlformats.org/officeDocument/2006/relationships/customXml" Target="../ink/ink269.xml"/><Relationship Id="rId225" Type="http://schemas.openxmlformats.org/officeDocument/2006/relationships/image" Target="../media/image282.png"/><Relationship Id="rId246" Type="http://schemas.openxmlformats.org/officeDocument/2006/relationships/customXml" Target="../ink/ink290.xml"/><Relationship Id="rId106" Type="http://schemas.openxmlformats.org/officeDocument/2006/relationships/customXml" Target="../ink/ink220.xml"/><Relationship Id="rId127" Type="http://schemas.openxmlformats.org/officeDocument/2006/relationships/image" Target="../media/image233.png"/><Relationship Id="rId10" Type="http://schemas.openxmlformats.org/officeDocument/2006/relationships/customXml" Target="../ink/ink172.xml"/><Relationship Id="rId31" Type="http://schemas.openxmlformats.org/officeDocument/2006/relationships/image" Target="../media/image185.png"/><Relationship Id="rId52" Type="http://schemas.openxmlformats.org/officeDocument/2006/relationships/customXml" Target="../ink/ink193.xml"/><Relationship Id="rId73" Type="http://schemas.openxmlformats.org/officeDocument/2006/relationships/image" Target="../media/image206.png"/><Relationship Id="rId94" Type="http://schemas.openxmlformats.org/officeDocument/2006/relationships/customXml" Target="../ink/ink214.xml"/><Relationship Id="rId148" Type="http://schemas.openxmlformats.org/officeDocument/2006/relationships/customXml" Target="../ink/ink241.xml"/><Relationship Id="rId169" Type="http://schemas.openxmlformats.org/officeDocument/2006/relationships/image" Target="../media/image254.png"/><Relationship Id="rId4" Type="http://schemas.openxmlformats.org/officeDocument/2006/relationships/customXml" Target="../ink/ink169.xml"/><Relationship Id="rId180" Type="http://schemas.openxmlformats.org/officeDocument/2006/relationships/customXml" Target="../ink/ink257.xml"/><Relationship Id="rId215" Type="http://schemas.openxmlformats.org/officeDocument/2006/relationships/image" Target="../media/image277.png"/><Relationship Id="rId236" Type="http://schemas.openxmlformats.org/officeDocument/2006/relationships/customXml" Target="../ink/ink285.xml"/><Relationship Id="rId257" Type="http://schemas.openxmlformats.org/officeDocument/2006/relationships/image" Target="../media/image298.png"/></Relationships>
</file>

<file path=ppt/slides/_rels/slide5.xml.rels><?xml version="1.0" encoding="UTF-8" standalone="yes"?>
<Relationships xmlns="http://schemas.openxmlformats.org/package/2006/relationships"><Relationship Id="rId299" Type="http://schemas.openxmlformats.org/officeDocument/2006/relationships/image" Target="../media/image345.png"/><Relationship Id="rId159" Type="http://schemas.openxmlformats.org/officeDocument/2006/relationships/image" Target="../media/image871.png"/><Relationship Id="rId324" Type="http://schemas.openxmlformats.org/officeDocument/2006/relationships/customXml" Target="../ink/ink397.xml"/><Relationship Id="rId366" Type="http://schemas.openxmlformats.org/officeDocument/2006/relationships/customXml" Target="../ink/ink418.xml"/><Relationship Id="rId531" Type="http://schemas.openxmlformats.org/officeDocument/2006/relationships/image" Target="../media/image461.png"/><Relationship Id="rId170" Type="http://schemas.openxmlformats.org/officeDocument/2006/relationships/customXml" Target="../ink/ink320.xml"/><Relationship Id="rId226" Type="http://schemas.openxmlformats.org/officeDocument/2006/relationships/customXml" Target="../ink/ink348.xml"/><Relationship Id="rId433" Type="http://schemas.openxmlformats.org/officeDocument/2006/relationships/image" Target="../media/image412.png"/><Relationship Id="rId268" Type="http://schemas.openxmlformats.org/officeDocument/2006/relationships/customXml" Target="../ink/ink369.xml"/><Relationship Id="rId475" Type="http://schemas.openxmlformats.org/officeDocument/2006/relationships/image" Target="../media/image433.png"/><Relationship Id="rId128" Type="http://schemas.openxmlformats.org/officeDocument/2006/relationships/customXml" Target="../ink/ink299.xml"/><Relationship Id="rId335" Type="http://schemas.openxmlformats.org/officeDocument/2006/relationships/image" Target="../media/image363.png"/><Relationship Id="rId377" Type="http://schemas.openxmlformats.org/officeDocument/2006/relationships/image" Target="../media/image384.png"/><Relationship Id="rId500" Type="http://schemas.openxmlformats.org/officeDocument/2006/relationships/customXml" Target="../ink/ink485.xml"/><Relationship Id="rId542" Type="http://schemas.openxmlformats.org/officeDocument/2006/relationships/customXml" Target="../ink/ink506.xml"/><Relationship Id="rId181" Type="http://schemas.openxmlformats.org/officeDocument/2006/relationships/image" Target="../media/image882.png"/><Relationship Id="rId237" Type="http://schemas.openxmlformats.org/officeDocument/2006/relationships/image" Target="../media/image314.png"/><Relationship Id="rId402" Type="http://schemas.openxmlformats.org/officeDocument/2006/relationships/customXml" Target="../ink/ink436.xml"/><Relationship Id="rId279" Type="http://schemas.openxmlformats.org/officeDocument/2006/relationships/image" Target="../media/image335.png"/><Relationship Id="rId444" Type="http://schemas.openxmlformats.org/officeDocument/2006/relationships/customXml" Target="../ink/ink457.xml"/><Relationship Id="rId486" Type="http://schemas.openxmlformats.org/officeDocument/2006/relationships/customXml" Target="../ink/ink478.xml"/><Relationship Id="rId139" Type="http://schemas.openxmlformats.org/officeDocument/2006/relationships/image" Target="../media/image861.png"/><Relationship Id="rId290" Type="http://schemas.openxmlformats.org/officeDocument/2006/relationships/customXml" Target="../ink/ink380.xml"/><Relationship Id="rId304" Type="http://schemas.openxmlformats.org/officeDocument/2006/relationships/customXml" Target="../ink/ink387.xml"/><Relationship Id="rId346" Type="http://schemas.openxmlformats.org/officeDocument/2006/relationships/customXml" Target="../ink/ink408.xml"/><Relationship Id="rId388" Type="http://schemas.openxmlformats.org/officeDocument/2006/relationships/customXml" Target="../ink/ink429.xml"/><Relationship Id="rId511" Type="http://schemas.openxmlformats.org/officeDocument/2006/relationships/image" Target="../media/image451.png"/><Relationship Id="rId150" Type="http://schemas.openxmlformats.org/officeDocument/2006/relationships/customXml" Target="../ink/ink310.xml"/><Relationship Id="rId192" Type="http://schemas.openxmlformats.org/officeDocument/2006/relationships/customXml" Target="../ink/ink331.xml"/><Relationship Id="rId206" Type="http://schemas.openxmlformats.org/officeDocument/2006/relationships/customXml" Target="../ink/ink338.xml"/><Relationship Id="rId413" Type="http://schemas.openxmlformats.org/officeDocument/2006/relationships/image" Target="../media/image402.png"/><Relationship Id="rId248" Type="http://schemas.openxmlformats.org/officeDocument/2006/relationships/customXml" Target="../ink/ink359.xml"/><Relationship Id="rId455" Type="http://schemas.openxmlformats.org/officeDocument/2006/relationships/image" Target="../media/image423.png"/><Relationship Id="rId497" Type="http://schemas.openxmlformats.org/officeDocument/2006/relationships/image" Target="../media/image444.png"/><Relationship Id="rId315" Type="http://schemas.openxmlformats.org/officeDocument/2006/relationships/image" Target="../media/image353.png"/><Relationship Id="rId357" Type="http://schemas.openxmlformats.org/officeDocument/2006/relationships/image" Target="../media/image374.png"/><Relationship Id="rId522" Type="http://schemas.openxmlformats.org/officeDocument/2006/relationships/customXml" Target="../ink/ink496.xml"/><Relationship Id="rId161" Type="http://schemas.openxmlformats.org/officeDocument/2006/relationships/image" Target="../media/image872.png"/><Relationship Id="rId217" Type="http://schemas.openxmlformats.org/officeDocument/2006/relationships/image" Target="../media/image304.png"/><Relationship Id="rId399" Type="http://schemas.openxmlformats.org/officeDocument/2006/relationships/image" Target="../media/image395.png"/><Relationship Id="rId259" Type="http://schemas.openxmlformats.org/officeDocument/2006/relationships/image" Target="../media/image325.png"/><Relationship Id="rId424" Type="http://schemas.openxmlformats.org/officeDocument/2006/relationships/customXml" Target="../ink/ink447.xml"/><Relationship Id="rId466" Type="http://schemas.openxmlformats.org/officeDocument/2006/relationships/customXml" Target="../ink/ink468.xml"/><Relationship Id="rId270" Type="http://schemas.openxmlformats.org/officeDocument/2006/relationships/customXml" Target="../ink/ink370.xml"/><Relationship Id="rId326" Type="http://schemas.openxmlformats.org/officeDocument/2006/relationships/customXml" Target="../ink/ink398.xml"/><Relationship Id="rId533" Type="http://schemas.openxmlformats.org/officeDocument/2006/relationships/image" Target="../media/image462.png"/><Relationship Id="rId130" Type="http://schemas.openxmlformats.org/officeDocument/2006/relationships/customXml" Target="../ink/ink300.xml"/><Relationship Id="rId368" Type="http://schemas.openxmlformats.org/officeDocument/2006/relationships/customXml" Target="../ink/ink419.xml"/><Relationship Id="rId172" Type="http://schemas.openxmlformats.org/officeDocument/2006/relationships/customXml" Target="../ink/ink321.xml"/><Relationship Id="rId228" Type="http://schemas.openxmlformats.org/officeDocument/2006/relationships/customXml" Target="../ink/ink349.xml"/><Relationship Id="rId435" Type="http://schemas.openxmlformats.org/officeDocument/2006/relationships/image" Target="../media/image413.png"/><Relationship Id="rId477" Type="http://schemas.openxmlformats.org/officeDocument/2006/relationships/image" Target="../media/image434.png"/><Relationship Id="rId281" Type="http://schemas.openxmlformats.org/officeDocument/2006/relationships/image" Target="../media/image336.png"/><Relationship Id="rId337" Type="http://schemas.openxmlformats.org/officeDocument/2006/relationships/image" Target="../media/image364.png"/><Relationship Id="rId502" Type="http://schemas.openxmlformats.org/officeDocument/2006/relationships/customXml" Target="../ink/ink486.xml"/><Relationship Id="rId141" Type="http://schemas.openxmlformats.org/officeDocument/2006/relationships/image" Target="../media/image862.png"/><Relationship Id="rId379" Type="http://schemas.openxmlformats.org/officeDocument/2006/relationships/image" Target="../media/image385.png"/><Relationship Id="rId544" Type="http://schemas.openxmlformats.org/officeDocument/2006/relationships/customXml" Target="../ink/ink507.xml"/><Relationship Id="rId183" Type="http://schemas.openxmlformats.org/officeDocument/2006/relationships/image" Target="../media/image883.png"/><Relationship Id="rId239" Type="http://schemas.openxmlformats.org/officeDocument/2006/relationships/image" Target="../media/image315.png"/><Relationship Id="rId390" Type="http://schemas.openxmlformats.org/officeDocument/2006/relationships/customXml" Target="../ink/ink430.xml"/><Relationship Id="rId404" Type="http://schemas.openxmlformats.org/officeDocument/2006/relationships/customXml" Target="../ink/ink437.xml"/><Relationship Id="rId446" Type="http://schemas.openxmlformats.org/officeDocument/2006/relationships/customXml" Target="../ink/ink458.xml"/><Relationship Id="rId250" Type="http://schemas.openxmlformats.org/officeDocument/2006/relationships/customXml" Target="../ink/ink360.xml"/><Relationship Id="rId292" Type="http://schemas.openxmlformats.org/officeDocument/2006/relationships/customXml" Target="../ink/ink381.xml"/><Relationship Id="rId306" Type="http://schemas.openxmlformats.org/officeDocument/2006/relationships/customXml" Target="../ink/ink388.xml"/><Relationship Id="rId488" Type="http://schemas.openxmlformats.org/officeDocument/2006/relationships/customXml" Target="../ink/ink479.xml"/><Relationship Id="rId348" Type="http://schemas.openxmlformats.org/officeDocument/2006/relationships/customXml" Target="../ink/ink409.xml"/><Relationship Id="rId513" Type="http://schemas.openxmlformats.org/officeDocument/2006/relationships/image" Target="../media/image452.png"/><Relationship Id="rId152" Type="http://schemas.openxmlformats.org/officeDocument/2006/relationships/customXml" Target="../ink/ink311.xml"/><Relationship Id="rId194" Type="http://schemas.openxmlformats.org/officeDocument/2006/relationships/customXml" Target="../ink/ink332.xml"/><Relationship Id="rId208" Type="http://schemas.openxmlformats.org/officeDocument/2006/relationships/customXml" Target="../ink/ink339.xml"/><Relationship Id="rId415" Type="http://schemas.openxmlformats.org/officeDocument/2006/relationships/image" Target="../media/image403.png"/><Relationship Id="rId457" Type="http://schemas.openxmlformats.org/officeDocument/2006/relationships/image" Target="../media/image424.png"/><Relationship Id="rId261" Type="http://schemas.openxmlformats.org/officeDocument/2006/relationships/image" Target="../media/image326.png"/><Relationship Id="rId499" Type="http://schemas.openxmlformats.org/officeDocument/2006/relationships/image" Target="../media/image445.png"/><Relationship Id="rId317" Type="http://schemas.openxmlformats.org/officeDocument/2006/relationships/image" Target="../media/image354.png"/><Relationship Id="rId359" Type="http://schemas.openxmlformats.org/officeDocument/2006/relationships/image" Target="../media/image375.png"/><Relationship Id="rId524" Type="http://schemas.openxmlformats.org/officeDocument/2006/relationships/customXml" Target="../ink/ink497.xml"/><Relationship Id="rId163" Type="http://schemas.openxmlformats.org/officeDocument/2006/relationships/image" Target="../media/image873.png"/><Relationship Id="rId219" Type="http://schemas.openxmlformats.org/officeDocument/2006/relationships/image" Target="../media/image305.png"/><Relationship Id="rId370" Type="http://schemas.openxmlformats.org/officeDocument/2006/relationships/customXml" Target="../ink/ink420.xml"/><Relationship Id="rId426" Type="http://schemas.openxmlformats.org/officeDocument/2006/relationships/customXml" Target="../ink/ink448.xml"/><Relationship Id="rId230" Type="http://schemas.openxmlformats.org/officeDocument/2006/relationships/customXml" Target="../ink/ink350.xml"/><Relationship Id="rId468" Type="http://schemas.openxmlformats.org/officeDocument/2006/relationships/customXml" Target="../ink/ink469.xml"/><Relationship Id="rId272" Type="http://schemas.openxmlformats.org/officeDocument/2006/relationships/customXml" Target="../ink/ink371.xml"/><Relationship Id="rId328" Type="http://schemas.openxmlformats.org/officeDocument/2006/relationships/customXml" Target="../ink/ink399.xml"/><Relationship Id="rId535" Type="http://schemas.openxmlformats.org/officeDocument/2006/relationships/image" Target="../media/image463.png"/><Relationship Id="rId132" Type="http://schemas.openxmlformats.org/officeDocument/2006/relationships/customXml" Target="../ink/ink301.xml"/><Relationship Id="rId174" Type="http://schemas.openxmlformats.org/officeDocument/2006/relationships/customXml" Target="../ink/ink322.xml"/><Relationship Id="rId381" Type="http://schemas.openxmlformats.org/officeDocument/2006/relationships/image" Target="../media/image386.png"/><Relationship Id="rId241" Type="http://schemas.openxmlformats.org/officeDocument/2006/relationships/image" Target="../media/image316.png"/><Relationship Id="rId437" Type="http://schemas.openxmlformats.org/officeDocument/2006/relationships/image" Target="../media/image414.png"/><Relationship Id="rId479" Type="http://schemas.openxmlformats.org/officeDocument/2006/relationships/image" Target="../media/image435.png"/><Relationship Id="rId283" Type="http://schemas.openxmlformats.org/officeDocument/2006/relationships/image" Target="../media/image337.png"/><Relationship Id="rId339" Type="http://schemas.openxmlformats.org/officeDocument/2006/relationships/image" Target="../media/image365.png"/><Relationship Id="rId490" Type="http://schemas.openxmlformats.org/officeDocument/2006/relationships/customXml" Target="../ink/ink480.xml"/><Relationship Id="rId504" Type="http://schemas.openxmlformats.org/officeDocument/2006/relationships/customXml" Target="../ink/ink487.xml"/><Relationship Id="rId143" Type="http://schemas.openxmlformats.org/officeDocument/2006/relationships/image" Target="../media/image863.png"/><Relationship Id="rId185" Type="http://schemas.openxmlformats.org/officeDocument/2006/relationships/image" Target="../media/image884.png"/><Relationship Id="rId350" Type="http://schemas.openxmlformats.org/officeDocument/2006/relationships/customXml" Target="../ink/ink410.xml"/><Relationship Id="rId406" Type="http://schemas.openxmlformats.org/officeDocument/2006/relationships/customXml" Target="../ink/ink438.xml"/><Relationship Id="rId210" Type="http://schemas.openxmlformats.org/officeDocument/2006/relationships/customXml" Target="../ink/ink340.xml"/><Relationship Id="rId392" Type="http://schemas.openxmlformats.org/officeDocument/2006/relationships/customXml" Target="../ink/ink431.xml"/><Relationship Id="rId448" Type="http://schemas.openxmlformats.org/officeDocument/2006/relationships/customXml" Target="../ink/ink459.xml"/><Relationship Id="rId252" Type="http://schemas.openxmlformats.org/officeDocument/2006/relationships/customXml" Target="../ink/ink361.xml"/><Relationship Id="rId294" Type="http://schemas.openxmlformats.org/officeDocument/2006/relationships/customXml" Target="../ink/ink382.xml"/><Relationship Id="rId308" Type="http://schemas.openxmlformats.org/officeDocument/2006/relationships/customXml" Target="../ink/ink389.xml"/><Relationship Id="rId515" Type="http://schemas.openxmlformats.org/officeDocument/2006/relationships/image" Target="../media/image453.png"/><Relationship Id="rId154" Type="http://schemas.openxmlformats.org/officeDocument/2006/relationships/customXml" Target="../ink/ink312.xml"/><Relationship Id="rId361" Type="http://schemas.openxmlformats.org/officeDocument/2006/relationships/image" Target="../media/image376.png"/><Relationship Id="rId196" Type="http://schemas.openxmlformats.org/officeDocument/2006/relationships/customXml" Target="../ink/ink333.xml"/><Relationship Id="rId417" Type="http://schemas.openxmlformats.org/officeDocument/2006/relationships/image" Target="../media/image404.png"/><Relationship Id="rId459" Type="http://schemas.openxmlformats.org/officeDocument/2006/relationships/image" Target="../media/image425.png"/><Relationship Id="rId221" Type="http://schemas.openxmlformats.org/officeDocument/2006/relationships/image" Target="../media/image306.png"/><Relationship Id="rId263" Type="http://schemas.openxmlformats.org/officeDocument/2006/relationships/image" Target="../media/image327.png"/><Relationship Id="rId319" Type="http://schemas.openxmlformats.org/officeDocument/2006/relationships/image" Target="../media/image355.png"/><Relationship Id="rId470" Type="http://schemas.openxmlformats.org/officeDocument/2006/relationships/customXml" Target="../ink/ink470.xml"/><Relationship Id="rId526" Type="http://schemas.openxmlformats.org/officeDocument/2006/relationships/customXml" Target="../ink/ink498.xml"/><Relationship Id="rId330" Type="http://schemas.openxmlformats.org/officeDocument/2006/relationships/customXml" Target="../ink/ink400.xml"/><Relationship Id="rId165" Type="http://schemas.openxmlformats.org/officeDocument/2006/relationships/image" Target="../media/image874.png"/><Relationship Id="rId372" Type="http://schemas.openxmlformats.org/officeDocument/2006/relationships/customXml" Target="../ink/ink421.xml"/><Relationship Id="rId428" Type="http://schemas.openxmlformats.org/officeDocument/2006/relationships/customXml" Target="../ink/ink449.xml"/><Relationship Id="rId232" Type="http://schemas.openxmlformats.org/officeDocument/2006/relationships/customXml" Target="../ink/ink351.xml"/><Relationship Id="rId274" Type="http://schemas.openxmlformats.org/officeDocument/2006/relationships/customXml" Target="../ink/ink372.xml"/><Relationship Id="rId481" Type="http://schemas.openxmlformats.org/officeDocument/2006/relationships/image" Target="../media/image436.png"/><Relationship Id="rId134" Type="http://schemas.openxmlformats.org/officeDocument/2006/relationships/customXml" Target="../ink/ink302.xml"/><Relationship Id="rId537" Type="http://schemas.openxmlformats.org/officeDocument/2006/relationships/image" Target="../media/image464.png"/><Relationship Id="rId176" Type="http://schemas.openxmlformats.org/officeDocument/2006/relationships/customXml" Target="../ink/ink323.xml"/><Relationship Id="rId341" Type="http://schemas.openxmlformats.org/officeDocument/2006/relationships/image" Target="../media/image366.png"/><Relationship Id="rId383" Type="http://schemas.openxmlformats.org/officeDocument/2006/relationships/image" Target="../media/image387.png"/><Relationship Id="rId439" Type="http://schemas.openxmlformats.org/officeDocument/2006/relationships/image" Target="../media/image415.png"/><Relationship Id="rId201" Type="http://schemas.openxmlformats.org/officeDocument/2006/relationships/image" Target="../media/image892.png"/><Relationship Id="rId243" Type="http://schemas.openxmlformats.org/officeDocument/2006/relationships/image" Target="../media/image317.png"/><Relationship Id="rId285" Type="http://schemas.openxmlformats.org/officeDocument/2006/relationships/image" Target="../media/image338.png"/><Relationship Id="rId450" Type="http://schemas.openxmlformats.org/officeDocument/2006/relationships/customXml" Target="../ink/ink460.xml"/><Relationship Id="rId506" Type="http://schemas.openxmlformats.org/officeDocument/2006/relationships/customXml" Target="../ink/ink488.xml"/><Relationship Id="rId310" Type="http://schemas.openxmlformats.org/officeDocument/2006/relationships/customXml" Target="../ink/ink390.xml"/><Relationship Id="rId492" Type="http://schemas.openxmlformats.org/officeDocument/2006/relationships/customXml" Target="../ink/ink481.xml"/><Relationship Id="rId527" Type="http://schemas.openxmlformats.org/officeDocument/2006/relationships/image" Target="../media/image459.png"/><Relationship Id="rId145" Type="http://schemas.openxmlformats.org/officeDocument/2006/relationships/image" Target="../media/image864.png"/><Relationship Id="rId166" Type="http://schemas.openxmlformats.org/officeDocument/2006/relationships/customXml" Target="../ink/ink318.xml"/><Relationship Id="rId187" Type="http://schemas.openxmlformats.org/officeDocument/2006/relationships/image" Target="../media/image885.png"/><Relationship Id="rId331" Type="http://schemas.openxmlformats.org/officeDocument/2006/relationships/image" Target="../media/image361.png"/><Relationship Id="rId352" Type="http://schemas.openxmlformats.org/officeDocument/2006/relationships/customXml" Target="../ink/ink411.xml"/><Relationship Id="rId373" Type="http://schemas.openxmlformats.org/officeDocument/2006/relationships/image" Target="../media/image382.png"/><Relationship Id="rId394" Type="http://schemas.openxmlformats.org/officeDocument/2006/relationships/customXml" Target="../ink/ink432.xml"/><Relationship Id="rId408" Type="http://schemas.openxmlformats.org/officeDocument/2006/relationships/customXml" Target="../ink/ink439.xml"/><Relationship Id="rId429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41.xml"/><Relationship Id="rId233" Type="http://schemas.openxmlformats.org/officeDocument/2006/relationships/image" Target="../media/image312.png"/><Relationship Id="rId254" Type="http://schemas.openxmlformats.org/officeDocument/2006/relationships/customXml" Target="../ink/ink362.xml"/><Relationship Id="rId440" Type="http://schemas.openxmlformats.org/officeDocument/2006/relationships/customXml" Target="../ink/ink455.xml"/><Relationship Id="rId275" Type="http://schemas.openxmlformats.org/officeDocument/2006/relationships/image" Target="../media/image333.png"/><Relationship Id="rId296" Type="http://schemas.openxmlformats.org/officeDocument/2006/relationships/customXml" Target="../ink/ink383.xml"/><Relationship Id="rId300" Type="http://schemas.openxmlformats.org/officeDocument/2006/relationships/customXml" Target="../ink/ink385.xml"/><Relationship Id="rId461" Type="http://schemas.openxmlformats.org/officeDocument/2006/relationships/image" Target="../media/image426.png"/><Relationship Id="rId482" Type="http://schemas.openxmlformats.org/officeDocument/2006/relationships/customXml" Target="../ink/ink476.xml"/><Relationship Id="rId517" Type="http://schemas.openxmlformats.org/officeDocument/2006/relationships/image" Target="../media/image454.png"/><Relationship Id="rId538" Type="http://schemas.openxmlformats.org/officeDocument/2006/relationships/customXml" Target="../ink/ink504.xml"/><Relationship Id="rId135" Type="http://schemas.openxmlformats.org/officeDocument/2006/relationships/image" Target="../media/image859.png"/><Relationship Id="rId156" Type="http://schemas.openxmlformats.org/officeDocument/2006/relationships/customXml" Target="../ink/ink313.xml"/><Relationship Id="rId177" Type="http://schemas.openxmlformats.org/officeDocument/2006/relationships/image" Target="../media/image880.png"/><Relationship Id="rId198" Type="http://schemas.openxmlformats.org/officeDocument/2006/relationships/customXml" Target="../ink/ink334.xml"/><Relationship Id="rId321" Type="http://schemas.openxmlformats.org/officeDocument/2006/relationships/image" Target="../media/image356.png"/><Relationship Id="rId342" Type="http://schemas.openxmlformats.org/officeDocument/2006/relationships/customXml" Target="../ink/ink406.xml"/><Relationship Id="rId363" Type="http://schemas.openxmlformats.org/officeDocument/2006/relationships/image" Target="../media/image377.png"/><Relationship Id="rId384" Type="http://schemas.openxmlformats.org/officeDocument/2006/relationships/customXml" Target="../ink/ink427.xml"/><Relationship Id="rId419" Type="http://schemas.openxmlformats.org/officeDocument/2006/relationships/image" Target="../media/image405.png"/><Relationship Id="rId202" Type="http://schemas.openxmlformats.org/officeDocument/2006/relationships/customXml" Target="../ink/ink336.xml"/><Relationship Id="rId223" Type="http://schemas.openxmlformats.org/officeDocument/2006/relationships/image" Target="../media/image307.png"/><Relationship Id="rId244" Type="http://schemas.openxmlformats.org/officeDocument/2006/relationships/customXml" Target="../ink/ink357.xml"/><Relationship Id="rId430" Type="http://schemas.openxmlformats.org/officeDocument/2006/relationships/customXml" Target="../ink/ink450.xml"/><Relationship Id="rId265" Type="http://schemas.openxmlformats.org/officeDocument/2006/relationships/image" Target="../media/image328.png"/><Relationship Id="rId286" Type="http://schemas.openxmlformats.org/officeDocument/2006/relationships/customXml" Target="../ink/ink378.xml"/><Relationship Id="rId451" Type="http://schemas.openxmlformats.org/officeDocument/2006/relationships/image" Target="../media/image421.png"/><Relationship Id="rId472" Type="http://schemas.openxmlformats.org/officeDocument/2006/relationships/customXml" Target="../ink/ink471.xml"/><Relationship Id="rId493" Type="http://schemas.openxmlformats.org/officeDocument/2006/relationships/image" Target="../media/image442.png"/><Relationship Id="rId507" Type="http://schemas.openxmlformats.org/officeDocument/2006/relationships/image" Target="../media/image449.png"/><Relationship Id="rId528" Type="http://schemas.openxmlformats.org/officeDocument/2006/relationships/customXml" Target="../ink/ink499.xml"/><Relationship Id="rId125" Type="http://schemas.openxmlformats.org/officeDocument/2006/relationships/image" Target="../media/image854.png"/><Relationship Id="rId146" Type="http://schemas.openxmlformats.org/officeDocument/2006/relationships/customXml" Target="../ink/ink308.xml"/><Relationship Id="rId167" Type="http://schemas.openxmlformats.org/officeDocument/2006/relationships/image" Target="../media/image875.png"/><Relationship Id="rId188" Type="http://schemas.openxmlformats.org/officeDocument/2006/relationships/customXml" Target="../ink/ink329.xml"/><Relationship Id="rId311" Type="http://schemas.openxmlformats.org/officeDocument/2006/relationships/image" Target="../media/image351.png"/><Relationship Id="rId332" Type="http://schemas.openxmlformats.org/officeDocument/2006/relationships/customXml" Target="../ink/ink401.xml"/><Relationship Id="rId353" Type="http://schemas.openxmlformats.org/officeDocument/2006/relationships/image" Target="../media/image372.png"/><Relationship Id="rId374" Type="http://schemas.openxmlformats.org/officeDocument/2006/relationships/customXml" Target="../ink/ink422.xml"/><Relationship Id="rId395" Type="http://schemas.openxmlformats.org/officeDocument/2006/relationships/image" Target="../media/image393.png"/><Relationship Id="rId409" Type="http://schemas.openxmlformats.org/officeDocument/2006/relationships/image" Target="../media/image400.png"/><Relationship Id="rId213" Type="http://schemas.openxmlformats.org/officeDocument/2006/relationships/image" Target="../media/image302.png"/><Relationship Id="rId234" Type="http://schemas.openxmlformats.org/officeDocument/2006/relationships/customXml" Target="../ink/ink352.xml"/><Relationship Id="rId420" Type="http://schemas.openxmlformats.org/officeDocument/2006/relationships/customXml" Target="../ink/ink445.xml"/><Relationship Id="rId2" Type="http://schemas.openxmlformats.org/officeDocument/2006/relationships/image" Target="../media/image300.png"/><Relationship Id="rId255" Type="http://schemas.openxmlformats.org/officeDocument/2006/relationships/image" Target="../media/image323.png"/><Relationship Id="rId276" Type="http://schemas.openxmlformats.org/officeDocument/2006/relationships/customXml" Target="../ink/ink373.xml"/><Relationship Id="rId297" Type="http://schemas.openxmlformats.org/officeDocument/2006/relationships/image" Target="../media/image344.png"/><Relationship Id="rId441" Type="http://schemas.openxmlformats.org/officeDocument/2006/relationships/image" Target="../media/image416.png"/><Relationship Id="rId462" Type="http://schemas.openxmlformats.org/officeDocument/2006/relationships/customXml" Target="../ink/ink466.xml"/><Relationship Id="rId483" Type="http://schemas.openxmlformats.org/officeDocument/2006/relationships/image" Target="../media/image437.png"/><Relationship Id="rId518" Type="http://schemas.openxmlformats.org/officeDocument/2006/relationships/customXml" Target="../ink/ink494.xml"/><Relationship Id="rId539" Type="http://schemas.openxmlformats.org/officeDocument/2006/relationships/image" Target="../media/image465.png"/><Relationship Id="rId136" Type="http://schemas.openxmlformats.org/officeDocument/2006/relationships/customXml" Target="../ink/ink303.xml"/><Relationship Id="rId157" Type="http://schemas.openxmlformats.org/officeDocument/2006/relationships/image" Target="../media/image870.png"/><Relationship Id="rId178" Type="http://schemas.openxmlformats.org/officeDocument/2006/relationships/customXml" Target="../ink/ink324.xml"/><Relationship Id="rId301" Type="http://schemas.openxmlformats.org/officeDocument/2006/relationships/image" Target="../media/image346.png"/><Relationship Id="rId322" Type="http://schemas.openxmlformats.org/officeDocument/2006/relationships/customXml" Target="../ink/ink396.xml"/><Relationship Id="rId343" Type="http://schemas.openxmlformats.org/officeDocument/2006/relationships/image" Target="../media/image367.png"/><Relationship Id="rId364" Type="http://schemas.openxmlformats.org/officeDocument/2006/relationships/customXml" Target="../ink/ink417.xml"/><Relationship Id="rId199" Type="http://schemas.openxmlformats.org/officeDocument/2006/relationships/image" Target="../media/image891.png"/><Relationship Id="rId203" Type="http://schemas.openxmlformats.org/officeDocument/2006/relationships/image" Target="../media/image893.png"/><Relationship Id="rId385" Type="http://schemas.openxmlformats.org/officeDocument/2006/relationships/image" Target="../media/image388.png"/><Relationship Id="rId224" Type="http://schemas.openxmlformats.org/officeDocument/2006/relationships/customXml" Target="../ink/ink347.xml"/><Relationship Id="rId245" Type="http://schemas.openxmlformats.org/officeDocument/2006/relationships/image" Target="../media/image318.png"/><Relationship Id="rId266" Type="http://schemas.openxmlformats.org/officeDocument/2006/relationships/customXml" Target="../ink/ink368.xml"/><Relationship Id="rId287" Type="http://schemas.openxmlformats.org/officeDocument/2006/relationships/image" Target="../media/image339.png"/><Relationship Id="rId410" Type="http://schemas.openxmlformats.org/officeDocument/2006/relationships/customXml" Target="../ink/ink440.xml"/><Relationship Id="rId431" Type="http://schemas.openxmlformats.org/officeDocument/2006/relationships/image" Target="../media/image411.png"/><Relationship Id="rId452" Type="http://schemas.openxmlformats.org/officeDocument/2006/relationships/customXml" Target="../ink/ink461.xml"/><Relationship Id="rId473" Type="http://schemas.openxmlformats.org/officeDocument/2006/relationships/image" Target="../media/image432.png"/><Relationship Id="rId494" Type="http://schemas.openxmlformats.org/officeDocument/2006/relationships/customXml" Target="../ink/ink482.xml"/><Relationship Id="rId508" Type="http://schemas.openxmlformats.org/officeDocument/2006/relationships/customXml" Target="../ink/ink489.xml"/><Relationship Id="rId529" Type="http://schemas.openxmlformats.org/officeDocument/2006/relationships/image" Target="../media/image460.png"/><Relationship Id="rId126" Type="http://schemas.openxmlformats.org/officeDocument/2006/relationships/customXml" Target="../ink/ink298.xml"/><Relationship Id="rId147" Type="http://schemas.openxmlformats.org/officeDocument/2006/relationships/image" Target="../media/image865.png"/><Relationship Id="rId168" Type="http://schemas.openxmlformats.org/officeDocument/2006/relationships/customXml" Target="../ink/ink319.xml"/><Relationship Id="rId312" Type="http://schemas.openxmlformats.org/officeDocument/2006/relationships/customXml" Target="../ink/ink391.xml"/><Relationship Id="rId333" Type="http://schemas.openxmlformats.org/officeDocument/2006/relationships/image" Target="../media/image362.png"/><Relationship Id="rId354" Type="http://schemas.openxmlformats.org/officeDocument/2006/relationships/customXml" Target="../ink/ink412.xml"/><Relationship Id="rId540" Type="http://schemas.openxmlformats.org/officeDocument/2006/relationships/customXml" Target="../ink/ink505.xml"/><Relationship Id="rId189" Type="http://schemas.openxmlformats.org/officeDocument/2006/relationships/image" Target="../media/image886.png"/><Relationship Id="rId375" Type="http://schemas.openxmlformats.org/officeDocument/2006/relationships/image" Target="../media/image383.png"/><Relationship Id="rId396" Type="http://schemas.openxmlformats.org/officeDocument/2006/relationships/customXml" Target="../ink/ink433.xml"/><Relationship Id="rId3" Type="http://schemas.openxmlformats.org/officeDocument/2006/relationships/customXml" Target="../ink/ink297.xml"/><Relationship Id="rId214" Type="http://schemas.openxmlformats.org/officeDocument/2006/relationships/customXml" Target="../ink/ink342.xml"/><Relationship Id="rId235" Type="http://schemas.openxmlformats.org/officeDocument/2006/relationships/image" Target="../media/image313.png"/><Relationship Id="rId256" Type="http://schemas.openxmlformats.org/officeDocument/2006/relationships/customXml" Target="../ink/ink363.xml"/><Relationship Id="rId277" Type="http://schemas.openxmlformats.org/officeDocument/2006/relationships/image" Target="../media/image334.png"/><Relationship Id="rId298" Type="http://schemas.openxmlformats.org/officeDocument/2006/relationships/customXml" Target="../ink/ink384.xml"/><Relationship Id="rId400" Type="http://schemas.openxmlformats.org/officeDocument/2006/relationships/customXml" Target="../ink/ink435.xml"/><Relationship Id="rId421" Type="http://schemas.openxmlformats.org/officeDocument/2006/relationships/image" Target="../media/image406.png"/><Relationship Id="rId442" Type="http://schemas.openxmlformats.org/officeDocument/2006/relationships/customXml" Target="../ink/ink456.xml"/><Relationship Id="rId463" Type="http://schemas.openxmlformats.org/officeDocument/2006/relationships/image" Target="../media/image427.png"/><Relationship Id="rId484" Type="http://schemas.openxmlformats.org/officeDocument/2006/relationships/customXml" Target="../ink/ink477.xml"/><Relationship Id="rId519" Type="http://schemas.openxmlformats.org/officeDocument/2006/relationships/image" Target="../media/image455.png"/><Relationship Id="rId137" Type="http://schemas.openxmlformats.org/officeDocument/2006/relationships/image" Target="../media/image860.png"/><Relationship Id="rId158" Type="http://schemas.openxmlformats.org/officeDocument/2006/relationships/customXml" Target="../ink/ink314.xml"/><Relationship Id="rId302" Type="http://schemas.openxmlformats.org/officeDocument/2006/relationships/customXml" Target="../ink/ink386.xml"/><Relationship Id="rId323" Type="http://schemas.openxmlformats.org/officeDocument/2006/relationships/image" Target="../media/image357.png"/><Relationship Id="rId344" Type="http://schemas.openxmlformats.org/officeDocument/2006/relationships/customXml" Target="../ink/ink407.xml"/><Relationship Id="rId530" Type="http://schemas.openxmlformats.org/officeDocument/2006/relationships/customXml" Target="../ink/ink500.xml"/><Relationship Id="rId179" Type="http://schemas.openxmlformats.org/officeDocument/2006/relationships/image" Target="../media/image881.png"/><Relationship Id="rId365" Type="http://schemas.openxmlformats.org/officeDocument/2006/relationships/image" Target="../media/image378.png"/><Relationship Id="rId386" Type="http://schemas.openxmlformats.org/officeDocument/2006/relationships/customXml" Target="../ink/ink428.xml"/><Relationship Id="rId190" Type="http://schemas.openxmlformats.org/officeDocument/2006/relationships/customXml" Target="../ink/ink330.xml"/><Relationship Id="rId204" Type="http://schemas.openxmlformats.org/officeDocument/2006/relationships/customXml" Target="../ink/ink337.xml"/><Relationship Id="rId225" Type="http://schemas.openxmlformats.org/officeDocument/2006/relationships/image" Target="../media/image308.png"/><Relationship Id="rId246" Type="http://schemas.openxmlformats.org/officeDocument/2006/relationships/customXml" Target="../ink/ink358.xml"/><Relationship Id="rId267" Type="http://schemas.openxmlformats.org/officeDocument/2006/relationships/image" Target="../media/image329.png"/><Relationship Id="rId288" Type="http://schemas.openxmlformats.org/officeDocument/2006/relationships/customXml" Target="../ink/ink379.xml"/><Relationship Id="rId411" Type="http://schemas.openxmlformats.org/officeDocument/2006/relationships/image" Target="../media/image401.png"/><Relationship Id="rId432" Type="http://schemas.openxmlformats.org/officeDocument/2006/relationships/customXml" Target="../ink/ink451.xml"/><Relationship Id="rId453" Type="http://schemas.openxmlformats.org/officeDocument/2006/relationships/image" Target="../media/image422.png"/><Relationship Id="rId474" Type="http://schemas.openxmlformats.org/officeDocument/2006/relationships/customXml" Target="../ink/ink472.xml"/><Relationship Id="rId509" Type="http://schemas.openxmlformats.org/officeDocument/2006/relationships/image" Target="../media/image450.png"/><Relationship Id="rId127" Type="http://schemas.openxmlformats.org/officeDocument/2006/relationships/image" Target="../media/image855.png"/><Relationship Id="rId313" Type="http://schemas.openxmlformats.org/officeDocument/2006/relationships/image" Target="../media/image352.png"/><Relationship Id="rId495" Type="http://schemas.openxmlformats.org/officeDocument/2006/relationships/image" Target="../media/image443.png"/><Relationship Id="rId148" Type="http://schemas.openxmlformats.org/officeDocument/2006/relationships/customXml" Target="../ink/ink309.xml"/><Relationship Id="rId169" Type="http://schemas.openxmlformats.org/officeDocument/2006/relationships/image" Target="../media/image876.png"/><Relationship Id="rId334" Type="http://schemas.openxmlformats.org/officeDocument/2006/relationships/customXml" Target="../ink/ink402.xml"/><Relationship Id="rId355" Type="http://schemas.openxmlformats.org/officeDocument/2006/relationships/image" Target="../media/image373.png"/><Relationship Id="rId376" Type="http://schemas.openxmlformats.org/officeDocument/2006/relationships/customXml" Target="../ink/ink423.xml"/><Relationship Id="rId397" Type="http://schemas.openxmlformats.org/officeDocument/2006/relationships/image" Target="../media/image394.png"/><Relationship Id="rId520" Type="http://schemas.openxmlformats.org/officeDocument/2006/relationships/customXml" Target="../ink/ink495.xml"/><Relationship Id="rId541" Type="http://schemas.openxmlformats.org/officeDocument/2006/relationships/image" Target="../media/image466.png"/><Relationship Id="rId180" Type="http://schemas.openxmlformats.org/officeDocument/2006/relationships/customXml" Target="../ink/ink325.xml"/><Relationship Id="rId215" Type="http://schemas.openxmlformats.org/officeDocument/2006/relationships/image" Target="../media/image303.png"/><Relationship Id="rId236" Type="http://schemas.openxmlformats.org/officeDocument/2006/relationships/customXml" Target="../ink/ink353.xml"/><Relationship Id="rId257" Type="http://schemas.openxmlformats.org/officeDocument/2006/relationships/image" Target="../media/image324.png"/><Relationship Id="rId278" Type="http://schemas.openxmlformats.org/officeDocument/2006/relationships/customXml" Target="../ink/ink374.xml"/><Relationship Id="rId401" Type="http://schemas.openxmlformats.org/officeDocument/2006/relationships/image" Target="../media/image396.png"/><Relationship Id="rId422" Type="http://schemas.openxmlformats.org/officeDocument/2006/relationships/customXml" Target="../ink/ink446.xml"/><Relationship Id="rId443" Type="http://schemas.openxmlformats.org/officeDocument/2006/relationships/image" Target="../media/image417.png"/><Relationship Id="rId464" Type="http://schemas.openxmlformats.org/officeDocument/2006/relationships/customXml" Target="../ink/ink467.xml"/><Relationship Id="rId303" Type="http://schemas.openxmlformats.org/officeDocument/2006/relationships/image" Target="../media/image347.png"/><Relationship Id="rId485" Type="http://schemas.openxmlformats.org/officeDocument/2006/relationships/image" Target="../media/image438.png"/><Relationship Id="rId138" Type="http://schemas.openxmlformats.org/officeDocument/2006/relationships/customXml" Target="../ink/ink304.xml"/><Relationship Id="rId345" Type="http://schemas.openxmlformats.org/officeDocument/2006/relationships/image" Target="../media/image368.png"/><Relationship Id="rId387" Type="http://schemas.openxmlformats.org/officeDocument/2006/relationships/image" Target="../media/image389.png"/><Relationship Id="rId510" Type="http://schemas.openxmlformats.org/officeDocument/2006/relationships/customXml" Target="../ink/ink490.xml"/><Relationship Id="rId191" Type="http://schemas.openxmlformats.org/officeDocument/2006/relationships/image" Target="../media/image887.png"/><Relationship Id="rId205" Type="http://schemas.openxmlformats.org/officeDocument/2006/relationships/image" Target="../media/image894.png"/><Relationship Id="rId247" Type="http://schemas.openxmlformats.org/officeDocument/2006/relationships/image" Target="../media/image319.png"/><Relationship Id="rId412" Type="http://schemas.openxmlformats.org/officeDocument/2006/relationships/customXml" Target="../ink/ink441.xml"/><Relationship Id="rId289" Type="http://schemas.openxmlformats.org/officeDocument/2006/relationships/image" Target="../media/image340.png"/><Relationship Id="rId454" Type="http://schemas.openxmlformats.org/officeDocument/2006/relationships/customXml" Target="../ink/ink462.xml"/><Relationship Id="rId496" Type="http://schemas.openxmlformats.org/officeDocument/2006/relationships/customXml" Target="../ink/ink483.xml"/><Relationship Id="rId149" Type="http://schemas.openxmlformats.org/officeDocument/2006/relationships/image" Target="../media/image866.png"/><Relationship Id="rId314" Type="http://schemas.openxmlformats.org/officeDocument/2006/relationships/customXml" Target="../ink/ink392.xml"/><Relationship Id="rId356" Type="http://schemas.openxmlformats.org/officeDocument/2006/relationships/customXml" Target="../ink/ink413.xml"/><Relationship Id="rId398" Type="http://schemas.openxmlformats.org/officeDocument/2006/relationships/customXml" Target="../ink/ink434.xml"/><Relationship Id="rId521" Type="http://schemas.openxmlformats.org/officeDocument/2006/relationships/image" Target="../media/image456.png"/><Relationship Id="rId160" Type="http://schemas.openxmlformats.org/officeDocument/2006/relationships/customXml" Target="../ink/ink315.xml"/><Relationship Id="rId216" Type="http://schemas.openxmlformats.org/officeDocument/2006/relationships/customXml" Target="../ink/ink343.xml"/><Relationship Id="rId423" Type="http://schemas.openxmlformats.org/officeDocument/2006/relationships/image" Target="../media/image407.png"/><Relationship Id="rId258" Type="http://schemas.openxmlformats.org/officeDocument/2006/relationships/customXml" Target="../ink/ink364.xml"/><Relationship Id="rId465" Type="http://schemas.openxmlformats.org/officeDocument/2006/relationships/image" Target="../media/image428.png"/><Relationship Id="rId325" Type="http://schemas.openxmlformats.org/officeDocument/2006/relationships/image" Target="../media/image358.png"/><Relationship Id="rId367" Type="http://schemas.openxmlformats.org/officeDocument/2006/relationships/image" Target="../media/image379.png"/><Relationship Id="rId532" Type="http://schemas.openxmlformats.org/officeDocument/2006/relationships/customXml" Target="../ink/ink501.xml"/><Relationship Id="rId171" Type="http://schemas.openxmlformats.org/officeDocument/2006/relationships/image" Target="../media/image877.png"/><Relationship Id="rId227" Type="http://schemas.openxmlformats.org/officeDocument/2006/relationships/image" Target="../media/image309.png"/><Relationship Id="rId269" Type="http://schemas.openxmlformats.org/officeDocument/2006/relationships/image" Target="../media/image330.png"/><Relationship Id="rId434" Type="http://schemas.openxmlformats.org/officeDocument/2006/relationships/customXml" Target="../ink/ink452.xml"/><Relationship Id="rId476" Type="http://schemas.openxmlformats.org/officeDocument/2006/relationships/customXml" Target="../ink/ink473.xml"/><Relationship Id="rId129" Type="http://schemas.openxmlformats.org/officeDocument/2006/relationships/image" Target="../media/image856.png"/><Relationship Id="rId280" Type="http://schemas.openxmlformats.org/officeDocument/2006/relationships/customXml" Target="../ink/ink375.xml"/><Relationship Id="rId336" Type="http://schemas.openxmlformats.org/officeDocument/2006/relationships/customXml" Target="../ink/ink403.xml"/><Relationship Id="rId501" Type="http://schemas.openxmlformats.org/officeDocument/2006/relationships/image" Target="../media/image446.png"/><Relationship Id="rId543" Type="http://schemas.openxmlformats.org/officeDocument/2006/relationships/image" Target="../media/image467.png"/><Relationship Id="rId140" Type="http://schemas.openxmlformats.org/officeDocument/2006/relationships/customXml" Target="../ink/ink305.xml"/><Relationship Id="rId182" Type="http://schemas.openxmlformats.org/officeDocument/2006/relationships/customXml" Target="../ink/ink326.xml"/><Relationship Id="rId378" Type="http://schemas.openxmlformats.org/officeDocument/2006/relationships/customXml" Target="../ink/ink424.xml"/><Relationship Id="rId403" Type="http://schemas.openxmlformats.org/officeDocument/2006/relationships/image" Target="../media/image397.png"/><Relationship Id="rId238" Type="http://schemas.openxmlformats.org/officeDocument/2006/relationships/customXml" Target="../ink/ink354.xml"/><Relationship Id="rId445" Type="http://schemas.openxmlformats.org/officeDocument/2006/relationships/image" Target="../media/image418.png"/><Relationship Id="rId487" Type="http://schemas.openxmlformats.org/officeDocument/2006/relationships/image" Target="../media/image439.png"/><Relationship Id="rId291" Type="http://schemas.openxmlformats.org/officeDocument/2006/relationships/image" Target="../media/image341.png"/><Relationship Id="rId305" Type="http://schemas.openxmlformats.org/officeDocument/2006/relationships/image" Target="../media/image348.png"/><Relationship Id="rId347" Type="http://schemas.openxmlformats.org/officeDocument/2006/relationships/image" Target="../media/image369.png"/><Relationship Id="rId512" Type="http://schemas.openxmlformats.org/officeDocument/2006/relationships/customXml" Target="../ink/ink491.xml"/><Relationship Id="rId151" Type="http://schemas.openxmlformats.org/officeDocument/2006/relationships/image" Target="../media/image867.png"/><Relationship Id="rId389" Type="http://schemas.openxmlformats.org/officeDocument/2006/relationships/image" Target="../media/image390.png"/><Relationship Id="rId193" Type="http://schemas.openxmlformats.org/officeDocument/2006/relationships/image" Target="../media/image888.png"/><Relationship Id="rId207" Type="http://schemas.openxmlformats.org/officeDocument/2006/relationships/image" Target="../media/image895.png"/><Relationship Id="rId249" Type="http://schemas.openxmlformats.org/officeDocument/2006/relationships/image" Target="../media/image320.png"/><Relationship Id="rId414" Type="http://schemas.openxmlformats.org/officeDocument/2006/relationships/customXml" Target="../ink/ink442.xml"/><Relationship Id="rId456" Type="http://schemas.openxmlformats.org/officeDocument/2006/relationships/customXml" Target="../ink/ink463.xml"/><Relationship Id="rId498" Type="http://schemas.openxmlformats.org/officeDocument/2006/relationships/customXml" Target="../ink/ink484.xml"/><Relationship Id="rId260" Type="http://schemas.openxmlformats.org/officeDocument/2006/relationships/customXml" Target="../ink/ink365.xml"/><Relationship Id="rId316" Type="http://schemas.openxmlformats.org/officeDocument/2006/relationships/customXml" Target="../ink/ink393.xml"/><Relationship Id="rId523" Type="http://schemas.openxmlformats.org/officeDocument/2006/relationships/image" Target="../media/image457.png"/><Relationship Id="rId358" Type="http://schemas.openxmlformats.org/officeDocument/2006/relationships/customXml" Target="../ink/ink414.xml"/><Relationship Id="rId162" Type="http://schemas.openxmlformats.org/officeDocument/2006/relationships/customXml" Target="../ink/ink316.xml"/><Relationship Id="rId218" Type="http://schemas.openxmlformats.org/officeDocument/2006/relationships/customXml" Target="../ink/ink344.xml"/><Relationship Id="rId425" Type="http://schemas.openxmlformats.org/officeDocument/2006/relationships/image" Target="../media/image408.png"/><Relationship Id="rId467" Type="http://schemas.openxmlformats.org/officeDocument/2006/relationships/image" Target="../media/image429.png"/><Relationship Id="rId271" Type="http://schemas.openxmlformats.org/officeDocument/2006/relationships/image" Target="../media/image331.png"/><Relationship Id="rId131" Type="http://schemas.openxmlformats.org/officeDocument/2006/relationships/image" Target="../media/image857.png"/><Relationship Id="rId327" Type="http://schemas.openxmlformats.org/officeDocument/2006/relationships/image" Target="../media/image359.png"/><Relationship Id="rId369" Type="http://schemas.openxmlformats.org/officeDocument/2006/relationships/image" Target="../media/image380.png"/><Relationship Id="rId534" Type="http://schemas.openxmlformats.org/officeDocument/2006/relationships/customXml" Target="../ink/ink502.xml"/><Relationship Id="rId173" Type="http://schemas.openxmlformats.org/officeDocument/2006/relationships/image" Target="../media/image878.png"/><Relationship Id="rId229" Type="http://schemas.openxmlformats.org/officeDocument/2006/relationships/image" Target="../media/image310.png"/><Relationship Id="rId380" Type="http://schemas.openxmlformats.org/officeDocument/2006/relationships/customXml" Target="../ink/ink425.xml"/><Relationship Id="rId436" Type="http://schemas.openxmlformats.org/officeDocument/2006/relationships/customXml" Target="../ink/ink453.xml"/><Relationship Id="rId240" Type="http://schemas.openxmlformats.org/officeDocument/2006/relationships/customXml" Target="../ink/ink355.xml"/><Relationship Id="rId478" Type="http://schemas.openxmlformats.org/officeDocument/2006/relationships/customXml" Target="../ink/ink474.xml"/><Relationship Id="rId282" Type="http://schemas.openxmlformats.org/officeDocument/2006/relationships/customXml" Target="../ink/ink376.xml"/><Relationship Id="rId338" Type="http://schemas.openxmlformats.org/officeDocument/2006/relationships/customXml" Target="../ink/ink404.xml"/><Relationship Id="rId503" Type="http://schemas.openxmlformats.org/officeDocument/2006/relationships/image" Target="../media/image447.png"/><Relationship Id="rId545" Type="http://schemas.openxmlformats.org/officeDocument/2006/relationships/image" Target="../media/image468.png"/><Relationship Id="rId142" Type="http://schemas.openxmlformats.org/officeDocument/2006/relationships/customXml" Target="../ink/ink306.xml"/><Relationship Id="rId184" Type="http://schemas.openxmlformats.org/officeDocument/2006/relationships/customXml" Target="../ink/ink327.xml"/><Relationship Id="rId391" Type="http://schemas.openxmlformats.org/officeDocument/2006/relationships/image" Target="../media/image391.png"/><Relationship Id="rId405" Type="http://schemas.openxmlformats.org/officeDocument/2006/relationships/image" Target="../media/image398.png"/><Relationship Id="rId447" Type="http://schemas.openxmlformats.org/officeDocument/2006/relationships/image" Target="../media/image419.png"/><Relationship Id="rId251" Type="http://schemas.openxmlformats.org/officeDocument/2006/relationships/image" Target="../media/image321.png"/><Relationship Id="rId489" Type="http://schemas.openxmlformats.org/officeDocument/2006/relationships/image" Target="../media/image440.png"/><Relationship Id="rId293" Type="http://schemas.openxmlformats.org/officeDocument/2006/relationships/image" Target="../media/image342.png"/><Relationship Id="rId307" Type="http://schemas.openxmlformats.org/officeDocument/2006/relationships/image" Target="../media/image349.png"/><Relationship Id="rId349" Type="http://schemas.openxmlformats.org/officeDocument/2006/relationships/image" Target="../media/image370.png"/><Relationship Id="rId514" Type="http://schemas.openxmlformats.org/officeDocument/2006/relationships/customXml" Target="../ink/ink492.xml"/><Relationship Id="rId153" Type="http://schemas.openxmlformats.org/officeDocument/2006/relationships/image" Target="../media/image868.png"/><Relationship Id="rId195" Type="http://schemas.openxmlformats.org/officeDocument/2006/relationships/image" Target="../media/image889.png"/><Relationship Id="rId209" Type="http://schemas.openxmlformats.org/officeDocument/2006/relationships/image" Target="../media/image896.png"/><Relationship Id="rId360" Type="http://schemas.openxmlformats.org/officeDocument/2006/relationships/customXml" Target="../ink/ink415.xml"/><Relationship Id="rId416" Type="http://schemas.openxmlformats.org/officeDocument/2006/relationships/customXml" Target="../ink/ink443.xml"/><Relationship Id="rId220" Type="http://schemas.openxmlformats.org/officeDocument/2006/relationships/customXml" Target="../ink/ink345.xml"/><Relationship Id="rId458" Type="http://schemas.openxmlformats.org/officeDocument/2006/relationships/customXml" Target="../ink/ink464.xml"/><Relationship Id="rId262" Type="http://schemas.openxmlformats.org/officeDocument/2006/relationships/customXml" Target="../ink/ink366.xml"/><Relationship Id="rId318" Type="http://schemas.openxmlformats.org/officeDocument/2006/relationships/customXml" Target="../ink/ink394.xml"/><Relationship Id="rId525" Type="http://schemas.openxmlformats.org/officeDocument/2006/relationships/image" Target="../media/image458.png"/><Relationship Id="rId164" Type="http://schemas.openxmlformats.org/officeDocument/2006/relationships/customXml" Target="../ink/ink317.xml"/><Relationship Id="rId371" Type="http://schemas.openxmlformats.org/officeDocument/2006/relationships/image" Target="../media/image381.png"/><Relationship Id="rId427" Type="http://schemas.openxmlformats.org/officeDocument/2006/relationships/image" Target="../media/image409.png"/><Relationship Id="rId469" Type="http://schemas.openxmlformats.org/officeDocument/2006/relationships/image" Target="../media/image430.png"/><Relationship Id="rId231" Type="http://schemas.openxmlformats.org/officeDocument/2006/relationships/image" Target="../media/image311.png"/><Relationship Id="rId273" Type="http://schemas.openxmlformats.org/officeDocument/2006/relationships/image" Target="../media/image332.png"/><Relationship Id="rId329" Type="http://schemas.openxmlformats.org/officeDocument/2006/relationships/image" Target="../media/image360.png"/><Relationship Id="rId480" Type="http://schemas.openxmlformats.org/officeDocument/2006/relationships/customXml" Target="../ink/ink475.xml"/><Relationship Id="rId536" Type="http://schemas.openxmlformats.org/officeDocument/2006/relationships/customXml" Target="../ink/ink503.xml"/><Relationship Id="rId133" Type="http://schemas.openxmlformats.org/officeDocument/2006/relationships/image" Target="../media/image858.png"/><Relationship Id="rId175" Type="http://schemas.openxmlformats.org/officeDocument/2006/relationships/image" Target="../media/image879.png"/><Relationship Id="rId340" Type="http://schemas.openxmlformats.org/officeDocument/2006/relationships/customXml" Target="../ink/ink405.xml"/><Relationship Id="rId200" Type="http://schemas.openxmlformats.org/officeDocument/2006/relationships/customXml" Target="../ink/ink335.xml"/><Relationship Id="rId382" Type="http://schemas.openxmlformats.org/officeDocument/2006/relationships/customXml" Target="../ink/ink426.xml"/><Relationship Id="rId438" Type="http://schemas.openxmlformats.org/officeDocument/2006/relationships/customXml" Target="../ink/ink454.xml"/><Relationship Id="rId242" Type="http://schemas.openxmlformats.org/officeDocument/2006/relationships/customXml" Target="../ink/ink356.xml"/><Relationship Id="rId284" Type="http://schemas.openxmlformats.org/officeDocument/2006/relationships/customXml" Target="../ink/ink377.xml"/><Relationship Id="rId491" Type="http://schemas.openxmlformats.org/officeDocument/2006/relationships/image" Target="../media/image441.png"/><Relationship Id="rId505" Type="http://schemas.openxmlformats.org/officeDocument/2006/relationships/image" Target="../media/image448.png"/><Relationship Id="rId144" Type="http://schemas.openxmlformats.org/officeDocument/2006/relationships/customXml" Target="../ink/ink307.xml"/><Relationship Id="rId186" Type="http://schemas.openxmlformats.org/officeDocument/2006/relationships/customXml" Target="../ink/ink328.xml"/><Relationship Id="rId351" Type="http://schemas.openxmlformats.org/officeDocument/2006/relationships/image" Target="../media/image371.png"/><Relationship Id="rId393" Type="http://schemas.openxmlformats.org/officeDocument/2006/relationships/image" Target="../media/image392.png"/><Relationship Id="rId407" Type="http://schemas.openxmlformats.org/officeDocument/2006/relationships/image" Target="../media/image399.png"/><Relationship Id="rId449" Type="http://schemas.openxmlformats.org/officeDocument/2006/relationships/image" Target="../media/image420.png"/><Relationship Id="rId211" Type="http://schemas.openxmlformats.org/officeDocument/2006/relationships/image" Target="../media/image301.png"/><Relationship Id="rId253" Type="http://schemas.openxmlformats.org/officeDocument/2006/relationships/image" Target="../media/image322.png"/><Relationship Id="rId295" Type="http://schemas.openxmlformats.org/officeDocument/2006/relationships/image" Target="../media/image343.png"/><Relationship Id="rId309" Type="http://schemas.openxmlformats.org/officeDocument/2006/relationships/image" Target="../media/image350.png"/><Relationship Id="rId460" Type="http://schemas.openxmlformats.org/officeDocument/2006/relationships/customXml" Target="../ink/ink465.xml"/><Relationship Id="rId516" Type="http://schemas.openxmlformats.org/officeDocument/2006/relationships/customXml" Target="../ink/ink493.xml"/><Relationship Id="rId320" Type="http://schemas.openxmlformats.org/officeDocument/2006/relationships/customXml" Target="../ink/ink395.xml"/><Relationship Id="rId155" Type="http://schemas.openxmlformats.org/officeDocument/2006/relationships/image" Target="../media/image869.png"/><Relationship Id="rId197" Type="http://schemas.openxmlformats.org/officeDocument/2006/relationships/image" Target="../media/image890.png"/><Relationship Id="rId362" Type="http://schemas.openxmlformats.org/officeDocument/2006/relationships/customXml" Target="../ink/ink416.xml"/><Relationship Id="rId418" Type="http://schemas.openxmlformats.org/officeDocument/2006/relationships/customXml" Target="../ink/ink444.xml"/><Relationship Id="rId222" Type="http://schemas.openxmlformats.org/officeDocument/2006/relationships/customXml" Target="../ink/ink346.xml"/><Relationship Id="rId264" Type="http://schemas.openxmlformats.org/officeDocument/2006/relationships/customXml" Target="../ink/ink367.xml"/><Relationship Id="rId471" Type="http://schemas.openxmlformats.org/officeDocument/2006/relationships/image" Target="../media/image43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6.png"/><Relationship Id="rId299" Type="http://schemas.openxmlformats.org/officeDocument/2006/relationships/image" Target="../media/image617.png"/><Relationship Id="rId21" Type="http://schemas.openxmlformats.org/officeDocument/2006/relationships/image" Target="../media/image478.png"/><Relationship Id="rId63" Type="http://schemas.openxmlformats.org/officeDocument/2006/relationships/image" Target="../media/image499.png"/><Relationship Id="rId159" Type="http://schemas.openxmlformats.org/officeDocument/2006/relationships/image" Target="../media/image547.png"/><Relationship Id="rId324" Type="http://schemas.openxmlformats.org/officeDocument/2006/relationships/customXml" Target="../ink/ink669.xml"/><Relationship Id="rId170" Type="http://schemas.openxmlformats.org/officeDocument/2006/relationships/customXml" Target="../ink/ink592.xml"/><Relationship Id="rId226" Type="http://schemas.openxmlformats.org/officeDocument/2006/relationships/customXml" Target="../ink/ink620.xml"/><Relationship Id="rId268" Type="http://schemas.openxmlformats.org/officeDocument/2006/relationships/customXml" Target="../ink/ink641.xml"/><Relationship Id="rId32" Type="http://schemas.openxmlformats.org/officeDocument/2006/relationships/customXml" Target="../ink/ink523.xml"/><Relationship Id="rId74" Type="http://schemas.openxmlformats.org/officeDocument/2006/relationships/customXml" Target="../ink/ink544.xml"/><Relationship Id="rId128" Type="http://schemas.openxmlformats.org/officeDocument/2006/relationships/customXml" Target="../ink/ink571.xml"/><Relationship Id="rId335" Type="http://schemas.openxmlformats.org/officeDocument/2006/relationships/image" Target="../media/image635.png"/><Relationship Id="rId5" Type="http://schemas.openxmlformats.org/officeDocument/2006/relationships/image" Target="../media/image470.png"/><Relationship Id="rId181" Type="http://schemas.openxmlformats.org/officeDocument/2006/relationships/image" Target="../media/image558.png"/><Relationship Id="rId237" Type="http://schemas.openxmlformats.org/officeDocument/2006/relationships/image" Target="../media/image586.png"/><Relationship Id="rId279" Type="http://schemas.openxmlformats.org/officeDocument/2006/relationships/image" Target="../media/image607.png"/><Relationship Id="rId43" Type="http://schemas.openxmlformats.org/officeDocument/2006/relationships/image" Target="../media/image489.png"/><Relationship Id="rId139" Type="http://schemas.openxmlformats.org/officeDocument/2006/relationships/image" Target="../media/image537.png"/><Relationship Id="rId290" Type="http://schemas.openxmlformats.org/officeDocument/2006/relationships/customXml" Target="../ink/ink652.xml"/><Relationship Id="rId304" Type="http://schemas.openxmlformats.org/officeDocument/2006/relationships/customXml" Target="../ink/ink659.xml"/><Relationship Id="rId346" Type="http://schemas.openxmlformats.org/officeDocument/2006/relationships/customXml" Target="../ink/ink680.xml"/><Relationship Id="rId85" Type="http://schemas.openxmlformats.org/officeDocument/2006/relationships/image" Target="../media/image510.png"/><Relationship Id="rId150" Type="http://schemas.openxmlformats.org/officeDocument/2006/relationships/customXml" Target="../ink/ink582.xml"/><Relationship Id="rId192" Type="http://schemas.openxmlformats.org/officeDocument/2006/relationships/customXml" Target="../ink/ink603.xml"/><Relationship Id="rId206" Type="http://schemas.openxmlformats.org/officeDocument/2006/relationships/customXml" Target="../ink/ink610.xml"/><Relationship Id="rId248" Type="http://schemas.openxmlformats.org/officeDocument/2006/relationships/customXml" Target="../ink/ink631.xml"/><Relationship Id="rId12" Type="http://schemas.openxmlformats.org/officeDocument/2006/relationships/customXml" Target="../ink/ink513.xml"/><Relationship Id="rId108" Type="http://schemas.openxmlformats.org/officeDocument/2006/relationships/customXml" Target="../ink/ink561.xml"/><Relationship Id="rId315" Type="http://schemas.openxmlformats.org/officeDocument/2006/relationships/image" Target="../media/image625.png"/><Relationship Id="rId54" Type="http://schemas.openxmlformats.org/officeDocument/2006/relationships/customXml" Target="../ink/ink534.xml"/><Relationship Id="rId96" Type="http://schemas.openxmlformats.org/officeDocument/2006/relationships/customXml" Target="../ink/ink555.xml"/><Relationship Id="rId161" Type="http://schemas.openxmlformats.org/officeDocument/2006/relationships/image" Target="../media/image548.png"/><Relationship Id="rId217" Type="http://schemas.openxmlformats.org/officeDocument/2006/relationships/image" Target="../media/image576.png"/><Relationship Id="rId259" Type="http://schemas.openxmlformats.org/officeDocument/2006/relationships/image" Target="../media/image597.png"/><Relationship Id="rId23" Type="http://schemas.openxmlformats.org/officeDocument/2006/relationships/image" Target="../media/image479.png"/><Relationship Id="rId119" Type="http://schemas.openxmlformats.org/officeDocument/2006/relationships/image" Target="../media/image527.png"/><Relationship Id="rId270" Type="http://schemas.openxmlformats.org/officeDocument/2006/relationships/customXml" Target="../ink/ink642.xml"/><Relationship Id="rId326" Type="http://schemas.openxmlformats.org/officeDocument/2006/relationships/customXml" Target="../ink/ink670.xml"/><Relationship Id="rId65" Type="http://schemas.openxmlformats.org/officeDocument/2006/relationships/image" Target="../media/image500.png"/><Relationship Id="rId130" Type="http://schemas.openxmlformats.org/officeDocument/2006/relationships/customXml" Target="../ink/ink572.xml"/><Relationship Id="rId172" Type="http://schemas.openxmlformats.org/officeDocument/2006/relationships/customXml" Target="../ink/ink593.xml"/><Relationship Id="rId228" Type="http://schemas.openxmlformats.org/officeDocument/2006/relationships/customXml" Target="../ink/ink621.xml"/><Relationship Id="rId281" Type="http://schemas.openxmlformats.org/officeDocument/2006/relationships/image" Target="../media/image608.png"/><Relationship Id="rId337" Type="http://schemas.openxmlformats.org/officeDocument/2006/relationships/image" Target="../media/image636.png"/><Relationship Id="rId34" Type="http://schemas.openxmlformats.org/officeDocument/2006/relationships/customXml" Target="../ink/ink524.xml"/><Relationship Id="rId76" Type="http://schemas.openxmlformats.org/officeDocument/2006/relationships/customXml" Target="../ink/ink545.xml"/><Relationship Id="rId141" Type="http://schemas.openxmlformats.org/officeDocument/2006/relationships/image" Target="../media/image538.png"/><Relationship Id="rId7" Type="http://schemas.openxmlformats.org/officeDocument/2006/relationships/image" Target="../media/image471.png"/><Relationship Id="rId183" Type="http://schemas.openxmlformats.org/officeDocument/2006/relationships/image" Target="../media/image559.png"/><Relationship Id="rId239" Type="http://schemas.openxmlformats.org/officeDocument/2006/relationships/image" Target="../media/image587.png"/><Relationship Id="rId250" Type="http://schemas.openxmlformats.org/officeDocument/2006/relationships/customXml" Target="../ink/ink632.xml"/><Relationship Id="rId292" Type="http://schemas.openxmlformats.org/officeDocument/2006/relationships/customXml" Target="../ink/ink653.xml"/><Relationship Id="rId306" Type="http://schemas.openxmlformats.org/officeDocument/2006/relationships/customXml" Target="../ink/ink660.xml"/><Relationship Id="rId45" Type="http://schemas.openxmlformats.org/officeDocument/2006/relationships/image" Target="../media/image490.png"/><Relationship Id="rId87" Type="http://schemas.openxmlformats.org/officeDocument/2006/relationships/image" Target="../media/image511.png"/><Relationship Id="rId110" Type="http://schemas.openxmlformats.org/officeDocument/2006/relationships/customXml" Target="../ink/ink562.xml"/><Relationship Id="rId348" Type="http://schemas.openxmlformats.org/officeDocument/2006/relationships/customXml" Target="../ink/ink681.xml"/><Relationship Id="rId152" Type="http://schemas.openxmlformats.org/officeDocument/2006/relationships/customXml" Target="../ink/ink583.xml"/><Relationship Id="rId194" Type="http://schemas.openxmlformats.org/officeDocument/2006/relationships/customXml" Target="../ink/ink604.xml"/><Relationship Id="rId208" Type="http://schemas.openxmlformats.org/officeDocument/2006/relationships/customXml" Target="../ink/ink611.xml"/><Relationship Id="rId261" Type="http://schemas.openxmlformats.org/officeDocument/2006/relationships/image" Target="../media/image598.png"/><Relationship Id="rId14" Type="http://schemas.openxmlformats.org/officeDocument/2006/relationships/customXml" Target="../ink/ink514.xml"/><Relationship Id="rId56" Type="http://schemas.openxmlformats.org/officeDocument/2006/relationships/customXml" Target="../ink/ink535.xml"/><Relationship Id="rId317" Type="http://schemas.openxmlformats.org/officeDocument/2006/relationships/image" Target="../media/image626.png"/><Relationship Id="rId98" Type="http://schemas.openxmlformats.org/officeDocument/2006/relationships/customXml" Target="../ink/ink556.xml"/><Relationship Id="rId121" Type="http://schemas.openxmlformats.org/officeDocument/2006/relationships/image" Target="../media/image528.png"/><Relationship Id="rId163" Type="http://schemas.openxmlformats.org/officeDocument/2006/relationships/image" Target="../media/image549.png"/><Relationship Id="rId219" Type="http://schemas.openxmlformats.org/officeDocument/2006/relationships/image" Target="../media/image577.png"/><Relationship Id="rId230" Type="http://schemas.openxmlformats.org/officeDocument/2006/relationships/customXml" Target="../ink/ink622.xml"/><Relationship Id="rId251" Type="http://schemas.openxmlformats.org/officeDocument/2006/relationships/image" Target="../media/image593.png"/><Relationship Id="rId25" Type="http://schemas.openxmlformats.org/officeDocument/2006/relationships/image" Target="../media/image480.png"/><Relationship Id="rId46" Type="http://schemas.openxmlformats.org/officeDocument/2006/relationships/customXml" Target="../ink/ink530.xml"/><Relationship Id="rId67" Type="http://schemas.openxmlformats.org/officeDocument/2006/relationships/image" Target="../media/image501.png"/><Relationship Id="rId272" Type="http://schemas.openxmlformats.org/officeDocument/2006/relationships/customXml" Target="../ink/ink643.xml"/><Relationship Id="rId293" Type="http://schemas.openxmlformats.org/officeDocument/2006/relationships/image" Target="../media/image614.png"/><Relationship Id="rId307" Type="http://schemas.openxmlformats.org/officeDocument/2006/relationships/image" Target="../media/image621.png"/><Relationship Id="rId328" Type="http://schemas.openxmlformats.org/officeDocument/2006/relationships/customXml" Target="../ink/ink671.xml"/><Relationship Id="rId349" Type="http://schemas.openxmlformats.org/officeDocument/2006/relationships/image" Target="../media/image642.png"/><Relationship Id="rId88" Type="http://schemas.openxmlformats.org/officeDocument/2006/relationships/customXml" Target="../ink/ink551.xml"/><Relationship Id="rId111" Type="http://schemas.openxmlformats.org/officeDocument/2006/relationships/image" Target="../media/image523.png"/><Relationship Id="rId132" Type="http://schemas.openxmlformats.org/officeDocument/2006/relationships/customXml" Target="../ink/ink573.xml"/><Relationship Id="rId153" Type="http://schemas.openxmlformats.org/officeDocument/2006/relationships/image" Target="../media/image544.png"/><Relationship Id="rId174" Type="http://schemas.openxmlformats.org/officeDocument/2006/relationships/customXml" Target="../ink/ink594.xml"/><Relationship Id="rId195" Type="http://schemas.openxmlformats.org/officeDocument/2006/relationships/image" Target="../media/image565.png"/><Relationship Id="rId209" Type="http://schemas.openxmlformats.org/officeDocument/2006/relationships/image" Target="../media/image572.png"/><Relationship Id="rId220" Type="http://schemas.openxmlformats.org/officeDocument/2006/relationships/customXml" Target="../ink/ink617.xml"/><Relationship Id="rId241" Type="http://schemas.openxmlformats.org/officeDocument/2006/relationships/image" Target="../media/image588.png"/><Relationship Id="rId15" Type="http://schemas.openxmlformats.org/officeDocument/2006/relationships/image" Target="../media/image475.png"/><Relationship Id="rId36" Type="http://schemas.openxmlformats.org/officeDocument/2006/relationships/customXml" Target="../ink/ink525.xml"/><Relationship Id="rId57" Type="http://schemas.openxmlformats.org/officeDocument/2006/relationships/image" Target="../media/image496.png"/><Relationship Id="rId262" Type="http://schemas.openxmlformats.org/officeDocument/2006/relationships/customXml" Target="../ink/ink638.xml"/><Relationship Id="rId283" Type="http://schemas.openxmlformats.org/officeDocument/2006/relationships/image" Target="../media/image609.png"/><Relationship Id="rId318" Type="http://schemas.openxmlformats.org/officeDocument/2006/relationships/customXml" Target="../ink/ink666.xml"/><Relationship Id="rId339" Type="http://schemas.openxmlformats.org/officeDocument/2006/relationships/image" Target="../media/image637.png"/><Relationship Id="rId78" Type="http://schemas.openxmlformats.org/officeDocument/2006/relationships/customXml" Target="../ink/ink546.xml"/><Relationship Id="rId99" Type="http://schemas.openxmlformats.org/officeDocument/2006/relationships/image" Target="../media/image517.png"/><Relationship Id="rId101" Type="http://schemas.openxmlformats.org/officeDocument/2006/relationships/image" Target="../media/image518.png"/><Relationship Id="rId122" Type="http://schemas.openxmlformats.org/officeDocument/2006/relationships/customXml" Target="../ink/ink568.xml"/><Relationship Id="rId143" Type="http://schemas.openxmlformats.org/officeDocument/2006/relationships/image" Target="../media/image539.png"/><Relationship Id="rId164" Type="http://schemas.openxmlformats.org/officeDocument/2006/relationships/customXml" Target="../ink/ink589.xml"/><Relationship Id="rId185" Type="http://schemas.openxmlformats.org/officeDocument/2006/relationships/image" Target="../media/image560.png"/><Relationship Id="rId350" Type="http://schemas.openxmlformats.org/officeDocument/2006/relationships/customXml" Target="../ink/ink682.xml"/><Relationship Id="rId9" Type="http://schemas.openxmlformats.org/officeDocument/2006/relationships/image" Target="../media/image472.png"/><Relationship Id="rId210" Type="http://schemas.openxmlformats.org/officeDocument/2006/relationships/customXml" Target="../ink/ink612.xml"/><Relationship Id="rId26" Type="http://schemas.openxmlformats.org/officeDocument/2006/relationships/customXml" Target="../ink/ink520.xml"/><Relationship Id="rId231" Type="http://schemas.openxmlformats.org/officeDocument/2006/relationships/image" Target="../media/image583.png"/><Relationship Id="rId252" Type="http://schemas.openxmlformats.org/officeDocument/2006/relationships/customXml" Target="../ink/ink633.xml"/><Relationship Id="rId273" Type="http://schemas.openxmlformats.org/officeDocument/2006/relationships/image" Target="../media/image604.png"/><Relationship Id="rId294" Type="http://schemas.openxmlformats.org/officeDocument/2006/relationships/customXml" Target="../ink/ink654.xml"/><Relationship Id="rId308" Type="http://schemas.openxmlformats.org/officeDocument/2006/relationships/customXml" Target="../ink/ink661.xml"/><Relationship Id="rId329" Type="http://schemas.openxmlformats.org/officeDocument/2006/relationships/image" Target="../media/image632.png"/><Relationship Id="rId47" Type="http://schemas.openxmlformats.org/officeDocument/2006/relationships/image" Target="../media/image491.png"/><Relationship Id="rId68" Type="http://schemas.openxmlformats.org/officeDocument/2006/relationships/customXml" Target="../ink/ink541.xml"/><Relationship Id="rId89" Type="http://schemas.openxmlformats.org/officeDocument/2006/relationships/image" Target="../media/image512.png"/><Relationship Id="rId112" Type="http://schemas.openxmlformats.org/officeDocument/2006/relationships/customXml" Target="../ink/ink563.xml"/><Relationship Id="rId133" Type="http://schemas.openxmlformats.org/officeDocument/2006/relationships/image" Target="../media/image534.png"/><Relationship Id="rId154" Type="http://schemas.openxmlformats.org/officeDocument/2006/relationships/customXml" Target="../ink/ink584.xml"/><Relationship Id="rId175" Type="http://schemas.openxmlformats.org/officeDocument/2006/relationships/image" Target="../media/image555.png"/><Relationship Id="rId340" Type="http://schemas.openxmlformats.org/officeDocument/2006/relationships/customXml" Target="../ink/ink677.xml"/><Relationship Id="rId196" Type="http://schemas.openxmlformats.org/officeDocument/2006/relationships/customXml" Target="../ink/ink605.xml"/><Relationship Id="rId200" Type="http://schemas.openxmlformats.org/officeDocument/2006/relationships/customXml" Target="../ink/ink607.xml"/><Relationship Id="rId16" Type="http://schemas.openxmlformats.org/officeDocument/2006/relationships/customXml" Target="../ink/ink515.xml"/><Relationship Id="rId221" Type="http://schemas.openxmlformats.org/officeDocument/2006/relationships/image" Target="../media/image578.png"/><Relationship Id="rId242" Type="http://schemas.openxmlformats.org/officeDocument/2006/relationships/customXml" Target="../ink/ink628.xml"/><Relationship Id="rId263" Type="http://schemas.openxmlformats.org/officeDocument/2006/relationships/image" Target="../media/image599.png"/><Relationship Id="rId284" Type="http://schemas.openxmlformats.org/officeDocument/2006/relationships/customXml" Target="../ink/ink649.xml"/><Relationship Id="rId319" Type="http://schemas.openxmlformats.org/officeDocument/2006/relationships/image" Target="../media/image627.png"/><Relationship Id="rId37" Type="http://schemas.openxmlformats.org/officeDocument/2006/relationships/image" Target="../media/image486.png"/><Relationship Id="rId58" Type="http://schemas.openxmlformats.org/officeDocument/2006/relationships/customXml" Target="../ink/ink536.xml"/><Relationship Id="rId79" Type="http://schemas.openxmlformats.org/officeDocument/2006/relationships/image" Target="../media/image507.png"/><Relationship Id="rId102" Type="http://schemas.openxmlformats.org/officeDocument/2006/relationships/customXml" Target="../ink/ink558.xml"/><Relationship Id="rId123" Type="http://schemas.openxmlformats.org/officeDocument/2006/relationships/image" Target="../media/image529.png"/><Relationship Id="rId144" Type="http://schemas.openxmlformats.org/officeDocument/2006/relationships/customXml" Target="../ink/ink579.xml"/><Relationship Id="rId330" Type="http://schemas.openxmlformats.org/officeDocument/2006/relationships/customXml" Target="../ink/ink672.xml"/><Relationship Id="rId90" Type="http://schemas.openxmlformats.org/officeDocument/2006/relationships/customXml" Target="../ink/ink552.xml"/><Relationship Id="rId165" Type="http://schemas.openxmlformats.org/officeDocument/2006/relationships/image" Target="../media/image550.png"/><Relationship Id="rId186" Type="http://schemas.openxmlformats.org/officeDocument/2006/relationships/customXml" Target="../ink/ink600.xml"/><Relationship Id="rId351" Type="http://schemas.openxmlformats.org/officeDocument/2006/relationships/image" Target="../media/image643.png"/><Relationship Id="rId211" Type="http://schemas.openxmlformats.org/officeDocument/2006/relationships/image" Target="../media/image573.png"/><Relationship Id="rId232" Type="http://schemas.openxmlformats.org/officeDocument/2006/relationships/customXml" Target="../ink/ink623.xml"/><Relationship Id="rId253" Type="http://schemas.openxmlformats.org/officeDocument/2006/relationships/image" Target="../media/image594.png"/><Relationship Id="rId274" Type="http://schemas.openxmlformats.org/officeDocument/2006/relationships/customXml" Target="../ink/ink644.xml"/><Relationship Id="rId295" Type="http://schemas.openxmlformats.org/officeDocument/2006/relationships/image" Target="../media/image615.png"/><Relationship Id="rId309" Type="http://schemas.openxmlformats.org/officeDocument/2006/relationships/image" Target="../media/image622.png"/><Relationship Id="rId27" Type="http://schemas.openxmlformats.org/officeDocument/2006/relationships/image" Target="../media/image481.png"/><Relationship Id="rId48" Type="http://schemas.openxmlformats.org/officeDocument/2006/relationships/customXml" Target="../ink/ink531.xml"/><Relationship Id="rId69" Type="http://schemas.openxmlformats.org/officeDocument/2006/relationships/image" Target="../media/image502.png"/><Relationship Id="rId113" Type="http://schemas.openxmlformats.org/officeDocument/2006/relationships/image" Target="../media/image524.png"/><Relationship Id="rId134" Type="http://schemas.openxmlformats.org/officeDocument/2006/relationships/customXml" Target="../ink/ink574.xml"/><Relationship Id="rId320" Type="http://schemas.openxmlformats.org/officeDocument/2006/relationships/customXml" Target="../ink/ink667.xml"/><Relationship Id="rId80" Type="http://schemas.openxmlformats.org/officeDocument/2006/relationships/customXml" Target="../ink/ink547.xml"/><Relationship Id="rId155" Type="http://schemas.openxmlformats.org/officeDocument/2006/relationships/image" Target="../media/image545.png"/><Relationship Id="rId176" Type="http://schemas.openxmlformats.org/officeDocument/2006/relationships/customXml" Target="../ink/ink595.xml"/><Relationship Id="rId197" Type="http://schemas.openxmlformats.org/officeDocument/2006/relationships/image" Target="../media/image566.png"/><Relationship Id="rId341" Type="http://schemas.openxmlformats.org/officeDocument/2006/relationships/image" Target="../media/image638.png"/><Relationship Id="rId201" Type="http://schemas.openxmlformats.org/officeDocument/2006/relationships/image" Target="../media/image568.png"/><Relationship Id="rId222" Type="http://schemas.openxmlformats.org/officeDocument/2006/relationships/customXml" Target="../ink/ink618.xml"/><Relationship Id="rId243" Type="http://schemas.openxmlformats.org/officeDocument/2006/relationships/image" Target="../media/image589.png"/><Relationship Id="rId264" Type="http://schemas.openxmlformats.org/officeDocument/2006/relationships/customXml" Target="../ink/ink639.xml"/><Relationship Id="rId285" Type="http://schemas.openxmlformats.org/officeDocument/2006/relationships/image" Target="../media/image610.png"/><Relationship Id="rId17" Type="http://schemas.openxmlformats.org/officeDocument/2006/relationships/image" Target="../media/image476.png"/><Relationship Id="rId38" Type="http://schemas.openxmlformats.org/officeDocument/2006/relationships/customXml" Target="../ink/ink526.xml"/><Relationship Id="rId59" Type="http://schemas.openxmlformats.org/officeDocument/2006/relationships/image" Target="../media/image497.png"/><Relationship Id="rId103" Type="http://schemas.openxmlformats.org/officeDocument/2006/relationships/image" Target="../media/image519.png"/><Relationship Id="rId124" Type="http://schemas.openxmlformats.org/officeDocument/2006/relationships/customXml" Target="../ink/ink569.xml"/><Relationship Id="rId310" Type="http://schemas.openxmlformats.org/officeDocument/2006/relationships/customXml" Target="../ink/ink662.xml"/><Relationship Id="rId70" Type="http://schemas.openxmlformats.org/officeDocument/2006/relationships/customXml" Target="../ink/ink542.xml"/><Relationship Id="rId91" Type="http://schemas.openxmlformats.org/officeDocument/2006/relationships/image" Target="../media/image513.png"/><Relationship Id="rId145" Type="http://schemas.openxmlformats.org/officeDocument/2006/relationships/image" Target="../media/image540.png"/><Relationship Id="rId166" Type="http://schemas.openxmlformats.org/officeDocument/2006/relationships/customXml" Target="../ink/ink590.xml"/><Relationship Id="rId187" Type="http://schemas.openxmlformats.org/officeDocument/2006/relationships/image" Target="../media/image561.png"/><Relationship Id="rId331" Type="http://schemas.openxmlformats.org/officeDocument/2006/relationships/image" Target="../media/image633.png"/><Relationship Id="rId352" Type="http://schemas.openxmlformats.org/officeDocument/2006/relationships/customXml" Target="../ink/ink683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13.xml"/><Relationship Id="rId233" Type="http://schemas.openxmlformats.org/officeDocument/2006/relationships/image" Target="../media/image584.png"/><Relationship Id="rId254" Type="http://schemas.openxmlformats.org/officeDocument/2006/relationships/customXml" Target="../ink/ink634.xml"/><Relationship Id="rId28" Type="http://schemas.openxmlformats.org/officeDocument/2006/relationships/customXml" Target="../ink/ink521.xml"/><Relationship Id="rId49" Type="http://schemas.openxmlformats.org/officeDocument/2006/relationships/image" Target="../media/image492.png"/><Relationship Id="rId114" Type="http://schemas.openxmlformats.org/officeDocument/2006/relationships/customXml" Target="../ink/ink564.xml"/><Relationship Id="rId275" Type="http://schemas.openxmlformats.org/officeDocument/2006/relationships/image" Target="../media/image605.png"/><Relationship Id="rId296" Type="http://schemas.openxmlformats.org/officeDocument/2006/relationships/customXml" Target="../ink/ink655.xml"/><Relationship Id="rId300" Type="http://schemas.openxmlformats.org/officeDocument/2006/relationships/customXml" Target="../ink/ink657.xml"/><Relationship Id="rId60" Type="http://schemas.openxmlformats.org/officeDocument/2006/relationships/customXml" Target="../ink/ink537.xml"/><Relationship Id="rId81" Type="http://schemas.openxmlformats.org/officeDocument/2006/relationships/image" Target="../media/image508.png"/><Relationship Id="rId135" Type="http://schemas.openxmlformats.org/officeDocument/2006/relationships/image" Target="../media/image535.png"/><Relationship Id="rId156" Type="http://schemas.openxmlformats.org/officeDocument/2006/relationships/customXml" Target="../ink/ink585.xml"/><Relationship Id="rId177" Type="http://schemas.openxmlformats.org/officeDocument/2006/relationships/image" Target="../media/image556.png"/><Relationship Id="rId198" Type="http://schemas.openxmlformats.org/officeDocument/2006/relationships/customXml" Target="../ink/ink606.xml"/><Relationship Id="rId321" Type="http://schemas.openxmlformats.org/officeDocument/2006/relationships/image" Target="../media/image628.png"/><Relationship Id="rId342" Type="http://schemas.openxmlformats.org/officeDocument/2006/relationships/customXml" Target="../ink/ink678.xml"/><Relationship Id="rId202" Type="http://schemas.openxmlformats.org/officeDocument/2006/relationships/customXml" Target="../ink/ink608.xml"/><Relationship Id="rId223" Type="http://schemas.openxmlformats.org/officeDocument/2006/relationships/image" Target="../media/image579.png"/><Relationship Id="rId244" Type="http://schemas.openxmlformats.org/officeDocument/2006/relationships/customXml" Target="../ink/ink629.xml"/><Relationship Id="rId18" Type="http://schemas.openxmlformats.org/officeDocument/2006/relationships/customXml" Target="../ink/ink516.xml"/><Relationship Id="rId39" Type="http://schemas.openxmlformats.org/officeDocument/2006/relationships/image" Target="../media/image487.png"/><Relationship Id="rId265" Type="http://schemas.openxmlformats.org/officeDocument/2006/relationships/image" Target="../media/image600.png"/><Relationship Id="rId286" Type="http://schemas.openxmlformats.org/officeDocument/2006/relationships/customXml" Target="../ink/ink650.xml"/><Relationship Id="rId50" Type="http://schemas.openxmlformats.org/officeDocument/2006/relationships/customXml" Target="../ink/ink532.xml"/><Relationship Id="rId104" Type="http://schemas.openxmlformats.org/officeDocument/2006/relationships/customXml" Target="../ink/ink559.xml"/><Relationship Id="rId125" Type="http://schemas.openxmlformats.org/officeDocument/2006/relationships/image" Target="../media/image530.png"/><Relationship Id="rId146" Type="http://schemas.openxmlformats.org/officeDocument/2006/relationships/customXml" Target="../ink/ink580.xml"/><Relationship Id="rId167" Type="http://schemas.openxmlformats.org/officeDocument/2006/relationships/image" Target="../media/image551.png"/><Relationship Id="rId188" Type="http://schemas.openxmlformats.org/officeDocument/2006/relationships/customXml" Target="../ink/ink601.xml"/><Relationship Id="rId311" Type="http://schemas.openxmlformats.org/officeDocument/2006/relationships/image" Target="../media/image623.png"/><Relationship Id="rId332" Type="http://schemas.openxmlformats.org/officeDocument/2006/relationships/customXml" Target="../ink/ink673.xml"/><Relationship Id="rId353" Type="http://schemas.openxmlformats.org/officeDocument/2006/relationships/image" Target="../media/image644.png"/><Relationship Id="rId71" Type="http://schemas.openxmlformats.org/officeDocument/2006/relationships/image" Target="../media/image503.png"/><Relationship Id="rId92" Type="http://schemas.openxmlformats.org/officeDocument/2006/relationships/customXml" Target="../ink/ink553.xml"/><Relationship Id="rId213" Type="http://schemas.openxmlformats.org/officeDocument/2006/relationships/image" Target="../media/image574.png"/><Relationship Id="rId234" Type="http://schemas.openxmlformats.org/officeDocument/2006/relationships/customXml" Target="../ink/ink624.xml"/><Relationship Id="rId2" Type="http://schemas.openxmlformats.org/officeDocument/2006/relationships/customXml" Target="../ink/ink508.xml"/><Relationship Id="rId29" Type="http://schemas.openxmlformats.org/officeDocument/2006/relationships/image" Target="../media/image482.png"/><Relationship Id="rId255" Type="http://schemas.openxmlformats.org/officeDocument/2006/relationships/image" Target="../media/image595.png"/><Relationship Id="rId276" Type="http://schemas.openxmlformats.org/officeDocument/2006/relationships/customXml" Target="../ink/ink645.xml"/><Relationship Id="rId297" Type="http://schemas.openxmlformats.org/officeDocument/2006/relationships/image" Target="../media/image616.png"/><Relationship Id="rId40" Type="http://schemas.openxmlformats.org/officeDocument/2006/relationships/customXml" Target="../ink/ink527.xml"/><Relationship Id="rId115" Type="http://schemas.openxmlformats.org/officeDocument/2006/relationships/image" Target="../media/image525.png"/><Relationship Id="rId136" Type="http://schemas.openxmlformats.org/officeDocument/2006/relationships/customXml" Target="../ink/ink575.xml"/><Relationship Id="rId157" Type="http://schemas.openxmlformats.org/officeDocument/2006/relationships/image" Target="../media/image546.png"/><Relationship Id="rId178" Type="http://schemas.openxmlformats.org/officeDocument/2006/relationships/customXml" Target="../ink/ink596.xml"/><Relationship Id="rId301" Type="http://schemas.openxmlformats.org/officeDocument/2006/relationships/image" Target="../media/image618.png"/><Relationship Id="rId322" Type="http://schemas.openxmlformats.org/officeDocument/2006/relationships/customXml" Target="../ink/ink668.xml"/><Relationship Id="rId343" Type="http://schemas.openxmlformats.org/officeDocument/2006/relationships/image" Target="../media/image639.png"/><Relationship Id="rId61" Type="http://schemas.openxmlformats.org/officeDocument/2006/relationships/image" Target="../media/image498.png"/><Relationship Id="rId82" Type="http://schemas.openxmlformats.org/officeDocument/2006/relationships/customXml" Target="../ink/ink548.xml"/><Relationship Id="rId199" Type="http://schemas.openxmlformats.org/officeDocument/2006/relationships/image" Target="../media/image567.png"/><Relationship Id="rId203" Type="http://schemas.openxmlformats.org/officeDocument/2006/relationships/image" Target="../media/image569.png"/><Relationship Id="rId19" Type="http://schemas.openxmlformats.org/officeDocument/2006/relationships/image" Target="../media/image477.png"/><Relationship Id="rId224" Type="http://schemas.openxmlformats.org/officeDocument/2006/relationships/customXml" Target="../ink/ink619.xml"/><Relationship Id="rId245" Type="http://schemas.openxmlformats.org/officeDocument/2006/relationships/image" Target="../media/image590.png"/><Relationship Id="rId266" Type="http://schemas.openxmlformats.org/officeDocument/2006/relationships/customXml" Target="../ink/ink640.xml"/><Relationship Id="rId287" Type="http://schemas.openxmlformats.org/officeDocument/2006/relationships/image" Target="../media/image611.png"/><Relationship Id="rId30" Type="http://schemas.openxmlformats.org/officeDocument/2006/relationships/customXml" Target="../ink/ink522.xml"/><Relationship Id="rId105" Type="http://schemas.openxmlformats.org/officeDocument/2006/relationships/image" Target="../media/image520.png"/><Relationship Id="rId126" Type="http://schemas.openxmlformats.org/officeDocument/2006/relationships/customXml" Target="../ink/ink570.xml"/><Relationship Id="rId147" Type="http://schemas.openxmlformats.org/officeDocument/2006/relationships/image" Target="../media/image541.png"/><Relationship Id="rId168" Type="http://schemas.openxmlformats.org/officeDocument/2006/relationships/customXml" Target="../ink/ink591.xml"/><Relationship Id="rId312" Type="http://schemas.openxmlformats.org/officeDocument/2006/relationships/customXml" Target="../ink/ink663.xml"/><Relationship Id="rId333" Type="http://schemas.openxmlformats.org/officeDocument/2006/relationships/image" Target="../media/image634.png"/><Relationship Id="rId51" Type="http://schemas.openxmlformats.org/officeDocument/2006/relationships/image" Target="../media/image493.png"/><Relationship Id="rId72" Type="http://schemas.openxmlformats.org/officeDocument/2006/relationships/customXml" Target="../ink/ink543.xml"/><Relationship Id="rId93" Type="http://schemas.openxmlformats.org/officeDocument/2006/relationships/image" Target="../media/image514.png"/><Relationship Id="rId189" Type="http://schemas.openxmlformats.org/officeDocument/2006/relationships/image" Target="../media/image562.png"/><Relationship Id="rId3" Type="http://schemas.openxmlformats.org/officeDocument/2006/relationships/image" Target="../media/image469.png"/><Relationship Id="rId214" Type="http://schemas.openxmlformats.org/officeDocument/2006/relationships/customXml" Target="../ink/ink614.xml"/><Relationship Id="rId235" Type="http://schemas.openxmlformats.org/officeDocument/2006/relationships/image" Target="../media/image585.png"/><Relationship Id="rId256" Type="http://schemas.openxmlformats.org/officeDocument/2006/relationships/customXml" Target="../ink/ink635.xml"/><Relationship Id="rId277" Type="http://schemas.openxmlformats.org/officeDocument/2006/relationships/image" Target="../media/image606.png"/><Relationship Id="rId298" Type="http://schemas.openxmlformats.org/officeDocument/2006/relationships/customXml" Target="../ink/ink656.xml"/><Relationship Id="rId116" Type="http://schemas.openxmlformats.org/officeDocument/2006/relationships/customXml" Target="../ink/ink565.xml"/><Relationship Id="rId137" Type="http://schemas.openxmlformats.org/officeDocument/2006/relationships/image" Target="../media/image536.png"/><Relationship Id="rId158" Type="http://schemas.openxmlformats.org/officeDocument/2006/relationships/customXml" Target="../ink/ink586.xml"/><Relationship Id="rId302" Type="http://schemas.openxmlformats.org/officeDocument/2006/relationships/customXml" Target="../ink/ink658.xml"/><Relationship Id="rId323" Type="http://schemas.openxmlformats.org/officeDocument/2006/relationships/image" Target="../media/image629.png"/><Relationship Id="rId344" Type="http://schemas.openxmlformats.org/officeDocument/2006/relationships/customXml" Target="../ink/ink679.xml"/><Relationship Id="rId20" Type="http://schemas.openxmlformats.org/officeDocument/2006/relationships/customXml" Target="../ink/ink517.xml"/><Relationship Id="rId41" Type="http://schemas.openxmlformats.org/officeDocument/2006/relationships/image" Target="../media/image488.png"/><Relationship Id="rId62" Type="http://schemas.openxmlformats.org/officeDocument/2006/relationships/customXml" Target="../ink/ink538.xml"/><Relationship Id="rId83" Type="http://schemas.openxmlformats.org/officeDocument/2006/relationships/image" Target="../media/image509.png"/><Relationship Id="rId179" Type="http://schemas.openxmlformats.org/officeDocument/2006/relationships/image" Target="../media/image557.png"/><Relationship Id="rId190" Type="http://schemas.openxmlformats.org/officeDocument/2006/relationships/customXml" Target="../ink/ink602.xml"/><Relationship Id="rId204" Type="http://schemas.openxmlformats.org/officeDocument/2006/relationships/customXml" Target="../ink/ink609.xml"/><Relationship Id="rId225" Type="http://schemas.openxmlformats.org/officeDocument/2006/relationships/image" Target="../media/image580.png"/><Relationship Id="rId246" Type="http://schemas.openxmlformats.org/officeDocument/2006/relationships/customXml" Target="../ink/ink630.xml"/><Relationship Id="rId267" Type="http://schemas.openxmlformats.org/officeDocument/2006/relationships/image" Target="../media/image601.png"/><Relationship Id="rId288" Type="http://schemas.openxmlformats.org/officeDocument/2006/relationships/customXml" Target="../ink/ink651.xml"/><Relationship Id="rId106" Type="http://schemas.openxmlformats.org/officeDocument/2006/relationships/customXml" Target="../ink/ink560.xml"/><Relationship Id="rId127" Type="http://schemas.openxmlformats.org/officeDocument/2006/relationships/image" Target="../media/image531.png"/><Relationship Id="rId313" Type="http://schemas.openxmlformats.org/officeDocument/2006/relationships/image" Target="../media/image624.png"/><Relationship Id="rId10" Type="http://schemas.openxmlformats.org/officeDocument/2006/relationships/customXml" Target="../ink/ink512.xml"/><Relationship Id="rId31" Type="http://schemas.openxmlformats.org/officeDocument/2006/relationships/image" Target="../media/image483.png"/><Relationship Id="rId52" Type="http://schemas.openxmlformats.org/officeDocument/2006/relationships/customXml" Target="../ink/ink533.xml"/><Relationship Id="rId73" Type="http://schemas.openxmlformats.org/officeDocument/2006/relationships/image" Target="../media/image504.png"/><Relationship Id="rId94" Type="http://schemas.openxmlformats.org/officeDocument/2006/relationships/customXml" Target="../ink/ink554.xml"/><Relationship Id="rId148" Type="http://schemas.openxmlformats.org/officeDocument/2006/relationships/customXml" Target="../ink/ink581.xml"/><Relationship Id="rId169" Type="http://schemas.openxmlformats.org/officeDocument/2006/relationships/image" Target="../media/image552.png"/><Relationship Id="rId334" Type="http://schemas.openxmlformats.org/officeDocument/2006/relationships/customXml" Target="../ink/ink674.xml"/><Relationship Id="rId4" Type="http://schemas.openxmlformats.org/officeDocument/2006/relationships/customXml" Target="../ink/ink509.xml"/><Relationship Id="rId180" Type="http://schemas.openxmlformats.org/officeDocument/2006/relationships/customXml" Target="../ink/ink597.xml"/><Relationship Id="rId215" Type="http://schemas.openxmlformats.org/officeDocument/2006/relationships/image" Target="../media/image575.png"/><Relationship Id="rId236" Type="http://schemas.openxmlformats.org/officeDocument/2006/relationships/customXml" Target="../ink/ink625.xml"/><Relationship Id="rId257" Type="http://schemas.openxmlformats.org/officeDocument/2006/relationships/image" Target="../media/image596.png"/><Relationship Id="rId278" Type="http://schemas.openxmlformats.org/officeDocument/2006/relationships/customXml" Target="../ink/ink646.xml"/><Relationship Id="rId303" Type="http://schemas.openxmlformats.org/officeDocument/2006/relationships/image" Target="../media/image619.png"/><Relationship Id="rId42" Type="http://schemas.openxmlformats.org/officeDocument/2006/relationships/customXml" Target="../ink/ink528.xml"/><Relationship Id="rId84" Type="http://schemas.openxmlformats.org/officeDocument/2006/relationships/customXml" Target="../ink/ink549.xml"/><Relationship Id="rId138" Type="http://schemas.openxmlformats.org/officeDocument/2006/relationships/customXml" Target="../ink/ink576.xml"/><Relationship Id="rId345" Type="http://schemas.openxmlformats.org/officeDocument/2006/relationships/image" Target="../media/image640.png"/><Relationship Id="rId191" Type="http://schemas.openxmlformats.org/officeDocument/2006/relationships/image" Target="../media/image563.png"/><Relationship Id="rId205" Type="http://schemas.openxmlformats.org/officeDocument/2006/relationships/image" Target="../media/image570.png"/><Relationship Id="rId247" Type="http://schemas.openxmlformats.org/officeDocument/2006/relationships/image" Target="../media/image591.png"/><Relationship Id="rId107" Type="http://schemas.openxmlformats.org/officeDocument/2006/relationships/image" Target="../media/image521.png"/><Relationship Id="rId289" Type="http://schemas.openxmlformats.org/officeDocument/2006/relationships/image" Target="../media/image612.png"/><Relationship Id="rId11" Type="http://schemas.openxmlformats.org/officeDocument/2006/relationships/image" Target="../media/image473.png"/><Relationship Id="rId53" Type="http://schemas.openxmlformats.org/officeDocument/2006/relationships/image" Target="../media/image494.png"/><Relationship Id="rId149" Type="http://schemas.openxmlformats.org/officeDocument/2006/relationships/image" Target="../media/image542.png"/><Relationship Id="rId314" Type="http://schemas.openxmlformats.org/officeDocument/2006/relationships/customXml" Target="../ink/ink664.xml"/><Relationship Id="rId95" Type="http://schemas.openxmlformats.org/officeDocument/2006/relationships/image" Target="../media/image515.png"/><Relationship Id="rId160" Type="http://schemas.openxmlformats.org/officeDocument/2006/relationships/customXml" Target="../ink/ink587.xml"/><Relationship Id="rId216" Type="http://schemas.openxmlformats.org/officeDocument/2006/relationships/customXml" Target="../ink/ink615.xml"/><Relationship Id="rId258" Type="http://schemas.openxmlformats.org/officeDocument/2006/relationships/customXml" Target="../ink/ink636.xml"/><Relationship Id="rId22" Type="http://schemas.openxmlformats.org/officeDocument/2006/relationships/customXml" Target="../ink/ink518.xml"/><Relationship Id="rId64" Type="http://schemas.openxmlformats.org/officeDocument/2006/relationships/customXml" Target="../ink/ink539.xml"/><Relationship Id="rId118" Type="http://schemas.openxmlformats.org/officeDocument/2006/relationships/customXml" Target="../ink/ink566.xml"/><Relationship Id="rId325" Type="http://schemas.openxmlformats.org/officeDocument/2006/relationships/image" Target="../media/image630.png"/><Relationship Id="rId171" Type="http://schemas.openxmlformats.org/officeDocument/2006/relationships/image" Target="../media/image553.png"/><Relationship Id="rId227" Type="http://schemas.openxmlformats.org/officeDocument/2006/relationships/image" Target="../media/image581.png"/><Relationship Id="rId269" Type="http://schemas.openxmlformats.org/officeDocument/2006/relationships/image" Target="../media/image602.png"/><Relationship Id="rId33" Type="http://schemas.openxmlformats.org/officeDocument/2006/relationships/image" Target="../media/image484.png"/><Relationship Id="rId129" Type="http://schemas.openxmlformats.org/officeDocument/2006/relationships/image" Target="../media/image532.png"/><Relationship Id="rId280" Type="http://schemas.openxmlformats.org/officeDocument/2006/relationships/customXml" Target="../ink/ink647.xml"/><Relationship Id="rId336" Type="http://schemas.openxmlformats.org/officeDocument/2006/relationships/customXml" Target="../ink/ink675.xml"/><Relationship Id="rId75" Type="http://schemas.openxmlformats.org/officeDocument/2006/relationships/image" Target="../media/image505.png"/><Relationship Id="rId140" Type="http://schemas.openxmlformats.org/officeDocument/2006/relationships/customXml" Target="../ink/ink577.xml"/><Relationship Id="rId182" Type="http://schemas.openxmlformats.org/officeDocument/2006/relationships/customXml" Target="../ink/ink598.xml"/><Relationship Id="rId6" Type="http://schemas.openxmlformats.org/officeDocument/2006/relationships/customXml" Target="../ink/ink510.xml"/><Relationship Id="rId238" Type="http://schemas.openxmlformats.org/officeDocument/2006/relationships/customXml" Target="../ink/ink626.xml"/><Relationship Id="rId291" Type="http://schemas.openxmlformats.org/officeDocument/2006/relationships/image" Target="../media/image613.png"/><Relationship Id="rId305" Type="http://schemas.openxmlformats.org/officeDocument/2006/relationships/image" Target="../media/image620.png"/><Relationship Id="rId347" Type="http://schemas.openxmlformats.org/officeDocument/2006/relationships/image" Target="../media/image641.png"/><Relationship Id="rId44" Type="http://schemas.openxmlformats.org/officeDocument/2006/relationships/customXml" Target="../ink/ink529.xml"/><Relationship Id="rId86" Type="http://schemas.openxmlformats.org/officeDocument/2006/relationships/customXml" Target="../ink/ink550.xml"/><Relationship Id="rId151" Type="http://schemas.openxmlformats.org/officeDocument/2006/relationships/image" Target="../media/image543.png"/><Relationship Id="rId193" Type="http://schemas.openxmlformats.org/officeDocument/2006/relationships/image" Target="../media/image564.png"/><Relationship Id="rId207" Type="http://schemas.openxmlformats.org/officeDocument/2006/relationships/image" Target="../media/image571.png"/><Relationship Id="rId249" Type="http://schemas.openxmlformats.org/officeDocument/2006/relationships/image" Target="../media/image592.png"/><Relationship Id="rId13" Type="http://schemas.openxmlformats.org/officeDocument/2006/relationships/image" Target="../media/image474.png"/><Relationship Id="rId109" Type="http://schemas.openxmlformats.org/officeDocument/2006/relationships/image" Target="../media/image522.png"/><Relationship Id="rId260" Type="http://schemas.openxmlformats.org/officeDocument/2006/relationships/customXml" Target="../ink/ink637.xml"/><Relationship Id="rId316" Type="http://schemas.openxmlformats.org/officeDocument/2006/relationships/customXml" Target="../ink/ink665.xml"/><Relationship Id="rId55" Type="http://schemas.openxmlformats.org/officeDocument/2006/relationships/image" Target="../media/image495.png"/><Relationship Id="rId97" Type="http://schemas.openxmlformats.org/officeDocument/2006/relationships/image" Target="../media/image516.png"/><Relationship Id="rId120" Type="http://schemas.openxmlformats.org/officeDocument/2006/relationships/customXml" Target="../ink/ink567.xml"/><Relationship Id="rId162" Type="http://schemas.openxmlformats.org/officeDocument/2006/relationships/customXml" Target="../ink/ink588.xml"/><Relationship Id="rId218" Type="http://schemas.openxmlformats.org/officeDocument/2006/relationships/customXml" Target="../ink/ink616.xml"/><Relationship Id="rId271" Type="http://schemas.openxmlformats.org/officeDocument/2006/relationships/image" Target="../media/image603.png"/><Relationship Id="rId24" Type="http://schemas.openxmlformats.org/officeDocument/2006/relationships/customXml" Target="../ink/ink519.xml"/><Relationship Id="rId66" Type="http://schemas.openxmlformats.org/officeDocument/2006/relationships/customXml" Target="../ink/ink540.xml"/><Relationship Id="rId131" Type="http://schemas.openxmlformats.org/officeDocument/2006/relationships/image" Target="../media/image533.png"/><Relationship Id="rId327" Type="http://schemas.openxmlformats.org/officeDocument/2006/relationships/image" Target="../media/image631.png"/><Relationship Id="rId173" Type="http://schemas.openxmlformats.org/officeDocument/2006/relationships/image" Target="../media/image554.png"/><Relationship Id="rId229" Type="http://schemas.openxmlformats.org/officeDocument/2006/relationships/image" Target="../media/image582.png"/><Relationship Id="rId240" Type="http://schemas.openxmlformats.org/officeDocument/2006/relationships/customXml" Target="../ink/ink627.xml"/><Relationship Id="rId35" Type="http://schemas.openxmlformats.org/officeDocument/2006/relationships/image" Target="../media/image485.png"/><Relationship Id="rId77" Type="http://schemas.openxmlformats.org/officeDocument/2006/relationships/image" Target="../media/image506.png"/><Relationship Id="rId100" Type="http://schemas.openxmlformats.org/officeDocument/2006/relationships/customXml" Target="../ink/ink557.xml"/><Relationship Id="rId282" Type="http://schemas.openxmlformats.org/officeDocument/2006/relationships/customXml" Target="../ink/ink648.xml"/><Relationship Id="rId338" Type="http://schemas.openxmlformats.org/officeDocument/2006/relationships/customXml" Target="../ink/ink676.xml"/><Relationship Id="rId8" Type="http://schemas.openxmlformats.org/officeDocument/2006/relationships/customXml" Target="../ink/ink511.xml"/><Relationship Id="rId142" Type="http://schemas.openxmlformats.org/officeDocument/2006/relationships/customXml" Target="../ink/ink578.xml"/><Relationship Id="rId184" Type="http://schemas.openxmlformats.org/officeDocument/2006/relationships/customXml" Target="../ink/ink59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2.png"/><Relationship Id="rId299" Type="http://schemas.openxmlformats.org/officeDocument/2006/relationships/image" Target="../media/image793.png"/><Relationship Id="rId21" Type="http://schemas.openxmlformats.org/officeDocument/2006/relationships/image" Target="../media/image654.png"/><Relationship Id="rId63" Type="http://schemas.openxmlformats.org/officeDocument/2006/relationships/image" Target="../media/image675.png"/><Relationship Id="rId159" Type="http://schemas.openxmlformats.org/officeDocument/2006/relationships/image" Target="../media/image723.png"/><Relationship Id="rId324" Type="http://schemas.openxmlformats.org/officeDocument/2006/relationships/customXml" Target="../ink/ink845.xml"/><Relationship Id="rId366" Type="http://schemas.openxmlformats.org/officeDocument/2006/relationships/customXml" Target="../ink/ink866.xml"/><Relationship Id="rId170" Type="http://schemas.openxmlformats.org/officeDocument/2006/relationships/customXml" Target="../ink/ink768.xml"/><Relationship Id="rId226" Type="http://schemas.openxmlformats.org/officeDocument/2006/relationships/customXml" Target="../ink/ink796.xml"/><Relationship Id="rId268" Type="http://schemas.openxmlformats.org/officeDocument/2006/relationships/customXml" Target="../ink/ink817.xml"/><Relationship Id="rId32" Type="http://schemas.openxmlformats.org/officeDocument/2006/relationships/customXml" Target="../ink/ink699.xml"/><Relationship Id="rId74" Type="http://schemas.openxmlformats.org/officeDocument/2006/relationships/customXml" Target="../ink/ink720.xml"/><Relationship Id="rId128" Type="http://schemas.openxmlformats.org/officeDocument/2006/relationships/customXml" Target="../ink/ink747.xml"/><Relationship Id="rId335" Type="http://schemas.openxmlformats.org/officeDocument/2006/relationships/image" Target="../media/image811.png"/><Relationship Id="rId377" Type="http://schemas.openxmlformats.org/officeDocument/2006/relationships/image" Target="../media/image832.png"/><Relationship Id="rId5" Type="http://schemas.openxmlformats.org/officeDocument/2006/relationships/image" Target="../media/image646.png"/><Relationship Id="rId181" Type="http://schemas.openxmlformats.org/officeDocument/2006/relationships/image" Target="../media/image734.png"/><Relationship Id="rId237" Type="http://schemas.openxmlformats.org/officeDocument/2006/relationships/image" Target="../media/image762.png"/><Relationship Id="rId279" Type="http://schemas.openxmlformats.org/officeDocument/2006/relationships/image" Target="../media/image783.png"/><Relationship Id="rId43" Type="http://schemas.openxmlformats.org/officeDocument/2006/relationships/image" Target="../media/image665.png"/><Relationship Id="rId139" Type="http://schemas.openxmlformats.org/officeDocument/2006/relationships/image" Target="../media/image713.png"/><Relationship Id="rId290" Type="http://schemas.openxmlformats.org/officeDocument/2006/relationships/customXml" Target="../ink/ink828.xml"/><Relationship Id="rId304" Type="http://schemas.openxmlformats.org/officeDocument/2006/relationships/customXml" Target="../ink/ink835.xml"/><Relationship Id="rId346" Type="http://schemas.openxmlformats.org/officeDocument/2006/relationships/customXml" Target="../ink/ink856.xml"/><Relationship Id="rId388" Type="http://schemas.openxmlformats.org/officeDocument/2006/relationships/customXml" Target="../ink/ink877.xml"/><Relationship Id="rId85" Type="http://schemas.openxmlformats.org/officeDocument/2006/relationships/image" Target="../media/image686.png"/><Relationship Id="rId150" Type="http://schemas.openxmlformats.org/officeDocument/2006/relationships/customXml" Target="../ink/ink758.xml"/><Relationship Id="rId192" Type="http://schemas.openxmlformats.org/officeDocument/2006/relationships/customXml" Target="../ink/ink779.xml"/><Relationship Id="rId206" Type="http://schemas.openxmlformats.org/officeDocument/2006/relationships/customXml" Target="../ink/ink786.xml"/><Relationship Id="rId248" Type="http://schemas.openxmlformats.org/officeDocument/2006/relationships/customXml" Target="../ink/ink807.xml"/><Relationship Id="rId12" Type="http://schemas.openxmlformats.org/officeDocument/2006/relationships/customXml" Target="../ink/ink689.xml"/><Relationship Id="rId108" Type="http://schemas.openxmlformats.org/officeDocument/2006/relationships/customXml" Target="../ink/ink737.xml"/><Relationship Id="rId315" Type="http://schemas.openxmlformats.org/officeDocument/2006/relationships/image" Target="../media/image801.png"/><Relationship Id="rId357" Type="http://schemas.openxmlformats.org/officeDocument/2006/relationships/image" Target="../media/image822.png"/><Relationship Id="rId54" Type="http://schemas.openxmlformats.org/officeDocument/2006/relationships/customXml" Target="../ink/ink710.xml"/><Relationship Id="rId96" Type="http://schemas.openxmlformats.org/officeDocument/2006/relationships/customXml" Target="../ink/ink731.xml"/><Relationship Id="rId161" Type="http://schemas.openxmlformats.org/officeDocument/2006/relationships/image" Target="../media/image724.png"/><Relationship Id="rId217" Type="http://schemas.openxmlformats.org/officeDocument/2006/relationships/image" Target="../media/image752.png"/><Relationship Id="rId259" Type="http://schemas.openxmlformats.org/officeDocument/2006/relationships/image" Target="../media/image773.png"/><Relationship Id="rId23" Type="http://schemas.openxmlformats.org/officeDocument/2006/relationships/image" Target="../media/image655.png"/><Relationship Id="rId119" Type="http://schemas.openxmlformats.org/officeDocument/2006/relationships/image" Target="../media/image703.png"/><Relationship Id="rId270" Type="http://schemas.openxmlformats.org/officeDocument/2006/relationships/customXml" Target="../ink/ink818.xml"/><Relationship Id="rId326" Type="http://schemas.openxmlformats.org/officeDocument/2006/relationships/customXml" Target="../ink/ink846.xml"/><Relationship Id="rId65" Type="http://schemas.openxmlformats.org/officeDocument/2006/relationships/image" Target="../media/image676.png"/><Relationship Id="rId130" Type="http://schemas.openxmlformats.org/officeDocument/2006/relationships/customXml" Target="../ink/ink748.xml"/><Relationship Id="rId368" Type="http://schemas.openxmlformats.org/officeDocument/2006/relationships/customXml" Target="../ink/ink867.xml"/><Relationship Id="rId172" Type="http://schemas.openxmlformats.org/officeDocument/2006/relationships/customXml" Target="../ink/ink769.xml"/><Relationship Id="rId228" Type="http://schemas.openxmlformats.org/officeDocument/2006/relationships/customXml" Target="../ink/ink797.xml"/><Relationship Id="rId281" Type="http://schemas.openxmlformats.org/officeDocument/2006/relationships/image" Target="../media/image784.png"/><Relationship Id="rId337" Type="http://schemas.openxmlformats.org/officeDocument/2006/relationships/image" Target="../media/image812.png"/><Relationship Id="rId34" Type="http://schemas.openxmlformats.org/officeDocument/2006/relationships/customXml" Target="../ink/ink700.xml"/><Relationship Id="rId76" Type="http://schemas.openxmlformats.org/officeDocument/2006/relationships/customXml" Target="../ink/ink721.xml"/><Relationship Id="rId141" Type="http://schemas.openxmlformats.org/officeDocument/2006/relationships/image" Target="../media/image714.png"/><Relationship Id="rId379" Type="http://schemas.openxmlformats.org/officeDocument/2006/relationships/image" Target="../media/image833.png"/><Relationship Id="rId7" Type="http://schemas.openxmlformats.org/officeDocument/2006/relationships/image" Target="../media/image647.png"/><Relationship Id="rId183" Type="http://schemas.openxmlformats.org/officeDocument/2006/relationships/image" Target="../media/image735.png"/><Relationship Id="rId239" Type="http://schemas.openxmlformats.org/officeDocument/2006/relationships/image" Target="../media/image763.png"/><Relationship Id="rId390" Type="http://schemas.openxmlformats.org/officeDocument/2006/relationships/customXml" Target="../ink/ink878.xml"/><Relationship Id="rId250" Type="http://schemas.openxmlformats.org/officeDocument/2006/relationships/customXml" Target="../ink/ink808.xml"/><Relationship Id="rId292" Type="http://schemas.openxmlformats.org/officeDocument/2006/relationships/customXml" Target="../ink/ink829.xml"/><Relationship Id="rId306" Type="http://schemas.openxmlformats.org/officeDocument/2006/relationships/customXml" Target="../ink/ink836.xml"/><Relationship Id="rId45" Type="http://schemas.openxmlformats.org/officeDocument/2006/relationships/image" Target="../media/image666.png"/><Relationship Id="rId87" Type="http://schemas.openxmlformats.org/officeDocument/2006/relationships/image" Target="../media/image687.png"/><Relationship Id="rId110" Type="http://schemas.openxmlformats.org/officeDocument/2006/relationships/customXml" Target="../ink/ink738.xml"/><Relationship Id="rId348" Type="http://schemas.openxmlformats.org/officeDocument/2006/relationships/customXml" Target="../ink/ink857.xml"/><Relationship Id="rId152" Type="http://schemas.openxmlformats.org/officeDocument/2006/relationships/customXml" Target="../ink/ink759.xml"/><Relationship Id="rId194" Type="http://schemas.openxmlformats.org/officeDocument/2006/relationships/customXml" Target="../ink/ink780.xml"/><Relationship Id="rId208" Type="http://schemas.openxmlformats.org/officeDocument/2006/relationships/customXml" Target="../ink/ink787.xml"/><Relationship Id="rId261" Type="http://schemas.openxmlformats.org/officeDocument/2006/relationships/image" Target="../media/image774.png"/><Relationship Id="rId14" Type="http://schemas.openxmlformats.org/officeDocument/2006/relationships/customXml" Target="../ink/ink690.xml"/><Relationship Id="rId56" Type="http://schemas.openxmlformats.org/officeDocument/2006/relationships/customXml" Target="../ink/ink711.xml"/><Relationship Id="rId317" Type="http://schemas.openxmlformats.org/officeDocument/2006/relationships/image" Target="../media/image802.png"/><Relationship Id="rId359" Type="http://schemas.openxmlformats.org/officeDocument/2006/relationships/image" Target="../media/image823.png"/><Relationship Id="rId98" Type="http://schemas.openxmlformats.org/officeDocument/2006/relationships/customXml" Target="../ink/ink732.xml"/><Relationship Id="rId121" Type="http://schemas.openxmlformats.org/officeDocument/2006/relationships/image" Target="../media/image704.png"/><Relationship Id="rId163" Type="http://schemas.openxmlformats.org/officeDocument/2006/relationships/image" Target="../media/image725.png"/><Relationship Id="rId219" Type="http://schemas.openxmlformats.org/officeDocument/2006/relationships/image" Target="../media/image753.png"/><Relationship Id="rId370" Type="http://schemas.openxmlformats.org/officeDocument/2006/relationships/customXml" Target="../ink/ink868.xml"/><Relationship Id="rId230" Type="http://schemas.openxmlformats.org/officeDocument/2006/relationships/customXml" Target="../ink/ink798.xml"/><Relationship Id="rId25" Type="http://schemas.openxmlformats.org/officeDocument/2006/relationships/image" Target="../media/image656.png"/><Relationship Id="rId67" Type="http://schemas.openxmlformats.org/officeDocument/2006/relationships/image" Target="../media/image677.png"/><Relationship Id="rId272" Type="http://schemas.openxmlformats.org/officeDocument/2006/relationships/customXml" Target="../ink/ink819.xml"/><Relationship Id="rId328" Type="http://schemas.openxmlformats.org/officeDocument/2006/relationships/customXml" Target="../ink/ink847.xml"/><Relationship Id="rId132" Type="http://schemas.openxmlformats.org/officeDocument/2006/relationships/customXml" Target="../ink/ink749.xml"/><Relationship Id="rId174" Type="http://schemas.openxmlformats.org/officeDocument/2006/relationships/customXml" Target="../ink/ink770.xml"/><Relationship Id="rId381" Type="http://schemas.openxmlformats.org/officeDocument/2006/relationships/image" Target="../media/image834.png"/><Relationship Id="rId241" Type="http://schemas.openxmlformats.org/officeDocument/2006/relationships/image" Target="../media/image764.png"/><Relationship Id="rId36" Type="http://schemas.openxmlformats.org/officeDocument/2006/relationships/customXml" Target="../ink/ink701.xml"/><Relationship Id="rId283" Type="http://schemas.openxmlformats.org/officeDocument/2006/relationships/image" Target="../media/image785.png"/><Relationship Id="rId339" Type="http://schemas.openxmlformats.org/officeDocument/2006/relationships/image" Target="../media/image813.png"/><Relationship Id="rId78" Type="http://schemas.openxmlformats.org/officeDocument/2006/relationships/customXml" Target="../ink/ink722.xml"/><Relationship Id="rId101" Type="http://schemas.openxmlformats.org/officeDocument/2006/relationships/image" Target="../media/image694.png"/><Relationship Id="rId143" Type="http://schemas.openxmlformats.org/officeDocument/2006/relationships/image" Target="../media/image715.png"/><Relationship Id="rId185" Type="http://schemas.openxmlformats.org/officeDocument/2006/relationships/image" Target="../media/image736.png"/><Relationship Id="rId350" Type="http://schemas.openxmlformats.org/officeDocument/2006/relationships/customXml" Target="../ink/ink858.xml"/><Relationship Id="rId9" Type="http://schemas.openxmlformats.org/officeDocument/2006/relationships/image" Target="../media/image648.png"/><Relationship Id="rId210" Type="http://schemas.openxmlformats.org/officeDocument/2006/relationships/customXml" Target="../ink/ink788.xml"/><Relationship Id="rId392" Type="http://schemas.openxmlformats.org/officeDocument/2006/relationships/customXml" Target="../ink/ink879.xml"/><Relationship Id="rId252" Type="http://schemas.openxmlformats.org/officeDocument/2006/relationships/customXml" Target="../ink/ink809.xml"/><Relationship Id="rId294" Type="http://schemas.openxmlformats.org/officeDocument/2006/relationships/customXml" Target="../ink/ink830.xml"/><Relationship Id="rId308" Type="http://schemas.openxmlformats.org/officeDocument/2006/relationships/customXml" Target="../ink/ink837.xml"/><Relationship Id="rId47" Type="http://schemas.openxmlformats.org/officeDocument/2006/relationships/image" Target="../media/image667.png"/><Relationship Id="rId89" Type="http://schemas.openxmlformats.org/officeDocument/2006/relationships/image" Target="../media/image688.png"/><Relationship Id="rId112" Type="http://schemas.openxmlformats.org/officeDocument/2006/relationships/customXml" Target="../ink/ink739.xml"/><Relationship Id="rId154" Type="http://schemas.openxmlformats.org/officeDocument/2006/relationships/customXml" Target="../ink/ink760.xml"/><Relationship Id="rId361" Type="http://schemas.openxmlformats.org/officeDocument/2006/relationships/image" Target="../media/image824.png"/><Relationship Id="rId196" Type="http://schemas.openxmlformats.org/officeDocument/2006/relationships/customXml" Target="../ink/ink781.xml"/><Relationship Id="rId16" Type="http://schemas.openxmlformats.org/officeDocument/2006/relationships/customXml" Target="../ink/ink691.xml"/><Relationship Id="rId221" Type="http://schemas.openxmlformats.org/officeDocument/2006/relationships/image" Target="../media/image754.png"/><Relationship Id="rId242" Type="http://schemas.openxmlformats.org/officeDocument/2006/relationships/customXml" Target="../ink/ink804.xml"/><Relationship Id="rId263" Type="http://schemas.openxmlformats.org/officeDocument/2006/relationships/image" Target="../media/image775.png"/><Relationship Id="rId284" Type="http://schemas.openxmlformats.org/officeDocument/2006/relationships/customXml" Target="../ink/ink825.xml"/><Relationship Id="rId319" Type="http://schemas.openxmlformats.org/officeDocument/2006/relationships/image" Target="../media/image803.png"/><Relationship Id="rId37" Type="http://schemas.openxmlformats.org/officeDocument/2006/relationships/image" Target="../media/image662.png"/><Relationship Id="rId58" Type="http://schemas.openxmlformats.org/officeDocument/2006/relationships/customXml" Target="../ink/ink712.xml"/><Relationship Id="rId79" Type="http://schemas.openxmlformats.org/officeDocument/2006/relationships/image" Target="../media/image683.png"/><Relationship Id="rId102" Type="http://schemas.openxmlformats.org/officeDocument/2006/relationships/customXml" Target="../ink/ink734.xml"/><Relationship Id="rId123" Type="http://schemas.openxmlformats.org/officeDocument/2006/relationships/image" Target="../media/image705.png"/><Relationship Id="rId144" Type="http://schemas.openxmlformats.org/officeDocument/2006/relationships/customXml" Target="../ink/ink755.xml"/><Relationship Id="rId330" Type="http://schemas.openxmlformats.org/officeDocument/2006/relationships/customXml" Target="../ink/ink848.xml"/><Relationship Id="rId90" Type="http://schemas.openxmlformats.org/officeDocument/2006/relationships/customXml" Target="../ink/ink728.xml"/><Relationship Id="rId165" Type="http://schemas.openxmlformats.org/officeDocument/2006/relationships/image" Target="../media/image726.png"/><Relationship Id="rId186" Type="http://schemas.openxmlformats.org/officeDocument/2006/relationships/customXml" Target="../ink/ink776.xml"/><Relationship Id="rId351" Type="http://schemas.openxmlformats.org/officeDocument/2006/relationships/image" Target="../media/image819.png"/><Relationship Id="rId372" Type="http://schemas.openxmlformats.org/officeDocument/2006/relationships/customXml" Target="../ink/ink869.xml"/><Relationship Id="rId393" Type="http://schemas.openxmlformats.org/officeDocument/2006/relationships/image" Target="../media/image840.png"/><Relationship Id="rId211" Type="http://schemas.openxmlformats.org/officeDocument/2006/relationships/image" Target="../media/image749.png"/><Relationship Id="rId232" Type="http://schemas.openxmlformats.org/officeDocument/2006/relationships/customXml" Target="../ink/ink799.xml"/><Relationship Id="rId253" Type="http://schemas.openxmlformats.org/officeDocument/2006/relationships/image" Target="../media/image770.png"/><Relationship Id="rId274" Type="http://schemas.openxmlformats.org/officeDocument/2006/relationships/customXml" Target="../ink/ink820.xml"/><Relationship Id="rId295" Type="http://schemas.openxmlformats.org/officeDocument/2006/relationships/image" Target="../media/image791.png"/><Relationship Id="rId309" Type="http://schemas.openxmlformats.org/officeDocument/2006/relationships/image" Target="../media/image798.png"/><Relationship Id="rId27" Type="http://schemas.openxmlformats.org/officeDocument/2006/relationships/image" Target="../media/image657.png"/><Relationship Id="rId48" Type="http://schemas.openxmlformats.org/officeDocument/2006/relationships/customXml" Target="../ink/ink707.xml"/><Relationship Id="rId69" Type="http://schemas.openxmlformats.org/officeDocument/2006/relationships/image" Target="../media/image678.png"/><Relationship Id="rId113" Type="http://schemas.openxmlformats.org/officeDocument/2006/relationships/image" Target="../media/image700.png"/><Relationship Id="rId134" Type="http://schemas.openxmlformats.org/officeDocument/2006/relationships/customXml" Target="../ink/ink750.xml"/><Relationship Id="rId320" Type="http://schemas.openxmlformats.org/officeDocument/2006/relationships/customXml" Target="../ink/ink843.xml"/><Relationship Id="rId80" Type="http://schemas.openxmlformats.org/officeDocument/2006/relationships/customXml" Target="../ink/ink723.xml"/><Relationship Id="rId155" Type="http://schemas.openxmlformats.org/officeDocument/2006/relationships/image" Target="../media/image721.png"/><Relationship Id="rId176" Type="http://schemas.openxmlformats.org/officeDocument/2006/relationships/customXml" Target="../ink/ink771.xml"/><Relationship Id="rId197" Type="http://schemas.openxmlformats.org/officeDocument/2006/relationships/image" Target="../media/image742.png"/><Relationship Id="rId341" Type="http://schemas.openxmlformats.org/officeDocument/2006/relationships/image" Target="../media/image814.png"/><Relationship Id="rId362" Type="http://schemas.openxmlformats.org/officeDocument/2006/relationships/customXml" Target="../ink/ink864.xml"/><Relationship Id="rId383" Type="http://schemas.openxmlformats.org/officeDocument/2006/relationships/image" Target="../media/image835.png"/><Relationship Id="rId201" Type="http://schemas.openxmlformats.org/officeDocument/2006/relationships/image" Target="../media/image744.png"/><Relationship Id="rId222" Type="http://schemas.openxmlformats.org/officeDocument/2006/relationships/customXml" Target="../ink/ink794.xml"/><Relationship Id="rId243" Type="http://schemas.openxmlformats.org/officeDocument/2006/relationships/image" Target="../media/image765.png"/><Relationship Id="rId264" Type="http://schemas.openxmlformats.org/officeDocument/2006/relationships/customXml" Target="../ink/ink815.xml"/><Relationship Id="rId285" Type="http://schemas.openxmlformats.org/officeDocument/2006/relationships/image" Target="../media/image786.png"/><Relationship Id="rId17" Type="http://schemas.openxmlformats.org/officeDocument/2006/relationships/image" Target="../media/image652.png"/><Relationship Id="rId38" Type="http://schemas.openxmlformats.org/officeDocument/2006/relationships/customXml" Target="../ink/ink702.xml"/><Relationship Id="rId59" Type="http://schemas.openxmlformats.org/officeDocument/2006/relationships/image" Target="../media/image673.png"/><Relationship Id="rId103" Type="http://schemas.openxmlformats.org/officeDocument/2006/relationships/image" Target="../media/image695.png"/><Relationship Id="rId124" Type="http://schemas.openxmlformats.org/officeDocument/2006/relationships/customXml" Target="../ink/ink745.xml"/><Relationship Id="rId310" Type="http://schemas.openxmlformats.org/officeDocument/2006/relationships/customXml" Target="../ink/ink838.xml"/><Relationship Id="rId70" Type="http://schemas.openxmlformats.org/officeDocument/2006/relationships/customXml" Target="../ink/ink718.xml"/><Relationship Id="rId91" Type="http://schemas.openxmlformats.org/officeDocument/2006/relationships/image" Target="../media/image689.png"/><Relationship Id="rId145" Type="http://schemas.openxmlformats.org/officeDocument/2006/relationships/image" Target="../media/image716.png"/><Relationship Id="rId166" Type="http://schemas.openxmlformats.org/officeDocument/2006/relationships/customXml" Target="../ink/ink766.xml"/><Relationship Id="rId187" Type="http://schemas.openxmlformats.org/officeDocument/2006/relationships/image" Target="../media/image737.png"/><Relationship Id="rId331" Type="http://schemas.openxmlformats.org/officeDocument/2006/relationships/image" Target="../media/image809.png"/><Relationship Id="rId352" Type="http://schemas.openxmlformats.org/officeDocument/2006/relationships/customXml" Target="../ink/ink859.xml"/><Relationship Id="rId373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789.xml"/><Relationship Id="rId233" Type="http://schemas.openxmlformats.org/officeDocument/2006/relationships/image" Target="../media/image760.png"/><Relationship Id="rId254" Type="http://schemas.openxmlformats.org/officeDocument/2006/relationships/customXml" Target="../ink/ink810.xml"/><Relationship Id="rId28" Type="http://schemas.openxmlformats.org/officeDocument/2006/relationships/customXml" Target="../ink/ink697.xml"/><Relationship Id="rId49" Type="http://schemas.openxmlformats.org/officeDocument/2006/relationships/image" Target="../media/image668.png"/><Relationship Id="rId114" Type="http://schemas.openxmlformats.org/officeDocument/2006/relationships/customXml" Target="../ink/ink740.xml"/><Relationship Id="rId275" Type="http://schemas.openxmlformats.org/officeDocument/2006/relationships/image" Target="../media/image781.png"/><Relationship Id="rId296" Type="http://schemas.openxmlformats.org/officeDocument/2006/relationships/customXml" Target="../ink/ink831.xml"/><Relationship Id="rId300" Type="http://schemas.openxmlformats.org/officeDocument/2006/relationships/customXml" Target="../ink/ink833.xml"/><Relationship Id="rId60" Type="http://schemas.openxmlformats.org/officeDocument/2006/relationships/customXml" Target="../ink/ink713.xml"/><Relationship Id="rId81" Type="http://schemas.openxmlformats.org/officeDocument/2006/relationships/image" Target="../media/image684.png"/><Relationship Id="rId135" Type="http://schemas.openxmlformats.org/officeDocument/2006/relationships/image" Target="../media/image711.png"/><Relationship Id="rId156" Type="http://schemas.openxmlformats.org/officeDocument/2006/relationships/customXml" Target="../ink/ink761.xml"/><Relationship Id="rId177" Type="http://schemas.openxmlformats.org/officeDocument/2006/relationships/image" Target="../media/image732.png"/><Relationship Id="rId198" Type="http://schemas.openxmlformats.org/officeDocument/2006/relationships/customXml" Target="../ink/ink782.xml"/><Relationship Id="rId321" Type="http://schemas.openxmlformats.org/officeDocument/2006/relationships/image" Target="../media/image804.png"/><Relationship Id="rId342" Type="http://schemas.openxmlformats.org/officeDocument/2006/relationships/customXml" Target="../ink/ink854.xml"/><Relationship Id="rId363" Type="http://schemas.openxmlformats.org/officeDocument/2006/relationships/image" Target="../media/image825.png"/><Relationship Id="rId384" Type="http://schemas.openxmlformats.org/officeDocument/2006/relationships/customXml" Target="../ink/ink875.xml"/><Relationship Id="rId202" Type="http://schemas.openxmlformats.org/officeDocument/2006/relationships/customXml" Target="../ink/ink784.xml"/><Relationship Id="rId223" Type="http://schemas.openxmlformats.org/officeDocument/2006/relationships/image" Target="../media/image755.png"/><Relationship Id="rId244" Type="http://schemas.openxmlformats.org/officeDocument/2006/relationships/customXml" Target="../ink/ink805.xml"/><Relationship Id="rId18" Type="http://schemas.openxmlformats.org/officeDocument/2006/relationships/customXml" Target="../ink/ink692.xml"/><Relationship Id="rId39" Type="http://schemas.openxmlformats.org/officeDocument/2006/relationships/image" Target="../media/image663.png"/><Relationship Id="rId265" Type="http://schemas.openxmlformats.org/officeDocument/2006/relationships/image" Target="../media/image776.png"/><Relationship Id="rId286" Type="http://schemas.openxmlformats.org/officeDocument/2006/relationships/customXml" Target="../ink/ink826.xml"/><Relationship Id="rId50" Type="http://schemas.openxmlformats.org/officeDocument/2006/relationships/customXml" Target="../ink/ink708.xml"/><Relationship Id="rId104" Type="http://schemas.openxmlformats.org/officeDocument/2006/relationships/customXml" Target="../ink/ink735.xml"/><Relationship Id="rId125" Type="http://schemas.openxmlformats.org/officeDocument/2006/relationships/image" Target="../media/image706.png"/><Relationship Id="rId146" Type="http://schemas.openxmlformats.org/officeDocument/2006/relationships/customXml" Target="../ink/ink756.xml"/><Relationship Id="rId167" Type="http://schemas.openxmlformats.org/officeDocument/2006/relationships/image" Target="../media/image727.png"/><Relationship Id="rId188" Type="http://schemas.openxmlformats.org/officeDocument/2006/relationships/customXml" Target="../ink/ink777.xml"/><Relationship Id="rId311" Type="http://schemas.openxmlformats.org/officeDocument/2006/relationships/image" Target="../media/image799.png"/><Relationship Id="rId332" Type="http://schemas.openxmlformats.org/officeDocument/2006/relationships/customXml" Target="../ink/ink849.xml"/><Relationship Id="rId353" Type="http://schemas.openxmlformats.org/officeDocument/2006/relationships/image" Target="../media/image820.png"/><Relationship Id="rId374" Type="http://schemas.openxmlformats.org/officeDocument/2006/relationships/customXml" Target="../ink/ink870.xml"/><Relationship Id="rId71" Type="http://schemas.openxmlformats.org/officeDocument/2006/relationships/image" Target="../media/image679.png"/><Relationship Id="rId92" Type="http://schemas.openxmlformats.org/officeDocument/2006/relationships/customXml" Target="../ink/ink729.xml"/><Relationship Id="rId213" Type="http://schemas.openxmlformats.org/officeDocument/2006/relationships/image" Target="../media/image750.png"/><Relationship Id="rId234" Type="http://schemas.openxmlformats.org/officeDocument/2006/relationships/customXml" Target="../ink/ink800.xml"/><Relationship Id="rId2" Type="http://schemas.openxmlformats.org/officeDocument/2006/relationships/customXml" Target="../ink/ink684.xml"/><Relationship Id="rId29" Type="http://schemas.openxmlformats.org/officeDocument/2006/relationships/image" Target="../media/image658.png"/><Relationship Id="rId255" Type="http://schemas.openxmlformats.org/officeDocument/2006/relationships/image" Target="../media/image771.png"/><Relationship Id="rId276" Type="http://schemas.openxmlformats.org/officeDocument/2006/relationships/customXml" Target="../ink/ink821.xml"/><Relationship Id="rId297" Type="http://schemas.openxmlformats.org/officeDocument/2006/relationships/image" Target="../media/image792.png"/><Relationship Id="rId40" Type="http://schemas.openxmlformats.org/officeDocument/2006/relationships/customXml" Target="../ink/ink703.xml"/><Relationship Id="rId115" Type="http://schemas.openxmlformats.org/officeDocument/2006/relationships/image" Target="../media/image701.png"/><Relationship Id="rId136" Type="http://schemas.openxmlformats.org/officeDocument/2006/relationships/customXml" Target="../ink/ink751.xml"/><Relationship Id="rId157" Type="http://schemas.openxmlformats.org/officeDocument/2006/relationships/image" Target="../media/image722.png"/><Relationship Id="rId178" Type="http://schemas.openxmlformats.org/officeDocument/2006/relationships/customXml" Target="../ink/ink772.xml"/><Relationship Id="rId301" Type="http://schemas.openxmlformats.org/officeDocument/2006/relationships/image" Target="../media/image794.png"/><Relationship Id="rId322" Type="http://schemas.openxmlformats.org/officeDocument/2006/relationships/customXml" Target="../ink/ink844.xml"/><Relationship Id="rId343" Type="http://schemas.openxmlformats.org/officeDocument/2006/relationships/image" Target="../media/image815.png"/><Relationship Id="rId364" Type="http://schemas.openxmlformats.org/officeDocument/2006/relationships/customXml" Target="../ink/ink865.xml"/><Relationship Id="rId61" Type="http://schemas.openxmlformats.org/officeDocument/2006/relationships/image" Target="../media/image674.png"/><Relationship Id="rId82" Type="http://schemas.openxmlformats.org/officeDocument/2006/relationships/customXml" Target="../ink/ink724.xml"/><Relationship Id="rId199" Type="http://schemas.openxmlformats.org/officeDocument/2006/relationships/image" Target="../media/image743.png"/><Relationship Id="rId203" Type="http://schemas.openxmlformats.org/officeDocument/2006/relationships/image" Target="../media/image745.png"/><Relationship Id="rId385" Type="http://schemas.openxmlformats.org/officeDocument/2006/relationships/image" Target="../media/image836.png"/><Relationship Id="rId19" Type="http://schemas.openxmlformats.org/officeDocument/2006/relationships/image" Target="../media/image653.png"/><Relationship Id="rId224" Type="http://schemas.openxmlformats.org/officeDocument/2006/relationships/customXml" Target="../ink/ink795.xml"/><Relationship Id="rId245" Type="http://schemas.openxmlformats.org/officeDocument/2006/relationships/image" Target="../media/image766.png"/><Relationship Id="rId266" Type="http://schemas.openxmlformats.org/officeDocument/2006/relationships/customXml" Target="../ink/ink816.xml"/><Relationship Id="rId287" Type="http://schemas.openxmlformats.org/officeDocument/2006/relationships/image" Target="../media/image787.png"/><Relationship Id="rId30" Type="http://schemas.openxmlformats.org/officeDocument/2006/relationships/customXml" Target="../ink/ink698.xml"/><Relationship Id="rId105" Type="http://schemas.openxmlformats.org/officeDocument/2006/relationships/image" Target="../media/image696.png"/><Relationship Id="rId126" Type="http://schemas.openxmlformats.org/officeDocument/2006/relationships/customXml" Target="../ink/ink746.xml"/><Relationship Id="rId147" Type="http://schemas.openxmlformats.org/officeDocument/2006/relationships/image" Target="../media/image717.png"/><Relationship Id="rId168" Type="http://schemas.openxmlformats.org/officeDocument/2006/relationships/customXml" Target="../ink/ink767.xml"/><Relationship Id="rId312" Type="http://schemas.openxmlformats.org/officeDocument/2006/relationships/customXml" Target="../ink/ink839.xml"/><Relationship Id="rId333" Type="http://schemas.openxmlformats.org/officeDocument/2006/relationships/image" Target="../media/image810.png"/><Relationship Id="rId354" Type="http://schemas.openxmlformats.org/officeDocument/2006/relationships/customXml" Target="../ink/ink860.xml"/><Relationship Id="rId51" Type="http://schemas.openxmlformats.org/officeDocument/2006/relationships/image" Target="../media/image669.png"/><Relationship Id="rId72" Type="http://schemas.openxmlformats.org/officeDocument/2006/relationships/customXml" Target="../ink/ink719.xml"/><Relationship Id="rId93" Type="http://schemas.openxmlformats.org/officeDocument/2006/relationships/image" Target="../media/image690.png"/><Relationship Id="rId189" Type="http://schemas.openxmlformats.org/officeDocument/2006/relationships/image" Target="../media/image738.png"/><Relationship Id="rId375" Type="http://schemas.openxmlformats.org/officeDocument/2006/relationships/image" Target="../media/image831.png"/><Relationship Id="rId3" Type="http://schemas.openxmlformats.org/officeDocument/2006/relationships/image" Target="../media/image645.png"/><Relationship Id="rId214" Type="http://schemas.openxmlformats.org/officeDocument/2006/relationships/customXml" Target="../ink/ink790.xml"/><Relationship Id="rId235" Type="http://schemas.openxmlformats.org/officeDocument/2006/relationships/image" Target="../media/image761.png"/><Relationship Id="rId256" Type="http://schemas.openxmlformats.org/officeDocument/2006/relationships/customXml" Target="../ink/ink811.xml"/><Relationship Id="rId277" Type="http://schemas.openxmlformats.org/officeDocument/2006/relationships/image" Target="../media/image782.png"/><Relationship Id="rId298" Type="http://schemas.openxmlformats.org/officeDocument/2006/relationships/customXml" Target="../ink/ink832.xml"/><Relationship Id="rId116" Type="http://schemas.openxmlformats.org/officeDocument/2006/relationships/customXml" Target="../ink/ink741.xml"/><Relationship Id="rId137" Type="http://schemas.openxmlformats.org/officeDocument/2006/relationships/image" Target="../media/image712.png"/><Relationship Id="rId158" Type="http://schemas.openxmlformats.org/officeDocument/2006/relationships/customXml" Target="../ink/ink762.xml"/><Relationship Id="rId302" Type="http://schemas.openxmlformats.org/officeDocument/2006/relationships/customXml" Target="../ink/ink834.xml"/><Relationship Id="rId323" Type="http://schemas.openxmlformats.org/officeDocument/2006/relationships/image" Target="../media/image805.png"/><Relationship Id="rId344" Type="http://schemas.openxmlformats.org/officeDocument/2006/relationships/customXml" Target="../ink/ink855.xml"/><Relationship Id="rId20" Type="http://schemas.openxmlformats.org/officeDocument/2006/relationships/customXml" Target="../ink/ink693.xml"/><Relationship Id="rId41" Type="http://schemas.openxmlformats.org/officeDocument/2006/relationships/image" Target="../media/image664.png"/><Relationship Id="rId62" Type="http://schemas.openxmlformats.org/officeDocument/2006/relationships/customXml" Target="../ink/ink714.xml"/><Relationship Id="rId83" Type="http://schemas.openxmlformats.org/officeDocument/2006/relationships/image" Target="../media/image685.png"/><Relationship Id="rId179" Type="http://schemas.openxmlformats.org/officeDocument/2006/relationships/image" Target="../media/image733.png"/><Relationship Id="rId365" Type="http://schemas.openxmlformats.org/officeDocument/2006/relationships/image" Target="../media/image826.png"/><Relationship Id="rId386" Type="http://schemas.openxmlformats.org/officeDocument/2006/relationships/customXml" Target="../ink/ink876.xml"/><Relationship Id="rId190" Type="http://schemas.openxmlformats.org/officeDocument/2006/relationships/customXml" Target="../ink/ink778.xml"/><Relationship Id="rId204" Type="http://schemas.openxmlformats.org/officeDocument/2006/relationships/customXml" Target="../ink/ink785.xml"/><Relationship Id="rId225" Type="http://schemas.openxmlformats.org/officeDocument/2006/relationships/image" Target="../media/image756.png"/><Relationship Id="rId246" Type="http://schemas.openxmlformats.org/officeDocument/2006/relationships/customXml" Target="../ink/ink806.xml"/><Relationship Id="rId267" Type="http://schemas.openxmlformats.org/officeDocument/2006/relationships/image" Target="../media/image777.png"/><Relationship Id="rId288" Type="http://schemas.openxmlformats.org/officeDocument/2006/relationships/customXml" Target="../ink/ink827.xml"/><Relationship Id="rId106" Type="http://schemas.openxmlformats.org/officeDocument/2006/relationships/customXml" Target="../ink/ink736.xml"/><Relationship Id="rId127" Type="http://schemas.openxmlformats.org/officeDocument/2006/relationships/image" Target="../media/image707.png"/><Relationship Id="rId313" Type="http://schemas.openxmlformats.org/officeDocument/2006/relationships/image" Target="../media/image800.png"/><Relationship Id="rId10" Type="http://schemas.openxmlformats.org/officeDocument/2006/relationships/customXml" Target="../ink/ink688.xml"/><Relationship Id="rId31" Type="http://schemas.openxmlformats.org/officeDocument/2006/relationships/image" Target="../media/image659.png"/><Relationship Id="rId52" Type="http://schemas.openxmlformats.org/officeDocument/2006/relationships/customXml" Target="../ink/ink709.xml"/><Relationship Id="rId73" Type="http://schemas.openxmlformats.org/officeDocument/2006/relationships/image" Target="../media/image680.png"/><Relationship Id="rId94" Type="http://schemas.openxmlformats.org/officeDocument/2006/relationships/customXml" Target="../ink/ink730.xml"/><Relationship Id="rId148" Type="http://schemas.openxmlformats.org/officeDocument/2006/relationships/customXml" Target="../ink/ink757.xml"/><Relationship Id="rId169" Type="http://schemas.openxmlformats.org/officeDocument/2006/relationships/image" Target="../media/image728.png"/><Relationship Id="rId334" Type="http://schemas.openxmlformats.org/officeDocument/2006/relationships/customXml" Target="../ink/ink850.xml"/><Relationship Id="rId355" Type="http://schemas.openxmlformats.org/officeDocument/2006/relationships/image" Target="../media/image821.png"/><Relationship Id="rId376" Type="http://schemas.openxmlformats.org/officeDocument/2006/relationships/customXml" Target="../ink/ink871.xml"/><Relationship Id="rId4" Type="http://schemas.openxmlformats.org/officeDocument/2006/relationships/customXml" Target="../ink/ink685.xml"/><Relationship Id="rId180" Type="http://schemas.openxmlformats.org/officeDocument/2006/relationships/customXml" Target="../ink/ink773.xml"/><Relationship Id="rId215" Type="http://schemas.openxmlformats.org/officeDocument/2006/relationships/image" Target="../media/image751.png"/><Relationship Id="rId236" Type="http://schemas.openxmlformats.org/officeDocument/2006/relationships/customXml" Target="../ink/ink801.xml"/><Relationship Id="rId257" Type="http://schemas.openxmlformats.org/officeDocument/2006/relationships/image" Target="../media/image772.png"/><Relationship Id="rId278" Type="http://schemas.openxmlformats.org/officeDocument/2006/relationships/customXml" Target="../ink/ink822.xml"/><Relationship Id="rId303" Type="http://schemas.openxmlformats.org/officeDocument/2006/relationships/image" Target="../media/image795.png"/><Relationship Id="rId42" Type="http://schemas.openxmlformats.org/officeDocument/2006/relationships/customXml" Target="../ink/ink704.xml"/><Relationship Id="rId84" Type="http://schemas.openxmlformats.org/officeDocument/2006/relationships/customXml" Target="../ink/ink725.xml"/><Relationship Id="rId138" Type="http://schemas.openxmlformats.org/officeDocument/2006/relationships/customXml" Target="../ink/ink752.xml"/><Relationship Id="rId345" Type="http://schemas.openxmlformats.org/officeDocument/2006/relationships/image" Target="../media/image816.png"/><Relationship Id="rId387" Type="http://schemas.openxmlformats.org/officeDocument/2006/relationships/image" Target="../media/image837.png"/><Relationship Id="rId191" Type="http://schemas.openxmlformats.org/officeDocument/2006/relationships/image" Target="../media/image739.png"/><Relationship Id="rId205" Type="http://schemas.openxmlformats.org/officeDocument/2006/relationships/image" Target="../media/image746.png"/><Relationship Id="rId247" Type="http://schemas.openxmlformats.org/officeDocument/2006/relationships/image" Target="../media/image767.png"/><Relationship Id="rId107" Type="http://schemas.openxmlformats.org/officeDocument/2006/relationships/image" Target="../media/image697.png"/><Relationship Id="rId289" Type="http://schemas.openxmlformats.org/officeDocument/2006/relationships/image" Target="../media/image788.png"/><Relationship Id="rId11" Type="http://schemas.openxmlformats.org/officeDocument/2006/relationships/image" Target="../media/image649.png"/><Relationship Id="rId53" Type="http://schemas.openxmlformats.org/officeDocument/2006/relationships/image" Target="../media/image670.png"/><Relationship Id="rId149" Type="http://schemas.openxmlformats.org/officeDocument/2006/relationships/image" Target="../media/image718.png"/><Relationship Id="rId314" Type="http://schemas.openxmlformats.org/officeDocument/2006/relationships/customXml" Target="../ink/ink840.xml"/><Relationship Id="rId356" Type="http://schemas.openxmlformats.org/officeDocument/2006/relationships/customXml" Target="../ink/ink861.xml"/><Relationship Id="rId95" Type="http://schemas.openxmlformats.org/officeDocument/2006/relationships/image" Target="../media/image691.png"/><Relationship Id="rId160" Type="http://schemas.openxmlformats.org/officeDocument/2006/relationships/customXml" Target="../ink/ink763.xml"/><Relationship Id="rId216" Type="http://schemas.openxmlformats.org/officeDocument/2006/relationships/customXml" Target="../ink/ink791.xml"/><Relationship Id="rId258" Type="http://schemas.openxmlformats.org/officeDocument/2006/relationships/customXml" Target="../ink/ink812.xml"/><Relationship Id="rId22" Type="http://schemas.openxmlformats.org/officeDocument/2006/relationships/customXml" Target="../ink/ink694.xml"/><Relationship Id="rId64" Type="http://schemas.openxmlformats.org/officeDocument/2006/relationships/customXml" Target="../ink/ink715.xml"/><Relationship Id="rId118" Type="http://schemas.openxmlformats.org/officeDocument/2006/relationships/customXml" Target="../ink/ink742.xml"/><Relationship Id="rId325" Type="http://schemas.openxmlformats.org/officeDocument/2006/relationships/image" Target="../media/image806.png"/><Relationship Id="rId367" Type="http://schemas.openxmlformats.org/officeDocument/2006/relationships/image" Target="../media/image827.png"/><Relationship Id="rId171" Type="http://schemas.openxmlformats.org/officeDocument/2006/relationships/image" Target="../media/image729.png"/><Relationship Id="rId227" Type="http://schemas.openxmlformats.org/officeDocument/2006/relationships/image" Target="../media/image757.png"/><Relationship Id="rId269" Type="http://schemas.openxmlformats.org/officeDocument/2006/relationships/image" Target="../media/image778.png"/><Relationship Id="rId33" Type="http://schemas.openxmlformats.org/officeDocument/2006/relationships/image" Target="../media/image660.png"/><Relationship Id="rId129" Type="http://schemas.openxmlformats.org/officeDocument/2006/relationships/image" Target="../media/image708.png"/><Relationship Id="rId280" Type="http://schemas.openxmlformats.org/officeDocument/2006/relationships/customXml" Target="../ink/ink823.xml"/><Relationship Id="rId336" Type="http://schemas.openxmlformats.org/officeDocument/2006/relationships/customXml" Target="../ink/ink851.xml"/><Relationship Id="rId75" Type="http://schemas.openxmlformats.org/officeDocument/2006/relationships/image" Target="../media/image681.png"/><Relationship Id="rId140" Type="http://schemas.openxmlformats.org/officeDocument/2006/relationships/customXml" Target="../ink/ink753.xml"/><Relationship Id="rId182" Type="http://schemas.openxmlformats.org/officeDocument/2006/relationships/customXml" Target="../ink/ink774.xml"/><Relationship Id="rId378" Type="http://schemas.openxmlformats.org/officeDocument/2006/relationships/customXml" Target="../ink/ink872.xml"/><Relationship Id="rId6" Type="http://schemas.openxmlformats.org/officeDocument/2006/relationships/customXml" Target="../ink/ink686.xml"/><Relationship Id="rId238" Type="http://schemas.openxmlformats.org/officeDocument/2006/relationships/customXml" Target="../ink/ink802.xml"/><Relationship Id="rId291" Type="http://schemas.openxmlformats.org/officeDocument/2006/relationships/image" Target="../media/image789.png"/><Relationship Id="rId305" Type="http://schemas.openxmlformats.org/officeDocument/2006/relationships/image" Target="../media/image796.png"/><Relationship Id="rId347" Type="http://schemas.openxmlformats.org/officeDocument/2006/relationships/image" Target="../media/image817.png"/><Relationship Id="rId44" Type="http://schemas.openxmlformats.org/officeDocument/2006/relationships/customXml" Target="../ink/ink705.xml"/><Relationship Id="rId86" Type="http://schemas.openxmlformats.org/officeDocument/2006/relationships/customXml" Target="../ink/ink726.xml"/><Relationship Id="rId151" Type="http://schemas.openxmlformats.org/officeDocument/2006/relationships/image" Target="../media/image719.png"/><Relationship Id="rId389" Type="http://schemas.openxmlformats.org/officeDocument/2006/relationships/image" Target="../media/image838.png"/><Relationship Id="rId193" Type="http://schemas.openxmlformats.org/officeDocument/2006/relationships/image" Target="../media/image740.png"/><Relationship Id="rId207" Type="http://schemas.openxmlformats.org/officeDocument/2006/relationships/image" Target="../media/image747.png"/><Relationship Id="rId249" Type="http://schemas.openxmlformats.org/officeDocument/2006/relationships/image" Target="../media/image768.png"/><Relationship Id="rId13" Type="http://schemas.openxmlformats.org/officeDocument/2006/relationships/image" Target="../media/image650.png"/><Relationship Id="rId109" Type="http://schemas.openxmlformats.org/officeDocument/2006/relationships/image" Target="../media/image698.png"/><Relationship Id="rId260" Type="http://schemas.openxmlformats.org/officeDocument/2006/relationships/customXml" Target="../ink/ink813.xml"/><Relationship Id="rId316" Type="http://schemas.openxmlformats.org/officeDocument/2006/relationships/customXml" Target="../ink/ink841.xml"/><Relationship Id="rId55" Type="http://schemas.openxmlformats.org/officeDocument/2006/relationships/image" Target="../media/image671.png"/><Relationship Id="rId97" Type="http://schemas.openxmlformats.org/officeDocument/2006/relationships/image" Target="../media/image692.png"/><Relationship Id="rId120" Type="http://schemas.openxmlformats.org/officeDocument/2006/relationships/customXml" Target="../ink/ink743.xml"/><Relationship Id="rId358" Type="http://schemas.openxmlformats.org/officeDocument/2006/relationships/customXml" Target="../ink/ink862.xml"/><Relationship Id="rId162" Type="http://schemas.openxmlformats.org/officeDocument/2006/relationships/customXml" Target="../ink/ink764.xml"/><Relationship Id="rId218" Type="http://schemas.openxmlformats.org/officeDocument/2006/relationships/customXml" Target="../ink/ink792.xml"/><Relationship Id="rId271" Type="http://schemas.openxmlformats.org/officeDocument/2006/relationships/image" Target="../media/image779.png"/><Relationship Id="rId24" Type="http://schemas.openxmlformats.org/officeDocument/2006/relationships/customXml" Target="../ink/ink695.xml"/><Relationship Id="rId66" Type="http://schemas.openxmlformats.org/officeDocument/2006/relationships/customXml" Target="../ink/ink716.xml"/><Relationship Id="rId131" Type="http://schemas.openxmlformats.org/officeDocument/2006/relationships/image" Target="../media/image709.png"/><Relationship Id="rId327" Type="http://schemas.openxmlformats.org/officeDocument/2006/relationships/image" Target="../media/image807.png"/><Relationship Id="rId369" Type="http://schemas.openxmlformats.org/officeDocument/2006/relationships/image" Target="../media/image828.png"/><Relationship Id="rId173" Type="http://schemas.openxmlformats.org/officeDocument/2006/relationships/image" Target="../media/image730.png"/><Relationship Id="rId229" Type="http://schemas.openxmlformats.org/officeDocument/2006/relationships/image" Target="../media/image758.png"/><Relationship Id="rId380" Type="http://schemas.openxmlformats.org/officeDocument/2006/relationships/customXml" Target="../ink/ink873.xml"/><Relationship Id="rId240" Type="http://schemas.openxmlformats.org/officeDocument/2006/relationships/customXml" Target="../ink/ink803.xml"/><Relationship Id="rId35" Type="http://schemas.openxmlformats.org/officeDocument/2006/relationships/image" Target="../media/image661.png"/><Relationship Id="rId77" Type="http://schemas.openxmlformats.org/officeDocument/2006/relationships/image" Target="../media/image682.png"/><Relationship Id="rId100" Type="http://schemas.openxmlformats.org/officeDocument/2006/relationships/customXml" Target="../ink/ink733.xml"/><Relationship Id="rId282" Type="http://schemas.openxmlformats.org/officeDocument/2006/relationships/customXml" Target="../ink/ink824.xml"/><Relationship Id="rId338" Type="http://schemas.openxmlformats.org/officeDocument/2006/relationships/customXml" Target="../ink/ink852.xml"/><Relationship Id="rId8" Type="http://schemas.openxmlformats.org/officeDocument/2006/relationships/customXml" Target="../ink/ink687.xml"/><Relationship Id="rId142" Type="http://schemas.openxmlformats.org/officeDocument/2006/relationships/customXml" Target="../ink/ink754.xml"/><Relationship Id="rId184" Type="http://schemas.openxmlformats.org/officeDocument/2006/relationships/customXml" Target="../ink/ink775.xml"/><Relationship Id="rId391" Type="http://schemas.openxmlformats.org/officeDocument/2006/relationships/image" Target="../media/image839.png"/><Relationship Id="rId251" Type="http://schemas.openxmlformats.org/officeDocument/2006/relationships/image" Target="../media/image769.png"/><Relationship Id="rId46" Type="http://schemas.openxmlformats.org/officeDocument/2006/relationships/customXml" Target="../ink/ink706.xml"/><Relationship Id="rId293" Type="http://schemas.openxmlformats.org/officeDocument/2006/relationships/image" Target="../media/image790.png"/><Relationship Id="rId307" Type="http://schemas.openxmlformats.org/officeDocument/2006/relationships/image" Target="../media/image797.png"/><Relationship Id="rId349" Type="http://schemas.openxmlformats.org/officeDocument/2006/relationships/image" Target="../media/image818.png"/><Relationship Id="rId88" Type="http://schemas.openxmlformats.org/officeDocument/2006/relationships/customXml" Target="../ink/ink727.xml"/><Relationship Id="rId111" Type="http://schemas.openxmlformats.org/officeDocument/2006/relationships/image" Target="../media/image699.png"/><Relationship Id="rId153" Type="http://schemas.openxmlformats.org/officeDocument/2006/relationships/image" Target="../media/image720.png"/><Relationship Id="rId195" Type="http://schemas.openxmlformats.org/officeDocument/2006/relationships/image" Target="../media/image741.png"/><Relationship Id="rId209" Type="http://schemas.openxmlformats.org/officeDocument/2006/relationships/image" Target="../media/image748.png"/><Relationship Id="rId360" Type="http://schemas.openxmlformats.org/officeDocument/2006/relationships/customXml" Target="../ink/ink863.xml"/><Relationship Id="rId220" Type="http://schemas.openxmlformats.org/officeDocument/2006/relationships/customXml" Target="../ink/ink793.xml"/><Relationship Id="rId15" Type="http://schemas.openxmlformats.org/officeDocument/2006/relationships/image" Target="../media/image651.png"/><Relationship Id="rId57" Type="http://schemas.openxmlformats.org/officeDocument/2006/relationships/image" Target="../media/image672.png"/><Relationship Id="rId262" Type="http://schemas.openxmlformats.org/officeDocument/2006/relationships/customXml" Target="../ink/ink814.xml"/><Relationship Id="rId318" Type="http://schemas.openxmlformats.org/officeDocument/2006/relationships/customXml" Target="../ink/ink842.xml"/><Relationship Id="rId99" Type="http://schemas.openxmlformats.org/officeDocument/2006/relationships/image" Target="../media/image693.png"/><Relationship Id="rId122" Type="http://schemas.openxmlformats.org/officeDocument/2006/relationships/customXml" Target="../ink/ink744.xml"/><Relationship Id="rId164" Type="http://schemas.openxmlformats.org/officeDocument/2006/relationships/customXml" Target="../ink/ink765.xml"/><Relationship Id="rId371" Type="http://schemas.openxmlformats.org/officeDocument/2006/relationships/image" Target="../media/image829.png"/><Relationship Id="rId26" Type="http://schemas.openxmlformats.org/officeDocument/2006/relationships/customXml" Target="../ink/ink696.xml"/><Relationship Id="rId231" Type="http://schemas.openxmlformats.org/officeDocument/2006/relationships/image" Target="../media/image759.png"/><Relationship Id="rId273" Type="http://schemas.openxmlformats.org/officeDocument/2006/relationships/image" Target="../media/image780.png"/><Relationship Id="rId329" Type="http://schemas.openxmlformats.org/officeDocument/2006/relationships/image" Target="../media/image808.png"/><Relationship Id="rId68" Type="http://schemas.openxmlformats.org/officeDocument/2006/relationships/customXml" Target="../ink/ink717.xml"/><Relationship Id="rId133" Type="http://schemas.openxmlformats.org/officeDocument/2006/relationships/image" Target="../media/image710.png"/><Relationship Id="rId175" Type="http://schemas.openxmlformats.org/officeDocument/2006/relationships/image" Target="../media/image731.png"/><Relationship Id="rId340" Type="http://schemas.openxmlformats.org/officeDocument/2006/relationships/customXml" Target="../ink/ink853.xml"/><Relationship Id="rId200" Type="http://schemas.openxmlformats.org/officeDocument/2006/relationships/customXml" Target="../ink/ink783.xml"/><Relationship Id="rId382" Type="http://schemas.openxmlformats.org/officeDocument/2006/relationships/customXml" Target="../ink/ink874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1.png"/><Relationship Id="rId21" Type="http://schemas.openxmlformats.org/officeDocument/2006/relationships/image" Target="../media/image850.png"/><Relationship Id="rId42" Type="http://schemas.openxmlformats.org/officeDocument/2006/relationships/customXml" Target="../ink/ink900.xml"/><Relationship Id="rId63" Type="http://schemas.openxmlformats.org/officeDocument/2006/relationships/image" Target="../media/image914.png"/><Relationship Id="rId84" Type="http://schemas.openxmlformats.org/officeDocument/2006/relationships/customXml" Target="../ink/ink921.xml"/><Relationship Id="rId138" Type="http://schemas.openxmlformats.org/officeDocument/2006/relationships/customXml" Target="../ink/ink948.xml"/><Relationship Id="rId159" Type="http://schemas.openxmlformats.org/officeDocument/2006/relationships/image" Target="../media/image962.png"/><Relationship Id="rId170" Type="http://schemas.openxmlformats.org/officeDocument/2006/relationships/customXml" Target="../ink/ink964.xml"/><Relationship Id="rId191" Type="http://schemas.openxmlformats.org/officeDocument/2006/relationships/image" Target="../media/image978.png"/><Relationship Id="rId205" Type="http://schemas.openxmlformats.org/officeDocument/2006/relationships/image" Target="../media/image985.png"/><Relationship Id="rId107" Type="http://schemas.openxmlformats.org/officeDocument/2006/relationships/image" Target="../media/image936.png"/><Relationship Id="rId11" Type="http://schemas.openxmlformats.org/officeDocument/2006/relationships/image" Target="../media/image845.png"/><Relationship Id="rId32" Type="http://schemas.openxmlformats.org/officeDocument/2006/relationships/customXml" Target="../ink/ink895.xml"/><Relationship Id="rId53" Type="http://schemas.openxmlformats.org/officeDocument/2006/relationships/image" Target="../media/image909.png"/><Relationship Id="rId74" Type="http://schemas.openxmlformats.org/officeDocument/2006/relationships/customXml" Target="../ink/ink916.xml"/><Relationship Id="rId128" Type="http://schemas.openxmlformats.org/officeDocument/2006/relationships/customXml" Target="../ink/ink943.xml"/><Relationship Id="rId149" Type="http://schemas.openxmlformats.org/officeDocument/2006/relationships/image" Target="../media/image957.png"/><Relationship Id="rId5" Type="http://schemas.openxmlformats.org/officeDocument/2006/relationships/image" Target="../media/image842.png"/><Relationship Id="rId95" Type="http://schemas.openxmlformats.org/officeDocument/2006/relationships/image" Target="../media/image930.png"/><Relationship Id="rId160" Type="http://schemas.openxmlformats.org/officeDocument/2006/relationships/customXml" Target="../ink/ink959.xml"/><Relationship Id="rId181" Type="http://schemas.openxmlformats.org/officeDocument/2006/relationships/image" Target="../media/image973.png"/><Relationship Id="rId216" Type="http://schemas.openxmlformats.org/officeDocument/2006/relationships/customXml" Target="../ink/ink987.xml"/><Relationship Id="rId22" Type="http://schemas.openxmlformats.org/officeDocument/2006/relationships/customXml" Target="../ink/ink890.xml"/><Relationship Id="rId43" Type="http://schemas.openxmlformats.org/officeDocument/2006/relationships/image" Target="../media/image904.png"/><Relationship Id="rId64" Type="http://schemas.openxmlformats.org/officeDocument/2006/relationships/customXml" Target="../ink/ink911.xml"/><Relationship Id="rId118" Type="http://schemas.openxmlformats.org/officeDocument/2006/relationships/customXml" Target="../ink/ink938.xml"/><Relationship Id="rId139" Type="http://schemas.openxmlformats.org/officeDocument/2006/relationships/image" Target="../media/image952.png"/><Relationship Id="rId85" Type="http://schemas.openxmlformats.org/officeDocument/2006/relationships/image" Target="../media/image925.png"/><Relationship Id="rId150" Type="http://schemas.openxmlformats.org/officeDocument/2006/relationships/customXml" Target="../ink/ink954.xml"/><Relationship Id="rId171" Type="http://schemas.openxmlformats.org/officeDocument/2006/relationships/image" Target="../media/image968.png"/><Relationship Id="rId192" Type="http://schemas.openxmlformats.org/officeDocument/2006/relationships/customXml" Target="../ink/ink975.xml"/><Relationship Id="rId206" Type="http://schemas.openxmlformats.org/officeDocument/2006/relationships/customXml" Target="../ink/ink982.xml"/><Relationship Id="rId12" Type="http://schemas.openxmlformats.org/officeDocument/2006/relationships/customXml" Target="../ink/ink885.xml"/><Relationship Id="rId33" Type="http://schemas.openxmlformats.org/officeDocument/2006/relationships/image" Target="../media/image899.png"/><Relationship Id="rId108" Type="http://schemas.openxmlformats.org/officeDocument/2006/relationships/customXml" Target="../ink/ink933.xml"/><Relationship Id="rId129" Type="http://schemas.openxmlformats.org/officeDocument/2006/relationships/image" Target="../media/image947.png"/><Relationship Id="rId54" Type="http://schemas.openxmlformats.org/officeDocument/2006/relationships/customXml" Target="../ink/ink906.xml"/><Relationship Id="rId75" Type="http://schemas.openxmlformats.org/officeDocument/2006/relationships/image" Target="../media/image920.png"/><Relationship Id="rId96" Type="http://schemas.openxmlformats.org/officeDocument/2006/relationships/customXml" Target="../ink/ink927.xml"/><Relationship Id="rId140" Type="http://schemas.openxmlformats.org/officeDocument/2006/relationships/customXml" Target="../ink/ink949.xml"/><Relationship Id="rId161" Type="http://schemas.openxmlformats.org/officeDocument/2006/relationships/image" Target="../media/image963.png"/><Relationship Id="rId182" Type="http://schemas.openxmlformats.org/officeDocument/2006/relationships/customXml" Target="../ink/ink970.xml"/><Relationship Id="rId217" Type="http://schemas.openxmlformats.org/officeDocument/2006/relationships/image" Target="../media/image991.png"/><Relationship Id="rId6" Type="http://schemas.openxmlformats.org/officeDocument/2006/relationships/customXml" Target="../ink/ink882.xml"/><Relationship Id="rId23" Type="http://schemas.openxmlformats.org/officeDocument/2006/relationships/image" Target="../media/image851.png"/><Relationship Id="rId119" Type="http://schemas.openxmlformats.org/officeDocument/2006/relationships/image" Target="../media/image942.png"/><Relationship Id="rId44" Type="http://schemas.openxmlformats.org/officeDocument/2006/relationships/customXml" Target="../ink/ink901.xml"/><Relationship Id="rId65" Type="http://schemas.openxmlformats.org/officeDocument/2006/relationships/image" Target="../media/image915.png"/><Relationship Id="rId86" Type="http://schemas.openxmlformats.org/officeDocument/2006/relationships/customXml" Target="../ink/ink922.xml"/><Relationship Id="rId130" Type="http://schemas.openxmlformats.org/officeDocument/2006/relationships/customXml" Target="../ink/ink944.xml"/><Relationship Id="rId151" Type="http://schemas.openxmlformats.org/officeDocument/2006/relationships/image" Target="../media/image958.png"/><Relationship Id="rId172" Type="http://schemas.openxmlformats.org/officeDocument/2006/relationships/customXml" Target="../ink/ink965.xml"/><Relationship Id="rId193" Type="http://schemas.openxmlformats.org/officeDocument/2006/relationships/image" Target="../media/image979.png"/><Relationship Id="rId207" Type="http://schemas.openxmlformats.org/officeDocument/2006/relationships/image" Target="../media/image986.png"/><Relationship Id="rId13" Type="http://schemas.openxmlformats.org/officeDocument/2006/relationships/image" Target="../media/image846.png"/><Relationship Id="rId109" Type="http://schemas.openxmlformats.org/officeDocument/2006/relationships/image" Target="../media/image937.png"/><Relationship Id="rId34" Type="http://schemas.openxmlformats.org/officeDocument/2006/relationships/customXml" Target="../ink/ink896.xml"/><Relationship Id="rId55" Type="http://schemas.openxmlformats.org/officeDocument/2006/relationships/image" Target="../media/image910.png"/><Relationship Id="rId76" Type="http://schemas.openxmlformats.org/officeDocument/2006/relationships/customXml" Target="../ink/ink917.xml"/><Relationship Id="rId97" Type="http://schemas.openxmlformats.org/officeDocument/2006/relationships/image" Target="../media/image931.png"/><Relationship Id="rId120" Type="http://schemas.openxmlformats.org/officeDocument/2006/relationships/customXml" Target="../ink/ink939.xml"/><Relationship Id="rId141" Type="http://schemas.openxmlformats.org/officeDocument/2006/relationships/image" Target="../media/image953.png"/><Relationship Id="rId7" Type="http://schemas.openxmlformats.org/officeDocument/2006/relationships/image" Target="../media/image843.png"/><Relationship Id="rId162" Type="http://schemas.openxmlformats.org/officeDocument/2006/relationships/customXml" Target="../ink/ink960.xml"/><Relationship Id="rId183" Type="http://schemas.openxmlformats.org/officeDocument/2006/relationships/image" Target="../media/image974.png"/><Relationship Id="rId24" Type="http://schemas.openxmlformats.org/officeDocument/2006/relationships/customXml" Target="../ink/ink891.xml"/><Relationship Id="rId45" Type="http://schemas.openxmlformats.org/officeDocument/2006/relationships/image" Target="../media/image905.png"/><Relationship Id="rId66" Type="http://schemas.openxmlformats.org/officeDocument/2006/relationships/customXml" Target="../ink/ink912.xml"/><Relationship Id="rId87" Type="http://schemas.openxmlformats.org/officeDocument/2006/relationships/image" Target="../media/image926.png"/><Relationship Id="rId110" Type="http://schemas.openxmlformats.org/officeDocument/2006/relationships/customXml" Target="../ink/ink934.xml"/><Relationship Id="rId131" Type="http://schemas.openxmlformats.org/officeDocument/2006/relationships/image" Target="../media/image948.png"/><Relationship Id="rId152" Type="http://schemas.openxmlformats.org/officeDocument/2006/relationships/customXml" Target="../ink/ink955.xml"/><Relationship Id="rId173" Type="http://schemas.openxmlformats.org/officeDocument/2006/relationships/image" Target="../media/image969.png"/><Relationship Id="rId194" Type="http://schemas.openxmlformats.org/officeDocument/2006/relationships/customXml" Target="../ink/ink976.xml"/><Relationship Id="rId208" Type="http://schemas.openxmlformats.org/officeDocument/2006/relationships/customXml" Target="../ink/ink983.xml"/><Relationship Id="rId14" Type="http://schemas.openxmlformats.org/officeDocument/2006/relationships/customXml" Target="../ink/ink886.xml"/><Relationship Id="rId30" Type="http://schemas.openxmlformats.org/officeDocument/2006/relationships/customXml" Target="../ink/ink894.xml"/><Relationship Id="rId35" Type="http://schemas.openxmlformats.org/officeDocument/2006/relationships/image" Target="../media/image900.png"/><Relationship Id="rId56" Type="http://schemas.openxmlformats.org/officeDocument/2006/relationships/customXml" Target="../ink/ink907.xml"/><Relationship Id="rId77" Type="http://schemas.openxmlformats.org/officeDocument/2006/relationships/image" Target="../media/image921.png"/><Relationship Id="rId100" Type="http://schemas.openxmlformats.org/officeDocument/2006/relationships/customXml" Target="../ink/ink929.xml"/><Relationship Id="rId105" Type="http://schemas.openxmlformats.org/officeDocument/2006/relationships/image" Target="../media/image935.png"/><Relationship Id="rId126" Type="http://schemas.openxmlformats.org/officeDocument/2006/relationships/customXml" Target="../ink/ink942.xml"/><Relationship Id="rId147" Type="http://schemas.openxmlformats.org/officeDocument/2006/relationships/image" Target="../media/image956.png"/><Relationship Id="rId168" Type="http://schemas.openxmlformats.org/officeDocument/2006/relationships/customXml" Target="../ink/ink963.xml"/><Relationship Id="rId8" Type="http://schemas.openxmlformats.org/officeDocument/2006/relationships/customXml" Target="../ink/ink883.xml"/><Relationship Id="rId51" Type="http://schemas.openxmlformats.org/officeDocument/2006/relationships/image" Target="../media/image908.png"/><Relationship Id="rId72" Type="http://schemas.openxmlformats.org/officeDocument/2006/relationships/customXml" Target="../ink/ink915.xml"/><Relationship Id="rId93" Type="http://schemas.openxmlformats.org/officeDocument/2006/relationships/image" Target="../media/image929.png"/><Relationship Id="rId98" Type="http://schemas.openxmlformats.org/officeDocument/2006/relationships/customXml" Target="../ink/ink928.xml"/><Relationship Id="rId121" Type="http://schemas.openxmlformats.org/officeDocument/2006/relationships/image" Target="../media/image943.png"/><Relationship Id="rId142" Type="http://schemas.openxmlformats.org/officeDocument/2006/relationships/customXml" Target="../ink/ink950.xml"/><Relationship Id="rId163" Type="http://schemas.openxmlformats.org/officeDocument/2006/relationships/image" Target="../media/image964.png"/><Relationship Id="rId184" Type="http://schemas.openxmlformats.org/officeDocument/2006/relationships/customXml" Target="../ink/ink971.xml"/><Relationship Id="rId189" Type="http://schemas.openxmlformats.org/officeDocument/2006/relationships/image" Target="../media/image977.png"/><Relationship Id="rId3" Type="http://schemas.openxmlformats.org/officeDocument/2006/relationships/image" Target="../media/image841.png"/><Relationship Id="rId214" Type="http://schemas.openxmlformats.org/officeDocument/2006/relationships/customXml" Target="../ink/ink986.xml"/><Relationship Id="rId25" Type="http://schemas.openxmlformats.org/officeDocument/2006/relationships/image" Target="../media/image852.png"/><Relationship Id="rId46" Type="http://schemas.openxmlformats.org/officeDocument/2006/relationships/customXml" Target="../ink/ink902.xml"/><Relationship Id="rId67" Type="http://schemas.openxmlformats.org/officeDocument/2006/relationships/image" Target="../media/image916.png"/><Relationship Id="rId116" Type="http://schemas.openxmlformats.org/officeDocument/2006/relationships/customXml" Target="../ink/ink937.xml"/><Relationship Id="rId137" Type="http://schemas.openxmlformats.org/officeDocument/2006/relationships/image" Target="../media/image951.png"/><Relationship Id="rId158" Type="http://schemas.openxmlformats.org/officeDocument/2006/relationships/customXml" Target="../ink/ink958.xml"/><Relationship Id="rId20" Type="http://schemas.openxmlformats.org/officeDocument/2006/relationships/customXml" Target="../ink/ink889.xml"/><Relationship Id="rId41" Type="http://schemas.openxmlformats.org/officeDocument/2006/relationships/image" Target="../media/image903.png"/><Relationship Id="rId62" Type="http://schemas.openxmlformats.org/officeDocument/2006/relationships/customXml" Target="../ink/ink910.xml"/><Relationship Id="rId83" Type="http://schemas.openxmlformats.org/officeDocument/2006/relationships/image" Target="../media/image924.png"/><Relationship Id="rId88" Type="http://schemas.openxmlformats.org/officeDocument/2006/relationships/customXml" Target="../ink/ink923.xml"/><Relationship Id="rId111" Type="http://schemas.openxmlformats.org/officeDocument/2006/relationships/image" Target="../media/image938.png"/><Relationship Id="rId132" Type="http://schemas.openxmlformats.org/officeDocument/2006/relationships/customXml" Target="../ink/ink945.xml"/><Relationship Id="rId153" Type="http://schemas.openxmlformats.org/officeDocument/2006/relationships/image" Target="../media/image959.png"/><Relationship Id="rId174" Type="http://schemas.openxmlformats.org/officeDocument/2006/relationships/customXml" Target="../ink/ink966.xml"/><Relationship Id="rId179" Type="http://schemas.openxmlformats.org/officeDocument/2006/relationships/image" Target="../media/image972.png"/><Relationship Id="rId195" Type="http://schemas.openxmlformats.org/officeDocument/2006/relationships/image" Target="../media/image980.png"/><Relationship Id="rId209" Type="http://schemas.openxmlformats.org/officeDocument/2006/relationships/image" Target="../media/image987.png"/><Relationship Id="rId190" Type="http://schemas.openxmlformats.org/officeDocument/2006/relationships/customXml" Target="../ink/ink974.xml"/><Relationship Id="rId204" Type="http://schemas.openxmlformats.org/officeDocument/2006/relationships/customXml" Target="../ink/ink981.xml"/><Relationship Id="rId15" Type="http://schemas.openxmlformats.org/officeDocument/2006/relationships/image" Target="../media/image847.png"/><Relationship Id="rId36" Type="http://schemas.openxmlformats.org/officeDocument/2006/relationships/customXml" Target="../ink/ink897.xml"/><Relationship Id="rId57" Type="http://schemas.openxmlformats.org/officeDocument/2006/relationships/image" Target="../media/image911.png"/><Relationship Id="rId106" Type="http://schemas.openxmlformats.org/officeDocument/2006/relationships/customXml" Target="../ink/ink932.xml"/><Relationship Id="rId127" Type="http://schemas.openxmlformats.org/officeDocument/2006/relationships/image" Target="../media/image946.png"/><Relationship Id="rId10" Type="http://schemas.openxmlformats.org/officeDocument/2006/relationships/customXml" Target="../ink/ink884.xml"/><Relationship Id="rId31" Type="http://schemas.openxmlformats.org/officeDocument/2006/relationships/image" Target="../media/image898.png"/><Relationship Id="rId52" Type="http://schemas.openxmlformats.org/officeDocument/2006/relationships/customXml" Target="../ink/ink905.xml"/><Relationship Id="rId73" Type="http://schemas.openxmlformats.org/officeDocument/2006/relationships/image" Target="../media/image919.png"/><Relationship Id="rId78" Type="http://schemas.openxmlformats.org/officeDocument/2006/relationships/customXml" Target="../ink/ink918.xml"/><Relationship Id="rId94" Type="http://schemas.openxmlformats.org/officeDocument/2006/relationships/customXml" Target="../ink/ink926.xml"/><Relationship Id="rId99" Type="http://schemas.openxmlformats.org/officeDocument/2006/relationships/image" Target="../media/image932.png"/><Relationship Id="rId101" Type="http://schemas.openxmlformats.org/officeDocument/2006/relationships/image" Target="../media/image933.png"/><Relationship Id="rId122" Type="http://schemas.openxmlformats.org/officeDocument/2006/relationships/customXml" Target="../ink/ink940.xml"/><Relationship Id="rId143" Type="http://schemas.openxmlformats.org/officeDocument/2006/relationships/image" Target="../media/image954.png"/><Relationship Id="rId148" Type="http://schemas.openxmlformats.org/officeDocument/2006/relationships/customXml" Target="../ink/ink953.xml"/><Relationship Id="rId164" Type="http://schemas.openxmlformats.org/officeDocument/2006/relationships/customXml" Target="../ink/ink961.xml"/><Relationship Id="rId169" Type="http://schemas.openxmlformats.org/officeDocument/2006/relationships/image" Target="../media/image967.png"/><Relationship Id="rId185" Type="http://schemas.openxmlformats.org/officeDocument/2006/relationships/image" Target="../media/image975.png"/><Relationship Id="rId4" Type="http://schemas.openxmlformats.org/officeDocument/2006/relationships/customXml" Target="../ink/ink881.xml"/><Relationship Id="rId9" Type="http://schemas.openxmlformats.org/officeDocument/2006/relationships/image" Target="../media/image844.png"/><Relationship Id="rId180" Type="http://schemas.openxmlformats.org/officeDocument/2006/relationships/customXml" Target="../ink/ink969.xml"/><Relationship Id="rId210" Type="http://schemas.openxmlformats.org/officeDocument/2006/relationships/customXml" Target="../ink/ink984.xml"/><Relationship Id="rId215" Type="http://schemas.openxmlformats.org/officeDocument/2006/relationships/image" Target="../media/image990.png"/><Relationship Id="rId26" Type="http://schemas.openxmlformats.org/officeDocument/2006/relationships/customXml" Target="../ink/ink892.xml"/><Relationship Id="rId47" Type="http://schemas.openxmlformats.org/officeDocument/2006/relationships/image" Target="../media/image906.png"/><Relationship Id="rId68" Type="http://schemas.openxmlformats.org/officeDocument/2006/relationships/customXml" Target="../ink/ink913.xml"/><Relationship Id="rId89" Type="http://schemas.openxmlformats.org/officeDocument/2006/relationships/image" Target="../media/image927.png"/><Relationship Id="rId112" Type="http://schemas.openxmlformats.org/officeDocument/2006/relationships/customXml" Target="../ink/ink935.xml"/><Relationship Id="rId133" Type="http://schemas.openxmlformats.org/officeDocument/2006/relationships/image" Target="../media/image949.png"/><Relationship Id="rId154" Type="http://schemas.openxmlformats.org/officeDocument/2006/relationships/customXml" Target="../ink/ink956.xml"/><Relationship Id="rId175" Type="http://schemas.openxmlformats.org/officeDocument/2006/relationships/image" Target="../media/image970.png"/><Relationship Id="rId196" Type="http://schemas.openxmlformats.org/officeDocument/2006/relationships/customXml" Target="../ink/ink977.xml"/><Relationship Id="rId200" Type="http://schemas.openxmlformats.org/officeDocument/2006/relationships/customXml" Target="../ink/ink979.xml"/><Relationship Id="rId16" Type="http://schemas.openxmlformats.org/officeDocument/2006/relationships/customXml" Target="../ink/ink887.xml"/><Relationship Id="rId37" Type="http://schemas.openxmlformats.org/officeDocument/2006/relationships/image" Target="../media/image901.png"/><Relationship Id="rId58" Type="http://schemas.openxmlformats.org/officeDocument/2006/relationships/customXml" Target="../ink/ink908.xml"/><Relationship Id="rId79" Type="http://schemas.openxmlformats.org/officeDocument/2006/relationships/image" Target="../media/image922.png"/><Relationship Id="rId102" Type="http://schemas.openxmlformats.org/officeDocument/2006/relationships/customXml" Target="../ink/ink930.xml"/><Relationship Id="rId123" Type="http://schemas.openxmlformats.org/officeDocument/2006/relationships/image" Target="../media/image944.png"/><Relationship Id="rId144" Type="http://schemas.openxmlformats.org/officeDocument/2006/relationships/customXml" Target="../ink/ink951.xml"/><Relationship Id="rId90" Type="http://schemas.openxmlformats.org/officeDocument/2006/relationships/customXml" Target="../ink/ink924.xml"/><Relationship Id="rId165" Type="http://schemas.openxmlformats.org/officeDocument/2006/relationships/image" Target="../media/image965.png"/><Relationship Id="rId186" Type="http://schemas.openxmlformats.org/officeDocument/2006/relationships/customXml" Target="../ink/ink972.xml"/><Relationship Id="rId211" Type="http://schemas.openxmlformats.org/officeDocument/2006/relationships/image" Target="../media/image988.png"/><Relationship Id="rId27" Type="http://schemas.openxmlformats.org/officeDocument/2006/relationships/image" Target="../media/image853.png"/><Relationship Id="rId48" Type="http://schemas.openxmlformats.org/officeDocument/2006/relationships/customXml" Target="../ink/ink903.xml"/><Relationship Id="rId69" Type="http://schemas.openxmlformats.org/officeDocument/2006/relationships/image" Target="../media/image917.png"/><Relationship Id="rId113" Type="http://schemas.openxmlformats.org/officeDocument/2006/relationships/image" Target="../media/image939.png"/><Relationship Id="rId134" Type="http://schemas.openxmlformats.org/officeDocument/2006/relationships/customXml" Target="../ink/ink946.xml"/><Relationship Id="rId80" Type="http://schemas.openxmlformats.org/officeDocument/2006/relationships/customXml" Target="../ink/ink919.xml"/><Relationship Id="rId155" Type="http://schemas.openxmlformats.org/officeDocument/2006/relationships/image" Target="../media/image960.png"/><Relationship Id="rId176" Type="http://schemas.openxmlformats.org/officeDocument/2006/relationships/customXml" Target="../ink/ink967.xml"/><Relationship Id="rId197" Type="http://schemas.openxmlformats.org/officeDocument/2006/relationships/image" Target="../media/image981.png"/><Relationship Id="rId201" Type="http://schemas.openxmlformats.org/officeDocument/2006/relationships/image" Target="../media/image983.png"/><Relationship Id="rId17" Type="http://schemas.openxmlformats.org/officeDocument/2006/relationships/image" Target="../media/image848.png"/><Relationship Id="rId38" Type="http://schemas.openxmlformats.org/officeDocument/2006/relationships/customXml" Target="../ink/ink898.xml"/><Relationship Id="rId59" Type="http://schemas.openxmlformats.org/officeDocument/2006/relationships/image" Target="../media/image912.png"/><Relationship Id="rId103" Type="http://schemas.openxmlformats.org/officeDocument/2006/relationships/image" Target="../media/image934.png"/><Relationship Id="rId124" Type="http://schemas.openxmlformats.org/officeDocument/2006/relationships/customXml" Target="../ink/ink941.xml"/><Relationship Id="rId70" Type="http://schemas.openxmlformats.org/officeDocument/2006/relationships/customXml" Target="../ink/ink914.xml"/><Relationship Id="rId91" Type="http://schemas.openxmlformats.org/officeDocument/2006/relationships/image" Target="../media/image928.png"/><Relationship Id="rId145" Type="http://schemas.openxmlformats.org/officeDocument/2006/relationships/image" Target="../media/image955.png"/><Relationship Id="rId166" Type="http://schemas.openxmlformats.org/officeDocument/2006/relationships/customXml" Target="../ink/ink962.xml"/><Relationship Id="rId187" Type="http://schemas.openxmlformats.org/officeDocument/2006/relationships/image" Target="../media/image97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85.xml"/><Relationship Id="rId28" Type="http://schemas.openxmlformats.org/officeDocument/2006/relationships/customXml" Target="../ink/ink893.xml"/><Relationship Id="rId49" Type="http://schemas.openxmlformats.org/officeDocument/2006/relationships/image" Target="../media/image907.png"/><Relationship Id="rId114" Type="http://schemas.openxmlformats.org/officeDocument/2006/relationships/customXml" Target="../ink/ink936.xml"/><Relationship Id="rId60" Type="http://schemas.openxmlformats.org/officeDocument/2006/relationships/customXml" Target="../ink/ink909.xml"/><Relationship Id="rId81" Type="http://schemas.openxmlformats.org/officeDocument/2006/relationships/image" Target="../media/image923.png"/><Relationship Id="rId135" Type="http://schemas.openxmlformats.org/officeDocument/2006/relationships/image" Target="../media/image950.png"/><Relationship Id="rId156" Type="http://schemas.openxmlformats.org/officeDocument/2006/relationships/customXml" Target="../ink/ink957.xml"/><Relationship Id="rId177" Type="http://schemas.openxmlformats.org/officeDocument/2006/relationships/image" Target="../media/image971.png"/><Relationship Id="rId198" Type="http://schemas.openxmlformats.org/officeDocument/2006/relationships/customXml" Target="../ink/ink978.xml"/><Relationship Id="rId202" Type="http://schemas.openxmlformats.org/officeDocument/2006/relationships/customXml" Target="../ink/ink980.xml"/><Relationship Id="rId18" Type="http://schemas.openxmlformats.org/officeDocument/2006/relationships/customXml" Target="../ink/ink888.xml"/><Relationship Id="rId39" Type="http://schemas.openxmlformats.org/officeDocument/2006/relationships/image" Target="../media/image902.png"/><Relationship Id="rId50" Type="http://schemas.openxmlformats.org/officeDocument/2006/relationships/customXml" Target="../ink/ink904.xml"/><Relationship Id="rId104" Type="http://schemas.openxmlformats.org/officeDocument/2006/relationships/customXml" Target="../ink/ink931.xml"/><Relationship Id="rId125" Type="http://schemas.openxmlformats.org/officeDocument/2006/relationships/image" Target="../media/image945.png"/><Relationship Id="rId146" Type="http://schemas.openxmlformats.org/officeDocument/2006/relationships/customXml" Target="../ink/ink952.xml"/><Relationship Id="rId167" Type="http://schemas.openxmlformats.org/officeDocument/2006/relationships/image" Target="../media/image966.png"/><Relationship Id="rId188" Type="http://schemas.openxmlformats.org/officeDocument/2006/relationships/customXml" Target="../ink/ink973.xml"/><Relationship Id="rId71" Type="http://schemas.openxmlformats.org/officeDocument/2006/relationships/image" Target="../media/image918.png"/><Relationship Id="rId92" Type="http://schemas.openxmlformats.org/officeDocument/2006/relationships/customXml" Target="../ink/ink925.xml"/><Relationship Id="rId213" Type="http://schemas.openxmlformats.org/officeDocument/2006/relationships/image" Target="../media/image989.png"/><Relationship Id="rId2" Type="http://schemas.openxmlformats.org/officeDocument/2006/relationships/customXml" Target="../ink/ink880.xml"/><Relationship Id="rId29" Type="http://schemas.openxmlformats.org/officeDocument/2006/relationships/image" Target="../media/image897.png"/><Relationship Id="rId40" Type="http://schemas.openxmlformats.org/officeDocument/2006/relationships/customXml" Target="../ink/ink899.xml"/><Relationship Id="rId115" Type="http://schemas.openxmlformats.org/officeDocument/2006/relationships/image" Target="../media/image940.png"/><Relationship Id="rId136" Type="http://schemas.openxmlformats.org/officeDocument/2006/relationships/customXml" Target="../ink/ink947.xml"/><Relationship Id="rId157" Type="http://schemas.openxmlformats.org/officeDocument/2006/relationships/image" Target="../media/image961.png"/><Relationship Id="rId178" Type="http://schemas.openxmlformats.org/officeDocument/2006/relationships/customXml" Target="../ink/ink968.xml"/><Relationship Id="rId61" Type="http://schemas.openxmlformats.org/officeDocument/2006/relationships/image" Target="../media/image913.png"/><Relationship Id="rId82" Type="http://schemas.openxmlformats.org/officeDocument/2006/relationships/customXml" Target="../ink/ink920.xml"/><Relationship Id="rId199" Type="http://schemas.openxmlformats.org/officeDocument/2006/relationships/image" Target="../media/image982.png"/><Relationship Id="rId203" Type="http://schemas.openxmlformats.org/officeDocument/2006/relationships/image" Target="../media/image984.png"/><Relationship Id="rId19" Type="http://schemas.openxmlformats.org/officeDocument/2006/relationships/image" Target="../media/image849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31.png"/><Relationship Id="rId21" Type="http://schemas.openxmlformats.org/officeDocument/2006/relationships/image" Target="../media/image9451.png"/><Relationship Id="rId42" Type="http://schemas.openxmlformats.org/officeDocument/2006/relationships/customXml" Target="../ink/ink1007.xml"/><Relationship Id="rId63" Type="http://schemas.openxmlformats.org/officeDocument/2006/relationships/image" Target="../media/image9661.png"/><Relationship Id="rId84" Type="http://schemas.openxmlformats.org/officeDocument/2006/relationships/customXml" Target="../ink/ink1028.xml"/><Relationship Id="rId138" Type="http://schemas.openxmlformats.org/officeDocument/2006/relationships/customXml" Target="../ink/ink1055.xml"/><Relationship Id="rId159" Type="http://schemas.openxmlformats.org/officeDocument/2006/relationships/image" Target="../media/image1014.png"/><Relationship Id="rId170" Type="http://schemas.openxmlformats.org/officeDocument/2006/relationships/customXml" Target="../ink/ink1071.xml"/><Relationship Id="rId107" Type="http://schemas.openxmlformats.org/officeDocument/2006/relationships/image" Target="../media/image9880.png"/><Relationship Id="rId11" Type="http://schemas.openxmlformats.org/officeDocument/2006/relationships/image" Target="../media/image9401.png"/><Relationship Id="rId32" Type="http://schemas.openxmlformats.org/officeDocument/2006/relationships/customXml" Target="../ink/ink1002.xml"/><Relationship Id="rId53" Type="http://schemas.openxmlformats.org/officeDocument/2006/relationships/image" Target="../media/image9611.png"/><Relationship Id="rId74" Type="http://schemas.openxmlformats.org/officeDocument/2006/relationships/customXml" Target="../ink/ink1023.xml"/><Relationship Id="rId128" Type="http://schemas.openxmlformats.org/officeDocument/2006/relationships/customXml" Target="../ink/ink1050.xml"/><Relationship Id="rId149" Type="http://schemas.openxmlformats.org/officeDocument/2006/relationships/image" Target="../media/image1009.png"/><Relationship Id="rId5" Type="http://schemas.openxmlformats.org/officeDocument/2006/relationships/image" Target="../media/image9371.png"/><Relationship Id="rId95" Type="http://schemas.openxmlformats.org/officeDocument/2006/relationships/image" Target="../media/image9821.png"/><Relationship Id="rId160" Type="http://schemas.openxmlformats.org/officeDocument/2006/relationships/customXml" Target="../ink/ink1066.xml"/><Relationship Id="rId181" Type="http://schemas.openxmlformats.org/officeDocument/2006/relationships/image" Target="../media/image1025.png"/><Relationship Id="rId22" Type="http://schemas.openxmlformats.org/officeDocument/2006/relationships/customXml" Target="../ink/ink997.xml"/><Relationship Id="rId43" Type="http://schemas.openxmlformats.org/officeDocument/2006/relationships/image" Target="../media/image9561.png"/><Relationship Id="rId64" Type="http://schemas.openxmlformats.org/officeDocument/2006/relationships/customXml" Target="../ink/ink1018.xml"/><Relationship Id="rId118" Type="http://schemas.openxmlformats.org/officeDocument/2006/relationships/customXml" Target="../ink/ink1045.xml"/><Relationship Id="rId139" Type="http://schemas.openxmlformats.org/officeDocument/2006/relationships/image" Target="../media/image1004.png"/><Relationship Id="rId85" Type="http://schemas.openxmlformats.org/officeDocument/2006/relationships/image" Target="../media/image9771.png"/><Relationship Id="rId150" Type="http://schemas.openxmlformats.org/officeDocument/2006/relationships/customXml" Target="../ink/ink1061.xml"/><Relationship Id="rId171" Type="http://schemas.openxmlformats.org/officeDocument/2006/relationships/image" Target="../media/image1020.png"/><Relationship Id="rId12" Type="http://schemas.openxmlformats.org/officeDocument/2006/relationships/customXml" Target="../ink/ink992.xml"/><Relationship Id="rId33" Type="http://schemas.openxmlformats.org/officeDocument/2006/relationships/image" Target="../media/image9511.png"/><Relationship Id="rId108" Type="http://schemas.openxmlformats.org/officeDocument/2006/relationships/customXml" Target="../ink/ink1040.xml"/><Relationship Id="rId129" Type="http://schemas.openxmlformats.org/officeDocument/2006/relationships/image" Target="../media/image999.png"/><Relationship Id="rId54" Type="http://schemas.openxmlformats.org/officeDocument/2006/relationships/customXml" Target="../ink/ink1013.xml"/><Relationship Id="rId75" Type="http://schemas.openxmlformats.org/officeDocument/2006/relationships/image" Target="../media/image9721.png"/><Relationship Id="rId96" Type="http://schemas.openxmlformats.org/officeDocument/2006/relationships/customXml" Target="../ink/ink1034.xml"/><Relationship Id="rId140" Type="http://schemas.openxmlformats.org/officeDocument/2006/relationships/customXml" Target="../ink/ink1056.xml"/><Relationship Id="rId161" Type="http://schemas.openxmlformats.org/officeDocument/2006/relationships/image" Target="../media/image1015.png"/><Relationship Id="rId182" Type="http://schemas.openxmlformats.org/officeDocument/2006/relationships/customXml" Target="../ink/ink1077.xml"/><Relationship Id="rId6" Type="http://schemas.openxmlformats.org/officeDocument/2006/relationships/customXml" Target="../ink/ink989.xml"/><Relationship Id="rId23" Type="http://schemas.openxmlformats.org/officeDocument/2006/relationships/image" Target="../media/image9461.png"/><Relationship Id="rId119" Type="http://schemas.openxmlformats.org/officeDocument/2006/relationships/image" Target="../media/image994.png"/><Relationship Id="rId44" Type="http://schemas.openxmlformats.org/officeDocument/2006/relationships/customXml" Target="../ink/ink1008.xml"/><Relationship Id="rId65" Type="http://schemas.openxmlformats.org/officeDocument/2006/relationships/image" Target="../media/image9671.png"/><Relationship Id="rId86" Type="http://schemas.openxmlformats.org/officeDocument/2006/relationships/customXml" Target="../ink/ink1029.xml"/><Relationship Id="rId130" Type="http://schemas.openxmlformats.org/officeDocument/2006/relationships/customXml" Target="../ink/ink1051.xml"/><Relationship Id="rId151" Type="http://schemas.openxmlformats.org/officeDocument/2006/relationships/image" Target="../media/image1010.png"/><Relationship Id="rId172" Type="http://schemas.openxmlformats.org/officeDocument/2006/relationships/customXml" Target="../ink/ink1072.xml"/><Relationship Id="rId13" Type="http://schemas.openxmlformats.org/officeDocument/2006/relationships/image" Target="../media/image9411.png"/><Relationship Id="rId18" Type="http://schemas.openxmlformats.org/officeDocument/2006/relationships/customXml" Target="../ink/ink995.xml"/><Relationship Id="rId39" Type="http://schemas.openxmlformats.org/officeDocument/2006/relationships/image" Target="../media/image9541.png"/><Relationship Id="rId109" Type="http://schemas.openxmlformats.org/officeDocument/2006/relationships/image" Target="../media/image9891.png"/><Relationship Id="rId34" Type="http://schemas.openxmlformats.org/officeDocument/2006/relationships/customXml" Target="../ink/ink1003.xml"/><Relationship Id="rId50" Type="http://schemas.openxmlformats.org/officeDocument/2006/relationships/customXml" Target="../ink/ink1011.xml"/><Relationship Id="rId55" Type="http://schemas.openxmlformats.org/officeDocument/2006/relationships/image" Target="../media/image9620.png"/><Relationship Id="rId76" Type="http://schemas.openxmlformats.org/officeDocument/2006/relationships/customXml" Target="../ink/ink1024.xml"/><Relationship Id="rId97" Type="http://schemas.openxmlformats.org/officeDocument/2006/relationships/image" Target="../media/image9831.png"/><Relationship Id="rId104" Type="http://schemas.openxmlformats.org/officeDocument/2006/relationships/customXml" Target="../ink/ink1038.xml"/><Relationship Id="rId120" Type="http://schemas.openxmlformats.org/officeDocument/2006/relationships/customXml" Target="../ink/ink1046.xml"/><Relationship Id="rId125" Type="http://schemas.openxmlformats.org/officeDocument/2006/relationships/image" Target="../media/image997.png"/><Relationship Id="rId141" Type="http://schemas.openxmlformats.org/officeDocument/2006/relationships/image" Target="../media/image1005.png"/><Relationship Id="rId146" Type="http://schemas.openxmlformats.org/officeDocument/2006/relationships/customXml" Target="../ink/ink1059.xml"/><Relationship Id="rId167" Type="http://schemas.openxmlformats.org/officeDocument/2006/relationships/image" Target="../media/image1018.png"/><Relationship Id="rId7" Type="http://schemas.openxmlformats.org/officeDocument/2006/relationships/image" Target="../media/image9381.png"/><Relationship Id="rId71" Type="http://schemas.openxmlformats.org/officeDocument/2006/relationships/image" Target="../media/image9701.png"/><Relationship Id="rId92" Type="http://schemas.openxmlformats.org/officeDocument/2006/relationships/customXml" Target="../ink/ink1032.xml"/><Relationship Id="rId162" Type="http://schemas.openxmlformats.org/officeDocument/2006/relationships/customXml" Target="../ink/ink1067.xml"/><Relationship Id="rId183" Type="http://schemas.openxmlformats.org/officeDocument/2006/relationships/image" Target="../media/image1026.png"/><Relationship Id="rId2" Type="http://schemas.openxmlformats.org/officeDocument/2006/relationships/image" Target="../media/image992.png"/><Relationship Id="rId29" Type="http://schemas.openxmlformats.org/officeDocument/2006/relationships/image" Target="../media/image9491.png"/><Relationship Id="rId24" Type="http://schemas.openxmlformats.org/officeDocument/2006/relationships/customXml" Target="../ink/ink998.xml"/><Relationship Id="rId40" Type="http://schemas.openxmlformats.org/officeDocument/2006/relationships/customXml" Target="../ink/ink1006.xml"/><Relationship Id="rId45" Type="http://schemas.openxmlformats.org/officeDocument/2006/relationships/image" Target="../media/image9571.png"/><Relationship Id="rId66" Type="http://schemas.openxmlformats.org/officeDocument/2006/relationships/customXml" Target="../ink/ink1019.xml"/><Relationship Id="rId87" Type="http://schemas.openxmlformats.org/officeDocument/2006/relationships/image" Target="../media/image9781.png"/><Relationship Id="rId110" Type="http://schemas.openxmlformats.org/officeDocument/2006/relationships/customXml" Target="../ink/ink1041.xml"/><Relationship Id="rId115" Type="http://schemas.openxmlformats.org/officeDocument/2006/relationships/image" Target="../media/image9921.png"/><Relationship Id="rId131" Type="http://schemas.openxmlformats.org/officeDocument/2006/relationships/image" Target="../media/image1000.png"/><Relationship Id="rId136" Type="http://schemas.openxmlformats.org/officeDocument/2006/relationships/customXml" Target="../ink/ink1054.xml"/><Relationship Id="rId157" Type="http://schemas.openxmlformats.org/officeDocument/2006/relationships/image" Target="../media/image1013.png"/><Relationship Id="rId178" Type="http://schemas.openxmlformats.org/officeDocument/2006/relationships/customXml" Target="../ink/ink1075.xml"/><Relationship Id="rId61" Type="http://schemas.openxmlformats.org/officeDocument/2006/relationships/image" Target="../media/image9651.png"/><Relationship Id="rId82" Type="http://schemas.openxmlformats.org/officeDocument/2006/relationships/customXml" Target="../ink/ink1027.xml"/><Relationship Id="rId152" Type="http://schemas.openxmlformats.org/officeDocument/2006/relationships/customXml" Target="../ink/ink1062.xml"/><Relationship Id="rId173" Type="http://schemas.openxmlformats.org/officeDocument/2006/relationships/image" Target="../media/image1021.png"/><Relationship Id="rId19" Type="http://schemas.openxmlformats.org/officeDocument/2006/relationships/image" Target="../media/image9441.png"/><Relationship Id="rId14" Type="http://schemas.openxmlformats.org/officeDocument/2006/relationships/customXml" Target="../ink/ink993.xml"/><Relationship Id="rId30" Type="http://schemas.openxmlformats.org/officeDocument/2006/relationships/customXml" Target="../ink/ink1001.xml"/><Relationship Id="rId35" Type="http://schemas.openxmlformats.org/officeDocument/2006/relationships/image" Target="../media/image9521.png"/><Relationship Id="rId56" Type="http://schemas.openxmlformats.org/officeDocument/2006/relationships/customXml" Target="../ink/ink1014.xml"/><Relationship Id="rId77" Type="http://schemas.openxmlformats.org/officeDocument/2006/relationships/image" Target="../media/image9731.png"/><Relationship Id="rId100" Type="http://schemas.openxmlformats.org/officeDocument/2006/relationships/customXml" Target="../ink/ink1036.xml"/><Relationship Id="rId105" Type="http://schemas.openxmlformats.org/officeDocument/2006/relationships/image" Target="../media/image9871.png"/><Relationship Id="rId126" Type="http://schemas.openxmlformats.org/officeDocument/2006/relationships/customXml" Target="../ink/ink1049.xml"/><Relationship Id="rId147" Type="http://schemas.openxmlformats.org/officeDocument/2006/relationships/image" Target="../media/image1008.png"/><Relationship Id="rId168" Type="http://schemas.openxmlformats.org/officeDocument/2006/relationships/customXml" Target="../ink/ink1070.xml"/><Relationship Id="rId8" Type="http://schemas.openxmlformats.org/officeDocument/2006/relationships/customXml" Target="../ink/ink990.xml"/><Relationship Id="rId51" Type="http://schemas.openxmlformats.org/officeDocument/2006/relationships/image" Target="../media/image9601.png"/><Relationship Id="rId72" Type="http://schemas.openxmlformats.org/officeDocument/2006/relationships/customXml" Target="../ink/ink1022.xml"/><Relationship Id="rId93" Type="http://schemas.openxmlformats.org/officeDocument/2006/relationships/image" Target="../media/image9811.png"/><Relationship Id="rId98" Type="http://schemas.openxmlformats.org/officeDocument/2006/relationships/customXml" Target="../ink/ink1035.xml"/><Relationship Id="rId121" Type="http://schemas.openxmlformats.org/officeDocument/2006/relationships/image" Target="../media/image995.png"/><Relationship Id="rId142" Type="http://schemas.openxmlformats.org/officeDocument/2006/relationships/customXml" Target="../ink/ink1057.xml"/><Relationship Id="rId163" Type="http://schemas.openxmlformats.org/officeDocument/2006/relationships/image" Target="../media/image1016.png"/><Relationship Id="rId184" Type="http://schemas.openxmlformats.org/officeDocument/2006/relationships/customXml" Target="../ink/ink1078.xml"/><Relationship Id="rId3" Type="http://schemas.openxmlformats.org/officeDocument/2006/relationships/image" Target="../media/image993.png"/><Relationship Id="rId25" Type="http://schemas.openxmlformats.org/officeDocument/2006/relationships/image" Target="../media/image9471.png"/><Relationship Id="rId46" Type="http://schemas.openxmlformats.org/officeDocument/2006/relationships/customXml" Target="../ink/ink1009.xml"/><Relationship Id="rId67" Type="http://schemas.openxmlformats.org/officeDocument/2006/relationships/image" Target="../media/image9681.png"/><Relationship Id="rId116" Type="http://schemas.openxmlformats.org/officeDocument/2006/relationships/customXml" Target="../ink/ink1044.xml"/><Relationship Id="rId137" Type="http://schemas.openxmlformats.org/officeDocument/2006/relationships/image" Target="../media/image1003.png"/><Relationship Id="rId158" Type="http://schemas.openxmlformats.org/officeDocument/2006/relationships/customXml" Target="../ink/ink1065.xml"/><Relationship Id="rId20" Type="http://schemas.openxmlformats.org/officeDocument/2006/relationships/customXml" Target="../ink/ink996.xml"/><Relationship Id="rId41" Type="http://schemas.openxmlformats.org/officeDocument/2006/relationships/image" Target="../media/image9551.png"/><Relationship Id="rId62" Type="http://schemas.openxmlformats.org/officeDocument/2006/relationships/customXml" Target="../ink/ink1017.xml"/><Relationship Id="rId83" Type="http://schemas.openxmlformats.org/officeDocument/2006/relationships/image" Target="../media/image9761.png"/><Relationship Id="rId88" Type="http://schemas.openxmlformats.org/officeDocument/2006/relationships/customXml" Target="../ink/ink1030.xml"/><Relationship Id="rId111" Type="http://schemas.openxmlformats.org/officeDocument/2006/relationships/image" Target="../media/image9901.png"/><Relationship Id="rId132" Type="http://schemas.openxmlformats.org/officeDocument/2006/relationships/customXml" Target="../ink/ink1052.xml"/><Relationship Id="rId153" Type="http://schemas.openxmlformats.org/officeDocument/2006/relationships/image" Target="../media/image1011.png"/><Relationship Id="rId174" Type="http://schemas.openxmlformats.org/officeDocument/2006/relationships/customXml" Target="../ink/ink1073.xml"/><Relationship Id="rId179" Type="http://schemas.openxmlformats.org/officeDocument/2006/relationships/image" Target="../media/image1024.png"/><Relationship Id="rId15" Type="http://schemas.openxmlformats.org/officeDocument/2006/relationships/image" Target="../media/image9421.png"/><Relationship Id="rId36" Type="http://schemas.openxmlformats.org/officeDocument/2006/relationships/customXml" Target="../ink/ink1004.xml"/><Relationship Id="rId57" Type="http://schemas.openxmlformats.org/officeDocument/2006/relationships/image" Target="../media/image9631.png"/><Relationship Id="rId106" Type="http://schemas.openxmlformats.org/officeDocument/2006/relationships/customXml" Target="../ink/ink1039.xml"/><Relationship Id="rId127" Type="http://schemas.openxmlformats.org/officeDocument/2006/relationships/image" Target="../media/image998.png"/><Relationship Id="rId10" Type="http://schemas.openxmlformats.org/officeDocument/2006/relationships/customXml" Target="../ink/ink991.xml"/><Relationship Id="rId31" Type="http://schemas.openxmlformats.org/officeDocument/2006/relationships/image" Target="../media/image9501.png"/><Relationship Id="rId52" Type="http://schemas.openxmlformats.org/officeDocument/2006/relationships/customXml" Target="../ink/ink1012.xml"/><Relationship Id="rId73" Type="http://schemas.openxmlformats.org/officeDocument/2006/relationships/image" Target="../media/image9711.png"/><Relationship Id="rId78" Type="http://schemas.openxmlformats.org/officeDocument/2006/relationships/customXml" Target="../ink/ink1025.xml"/><Relationship Id="rId94" Type="http://schemas.openxmlformats.org/officeDocument/2006/relationships/customXml" Target="../ink/ink1033.xml"/><Relationship Id="rId99" Type="http://schemas.openxmlformats.org/officeDocument/2006/relationships/image" Target="../media/image9841.png"/><Relationship Id="rId101" Type="http://schemas.openxmlformats.org/officeDocument/2006/relationships/image" Target="../media/image9851.png"/><Relationship Id="rId122" Type="http://schemas.openxmlformats.org/officeDocument/2006/relationships/customXml" Target="../ink/ink1047.xml"/><Relationship Id="rId143" Type="http://schemas.openxmlformats.org/officeDocument/2006/relationships/image" Target="../media/image1006.png"/><Relationship Id="rId148" Type="http://schemas.openxmlformats.org/officeDocument/2006/relationships/customXml" Target="../ink/ink1060.xml"/><Relationship Id="rId164" Type="http://schemas.openxmlformats.org/officeDocument/2006/relationships/customXml" Target="../ink/ink1068.xml"/><Relationship Id="rId169" Type="http://schemas.openxmlformats.org/officeDocument/2006/relationships/image" Target="../media/image1019.png"/><Relationship Id="rId185" Type="http://schemas.openxmlformats.org/officeDocument/2006/relationships/image" Target="../media/image1027.png"/><Relationship Id="rId4" Type="http://schemas.openxmlformats.org/officeDocument/2006/relationships/customXml" Target="../ink/ink988.xml"/><Relationship Id="rId9" Type="http://schemas.openxmlformats.org/officeDocument/2006/relationships/image" Target="../media/image9391.png"/><Relationship Id="rId180" Type="http://schemas.openxmlformats.org/officeDocument/2006/relationships/customXml" Target="../ink/ink1076.xml"/><Relationship Id="rId26" Type="http://schemas.openxmlformats.org/officeDocument/2006/relationships/customXml" Target="../ink/ink999.xml"/><Relationship Id="rId47" Type="http://schemas.openxmlformats.org/officeDocument/2006/relationships/image" Target="../media/image9581.png"/><Relationship Id="rId68" Type="http://schemas.openxmlformats.org/officeDocument/2006/relationships/customXml" Target="../ink/ink1020.xml"/><Relationship Id="rId89" Type="http://schemas.openxmlformats.org/officeDocument/2006/relationships/image" Target="../media/image9791.png"/><Relationship Id="rId112" Type="http://schemas.openxmlformats.org/officeDocument/2006/relationships/customXml" Target="../ink/ink1042.xml"/><Relationship Id="rId133" Type="http://schemas.openxmlformats.org/officeDocument/2006/relationships/image" Target="../media/image1001.png"/><Relationship Id="rId154" Type="http://schemas.openxmlformats.org/officeDocument/2006/relationships/customXml" Target="../ink/ink1063.xml"/><Relationship Id="rId175" Type="http://schemas.openxmlformats.org/officeDocument/2006/relationships/image" Target="../media/image1022.png"/><Relationship Id="rId16" Type="http://schemas.openxmlformats.org/officeDocument/2006/relationships/customXml" Target="../ink/ink994.xml"/><Relationship Id="rId37" Type="http://schemas.openxmlformats.org/officeDocument/2006/relationships/image" Target="../media/image9531.png"/><Relationship Id="rId58" Type="http://schemas.openxmlformats.org/officeDocument/2006/relationships/customXml" Target="../ink/ink1015.xml"/><Relationship Id="rId79" Type="http://schemas.openxmlformats.org/officeDocument/2006/relationships/image" Target="../media/image9741.png"/><Relationship Id="rId102" Type="http://schemas.openxmlformats.org/officeDocument/2006/relationships/customXml" Target="../ink/ink1037.xml"/><Relationship Id="rId123" Type="http://schemas.openxmlformats.org/officeDocument/2006/relationships/image" Target="../media/image996.png"/><Relationship Id="rId144" Type="http://schemas.openxmlformats.org/officeDocument/2006/relationships/customXml" Target="../ink/ink1058.xml"/><Relationship Id="rId90" Type="http://schemas.openxmlformats.org/officeDocument/2006/relationships/customXml" Target="../ink/ink1031.xml"/><Relationship Id="rId165" Type="http://schemas.openxmlformats.org/officeDocument/2006/relationships/image" Target="../media/image1017.png"/><Relationship Id="rId186" Type="http://schemas.openxmlformats.org/officeDocument/2006/relationships/customXml" Target="../ink/ink1079.xml"/><Relationship Id="rId27" Type="http://schemas.openxmlformats.org/officeDocument/2006/relationships/image" Target="../media/image9481.png"/><Relationship Id="rId48" Type="http://schemas.openxmlformats.org/officeDocument/2006/relationships/customXml" Target="../ink/ink1010.xml"/><Relationship Id="rId69" Type="http://schemas.openxmlformats.org/officeDocument/2006/relationships/image" Target="../media/image9691.png"/><Relationship Id="rId113" Type="http://schemas.openxmlformats.org/officeDocument/2006/relationships/image" Target="../media/image9911.png"/><Relationship Id="rId134" Type="http://schemas.openxmlformats.org/officeDocument/2006/relationships/customXml" Target="../ink/ink1053.xml"/><Relationship Id="rId80" Type="http://schemas.openxmlformats.org/officeDocument/2006/relationships/customXml" Target="../ink/ink1026.xml"/><Relationship Id="rId155" Type="http://schemas.openxmlformats.org/officeDocument/2006/relationships/image" Target="../media/image1012.png"/><Relationship Id="rId176" Type="http://schemas.openxmlformats.org/officeDocument/2006/relationships/customXml" Target="../ink/ink1074.xml"/><Relationship Id="rId17" Type="http://schemas.openxmlformats.org/officeDocument/2006/relationships/image" Target="../media/image9431.png"/><Relationship Id="rId38" Type="http://schemas.openxmlformats.org/officeDocument/2006/relationships/customXml" Target="../ink/ink1005.xml"/><Relationship Id="rId59" Type="http://schemas.openxmlformats.org/officeDocument/2006/relationships/image" Target="../media/image9641.png"/><Relationship Id="rId103" Type="http://schemas.openxmlformats.org/officeDocument/2006/relationships/image" Target="../media/image9861.png"/><Relationship Id="rId124" Type="http://schemas.openxmlformats.org/officeDocument/2006/relationships/customXml" Target="../ink/ink1048.xml"/><Relationship Id="rId70" Type="http://schemas.openxmlformats.org/officeDocument/2006/relationships/customXml" Target="../ink/ink1021.xml"/><Relationship Id="rId91" Type="http://schemas.openxmlformats.org/officeDocument/2006/relationships/image" Target="../media/image9801.png"/><Relationship Id="rId145" Type="http://schemas.openxmlformats.org/officeDocument/2006/relationships/image" Target="../media/image1007.png"/><Relationship Id="rId166" Type="http://schemas.openxmlformats.org/officeDocument/2006/relationships/customXml" Target="../ink/ink1069.xml"/><Relationship Id="rId187" Type="http://schemas.openxmlformats.org/officeDocument/2006/relationships/image" Target="../media/image1028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000.xml"/><Relationship Id="rId49" Type="http://schemas.openxmlformats.org/officeDocument/2006/relationships/image" Target="../media/image9591.png"/><Relationship Id="rId114" Type="http://schemas.openxmlformats.org/officeDocument/2006/relationships/customXml" Target="../ink/ink1043.xml"/><Relationship Id="rId60" Type="http://schemas.openxmlformats.org/officeDocument/2006/relationships/customXml" Target="../ink/ink1016.xml"/><Relationship Id="rId81" Type="http://schemas.openxmlformats.org/officeDocument/2006/relationships/image" Target="../media/image9751.png"/><Relationship Id="rId135" Type="http://schemas.openxmlformats.org/officeDocument/2006/relationships/image" Target="../media/image1002.png"/><Relationship Id="rId156" Type="http://schemas.openxmlformats.org/officeDocument/2006/relationships/customXml" Target="../ink/ink1064.xml"/><Relationship Id="rId177" Type="http://schemas.openxmlformats.org/officeDocument/2006/relationships/image" Target="../media/image1023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5.png"/><Relationship Id="rId21" Type="http://schemas.openxmlformats.org/officeDocument/2006/relationships/image" Target="../media/image1037.png"/><Relationship Id="rId42" Type="http://schemas.openxmlformats.org/officeDocument/2006/relationships/customXml" Target="../ink/ink1099.xml"/><Relationship Id="rId63" Type="http://schemas.openxmlformats.org/officeDocument/2006/relationships/image" Target="../media/image1058.png"/><Relationship Id="rId84" Type="http://schemas.openxmlformats.org/officeDocument/2006/relationships/customXml" Target="../ink/ink1120.xml"/><Relationship Id="rId138" Type="http://schemas.openxmlformats.org/officeDocument/2006/relationships/customXml" Target="../ink/ink1147.xml"/><Relationship Id="rId159" Type="http://schemas.openxmlformats.org/officeDocument/2006/relationships/image" Target="../media/image1106.png"/><Relationship Id="rId170" Type="http://schemas.openxmlformats.org/officeDocument/2006/relationships/customXml" Target="../ink/ink1163.xml"/><Relationship Id="rId107" Type="http://schemas.openxmlformats.org/officeDocument/2006/relationships/image" Target="../media/image1080.png"/><Relationship Id="rId11" Type="http://schemas.openxmlformats.org/officeDocument/2006/relationships/image" Target="../media/image1032.png"/><Relationship Id="rId32" Type="http://schemas.openxmlformats.org/officeDocument/2006/relationships/customXml" Target="../ink/ink1094.xml"/><Relationship Id="rId53" Type="http://schemas.openxmlformats.org/officeDocument/2006/relationships/image" Target="../media/image1053.png"/><Relationship Id="rId74" Type="http://schemas.openxmlformats.org/officeDocument/2006/relationships/customXml" Target="../ink/ink1115.xml"/><Relationship Id="rId128" Type="http://schemas.openxmlformats.org/officeDocument/2006/relationships/customXml" Target="../ink/ink1142.xml"/><Relationship Id="rId149" Type="http://schemas.openxmlformats.org/officeDocument/2006/relationships/image" Target="../media/image1101.png"/><Relationship Id="rId5" Type="http://schemas.openxmlformats.org/officeDocument/2006/relationships/image" Target="../media/image1029.png"/><Relationship Id="rId95" Type="http://schemas.openxmlformats.org/officeDocument/2006/relationships/image" Target="../media/image1074.png"/><Relationship Id="rId160" Type="http://schemas.openxmlformats.org/officeDocument/2006/relationships/customXml" Target="../ink/ink1158.xml"/><Relationship Id="rId181" Type="http://schemas.openxmlformats.org/officeDocument/2006/relationships/image" Target="../media/image1117.png"/><Relationship Id="rId22" Type="http://schemas.openxmlformats.org/officeDocument/2006/relationships/customXml" Target="../ink/ink1089.xml"/><Relationship Id="rId43" Type="http://schemas.openxmlformats.org/officeDocument/2006/relationships/image" Target="../media/image1048.png"/><Relationship Id="rId64" Type="http://schemas.openxmlformats.org/officeDocument/2006/relationships/customXml" Target="../ink/ink1110.xml"/><Relationship Id="rId118" Type="http://schemas.openxmlformats.org/officeDocument/2006/relationships/customXml" Target="../ink/ink1137.xml"/><Relationship Id="rId139" Type="http://schemas.openxmlformats.org/officeDocument/2006/relationships/image" Target="../media/image1096.png"/><Relationship Id="rId85" Type="http://schemas.openxmlformats.org/officeDocument/2006/relationships/image" Target="../media/image1069.png"/><Relationship Id="rId150" Type="http://schemas.openxmlformats.org/officeDocument/2006/relationships/customXml" Target="../ink/ink1153.xml"/><Relationship Id="rId171" Type="http://schemas.openxmlformats.org/officeDocument/2006/relationships/image" Target="../media/image1112.png"/><Relationship Id="rId12" Type="http://schemas.openxmlformats.org/officeDocument/2006/relationships/customXml" Target="../ink/ink1084.xml"/><Relationship Id="rId33" Type="http://schemas.openxmlformats.org/officeDocument/2006/relationships/image" Target="../media/image1043.png"/><Relationship Id="rId108" Type="http://schemas.openxmlformats.org/officeDocument/2006/relationships/customXml" Target="../ink/ink1132.xml"/><Relationship Id="rId129" Type="http://schemas.openxmlformats.org/officeDocument/2006/relationships/image" Target="../media/image1091.png"/><Relationship Id="rId54" Type="http://schemas.openxmlformats.org/officeDocument/2006/relationships/customXml" Target="../ink/ink1105.xml"/><Relationship Id="rId75" Type="http://schemas.openxmlformats.org/officeDocument/2006/relationships/image" Target="../media/image1064.png"/><Relationship Id="rId96" Type="http://schemas.openxmlformats.org/officeDocument/2006/relationships/customXml" Target="../ink/ink1126.xml"/><Relationship Id="rId140" Type="http://schemas.openxmlformats.org/officeDocument/2006/relationships/customXml" Target="../ink/ink1148.xml"/><Relationship Id="rId161" Type="http://schemas.openxmlformats.org/officeDocument/2006/relationships/image" Target="../media/image1107.png"/><Relationship Id="rId182" Type="http://schemas.openxmlformats.org/officeDocument/2006/relationships/customXml" Target="../ink/ink1169.xml"/><Relationship Id="rId6" Type="http://schemas.openxmlformats.org/officeDocument/2006/relationships/customXml" Target="../ink/ink1081.xml"/><Relationship Id="rId23" Type="http://schemas.openxmlformats.org/officeDocument/2006/relationships/image" Target="../media/image1038.png"/><Relationship Id="rId119" Type="http://schemas.openxmlformats.org/officeDocument/2006/relationships/image" Target="../media/image1086.png"/><Relationship Id="rId44" Type="http://schemas.openxmlformats.org/officeDocument/2006/relationships/customXml" Target="../ink/ink1100.xml"/><Relationship Id="rId65" Type="http://schemas.openxmlformats.org/officeDocument/2006/relationships/image" Target="../media/image1059.png"/><Relationship Id="rId86" Type="http://schemas.openxmlformats.org/officeDocument/2006/relationships/customXml" Target="../ink/ink1121.xml"/><Relationship Id="rId130" Type="http://schemas.openxmlformats.org/officeDocument/2006/relationships/customXml" Target="../ink/ink1143.xml"/><Relationship Id="rId151" Type="http://schemas.openxmlformats.org/officeDocument/2006/relationships/image" Target="../media/image1102.png"/><Relationship Id="rId172" Type="http://schemas.openxmlformats.org/officeDocument/2006/relationships/customXml" Target="../ink/ink1164.xml"/><Relationship Id="rId13" Type="http://schemas.openxmlformats.org/officeDocument/2006/relationships/image" Target="../media/image1033.png"/><Relationship Id="rId18" Type="http://schemas.openxmlformats.org/officeDocument/2006/relationships/customXml" Target="../ink/ink1087.xml"/><Relationship Id="rId39" Type="http://schemas.openxmlformats.org/officeDocument/2006/relationships/image" Target="../media/image1046.png"/><Relationship Id="rId109" Type="http://schemas.openxmlformats.org/officeDocument/2006/relationships/image" Target="../media/image1081.png"/><Relationship Id="rId34" Type="http://schemas.openxmlformats.org/officeDocument/2006/relationships/customXml" Target="../ink/ink1095.xml"/><Relationship Id="rId50" Type="http://schemas.openxmlformats.org/officeDocument/2006/relationships/customXml" Target="../ink/ink1103.xml"/><Relationship Id="rId55" Type="http://schemas.openxmlformats.org/officeDocument/2006/relationships/image" Target="../media/image1054.png"/><Relationship Id="rId76" Type="http://schemas.openxmlformats.org/officeDocument/2006/relationships/customXml" Target="../ink/ink1116.xml"/><Relationship Id="rId97" Type="http://schemas.openxmlformats.org/officeDocument/2006/relationships/image" Target="../media/image1075.png"/><Relationship Id="rId104" Type="http://schemas.openxmlformats.org/officeDocument/2006/relationships/customXml" Target="../ink/ink1130.xml"/><Relationship Id="rId120" Type="http://schemas.openxmlformats.org/officeDocument/2006/relationships/customXml" Target="../ink/ink1138.xml"/><Relationship Id="rId125" Type="http://schemas.openxmlformats.org/officeDocument/2006/relationships/image" Target="../media/image1089.png"/><Relationship Id="rId141" Type="http://schemas.openxmlformats.org/officeDocument/2006/relationships/image" Target="../media/image1097.png"/><Relationship Id="rId146" Type="http://schemas.openxmlformats.org/officeDocument/2006/relationships/customXml" Target="../ink/ink1151.xml"/><Relationship Id="rId167" Type="http://schemas.openxmlformats.org/officeDocument/2006/relationships/image" Target="../media/image1110.png"/><Relationship Id="rId7" Type="http://schemas.openxmlformats.org/officeDocument/2006/relationships/image" Target="../media/image1030.png"/><Relationship Id="rId71" Type="http://schemas.openxmlformats.org/officeDocument/2006/relationships/image" Target="../media/image1062.png"/><Relationship Id="rId92" Type="http://schemas.openxmlformats.org/officeDocument/2006/relationships/customXml" Target="../ink/ink1124.xml"/><Relationship Id="rId162" Type="http://schemas.openxmlformats.org/officeDocument/2006/relationships/customXml" Target="../ink/ink1159.xml"/><Relationship Id="rId183" Type="http://schemas.openxmlformats.org/officeDocument/2006/relationships/image" Target="../media/image1118.png"/><Relationship Id="rId2" Type="http://schemas.openxmlformats.org/officeDocument/2006/relationships/image" Target="../media/image992.png"/><Relationship Id="rId29" Type="http://schemas.openxmlformats.org/officeDocument/2006/relationships/image" Target="../media/image1041.png"/><Relationship Id="rId24" Type="http://schemas.openxmlformats.org/officeDocument/2006/relationships/customXml" Target="../ink/ink1090.xml"/><Relationship Id="rId40" Type="http://schemas.openxmlformats.org/officeDocument/2006/relationships/customXml" Target="../ink/ink1098.xml"/><Relationship Id="rId45" Type="http://schemas.openxmlformats.org/officeDocument/2006/relationships/image" Target="../media/image1049.png"/><Relationship Id="rId66" Type="http://schemas.openxmlformats.org/officeDocument/2006/relationships/customXml" Target="../ink/ink1111.xml"/><Relationship Id="rId87" Type="http://schemas.openxmlformats.org/officeDocument/2006/relationships/image" Target="../media/image1070.png"/><Relationship Id="rId110" Type="http://schemas.openxmlformats.org/officeDocument/2006/relationships/customXml" Target="../ink/ink1133.xml"/><Relationship Id="rId115" Type="http://schemas.openxmlformats.org/officeDocument/2006/relationships/image" Target="../media/image1084.png"/><Relationship Id="rId131" Type="http://schemas.openxmlformats.org/officeDocument/2006/relationships/image" Target="../media/image1092.png"/><Relationship Id="rId136" Type="http://schemas.openxmlformats.org/officeDocument/2006/relationships/customXml" Target="../ink/ink1146.xml"/><Relationship Id="rId157" Type="http://schemas.openxmlformats.org/officeDocument/2006/relationships/image" Target="../media/image1105.png"/><Relationship Id="rId178" Type="http://schemas.openxmlformats.org/officeDocument/2006/relationships/customXml" Target="../ink/ink1167.xml"/><Relationship Id="rId61" Type="http://schemas.openxmlformats.org/officeDocument/2006/relationships/image" Target="../media/image1057.png"/><Relationship Id="rId82" Type="http://schemas.openxmlformats.org/officeDocument/2006/relationships/customXml" Target="../ink/ink1119.xml"/><Relationship Id="rId152" Type="http://schemas.openxmlformats.org/officeDocument/2006/relationships/customXml" Target="../ink/ink1154.xml"/><Relationship Id="rId173" Type="http://schemas.openxmlformats.org/officeDocument/2006/relationships/image" Target="../media/image1113.png"/><Relationship Id="rId19" Type="http://schemas.openxmlformats.org/officeDocument/2006/relationships/image" Target="../media/image1036.png"/><Relationship Id="rId14" Type="http://schemas.openxmlformats.org/officeDocument/2006/relationships/customXml" Target="../ink/ink1085.xml"/><Relationship Id="rId30" Type="http://schemas.openxmlformats.org/officeDocument/2006/relationships/customXml" Target="../ink/ink1093.xml"/><Relationship Id="rId35" Type="http://schemas.openxmlformats.org/officeDocument/2006/relationships/image" Target="../media/image1044.png"/><Relationship Id="rId56" Type="http://schemas.openxmlformats.org/officeDocument/2006/relationships/customXml" Target="../ink/ink1106.xml"/><Relationship Id="rId77" Type="http://schemas.openxmlformats.org/officeDocument/2006/relationships/image" Target="../media/image1065.png"/><Relationship Id="rId100" Type="http://schemas.openxmlformats.org/officeDocument/2006/relationships/customXml" Target="../ink/ink1128.xml"/><Relationship Id="rId105" Type="http://schemas.openxmlformats.org/officeDocument/2006/relationships/image" Target="../media/image1079.png"/><Relationship Id="rId126" Type="http://schemas.openxmlformats.org/officeDocument/2006/relationships/customXml" Target="../ink/ink1141.xml"/><Relationship Id="rId147" Type="http://schemas.openxmlformats.org/officeDocument/2006/relationships/image" Target="../media/image1100.png"/><Relationship Id="rId168" Type="http://schemas.openxmlformats.org/officeDocument/2006/relationships/customXml" Target="../ink/ink1162.xml"/><Relationship Id="rId8" Type="http://schemas.openxmlformats.org/officeDocument/2006/relationships/customXml" Target="../ink/ink1082.xml"/><Relationship Id="rId51" Type="http://schemas.openxmlformats.org/officeDocument/2006/relationships/image" Target="../media/image1052.png"/><Relationship Id="rId72" Type="http://schemas.openxmlformats.org/officeDocument/2006/relationships/customXml" Target="../ink/ink1114.xml"/><Relationship Id="rId93" Type="http://schemas.openxmlformats.org/officeDocument/2006/relationships/image" Target="../media/image1073.png"/><Relationship Id="rId98" Type="http://schemas.openxmlformats.org/officeDocument/2006/relationships/customXml" Target="../ink/ink1127.xml"/><Relationship Id="rId121" Type="http://schemas.openxmlformats.org/officeDocument/2006/relationships/image" Target="../media/image1087.png"/><Relationship Id="rId142" Type="http://schemas.openxmlformats.org/officeDocument/2006/relationships/customXml" Target="../ink/ink1149.xml"/><Relationship Id="rId163" Type="http://schemas.openxmlformats.org/officeDocument/2006/relationships/image" Target="../media/image1108.png"/><Relationship Id="rId184" Type="http://schemas.openxmlformats.org/officeDocument/2006/relationships/customXml" Target="../ink/ink1170.xml"/><Relationship Id="rId3" Type="http://schemas.openxmlformats.org/officeDocument/2006/relationships/image" Target="../media/image993.png"/><Relationship Id="rId25" Type="http://schemas.openxmlformats.org/officeDocument/2006/relationships/image" Target="../media/image1039.png"/><Relationship Id="rId46" Type="http://schemas.openxmlformats.org/officeDocument/2006/relationships/customXml" Target="../ink/ink1101.xml"/><Relationship Id="rId67" Type="http://schemas.openxmlformats.org/officeDocument/2006/relationships/image" Target="../media/image1060.png"/><Relationship Id="rId116" Type="http://schemas.openxmlformats.org/officeDocument/2006/relationships/customXml" Target="../ink/ink1136.xml"/><Relationship Id="rId137" Type="http://schemas.openxmlformats.org/officeDocument/2006/relationships/image" Target="../media/image1095.png"/><Relationship Id="rId158" Type="http://schemas.openxmlformats.org/officeDocument/2006/relationships/customXml" Target="../ink/ink1157.xml"/><Relationship Id="rId20" Type="http://schemas.openxmlformats.org/officeDocument/2006/relationships/customXml" Target="../ink/ink1088.xml"/><Relationship Id="rId41" Type="http://schemas.openxmlformats.org/officeDocument/2006/relationships/image" Target="../media/image1047.png"/><Relationship Id="rId62" Type="http://schemas.openxmlformats.org/officeDocument/2006/relationships/customXml" Target="../ink/ink1109.xml"/><Relationship Id="rId83" Type="http://schemas.openxmlformats.org/officeDocument/2006/relationships/image" Target="../media/image1068.png"/><Relationship Id="rId88" Type="http://schemas.openxmlformats.org/officeDocument/2006/relationships/customXml" Target="../ink/ink1122.xml"/><Relationship Id="rId111" Type="http://schemas.openxmlformats.org/officeDocument/2006/relationships/image" Target="../media/image1082.png"/><Relationship Id="rId132" Type="http://schemas.openxmlformats.org/officeDocument/2006/relationships/customXml" Target="../ink/ink1144.xml"/><Relationship Id="rId153" Type="http://schemas.openxmlformats.org/officeDocument/2006/relationships/image" Target="../media/image1103.png"/><Relationship Id="rId174" Type="http://schemas.openxmlformats.org/officeDocument/2006/relationships/customXml" Target="../ink/ink1165.xml"/><Relationship Id="rId179" Type="http://schemas.openxmlformats.org/officeDocument/2006/relationships/image" Target="../media/image1116.png"/><Relationship Id="rId15" Type="http://schemas.openxmlformats.org/officeDocument/2006/relationships/image" Target="../media/image1034.png"/><Relationship Id="rId36" Type="http://schemas.openxmlformats.org/officeDocument/2006/relationships/customXml" Target="../ink/ink1096.xml"/><Relationship Id="rId57" Type="http://schemas.openxmlformats.org/officeDocument/2006/relationships/image" Target="../media/image1055.png"/><Relationship Id="rId106" Type="http://schemas.openxmlformats.org/officeDocument/2006/relationships/customXml" Target="../ink/ink1131.xml"/><Relationship Id="rId127" Type="http://schemas.openxmlformats.org/officeDocument/2006/relationships/image" Target="../media/image1090.png"/><Relationship Id="rId10" Type="http://schemas.openxmlformats.org/officeDocument/2006/relationships/customXml" Target="../ink/ink1083.xml"/><Relationship Id="rId31" Type="http://schemas.openxmlformats.org/officeDocument/2006/relationships/image" Target="../media/image1042.png"/><Relationship Id="rId52" Type="http://schemas.openxmlformats.org/officeDocument/2006/relationships/customXml" Target="../ink/ink1104.xml"/><Relationship Id="rId73" Type="http://schemas.openxmlformats.org/officeDocument/2006/relationships/image" Target="../media/image1063.png"/><Relationship Id="rId78" Type="http://schemas.openxmlformats.org/officeDocument/2006/relationships/customXml" Target="../ink/ink1117.xml"/><Relationship Id="rId94" Type="http://schemas.openxmlformats.org/officeDocument/2006/relationships/customXml" Target="../ink/ink1125.xml"/><Relationship Id="rId99" Type="http://schemas.openxmlformats.org/officeDocument/2006/relationships/image" Target="../media/image1076.png"/><Relationship Id="rId101" Type="http://schemas.openxmlformats.org/officeDocument/2006/relationships/image" Target="../media/image1077.png"/><Relationship Id="rId122" Type="http://schemas.openxmlformats.org/officeDocument/2006/relationships/customXml" Target="../ink/ink1139.xml"/><Relationship Id="rId143" Type="http://schemas.openxmlformats.org/officeDocument/2006/relationships/image" Target="../media/image1098.png"/><Relationship Id="rId148" Type="http://schemas.openxmlformats.org/officeDocument/2006/relationships/customXml" Target="../ink/ink1152.xml"/><Relationship Id="rId164" Type="http://schemas.openxmlformats.org/officeDocument/2006/relationships/customXml" Target="../ink/ink1160.xml"/><Relationship Id="rId169" Type="http://schemas.openxmlformats.org/officeDocument/2006/relationships/image" Target="../media/image1111.png"/><Relationship Id="rId185" Type="http://schemas.openxmlformats.org/officeDocument/2006/relationships/image" Target="../media/image1119.png"/><Relationship Id="rId4" Type="http://schemas.openxmlformats.org/officeDocument/2006/relationships/customXml" Target="../ink/ink1080.xml"/><Relationship Id="rId9" Type="http://schemas.openxmlformats.org/officeDocument/2006/relationships/image" Target="../media/image1031.png"/><Relationship Id="rId180" Type="http://schemas.openxmlformats.org/officeDocument/2006/relationships/customXml" Target="../ink/ink1168.xml"/><Relationship Id="rId26" Type="http://schemas.openxmlformats.org/officeDocument/2006/relationships/customXml" Target="../ink/ink1091.xml"/><Relationship Id="rId47" Type="http://schemas.openxmlformats.org/officeDocument/2006/relationships/image" Target="../media/image1050.png"/><Relationship Id="rId68" Type="http://schemas.openxmlformats.org/officeDocument/2006/relationships/customXml" Target="../ink/ink1112.xml"/><Relationship Id="rId89" Type="http://schemas.openxmlformats.org/officeDocument/2006/relationships/image" Target="../media/image1071.png"/><Relationship Id="rId112" Type="http://schemas.openxmlformats.org/officeDocument/2006/relationships/customXml" Target="../ink/ink1134.xml"/><Relationship Id="rId133" Type="http://schemas.openxmlformats.org/officeDocument/2006/relationships/image" Target="../media/image1093.png"/><Relationship Id="rId154" Type="http://schemas.openxmlformats.org/officeDocument/2006/relationships/customXml" Target="../ink/ink1155.xml"/><Relationship Id="rId175" Type="http://schemas.openxmlformats.org/officeDocument/2006/relationships/image" Target="../media/image1114.png"/><Relationship Id="rId16" Type="http://schemas.openxmlformats.org/officeDocument/2006/relationships/customXml" Target="../ink/ink1086.xml"/><Relationship Id="rId37" Type="http://schemas.openxmlformats.org/officeDocument/2006/relationships/image" Target="../media/image1045.png"/><Relationship Id="rId58" Type="http://schemas.openxmlformats.org/officeDocument/2006/relationships/customXml" Target="../ink/ink1107.xml"/><Relationship Id="rId79" Type="http://schemas.openxmlformats.org/officeDocument/2006/relationships/image" Target="../media/image1066.png"/><Relationship Id="rId102" Type="http://schemas.openxmlformats.org/officeDocument/2006/relationships/customXml" Target="../ink/ink1129.xml"/><Relationship Id="rId123" Type="http://schemas.openxmlformats.org/officeDocument/2006/relationships/image" Target="../media/image1088.png"/><Relationship Id="rId144" Type="http://schemas.openxmlformats.org/officeDocument/2006/relationships/customXml" Target="../ink/ink1150.xml"/><Relationship Id="rId90" Type="http://schemas.openxmlformats.org/officeDocument/2006/relationships/customXml" Target="../ink/ink1123.xml"/><Relationship Id="rId165" Type="http://schemas.openxmlformats.org/officeDocument/2006/relationships/image" Target="../media/image1109.png"/><Relationship Id="rId186" Type="http://schemas.openxmlformats.org/officeDocument/2006/relationships/customXml" Target="../ink/ink1171.xml"/><Relationship Id="rId27" Type="http://schemas.openxmlformats.org/officeDocument/2006/relationships/image" Target="../media/image1040.png"/><Relationship Id="rId48" Type="http://schemas.openxmlformats.org/officeDocument/2006/relationships/customXml" Target="../ink/ink1102.xml"/><Relationship Id="rId69" Type="http://schemas.openxmlformats.org/officeDocument/2006/relationships/image" Target="../media/image1061.png"/><Relationship Id="rId113" Type="http://schemas.openxmlformats.org/officeDocument/2006/relationships/image" Target="../media/image1083.png"/><Relationship Id="rId134" Type="http://schemas.openxmlformats.org/officeDocument/2006/relationships/customXml" Target="../ink/ink1145.xml"/><Relationship Id="rId80" Type="http://schemas.openxmlformats.org/officeDocument/2006/relationships/customXml" Target="../ink/ink1118.xml"/><Relationship Id="rId155" Type="http://schemas.openxmlformats.org/officeDocument/2006/relationships/image" Target="../media/image1104.png"/><Relationship Id="rId176" Type="http://schemas.openxmlformats.org/officeDocument/2006/relationships/customXml" Target="../ink/ink1166.xml"/><Relationship Id="rId17" Type="http://schemas.openxmlformats.org/officeDocument/2006/relationships/image" Target="../media/image1035.png"/><Relationship Id="rId38" Type="http://schemas.openxmlformats.org/officeDocument/2006/relationships/customXml" Target="../ink/ink1097.xml"/><Relationship Id="rId59" Type="http://schemas.openxmlformats.org/officeDocument/2006/relationships/image" Target="../media/image1056.png"/><Relationship Id="rId103" Type="http://schemas.openxmlformats.org/officeDocument/2006/relationships/image" Target="../media/image1078.png"/><Relationship Id="rId124" Type="http://schemas.openxmlformats.org/officeDocument/2006/relationships/customXml" Target="../ink/ink1140.xml"/><Relationship Id="rId70" Type="http://schemas.openxmlformats.org/officeDocument/2006/relationships/customXml" Target="../ink/ink1113.xml"/><Relationship Id="rId91" Type="http://schemas.openxmlformats.org/officeDocument/2006/relationships/image" Target="../media/image1072.png"/><Relationship Id="rId145" Type="http://schemas.openxmlformats.org/officeDocument/2006/relationships/image" Target="../media/image1099.png"/><Relationship Id="rId166" Type="http://schemas.openxmlformats.org/officeDocument/2006/relationships/customXml" Target="../ink/ink1161.xml"/><Relationship Id="rId187" Type="http://schemas.openxmlformats.org/officeDocument/2006/relationships/image" Target="../media/image112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092.xml"/><Relationship Id="rId49" Type="http://schemas.openxmlformats.org/officeDocument/2006/relationships/image" Target="../media/image1051.png"/><Relationship Id="rId114" Type="http://schemas.openxmlformats.org/officeDocument/2006/relationships/customXml" Target="../ink/ink1135.xml"/><Relationship Id="rId60" Type="http://schemas.openxmlformats.org/officeDocument/2006/relationships/customXml" Target="../ink/ink1108.xml"/><Relationship Id="rId81" Type="http://schemas.openxmlformats.org/officeDocument/2006/relationships/image" Target="../media/image1067.png"/><Relationship Id="rId135" Type="http://schemas.openxmlformats.org/officeDocument/2006/relationships/image" Target="../media/image1094.png"/><Relationship Id="rId156" Type="http://schemas.openxmlformats.org/officeDocument/2006/relationships/customXml" Target="../ink/ink1156.xml"/><Relationship Id="rId177" Type="http://schemas.openxmlformats.org/officeDocument/2006/relationships/image" Target="../media/image111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77.xml"/><Relationship Id="rId18" Type="http://schemas.openxmlformats.org/officeDocument/2006/relationships/image" Target="../media/image1128.png"/><Relationship Id="rId26" Type="http://schemas.openxmlformats.org/officeDocument/2006/relationships/image" Target="../media/image1132.png"/><Relationship Id="rId3" Type="http://schemas.openxmlformats.org/officeDocument/2006/relationships/customXml" Target="../ink/ink1172.xml"/><Relationship Id="rId21" Type="http://schemas.openxmlformats.org/officeDocument/2006/relationships/customXml" Target="../ink/ink1181.xml"/><Relationship Id="rId34" Type="http://schemas.openxmlformats.org/officeDocument/2006/relationships/image" Target="../media/image1136.png"/><Relationship Id="rId7" Type="http://schemas.openxmlformats.org/officeDocument/2006/relationships/customXml" Target="../ink/ink1174.xml"/><Relationship Id="rId12" Type="http://schemas.openxmlformats.org/officeDocument/2006/relationships/image" Target="../media/image1125.png"/><Relationship Id="rId17" Type="http://schemas.openxmlformats.org/officeDocument/2006/relationships/customXml" Target="../ink/ink1179.xml"/><Relationship Id="rId25" Type="http://schemas.openxmlformats.org/officeDocument/2006/relationships/customXml" Target="../ink/ink1183.xml"/><Relationship Id="rId33" Type="http://schemas.openxmlformats.org/officeDocument/2006/relationships/customXml" Target="../ink/ink1187.xml"/><Relationship Id="rId2" Type="http://schemas.openxmlformats.org/officeDocument/2006/relationships/image" Target="../media/image99.png"/><Relationship Id="rId16" Type="http://schemas.openxmlformats.org/officeDocument/2006/relationships/image" Target="../media/image1127.png"/><Relationship Id="rId20" Type="http://schemas.openxmlformats.org/officeDocument/2006/relationships/image" Target="../media/image1129.png"/><Relationship Id="rId29" Type="http://schemas.openxmlformats.org/officeDocument/2006/relationships/customXml" Target="../ink/ink11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2.png"/><Relationship Id="rId11" Type="http://schemas.openxmlformats.org/officeDocument/2006/relationships/customXml" Target="../ink/ink1176.xml"/><Relationship Id="rId24" Type="http://schemas.openxmlformats.org/officeDocument/2006/relationships/image" Target="../media/image1131.png"/><Relationship Id="rId32" Type="http://schemas.openxmlformats.org/officeDocument/2006/relationships/image" Target="../media/image1135.png"/><Relationship Id="rId5" Type="http://schemas.openxmlformats.org/officeDocument/2006/relationships/customXml" Target="../ink/ink1173.xml"/><Relationship Id="rId15" Type="http://schemas.openxmlformats.org/officeDocument/2006/relationships/customXml" Target="../ink/ink1178.xml"/><Relationship Id="rId23" Type="http://schemas.openxmlformats.org/officeDocument/2006/relationships/customXml" Target="../ink/ink1182.xml"/><Relationship Id="rId28" Type="http://schemas.openxmlformats.org/officeDocument/2006/relationships/image" Target="../media/image1133.png"/><Relationship Id="rId36" Type="http://schemas.openxmlformats.org/officeDocument/2006/relationships/image" Target="../media/image1137.png"/><Relationship Id="rId10" Type="http://schemas.openxmlformats.org/officeDocument/2006/relationships/image" Target="../media/image1124.png"/><Relationship Id="rId19" Type="http://schemas.openxmlformats.org/officeDocument/2006/relationships/customXml" Target="../ink/ink1180.xml"/><Relationship Id="rId31" Type="http://schemas.openxmlformats.org/officeDocument/2006/relationships/customXml" Target="../ink/ink1186.xml"/><Relationship Id="rId4" Type="http://schemas.openxmlformats.org/officeDocument/2006/relationships/image" Target="../media/image1121.png"/><Relationship Id="rId9" Type="http://schemas.openxmlformats.org/officeDocument/2006/relationships/customXml" Target="../ink/ink1175.xml"/><Relationship Id="rId14" Type="http://schemas.openxmlformats.org/officeDocument/2006/relationships/image" Target="../media/image1126.png"/><Relationship Id="rId22" Type="http://schemas.openxmlformats.org/officeDocument/2006/relationships/image" Target="../media/image1130.png"/><Relationship Id="rId27" Type="http://schemas.openxmlformats.org/officeDocument/2006/relationships/customXml" Target="../ink/ink1184.xml"/><Relationship Id="rId30" Type="http://schemas.openxmlformats.org/officeDocument/2006/relationships/image" Target="../media/image1134.png"/><Relationship Id="rId35" Type="http://schemas.openxmlformats.org/officeDocument/2006/relationships/customXml" Target="../ink/ink1188.xml"/><Relationship Id="rId8" Type="http://schemas.openxmlformats.org/officeDocument/2006/relationships/image" Target="../media/image11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1.png"/><Relationship Id="rId13" Type="http://schemas.openxmlformats.org/officeDocument/2006/relationships/customXml" Target="../ink/ink1194.xml"/><Relationship Id="rId18" Type="http://schemas.openxmlformats.org/officeDocument/2006/relationships/image" Target="../media/image1146.png"/><Relationship Id="rId26" Type="http://schemas.openxmlformats.org/officeDocument/2006/relationships/image" Target="../media/image1150.png"/><Relationship Id="rId3" Type="http://schemas.openxmlformats.org/officeDocument/2006/relationships/customXml" Target="../ink/ink1189.xml"/><Relationship Id="rId21" Type="http://schemas.openxmlformats.org/officeDocument/2006/relationships/customXml" Target="../ink/ink1198.xml"/><Relationship Id="rId7" Type="http://schemas.openxmlformats.org/officeDocument/2006/relationships/customXml" Target="../ink/ink1191.xml"/><Relationship Id="rId12" Type="http://schemas.openxmlformats.org/officeDocument/2006/relationships/image" Target="../media/image1143.png"/><Relationship Id="rId17" Type="http://schemas.openxmlformats.org/officeDocument/2006/relationships/customXml" Target="../ink/ink1196.xml"/><Relationship Id="rId25" Type="http://schemas.openxmlformats.org/officeDocument/2006/relationships/customXml" Target="../ink/ink1200.xml"/><Relationship Id="rId2" Type="http://schemas.openxmlformats.org/officeDocument/2006/relationships/image" Target="../media/image1138.png"/><Relationship Id="rId16" Type="http://schemas.openxmlformats.org/officeDocument/2006/relationships/image" Target="../media/image1145.png"/><Relationship Id="rId20" Type="http://schemas.openxmlformats.org/officeDocument/2006/relationships/image" Target="../media/image1147.png"/><Relationship Id="rId29" Type="http://schemas.openxmlformats.org/officeDocument/2006/relationships/customXml" Target="../ink/ink12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0.png"/><Relationship Id="rId11" Type="http://schemas.openxmlformats.org/officeDocument/2006/relationships/customXml" Target="../ink/ink1193.xml"/><Relationship Id="rId24" Type="http://schemas.openxmlformats.org/officeDocument/2006/relationships/image" Target="../media/image1149.png"/><Relationship Id="rId32" Type="http://schemas.openxmlformats.org/officeDocument/2006/relationships/image" Target="../media/image1153.png"/><Relationship Id="rId5" Type="http://schemas.openxmlformats.org/officeDocument/2006/relationships/customXml" Target="../ink/ink1190.xml"/><Relationship Id="rId15" Type="http://schemas.openxmlformats.org/officeDocument/2006/relationships/customXml" Target="../ink/ink1195.xml"/><Relationship Id="rId23" Type="http://schemas.openxmlformats.org/officeDocument/2006/relationships/customXml" Target="../ink/ink1199.xml"/><Relationship Id="rId28" Type="http://schemas.openxmlformats.org/officeDocument/2006/relationships/image" Target="../media/image1151.png"/><Relationship Id="rId10" Type="http://schemas.openxmlformats.org/officeDocument/2006/relationships/image" Target="../media/image1142.png"/><Relationship Id="rId19" Type="http://schemas.openxmlformats.org/officeDocument/2006/relationships/customXml" Target="../ink/ink1197.xml"/><Relationship Id="rId31" Type="http://schemas.openxmlformats.org/officeDocument/2006/relationships/customXml" Target="../ink/ink1203.xml"/><Relationship Id="rId4" Type="http://schemas.openxmlformats.org/officeDocument/2006/relationships/image" Target="../media/image1139.png"/><Relationship Id="rId9" Type="http://schemas.openxmlformats.org/officeDocument/2006/relationships/customXml" Target="../ink/ink1192.xml"/><Relationship Id="rId14" Type="http://schemas.openxmlformats.org/officeDocument/2006/relationships/image" Target="../media/image1144.png"/><Relationship Id="rId22" Type="http://schemas.openxmlformats.org/officeDocument/2006/relationships/image" Target="../media/image1148.png"/><Relationship Id="rId27" Type="http://schemas.openxmlformats.org/officeDocument/2006/relationships/customXml" Target="../ink/ink1201.xml"/><Relationship Id="rId30" Type="http://schemas.openxmlformats.org/officeDocument/2006/relationships/image" Target="../media/image1152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1.xml"/><Relationship Id="rId299" Type="http://schemas.openxmlformats.org/officeDocument/2006/relationships/customXml" Target="../ink/ink1352.xml"/><Relationship Id="rId21" Type="http://schemas.openxmlformats.org/officeDocument/2006/relationships/customXml" Target="../ink/ink1213.xml"/><Relationship Id="rId63" Type="http://schemas.openxmlformats.org/officeDocument/2006/relationships/customXml" Target="../ink/ink1234.xml"/><Relationship Id="rId159" Type="http://schemas.openxmlformats.org/officeDocument/2006/relationships/customXml" Target="../ink/ink1282.xml"/><Relationship Id="rId324" Type="http://schemas.openxmlformats.org/officeDocument/2006/relationships/image" Target="../media/image1314.png"/><Relationship Id="rId366" Type="http://schemas.openxmlformats.org/officeDocument/2006/relationships/image" Target="../media/image1335.png"/><Relationship Id="rId170" Type="http://schemas.openxmlformats.org/officeDocument/2006/relationships/image" Target="../media/image1237.png"/><Relationship Id="rId226" Type="http://schemas.openxmlformats.org/officeDocument/2006/relationships/image" Target="../media/image1265.png"/><Relationship Id="rId268" Type="http://schemas.openxmlformats.org/officeDocument/2006/relationships/image" Target="../media/image1286.png"/><Relationship Id="rId32" Type="http://schemas.openxmlformats.org/officeDocument/2006/relationships/image" Target="../media/image1168.png"/><Relationship Id="rId74" Type="http://schemas.openxmlformats.org/officeDocument/2006/relationships/image" Target="../media/image1189.png"/><Relationship Id="rId128" Type="http://schemas.openxmlformats.org/officeDocument/2006/relationships/image" Target="../media/image1216.png"/><Relationship Id="rId335" Type="http://schemas.openxmlformats.org/officeDocument/2006/relationships/customXml" Target="../ink/ink1370.xml"/><Relationship Id="rId377" Type="http://schemas.openxmlformats.org/officeDocument/2006/relationships/customXml" Target="../ink/ink1391.xml"/><Relationship Id="rId5" Type="http://schemas.openxmlformats.org/officeDocument/2006/relationships/customXml" Target="../ink/ink1205.xml"/><Relationship Id="rId181" Type="http://schemas.openxmlformats.org/officeDocument/2006/relationships/customXml" Target="../ink/ink1293.xml"/><Relationship Id="rId237" Type="http://schemas.openxmlformats.org/officeDocument/2006/relationships/customXml" Target="../ink/ink1321.xml"/><Relationship Id="rId402" Type="http://schemas.openxmlformats.org/officeDocument/2006/relationships/image" Target="../media/image1353.png"/><Relationship Id="rId279" Type="http://schemas.openxmlformats.org/officeDocument/2006/relationships/customXml" Target="../ink/ink1342.xml"/><Relationship Id="rId43" Type="http://schemas.openxmlformats.org/officeDocument/2006/relationships/customXml" Target="../ink/ink1224.xml"/><Relationship Id="rId139" Type="http://schemas.openxmlformats.org/officeDocument/2006/relationships/customXml" Target="../ink/ink1272.xml"/><Relationship Id="rId290" Type="http://schemas.openxmlformats.org/officeDocument/2006/relationships/image" Target="../media/image1297.png"/><Relationship Id="rId304" Type="http://schemas.openxmlformats.org/officeDocument/2006/relationships/image" Target="../media/image1304.png"/><Relationship Id="rId346" Type="http://schemas.openxmlformats.org/officeDocument/2006/relationships/image" Target="../media/image1325.png"/><Relationship Id="rId388" Type="http://schemas.openxmlformats.org/officeDocument/2006/relationships/image" Target="../media/image1346.png"/><Relationship Id="rId85" Type="http://schemas.openxmlformats.org/officeDocument/2006/relationships/customXml" Target="../ink/ink1245.xml"/><Relationship Id="rId150" Type="http://schemas.openxmlformats.org/officeDocument/2006/relationships/image" Target="../media/image1227.png"/><Relationship Id="rId192" Type="http://schemas.openxmlformats.org/officeDocument/2006/relationships/image" Target="../media/image1248.png"/><Relationship Id="rId206" Type="http://schemas.openxmlformats.org/officeDocument/2006/relationships/image" Target="../media/image1255.png"/><Relationship Id="rId413" Type="http://schemas.openxmlformats.org/officeDocument/2006/relationships/customXml" Target="../ink/ink1409.xml"/><Relationship Id="rId248" Type="http://schemas.openxmlformats.org/officeDocument/2006/relationships/image" Target="../media/image1276.png"/><Relationship Id="rId12" Type="http://schemas.openxmlformats.org/officeDocument/2006/relationships/image" Target="../media/image1158.png"/><Relationship Id="rId108" Type="http://schemas.openxmlformats.org/officeDocument/2006/relationships/image" Target="../media/image1206.png"/><Relationship Id="rId315" Type="http://schemas.openxmlformats.org/officeDocument/2006/relationships/customXml" Target="../ink/ink1360.xml"/><Relationship Id="rId357" Type="http://schemas.openxmlformats.org/officeDocument/2006/relationships/customXml" Target="../ink/ink1381.xml"/><Relationship Id="rId54" Type="http://schemas.openxmlformats.org/officeDocument/2006/relationships/image" Target="../media/image1179.png"/><Relationship Id="rId96" Type="http://schemas.openxmlformats.org/officeDocument/2006/relationships/image" Target="../media/image1200.png"/><Relationship Id="rId161" Type="http://schemas.openxmlformats.org/officeDocument/2006/relationships/customXml" Target="../ink/ink1283.xml"/><Relationship Id="rId217" Type="http://schemas.openxmlformats.org/officeDocument/2006/relationships/customXml" Target="../ink/ink1311.xml"/><Relationship Id="rId399" Type="http://schemas.openxmlformats.org/officeDocument/2006/relationships/customXml" Target="../ink/ink1402.xml"/><Relationship Id="rId259" Type="http://schemas.openxmlformats.org/officeDocument/2006/relationships/customXml" Target="../ink/ink1332.xml"/><Relationship Id="rId23" Type="http://schemas.openxmlformats.org/officeDocument/2006/relationships/customXml" Target="../ink/ink1214.xml"/><Relationship Id="rId119" Type="http://schemas.openxmlformats.org/officeDocument/2006/relationships/customXml" Target="../ink/ink1262.xml"/><Relationship Id="rId270" Type="http://schemas.openxmlformats.org/officeDocument/2006/relationships/image" Target="../media/image1287.png"/><Relationship Id="rId326" Type="http://schemas.openxmlformats.org/officeDocument/2006/relationships/image" Target="../media/image1315.png"/><Relationship Id="rId65" Type="http://schemas.openxmlformats.org/officeDocument/2006/relationships/customXml" Target="../ink/ink1235.xml"/><Relationship Id="rId130" Type="http://schemas.openxmlformats.org/officeDocument/2006/relationships/image" Target="../media/image1217.png"/><Relationship Id="rId368" Type="http://schemas.openxmlformats.org/officeDocument/2006/relationships/image" Target="../media/image1336.png"/><Relationship Id="rId172" Type="http://schemas.openxmlformats.org/officeDocument/2006/relationships/image" Target="../media/image1238.png"/><Relationship Id="rId228" Type="http://schemas.openxmlformats.org/officeDocument/2006/relationships/image" Target="../media/image1266.png"/><Relationship Id="rId281" Type="http://schemas.openxmlformats.org/officeDocument/2006/relationships/customXml" Target="../ink/ink1343.xml"/><Relationship Id="rId337" Type="http://schemas.openxmlformats.org/officeDocument/2006/relationships/customXml" Target="../ink/ink1371.xml"/><Relationship Id="rId34" Type="http://schemas.openxmlformats.org/officeDocument/2006/relationships/image" Target="../media/image1169.png"/><Relationship Id="rId76" Type="http://schemas.openxmlformats.org/officeDocument/2006/relationships/image" Target="../media/image1190.png"/><Relationship Id="rId141" Type="http://schemas.openxmlformats.org/officeDocument/2006/relationships/customXml" Target="../ink/ink1273.xml"/><Relationship Id="rId379" Type="http://schemas.openxmlformats.org/officeDocument/2006/relationships/customXml" Target="../ink/ink1392.xml"/><Relationship Id="rId7" Type="http://schemas.openxmlformats.org/officeDocument/2006/relationships/customXml" Target="../ink/ink1206.xml"/><Relationship Id="rId183" Type="http://schemas.openxmlformats.org/officeDocument/2006/relationships/customXml" Target="../ink/ink1294.xml"/><Relationship Id="rId239" Type="http://schemas.openxmlformats.org/officeDocument/2006/relationships/customXml" Target="../ink/ink1322.xml"/><Relationship Id="rId390" Type="http://schemas.openxmlformats.org/officeDocument/2006/relationships/image" Target="../media/image1347.png"/><Relationship Id="rId404" Type="http://schemas.openxmlformats.org/officeDocument/2006/relationships/image" Target="../media/image1354.png"/><Relationship Id="rId250" Type="http://schemas.openxmlformats.org/officeDocument/2006/relationships/image" Target="../media/image1277.png"/><Relationship Id="rId292" Type="http://schemas.openxmlformats.org/officeDocument/2006/relationships/image" Target="../media/image1298.png"/><Relationship Id="rId306" Type="http://schemas.openxmlformats.org/officeDocument/2006/relationships/image" Target="../media/image1305.png"/><Relationship Id="rId45" Type="http://schemas.openxmlformats.org/officeDocument/2006/relationships/customXml" Target="../ink/ink1225.xml"/><Relationship Id="rId87" Type="http://schemas.openxmlformats.org/officeDocument/2006/relationships/customXml" Target="../ink/ink1246.xml"/><Relationship Id="rId110" Type="http://schemas.openxmlformats.org/officeDocument/2006/relationships/image" Target="../media/image1207.png"/><Relationship Id="rId348" Type="http://schemas.openxmlformats.org/officeDocument/2006/relationships/image" Target="../media/image1326.png"/><Relationship Id="rId152" Type="http://schemas.openxmlformats.org/officeDocument/2006/relationships/image" Target="../media/image1228.png"/><Relationship Id="rId194" Type="http://schemas.openxmlformats.org/officeDocument/2006/relationships/image" Target="../media/image1249.png"/><Relationship Id="rId208" Type="http://schemas.openxmlformats.org/officeDocument/2006/relationships/image" Target="../media/image1256.png"/><Relationship Id="rId415" Type="http://schemas.openxmlformats.org/officeDocument/2006/relationships/customXml" Target="../ink/ink1410.xml"/><Relationship Id="rId261" Type="http://schemas.openxmlformats.org/officeDocument/2006/relationships/customXml" Target="../ink/ink1333.xml"/><Relationship Id="rId14" Type="http://schemas.openxmlformats.org/officeDocument/2006/relationships/image" Target="../media/image1159.png"/><Relationship Id="rId56" Type="http://schemas.openxmlformats.org/officeDocument/2006/relationships/image" Target="../media/image1180.png"/><Relationship Id="rId317" Type="http://schemas.openxmlformats.org/officeDocument/2006/relationships/customXml" Target="../ink/ink1361.xml"/><Relationship Id="rId359" Type="http://schemas.openxmlformats.org/officeDocument/2006/relationships/customXml" Target="../ink/ink1382.xml"/><Relationship Id="rId98" Type="http://schemas.openxmlformats.org/officeDocument/2006/relationships/image" Target="../media/image1201.png"/><Relationship Id="rId121" Type="http://schemas.openxmlformats.org/officeDocument/2006/relationships/customXml" Target="../ink/ink1263.xml"/><Relationship Id="rId163" Type="http://schemas.openxmlformats.org/officeDocument/2006/relationships/customXml" Target="../ink/ink1284.xml"/><Relationship Id="rId219" Type="http://schemas.openxmlformats.org/officeDocument/2006/relationships/customXml" Target="../ink/ink1312.xml"/><Relationship Id="rId370" Type="http://schemas.openxmlformats.org/officeDocument/2006/relationships/image" Target="../media/image1337.png"/><Relationship Id="rId230" Type="http://schemas.openxmlformats.org/officeDocument/2006/relationships/image" Target="../media/image1267.png"/><Relationship Id="rId25" Type="http://schemas.openxmlformats.org/officeDocument/2006/relationships/customXml" Target="../ink/ink1215.xml"/><Relationship Id="rId67" Type="http://schemas.openxmlformats.org/officeDocument/2006/relationships/customXml" Target="../ink/ink1236.xml"/><Relationship Id="rId272" Type="http://schemas.openxmlformats.org/officeDocument/2006/relationships/image" Target="../media/image1288.png"/><Relationship Id="rId328" Type="http://schemas.openxmlformats.org/officeDocument/2006/relationships/image" Target="../media/image1316.png"/><Relationship Id="rId132" Type="http://schemas.openxmlformats.org/officeDocument/2006/relationships/image" Target="../media/image1218.png"/><Relationship Id="rId174" Type="http://schemas.openxmlformats.org/officeDocument/2006/relationships/image" Target="../media/image1239.png"/><Relationship Id="rId381" Type="http://schemas.openxmlformats.org/officeDocument/2006/relationships/customXml" Target="../ink/ink1393.xml"/><Relationship Id="rId241" Type="http://schemas.openxmlformats.org/officeDocument/2006/relationships/customXml" Target="../ink/ink1323.xml"/><Relationship Id="rId36" Type="http://schemas.openxmlformats.org/officeDocument/2006/relationships/image" Target="../media/image1170.png"/><Relationship Id="rId283" Type="http://schemas.openxmlformats.org/officeDocument/2006/relationships/customXml" Target="../ink/ink1344.xml"/><Relationship Id="rId339" Type="http://schemas.openxmlformats.org/officeDocument/2006/relationships/customXml" Target="../ink/ink1372.xml"/><Relationship Id="rId78" Type="http://schemas.openxmlformats.org/officeDocument/2006/relationships/image" Target="../media/image1191.png"/><Relationship Id="rId101" Type="http://schemas.openxmlformats.org/officeDocument/2006/relationships/customXml" Target="../ink/ink1253.xml"/><Relationship Id="rId143" Type="http://schemas.openxmlformats.org/officeDocument/2006/relationships/customXml" Target="../ink/ink1274.xml"/><Relationship Id="rId185" Type="http://schemas.openxmlformats.org/officeDocument/2006/relationships/customXml" Target="../ink/ink1295.xml"/><Relationship Id="rId350" Type="http://schemas.openxmlformats.org/officeDocument/2006/relationships/image" Target="../media/image1327.png"/><Relationship Id="rId406" Type="http://schemas.openxmlformats.org/officeDocument/2006/relationships/image" Target="../media/image1355.png"/><Relationship Id="rId9" Type="http://schemas.openxmlformats.org/officeDocument/2006/relationships/customXml" Target="../ink/ink1207.xml"/><Relationship Id="rId210" Type="http://schemas.openxmlformats.org/officeDocument/2006/relationships/image" Target="../media/image1257.png"/><Relationship Id="rId392" Type="http://schemas.openxmlformats.org/officeDocument/2006/relationships/image" Target="../media/image1348.png"/><Relationship Id="rId252" Type="http://schemas.openxmlformats.org/officeDocument/2006/relationships/image" Target="../media/image1278.png"/><Relationship Id="rId294" Type="http://schemas.openxmlformats.org/officeDocument/2006/relationships/image" Target="../media/image1299.png"/><Relationship Id="rId308" Type="http://schemas.openxmlformats.org/officeDocument/2006/relationships/image" Target="../media/image1306.png"/><Relationship Id="rId47" Type="http://schemas.openxmlformats.org/officeDocument/2006/relationships/customXml" Target="../ink/ink1226.xml"/><Relationship Id="rId89" Type="http://schemas.openxmlformats.org/officeDocument/2006/relationships/customXml" Target="../ink/ink1247.xml"/><Relationship Id="rId112" Type="http://schemas.openxmlformats.org/officeDocument/2006/relationships/image" Target="../media/image1208.png"/><Relationship Id="rId154" Type="http://schemas.openxmlformats.org/officeDocument/2006/relationships/image" Target="../media/image1229.png"/><Relationship Id="rId361" Type="http://schemas.openxmlformats.org/officeDocument/2006/relationships/customXml" Target="../ink/ink1383.xml"/><Relationship Id="rId196" Type="http://schemas.openxmlformats.org/officeDocument/2006/relationships/image" Target="../media/image1250.png"/><Relationship Id="rId417" Type="http://schemas.openxmlformats.org/officeDocument/2006/relationships/customXml" Target="../ink/ink1411.xml"/><Relationship Id="rId16" Type="http://schemas.openxmlformats.org/officeDocument/2006/relationships/image" Target="../media/image1160.png"/><Relationship Id="rId221" Type="http://schemas.openxmlformats.org/officeDocument/2006/relationships/customXml" Target="../ink/ink1313.xml"/><Relationship Id="rId263" Type="http://schemas.openxmlformats.org/officeDocument/2006/relationships/customXml" Target="../ink/ink1334.xml"/><Relationship Id="rId319" Type="http://schemas.openxmlformats.org/officeDocument/2006/relationships/customXml" Target="../ink/ink1362.xml"/><Relationship Id="rId58" Type="http://schemas.openxmlformats.org/officeDocument/2006/relationships/image" Target="../media/image1181.png"/><Relationship Id="rId123" Type="http://schemas.openxmlformats.org/officeDocument/2006/relationships/customXml" Target="../ink/ink1264.xml"/><Relationship Id="rId330" Type="http://schemas.openxmlformats.org/officeDocument/2006/relationships/image" Target="../media/image1317.png"/><Relationship Id="rId165" Type="http://schemas.openxmlformats.org/officeDocument/2006/relationships/customXml" Target="../ink/ink1285.xml"/><Relationship Id="rId372" Type="http://schemas.openxmlformats.org/officeDocument/2006/relationships/image" Target="../media/image1338.png"/><Relationship Id="rId232" Type="http://schemas.openxmlformats.org/officeDocument/2006/relationships/image" Target="../media/image1268.png"/><Relationship Id="rId274" Type="http://schemas.openxmlformats.org/officeDocument/2006/relationships/image" Target="../media/image1289.png"/><Relationship Id="rId27" Type="http://schemas.openxmlformats.org/officeDocument/2006/relationships/customXml" Target="../ink/ink1216.xml"/><Relationship Id="rId69" Type="http://schemas.openxmlformats.org/officeDocument/2006/relationships/customXml" Target="../ink/ink1237.xml"/><Relationship Id="rId134" Type="http://schemas.openxmlformats.org/officeDocument/2006/relationships/image" Target="../media/image1219.png"/><Relationship Id="rId80" Type="http://schemas.openxmlformats.org/officeDocument/2006/relationships/image" Target="../media/image1192.png"/><Relationship Id="rId176" Type="http://schemas.openxmlformats.org/officeDocument/2006/relationships/image" Target="../media/image1240.png"/><Relationship Id="rId341" Type="http://schemas.openxmlformats.org/officeDocument/2006/relationships/customXml" Target="../ink/ink1373.xml"/><Relationship Id="rId383" Type="http://schemas.openxmlformats.org/officeDocument/2006/relationships/customXml" Target="../ink/ink1394.xml"/><Relationship Id="rId201" Type="http://schemas.openxmlformats.org/officeDocument/2006/relationships/customXml" Target="../ink/ink1303.xml"/><Relationship Id="rId243" Type="http://schemas.openxmlformats.org/officeDocument/2006/relationships/customXml" Target="../ink/ink1324.xml"/><Relationship Id="rId285" Type="http://schemas.openxmlformats.org/officeDocument/2006/relationships/customXml" Target="../ink/ink1345.xml"/><Relationship Id="rId17" Type="http://schemas.openxmlformats.org/officeDocument/2006/relationships/customXml" Target="../ink/ink1211.xml"/><Relationship Id="rId38" Type="http://schemas.openxmlformats.org/officeDocument/2006/relationships/image" Target="../media/image1171.png"/><Relationship Id="rId59" Type="http://schemas.openxmlformats.org/officeDocument/2006/relationships/customXml" Target="../ink/ink1232.xml"/><Relationship Id="rId103" Type="http://schemas.openxmlformats.org/officeDocument/2006/relationships/customXml" Target="../ink/ink1254.xml"/><Relationship Id="rId124" Type="http://schemas.openxmlformats.org/officeDocument/2006/relationships/image" Target="../media/image1214.png"/><Relationship Id="rId310" Type="http://schemas.openxmlformats.org/officeDocument/2006/relationships/image" Target="../media/image1307.png"/><Relationship Id="rId70" Type="http://schemas.openxmlformats.org/officeDocument/2006/relationships/image" Target="../media/image1187.png"/><Relationship Id="rId91" Type="http://schemas.openxmlformats.org/officeDocument/2006/relationships/customXml" Target="../ink/ink1248.xml"/><Relationship Id="rId145" Type="http://schemas.openxmlformats.org/officeDocument/2006/relationships/customXml" Target="../ink/ink1275.xml"/><Relationship Id="rId166" Type="http://schemas.openxmlformats.org/officeDocument/2006/relationships/image" Target="../media/image1235.png"/><Relationship Id="rId187" Type="http://schemas.openxmlformats.org/officeDocument/2006/relationships/customXml" Target="../ink/ink1296.xml"/><Relationship Id="rId331" Type="http://schemas.openxmlformats.org/officeDocument/2006/relationships/customXml" Target="../ink/ink1368.xml"/><Relationship Id="rId352" Type="http://schemas.openxmlformats.org/officeDocument/2006/relationships/image" Target="../media/image1328.png"/><Relationship Id="rId373" Type="http://schemas.openxmlformats.org/officeDocument/2006/relationships/customXml" Target="../ink/ink1389.xml"/><Relationship Id="rId394" Type="http://schemas.openxmlformats.org/officeDocument/2006/relationships/image" Target="../media/image1349.png"/><Relationship Id="rId408" Type="http://schemas.openxmlformats.org/officeDocument/2006/relationships/image" Target="../media/image1356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258.png"/><Relationship Id="rId233" Type="http://schemas.openxmlformats.org/officeDocument/2006/relationships/customXml" Target="../ink/ink1319.xml"/><Relationship Id="rId254" Type="http://schemas.openxmlformats.org/officeDocument/2006/relationships/image" Target="../media/image1279.png"/><Relationship Id="rId28" Type="http://schemas.openxmlformats.org/officeDocument/2006/relationships/image" Target="../media/image1166.png"/><Relationship Id="rId49" Type="http://schemas.openxmlformats.org/officeDocument/2006/relationships/customXml" Target="../ink/ink1227.xml"/><Relationship Id="rId114" Type="http://schemas.openxmlformats.org/officeDocument/2006/relationships/image" Target="../media/image1209.png"/><Relationship Id="rId275" Type="http://schemas.openxmlformats.org/officeDocument/2006/relationships/customXml" Target="../ink/ink1340.xml"/><Relationship Id="rId296" Type="http://schemas.openxmlformats.org/officeDocument/2006/relationships/image" Target="../media/image1300.png"/><Relationship Id="rId300" Type="http://schemas.openxmlformats.org/officeDocument/2006/relationships/image" Target="../media/image1302.png"/><Relationship Id="rId60" Type="http://schemas.openxmlformats.org/officeDocument/2006/relationships/image" Target="../media/image1182.png"/><Relationship Id="rId81" Type="http://schemas.openxmlformats.org/officeDocument/2006/relationships/customXml" Target="../ink/ink1243.xml"/><Relationship Id="rId135" Type="http://schemas.openxmlformats.org/officeDocument/2006/relationships/customXml" Target="../ink/ink1270.xml"/><Relationship Id="rId156" Type="http://schemas.openxmlformats.org/officeDocument/2006/relationships/image" Target="../media/image1230.png"/><Relationship Id="rId177" Type="http://schemas.openxmlformats.org/officeDocument/2006/relationships/customXml" Target="../ink/ink1291.xml"/><Relationship Id="rId198" Type="http://schemas.openxmlformats.org/officeDocument/2006/relationships/image" Target="../media/image1251.png"/><Relationship Id="rId321" Type="http://schemas.openxmlformats.org/officeDocument/2006/relationships/customXml" Target="../ink/ink1363.xml"/><Relationship Id="rId342" Type="http://schemas.openxmlformats.org/officeDocument/2006/relationships/image" Target="../media/image1323.png"/><Relationship Id="rId363" Type="http://schemas.openxmlformats.org/officeDocument/2006/relationships/customXml" Target="../ink/ink1384.xml"/><Relationship Id="rId384" Type="http://schemas.openxmlformats.org/officeDocument/2006/relationships/image" Target="../media/image1344.png"/><Relationship Id="rId419" Type="http://schemas.openxmlformats.org/officeDocument/2006/relationships/customXml" Target="../ink/ink1412.xml"/><Relationship Id="rId202" Type="http://schemas.openxmlformats.org/officeDocument/2006/relationships/image" Target="../media/image1253.png"/><Relationship Id="rId223" Type="http://schemas.openxmlformats.org/officeDocument/2006/relationships/customXml" Target="../ink/ink1314.xml"/><Relationship Id="rId244" Type="http://schemas.openxmlformats.org/officeDocument/2006/relationships/image" Target="../media/image1274.png"/><Relationship Id="rId18" Type="http://schemas.openxmlformats.org/officeDocument/2006/relationships/image" Target="../media/image1161.png"/><Relationship Id="rId39" Type="http://schemas.openxmlformats.org/officeDocument/2006/relationships/customXml" Target="../ink/ink1222.xml"/><Relationship Id="rId265" Type="http://schemas.openxmlformats.org/officeDocument/2006/relationships/customXml" Target="../ink/ink1335.xml"/><Relationship Id="rId286" Type="http://schemas.openxmlformats.org/officeDocument/2006/relationships/image" Target="../media/image1295.png"/><Relationship Id="rId50" Type="http://schemas.openxmlformats.org/officeDocument/2006/relationships/image" Target="../media/image1177.png"/><Relationship Id="rId104" Type="http://schemas.openxmlformats.org/officeDocument/2006/relationships/image" Target="../media/image1204.png"/><Relationship Id="rId125" Type="http://schemas.openxmlformats.org/officeDocument/2006/relationships/customXml" Target="../ink/ink1265.xml"/><Relationship Id="rId146" Type="http://schemas.openxmlformats.org/officeDocument/2006/relationships/image" Target="../media/image1225.png"/><Relationship Id="rId167" Type="http://schemas.openxmlformats.org/officeDocument/2006/relationships/customXml" Target="../ink/ink1286.xml"/><Relationship Id="rId188" Type="http://schemas.openxmlformats.org/officeDocument/2006/relationships/image" Target="../media/image1246.png"/><Relationship Id="rId311" Type="http://schemas.openxmlformats.org/officeDocument/2006/relationships/customXml" Target="../ink/ink1358.xml"/><Relationship Id="rId332" Type="http://schemas.openxmlformats.org/officeDocument/2006/relationships/image" Target="../media/image1318.png"/><Relationship Id="rId353" Type="http://schemas.openxmlformats.org/officeDocument/2006/relationships/customXml" Target="../ink/ink1379.xml"/><Relationship Id="rId374" Type="http://schemas.openxmlformats.org/officeDocument/2006/relationships/image" Target="../media/image1339.png"/><Relationship Id="rId395" Type="http://schemas.openxmlformats.org/officeDocument/2006/relationships/customXml" Target="../ink/ink1400.xml"/><Relationship Id="rId409" Type="http://schemas.openxmlformats.org/officeDocument/2006/relationships/customXml" Target="../ink/ink1407.xml"/><Relationship Id="rId71" Type="http://schemas.openxmlformats.org/officeDocument/2006/relationships/customXml" Target="../ink/ink1238.xml"/><Relationship Id="rId92" Type="http://schemas.openxmlformats.org/officeDocument/2006/relationships/image" Target="../media/image1198.png"/><Relationship Id="rId213" Type="http://schemas.openxmlformats.org/officeDocument/2006/relationships/customXml" Target="../ink/ink1309.xml"/><Relationship Id="rId234" Type="http://schemas.openxmlformats.org/officeDocument/2006/relationships/image" Target="../media/image1269.png"/><Relationship Id="rId420" Type="http://schemas.openxmlformats.org/officeDocument/2006/relationships/image" Target="../media/image1362.png"/><Relationship Id="rId2" Type="http://schemas.openxmlformats.org/officeDocument/2006/relationships/image" Target="../media/image2500.png"/><Relationship Id="rId29" Type="http://schemas.openxmlformats.org/officeDocument/2006/relationships/customXml" Target="../ink/ink1217.xml"/><Relationship Id="rId255" Type="http://schemas.openxmlformats.org/officeDocument/2006/relationships/customXml" Target="../ink/ink1330.xml"/><Relationship Id="rId276" Type="http://schemas.openxmlformats.org/officeDocument/2006/relationships/image" Target="../media/image1290.png"/><Relationship Id="rId297" Type="http://schemas.openxmlformats.org/officeDocument/2006/relationships/customXml" Target="../ink/ink1351.xml"/><Relationship Id="rId40" Type="http://schemas.openxmlformats.org/officeDocument/2006/relationships/image" Target="../media/image1172.png"/><Relationship Id="rId115" Type="http://schemas.openxmlformats.org/officeDocument/2006/relationships/customXml" Target="../ink/ink1260.xml"/><Relationship Id="rId136" Type="http://schemas.openxmlformats.org/officeDocument/2006/relationships/image" Target="../media/image1220.png"/><Relationship Id="rId157" Type="http://schemas.openxmlformats.org/officeDocument/2006/relationships/customXml" Target="../ink/ink1281.xml"/><Relationship Id="rId178" Type="http://schemas.openxmlformats.org/officeDocument/2006/relationships/image" Target="../media/image1241.png"/><Relationship Id="rId301" Type="http://schemas.openxmlformats.org/officeDocument/2006/relationships/customXml" Target="../ink/ink1353.xml"/><Relationship Id="rId322" Type="http://schemas.openxmlformats.org/officeDocument/2006/relationships/image" Target="../media/image1313.png"/><Relationship Id="rId343" Type="http://schemas.openxmlformats.org/officeDocument/2006/relationships/customXml" Target="../ink/ink1374.xml"/><Relationship Id="rId364" Type="http://schemas.openxmlformats.org/officeDocument/2006/relationships/image" Target="../media/image1334.png"/><Relationship Id="rId61" Type="http://schemas.openxmlformats.org/officeDocument/2006/relationships/customXml" Target="../ink/ink1233.xml"/><Relationship Id="rId82" Type="http://schemas.openxmlformats.org/officeDocument/2006/relationships/image" Target="../media/image1193.png"/><Relationship Id="rId199" Type="http://schemas.openxmlformats.org/officeDocument/2006/relationships/customXml" Target="../ink/ink1302.xml"/><Relationship Id="rId203" Type="http://schemas.openxmlformats.org/officeDocument/2006/relationships/customXml" Target="../ink/ink1304.xml"/><Relationship Id="rId385" Type="http://schemas.openxmlformats.org/officeDocument/2006/relationships/customXml" Target="../ink/ink1395.xml"/><Relationship Id="rId19" Type="http://schemas.openxmlformats.org/officeDocument/2006/relationships/customXml" Target="../ink/ink1212.xml"/><Relationship Id="rId224" Type="http://schemas.openxmlformats.org/officeDocument/2006/relationships/image" Target="../media/image1264.png"/><Relationship Id="rId245" Type="http://schemas.openxmlformats.org/officeDocument/2006/relationships/customXml" Target="../ink/ink1325.xml"/><Relationship Id="rId266" Type="http://schemas.openxmlformats.org/officeDocument/2006/relationships/image" Target="../media/image1285.png"/><Relationship Id="rId287" Type="http://schemas.openxmlformats.org/officeDocument/2006/relationships/customXml" Target="../ink/ink1346.xml"/><Relationship Id="rId410" Type="http://schemas.openxmlformats.org/officeDocument/2006/relationships/image" Target="../media/image1357.png"/><Relationship Id="rId30" Type="http://schemas.openxmlformats.org/officeDocument/2006/relationships/image" Target="../media/image1167.png"/><Relationship Id="rId105" Type="http://schemas.openxmlformats.org/officeDocument/2006/relationships/customXml" Target="../ink/ink1255.xml"/><Relationship Id="rId126" Type="http://schemas.openxmlformats.org/officeDocument/2006/relationships/image" Target="../media/image1215.png"/><Relationship Id="rId147" Type="http://schemas.openxmlformats.org/officeDocument/2006/relationships/customXml" Target="../ink/ink1276.xml"/><Relationship Id="rId168" Type="http://schemas.openxmlformats.org/officeDocument/2006/relationships/image" Target="../media/image1236.png"/><Relationship Id="rId312" Type="http://schemas.openxmlformats.org/officeDocument/2006/relationships/image" Target="../media/image1308.png"/><Relationship Id="rId333" Type="http://schemas.openxmlformats.org/officeDocument/2006/relationships/customXml" Target="../ink/ink1369.xml"/><Relationship Id="rId354" Type="http://schemas.openxmlformats.org/officeDocument/2006/relationships/image" Target="../media/image1329.png"/><Relationship Id="rId51" Type="http://schemas.openxmlformats.org/officeDocument/2006/relationships/customXml" Target="../ink/ink1228.xml"/><Relationship Id="rId72" Type="http://schemas.openxmlformats.org/officeDocument/2006/relationships/image" Target="../media/image1188.png"/><Relationship Id="rId93" Type="http://schemas.openxmlformats.org/officeDocument/2006/relationships/customXml" Target="../ink/ink1249.xml"/><Relationship Id="rId189" Type="http://schemas.openxmlformats.org/officeDocument/2006/relationships/customXml" Target="../ink/ink1297.xml"/><Relationship Id="rId375" Type="http://schemas.openxmlformats.org/officeDocument/2006/relationships/customXml" Target="../ink/ink1390.xml"/><Relationship Id="rId396" Type="http://schemas.openxmlformats.org/officeDocument/2006/relationships/image" Target="../media/image1350.png"/><Relationship Id="rId3" Type="http://schemas.openxmlformats.org/officeDocument/2006/relationships/customXml" Target="../ink/ink1204.xml"/><Relationship Id="rId214" Type="http://schemas.openxmlformats.org/officeDocument/2006/relationships/image" Target="../media/image1259.png"/><Relationship Id="rId235" Type="http://schemas.openxmlformats.org/officeDocument/2006/relationships/customXml" Target="../ink/ink1320.xml"/><Relationship Id="rId256" Type="http://schemas.openxmlformats.org/officeDocument/2006/relationships/image" Target="../media/image1280.png"/><Relationship Id="rId277" Type="http://schemas.openxmlformats.org/officeDocument/2006/relationships/customXml" Target="../ink/ink1341.xml"/><Relationship Id="rId298" Type="http://schemas.openxmlformats.org/officeDocument/2006/relationships/image" Target="../media/image1301.png"/><Relationship Id="rId400" Type="http://schemas.openxmlformats.org/officeDocument/2006/relationships/image" Target="../media/image1352.png"/><Relationship Id="rId421" Type="http://schemas.openxmlformats.org/officeDocument/2006/relationships/customXml" Target="../ink/ink1413.xml"/><Relationship Id="rId116" Type="http://schemas.openxmlformats.org/officeDocument/2006/relationships/image" Target="../media/image1210.png"/><Relationship Id="rId137" Type="http://schemas.openxmlformats.org/officeDocument/2006/relationships/customXml" Target="../ink/ink1271.xml"/><Relationship Id="rId158" Type="http://schemas.openxmlformats.org/officeDocument/2006/relationships/image" Target="../media/image1231.png"/><Relationship Id="rId302" Type="http://schemas.openxmlformats.org/officeDocument/2006/relationships/image" Target="../media/image1303.png"/><Relationship Id="rId323" Type="http://schemas.openxmlformats.org/officeDocument/2006/relationships/customXml" Target="../ink/ink1364.xml"/><Relationship Id="rId344" Type="http://schemas.openxmlformats.org/officeDocument/2006/relationships/image" Target="../media/image1324.png"/><Relationship Id="rId20" Type="http://schemas.openxmlformats.org/officeDocument/2006/relationships/image" Target="../media/image1162.png"/><Relationship Id="rId41" Type="http://schemas.openxmlformats.org/officeDocument/2006/relationships/customXml" Target="../ink/ink1223.xml"/><Relationship Id="rId62" Type="http://schemas.openxmlformats.org/officeDocument/2006/relationships/image" Target="../media/image1183.png"/><Relationship Id="rId83" Type="http://schemas.openxmlformats.org/officeDocument/2006/relationships/customXml" Target="../ink/ink1244.xml"/><Relationship Id="rId179" Type="http://schemas.openxmlformats.org/officeDocument/2006/relationships/customXml" Target="../ink/ink1292.xml"/><Relationship Id="rId365" Type="http://schemas.openxmlformats.org/officeDocument/2006/relationships/customXml" Target="../ink/ink1385.xml"/><Relationship Id="rId386" Type="http://schemas.openxmlformats.org/officeDocument/2006/relationships/image" Target="../media/image1345.png"/><Relationship Id="rId190" Type="http://schemas.openxmlformats.org/officeDocument/2006/relationships/image" Target="../media/image1247.png"/><Relationship Id="rId204" Type="http://schemas.openxmlformats.org/officeDocument/2006/relationships/image" Target="../media/image1254.png"/><Relationship Id="rId225" Type="http://schemas.openxmlformats.org/officeDocument/2006/relationships/customXml" Target="../ink/ink1315.xml"/><Relationship Id="rId246" Type="http://schemas.openxmlformats.org/officeDocument/2006/relationships/image" Target="../media/image1275.png"/><Relationship Id="rId267" Type="http://schemas.openxmlformats.org/officeDocument/2006/relationships/customXml" Target="../ink/ink1336.xml"/><Relationship Id="rId288" Type="http://schemas.openxmlformats.org/officeDocument/2006/relationships/image" Target="../media/image1296.png"/><Relationship Id="rId411" Type="http://schemas.openxmlformats.org/officeDocument/2006/relationships/customXml" Target="../ink/ink1408.xml"/><Relationship Id="rId106" Type="http://schemas.openxmlformats.org/officeDocument/2006/relationships/image" Target="../media/image1205.png"/><Relationship Id="rId127" Type="http://schemas.openxmlformats.org/officeDocument/2006/relationships/customXml" Target="../ink/ink1266.xml"/><Relationship Id="rId313" Type="http://schemas.openxmlformats.org/officeDocument/2006/relationships/customXml" Target="../ink/ink1359.xml"/><Relationship Id="rId10" Type="http://schemas.openxmlformats.org/officeDocument/2006/relationships/image" Target="../media/image1157.png"/><Relationship Id="rId31" Type="http://schemas.openxmlformats.org/officeDocument/2006/relationships/customXml" Target="../ink/ink1218.xml"/><Relationship Id="rId52" Type="http://schemas.openxmlformats.org/officeDocument/2006/relationships/image" Target="../media/image1178.png"/><Relationship Id="rId73" Type="http://schemas.openxmlformats.org/officeDocument/2006/relationships/customXml" Target="../ink/ink1239.xml"/><Relationship Id="rId94" Type="http://schemas.openxmlformats.org/officeDocument/2006/relationships/image" Target="../media/image1199.png"/><Relationship Id="rId148" Type="http://schemas.openxmlformats.org/officeDocument/2006/relationships/image" Target="../media/image1226.png"/><Relationship Id="rId169" Type="http://schemas.openxmlformats.org/officeDocument/2006/relationships/customXml" Target="../ink/ink1287.xml"/><Relationship Id="rId334" Type="http://schemas.openxmlformats.org/officeDocument/2006/relationships/image" Target="../media/image1319.png"/><Relationship Id="rId355" Type="http://schemas.openxmlformats.org/officeDocument/2006/relationships/customXml" Target="../ink/ink1380.xml"/><Relationship Id="rId376" Type="http://schemas.openxmlformats.org/officeDocument/2006/relationships/image" Target="../media/image1340.png"/><Relationship Id="rId397" Type="http://schemas.openxmlformats.org/officeDocument/2006/relationships/customXml" Target="../ink/ink1401.xml"/><Relationship Id="rId4" Type="http://schemas.openxmlformats.org/officeDocument/2006/relationships/image" Target="../media/image1154.png"/><Relationship Id="rId180" Type="http://schemas.openxmlformats.org/officeDocument/2006/relationships/image" Target="../media/image1242.png"/><Relationship Id="rId215" Type="http://schemas.openxmlformats.org/officeDocument/2006/relationships/customXml" Target="../ink/ink1310.xml"/><Relationship Id="rId236" Type="http://schemas.openxmlformats.org/officeDocument/2006/relationships/image" Target="../media/image1270.png"/><Relationship Id="rId257" Type="http://schemas.openxmlformats.org/officeDocument/2006/relationships/customXml" Target="../ink/ink1331.xml"/><Relationship Id="rId278" Type="http://schemas.openxmlformats.org/officeDocument/2006/relationships/image" Target="../media/image1291.png"/><Relationship Id="rId401" Type="http://schemas.openxmlformats.org/officeDocument/2006/relationships/customXml" Target="../ink/ink1403.xml"/><Relationship Id="rId422" Type="http://schemas.openxmlformats.org/officeDocument/2006/relationships/image" Target="../media/image1363.png"/><Relationship Id="rId303" Type="http://schemas.openxmlformats.org/officeDocument/2006/relationships/customXml" Target="../ink/ink1354.xml"/><Relationship Id="rId42" Type="http://schemas.openxmlformats.org/officeDocument/2006/relationships/image" Target="../media/image1173.png"/><Relationship Id="rId84" Type="http://schemas.openxmlformats.org/officeDocument/2006/relationships/image" Target="../media/image1194.png"/><Relationship Id="rId138" Type="http://schemas.openxmlformats.org/officeDocument/2006/relationships/image" Target="../media/image1221.png"/><Relationship Id="rId345" Type="http://schemas.openxmlformats.org/officeDocument/2006/relationships/customXml" Target="../ink/ink1375.xml"/><Relationship Id="rId387" Type="http://schemas.openxmlformats.org/officeDocument/2006/relationships/customXml" Target="../ink/ink1396.xml"/><Relationship Id="rId191" Type="http://schemas.openxmlformats.org/officeDocument/2006/relationships/customXml" Target="../ink/ink1298.xml"/><Relationship Id="rId205" Type="http://schemas.openxmlformats.org/officeDocument/2006/relationships/customXml" Target="../ink/ink1305.xml"/><Relationship Id="rId247" Type="http://schemas.openxmlformats.org/officeDocument/2006/relationships/customXml" Target="../ink/ink1326.xml"/><Relationship Id="rId412" Type="http://schemas.openxmlformats.org/officeDocument/2006/relationships/image" Target="../media/image1358.png"/><Relationship Id="rId107" Type="http://schemas.openxmlformats.org/officeDocument/2006/relationships/customXml" Target="../ink/ink1256.xml"/><Relationship Id="rId289" Type="http://schemas.openxmlformats.org/officeDocument/2006/relationships/customXml" Target="../ink/ink1347.xml"/><Relationship Id="rId11" Type="http://schemas.openxmlformats.org/officeDocument/2006/relationships/customXml" Target="../ink/ink1208.xml"/><Relationship Id="rId53" Type="http://schemas.openxmlformats.org/officeDocument/2006/relationships/customXml" Target="../ink/ink1229.xml"/><Relationship Id="rId149" Type="http://schemas.openxmlformats.org/officeDocument/2006/relationships/customXml" Target="../ink/ink1277.xml"/><Relationship Id="rId314" Type="http://schemas.openxmlformats.org/officeDocument/2006/relationships/image" Target="../media/image1309.png"/><Relationship Id="rId356" Type="http://schemas.openxmlformats.org/officeDocument/2006/relationships/image" Target="../media/image1330.png"/><Relationship Id="rId398" Type="http://schemas.openxmlformats.org/officeDocument/2006/relationships/image" Target="../media/image1351.png"/><Relationship Id="rId95" Type="http://schemas.openxmlformats.org/officeDocument/2006/relationships/customXml" Target="../ink/ink1250.xml"/><Relationship Id="rId160" Type="http://schemas.openxmlformats.org/officeDocument/2006/relationships/image" Target="../media/image1232.png"/><Relationship Id="rId216" Type="http://schemas.openxmlformats.org/officeDocument/2006/relationships/image" Target="../media/image1260.png"/><Relationship Id="rId258" Type="http://schemas.openxmlformats.org/officeDocument/2006/relationships/image" Target="../media/image1281.png"/><Relationship Id="rId22" Type="http://schemas.openxmlformats.org/officeDocument/2006/relationships/image" Target="../media/image1163.png"/><Relationship Id="rId64" Type="http://schemas.openxmlformats.org/officeDocument/2006/relationships/image" Target="../media/image1184.png"/><Relationship Id="rId118" Type="http://schemas.openxmlformats.org/officeDocument/2006/relationships/image" Target="../media/image1211.png"/><Relationship Id="rId325" Type="http://schemas.openxmlformats.org/officeDocument/2006/relationships/customXml" Target="../ink/ink1365.xml"/><Relationship Id="rId367" Type="http://schemas.openxmlformats.org/officeDocument/2006/relationships/customXml" Target="../ink/ink1386.xml"/><Relationship Id="rId171" Type="http://schemas.openxmlformats.org/officeDocument/2006/relationships/customXml" Target="../ink/ink1288.xml"/><Relationship Id="rId227" Type="http://schemas.openxmlformats.org/officeDocument/2006/relationships/customXml" Target="../ink/ink1316.xml"/><Relationship Id="rId269" Type="http://schemas.openxmlformats.org/officeDocument/2006/relationships/customXml" Target="../ink/ink1337.xml"/><Relationship Id="rId33" Type="http://schemas.openxmlformats.org/officeDocument/2006/relationships/customXml" Target="../ink/ink1219.xml"/><Relationship Id="rId129" Type="http://schemas.openxmlformats.org/officeDocument/2006/relationships/customXml" Target="../ink/ink1267.xml"/><Relationship Id="rId280" Type="http://schemas.openxmlformats.org/officeDocument/2006/relationships/image" Target="../media/image1292.png"/><Relationship Id="rId336" Type="http://schemas.openxmlformats.org/officeDocument/2006/relationships/image" Target="../media/image1320.png"/><Relationship Id="rId75" Type="http://schemas.openxmlformats.org/officeDocument/2006/relationships/customXml" Target="../ink/ink1240.xml"/><Relationship Id="rId140" Type="http://schemas.openxmlformats.org/officeDocument/2006/relationships/image" Target="../media/image1222.png"/><Relationship Id="rId182" Type="http://schemas.openxmlformats.org/officeDocument/2006/relationships/image" Target="../media/image1243.png"/><Relationship Id="rId378" Type="http://schemas.openxmlformats.org/officeDocument/2006/relationships/image" Target="../media/image1341.png"/><Relationship Id="rId403" Type="http://schemas.openxmlformats.org/officeDocument/2006/relationships/customXml" Target="../ink/ink1404.xml"/><Relationship Id="rId6" Type="http://schemas.openxmlformats.org/officeDocument/2006/relationships/image" Target="../media/image1155.png"/><Relationship Id="rId238" Type="http://schemas.openxmlformats.org/officeDocument/2006/relationships/image" Target="../media/image1271.png"/><Relationship Id="rId291" Type="http://schemas.openxmlformats.org/officeDocument/2006/relationships/customXml" Target="../ink/ink1348.xml"/><Relationship Id="rId305" Type="http://schemas.openxmlformats.org/officeDocument/2006/relationships/customXml" Target="../ink/ink1355.xml"/><Relationship Id="rId347" Type="http://schemas.openxmlformats.org/officeDocument/2006/relationships/customXml" Target="../ink/ink1376.xml"/><Relationship Id="rId44" Type="http://schemas.openxmlformats.org/officeDocument/2006/relationships/image" Target="../media/image1174.png"/><Relationship Id="rId86" Type="http://schemas.openxmlformats.org/officeDocument/2006/relationships/image" Target="../media/image1195.png"/><Relationship Id="rId151" Type="http://schemas.openxmlformats.org/officeDocument/2006/relationships/customXml" Target="../ink/ink1278.xml"/><Relationship Id="rId389" Type="http://schemas.openxmlformats.org/officeDocument/2006/relationships/customXml" Target="../ink/ink1397.xml"/><Relationship Id="rId193" Type="http://schemas.openxmlformats.org/officeDocument/2006/relationships/customXml" Target="../ink/ink1299.xml"/><Relationship Id="rId207" Type="http://schemas.openxmlformats.org/officeDocument/2006/relationships/customXml" Target="../ink/ink1306.xml"/><Relationship Id="rId249" Type="http://schemas.openxmlformats.org/officeDocument/2006/relationships/customXml" Target="../ink/ink1327.xml"/><Relationship Id="rId414" Type="http://schemas.openxmlformats.org/officeDocument/2006/relationships/image" Target="../media/image1359.png"/><Relationship Id="rId13" Type="http://schemas.openxmlformats.org/officeDocument/2006/relationships/customXml" Target="../ink/ink1209.xml"/><Relationship Id="rId109" Type="http://schemas.openxmlformats.org/officeDocument/2006/relationships/customXml" Target="../ink/ink1257.xml"/><Relationship Id="rId260" Type="http://schemas.openxmlformats.org/officeDocument/2006/relationships/image" Target="../media/image1282.png"/><Relationship Id="rId316" Type="http://schemas.openxmlformats.org/officeDocument/2006/relationships/image" Target="../media/image1310.png"/><Relationship Id="rId55" Type="http://schemas.openxmlformats.org/officeDocument/2006/relationships/customXml" Target="../ink/ink1230.xml"/><Relationship Id="rId97" Type="http://schemas.openxmlformats.org/officeDocument/2006/relationships/customXml" Target="../ink/ink1251.xml"/><Relationship Id="rId120" Type="http://schemas.openxmlformats.org/officeDocument/2006/relationships/image" Target="../media/image1212.png"/><Relationship Id="rId358" Type="http://schemas.openxmlformats.org/officeDocument/2006/relationships/image" Target="../media/image1331.png"/><Relationship Id="rId162" Type="http://schemas.openxmlformats.org/officeDocument/2006/relationships/image" Target="../media/image1233.png"/><Relationship Id="rId218" Type="http://schemas.openxmlformats.org/officeDocument/2006/relationships/image" Target="../media/image1261.png"/><Relationship Id="rId271" Type="http://schemas.openxmlformats.org/officeDocument/2006/relationships/customXml" Target="../ink/ink1338.xml"/><Relationship Id="rId24" Type="http://schemas.openxmlformats.org/officeDocument/2006/relationships/image" Target="../media/image1164.png"/><Relationship Id="rId66" Type="http://schemas.openxmlformats.org/officeDocument/2006/relationships/image" Target="../media/image1185.png"/><Relationship Id="rId131" Type="http://schemas.openxmlformats.org/officeDocument/2006/relationships/customXml" Target="../ink/ink1268.xml"/><Relationship Id="rId327" Type="http://schemas.openxmlformats.org/officeDocument/2006/relationships/customXml" Target="../ink/ink1366.xml"/><Relationship Id="rId369" Type="http://schemas.openxmlformats.org/officeDocument/2006/relationships/customXml" Target="../ink/ink1387.xml"/><Relationship Id="rId173" Type="http://schemas.openxmlformats.org/officeDocument/2006/relationships/customXml" Target="../ink/ink1289.xml"/><Relationship Id="rId229" Type="http://schemas.openxmlformats.org/officeDocument/2006/relationships/customXml" Target="../ink/ink1317.xml"/><Relationship Id="rId380" Type="http://schemas.openxmlformats.org/officeDocument/2006/relationships/image" Target="../media/image1342.png"/><Relationship Id="rId240" Type="http://schemas.openxmlformats.org/officeDocument/2006/relationships/image" Target="../media/image1272.png"/><Relationship Id="rId35" Type="http://schemas.openxmlformats.org/officeDocument/2006/relationships/customXml" Target="../ink/ink1220.xml"/><Relationship Id="rId77" Type="http://schemas.openxmlformats.org/officeDocument/2006/relationships/customXml" Target="../ink/ink1241.xml"/><Relationship Id="rId100" Type="http://schemas.openxmlformats.org/officeDocument/2006/relationships/image" Target="../media/image1202.png"/><Relationship Id="rId282" Type="http://schemas.openxmlformats.org/officeDocument/2006/relationships/image" Target="../media/image1293.png"/><Relationship Id="rId338" Type="http://schemas.openxmlformats.org/officeDocument/2006/relationships/image" Target="../media/image1321.png"/><Relationship Id="rId8" Type="http://schemas.openxmlformats.org/officeDocument/2006/relationships/image" Target="../media/image1156.png"/><Relationship Id="rId142" Type="http://schemas.openxmlformats.org/officeDocument/2006/relationships/image" Target="../media/image1223.png"/><Relationship Id="rId184" Type="http://schemas.openxmlformats.org/officeDocument/2006/relationships/image" Target="../media/image1244.png"/><Relationship Id="rId391" Type="http://schemas.openxmlformats.org/officeDocument/2006/relationships/customXml" Target="../ink/ink1398.xml"/><Relationship Id="rId405" Type="http://schemas.openxmlformats.org/officeDocument/2006/relationships/customXml" Target="../ink/ink1405.xml"/><Relationship Id="rId251" Type="http://schemas.openxmlformats.org/officeDocument/2006/relationships/customXml" Target="../ink/ink1328.xml"/><Relationship Id="rId46" Type="http://schemas.openxmlformats.org/officeDocument/2006/relationships/image" Target="../media/image1175.png"/><Relationship Id="rId293" Type="http://schemas.openxmlformats.org/officeDocument/2006/relationships/customXml" Target="../ink/ink1349.xml"/><Relationship Id="rId307" Type="http://schemas.openxmlformats.org/officeDocument/2006/relationships/customXml" Target="../ink/ink1356.xml"/><Relationship Id="rId349" Type="http://schemas.openxmlformats.org/officeDocument/2006/relationships/customXml" Target="../ink/ink1377.xml"/><Relationship Id="rId88" Type="http://schemas.openxmlformats.org/officeDocument/2006/relationships/image" Target="../media/image1196.png"/><Relationship Id="rId111" Type="http://schemas.openxmlformats.org/officeDocument/2006/relationships/customXml" Target="../ink/ink1258.xml"/><Relationship Id="rId153" Type="http://schemas.openxmlformats.org/officeDocument/2006/relationships/customXml" Target="../ink/ink1279.xml"/><Relationship Id="rId195" Type="http://schemas.openxmlformats.org/officeDocument/2006/relationships/customXml" Target="../ink/ink1300.xml"/><Relationship Id="rId209" Type="http://schemas.openxmlformats.org/officeDocument/2006/relationships/customXml" Target="../ink/ink1307.xml"/><Relationship Id="rId360" Type="http://schemas.openxmlformats.org/officeDocument/2006/relationships/image" Target="../media/image1332.png"/><Relationship Id="rId416" Type="http://schemas.openxmlformats.org/officeDocument/2006/relationships/image" Target="../media/image1360.png"/><Relationship Id="rId220" Type="http://schemas.openxmlformats.org/officeDocument/2006/relationships/image" Target="../media/image1262.png"/><Relationship Id="rId15" Type="http://schemas.openxmlformats.org/officeDocument/2006/relationships/customXml" Target="../ink/ink1210.xml"/><Relationship Id="rId57" Type="http://schemas.openxmlformats.org/officeDocument/2006/relationships/customXml" Target="../ink/ink1231.xml"/><Relationship Id="rId262" Type="http://schemas.openxmlformats.org/officeDocument/2006/relationships/image" Target="../media/image1283.png"/><Relationship Id="rId318" Type="http://schemas.openxmlformats.org/officeDocument/2006/relationships/image" Target="../media/image1311.png"/><Relationship Id="rId99" Type="http://schemas.openxmlformats.org/officeDocument/2006/relationships/customXml" Target="../ink/ink1252.xml"/><Relationship Id="rId122" Type="http://schemas.openxmlformats.org/officeDocument/2006/relationships/image" Target="../media/image1213.png"/><Relationship Id="rId164" Type="http://schemas.openxmlformats.org/officeDocument/2006/relationships/image" Target="../media/image1234.png"/><Relationship Id="rId371" Type="http://schemas.openxmlformats.org/officeDocument/2006/relationships/customXml" Target="../ink/ink1388.xml"/><Relationship Id="rId26" Type="http://schemas.openxmlformats.org/officeDocument/2006/relationships/image" Target="../media/image1165.png"/><Relationship Id="rId231" Type="http://schemas.openxmlformats.org/officeDocument/2006/relationships/customXml" Target="../ink/ink1318.xml"/><Relationship Id="rId273" Type="http://schemas.openxmlformats.org/officeDocument/2006/relationships/customXml" Target="../ink/ink1339.xml"/><Relationship Id="rId329" Type="http://schemas.openxmlformats.org/officeDocument/2006/relationships/customXml" Target="../ink/ink1367.xml"/><Relationship Id="rId68" Type="http://schemas.openxmlformats.org/officeDocument/2006/relationships/image" Target="../media/image1186.png"/><Relationship Id="rId133" Type="http://schemas.openxmlformats.org/officeDocument/2006/relationships/customXml" Target="../ink/ink1269.xml"/><Relationship Id="rId175" Type="http://schemas.openxmlformats.org/officeDocument/2006/relationships/customXml" Target="../ink/ink1290.xml"/><Relationship Id="rId340" Type="http://schemas.openxmlformats.org/officeDocument/2006/relationships/image" Target="../media/image1322.png"/><Relationship Id="rId200" Type="http://schemas.openxmlformats.org/officeDocument/2006/relationships/image" Target="../media/image1252.png"/><Relationship Id="rId382" Type="http://schemas.openxmlformats.org/officeDocument/2006/relationships/image" Target="../media/image1343.png"/><Relationship Id="rId242" Type="http://schemas.openxmlformats.org/officeDocument/2006/relationships/image" Target="../media/image1273.png"/><Relationship Id="rId284" Type="http://schemas.openxmlformats.org/officeDocument/2006/relationships/image" Target="../media/image1294.png"/><Relationship Id="rId37" Type="http://schemas.openxmlformats.org/officeDocument/2006/relationships/customXml" Target="../ink/ink1221.xml"/><Relationship Id="rId79" Type="http://schemas.openxmlformats.org/officeDocument/2006/relationships/customXml" Target="../ink/ink1242.xml"/><Relationship Id="rId102" Type="http://schemas.openxmlformats.org/officeDocument/2006/relationships/image" Target="../media/image1203.png"/><Relationship Id="rId144" Type="http://schemas.openxmlformats.org/officeDocument/2006/relationships/image" Target="../media/image1224.png"/><Relationship Id="rId90" Type="http://schemas.openxmlformats.org/officeDocument/2006/relationships/image" Target="../media/image1197.png"/><Relationship Id="rId186" Type="http://schemas.openxmlformats.org/officeDocument/2006/relationships/image" Target="../media/image1245.png"/><Relationship Id="rId351" Type="http://schemas.openxmlformats.org/officeDocument/2006/relationships/customXml" Target="../ink/ink1378.xml"/><Relationship Id="rId393" Type="http://schemas.openxmlformats.org/officeDocument/2006/relationships/customXml" Target="../ink/ink1399.xml"/><Relationship Id="rId407" Type="http://schemas.openxmlformats.org/officeDocument/2006/relationships/customXml" Target="../ink/ink1406.xml"/><Relationship Id="rId211" Type="http://schemas.openxmlformats.org/officeDocument/2006/relationships/customXml" Target="../ink/ink1308.xml"/><Relationship Id="rId253" Type="http://schemas.openxmlformats.org/officeDocument/2006/relationships/customXml" Target="../ink/ink1329.xml"/><Relationship Id="rId295" Type="http://schemas.openxmlformats.org/officeDocument/2006/relationships/customXml" Target="../ink/ink1350.xml"/><Relationship Id="rId309" Type="http://schemas.openxmlformats.org/officeDocument/2006/relationships/customXml" Target="../ink/ink1357.xml"/><Relationship Id="rId48" Type="http://schemas.openxmlformats.org/officeDocument/2006/relationships/image" Target="../media/image1176.png"/><Relationship Id="rId113" Type="http://schemas.openxmlformats.org/officeDocument/2006/relationships/customXml" Target="../ink/ink1259.xml"/><Relationship Id="rId320" Type="http://schemas.openxmlformats.org/officeDocument/2006/relationships/image" Target="../media/image1312.png"/><Relationship Id="rId155" Type="http://schemas.openxmlformats.org/officeDocument/2006/relationships/customXml" Target="../ink/ink1280.xml"/><Relationship Id="rId197" Type="http://schemas.openxmlformats.org/officeDocument/2006/relationships/customXml" Target="../ink/ink1301.xml"/><Relationship Id="rId362" Type="http://schemas.openxmlformats.org/officeDocument/2006/relationships/image" Target="../media/image1333.png"/><Relationship Id="rId418" Type="http://schemas.openxmlformats.org/officeDocument/2006/relationships/image" Target="../media/image1361.png"/><Relationship Id="rId222" Type="http://schemas.openxmlformats.org/officeDocument/2006/relationships/image" Target="../media/image1263.png"/><Relationship Id="rId264" Type="http://schemas.openxmlformats.org/officeDocument/2006/relationships/image" Target="../media/image1284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71.xml"/><Relationship Id="rId21" Type="http://schemas.openxmlformats.org/officeDocument/2006/relationships/customXml" Target="../ink/ink1423.xml"/><Relationship Id="rId42" Type="http://schemas.openxmlformats.org/officeDocument/2006/relationships/image" Target="../media/image11421.png"/><Relationship Id="rId63" Type="http://schemas.openxmlformats.org/officeDocument/2006/relationships/customXml" Target="../ink/ink1444.xml"/><Relationship Id="rId84" Type="http://schemas.openxmlformats.org/officeDocument/2006/relationships/image" Target="../media/image11631.png"/><Relationship Id="rId138" Type="http://schemas.openxmlformats.org/officeDocument/2006/relationships/image" Target="../media/image1387.png"/><Relationship Id="rId159" Type="http://schemas.openxmlformats.org/officeDocument/2006/relationships/customXml" Target="../ink/ink1492.xml"/><Relationship Id="rId107" Type="http://schemas.openxmlformats.org/officeDocument/2006/relationships/customXml" Target="../ink/ink1466.xml"/><Relationship Id="rId11" Type="http://schemas.openxmlformats.org/officeDocument/2006/relationships/customXml" Target="../ink/ink1418.xml"/><Relationship Id="rId32" Type="http://schemas.openxmlformats.org/officeDocument/2006/relationships/image" Target="../media/image11371.png"/><Relationship Id="rId53" Type="http://schemas.openxmlformats.org/officeDocument/2006/relationships/customXml" Target="../ink/ink1439.xml"/><Relationship Id="rId74" Type="http://schemas.openxmlformats.org/officeDocument/2006/relationships/image" Target="../media/image11581.png"/><Relationship Id="rId128" Type="http://schemas.openxmlformats.org/officeDocument/2006/relationships/image" Target="../media/image1382.png"/><Relationship Id="rId149" Type="http://schemas.openxmlformats.org/officeDocument/2006/relationships/customXml" Target="../ink/ink1487.xml"/><Relationship Id="rId5" Type="http://schemas.openxmlformats.org/officeDocument/2006/relationships/customXml" Target="../ink/ink1415.xml"/><Relationship Id="rId95" Type="http://schemas.openxmlformats.org/officeDocument/2006/relationships/customXml" Target="../ink/ink1460.xml"/><Relationship Id="rId160" Type="http://schemas.openxmlformats.org/officeDocument/2006/relationships/image" Target="../media/image1398.png"/><Relationship Id="rId22" Type="http://schemas.openxmlformats.org/officeDocument/2006/relationships/image" Target="../media/image11321.png"/><Relationship Id="rId43" Type="http://schemas.openxmlformats.org/officeDocument/2006/relationships/customXml" Target="../ink/ink1434.xml"/><Relationship Id="rId64" Type="http://schemas.openxmlformats.org/officeDocument/2006/relationships/image" Target="../media/image11531.png"/><Relationship Id="rId118" Type="http://schemas.openxmlformats.org/officeDocument/2006/relationships/image" Target="../media/image1377.png"/><Relationship Id="rId139" Type="http://schemas.openxmlformats.org/officeDocument/2006/relationships/customXml" Target="../ink/ink1482.xml"/><Relationship Id="rId85" Type="http://schemas.openxmlformats.org/officeDocument/2006/relationships/customXml" Target="../ink/ink1455.xml"/><Relationship Id="rId150" Type="http://schemas.openxmlformats.org/officeDocument/2006/relationships/image" Target="../media/image1393.png"/><Relationship Id="rId12" Type="http://schemas.openxmlformats.org/officeDocument/2006/relationships/image" Target="../media/image11271.png"/><Relationship Id="rId17" Type="http://schemas.openxmlformats.org/officeDocument/2006/relationships/customXml" Target="../ink/ink1421.xml"/><Relationship Id="rId33" Type="http://schemas.openxmlformats.org/officeDocument/2006/relationships/customXml" Target="../ink/ink1429.xml"/><Relationship Id="rId38" Type="http://schemas.openxmlformats.org/officeDocument/2006/relationships/image" Target="../media/image11401.png"/><Relationship Id="rId59" Type="http://schemas.openxmlformats.org/officeDocument/2006/relationships/customXml" Target="../ink/ink1442.xml"/><Relationship Id="rId103" Type="http://schemas.openxmlformats.org/officeDocument/2006/relationships/customXml" Target="../ink/ink1464.xml"/><Relationship Id="rId108" Type="http://schemas.openxmlformats.org/officeDocument/2006/relationships/image" Target="../media/image1372.png"/><Relationship Id="rId124" Type="http://schemas.openxmlformats.org/officeDocument/2006/relationships/image" Target="../media/image1380.png"/><Relationship Id="rId129" Type="http://schemas.openxmlformats.org/officeDocument/2006/relationships/customXml" Target="../ink/ink1477.xml"/><Relationship Id="rId54" Type="http://schemas.openxmlformats.org/officeDocument/2006/relationships/image" Target="../media/image11481.png"/><Relationship Id="rId70" Type="http://schemas.openxmlformats.org/officeDocument/2006/relationships/image" Target="../media/image11561.png"/><Relationship Id="rId75" Type="http://schemas.openxmlformats.org/officeDocument/2006/relationships/customXml" Target="../ink/ink1450.xml"/><Relationship Id="rId91" Type="http://schemas.openxmlformats.org/officeDocument/2006/relationships/customXml" Target="../ink/ink1458.xml"/><Relationship Id="rId96" Type="http://schemas.openxmlformats.org/officeDocument/2006/relationships/image" Target="../media/image1366.png"/><Relationship Id="rId140" Type="http://schemas.openxmlformats.org/officeDocument/2006/relationships/image" Target="../media/image1388.png"/><Relationship Id="rId145" Type="http://schemas.openxmlformats.org/officeDocument/2006/relationships/customXml" Target="../ink/ink1485.xml"/><Relationship Id="rId161" Type="http://schemas.openxmlformats.org/officeDocument/2006/relationships/customXml" Target="../ink/ink14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41.png"/><Relationship Id="rId23" Type="http://schemas.openxmlformats.org/officeDocument/2006/relationships/customXml" Target="../ink/ink1424.xml"/><Relationship Id="rId28" Type="http://schemas.openxmlformats.org/officeDocument/2006/relationships/image" Target="../media/image11351.png"/><Relationship Id="rId49" Type="http://schemas.openxmlformats.org/officeDocument/2006/relationships/customXml" Target="../ink/ink1437.xml"/><Relationship Id="rId114" Type="http://schemas.openxmlformats.org/officeDocument/2006/relationships/image" Target="../media/image1375.png"/><Relationship Id="rId119" Type="http://schemas.openxmlformats.org/officeDocument/2006/relationships/customXml" Target="../ink/ink1472.xml"/><Relationship Id="rId44" Type="http://schemas.openxmlformats.org/officeDocument/2006/relationships/image" Target="../media/image11431.png"/><Relationship Id="rId60" Type="http://schemas.openxmlformats.org/officeDocument/2006/relationships/image" Target="../media/image11511.png"/><Relationship Id="rId65" Type="http://schemas.openxmlformats.org/officeDocument/2006/relationships/customXml" Target="../ink/ink1445.xml"/><Relationship Id="rId81" Type="http://schemas.openxmlformats.org/officeDocument/2006/relationships/customXml" Target="../ink/ink1453.xml"/><Relationship Id="rId86" Type="http://schemas.openxmlformats.org/officeDocument/2006/relationships/image" Target="../media/image11641.png"/><Relationship Id="rId130" Type="http://schemas.openxmlformats.org/officeDocument/2006/relationships/image" Target="../media/image1383.png"/><Relationship Id="rId135" Type="http://schemas.openxmlformats.org/officeDocument/2006/relationships/customXml" Target="../ink/ink1480.xml"/><Relationship Id="rId151" Type="http://schemas.openxmlformats.org/officeDocument/2006/relationships/customXml" Target="../ink/ink1488.xml"/><Relationship Id="rId156" Type="http://schemas.openxmlformats.org/officeDocument/2006/relationships/image" Target="../media/image1396.png"/><Relationship Id="rId13" Type="http://schemas.openxmlformats.org/officeDocument/2006/relationships/customXml" Target="../ink/ink1419.xml"/><Relationship Id="rId18" Type="http://schemas.openxmlformats.org/officeDocument/2006/relationships/image" Target="../media/image11301.png"/><Relationship Id="rId39" Type="http://schemas.openxmlformats.org/officeDocument/2006/relationships/customXml" Target="../ink/ink1432.xml"/><Relationship Id="rId109" Type="http://schemas.openxmlformats.org/officeDocument/2006/relationships/customXml" Target="../ink/ink1467.xml"/><Relationship Id="rId34" Type="http://schemas.openxmlformats.org/officeDocument/2006/relationships/image" Target="../media/image11381.png"/><Relationship Id="rId50" Type="http://schemas.openxmlformats.org/officeDocument/2006/relationships/image" Target="../media/image11461.png"/><Relationship Id="rId55" Type="http://schemas.openxmlformats.org/officeDocument/2006/relationships/customXml" Target="../ink/ink1440.xml"/><Relationship Id="rId76" Type="http://schemas.openxmlformats.org/officeDocument/2006/relationships/image" Target="../media/image11591.png"/><Relationship Id="rId97" Type="http://schemas.openxmlformats.org/officeDocument/2006/relationships/customXml" Target="../ink/ink1461.xml"/><Relationship Id="rId104" Type="http://schemas.openxmlformats.org/officeDocument/2006/relationships/image" Target="../media/image1370.png"/><Relationship Id="rId120" Type="http://schemas.openxmlformats.org/officeDocument/2006/relationships/image" Target="../media/image1378.png"/><Relationship Id="rId125" Type="http://schemas.openxmlformats.org/officeDocument/2006/relationships/customXml" Target="../ink/ink1475.xml"/><Relationship Id="rId141" Type="http://schemas.openxmlformats.org/officeDocument/2006/relationships/customXml" Target="../ink/ink1483.xml"/><Relationship Id="rId146" Type="http://schemas.openxmlformats.org/officeDocument/2006/relationships/image" Target="../media/image1391.png"/><Relationship Id="rId7" Type="http://schemas.openxmlformats.org/officeDocument/2006/relationships/customXml" Target="../ink/ink1416.xml"/><Relationship Id="rId71" Type="http://schemas.openxmlformats.org/officeDocument/2006/relationships/customXml" Target="../ink/ink1448.xml"/><Relationship Id="rId92" Type="http://schemas.openxmlformats.org/officeDocument/2006/relationships/image" Target="../media/image11671.png"/><Relationship Id="rId162" Type="http://schemas.openxmlformats.org/officeDocument/2006/relationships/image" Target="../media/image1399.png"/><Relationship Id="rId2" Type="http://schemas.openxmlformats.org/officeDocument/2006/relationships/image" Target="../media/image1364.png"/><Relationship Id="rId29" Type="http://schemas.openxmlformats.org/officeDocument/2006/relationships/customXml" Target="../ink/ink1427.xml"/><Relationship Id="rId24" Type="http://schemas.openxmlformats.org/officeDocument/2006/relationships/image" Target="../media/image11331.png"/><Relationship Id="rId40" Type="http://schemas.openxmlformats.org/officeDocument/2006/relationships/image" Target="../media/image11411.png"/><Relationship Id="rId45" Type="http://schemas.openxmlformats.org/officeDocument/2006/relationships/customXml" Target="../ink/ink1435.xml"/><Relationship Id="rId66" Type="http://schemas.openxmlformats.org/officeDocument/2006/relationships/image" Target="../media/image11541.png"/><Relationship Id="rId87" Type="http://schemas.openxmlformats.org/officeDocument/2006/relationships/customXml" Target="../ink/ink1456.xml"/><Relationship Id="rId110" Type="http://schemas.openxmlformats.org/officeDocument/2006/relationships/image" Target="../media/image1373.png"/><Relationship Id="rId115" Type="http://schemas.openxmlformats.org/officeDocument/2006/relationships/customXml" Target="../ink/ink1470.xml"/><Relationship Id="rId131" Type="http://schemas.openxmlformats.org/officeDocument/2006/relationships/customXml" Target="../ink/ink1478.xml"/><Relationship Id="rId136" Type="http://schemas.openxmlformats.org/officeDocument/2006/relationships/image" Target="../media/image1386.png"/><Relationship Id="rId157" Type="http://schemas.openxmlformats.org/officeDocument/2006/relationships/customXml" Target="../ink/ink1491.xml"/><Relationship Id="rId61" Type="http://schemas.openxmlformats.org/officeDocument/2006/relationships/customXml" Target="../ink/ink1443.xml"/><Relationship Id="rId82" Type="http://schemas.openxmlformats.org/officeDocument/2006/relationships/image" Target="../media/image11621.png"/><Relationship Id="rId152" Type="http://schemas.openxmlformats.org/officeDocument/2006/relationships/image" Target="../media/image1394.png"/><Relationship Id="rId19" Type="http://schemas.openxmlformats.org/officeDocument/2006/relationships/customXml" Target="../ink/ink1422.xml"/><Relationship Id="rId14" Type="http://schemas.openxmlformats.org/officeDocument/2006/relationships/image" Target="../media/image11281.png"/><Relationship Id="rId30" Type="http://schemas.openxmlformats.org/officeDocument/2006/relationships/image" Target="../media/image11361.png"/><Relationship Id="rId35" Type="http://schemas.openxmlformats.org/officeDocument/2006/relationships/customXml" Target="../ink/ink1430.xml"/><Relationship Id="rId56" Type="http://schemas.openxmlformats.org/officeDocument/2006/relationships/image" Target="../media/image11491.png"/><Relationship Id="rId77" Type="http://schemas.openxmlformats.org/officeDocument/2006/relationships/customXml" Target="../ink/ink1451.xml"/><Relationship Id="rId100" Type="http://schemas.openxmlformats.org/officeDocument/2006/relationships/image" Target="../media/image1368.png"/><Relationship Id="rId105" Type="http://schemas.openxmlformats.org/officeDocument/2006/relationships/customXml" Target="../ink/ink1465.xml"/><Relationship Id="rId126" Type="http://schemas.openxmlformats.org/officeDocument/2006/relationships/image" Target="../media/image1381.png"/><Relationship Id="rId147" Type="http://schemas.openxmlformats.org/officeDocument/2006/relationships/customXml" Target="../ink/ink1486.xml"/><Relationship Id="rId8" Type="http://schemas.openxmlformats.org/officeDocument/2006/relationships/image" Target="../media/image11251.png"/><Relationship Id="rId51" Type="http://schemas.openxmlformats.org/officeDocument/2006/relationships/customXml" Target="../ink/ink1438.xml"/><Relationship Id="rId72" Type="http://schemas.openxmlformats.org/officeDocument/2006/relationships/image" Target="../media/image11571.png"/><Relationship Id="rId93" Type="http://schemas.openxmlformats.org/officeDocument/2006/relationships/customXml" Target="../ink/ink1459.xml"/><Relationship Id="rId98" Type="http://schemas.openxmlformats.org/officeDocument/2006/relationships/image" Target="../media/image1367.png"/><Relationship Id="rId121" Type="http://schemas.openxmlformats.org/officeDocument/2006/relationships/customXml" Target="../ink/ink1473.xml"/><Relationship Id="rId142" Type="http://schemas.openxmlformats.org/officeDocument/2006/relationships/image" Target="../media/image1389.png"/><Relationship Id="rId3" Type="http://schemas.openxmlformats.org/officeDocument/2006/relationships/customXml" Target="../ink/ink1414.xml"/><Relationship Id="rId25" Type="http://schemas.openxmlformats.org/officeDocument/2006/relationships/customXml" Target="../ink/ink1425.xml"/><Relationship Id="rId46" Type="http://schemas.openxmlformats.org/officeDocument/2006/relationships/image" Target="../media/image11441.png"/><Relationship Id="rId67" Type="http://schemas.openxmlformats.org/officeDocument/2006/relationships/customXml" Target="../ink/ink1446.xml"/><Relationship Id="rId116" Type="http://schemas.openxmlformats.org/officeDocument/2006/relationships/image" Target="../media/image1376.png"/><Relationship Id="rId137" Type="http://schemas.openxmlformats.org/officeDocument/2006/relationships/customXml" Target="../ink/ink1481.xml"/><Relationship Id="rId158" Type="http://schemas.openxmlformats.org/officeDocument/2006/relationships/image" Target="../media/image1397.png"/><Relationship Id="rId20" Type="http://schemas.openxmlformats.org/officeDocument/2006/relationships/image" Target="../media/image11311.png"/><Relationship Id="rId41" Type="http://schemas.openxmlformats.org/officeDocument/2006/relationships/customXml" Target="../ink/ink1433.xml"/><Relationship Id="rId62" Type="http://schemas.openxmlformats.org/officeDocument/2006/relationships/image" Target="../media/image11521.png"/><Relationship Id="rId83" Type="http://schemas.openxmlformats.org/officeDocument/2006/relationships/customXml" Target="../ink/ink1454.xml"/><Relationship Id="rId88" Type="http://schemas.openxmlformats.org/officeDocument/2006/relationships/image" Target="../media/image11651.png"/><Relationship Id="rId111" Type="http://schemas.openxmlformats.org/officeDocument/2006/relationships/customXml" Target="../ink/ink1468.xml"/><Relationship Id="rId132" Type="http://schemas.openxmlformats.org/officeDocument/2006/relationships/image" Target="../media/image1384.png"/><Relationship Id="rId153" Type="http://schemas.openxmlformats.org/officeDocument/2006/relationships/customXml" Target="../ink/ink1489.xml"/><Relationship Id="rId15" Type="http://schemas.openxmlformats.org/officeDocument/2006/relationships/customXml" Target="../ink/ink1420.xml"/><Relationship Id="rId36" Type="http://schemas.openxmlformats.org/officeDocument/2006/relationships/image" Target="../media/image11391.png"/><Relationship Id="rId57" Type="http://schemas.openxmlformats.org/officeDocument/2006/relationships/customXml" Target="../ink/ink1441.xml"/><Relationship Id="rId106" Type="http://schemas.openxmlformats.org/officeDocument/2006/relationships/image" Target="../media/image1371.png"/><Relationship Id="rId127" Type="http://schemas.openxmlformats.org/officeDocument/2006/relationships/customXml" Target="../ink/ink1476.xml"/><Relationship Id="rId10" Type="http://schemas.openxmlformats.org/officeDocument/2006/relationships/image" Target="../media/image11261.png"/><Relationship Id="rId31" Type="http://schemas.openxmlformats.org/officeDocument/2006/relationships/customXml" Target="../ink/ink1428.xml"/><Relationship Id="rId52" Type="http://schemas.openxmlformats.org/officeDocument/2006/relationships/image" Target="../media/image11471.png"/><Relationship Id="rId73" Type="http://schemas.openxmlformats.org/officeDocument/2006/relationships/customXml" Target="../ink/ink1449.xml"/><Relationship Id="rId78" Type="http://schemas.openxmlformats.org/officeDocument/2006/relationships/image" Target="../media/image11601.png"/><Relationship Id="rId94" Type="http://schemas.openxmlformats.org/officeDocument/2006/relationships/image" Target="../media/image1365.png"/><Relationship Id="rId99" Type="http://schemas.openxmlformats.org/officeDocument/2006/relationships/customXml" Target="../ink/ink1462.xml"/><Relationship Id="rId101" Type="http://schemas.openxmlformats.org/officeDocument/2006/relationships/customXml" Target="../ink/ink1463.xml"/><Relationship Id="rId122" Type="http://schemas.openxmlformats.org/officeDocument/2006/relationships/image" Target="../media/image1379.png"/><Relationship Id="rId143" Type="http://schemas.openxmlformats.org/officeDocument/2006/relationships/customXml" Target="../ink/ink1484.xml"/><Relationship Id="rId148" Type="http://schemas.openxmlformats.org/officeDocument/2006/relationships/image" Target="../media/image1392.png"/><Relationship Id="rId4" Type="http://schemas.openxmlformats.org/officeDocument/2006/relationships/image" Target="../media/image11231.png"/><Relationship Id="rId9" Type="http://schemas.openxmlformats.org/officeDocument/2006/relationships/customXml" Target="../ink/ink1417.xml"/><Relationship Id="rId26" Type="http://schemas.openxmlformats.org/officeDocument/2006/relationships/image" Target="../media/image11341.png"/><Relationship Id="rId47" Type="http://schemas.openxmlformats.org/officeDocument/2006/relationships/customXml" Target="../ink/ink1436.xml"/><Relationship Id="rId68" Type="http://schemas.openxmlformats.org/officeDocument/2006/relationships/image" Target="../media/image11551.png"/><Relationship Id="rId89" Type="http://schemas.openxmlformats.org/officeDocument/2006/relationships/customXml" Target="../ink/ink1457.xml"/><Relationship Id="rId112" Type="http://schemas.openxmlformats.org/officeDocument/2006/relationships/image" Target="../media/image1374.png"/><Relationship Id="rId133" Type="http://schemas.openxmlformats.org/officeDocument/2006/relationships/customXml" Target="../ink/ink1479.xml"/><Relationship Id="rId154" Type="http://schemas.openxmlformats.org/officeDocument/2006/relationships/image" Target="../media/image1395.png"/><Relationship Id="rId16" Type="http://schemas.openxmlformats.org/officeDocument/2006/relationships/image" Target="../media/image11291.png"/><Relationship Id="rId37" Type="http://schemas.openxmlformats.org/officeDocument/2006/relationships/customXml" Target="../ink/ink1431.xml"/><Relationship Id="rId58" Type="http://schemas.openxmlformats.org/officeDocument/2006/relationships/image" Target="../media/image11501.png"/><Relationship Id="rId79" Type="http://schemas.openxmlformats.org/officeDocument/2006/relationships/customXml" Target="../ink/ink1452.xml"/><Relationship Id="rId102" Type="http://schemas.openxmlformats.org/officeDocument/2006/relationships/image" Target="../media/image1369.png"/><Relationship Id="rId123" Type="http://schemas.openxmlformats.org/officeDocument/2006/relationships/customXml" Target="../ink/ink1474.xml"/><Relationship Id="rId144" Type="http://schemas.openxmlformats.org/officeDocument/2006/relationships/image" Target="../media/image1390.png"/><Relationship Id="rId90" Type="http://schemas.openxmlformats.org/officeDocument/2006/relationships/image" Target="../media/image11661.png"/><Relationship Id="rId27" Type="http://schemas.openxmlformats.org/officeDocument/2006/relationships/customXml" Target="../ink/ink1426.xml"/><Relationship Id="rId48" Type="http://schemas.openxmlformats.org/officeDocument/2006/relationships/image" Target="../media/image11451.png"/><Relationship Id="rId69" Type="http://schemas.openxmlformats.org/officeDocument/2006/relationships/customXml" Target="../ink/ink1447.xml"/><Relationship Id="rId113" Type="http://schemas.openxmlformats.org/officeDocument/2006/relationships/customXml" Target="../ink/ink1469.xml"/><Relationship Id="rId134" Type="http://schemas.openxmlformats.org/officeDocument/2006/relationships/image" Target="../media/image1385.png"/><Relationship Id="rId80" Type="http://schemas.openxmlformats.org/officeDocument/2006/relationships/image" Target="../media/image11611.png"/><Relationship Id="rId155" Type="http://schemas.openxmlformats.org/officeDocument/2006/relationships/customXml" Target="../ink/ink1490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56.png"/><Relationship Id="rId21" Type="http://schemas.openxmlformats.org/officeDocument/2006/relationships/image" Target="../media/image1408.png"/><Relationship Id="rId42" Type="http://schemas.openxmlformats.org/officeDocument/2006/relationships/customXml" Target="../ink/ink1514.xml"/><Relationship Id="rId63" Type="http://schemas.openxmlformats.org/officeDocument/2006/relationships/image" Target="../media/image1429.png"/><Relationship Id="rId84" Type="http://schemas.openxmlformats.org/officeDocument/2006/relationships/customXml" Target="../ink/ink1535.xml"/><Relationship Id="rId138" Type="http://schemas.openxmlformats.org/officeDocument/2006/relationships/customXml" Target="../ink/ink1562.xml"/><Relationship Id="rId159" Type="http://schemas.openxmlformats.org/officeDocument/2006/relationships/image" Target="../media/image1477.png"/><Relationship Id="rId107" Type="http://schemas.openxmlformats.org/officeDocument/2006/relationships/image" Target="../media/image1451.png"/><Relationship Id="rId11" Type="http://schemas.openxmlformats.org/officeDocument/2006/relationships/image" Target="../media/image1404.png"/><Relationship Id="rId32" Type="http://schemas.openxmlformats.org/officeDocument/2006/relationships/customXml" Target="../ink/ink1509.xml"/><Relationship Id="rId53" Type="http://schemas.openxmlformats.org/officeDocument/2006/relationships/image" Target="../media/image1424.png"/><Relationship Id="rId74" Type="http://schemas.openxmlformats.org/officeDocument/2006/relationships/customXml" Target="../ink/ink1530.xml"/><Relationship Id="rId128" Type="http://schemas.openxmlformats.org/officeDocument/2006/relationships/customXml" Target="../ink/ink1557.xml"/><Relationship Id="rId149" Type="http://schemas.openxmlformats.org/officeDocument/2006/relationships/image" Target="../media/image1472.png"/><Relationship Id="rId5" Type="http://schemas.openxmlformats.org/officeDocument/2006/relationships/image" Target="../media/image1401.png"/><Relationship Id="rId95" Type="http://schemas.openxmlformats.org/officeDocument/2006/relationships/image" Target="../media/image1445.png"/><Relationship Id="rId160" Type="http://schemas.openxmlformats.org/officeDocument/2006/relationships/customXml" Target="../ink/ink1573.xml"/><Relationship Id="rId22" Type="http://schemas.openxmlformats.org/officeDocument/2006/relationships/customXml" Target="../ink/ink1504.xml"/><Relationship Id="rId43" Type="http://schemas.openxmlformats.org/officeDocument/2006/relationships/image" Target="../media/image1419.png"/><Relationship Id="rId64" Type="http://schemas.openxmlformats.org/officeDocument/2006/relationships/customXml" Target="../ink/ink1525.xml"/><Relationship Id="rId118" Type="http://schemas.openxmlformats.org/officeDocument/2006/relationships/customXml" Target="../ink/ink1552.xml"/><Relationship Id="rId139" Type="http://schemas.openxmlformats.org/officeDocument/2006/relationships/image" Target="../media/image1467.png"/><Relationship Id="rId85" Type="http://schemas.openxmlformats.org/officeDocument/2006/relationships/image" Target="../media/image1440.png"/><Relationship Id="rId150" Type="http://schemas.openxmlformats.org/officeDocument/2006/relationships/customXml" Target="../ink/ink1568.xml"/><Relationship Id="rId12" Type="http://schemas.openxmlformats.org/officeDocument/2006/relationships/customXml" Target="../ink/ink1499.xml"/><Relationship Id="rId17" Type="http://schemas.openxmlformats.org/officeDocument/2006/relationships/image" Target="../media/image1407.png"/><Relationship Id="rId33" Type="http://schemas.openxmlformats.org/officeDocument/2006/relationships/image" Target="../media/image1414.png"/><Relationship Id="rId38" Type="http://schemas.openxmlformats.org/officeDocument/2006/relationships/customXml" Target="../ink/ink1512.xml"/><Relationship Id="rId59" Type="http://schemas.openxmlformats.org/officeDocument/2006/relationships/image" Target="../media/image1427.png"/><Relationship Id="rId103" Type="http://schemas.openxmlformats.org/officeDocument/2006/relationships/image" Target="../media/image1449.png"/><Relationship Id="rId108" Type="http://schemas.openxmlformats.org/officeDocument/2006/relationships/customXml" Target="../ink/ink1547.xml"/><Relationship Id="rId124" Type="http://schemas.openxmlformats.org/officeDocument/2006/relationships/customXml" Target="../ink/ink1555.xml"/><Relationship Id="rId129" Type="http://schemas.openxmlformats.org/officeDocument/2006/relationships/image" Target="../media/image1462.png"/><Relationship Id="rId54" Type="http://schemas.openxmlformats.org/officeDocument/2006/relationships/customXml" Target="../ink/ink1520.xml"/><Relationship Id="rId70" Type="http://schemas.openxmlformats.org/officeDocument/2006/relationships/customXml" Target="../ink/ink1528.xml"/><Relationship Id="rId75" Type="http://schemas.openxmlformats.org/officeDocument/2006/relationships/image" Target="../media/image1435.png"/><Relationship Id="rId91" Type="http://schemas.openxmlformats.org/officeDocument/2006/relationships/image" Target="../media/image1443.png"/><Relationship Id="rId96" Type="http://schemas.openxmlformats.org/officeDocument/2006/relationships/customXml" Target="../ink/ink1541.xml"/><Relationship Id="rId140" Type="http://schemas.openxmlformats.org/officeDocument/2006/relationships/customXml" Target="../ink/ink1563.xml"/><Relationship Id="rId145" Type="http://schemas.openxmlformats.org/officeDocument/2006/relationships/image" Target="../media/image1470.png"/><Relationship Id="rId161" Type="http://schemas.openxmlformats.org/officeDocument/2006/relationships/image" Target="../media/image147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96.xml"/><Relationship Id="rId23" Type="http://schemas.openxmlformats.org/officeDocument/2006/relationships/image" Target="../media/image1409.png"/><Relationship Id="rId28" Type="http://schemas.openxmlformats.org/officeDocument/2006/relationships/customXml" Target="../ink/ink1507.xml"/><Relationship Id="rId49" Type="http://schemas.openxmlformats.org/officeDocument/2006/relationships/image" Target="../media/image1422.png"/><Relationship Id="rId114" Type="http://schemas.openxmlformats.org/officeDocument/2006/relationships/customXml" Target="../ink/ink1550.xml"/><Relationship Id="rId119" Type="http://schemas.openxmlformats.org/officeDocument/2006/relationships/image" Target="../media/image1457.png"/><Relationship Id="rId44" Type="http://schemas.openxmlformats.org/officeDocument/2006/relationships/customXml" Target="../ink/ink1515.xml"/><Relationship Id="rId60" Type="http://schemas.openxmlformats.org/officeDocument/2006/relationships/customXml" Target="../ink/ink1523.xml"/><Relationship Id="rId65" Type="http://schemas.openxmlformats.org/officeDocument/2006/relationships/image" Target="../media/image1430.png"/><Relationship Id="rId81" Type="http://schemas.openxmlformats.org/officeDocument/2006/relationships/image" Target="../media/image1438.png"/><Relationship Id="rId86" Type="http://schemas.openxmlformats.org/officeDocument/2006/relationships/customXml" Target="../ink/ink1536.xml"/><Relationship Id="rId130" Type="http://schemas.openxmlformats.org/officeDocument/2006/relationships/customXml" Target="../ink/ink1558.xml"/><Relationship Id="rId135" Type="http://schemas.openxmlformats.org/officeDocument/2006/relationships/image" Target="../media/image1465.png"/><Relationship Id="rId151" Type="http://schemas.openxmlformats.org/officeDocument/2006/relationships/image" Target="../media/image1473.png"/><Relationship Id="rId156" Type="http://schemas.openxmlformats.org/officeDocument/2006/relationships/customXml" Target="../ink/ink1571.xml"/><Relationship Id="rId13" Type="http://schemas.openxmlformats.org/officeDocument/2006/relationships/image" Target="../media/image1405.png"/><Relationship Id="rId18" Type="http://schemas.openxmlformats.org/officeDocument/2006/relationships/customXml" Target="../ink/ink1502.xml"/><Relationship Id="rId39" Type="http://schemas.openxmlformats.org/officeDocument/2006/relationships/image" Target="../media/image1417.png"/><Relationship Id="rId109" Type="http://schemas.openxmlformats.org/officeDocument/2006/relationships/image" Target="../media/image1452.png"/><Relationship Id="rId34" Type="http://schemas.openxmlformats.org/officeDocument/2006/relationships/customXml" Target="../ink/ink1510.xml"/><Relationship Id="rId50" Type="http://schemas.openxmlformats.org/officeDocument/2006/relationships/customXml" Target="../ink/ink1518.xml"/><Relationship Id="rId55" Type="http://schemas.openxmlformats.org/officeDocument/2006/relationships/image" Target="../media/image1425.png"/><Relationship Id="rId76" Type="http://schemas.openxmlformats.org/officeDocument/2006/relationships/customXml" Target="../ink/ink1531.xml"/><Relationship Id="rId97" Type="http://schemas.openxmlformats.org/officeDocument/2006/relationships/image" Target="../media/image1446.png"/><Relationship Id="rId104" Type="http://schemas.openxmlformats.org/officeDocument/2006/relationships/customXml" Target="../ink/ink1545.xml"/><Relationship Id="rId120" Type="http://schemas.openxmlformats.org/officeDocument/2006/relationships/customXml" Target="../ink/ink1553.xml"/><Relationship Id="rId125" Type="http://schemas.openxmlformats.org/officeDocument/2006/relationships/image" Target="../media/image1460.png"/><Relationship Id="rId141" Type="http://schemas.openxmlformats.org/officeDocument/2006/relationships/image" Target="../media/image1468.png"/><Relationship Id="rId146" Type="http://schemas.openxmlformats.org/officeDocument/2006/relationships/customXml" Target="../ink/ink1566.xml"/><Relationship Id="rId7" Type="http://schemas.openxmlformats.org/officeDocument/2006/relationships/image" Target="../media/image1402.png"/><Relationship Id="rId71" Type="http://schemas.openxmlformats.org/officeDocument/2006/relationships/image" Target="../media/image1433.png"/><Relationship Id="rId92" Type="http://schemas.openxmlformats.org/officeDocument/2006/relationships/customXml" Target="../ink/ink1539.xml"/><Relationship Id="rId162" Type="http://schemas.openxmlformats.org/officeDocument/2006/relationships/customXml" Target="../ink/ink1574.xml"/><Relationship Id="rId2" Type="http://schemas.openxmlformats.org/officeDocument/2006/relationships/customXml" Target="../ink/ink1494.xml"/><Relationship Id="rId29" Type="http://schemas.openxmlformats.org/officeDocument/2006/relationships/image" Target="../media/image1412.png"/><Relationship Id="rId24" Type="http://schemas.openxmlformats.org/officeDocument/2006/relationships/customXml" Target="../ink/ink1505.xml"/><Relationship Id="rId40" Type="http://schemas.openxmlformats.org/officeDocument/2006/relationships/customXml" Target="../ink/ink1513.xml"/><Relationship Id="rId45" Type="http://schemas.openxmlformats.org/officeDocument/2006/relationships/image" Target="../media/image1420.png"/><Relationship Id="rId66" Type="http://schemas.openxmlformats.org/officeDocument/2006/relationships/customXml" Target="../ink/ink1526.xml"/><Relationship Id="rId87" Type="http://schemas.openxmlformats.org/officeDocument/2006/relationships/image" Target="../media/image1441.png"/><Relationship Id="rId110" Type="http://schemas.openxmlformats.org/officeDocument/2006/relationships/customXml" Target="../ink/ink1548.xml"/><Relationship Id="rId115" Type="http://schemas.openxmlformats.org/officeDocument/2006/relationships/image" Target="../media/image1455.png"/><Relationship Id="rId131" Type="http://schemas.openxmlformats.org/officeDocument/2006/relationships/image" Target="../media/image1463.png"/><Relationship Id="rId136" Type="http://schemas.openxmlformats.org/officeDocument/2006/relationships/customXml" Target="../ink/ink1561.xml"/><Relationship Id="rId157" Type="http://schemas.openxmlformats.org/officeDocument/2006/relationships/image" Target="../media/image1476.png"/><Relationship Id="rId61" Type="http://schemas.openxmlformats.org/officeDocument/2006/relationships/image" Target="../media/image1428.png"/><Relationship Id="rId82" Type="http://schemas.openxmlformats.org/officeDocument/2006/relationships/customXml" Target="../ink/ink1534.xml"/><Relationship Id="rId152" Type="http://schemas.openxmlformats.org/officeDocument/2006/relationships/customXml" Target="../ink/ink1569.xml"/><Relationship Id="rId19" Type="http://schemas.openxmlformats.org/officeDocument/2006/relationships/image" Target="../media/image135.png"/><Relationship Id="rId14" Type="http://schemas.openxmlformats.org/officeDocument/2006/relationships/customXml" Target="../ink/ink1500.xml"/><Relationship Id="rId30" Type="http://schemas.openxmlformats.org/officeDocument/2006/relationships/customXml" Target="../ink/ink1508.xml"/><Relationship Id="rId35" Type="http://schemas.openxmlformats.org/officeDocument/2006/relationships/image" Target="../media/image1415.png"/><Relationship Id="rId56" Type="http://schemas.openxmlformats.org/officeDocument/2006/relationships/customXml" Target="../ink/ink1521.xml"/><Relationship Id="rId77" Type="http://schemas.openxmlformats.org/officeDocument/2006/relationships/image" Target="../media/image1436.png"/><Relationship Id="rId100" Type="http://schemas.openxmlformats.org/officeDocument/2006/relationships/customXml" Target="../ink/ink1543.xml"/><Relationship Id="rId105" Type="http://schemas.openxmlformats.org/officeDocument/2006/relationships/image" Target="../media/image1450.png"/><Relationship Id="rId126" Type="http://schemas.openxmlformats.org/officeDocument/2006/relationships/customXml" Target="../ink/ink1556.xml"/><Relationship Id="rId147" Type="http://schemas.openxmlformats.org/officeDocument/2006/relationships/image" Target="../media/image1471.png"/><Relationship Id="rId8" Type="http://schemas.openxmlformats.org/officeDocument/2006/relationships/customXml" Target="../ink/ink1497.xml"/><Relationship Id="rId51" Type="http://schemas.openxmlformats.org/officeDocument/2006/relationships/image" Target="../media/image1423.png"/><Relationship Id="rId72" Type="http://schemas.openxmlformats.org/officeDocument/2006/relationships/customXml" Target="../ink/ink1529.xml"/><Relationship Id="rId93" Type="http://schemas.openxmlformats.org/officeDocument/2006/relationships/image" Target="../media/image1444.png"/><Relationship Id="rId98" Type="http://schemas.openxmlformats.org/officeDocument/2006/relationships/customXml" Target="../ink/ink1542.xml"/><Relationship Id="rId121" Type="http://schemas.openxmlformats.org/officeDocument/2006/relationships/image" Target="../media/image1458.png"/><Relationship Id="rId142" Type="http://schemas.openxmlformats.org/officeDocument/2006/relationships/customXml" Target="../ink/ink1564.xml"/><Relationship Id="rId163" Type="http://schemas.openxmlformats.org/officeDocument/2006/relationships/image" Target="../media/image1479.png"/><Relationship Id="rId3" Type="http://schemas.openxmlformats.org/officeDocument/2006/relationships/image" Target="../media/image1400.png"/><Relationship Id="rId25" Type="http://schemas.openxmlformats.org/officeDocument/2006/relationships/image" Target="../media/image1410.png"/><Relationship Id="rId46" Type="http://schemas.openxmlformats.org/officeDocument/2006/relationships/customXml" Target="../ink/ink1516.xml"/><Relationship Id="rId67" Type="http://schemas.openxmlformats.org/officeDocument/2006/relationships/image" Target="../media/image1431.png"/><Relationship Id="rId116" Type="http://schemas.openxmlformats.org/officeDocument/2006/relationships/customXml" Target="../ink/ink1551.xml"/><Relationship Id="rId137" Type="http://schemas.openxmlformats.org/officeDocument/2006/relationships/image" Target="../media/image1466.png"/><Relationship Id="rId158" Type="http://schemas.openxmlformats.org/officeDocument/2006/relationships/customXml" Target="../ink/ink1572.xml"/><Relationship Id="rId20" Type="http://schemas.openxmlformats.org/officeDocument/2006/relationships/customXml" Target="../ink/ink1503.xml"/><Relationship Id="rId41" Type="http://schemas.openxmlformats.org/officeDocument/2006/relationships/image" Target="../media/image1418.png"/><Relationship Id="rId62" Type="http://schemas.openxmlformats.org/officeDocument/2006/relationships/customXml" Target="../ink/ink1524.xml"/><Relationship Id="rId83" Type="http://schemas.openxmlformats.org/officeDocument/2006/relationships/image" Target="../media/image1439.png"/><Relationship Id="rId88" Type="http://schemas.openxmlformats.org/officeDocument/2006/relationships/customXml" Target="../ink/ink1537.xml"/><Relationship Id="rId111" Type="http://schemas.openxmlformats.org/officeDocument/2006/relationships/image" Target="../media/image1453.png"/><Relationship Id="rId132" Type="http://schemas.openxmlformats.org/officeDocument/2006/relationships/customXml" Target="../ink/ink1559.xml"/><Relationship Id="rId153" Type="http://schemas.openxmlformats.org/officeDocument/2006/relationships/image" Target="../media/image1474.png"/><Relationship Id="rId15" Type="http://schemas.openxmlformats.org/officeDocument/2006/relationships/image" Target="../media/image1406.png"/><Relationship Id="rId36" Type="http://schemas.openxmlformats.org/officeDocument/2006/relationships/customXml" Target="../ink/ink1511.xml"/><Relationship Id="rId57" Type="http://schemas.openxmlformats.org/officeDocument/2006/relationships/image" Target="../media/image1426.png"/><Relationship Id="rId106" Type="http://schemas.openxmlformats.org/officeDocument/2006/relationships/customXml" Target="../ink/ink1546.xml"/><Relationship Id="rId127" Type="http://schemas.openxmlformats.org/officeDocument/2006/relationships/image" Target="../media/image1461.png"/><Relationship Id="rId10" Type="http://schemas.openxmlformats.org/officeDocument/2006/relationships/customXml" Target="../ink/ink1498.xml"/><Relationship Id="rId31" Type="http://schemas.openxmlformats.org/officeDocument/2006/relationships/image" Target="../media/image1413.png"/><Relationship Id="rId52" Type="http://schemas.openxmlformats.org/officeDocument/2006/relationships/customXml" Target="../ink/ink1519.xml"/><Relationship Id="rId73" Type="http://schemas.openxmlformats.org/officeDocument/2006/relationships/image" Target="../media/image1434.png"/><Relationship Id="rId78" Type="http://schemas.openxmlformats.org/officeDocument/2006/relationships/customXml" Target="../ink/ink1532.xml"/><Relationship Id="rId94" Type="http://schemas.openxmlformats.org/officeDocument/2006/relationships/customXml" Target="../ink/ink1540.xml"/><Relationship Id="rId99" Type="http://schemas.openxmlformats.org/officeDocument/2006/relationships/image" Target="../media/image1447.png"/><Relationship Id="rId101" Type="http://schemas.openxmlformats.org/officeDocument/2006/relationships/image" Target="../media/image1448.png"/><Relationship Id="rId122" Type="http://schemas.openxmlformats.org/officeDocument/2006/relationships/customXml" Target="../ink/ink1554.xml"/><Relationship Id="rId143" Type="http://schemas.openxmlformats.org/officeDocument/2006/relationships/image" Target="../media/image1469.png"/><Relationship Id="rId148" Type="http://schemas.openxmlformats.org/officeDocument/2006/relationships/customXml" Target="../ink/ink1567.xml"/><Relationship Id="rId4" Type="http://schemas.openxmlformats.org/officeDocument/2006/relationships/customXml" Target="../ink/ink1495.xml"/><Relationship Id="rId9" Type="http://schemas.openxmlformats.org/officeDocument/2006/relationships/image" Target="../media/image1403.png"/><Relationship Id="rId26" Type="http://schemas.openxmlformats.org/officeDocument/2006/relationships/customXml" Target="../ink/ink1506.xml"/><Relationship Id="rId47" Type="http://schemas.openxmlformats.org/officeDocument/2006/relationships/image" Target="../media/image1421.png"/><Relationship Id="rId68" Type="http://schemas.openxmlformats.org/officeDocument/2006/relationships/customXml" Target="../ink/ink1527.xml"/><Relationship Id="rId89" Type="http://schemas.openxmlformats.org/officeDocument/2006/relationships/image" Target="../media/image1442.png"/><Relationship Id="rId112" Type="http://schemas.openxmlformats.org/officeDocument/2006/relationships/customXml" Target="../ink/ink1549.xml"/><Relationship Id="rId133" Type="http://schemas.openxmlformats.org/officeDocument/2006/relationships/image" Target="../media/image1464.png"/><Relationship Id="rId154" Type="http://schemas.openxmlformats.org/officeDocument/2006/relationships/customXml" Target="../ink/ink1570.xml"/><Relationship Id="rId16" Type="http://schemas.openxmlformats.org/officeDocument/2006/relationships/customXml" Target="../ink/ink1501.xml"/><Relationship Id="rId37" Type="http://schemas.openxmlformats.org/officeDocument/2006/relationships/image" Target="../media/image1416.png"/><Relationship Id="rId58" Type="http://schemas.openxmlformats.org/officeDocument/2006/relationships/customXml" Target="../ink/ink1522.xml"/><Relationship Id="rId79" Type="http://schemas.openxmlformats.org/officeDocument/2006/relationships/image" Target="../media/image1437.png"/><Relationship Id="rId102" Type="http://schemas.openxmlformats.org/officeDocument/2006/relationships/customXml" Target="../ink/ink1544.xml"/><Relationship Id="rId123" Type="http://schemas.openxmlformats.org/officeDocument/2006/relationships/image" Target="../media/image1459.png"/><Relationship Id="rId144" Type="http://schemas.openxmlformats.org/officeDocument/2006/relationships/customXml" Target="../ink/ink1565.xml"/><Relationship Id="rId90" Type="http://schemas.openxmlformats.org/officeDocument/2006/relationships/customXml" Target="../ink/ink1538.xml"/><Relationship Id="rId27" Type="http://schemas.openxmlformats.org/officeDocument/2006/relationships/image" Target="../media/image1411.png"/><Relationship Id="rId48" Type="http://schemas.openxmlformats.org/officeDocument/2006/relationships/customXml" Target="../ink/ink1517.xml"/><Relationship Id="rId69" Type="http://schemas.openxmlformats.org/officeDocument/2006/relationships/image" Target="../media/image1432.png"/><Relationship Id="rId113" Type="http://schemas.openxmlformats.org/officeDocument/2006/relationships/image" Target="../media/image1454.png"/><Relationship Id="rId134" Type="http://schemas.openxmlformats.org/officeDocument/2006/relationships/customXml" Target="../ink/ink1560.xml"/><Relationship Id="rId80" Type="http://schemas.openxmlformats.org/officeDocument/2006/relationships/customXml" Target="../ink/ink1533.xml"/><Relationship Id="rId155" Type="http://schemas.openxmlformats.org/officeDocument/2006/relationships/image" Target="../media/image147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4.png"/><Relationship Id="rId13" Type="http://schemas.openxmlformats.org/officeDocument/2006/relationships/customXml" Target="../ink/ink1579.xml"/><Relationship Id="rId3" Type="http://schemas.openxmlformats.org/officeDocument/2006/relationships/image" Target="../media/image1481.png"/><Relationship Id="rId7" Type="http://schemas.openxmlformats.org/officeDocument/2006/relationships/customXml" Target="../ink/ink1576.xml"/><Relationship Id="rId12" Type="http://schemas.openxmlformats.org/officeDocument/2006/relationships/image" Target="../media/image1486.png"/><Relationship Id="rId2" Type="http://schemas.openxmlformats.org/officeDocument/2006/relationships/image" Target="../media/image1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3.png"/><Relationship Id="rId11" Type="http://schemas.openxmlformats.org/officeDocument/2006/relationships/customXml" Target="../ink/ink1578.xml"/><Relationship Id="rId5" Type="http://schemas.openxmlformats.org/officeDocument/2006/relationships/customXml" Target="../ink/ink1575.xml"/><Relationship Id="rId10" Type="http://schemas.openxmlformats.org/officeDocument/2006/relationships/image" Target="../media/image1485.png"/><Relationship Id="rId4" Type="http://schemas.openxmlformats.org/officeDocument/2006/relationships/image" Target="../media/image1482.png"/><Relationship Id="rId9" Type="http://schemas.openxmlformats.org/officeDocument/2006/relationships/customXml" Target="../ink/ink1577.xml"/><Relationship Id="rId14" Type="http://schemas.openxmlformats.org/officeDocument/2006/relationships/image" Target="../media/image1487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99.png"/><Relationship Id="rId21" Type="http://schemas.openxmlformats.org/officeDocument/2006/relationships/customXml" Target="../ink/ink1589.xml"/><Relationship Id="rId42" Type="http://schemas.openxmlformats.org/officeDocument/2006/relationships/image" Target="../media/image1507.png"/><Relationship Id="rId47" Type="http://schemas.openxmlformats.org/officeDocument/2006/relationships/customXml" Target="../ink/ink1602.xml"/><Relationship Id="rId63" Type="http://schemas.openxmlformats.org/officeDocument/2006/relationships/customXml" Target="../ink/ink1610.xml"/><Relationship Id="rId68" Type="http://schemas.openxmlformats.org/officeDocument/2006/relationships/image" Target="../media/image1520.png"/><Relationship Id="rId7" Type="http://schemas.openxmlformats.org/officeDocument/2006/relationships/customXml" Target="../ink/ink1582.xml"/><Relationship Id="rId2" Type="http://schemas.openxmlformats.org/officeDocument/2006/relationships/image" Target="../media/image1483.jpeg"/><Relationship Id="rId16" Type="http://schemas.openxmlformats.org/officeDocument/2006/relationships/image" Target="../media/image1494.png"/><Relationship Id="rId29" Type="http://schemas.openxmlformats.org/officeDocument/2006/relationships/customXml" Target="../ink/ink1593.xml"/><Relationship Id="rId11" Type="http://schemas.openxmlformats.org/officeDocument/2006/relationships/customXml" Target="../ink/ink1584.xml"/><Relationship Id="rId24" Type="http://schemas.openxmlformats.org/officeDocument/2006/relationships/image" Target="../media/image1498.png"/><Relationship Id="rId32" Type="http://schemas.openxmlformats.org/officeDocument/2006/relationships/image" Target="../media/image1502.png"/><Relationship Id="rId37" Type="http://schemas.openxmlformats.org/officeDocument/2006/relationships/customXml" Target="../ink/ink1597.xml"/><Relationship Id="rId40" Type="http://schemas.openxmlformats.org/officeDocument/2006/relationships/image" Target="../media/image1506.png"/><Relationship Id="rId45" Type="http://schemas.openxmlformats.org/officeDocument/2006/relationships/customXml" Target="../ink/ink1601.xml"/><Relationship Id="rId53" Type="http://schemas.openxmlformats.org/officeDocument/2006/relationships/customXml" Target="../ink/ink1605.xml"/><Relationship Id="rId58" Type="http://schemas.openxmlformats.org/officeDocument/2006/relationships/image" Target="../media/image1515.png"/><Relationship Id="rId66" Type="http://schemas.openxmlformats.org/officeDocument/2006/relationships/image" Target="../media/image1519.png"/><Relationship Id="rId5" Type="http://schemas.openxmlformats.org/officeDocument/2006/relationships/customXml" Target="../ink/ink1581.xml"/><Relationship Id="rId61" Type="http://schemas.openxmlformats.org/officeDocument/2006/relationships/customXml" Target="../ink/ink1609.xml"/><Relationship Id="rId19" Type="http://schemas.openxmlformats.org/officeDocument/2006/relationships/customXml" Target="../ink/ink1588.xml"/><Relationship Id="rId14" Type="http://schemas.openxmlformats.org/officeDocument/2006/relationships/image" Target="../media/image1493.png"/><Relationship Id="rId22" Type="http://schemas.openxmlformats.org/officeDocument/2006/relationships/image" Target="../media/image1497.png"/><Relationship Id="rId27" Type="http://schemas.openxmlformats.org/officeDocument/2006/relationships/customXml" Target="../ink/ink1592.xml"/><Relationship Id="rId30" Type="http://schemas.openxmlformats.org/officeDocument/2006/relationships/image" Target="../media/image1501.png"/><Relationship Id="rId35" Type="http://schemas.openxmlformats.org/officeDocument/2006/relationships/customXml" Target="../ink/ink1596.xml"/><Relationship Id="rId43" Type="http://schemas.openxmlformats.org/officeDocument/2006/relationships/customXml" Target="../ink/ink1600.xml"/><Relationship Id="rId48" Type="http://schemas.openxmlformats.org/officeDocument/2006/relationships/image" Target="../media/image1510.png"/><Relationship Id="rId56" Type="http://schemas.openxmlformats.org/officeDocument/2006/relationships/image" Target="../media/image1514.png"/><Relationship Id="rId64" Type="http://schemas.openxmlformats.org/officeDocument/2006/relationships/image" Target="../media/image1518.png"/><Relationship Id="rId69" Type="http://schemas.openxmlformats.org/officeDocument/2006/relationships/customXml" Target="../ink/ink1613.xml"/><Relationship Id="rId8" Type="http://schemas.openxmlformats.org/officeDocument/2006/relationships/image" Target="../media/image1490.png"/><Relationship Id="rId51" Type="http://schemas.openxmlformats.org/officeDocument/2006/relationships/customXml" Target="../ink/ink1604.xml"/><Relationship Id="rId3" Type="http://schemas.openxmlformats.org/officeDocument/2006/relationships/customXml" Target="../ink/ink1580.xml"/><Relationship Id="rId12" Type="http://schemas.openxmlformats.org/officeDocument/2006/relationships/image" Target="../media/image1492.png"/><Relationship Id="rId17" Type="http://schemas.openxmlformats.org/officeDocument/2006/relationships/customXml" Target="../ink/ink1587.xml"/><Relationship Id="rId25" Type="http://schemas.openxmlformats.org/officeDocument/2006/relationships/customXml" Target="../ink/ink1591.xml"/><Relationship Id="rId33" Type="http://schemas.openxmlformats.org/officeDocument/2006/relationships/customXml" Target="../ink/ink1595.xml"/><Relationship Id="rId38" Type="http://schemas.openxmlformats.org/officeDocument/2006/relationships/image" Target="../media/image1505.png"/><Relationship Id="rId46" Type="http://schemas.openxmlformats.org/officeDocument/2006/relationships/image" Target="../media/image1509.png"/><Relationship Id="rId59" Type="http://schemas.openxmlformats.org/officeDocument/2006/relationships/customXml" Target="../ink/ink1608.xml"/><Relationship Id="rId67" Type="http://schemas.openxmlformats.org/officeDocument/2006/relationships/customXml" Target="../ink/ink1612.xml"/><Relationship Id="rId20" Type="http://schemas.openxmlformats.org/officeDocument/2006/relationships/image" Target="../media/image1496.png"/><Relationship Id="rId41" Type="http://schemas.openxmlformats.org/officeDocument/2006/relationships/customXml" Target="../ink/ink1599.xml"/><Relationship Id="rId54" Type="http://schemas.openxmlformats.org/officeDocument/2006/relationships/image" Target="../media/image1513.png"/><Relationship Id="rId62" Type="http://schemas.openxmlformats.org/officeDocument/2006/relationships/image" Target="../media/image1517.png"/><Relationship Id="rId70" Type="http://schemas.openxmlformats.org/officeDocument/2006/relationships/image" Target="../media/image15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9.png"/><Relationship Id="rId15" Type="http://schemas.openxmlformats.org/officeDocument/2006/relationships/customXml" Target="../ink/ink1586.xml"/><Relationship Id="rId23" Type="http://schemas.openxmlformats.org/officeDocument/2006/relationships/customXml" Target="../ink/ink1590.xml"/><Relationship Id="rId28" Type="http://schemas.openxmlformats.org/officeDocument/2006/relationships/image" Target="../media/image1500.png"/><Relationship Id="rId36" Type="http://schemas.openxmlformats.org/officeDocument/2006/relationships/image" Target="../media/image1504.png"/><Relationship Id="rId49" Type="http://schemas.openxmlformats.org/officeDocument/2006/relationships/customXml" Target="../ink/ink1603.xml"/><Relationship Id="rId57" Type="http://schemas.openxmlformats.org/officeDocument/2006/relationships/customXml" Target="../ink/ink1607.xml"/><Relationship Id="rId10" Type="http://schemas.openxmlformats.org/officeDocument/2006/relationships/image" Target="../media/image1491.png"/><Relationship Id="rId31" Type="http://schemas.openxmlformats.org/officeDocument/2006/relationships/customXml" Target="../ink/ink1594.xml"/><Relationship Id="rId44" Type="http://schemas.openxmlformats.org/officeDocument/2006/relationships/image" Target="../media/image1508.png"/><Relationship Id="rId52" Type="http://schemas.openxmlformats.org/officeDocument/2006/relationships/image" Target="../media/image1512.png"/><Relationship Id="rId60" Type="http://schemas.openxmlformats.org/officeDocument/2006/relationships/image" Target="../media/image1516.png"/><Relationship Id="rId65" Type="http://schemas.openxmlformats.org/officeDocument/2006/relationships/customXml" Target="../ink/ink1611.xml"/><Relationship Id="rId4" Type="http://schemas.openxmlformats.org/officeDocument/2006/relationships/image" Target="../media/image1488.png"/><Relationship Id="rId9" Type="http://schemas.openxmlformats.org/officeDocument/2006/relationships/customXml" Target="../ink/ink1583.xml"/><Relationship Id="rId13" Type="http://schemas.openxmlformats.org/officeDocument/2006/relationships/customXml" Target="../ink/ink1585.xml"/><Relationship Id="rId18" Type="http://schemas.openxmlformats.org/officeDocument/2006/relationships/image" Target="../media/image1495.png"/><Relationship Id="rId39" Type="http://schemas.openxmlformats.org/officeDocument/2006/relationships/customXml" Target="../ink/ink1598.xml"/><Relationship Id="rId34" Type="http://schemas.openxmlformats.org/officeDocument/2006/relationships/image" Target="../media/image1503.png"/><Relationship Id="rId50" Type="http://schemas.openxmlformats.org/officeDocument/2006/relationships/image" Target="../media/image1511.png"/><Relationship Id="rId55" Type="http://schemas.openxmlformats.org/officeDocument/2006/relationships/customXml" Target="../ink/ink1606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8.png"/><Relationship Id="rId21" Type="http://schemas.openxmlformats.org/officeDocument/2006/relationships/image" Target="../media/image12100.png"/><Relationship Id="rId42" Type="http://schemas.openxmlformats.org/officeDocument/2006/relationships/customXml" Target="../ink/ink1634.xml"/><Relationship Id="rId63" Type="http://schemas.openxmlformats.org/officeDocument/2006/relationships/image" Target="../media/image3310.png"/><Relationship Id="rId84" Type="http://schemas.openxmlformats.org/officeDocument/2006/relationships/customXml" Target="../ink/ink1655.xml"/><Relationship Id="rId138" Type="http://schemas.openxmlformats.org/officeDocument/2006/relationships/image" Target="../media/image1548.png"/><Relationship Id="rId159" Type="http://schemas.openxmlformats.org/officeDocument/2006/relationships/customXml" Target="../ink/ink1693.xml"/><Relationship Id="rId170" Type="http://schemas.openxmlformats.org/officeDocument/2006/relationships/image" Target="../media/image1564.png"/><Relationship Id="rId191" Type="http://schemas.openxmlformats.org/officeDocument/2006/relationships/customXml" Target="../ink/ink1709.xml"/><Relationship Id="rId205" Type="http://schemas.openxmlformats.org/officeDocument/2006/relationships/customXml" Target="../ink/ink1716.xml"/><Relationship Id="rId226" Type="http://schemas.openxmlformats.org/officeDocument/2006/relationships/image" Target="../media/image1592.png"/><Relationship Id="rId247" Type="http://schemas.openxmlformats.org/officeDocument/2006/relationships/customXml" Target="../ink/ink1737.xml"/><Relationship Id="rId107" Type="http://schemas.openxmlformats.org/officeDocument/2006/relationships/image" Target="../media/image1533.png"/><Relationship Id="rId11" Type="http://schemas.openxmlformats.org/officeDocument/2006/relationships/image" Target="../media/image7100.png"/><Relationship Id="rId32" Type="http://schemas.openxmlformats.org/officeDocument/2006/relationships/customXml" Target="../ink/ink1629.xml"/><Relationship Id="rId53" Type="http://schemas.openxmlformats.org/officeDocument/2006/relationships/image" Target="../media/image2810.png"/><Relationship Id="rId74" Type="http://schemas.openxmlformats.org/officeDocument/2006/relationships/customXml" Target="../ink/ink1650.xml"/><Relationship Id="rId128" Type="http://schemas.openxmlformats.org/officeDocument/2006/relationships/image" Target="../media/image1543.png"/><Relationship Id="rId149" Type="http://schemas.openxmlformats.org/officeDocument/2006/relationships/customXml" Target="../ink/ink1688.xml"/><Relationship Id="rId5" Type="http://schemas.openxmlformats.org/officeDocument/2006/relationships/image" Target="../media/image4710.png"/><Relationship Id="rId95" Type="http://schemas.openxmlformats.org/officeDocument/2006/relationships/image" Target="../media/image1526.png"/><Relationship Id="rId160" Type="http://schemas.openxmlformats.org/officeDocument/2006/relationships/image" Target="../media/image1559.png"/><Relationship Id="rId181" Type="http://schemas.openxmlformats.org/officeDocument/2006/relationships/customXml" Target="../ink/ink1704.xml"/><Relationship Id="rId216" Type="http://schemas.openxmlformats.org/officeDocument/2006/relationships/image" Target="../media/image1587.png"/><Relationship Id="rId237" Type="http://schemas.openxmlformats.org/officeDocument/2006/relationships/customXml" Target="../ink/ink1732.xml"/><Relationship Id="rId22" Type="http://schemas.openxmlformats.org/officeDocument/2006/relationships/customXml" Target="../ink/ink1624.xml"/><Relationship Id="rId43" Type="http://schemas.openxmlformats.org/officeDocument/2006/relationships/image" Target="../media/image2310.png"/><Relationship Id="rId64" Type="http://schemas.openxmlformats.org/officeDocument/2006/relationships/customXml" Target="../ink/ink1645.xml"/><Relationship Id="rId118" Type="http://schemas.openxmlformats.org/officeDocument/2006/relationships/customXml" Target="../ink/ink1672.xml"/><Relationship Id="rId139" Type="http://schemas.openxmlformats.org/officeDocument/2006/relationships/customXml" Target="../ink/ink1683.xml"/><Relationship Id="rId85" Type="http://schemas.openxmlformats.org/officeDocument/2006/relationships/image" Target="../media/image4410.png"/><Relationship Id="rId150" Type="http://schemas.openxmlformats.org/officeDocument/2006/relationships/image" Target="../media/image1554.png"/><Relationship Id="rId171" Type="http://schemas.openxmlformats.org/officeDocument/2006/relationships/customXml" Target="../ink/ink1699.xml"/><Relationship Id="rId192" Type="http://schemas.openxmlformats.org/officeDocument/2006/relationships/image" Target="../media/image1575.png"/><Relationship Id="rId206" Type="http://schemas.openxmlformats.org/officeDocument/2006/relationships/image" Target="../media/image1582.png"/><Relationship Id="rId227" Type="http://schemas.openxmlformats.org/officeDocument/2006/relationships/customXml" Target="../ink/ink1727.xml"/><Relationship Id="rId248" Type="http://schemas.openxmlformats.org/officeDocument/2006/relationships/image" Target="../media/image1603.png"/><Relationship Id="rId12" Type="http://schemas.openxmlformats.org/officeDocument/2006/relationships/customXml" Target="../ink/ink1619.xml"/><Relationship Id="rId33" Type="http://schemas.openxmlformats.org/officeDocument/2006/relationships/image" Target="../media/image1810.png"/><Relationship Id="rId108" Type="http://schemas.openxmlformats.org/officeDocument/2006/relationships/customXml" Target="../ink/ink1667.xml"/><Relationship Id="rId129" Type="http://schemas.openxmlformats.org/officeDocument/2006/relationships/customXml" Target="../ink/ink1678.xml"/><Relationship Id="rId54" Type="http://schemas.openxmlformats.org/officeDocument/2006/relationships/customXml" Target="../ink/ink1640.xml"/><Relationship Id="rId75" Type="http://schemas.openxmlformats.org/officeDocument/2006/relationships/image" Target="../media/image3910.png"/><Relationship Id="rId96" Type="http://schemas.openxmlformats.org/officeDocument/2006/relationships/customXml" Target="../ink/ink1661.xml"/><Relationship Id="rId140" Type="http://schemas.openxmlformats.org/officeDocument/2006/relationships/image" Target="../media/image1549.png"/><Relationship Id="rId161" Type="http://schemas.openxmlformats.org/officeDocument/2006/relationships/customXml" Target="../ink/ink1694.xml"/><Relationship Id="rId182" Type="http://schemas.openxmlformats.org/officeDocument/2006/relationships/image" Target="../media/image1570.png"/><Relationship Id="rId217" Type="http://schemas.openxmlformats.org/officeDocument/2006/relationships/customXml" Target="../ink/ink1722.xml"/><Relationship Id="rId6" Type="http://schemas.openxmlformats.org/officeDocument/2006/relationships/customXml" Target="../ink/ink1616.xml"/><Relationship Id="rId238" Type="http://schemas.openxmlformats.org/officeDocument/2006/relationships/image" Target="../media/image1598.png"/><Relationship Id="rId23" Type="http://schemas.openxmlformats.org/officeDocument/2006/relationships/image" Target="../media/image13100.png"/><Relationship Id="rId119" Type="http://schemas.openxmlformats.org/officeDocument/2006/relationships/image" Target="../media/image1539.png"/><Relationship Id="rId44" Type="http://schemas.openxmlformats.org/officeDocument/2006/relationships/customXml" Target="../ink/ink1635.xml"/><Relationship Id="rId65" Type="http://schemas.openxmlformats.org/officeDocument/2006/relationships/image" Target="../media/image3410.png"/><Relationship Id="rId86" Type="http://schemas.openxmlformats.org/officeDocument/2006/relationships/customXml" Target="../ink/ink1656.xml"/><Relationship Id="rId130" Type="http://schemas.openxmlformats.org/officeDocument/2006/relationships/image" Target="../media/image1544.png"/><Relationship Id="rId151" Type="http://schemas.openxmlformats.org/officeDocument/2006/relationships/customXml" Target="../ink/ink1689.xml"/><Relationship Id="rId172" Type="http://schemas.openxmlformats.org/officeDocument/2006/relationships/image" Target="../media/image1565.png"/><Relationship Id="rId193" Type="http://schemas.openxmlformats.org/officeDocument/2006/relationships/customXml" Target="../ink/ink1710.xml"/><Relationship Id="rId207" Type="http://schemas.openxmlformats.org/officeDocument/2006/relationships/customXml" Target="../ink/ink1717.xml"/><Relationship Id="rId228" Type="http://schemas.openxmlformats.org/officeDocument/2006/relationships/image" Target="../media/image1593.png"/><Relationship Id="rId249" Type="http://schemas.openxmlformats.org/officeDocument/2006/relationships/customXml" Target="../ink/ink1738.xml"/><Relationship Id="rId13" Type="http://schemas.openxmlformats.org/officeDocument/2006/relationships/image" Target="../media/image8100.png"/><Relationship Id="rId109" Type="http://schemas.openxmlformats.org/officeDocument/2006/relationships/image" Target="../media/image1534.png"/><Relationship Id="rId34" Type="http://schemas.openxmlformats.org/officeDocument/2006/relationships/customXml" Target="../ink/ink1630.xml"/><Relationship Id="rId55" Type="http://schemas.openxmlformats.org/officeDocument/2006/relationships/image" Target="../media/image2910.png"/><Relationship Id="rId76" Type="http://schemas.openxmlformats.org/officeDocument/2006/relationships/customXml" Target="../ink/ink1651.xml"/><Relationship Id="rId97" Type="http://schemas.openxmlformats.org/officeDocument/2006/relationships/image" Target="../media/image1527.png"/><Relationship Id="rId120" Type="http://schemas.openxmlformats.org/officeDocument/2006/relationships/customXml" Target="../ink/ink1673.xml"/><Relationship Id="rId141" Type="http://schemas.openxmlformats.org/officeDocument/2006/relationships/customXml" Target="../ink/ink1684.xml"/><Relationship Id="rId7" Type="http://schemas.openxmlformats.org/officeDocument/2006/relationships/image" Target="../media/image5100.png"/><Relationship Id="rId162" Type="http://schemas.openxmlformats.org/officeDocument/2006/relationships/image" Target="../media/image1560.png"/><Relationship Id="rId183" Type="http://schemas.openxmlformats.org/officeDocument/2006/relationships/customXml" Target="../ink/ink1705.xml"/><Relationship Id="rId218" Type="http://schemas.openxmlformats.org/officeDocument/2006/relationships/image" Target="../media/image1588.png"/><Relationship Id="rId239" Type="http://schemas.openxmlformats.org/officeDocument/2006/relationships/customXml" Target="../ink/ink1733.xml"/><Relationship Id="rId250" Type="http://schemas.openxmlformats.org/officeDocument/2006/relationships/image" Target="../media/image1604.png"/><Relationship Id="rId24" Type="http://schemas.openxmlformats.org/officeDocument/2006/relationships/customXml" Target="../ink/ink1625.xml"/><Relationship Id="rId45" Type="http://schemas.openxmlformats.org/officeDocument/2006/relationships/image" Target="../media/image2410.png"/><Relationship Id="rId66" Type="http://schemas.openxmlformats.org/officeDocument/2006/relationships/customXml" Target="../ink/ink1646.xml"/><Relationship Id="rId87" Type="http://schemas.openxmlformats.org/officeDocument/2006/relationships/image" Target="../media/image1522.png"/><Relationship Id="rId110" Type="http://schemas.openxmlformats.org/officeDocument/2006/relationships/customXml" Target="../ink/ink1668.xml"/><Relationship Id="rId131" Type="http://schemas.openxmlformats.org/officeDocument/2006/relationships/customXml" Target="../ink/ink1679.xml"/><Relationship Id="rId152" Type="http://schemas.openxmlformats.org/officeDocument/2006/relationships/image" Target="../media/image1555.png"/><Relationship Id="rId173" Type="http://schemas.openxmlformats.org/officeDocument/2006/relationships/customXml" Target="../ink/ink1700.xml"/><Relationship Id="rId194" Type="http://schemas.openxmlformats.org/officeDocument/2006/relationships/image" Target="../media/image1576.png"/><Relationship Id="rId208" Type="http://schemas.openxmlformats.org/officeDocument/2006/relationships/image" Target="../media/image1583.png"/><Relationship Id="rId229" Type="http://schemas.openxmlformats.org/officeDocument/2006/relationships/customXml" Target="../ink/ink1728.xml"/><Relationship Id="rId240" Type="http://schemas.openxmlformats.org/officeDocument/2006/relationships/image" Target="../media/image1599.png"/><Relationship Id="rId14" Type="http://schemas.openxmlformats.org/officeDocument/2006/relationships/customXml" Target="../ink/ink1620.xml"/><Relationship Id="rId35" Type="http://schemas.openxmlformats.org/officeDocument/2006/relationships/image" Target="../media/image1910.png"/><Relationship Id="rId56" Type="http://schemas.openxmlformats.org/officeDocument/2006/relationships/customXml" Target="../ink/ink1641.xml"/><Relationship Id="rId77" Type="http://schemas.openxmlformats.org/officeDocument/2006/relationships/image" Target="../media/image4010.png"/><Relationship Id="rId100" Type="http://schemas.openxmlformats.org/officeDocument/2006/relationships/customXml" Target="../ink/ink1663.xml"/><Relationship Id="rId8" Type="http://schemas.openxmlformats.org/officeDocument/2006/relationships/customXml" Target="../ink/ink1617.xml"/><Relationship Id="rId98" Type="http://schemas.openxmlformats.org/officeDocument/2006/relationships/customXml" Target="../ink/ink1662.xml"/><Relationship Id="rId121" Type="http://schemas.openxmlformats.org/officeDocument/2006/relationships/image" Target="../media/image1540.png"/><Relationship Id="rId142" Type="http://schemas.openxmlformats.org/officeDocument/2006/relationships/image" Target="../media/image1550.png"/><Relationship Id="rId163" Type="http://schemas.openxmlformats.org/officeDocument/2006/relationships/customXml" Target="../ink/ink1695.xml"/><Relationship Id="rId184" Type="http://schemas.openxmlformats.org/officeDocument/2006/relationships/image" Target="../media/image1571.png"/><Relationship Id="rId219" Type="http://schemas.openxmlformats.org/officeDocument/2006/relationships/customXml" Target="../ink/ink1723.xml"/><Relationship Id="rId230" Type="http://schemas.openxmlformats.org/officeDocument/2006/relationships/image" Target="../media/image1594.png"/><Relationship Id="rId251" Type="http://schemas.openxmlformats.org/officeDocument/2006/relationships/customXml" Target="../ink/ink1739.xml"/><Relationship Id="rId25" Type="http://schemas.openxmlformats.org/officeDocument/2006/relationships/image" Target="../media/image14100.png"/><Relationship Id="rId46" Type="http://schemas.openxmlformats.org/officeDocument/2006/relationships/customXml" Target="../ink/ink1636.xml"/><Relationship Id="rId67" Type="http://schemas.openxmlformats.org/officeDocument/2006/relationships/image" Target="../media/image3510.png"/><Relationship Id="rId88" Type="http://schemas.openxmlformats.org/officeDocument/2006/relationships/customXml" Target="../ink/ink1657.xml"/><Relationship Id="rId111" Type="http://schemas.openxmlformats.org/officeDocument/2006/relationships/image" Target="../media/image1535.png"/><Relationship Id="rId132" Type="http://schemas.openxmlformats.org/officeDocument/2006/relationships/image" Target="../media/image1545.png"/><Relationship Id="rId153" Type="http://schemas.openxmlformats.org/officeDocument/2006/relationships/customXml" Target="../ink/ink1690.xml"/><Relationship Id="rId174" Type="http://schemas.openxmlformats.org/officeDocument/2006/relationships/image" Target="../media/image1566.png"/><Relationship Id="rId195" Type="http://schemas.openxmlformats.org/officeDocument/2006/relationships/customXml" Target="../ink/ink1711.xml"/><Relationship Id="rId209" Type="http://schemas.openxmlformats.org/officeDocument/2006/relationships/customXml" Target="../ink/ink1718.xml"/><Relationship Id="rId220" Type="http://schemas.openxmlformats.org/officeDocument/2006/relationships/image" Target="../media/image1589.png"/><Relationship Id="rId241" Type="http://schemas.openxmlformats.org/officeDocument/2006/relationships/customXml" Target="../ink/ink1734.xml"/><Relationship Id="rId15" Type="http://schemas.openxmlformats.org/officeDocument/2006/relationships/image" Target="../media/image9100.png"/><Relationship Id="rId36" Type="http://schemas.openxmlformats.org/officeDocument/2006/relationships/customXml" Target="../ink/ink1631.xml"/><Relationship Id="rId57" Type="http://schemas.openxmlformats.org/officeDocument/2006/relationships/image" Target="../media/image3010.png"/><Relationship Id="rId78" Type="http://schemas.openxmlformats.org/officeDocument/2006/relationships/customXml" Target="../ink/ink1652.xml"/><Relationship Id="rId99" Type="http://schemas.openxmlformats.org/officeDocument/2006/relationships/image" Target="../media/image1528.png"/><Relationship Id="rId101" Type="http://schemas.openxmlformats.org/officeDocument/2006/relationships/image" Target="../media/image1529.png"/><Relationship Id="rId122" Type="http://schemas.openxmlformats.org/officeDocument/2006/relationships/customXml" Target="../ink/ink1674.xml"/><Relationship Id="rId143" Type="http://schemas.openxmlformats.org/officeDocument/2006/relationships/customXml" Target="../ink/ink1685.xml"/><Relationship Id="rId164" Type="http://schemas.openxmlformats.org/officeDocument/2006/relationships/image" Target="../media/image1561.png"/><Relationship Id="rId185" Type="http://schemas.openxmlformats.org/officeDocument/2006/relationships/customXml" Target="../ink/ink1706.xml"/><Relationship Id="rId9" Type="http://schemas.openxmlformats.org/officeDocument/2006/relationships/image" Target="../media/image6100.png"/><Relationship Id="rId210" Type="http://schemas.openxmlformats.org/officeDocument/2006/relationships/image" Target="../media/image1584.png"/><Relationship Id="rId26" Type="http://schemas.openxmlformats.org/officeDocument/2006/relationships/customXml" Target="../ink/ink1626.xml"/><Relationship Id="rId231" Type="http://schemas.openxmlformats.org/officeDocument/2006/relationships/customXml" Target="../ink/ink1729.xml"/><Relationship Id="rId252" Type="http://schemas.openxmlformats.org/officeDocument/2006/relationships/image" Target="../media/image1605.png"/><Relationship Id="rId47" Type="http://schemas.openxmlformats.org/officeDocument/2006/relationships/image" Target="../media/image2510.png"/><Relationship Id="rId68" Type="http://schemas.openxmlformats.org/officeDocument/2006/relationships/customXml" Target="../ink/ink1647.xml"/><Relationship Id="rId89" Type="http://schemas.openxmlformats.org/officeDocument/2006/relationships/image" Target="../media/image1523.png"/><Relationship Id="rId112" Type="http://schemas.openxmlformats.org/officeDocument/2006/relationships/customXml" Target="../ink/ink1669.xml"/><Relationship Id="rId133" Type="http://schemas.openxmlformats.org/officeDocument/2006/relationships/customXml" Target="../ink/ink1680.xml"/><Relationship Id="rId154" Type="http://schemas.openxmlformats.org/officeDocument/2006/relationships/image" Target="../media/image1556.png"/><Relationship Id="rId175" Type="http://schemas.openxmlformats.org/officeDocument/2006/relationships/customXml" Target="../ink/ink1701.xml"/><Relationship Id="rId196" Type="http://schemas.openxmlformats.org/officeDocument/2006/relationships/image" Target="../media/image1577.png"/><Relationship Id="rId200" Type="http://schemas.openxmlformats.org/officeDocument/2006/relationships/image" Target="../media/image1579.png"/><Relationship Id="rId16" Type="http://schemas.openxmlformats.org/officeDocument/2006/relationships/customXml" Target="../ink/ink1621.xml"/><Relationship Id="rId221" Type="http://schemas.openxmlformats.org/officeDocument/2006/relationships/customXml" Target="../ink/ink1724.xml"/><Relationship Id="rId242" Type="http://schemas.openxmlformats.org/officeDocument/2006/relationships/image" Target="../media/image1600.png"/><Relationship Id="rId37" Type="http://schemas.openxmlformats.org/officeDocument/2006/relationships/image" Target="../media/image2010.png"/><Relationship Id="rId58" Type="http://schemas.openxmlformats.org/officeDocument/2006/relationships/customXml" Target="../ink/ink1642.xml"/><Relationship Id="rId79" Type="http://schemas.openxmlformats.org/officeDocument/2006/relationships/image" Target="../media/image4110.png"/><Relationship Id="rId102" Type="http://schemas.openxmlformats.org/officeDocument/2006/relationships/customXml" Target="../ink/ink1664.xml"/><Relationship Id="rId123" Type="http://schemas.openxmlformats.org/officeDocument/2006/relationships/image" Target="../media/image1541.png"/><Relationship Id="rId144" Type="http://schemas.openxmlformats.org/officeDocument/2006/relationships/image" Target="../media/image1551.png"/><Relationship Id="rId90" Type="http://schemas.openxmlformats.org/officeDocument/2006/relationships/customXml" Target="../ink/ink1658.xml"/><Relationship Id="rId165" Type="http://schemas.openxmlformats.org/officeDocument/2006/relationships/customXml" Target="../ink/ink1696.xml"/><Relationship Id="rId186" Type="http://schemas.openxmlformats.org/officeDocument/2006/relationships/image" Target="../media/image1572.png"/><Relationship Id="rId211" Type="http://schemas.openxmlformats.org/officeDocument/2006/relationships/customXml" Target="../ink/ink1719.xml"/><Relationship Id="rId232" Type="http://schemas.openxmlformats.org/officeDocument/2006/relationships/image" Target="../media/image1595.png"/><Relationship Id="rId253" Type="http://schemas.openxmlformats.org/officeDocument/2006/relationships/customXml" Target="../ink/ink1740.xml"/><Relationship Id="rId27" Type="http://schemas.openxmlformats.org/officeDocument/2006/relationships/image" Target="../media/image1532.png"/><Relationship Id="rId48" Type="http://schemas.openxmlformats.org/officeDocument/2006/relationships/customXml" Target="../ink/ink1637.xml"/><Relationship Id="rId69" Type="http://schemas.openxmlformats.org/officeDocument/2006/relationships/image" Target="../media/image3610.png"/><Relationship Id="rId113" Type="http://schemas.openxmlformats.org/officeDocument/2006/relationships/image" Target="../media/image1536.png"/><Relationship Id="rId134" Type="http://schemas.openxmlformats.org/officeDocument/2006/relationships/image" Target="../media/image1546.png"/><Relationship Id="rId80" Type="http://schemas.openxmlformats.org/officeDocument/2006/relationships/customXml" Target="../ink/ink1653.xml"/><Relationship Id="rId155" Type="http://schemas.openxmlformats.org/officeDocument/2006/relationships/customXml" Target="../ink/ink1691.xml"/><Relationship Id="rId176" Type="http://schemas.openxmlformats.org/officeDocument/2006/relationships/image" Target="../media/image1567.png"/><Relationship Id="rId197" Type="http://schemas.openxmlformats.org/officeDocument/2006/relationships/customXml" Target="../ink/ink1712.xml"/><Relationship Id="rId201" Type="http://schemas.openxmlformats.org/officeDocument/2006/relationships/customXml" Target="../ink/ink1714.xml"/><Relationship Id="rId222" Type="http://schemas.openxmlformats.org/officeDocument/2006/relationships/image" Target="../media/image1590.png"/><Relationship Id="rId243" Type="http://schemas.openxmlformats.org/officeDocument/2006/relationships/customXml" Target="../ink/ink1735.xml"/><Relationship Id="rId17" Type="http://schemas.openxmlformats.org/officeDocument/2006/relationships/image" Target="../media/image10100.png"/><Relationship Id="rId38" Type="http://schemas.openxmlformats.org/officeDocument/2006/relationships/customXml" Target="../ink/ink1632.xml"/><Relationship Id="rId59" Type="http://schemas.openxmlformats.org/officeDocument/2006/relationships/image" Target="../media/image3110.png"/><Relationship Id="rId103" Type="http://schemas.openxmlformats.org/officeDocument/2006/relationships/image" Target="../media/image1530.png"/><Relationship Id="rId124" Type="http://schemas.openxmlformats.org/officeDocument/2006/relationships/customXml" Target="../ink/ink1675.xml"/><Relationship Id="rId70" Type="http://schemas.openxmlformats.org/officeDocument/2006/relationships/customXml" Target="../ink/ink1648.xml"/><Relationship Id="rId91" Type="http://schemas.openxmlformats.org/officeDocument/2006/relationships/image" Target="../media/image1524.png"/><Relationship Id="rId145" Type="http://schemas.openxmlformats.org/officeDocument/2006/relationships/customXml" Target="../ink/ink1686.xml"/><Relationship Id="rId166" Type="http://schemas.openxmlformats.org/officeDocument/2006/relationships/image" Target="../media/image1562.png"/><Relationship Id="rId187" Type="http://schemas.openxmlformats.org/officeDocument/2006/relationships/customXml" Target="../ink/ink17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585.png"/><Relationship Id="rId233" Type="http://schemas.openxmlformats.org/officeDocument/2006/relationships/customXml" Target="../ink/ink1730.xml"/><Relationship Id="rId254" Type="http://schemas.openxmlformats.org/officeDocument/2006/relationships/image" Target="../media/image1606.png"/><Relationship Id="rId28" Type="http://schemas.openxmlformats.org/officeDocument/2006/relationships/customXml" Target="../ink/ink1627.xml"/><Relationship Id="rId49" Type="http://schemas.openxmlformats.org/officeDocument/2006/relationships/image" Target="../media/image2610.png"/><Relationship Id="rId114" Type="http://schemas.openxmlformats.org/officeDocument/2006/relationships/customXml" Target="../ink/ink1670.xml"/><Relationship Id="rId60" Type="http://schemas.openxmlformats.org/officeDocument/2006/relationships/customXml" Target="../ink/ink1643.xml"/><Relationship Id="rId81" Type="http://schemas.openxmlformats.org/officeDocument/2006/relationships/image" Target="../media/image4210.png"/><Relationship Id="rId135" Type="http://schemas.openxmlformats.org/officeDocument/2006/relationships/customXml" Target="../ink/ink1681.xml"/><Relationship Id="rId156" Type="http://schemas.openxmlformats.org/officeDocument/2006/relationships/image" Target="../media/image1557.png"/><Relationship Id="rId177" Type="http://schemas.openxmlformats.org/officeDocument/2006/relationships/customXml" Target="../ink/ink1702.xml"/><Relationship Id="rId198" Type="http://schemas.openxmlformats.org/officeDocument/2006/relationships/image" Target="../media/image1578.png"/><Relationship Id="rId202" Type="http://schemas.openxmlformats.org/officeDocument/2006/relationships/image" Target="../media/image1580.png"/><Relationship Id="rId223" Type="http://schemas.openxmlformats.org/officeDocument/2006/relationships/customXml" Target="../ink/ink1725.xml"/><Relationship Id="rId244" Type="http://schemas.openxmlformats.org/officeDocument/2006/relationships/image" Target="../media/image1601.png"/><Relationship Id="rId18" Type="http://schemas.openxmlformats.org/officeDocument/2006/relationships/customXml" Target="../ink/ink1622.xml"/><Relationship Id="rId39" Type="http://schemas.openxmlformats.org/officeDocument/2006/relationships/image" Target="../media/image2110.png"/><Relationship Id="rId50" Type="http://schemas.openxmlformats.org/officeDocument/2006/relationships/customXml" Target="../ink/ink1638.xml"/><Relationship Id="rId104" Type="http://schemas.openxmlformats.org/officeDocument/2006/relationships/customXml" Target="../ink/ink1665.xml"/><Relationship Id="rId125" Type="http://schemas.openxmlformats.org/officeDocument/2006/relationships/customXml" Target="../ink/ink1676.xml"/><Relationship Id="rId146" Type="http://schemas.openxmlformats.org/officeDocument/2006/relationships/image" Target="../media/image1552.png"/><Relationship Id="rId167" Type="http://schemas.openxmlformats.org/officeDocument/2006/relationships/customXml" Target="../ink/ink1697.xml"/><Relationship Id="rId188" Type="http://schemas.openxmlformats.org/officeDocument/2006/relationships/image" Target="../media/image1573.png"/><Relationship Id="rId71" Type="http://schemas.openxmlformats.org/officeDocument/2006/relationships/image" Target="../media/image3710.png"/><Relationship Id="rId92" Type="http://schemas.openxmlformats.org/officeDocument/2006/relationships/customXml" Target="../ink/ink1659.xml"/><Relationship Id="rId213" Type="http://schemas.openxmlformats.org/officeDocument/2006/relationships/customXml" Target="../ink/ink1720.xml"/><Relationship Id="rId234" Type="http://schemas.openxmlformats.org/officeDocument/2006/relationships/image" Target="../media/image1596.png"/><Relationship Id="rId2" Type="http://schemas.openxmlformats.org/officeDocument/2006/relationships/customXml" Target="../ink/ink1614.xml"/><Relationship Id="rId29" Type="http://schemas.openxmlformats.org/officeDocument/2006/relationships/image" Target="../media/image1610.png"/><Relationship Id="rId40" Type="http://schemas.openxmlformats.org/officeDocument/2006/relationships/customXml" Target="../ink/ink1633.xml"/><Relationship Id="rId115" Type="http://schemas.openxmlformats.org/officeDocument/2006/relationships/image" Target="../media/image1537.png"/><Relationship Id="rId136" Type="http://schemas.openxmlformats.org/officeDocument/2006/relationships/image" Target="../media/image1547.png"/><Relationship Id="rId157" Type="http://schemas.openxmlformats.org/officeDocument/2006/relationships/customXml" Target="../ink/ink1692.xml"/><Relationship Id="rId178" Type="http://schemas.openxmlformats.org/officeDocument/2006/relationships/image" Target="../media/image1568.png"/><Relationship Id="rId61" Type="http://schemas.openxmlformats.org/officeDocument/2006/relationships/image" Target="../media/image3210.png"/><Relationship Id="rId82" Type="http://schemas.openxmlformats.org/officeDocument/2006/relationships/customXml" Target="../ink/ink1654.xml"/><Relationship Id="rId199" Type="http://schemas.openxmlformats.org/officeDocument/2006/relationships/customXml" Target="../ink/ink1713.xml"/><Relationship Id="rId203" Type="http://schemas.openxmlformats.org/officeDocument/2006/relationships/customXml" Target="../ink/ink1715.xml"/><Relationship Id="rId19" Type="http://schemas.openxmlformats.org/officeDocument/2006/relationships/image" Target="../media/image11100.png"/><Relationship Id="rId224" Type="http://schemas.openxmlformats.org/officeDocument/2006/relationships/image" Target="../media/image1591.png"/><Relationship Id="rId245" Type="http://schemas.openxmlformats.org/officeDocument/2006/relationships/customXml" Target="../ink/ink1736.xml"/><Relationship Id="rId30" Type="http://schemas.openxmlformats.org/officeDocument/2006/relationships/customXml" Target="../ink/ink1628.xml"/><Relationship Id="rId105" Type="http://schemas.openxmlformats.org/officeDocument/2006/relationships/image" Target="../media/image1531.png"/><Relationship Id="rId126" Type="http://schemas.openxmlformats.org/officeDocument/2006/relationships/image" Target="../media/image1542.png"/><Relationship Id="rId147" Type="http://schemas.openxmlformats.org/officeDocument/2006/relationships/customXml" Target="../ink/ink1687.xml"/><Relationship Id="rId168" Type="http://schemas.openxmlformats.org/officeDocument/2006/relationships/image" Target="../media/image1563.png"/><Relationship Id="rId51" Type="http://schemas.openxmlformats.org/officeDocument/2006/relationships/image" Target="../media/image2710.png"/><Relationship Id="rId72" Type="http://schemas.openxmlformats.org/officeDocument/2006/relationships/customXml" Target="../ink/ink1649.xml"/><Relationship Id="rId93" Type="http://schemas.openxmlformats.org/officeDocument/2006/relationships/image" Target="../media/image1525.png"/><Relationship Id="rId189" Type="http://schemas.openxmlformats.org/officeDocument/2006/relationships/customXml" Target="../ink/ink1708.xml"/><Relationship Id="rId3" Type="http://schemas.openxmlformats.org/officeDocument/2006/relationships/image" Target="../media/image3100.png"/><Relationship Id="rId214" Type="http://schemas.openxmlformats.org/officeDocument/2006/relationships/image" Target="../media/image1586.png"/><Relationship Id="rId235" Type="http://schemas.openxmlformats.org/officeDocument/2006/relationships/customXml" Target="../ink/ink1731.xml"/><Relationship Id="rId116" Type="http://schemas.openxmlformats.org/officeDocument/2006/relationships/customXml" Target="../ink/ink1671.xml"/><Relationship Id="rId137" Type="http://schemas.openxmlformats.org/officeDocument/2006/relationships/customXml" Target="../ink/ink1682.xml"/><Relationship Id="rId158" Type="http://schemas.openxmlformats.org/officeDocument/2006/relationships/image" Target="../media/image1558.png"/><Relationship Id="rId20" Type="http://schemas.openxmlformats.org/officeDocument/2006/relationships/customXml" Target="../ink/ink1623.xml"/><Relationship Id="rId41" Type="http://schemas.openxmlformats.org/officeDocument/2006/relationships/image" Target="../media/image2210.png"/><Relationship Id="rId62" Type="http://schemas.openxmlformats.org/officeDocument/2006/relationships/customXml" Target="../ink/ink1644.xml"/><Relationship Id="rId83" Type="http://schemas.openxmlformats.org/officeDocument/2006/relationships/image" Target="../media/image4310.png"/><Relationship Id="rId179" Type="http://schemas.openxmlformats.org/officeDocument/2006/relationships/customXml" Target="../ink/ink1703.xml"/><Relationship Id="rId190" Type="http://schemas.openxmlformats.org/officeDocument/2006/relationships/image" Target="../media/image1574.png"/><Relationship Id="rId204" Type="http://schemas.openxmlformats.org/officeDocument/2006/relationships/image" Target="../media/image1581.png"/><Relationship Id="rId225" Type="http://schemas.openxmlformats.org/officeDocument/2006/relationships/customXml" Target="../ink/ink1726.xml"/><Relationship Id="rId246" Type="http://schemas.openxmlformats.org/officeDocument/2006/relationships/image" Target="../media/image1602.png"/><Relationship Id="rId106" Type="http://schemas.openxmlformats.org/officeDocument/2006/relationships/customXml" Target="../ink/ink1666.xml"/><Relationship Id="rId127" Type="http://schemas.openxmlformats.org/officeDocument/2006/relationships/customXml" Target="../ink/ink1677.xml"/><Relationship Id="rId10" Type="http://schemas.openxmlformats.org/officeDocument/2006/relationships/customXml" Target="../ink/ink1618.xml"/><Relationship Id="rId31" Type="http://schemas.openxmlformats.org/officeDocument/2006/relationships/image" Target="../media/image1710.png"/><Relationship Id="rId52" Type="http://schemas.openxmlformats.org/officeDocument/2006/relationships/customXml" Target="../ink/ink1639.xml"/><Relationship Id="rId73" Type="http://schemas.openxmlformats.org/officeDocument/2006/relationships/image" Target="../media/image3810.png"/><Relationship Id="rId94" Type="http://schemas.openxmlformats.org/officeDocument/2006/relationships/customXml" Target="../ink/ink1660.xml"/><Relationship Id="rId148" Type="http://schemas.openxmlformats.org/officeDocument/2006/relationships/image" Target="../media/image1553.png"/><Relationship Id="rId169" Type="http://schemas.openxmlformats.org/officeDocument/2006/relationships/customXml" Target="../ink/ink1698.xml"/><Relationship Id="rId4" Type="http://schemas.openxmlformats.org/officeDocument/2006/relationships/customXml" Target="../ink/ink1615.xml"/><Relationship Id="rId180" Type="http://schemas.openxmlformats.org/officeDocument/2006/relationships/image" Target="../media/image1569.png"/><Relationship Id="rId215" Type="http://schemas.openxmlformats.org/officeDocument/2006/relationships/customXml" Target="../ink/ink1721.xml"/><Relationship Id="rId236" Type="http://schemas.openxmlformats.org/officeDocument/2006/relationships/image" Target="../media/image159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46.xml"/><Relationship Id="rId18" Type="http://schemas.openxmlformats.org/officeDocument/2006/relationships/image" Target="../media/image1617.png"/><Relationship Id="rId26" Type="http://schemas.openxmlformats.org/officeDocument/2006/relationships/image" Target="../media/image1621.png"/><Relationship Id="rId21" Type="http://schemas.openxmlformats.org/officeDocument/2006/relationships/customXml" Target="../ink/ink1750.xml"/><Relationship Id="rId34" Type="http://schemas.openxmlformats.org/officeDocument/2006/relationships/image" Target="../media/image1625.png"/><Relationship Id="rId7" Type="http://schemas.openxmlformats.org/officeDocument/2006/relationships/customXml" Target="../ink/ink1743.xml"/><Relationship Id="rId12" Type="http://schemas.openxmlformats.org/officeDocument/2006/relationships/image" Target="../media/image1614.png"/><Relationship Id="rId17" Type="http://schemas.openxmlformats.org/officeDocument/2006/relationships/customXml" Target="../ink/ink1748.xml"/><Relationship Id="rId25" Type="http://schemas.openxmlformats.org/officeDocument/2006/relationships/customXml" Target="../ink/ink1752.xml"/><Relationship Id="rId33" Type="http://schemas.openxmlformats.org/officeDocument/2006/relationships/customXml" Target="../ink/ink1756.xml"/><Relationship Id="rId38" Type="http://schemas.openxmlformats.org/officeDocument/2006/relationships/image" Target="../media/image1627.png"/><Relationship Id="rId2" Type="http://schemas.openxmlformats.org/officeDocument/2006/relationships/image" Target="../media/image1608.png"/><Relationship Id="rId16" Type="http://schemas.openxmlformats.org/officeDocument/2006/relationships/image" Target="../media/image1616.png"/><Relationship Id="rId20" Type="http://schemas.openxmlformats.org/officeDocument/2006/relationships/image" Target="../media/image1618.png"/><Relationship Id="rId29" Type="http://schemas.openxmlformats.org/officeDocument/2006/relationships/customXml" Target="../ink/ink175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1.png"/><Relationship Id="rId11" Type="http://schemas.openxmlformats.org/officeDocument/2006/relationships/customXml" Target="../ink/ink1745.xml"/><Relationship Id="rId24" Type="http://schemas.openxmlformats.org/officeDocument/2006/relationships/image" Target="../media/image1620.png"/><Relationship Id="rId32" Type="http://schemas.openxmlformats.org/officeDocument/2006/relationships/image" Target="../media/image1624.png"/><Relationship Id="rId37" Type="http://schemas.openxmlformats.org/officeDocument/2006/relationships/customXml" Target="../ink/ink1758.xml"/><Relationship Id="rId5" Type="http://schemas.openxmlformats.org/officeDocument/2006/relationships/customXml" Target="../ink/ink1742.xml"/><Relationship Id="rId15" Type="http://schemas.openxmlformats.org/officeDocument/2006/relationships/customXml" Target="../ink/ink1747.xml"/><Relationship Id="rId23" Type="http://schemas.openxmlformats.org/officeDocument/2006/relationships/customXml" Target="../ink/ink1751.xml"/><Relationship Id="rId28" Type="http://schemas.openxmlformats.org/officeDocument/2006/relationships/image" Target="../media/image1622.png"/><Relationship Id="rId36" Type="http://schemas.openxmlformats.org/officeDocument/2006/relationships/image" Target="../media/image1626.png"/><Relationship Id="rId10" Type="http://schemas.openxmlformats.org/officeDocument/2006/relationships/image" Target="../media/image1613.png"/><Relationship Id="rId19" Type="http://schemas.openxmlformats.org/officeDocument/2006/relationships/customXml" Target="../ink/ink1749.xml"/><Relationship Id="rId31" Type="http://schemas.openxmlformats.org/officeDocument/2006/relationships/customXml" Target="../ink/ink1755.xml"/><Relationship Id="rId4" Type="http://schemas.openxmlformats.org/officeDocument/2006/relationships/image" Target="../media/image1609.png"/><Relationship Id="rId9" Type="http://schemas.openxmlformats.org/officeDocument/2006/relationships/customXml" Target="../ink/ink1744.xml"/><Relationship Id="rId14" Type="http://schemas.openxmlformats.org/officeDocument/2006/relationships/image" Target="../media/image1615.png"/><Relationship Id="rId22" Type="http://schemas.openxmlformats.org/officeDocument/2006/relationships/image" Target="../media/image1619.png"/><Relationship Id="rId27" Type="http://schemas.openxmlformats.org/officeDocument/2006/relationships/customXml" Target="../ink/ink1753.xml"/><Relationship Id="rId30" Type="http://schemas.openxmlformats.org/officeDocument/2006/relationships/image" Target="../media/image1623.png"/><Relationship Id="rId35" Type="http://schemas.openxmlformats.org/officeDocument/2006/relationships/customXml" Target="../ink/ink1757.xml"/><Relationship Id="rId8" Type="http://schemas.openxmlformats.org/officeDocument/2006/relationships/image" Target="../media/image1612.png"/><Relationship Id="rId3" Type="http://schemas.openxmlformats.org/officeDocument/2006/relationships/customXml" Target="../ink/ink1741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910.png"/><Relationship Id="rId117" Type="http://schemas.openxmlformats.org/officeDocument/2006/relationships/customXml" Target="../ink/ink1816.xml"/><Relationship Id="rId21" Type="http://schemas.openxmlformats.org/officeDocument/2006/relationships/customXml" Target="../ink/ink1768.xml"/><Relationship Id="rId42" Type="http://schemas.openxmlformats.org/officeDocument/2006/relationships/image" Target="../media/image6710.png"/><Relationship Id="rId47" Type="http://schemas.openxmlformats.org/officeDocument/2006/relationships/customXml" Target="../ink/ink1781.xml"/><Relationship Id="rId63" Type="http://schemas.openxmlformats.org/officeDocument/2006/relationships/customXml" Target="../ink/ink1789.xml"/><Relationship Id="rId68" Type="http://schemas.openxmlformats.org/officeDocument/2006/relationships/image" Target="../media/image8011.png"/><Relationship Id="rId84" Type="http://schemas.openxmlformats.org/officeDocument/2006/relationships/image" Target="../media/image8811.png"/><Relationship Id="rId89" Type="http://schemas.openxmlformats.org/officeDocument/2006/relationships/customXml" Target="../ink/ink1802.xml"/><Relationship Id="rId112" Type="http://schemas.openxmlformats.org/officeDocument/2006/relationships/image" Target="../media/image10211.png"/><Relationship Id="rId16" Type="http://schemas.openxmlformats.org/officeDocument/2006/relationships/image" Target="../media/image5410.png"/><Relationship Id="rId107" Type="http://schemas.openxmlformats.org/officeDocument/2006/relationships/customXml" Target="../ink/ink1811.xml"/><Relationship Id="rId11" Type="http://schemas.openxmlformats.org/officeDocument/2006/relationships/customXml" Target="../ink/ink1763.xml"/><Relationship Id="rId32" Type="http://schemas.openxmlformats.org/officeDocument/2006/relationships/image" Target="../media/image6210.png"/><Relationship Id="rId37" Type="http://schemas.openxmlformats.org/officeDocument/2006/relationships/customXml" Target="../ink/ink1776.xml"/><Relationship Id="rId53" Type="http://schemas.openxmlformats.org/officeDocument/2006/relationships/customXml" Target="../ink/ink1784.xml"/><Relationship Id="rId58" Type="http://schemas.openxmlformats.org/officeDocument/2006/relationships/image" Target="../media/image7511.png"/><Relationship Id="rId74" Type="http://schemas.openxmlformats.org/officeDocument/2006/relationships/image" Target="../media/image8311.png"/><Relationship Id="rId79" Type="http://schemas.openxmlformats.org/officeDocument/2006/relationships/customXml" Target="../ink/ink1797.xml"/><Relationship Id="rId102" Type="http://schemas.openxmlformats.org/officeDocument/2006/relationships/image" Target="../media/image9712.png"/><Relationship Id="rId123" Type="http://schemas.openxmlformats.org/officeDocument/2006/relationships/customXml" Target="../ink/ink1819.xml"/><Relationship Id="rId5" Type="http://schemas.openxmlformats.org/officeDocument/2006/relationships/customXml" Target="../ink/ink1760.xml"/><Relationship Id="rId90" Type="http://schemas.openxmlformats.org/officeDocument/2006/relationships/image" Target="../media/image9110.png"/><Relationship Id="rId95" Type="http://schemas.openxmlformats.org/officeDocument/2006/relationships/customXml" Target="../ink/ink1805.xml"/><Relationship Id="rId22" Type="http://schemas.openxmlformats.org/officeDocument/2006/relationships/image" Target="../media/image5710.png"/><Relationship Id="rId27" Type="http://schemas.openxmlformats.org/officeDocument/2006/relationships/customXml" Target="../ink/ink1771.xml"/><Relationship Id="rId43" Type="http://schemas.openxmlformats.org/officeDocument/2006/relationships/customXml" Target="../ink/ink1779.xml"/><Relationship Id="rId48" Type="http://schemas.openxmlformats.org/officeDocument/2006/relationships/image" Target="../media/image7010.png"/><Relationship Id="rId64" Type="http://schemas.openxmlformats.org/officeDocument/2006/relationships/image" Target="../media/image7811.png"/><Relationship Id="rId69" Type="http://schemas.openxmlformats.org/officeDocument/2006/relationships/customXml" Target="../ink/ink1792.xml"/><Relationship Id="rId113" Type="http://schemas.openxmlformats.org/officeDocument/2006/relationships/customXml" Target="../ink/ink1814.xml"/><Relationship Id="rId118" Type="http://schemas.openxmlformats.org/officeDocument/2006/relationships/image" Target="../media/image10511.png"/><Relationship Id="rId80" Type="http://schemas.openxmlformats.org/officeDocument/2006/relationships/image" Target="../media/image8610.png"/><Relationship Id="rId85" Type="http://schemas.openxmlformats.org/officeDocument/2006/relationships/customXml" Target="../ink/ink1800.xml"/><Relationship Id="rId12" Type="http://schemas.openxmlformats.org/officeDocument/2006/relationships/image" Target="../media/image5210.png"/><Relationship Id="rId17" Type="http://schemas.openxmlformats.org/officeDocument/2006/relationships/customXml" Target="../ink/ink1766.xml"/><Relationship Id="rId33" Type="http://schemas.openxmlformats.org/officeDocument/2006/relationships/customXml" Target="../ink/ink1774.xml"/><Relationship Id="rId38" Type="http://schemas.openxmlformats.org/officeDocument/2006/relationships/image" Target="../media/image6510.png"/><Relationship Id="rId59" Type="http://schemas.openxmlformats.org/officeDocument/2006/relationships/customXml" Target="../ink/ink1787.xml"/><Relationship Id="rId103" Type="http://schemas.openxmlformats.org/officeDocument/2006/relationships/customXml" Target="../ink/ink1809.xml"/><Relationship Id="rId108" Type="http://schemas.openxmlformats.org/officeDocument/2006/relationships/image" Target="../media/image10011.png"/><Relationship Id="rId124" Type="http://schemas.openxmlformats.org/officeDocument/2006/relationships/image" Target="../media/image10811.png"/><Relationship Id="rId54" Type="http://schemas.openxmlformats.org/officeDocument/2006/relationships/image" Target="../media/image7310.png"/><Relationship Id="rId70" Type="http://schemas.openxmlformats.org/officeDocument/2006/relationships/image" Target="../media/image8111.png"/><Relationship Id="rId75" Type="http://schemas.openxmlformats.org/officeDocument/2006/relationships/customXml" Target="../ink/ink1795.xml"/><Relationship Id="rId91" Type="http://schemas.openxmlformats.org/officeDocument/2006/relationships/customXml" Target="../ink/ink1803.xml"/><Relationship Id="rId96" Type="http://schemas.openxmlformats.org/officeDocument/2006/relationships/image" Target="../media/image94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10.png"/><Relationship Id="rId23" Type="http://schemas.openxmlformats.org/officeDocument/2006/relationships/customXml" Target="../ink/ink1769.xml"/><Relationship Id="rId28" Type="http://schemas.openxmlformats.org/officeDocument/2006/relationships/image" Target="../media/image6010.png"/><Relationship Id="rId49" Type="http://schemas.openxmlformats.org/officeDocument/2006/relationships/customXml" Target="../ink/ink1782.xml"/><Relationship Id="rId114" Type="http://schemas.openxmlformats.org/officeDocument/2006/relationships/image" Target="../media/image10311.png"/><Relationship Id="rId119" Type="http://schemas.openxmlformats.org/officeDocument/2006/relationships/customXml" Target="../ink/ink1817.xml"/><Relationship Id="rId44" Type="http://schemas.openxmlformats.org/officeDocument/2006/relationships/image" Target="../media/image6810.png"/><Relationship Id="rId60" Type="http://schemas.openxmlformats.org/officeDocument/2006/relationships/image" Target="../media/image7611.png"/><Relationship Id="rId65" Type="http://schemas.openxmlformats.org/officeDocument/2006/relationships/customXml" Target="../ink/ink1790.xml"/><Relationship Id="rId81" Type="http://schemas.openxmlformats.org/officeDocument/2006/relationships/customXml" Target="../ink/ink1798.xml"/><Relationship Id="rId86" Type="http://schemas.openxmlformats.org/officeDocument/2006/relationships/image" Target="../media/image8911.png"/><Relationship Id="rId4" Type="http://schemas.openxmlformats.org/officeDocument/2006/relationships/image" Target="../media/image4810.png"/><Relationship Id="rId9" Type="http://schemas.openxmlformats.org/officeDocument/2006/relationships/customXml" Target="../ink/ink1762.xml"/><Relationship Id="rId13" Type="http://schemas.openxmlformats.org/officeDocument/2006/relationships/customXml" Target="../ink/ink1764.xml"/><Relationship Id="rId18" Type="http://schemas.openxmlformats.org/officeDocument/2006/relationships/image" Target="../media/image5510.png"/><Relationship Id="rId39" Type="http://schemas.openxmlformats.org/officeDocument/2006/relationships/customXml" Target="../ink/ink1777.xml"/><Relationship Id="rId109" Type="http://schemas.openxmlformats.org/officeDocument/2006/relationships/customXml" Target="../ink/ink1812.xml"/><Relationship Id="rId34" Type="http://schemas.openxmlformats.org/officeDocument/2006/relationships/image" Target="../media/image6310.png"/><Relationship Id="rId50" Type="http://schemas.openxmlformats.org/officeDocument/2006/relationships/image" Target="../media/image7110.png"/><Relationship Id="rId55" Type="http://schemas.openxmlformats.org/officeDocument/2006/relationships/customXml" Target="../ink/ink1785.xml"/><Relationship Id="rId76" Type="http://schemas.openxmlformats.org/officeDocument/2006/relationships/image" Target="../media/image8411.png"/><Relationship Id="rId97" Type="http://schemas.openxmlformats.org/officeDocument/2006/relationships/customXml" Target="../ink/ink1806.xml"/><Relationship Id="rId104" Type="http://schemas.openxmlformats.org/officeDocument/2006/relationships/image" Target="../media/image9812.png"/><Relationship Id="rId120" Type="http://schemas.openxmlformats.org/officeDocument/2006/relationships/image" Target="../media/image10611.png"/><Relationship Id="rId7" Type="http://schemas.openxmlformats.org/officeDocument/2006/relationships/customXml" Target="../ink/ink1761.xml"/><Relationship Id="rId71" Type="http://schemas.openxmlformats.org/officeDocument/2006/relationships/customXml" Target="../ink/ink1793.xml"/><Relationship Id="rId92" Type="http://schemas.openxmlformats.org/officeDocument/2006/relationships/image" Target="../media/image9211.png"/><Relationship Id="rId2" Type="http://schemas.openxmlformats.org/officeDocument/2006/relationships/image" Target="../media/image1628.emf"/><Relationship Id="rId29" Type="http://schemas.openxmlformats.org/officeDocument/2006/relationships/customXml" Target="../ink/ink1772.xml"/><Relationship Id="rId24" Type="http://schemas.openxmlformats.org/officeDocument/2006/relationships/image" Target="../media/image5810.png"/><Relationship Id="rId40" Type="http://schemas.openxmlformats.org/officeDocument/2006/relationships/image" Target="../media/image6610.png"/><Relationship Id="rId45" Type="http://schemas.openxmlformats.org/officeDocument/2006/relationships/customXml" Target="../ink/ink1780.xml"/><Relationship Id="rId66" Type="http://schemas.openxmlformats.org/officeDocument/2006/relationships/image" Target="../media/image7910.png"/><Relationship Id="rId87" Type="http://schemas.openxmlformats.org/officeDocument/2006/relationships/customXml" Target="../ink/ink1801.xml"/><Relationship Id="rId110" Type="http://schemas.openxmlformats.org/officeDocument/2006/relationships/image" Target="../media/image10111.png"/><Relationship Id="rId115" Type="http://schemas.openxmlformats.org/officeDocument/2006/relationships/customXml" Target="../ink/ink1815.xml"/><Relationship Id="rId61" Type="http://schemas.openxmlformats.org/officeDocument/2006/relationships/customXml" Target="../ink/ink1788.xml"/><Relationship Id="rId82" Type="http://schemas.openxmlformats.org/officeDocument/2006/relationships/image" Target="../media/image8711.png"/><Relationship Id="rId19" Type="http://schemas.openxmlformats.org/officeDocument/2006/relationships/customXml" Target="../ink/ink1767.xml"/><Relationship Id="rId14" Type="http://schemas.openxmlformats.org/officeDocument/2006/relationships/image" Target="../media/image5310.png"/><Relationship Id="rId30" Type="http://schemas.openxmlformats.org/officeDocument/2006/relationships/image" Target="../media/image6110.png"/><Relationship Id="rId35" Type="http://schemas.openxmlformats.org/officeDocument/2006/relationships/customXml" Target="../ink/ink1775.xml"/><Relationship Id="rId56" Type="http://schemas.openxmlformats.org/officeDocument/2006/relationships/image" Target="../media/image7410.png"/><Relationship Id="rId77" Type="http://schemas.openxmlformats.org/officeDocument/2006/relationships/customXml" Target="../ink/ink1796.xml"/><Relationship Id="rId100" Type="http://schemas.openxmlformats.org/officeDocument/2006/relationships/image" Target="../media/image9612.png"/><Relationship Id="rId105" Type="http://schemas.openxmlformats.org/officeDocument/2006/relationships/customXml" Target="../ink/ink1810.xml"/><Relationship Id="rId8" Type="http://schemas.openxmlformats.org/officeDocument/2006/relationships/image" Target="../media/image5010.png"/><Relationship Id="rId51" Type="http://schemas.openxmlformats.org/officeDocument/2006/relationships/customXml" Target="../ink/ink1783.xml"/><Relationship Id="rId72" Type="http://schemas.openxmlformats.org/officeDocument/2006/relationships/image" Target="../media/image8211.png"/><Relationship Id="rId93" Type="http://schemas.openxmlformats.org/officeDocument/2006/relationships/customXml" Target="../ink/ink1804.xml"/><Relationship Id="rId98" Type="http://schemas.openxmlformats.org/officeDocument/2006/relationships/image" Target="../media/image9512.png"/><Relationship Id="rId121" Type="http://schemas.openxmlformats.org/officeDocument/2006/relationships/customXml" Target="../ink/ink1818.xml"/><Relationship Id="rId3" Type="http://schemas.openxmlformats.org/officeDocument/2006/relationships/customXml" Target="../ink/ink1759.xml"/><Relationship Id="rId25" Type="http://schemas.openxmlformats.org/officeDocument/2006/relationships/customXml" Target="../ink/ink1770.xml"/><Relationship Id="rId46" Type="http://schemas.openxmlformats.org/officeDocument/2006/relationships/image" Target="../media/image6910.png"/><Relationship Id="rId67" Type="http://schemas.openxmlformats.org/officeDocument/2006/relationships/customXml" Target="../ink/ink1791.xml"/><Relationship Id="rId116" Type="http://schemas.openxmlformats.org/officeDocument/2006/relationships/image" Target="../media/image10411.png"/><Relationship Id="rId20" Type="http://schemas.openxmlformats.org/officeDocument/2006/relationships/image" Target="../media/image5610.png"/><Relationship Id="rId41" Type="http://schemas.openxmlformats.org/officeDocument/2006/relationships/customXml" Target="../ink/ink1778.xml"/><Relationship Id="rId62" Type="http://schemas.openxmlformats.org/officeDocument/2006/relationships/image" Target="../media/image7711.png"/><Relationship Id="rId83" Type="http://schemas.openxmlformats.org/officeDocument/2006/relationships/customXml" Target="../ink/ink1799.xml"/><Relationship Id="rId88" Type="http://schemas.openxmlformats.org/officeDocument/2006/relationships/image" Target="../media/image9010.png"/><Relationship Id="rId111" Type="http://schemas.openxmlformats.org/officeDocument/2006/relationships/customXml" Target="../ink/ink1813.xml"/><Relationship Id="rId15" Type="http://schemas.openxmlformats.org/officeDocument/2006/relationships/customXml" Target="../ink/ink1765.xml"/><Relationship Id="rId36" Type="http://schemas.openxmlformats.org/officeDocument/2006/relationships/image" Target="../media/image6410.png"/><Relationship Id="rId57" Type="http://schemas.openxmlformats.org/officeDocument/2006/relationships/customXml" Target="../ink/ink1786.xml"/><Relationship Id="rId106" Type="http://schemas.openxmlformats.org/officeDocument/2006/relationships/image" Target="../media/image9912.png"/><Relationship Id="rId10" Type="http://schemas.openxmlformats.org/officeDocument/2006/relationships/image" Target="../media/image5110.png"/><Relationship Id="rId31" Type="http://schemas.openxmlformats.org/officeDocument/2006/relationships/customXml" Target="../ink/ink1773.xml"/><Relationship Id="rId52" Type="http://schemas.openxmlformats.org/officeDocument/2006/relationships/image" Target="../media/image7210.png"/><Relationship Id="rId73" Type="http://schemas.openxmlformats.org/officeDocument/2006/relationships/customXml" Target="../ink/ink1794.xml"/><Relationship Id="rId78" Type="http://schemas.openxmlformats.org/officeDocument/2006/relationships/image" Target="../media/image8511.png"/><Relationship Id="rId94" Type="http://schemas.openxmlformats.org/officeDocument/2006/relationships/image" Target="../media/image9311.png"/><Relationship Id="rId99" Type="http://schemas.openxmlformats.org/officeDocument/2006/relationships/customXml" Target="../ink/ink1807.xml"/><Relationship Id="rId101" Type="http://schemas.openxmlformats.org/officeDocument/2006/relationships/customXml" Target="../ink/ink1808.xml"/><Relationship Id="rId122" Type="http://schemas.openxmlformats.org/officeDocument/2006/relationships/image" Target="../media/image10711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6.png"/><Relationship Id="rId21" Type="http://schemas.openxmlformats.org/officeDocument/2006/relationships/image" Target="../media/image1638.png"/><Relationship Id="rId324" Type="http://schemas.openxmlformats.org/officeDocument/2006/relationships/customXml" Target="../ink/ink1981.xml"/><Relationship Id="rId531" Type="http://schemas.openxmlformats.org/officeDocument/2006/relationships/image" Target="../media/image1895.png"/><Relationship Id="rId170" Type="http://schemas.openxmlformats.org/officeDocument/2006/relationships/customXml" Target="../ink/ink1904.xml"/><Relationship Id="rId268" Type="http://schemas.openxmlformats.org/officeDocument/2006/relationships/customXml" Target="../ink/ink1953.xml"/><Relationship Id="rId475" Type="http://schemas.openxmlformats.org/officeDocument/2006/relationships/image" Target="../media/image1867.png"/><Relationship Id="rId32" Type="http://schemas.openxmlformats.org/officeDocument/2006/relationships/customXml" Target="../ink/ink1835.xml"/><Relationship Id="rId128" Type="http://schemas.openxmlformats.org/officeDocument/2006/relationships/customXml" Target="../ink/ink1883.xml"/><Relationship Id="rId335" Type="http://schemas.openxmlformats.org/officeDocument/2006/relationships/image" Target="../media/image1796.png"/><Relationship Id="rId542" Type="http://schemas.openxmlformats.org/officeDocument/2006/relationships/customXml" Target="../ink/ink2090.xml"/><Relationship Id="rId181" Type="http://schemas.openxmlformats.org/officeDocument/2006/relationships/image" Target="../media/image1719.png"/><Relationship Id="rId402" Type="http://schemas.openxmlformats.org/officeDocument/2006/relationships/customXml" Target="../ink/ink2020.xml"/><Relationship Id="rId279" Type="http://schemas.openxmlformats.org/officeDocument/2006/relationships/image" Target="../media/image1768.png"/><Relationship Id="rId486" Type="http://schemas.openxmlformats.org/officeDocument/2006/relationships/customXml" Target="../ink/ink2062.xml"/><Relationship Id="rId43" Type="http://schemas.openxmlformats.org/officeDocument/2006/relationships/image" Target="../media/image1649.png"/><Relationship Id="rId139" Type="http://schemas.openxmlformats.org/officeDocument/2006/relationships/image" Target="../media/image1697.png"/><Relationship Id="rId346" Type="http://schemas.openxmlformats.org/officeDocument/2006/relationships/customXml" Target="../ink/ink1992.xml"/><Relationship Id="rId553" Type="http://schemas.openxmlformats.org/officeDocument/2006/relationships/image" Target="../media/image1906.png"/><Relationship Id="rId192" Type="http://schemas.openxmlformats.org/officeDocument/2006/relationships/customXml" Target="../ink/ink1915.xml"/><Relationship Id="rId206" Type="http://schemas.openxmlformats.org/officeDocument/2006/relationships/customXml" Target="../ink/ink1922.xml"/><Relationship Id="rId413" Type="http://schemas.openxmlformats.org/officeDocument/2006/relationships/image" Target="../media/image1836.png"/><Relationship Id="rId497" Type="http://schemas.openxmlformats.org/officeDocument/2006/relationships/image" Target="../media/image1878.png"/><Relationship Id="rId357" Type="http://schemas.openxmlformats.org/officeDocument/2006/relationships/image" Target="../media/image1807.png"/><Relationship Id="rId54" Type="http://schemas.openxmlformats.org/officeDocument/2006/relationships/customXml" Target="../ink/ink1846.xml"/><Relationship Id="rId217" Type="http://schemas.openxmlformats.org/officeDocument/2006/relationships/image" Target="../media/image1737.png"/><Relationship Id="rId564" Type="http://schemas.openxmlformats.org/officeDocument/2006/relationships/customXml" Target="../ink/ink2101.xml"/><Relationship Id="rId424" Type="http://schemas.openxmlformats.org/officeDocument/2006/relationships/customXml" Target="../ink/ink2031.xml"/><Relationship Id="rId270" Type="http://schemas.openxmlformats.org/officeDocument/2006/relationships/customXml" Target="../ink/ink1954.xml"/><Relationship Id="rId65" Type="http://schemas.openxmlformats.org/officeDocument/2006/relationships/image" Target="../media/image1660.png"/><Relationship Id="rId130" Type="http://schemas.openxmlformats.org/officeDocument/2006/relationships/customXml" Target="../ink/ink1884.xml"/><Relationship Id="rId368" Type="http://schemas.openxmlformats.org/officeDocument/2006/relationships/customXml" Target="../ink/ink2003.xml"/><Relationship Id="rId172" Type="http://schemas.openxmlformats.org/officeDocument/2006/relationships/customXml" Target="../ink/ink1905.xml"/><Relationship Id="rId228" Type="http://schemas.openxmlformats.org/officeDocument/2006/relationships/customXml" Target="../ink/ink1933.xml"/><Relationship Id="rId435" Type="http://schemas.openxmlformats.org/officeDocument/2006/relationships/image" Target="../media/image1847.png"/><Relationship Id="rId477" Type="http://schemas.openxmlformats.org/officeDocument/2006/relationships/image" Target="../media/image1868.png"/><Relationship Id="rId281" Type="http://schemas.openxmlformats.org/officeDocument/2006/relationships/image" Target="../media/image1769.png"/><Relationship Id="rId337" Type="http://schemas.openxmlformats.org/officeDocument/2006/relationships/image" Target="../media/image1797.png"/><Relationship Id="rId502" Type="http://schemas.openxmlformats.org/officeDocument/2006/relationships/customXml" Target="../ink/ink2070.xml"/><Relationship Id="rId34" Type="http://schemas.openxmlformats.org/officeDocument/2006/relationships/customXml" Target="../ink/ink1836.xml"/><Relationship Id="rId76" Type="http://schemas.openxmlformats.org/officeDocument/2006/relationships/customXml" Target="../ink/ink1857.xml"/><Relationship Id="rId141" Type="http://schemas.openxmlformats.org/officeDocument/2006/relationships/image" Target="../media/image1698.png"/><Relationship Id="rId379" Type="http://schemas.openxmlformats.org/officeDocument/2006/relationships/image" Target="../media/image1819.png"/><Relationship Id="rId544" Type="http://schemas.openxmlformats.org/officeDocument/2006/relationships/customXml" Target="../ink/ink2091.xml"/><Relationship Id="rId7" Type="http://schemas.openxmlformats.org/officeDocument/2006/relationships/image" Target="../media/image1631.png"/><Relationship Id="rId183" Type="http://schemas.openxmlformats.org/officeDocument/2006/relationships/image" Target="../media/image1720.png"/><Relationship Id="rId239" Type="http://schemas.openxmlformats.org/officeDocument/2006/relationships/image" Target="../media/image1748.png"/><Relationship Id="rId390" Type="http://schemas.openxmlformats.org/officeDocument/2006/relationships/customXml" Target="../ink/ink2014.xml"/><Relationship Id="rId404" Type="http://schemas.openxmlformats.org/officeDocument/2006/relationships/customXml" Target="../ink/ink2021.xml"/><Relationship Id="rId446" Type="http://schemas.openxmlformats.org/officeDocument/2006/relationships/customXml" Target="../ink/ink2042.xml"/><Relationship Id="rId250" Type="http://schemas.openxmlformats.org/officeDocument/2006/relationships/customXml" Target="../ink/ink1944.xml"/><Relationship Id="rId292" Type="http://schemas.openxmlformats.org/officeDocument/2006/relationships/customXml" Target="../ink/ink1965.xml"/><Relationship Id="rId306" Type="http://schemas.openxmlformats.org/officeDocument/2006/relationships/customXml" Target="../ink/ink1972.xml"/><Relationship Id="rId488" Type="http://schemas.openxmlformats.org/officeDocument/2006/relationships/customXml" Target="../ink/ink2063.xml"/><Relationship Id="rId45" Type="http://schemas.openxmlformats.org/officeDocument/2006/relationships/image" Target="../media/image1650.png"/><Relationship Id="rId87" Type="http://schemas.openxmlformats.org/officeDocument/2006/relationships/image" Target="../media/image1671.png"/><Relationship Id="rId110" Type="http://schemas.openxmlformats.org/officeDocument/2006/relationships/customXml" Target="../ink/ink1874.xml"/><Relationship Id="rId348" Type="http://schemas.openxmlformats.org/officeDocument/2006/relationships/customXml" Target="../ink/ink1993.xml"/><Relationship Id="rId513" Type="http://schemas.openxmlformats.org/officeDocument/2006/relationships/image" Target="../media/image1886.png"/><Relationship Id="rId555" Type="http://schemas.openxmlformats.org/officeDocument/2006/relationships/image" Target="../media/image1907.png"/><Relationship Id="rId152" Type="http://schemas.openxmlformats.org/officeDocument/2006/relationships/customXml" Target="../ink/ink1895.xml"/><Relationship Id="rId194" Type="http://schemas.openxmlformats.org/officeDocument/2006/relationships/customXml" Target="../ink/ink1916.xml"/><Relationship Id="rId208" Type="http://schemas.openxmlformats.org/officeDocument/2006/relationships/customXml" Target="../ink/ink1923.xml"/><Relationship Id="rId415" Type="http://schemas.openxmlformats.org/officeDocument/2006/relationships/image" Target="../media/image1837.png"/><Relationship Id="rId457" Type="http://schemas.openxmlformats.org/officeDocument/2006/relationships/image" Target="../media/image1858.png"/><Relationship Id="rId261" Type="http://schemas.openxmlformats.org/officeDocument/2006/relationships/image" Target="../media/image1759.png"/><Relationship Id="rId499" Type="http://schemas.openxmlformats.org/officeDocument/2006/relationships/image" Target="../media/image1879.png"/><Relationship Id="rId14" Type="http://schemas.openxmlformats.org/officeDocument/2006/relationships/customXml" Target="../ink/ink1826.xml"/><Relationship Id="rId56" Type="http://schemas.openxmlformats.org/officeDocument/2006/relationships/customXml" Target="../ink/ink1847.xml"/><Relationship Id="rId317" Type="http://schemas.openxmlformats.org/officeDocument/2006/relationships/image" Target="../media/image1787.png"/><Relationship Id="rId359" Type="http://schemas.openxmlformats.org/officeDocument/2006/relationships/image" Target="../media/image1808.png"/><Relationship Id="rId524" Type="http://schemas.openxmlformats.org/officeDocument/2006/relationships/customXml" Target="../ink/ink2081.xml"/><Relationship Id="rId566" Type="http://schemas.openxmlformats.org/officeDocument/2006/relationships/customXml" Target="../ink/ink2102.xml"/><Relationship Id="rId98" Type="http://schemas.openxmlformats.org/officeDocument/2006/relationships/customXml" Target="../ink/ink1868.xml"/><Relationship Id="rId121" Type="http://schemas.openxmlformats.org/officeDocument/2006/relationships/image" Target="../media/image1688.png"/><Relationship Id="rId163" Type="http://schemas.openxmlformats.org/officeDocument/2006/relationships/image" Target="../media/image1709.png"/><Relationship Id="rId219" Type="http://schemas.openxmlformats.org/officeDocument/2006/relationships/image" Target="../media/image1738.png"/><Relationship Id="rId370" Type="http://schemas.openxmlformats.org/officeDocument/2006/relationships/customXml" Target="../ink/ink2004.xml"/><Relationship Id="rId426" Type="http://schemas.openxmlformats.org/officeDocument/2006/relationships/customXml" Target="../ink/ink2032.xml"/><Relationship Id="rId230" Type="http://schemas.openxmlformats.org/officeDocument/2006/relationships/customXml" Target="../ink/ink1934.xml"/><Relationship Id="rId468" Type="http://schemas.openxmlformats.org/officeDocument/2006/relationships/customXml" Target="../ink/ink2053.xml"/><Relationship Id="rId25" Type="http://schemas.openxmlformats.org/officeDocument/2006/relationships/image" Target="../media/image1640.png"/><Relationship Id="rId67" Type="http://schemas.openxmlformats.org/officeDocument/2006/relationships/image" Target="../media/image1661.png"/><Relationship Id="rId272" Type="http://schemas.openxmlformats.org/officeDocument/2006/relationships/customXml" Target="../ink/ink1955.xml"/><Relationship Id="rId328" Type="http://schemas.openxmlformats.org/officeDocument/2006/relationships/customXml" Target="../ink/ink1983.xml"/><Relationship Id="rId535" Type="http://schemas.openxmlformats.org/officeDocument/2006/relationships/image" Target="../media/image1897.png"/><Relationship Id="rId132" Type="http://schemas.openxmlformats.org/officeDocument/2006/relationships/customXml" Target="../ink/ink1885.xml"/><Relationship Id="rId174" Type="http://schemas.openxmlformats.org/officeDocument/2006/relationships/customXml" Target="../ink/ink1906.xml"/><Relationship Id="rId381" Type="http://schemas.openxmlformats.org/officeDocument/2006/relationships/image" Target="../media/image1820.png"/><Relationship Id="rId241" Type="http://schemas.openxmlformats.org/officeDocument/2006/relationships/image" Target="../media/image1749.png"/><Relationship Id="rId437" Type="http://schemas.openxmlformats.org/officeDocument/2006/relationships/image" Target="../media/image1848.png"/><Relationship Id="rId479" Type="http://schemas.openxmlformats.org/officeDocument/2006/relationships/image" Target="../media/image1869.png"/><Relationship Id="rId36" Type="http://schemas.openxmlformats.org/officeDocument/2006/relationships/customXml" Target="../ink/ink1837.xml"/><Relationship Id="rId283" Type="http://schemas.openxmlformats.org/officeDocument/2006/relationships/image" Target="../media/image1770.png"/><Relationship Id="rId339" Type="http://schemas.openxmlformats.org/officeDocument/2006/relationships/image" Target="../media/image1798.png"/><Relationship Id="rId490" Type="http://schemas.openxmlformats.org/officeDocument/2006/relationships/customXml" Target="../ink/ink2064.xml"/><Relationship Id="rId504" Type="http://schemas.openxmlformats.org/officeDocument/2006/relationships/customXml" Target="../ink/ink2071.xml"/><Relationship Id="rId546" Type="http://schemas.openxmlformats.org/officeDocument/2006/relationships/customXml" Target="../ink/ink2092.xml"/><Relationship Id="rId78" Type="http://schemas.openxmlformats.org/officeDocument/2006/relationships/customXml" Target="../ink/ink1858.xml"/><Relationship Id="rId101" Type="http://schemas.openxmlformats.org/officeDocument/2006/relationships/image" Target="../media/image1678.png"/><Relationship Id="rId143" Type="http://schemas.openxmlformats.org/officeDocument/2006/relationships/image" Target="../media/image1699.png"/><Relationship Id="rId185" Type="http://schemas.openxmlformats.org/officeDocument/2006/relationships/image" Target="../media/image1721.png"/><Relationship Id="rId350" Type="http://schemas.openxmlformats.org/officeDocument/2006/relationships/customXml" Target="../ink/ink1994.xml"/><Relationship Id="rId406" Type="http://schemas.openxmlformats.org/officeDocument/2006/relationships/customXml" Target="../ink/ink2022.xml"/><Relationship Id="rId9" Type="http://schemas.openxmlformats.org/officeDocument/2006/relationships/image" Target="../media/image1632.png"/><Relationship Id="rId210" Type="http://schemas.openxmlformats.org/officeDocument/2006/relationships/customXml" Target="../ink/ink1924.xml"/><Relationship Id="rId392" Type="http://schemas.openxmlformats.org/officeDocument/2006/relationships/customXml" Target="../ink/ink2015.xml"/><Relationship Id="rId448" Type="http://schemas.openxmlformats.org/officeDocument/2006/relationships/customXml" Target="../ink/ink2043.xml"/><Relationship Id="rId252" Type="http://schemas.openxmlformats.org/officeDocument/2006/relationships/customXml" Target="../ink/ink1945.xml"/><Relationship Id="rId294" Type="http://schemas.openxmlformats.org/officeDocument/2006/relationships/customXml" Target="../ink/ink1966.xml"/><Relationship Id="rId308" Type="http://schemas.openxmlformats.org/officeDocument/2006/relationships/customXml" Target="../ink/ink1973.xml"/><Relationship Id="rId515" Type="http://schemas.openxmlformats.org/officeDocument/2006/relationships/image" Target="../media/image1887.png"/><Relationship Id="rId47" Type="http://schemas.openxmlformats.org/officeDocument/2006/relationships/image" Target="../media/image1651.png"/><Relationship Id="rId89" Type="http://schemas.openxmlformats.org/officeDocument/2006/relationships/image" Target="../media/image1672.png"/><Relationship Id="rId112" Type="http://schemas.openxmlformats.org/officeDocument/2006/relationships/customXml" Target="../ink/ink1875.xml"/><Relationship Id="rId154" Type="http://schemas.openxmlformats.org/officeDocument/2006/relationships/customXml" Target="../ink/ink1896.xml"/><Relationship Id="rId361" Type="http://schemas.openxmlformats.org/officeDocument/2006/relationships/image" Target="../media/image1809.png"/><Relationship Id="rId557" Type="http://schemas.openxmlformats.org/officeDocument/2006/relationships/image" Target="../media/image1908.png"/><Relationship Id="rId196" Type="http://schemas.openxmlformats.org/officeDocument/2006/relationships/customXml" Target="../ink/ink1917.xml"/><Relationship Id="rId417" Type="http://schemas.openxmlformats.org/officeDocument/2006/relationships/image" Target="../media/image1838.png"/><Relationship Id="rId459" Type="http://schemas.openxmlformats.org/officeDocument/2006/relationships/image" Target="../media/image1859.png"/><Relationship Id="rId16" Type="http://schemas.openxmlformats.org/officeDocument/2006/relationships/customXml" Target="../ink/ink1827.xml"/><Relationship Id="rId221" Type="http://schemas.openxmlformats.org/officeDocument/2006/relationships/image" Target="../media/image1739.png"/><Relationship Id="rId263" Type="http://schemas.openxmlformats.org/officeDocument/2006/relationships/image" Target="../media/image1760.png"/><Relationship Id="rId319" Type="http://schemas.openxmlformats.org/officeDocument/2006/relationships/image" Target="../media/image1788.png"/><Relationship Id="rId470" Type="http://schemas.openxmlformats.org/officeDocument/2006/relationships/customXml" Target="../ink/ink2054.xml"/><Relationship Id="rId526" Type="http://schemas.openxmlformats.org/officeDocument/2006/relationships/customXml" Target="../ink/ink2082.xml"/><Relationship Id="rId58" Type="http://schemas.openxmlformats.org/officeDocument/2006/relationships/customXml" Target="../ink/ink1848.xml"/><Relationship Id="rId123" Type="http://schemas.openxmlformats.org/officeDocument/2006/relationships/image" Target="../media/image1689.png"/><Relationship Id="rId330" Type="http://schemas.openxmlformats.org/officeDocument/2006/relationships/customXml" Target="../ink/ink1984.xml"/><Relationship Id="rId568" Type="http://schemas.openxmlformats.org/officeDocument/2006/relationships/customXml" Target="../ink/ink2103.xml"/><Relationship Id="rId165" Type="http://schemas.openxmlformats.org/officeDocument/2006/relationships/image" Target="../media/image1711.png"/><Relationship Id="rId372" Type="http://schemas.openxmlformats.org/officeDocument/2006/relationships/customXml" Target="../ink/ink2005.xml"/><Relationship Id="rId428" Type="http://schemas.openxmlformats.org/officeDocument/2006/relationships/customXml" Target="../ink/ink2033.xml"/><Relationship Id="rId232" Type="http://schemas.openxmlformats.org/officeDocument/2006/relationships/customXml" Target="../ink/ink1935.xml"/><Relationship Id="rId274" Type="http://schemas.openxmlformats.org/officeDocument/2006/relationships/customXml" Target="../ink/ink1956.xml"/><Relationship Id="rId481" Type="http://schemas.openxmlformats.org/officeDocument/2006/relationships/image" Target="../media/image1870.png"/><Relationship Id="rId27" Type="http://schemas.openxmlformats.org/officeDocument/2006/relationships/image" Target="../media/image1641.png"/><Relationship Id="rId69" Type="http://schemas.openxmlformats.org/officeDocument/2006/relationships/image" Target="../media/image1662.png"/><Relationship Id="rId134" Type="http://schemas.openxmlformats.org/officeDocument/2006/relationships/customXml" Target="../ink/ink1886.xml"/><Relationship Id="rId537" Type="http://schemas.openxmlformats.org/officeDocument/2006/relationships/image" Target="../media/image1898.png"/><Relationship Id="rId80" Type="http://schemas.openxmlformats.org/officeDocument/2006/relationships/customXml" Target="../ink/ink1859.xml"/><Relationship Id="rId176" Type="http://schemas.openxmlformats.org/officeDocument/2006/relationships/customXml" Target="../ink/ink1907.xml"/><Relationship Id="rId341" Type="http://schemas.openxmlformats.org/officeDocument/2006/relationships/image" Target="../media/image1799.png"/><Relationship Id="rId383" Type="http://schemas.openxmlformats.org/officeDocument/2006/relationships/image" Target="../media/image1821.png"/><Relationship Id="rId439" Type="http://schemas.openxmlformats.org/officeDocument/2006/relationships/image" Target="../media/image1849.png"/><Relationship Id="rId201" Type="http://schemas.openxmlformats.org/officeDocument/2006/relationships/image" Target="../media/image1729.png"/><Relationship Id="rId243" Type="http://schemas.openxmlformats.org/officeDocument/2006/relationships/image" Target="../media/image1750.png"/><Relationship Id="rId285" Type="http://schemas.openxmlformats.org/officeDocument/2006/relationships/image" Target="../media/image1771.png"/><Relationship Id="rId450" Type="http://schemas.openxmlformats.org/officeDocument/2006/relationships/customXml" Target="../ink/ink2044.xml"/><Relationship Id="rId506" Type="http://schemas.openxmlformats.org/officeDocument/2006/relationships/customXml" Target="../ink/ink2072.xml"/><Relationship Id="rId38" Type="http://schemas.openxmlformats.org/officeDocument/2006/relationships/customXml" Target="../ink/ink1838.xml"/><Relationship Id="rId103" Type="http://schemas.openxmlformats.org/officeDocument/2006/relationships/image" Target="../media/image1679.png"/><Relationship Id="rId310" Type="http://schemas.openxmlformats.org/officeDocument/2006/relationships/customXml" Target="../ink/ink1974.xml"/><Relationship Id="rId492" Type="http://schemas.openxmlformats.org/officeDocument/2006/relationships/customXml" Target="../ink/ink2065.xml"/><Relationship Id="rId548" Type="http://schemas.openxmlformats.org/officeDocument/2006/relationships/customXml" Target="../ink/ink2093.xml"/><Relationship Id="rId91" Type="http://schemas.openxmlformats.org/officeDocument/2006/relationships/image" Target="../media/image1673.png"/><Relationship Id="rId145" Type="http://schemas.openxmlformats.org/officeDocument/2006/relationships/image" Target="../media/image1700.png"/><Relationship Id="rId187" Type="http://schemas.openxmlformats.org/officeDocument/2006/relationships/image" Target="../media/image1722.png"/><Relationship Id="rId352" Type="http://schemas.openxmlformats.org/officeDocument/2006/relationships/customXml" Target="../ink/ink1995.xml"/><Relationship Id="rId394" Type="http://schemas.openxmlformats.org/officeDocument/2006/relationships/customXml" Target="../ink/ink2016.xml"/><Relationship Id="rId408" Type="http://schemas.openxmlformats.org/officeDocument/2006/relationships/customXml" Target="../ink/ink2023.xml"/><Relationship Id="rId212" Type="http://schemas.openxmlformats.org/officeDocument/2006/relationships/customXml" Target="../ink/ink1925.xml"/><Relationship Id="rId254" Type="http://schemas.openxmlformats.org/officeDocument/2006/relationships/customXml" Target="../ink/ink1946.xml"/><Relationship Id="rId49" Type="http://schemas.openxmlformats.org/officeDocument/2006/relationships/image" Target="../media/image1652.png"/><Relationship Id="rId114" Type="http://schemas.openxmlformats.org/officeDocument/2006/relationships/customXml" Target="../ink/ink1876.xml"/><Relationship Id="rId296" Type="http://schemas.openxmlformats.org/officeDocument/2006/relationships/customXml" Target="../ink/ink1967.xml"/><Relationship Id="rId461" Type="http://schemas.openxmlformats.org/officeDocument/2006/relationships/image" Target="../media/image1860.png"/><Relationship Id="rId517" Type="http://schemas.openxmlformats.org/officeDocument/2006/relationships/image" Target="../media/image1888.png"/><Relationship Id="rId559" Type="http://schemas.openxmlformats.org/officeDocument/2006/relationships/image" Target="../media/image1909.png"/><Relationship Id="rId60" Type="http://schemas.openxmlformats.org/officeDocument/2006/relationships/customXml" Target="../ink/ink1849.xml"/><Relationship Id="rId156" Type="http://schemas.openxmlformats.org/officeDocument/2006/relationships/customXml" Target="../ink/ink1897.xml"/><Relationship Id="rId198" Type="http://schemas.openxmlformats.org/officeDocument/2006/relationships/customXml" Target="../ink/ink1918.xml"/><Relationship Id="rId321" Type="http://schemas.openxmlformats.org/officeDocument/2006/relationships/image" Target="../media/image1789.png"/><Relationship Id="rId363" Type="http://schemas.openxmlformats.org/officeDocument/2006/relationships/image" Target="../media/image1811.png"/><Relationship Id="rId419" Type="http://schemas.openxmlformats.org/officeDocument/2006/relationships/image" Target="../media/image1839.png"/><Relationship Id="rId570" Type="http://schemas.openxmlformats.org/officeDocument/2006/relationships/customXml" Target="../ink/ink2104.xml"/><Relationship Id="rId223" Type="http://schemas.openxmlformats.org/officeDocument/2006/relationships/image" Target="../media/image1740.png"/><Relationship Id="rId430" Type="http://schemas.openxmlformats.org/officeDocument/2006/relationships/customXml" Target="../ink/ink2034.xml"/><Relationship Id="rId18" Type="http://schemas.openxmlformats.org/officeDocument/2006/relationships/customXml" Target="../ink/ink1828.xml"/><Relationship Id="rId265" Type="http://schemas.openxmlformats.org/officeDocument/2006/relationships/image" Target="../media/image1761.png"/><Relationship Id="rId472" Type="http://schemas.openxmlformats.org/officeDocument/2006/relationships/customXml" Target="../ink/ink2055.xml"/><Relationship Id="rId528" Type="http://schemas.openxmlformats.org/officeDocument/2006/relationships/customXml" Target="../ink/ink2083.xml"/><Relationship Id="rId125" Type="http://schemas.openxmlformats.org/officeDocument/2006/relationships/image" Target="../media/image1690.png"/><Relationship Id="rId167" Type="http://schemas.openxmlformats.org/officeDocument/2006/relationships/image" Target="../media/image1712.png"/><Relationship Id="rId332" Type="http://schemas.openxmlformats.org/officeDocument/2006/relationships/customXml" Target="../ink/ink1985.xml"/><Relationship Id="rId374" Type="http://schemas.openxmlformats.org/officeDocument/2006/relationships/customXml" Target="../ink/ink2006.xml"/><Relationship Id="rId71" Type="http://schemas.openxmlformats.org/officeDocument/2006/relationships/image" Target="../media/image1663.png"/><Relationship Id="rId234" Type="http://schemas.openxmlformats.org/officeDocument/2006/relationships/customXml" Target="../ink/ink1936.xml"/><Relationship Id="rId2" Type="http://schemas.openxmlformats.org/officeDocument/2006/relationships/customXml" Target="../ink/ink1820.xml"/><Relationship Id="rId29" Type="http://schemas.openxmlformats.org/officeDocument/2006/relationships/image" Target="../media/image1642.png"/><Relationship Id="rId276" Type="http://schemas.openxmlformats.org/officeDocument/2006/relationships/customXml" Target="../ink/ink1957.xml"/><Relationship Id="rId441" Type="http://schemas.openxmlformats.org/officeDocument/2006/relationships/image" Target="../media/image1850.png"/><Relationship Id="rId483" Type="http://schemas.openxmlformats.org/officeDocument/2006/relationships/image" Target="../media/image1871.png"/><Relationship Id="rId539" Type="http://schemas.openxmlformats.org/officeDocument/2006/relationships/image" Target="../media/image1899.png"/><Relationship Id="rId40" Type="http://schemas.openxmlformats.org/officeDocument/2006/relationships/customXml" Target="../ink/ink1839.xml"/><Relationship Id="rId136" Type="http://schemas.openxmlformats.org/officeDocument/2006/relationships/customXml" Target="../ink/ink1887.xml"/><Relationship Id="rId178" Type="http://schemas.openxmlformats.org/officeDocument/2006/relationships/customXml" Target="../ink/ink1908.xml"/><Relationship Id="rId301" Type="http://schemas.openxmlformats.org/officeDocument/2006/relationships/image" Target="../media/image1779.png"/><Relationship Id="rId343" Type="http://schemas.openxmlformats.org/officeDocument/2006/relationships/image" Target="../media/image1800.png"/><Relationship Id="rId550" Type="http://schemas.openxmlformats.org/officeDocument/2006/relationships/customXml" Target="../ink/ink2094.xml"/><Relationship Id="rId82" Type="http://schemas.openxmlformats.org/officeDocument/2006/relationships/customXml" Target="../ink/ink1860.xml"/><Relationship Id="rId203" Type="http://schemas.openxmlformats.org/officeDocument/2006/relationships/image" Target="../media/image1730.png"/><Relationship Id="rId385" Type="http://schemas.openxmlformats.org/officeDocument/2006/relationships/image" Target="../media/image1822.png"/><Relationship Id="rId245" Type="http://schemas.openxmlformats.org/officeDocument/2006/relationships/image" Target="../media/image1751.png"/><Relationship Id="rId287" Type="http://schemas.openxmlformats.org/officeDocument/2006/relationships/image" Target="../media/image1772.png"/><Relationship Id="rId410" Type="http://schemas.openxmlformats.org/officeDocument/2006/relationships/customXml" Target="../ink/ink2024.xml"/><Relationship Id="rId452" Type="http://schemas.openxmlformats.org/officeDocument/2006/relationships/customXml" Target="../ink/ink2045.xml"/><Relationship Id="rId494" Type="http://schemas.openxmlformats.org/officeDocument/2006/relationships/customXml" Target="../ink/ink2066.xml"/><Relationship Id="rId508" Type="http://schemas.openxmlformats.org/officeDocument/2006/relationships/customXml" Target="../ink/ink2073.xml"/><Relationship Id="rId105" Type="http://schemas.openxmlformats.org/officeDocument/2006/relationships/image" Target="../media/image1680.png"/><Relationship Id="rId147" Type="http://schemas.openxmlformats.org/officeDocument/2006/relationships/image" Target="../media/image1701.png"/><Relationship Id="rId312" Type="http://schemas.openxmlformats.org/officeDocument/2006/relationships/customXml" Target="../ink/ink1975.xml"/><Relationship Id="rId354" Type="http://schemas.openxmlformats.org/officeDocument/2006/relationships/customXml" Target="../ink/ink1996.xml"/><Relationship Id="rId51" Type="http://schemas.openxmlformats.org/officeDocument/2006/relationships/image" Target="../media/image1653.png"/><Relationship Id="rId93" Type="http://schemas.openxmlformats.org/officeDocument/2006/relationships/image" Target="../media/image1674.png"/><Relationship Id="rId189" Type="http://schemas.openxmlformats.org/officeDocument/2006/relationships/image" Target="../media/image1723.png"/><Relationship Id="rId396" Type="http://schemas.openxmlformats.org/officeDocument/2006/relationships/customXml" Target="../ink/ink2017.xml"/><Relationship Id="rId561" Type="http://schemas.openxmlformats.org/officeDocument/2006/relationships/image" Target="../media/image1911.png"/><Relationship Id="rId214" Type="http://schemas.openxmlformats.org/officeDocument/2006/relationships/customXml" Target="../ink/ink1926.xml"/><Relationship Id="rId256" Type="http://schemas.openxmlformats.org/officeDocument/2006/relationships/customXml" Target="../ink/ink1947.xml"/><Relationship Id="rId298" Type="http://schemas.openxmlformats.org/officeDocument/2006/relationships/customXml" Target="../ink/ink1968.xml"/><Relationship Id="rId421" Type="http://schemas.openxmlformats.org/officeDocument/2006/relationships/image" Target="../media/image1840.png"/><Relationship Id="rId463" Type="http://schemas.openxmlformats.org/officeDocument/2006/relationships/image" Target="../media/image1861.png"/><Relationship Id="rId519" Type="http://schemas.openxmlformats.org/officeDocument/2006/relationships/image" Target="../media/image1889.png"/><Relationship Id="rId116" Type="http://schemas.openxmlformats.org/officeDocument/2006/relationships/customXml" Target="../ink/ink1877.xml"/><Relationship Id="rId158" Type="http://schemas.openxmlformats.org/officeDocument/2006/relationships/customXml" Target="../ink/ink1898.xml"/><Relationship Id="rId323" Type="http://schemas.openxmlformats.org/officeDocument/2006/relationships/image" Target="../media/image1790.png"/><Relationship Id="rId530" Type="http://schemas.openxmlformats.org/officeDocument/2006/relationships/customXml" Target="../ink/ink2084.xml"/><Relationship Id="rId20" Type="http://schemas.openxmlformats.org/officeDocument/2006/relationships/customXml" Target="../ink/ink1829.xml"/><Relationship Id="rId62" Type="http://schemas.openxmlformats.org/officeDocument/2006/relationships/customXml" Target="../ink/ink1850.xml"/><Relationship Id="rId365" Type="http://schemas.openxmlformats.org/officeDocument/2006/relationships/image" Target="../media/image1812.png"/><Relationship Id="rId225" Type="http://schemas.openxmlformats.org/officeDocument/2006/relationships/image" Target="../media/image1741.png"/><Relationship Id="rId267" Type="http://schemas.openxmlformats.org/officeDocument/2006/relationships/image" Target="../media/image1762.png"/><Relationship Id="rId432" Type="http://schemas.openxmlformats.org/officeDocument/2006/relationships/customXml" Target="../ink/ink2035.xml"/><Relationship Id="rId474" Type="http://schemas.openxmlformats.org/officeDocument/2006/relationships/customXml" Target="../ink/ink2056.xml"/><Relationship Id="rId127" Type="http://schemas.openxmlformats.org/officeDocument/2006/relationships/image" Target="../media/image1691.png"/><Relationship Id="rId31" Type="http://schemas.openxmlformats.org/officeDocument/2006/relationships/image" Target="../media/image1643.png"/><Relationship Id="rId73" Type="http://schemas.openxmlformats.org/officeDocument/2006/relationships/image" Target="../media/image1664.png"/><Relationship Id="rId169" Type="http://schemas.openxmlformats.org/officeDocument/2006/relationships/image" Target="../media/image1713.png"/><Relationship Id="rId334" Type="http://schemas.openxmlformats.org/officeDocument/2006/relationships/customXml" Target="../ink/ink1986.xml"/><Relationship Id="rId376" Type="http://schemas.openxmlformats.org/officeDocument/2006/relationships/customXml" Target="../ink/ink2007.xml"/><Relationship Id="rId541" Type="http://schemas.openxmlformats.org/officeDocument/2006/relationships/image" Target="../media/image1900.png"/><Relationship Id="rId4" Type="http://schemas.openxmlformats.org/officeDocument/2006/relationships/customXml" Target="../ink/ink1821.xml"/><Relationship Id="rId180" Type="http://schemas.openxmlformats.org/officeDocument/2006/relationships/customXml" Target="../ink/ink1909.xml"/><Relationship Id="rId236" Type="http://schemas.openxmlformats.org/officeDocument/2006/relationships/customXml" Target="../ink/ink1937.xml"/><Relationship Id="rId278" Type="http://schemas.openxmlformats.org/officeDocument/2006/relationships/customXml" Target="../ink/ink1958.xml"/><Relationship Id="rId401" Type="http://schemas.openxmlformats.org/officeDocument/2006/relationships/image" Target="../media/image1830.png"/><Relationship Id="rId443" Type="http://schemas.openxmlformats.org/officeDocument/2006/relationships/image" Target="../media/image1851.png"/><Relationship Id="rId303" Type="http://schemas.openxmlformats.org/officeDocument/2006/relationships/image" Target="../media/image1780.png"/><Relationship Id="rId485" Type="http://schemas.openxmlformats.org/officeDocument/2006/relationships/image" Target="../media/image1872.png"/><Relationship Id="rId42" Type="http://schemas.openxmlformats.org/officeDocument/2006/relationships/customXml" Target="../ink/ink1840.xml"/><Relationship Id="rId84" Type="http://schemas.openxmlformats.org/officeDocument/2006/relationships/customXml" Target="../ink/ink1861.xml"/><Relationship Id="rId138" Type="http://schemas.openxmlformats.org/officeDocument/2006/relationships/customXml" Target="../ink/ink1888.xml"/><Relationship Id="rId345" Type="http://schemas.openxmlformats.org/officeDocument/2006/relationships/image" Target="../media/image1801.png"/><Relationship Id="rId387" Type="http://schemas.openxmlformats.org/officeDocument/2006/relationships/image" Target="../media/image1823.png"/><Relationship Id="rId510" Type="http://schemas.openxmlformats.org/officeDocument/2006/relationships/customXml" Target="../ink/ink2074.xml"/><Relationship Id="rId552" Type="http://schemas.openxmlformats.org/officeDocument/2006/relationships/customXml" Target="../ink/ink2095.xml"/><Relationship Id="rId191" Type="http://schemas.openxmlformats.org/officeDocument/2006/relationships/image" Target="../media/image1724.png"/><Relationship Id="rId205" Type="http://schemas.openxmlformats.org/officeDocument/2006/relationships/image" Target="../media/image1731.png"/><Relationship Id="rId247" Type="http://schemas.openxmlformats.org/officeDocument/2006/relationships/image" Target="../media/image1752.png"/><Relationship Id="rId412" Type="http://schemas.openxmlformats.org/officeDocument/2006/relationships/customXml" Target="../ink/ink2025.xml"/><Relationship Id="rId107" Type="http://schemas.openxmlformats.org/officeDocument/2006/relationships/image" Target="../media/image1681.png"/><Relationship Id="rId289" Type="http://schemas.openxmlformats.org/officeDocument/2006/relationships/image" Target="../media/image1773.png"/><Relationship Id="rId454" Type="http://schemas.openxmlformats.org/officeDocument/2006/relationships/customXml" Target="../ink/ink2046.xml"/><Relationship Id="rId496" Type="http://schemas.openxmlformats.org/officeDocument/2006/relationships/customXml" Target="../ink/ink2067.xml"/><Relationship Id="rId11" Type="http://schemas.openxmlformats.org/officeDocument/2006/relationships/image" Target="../media/image1633.png"/><Relationship Id="rId53" Type="http://schemas.openxmlformats.org/officeDocument/2006/relationships/image" Target="../media/image1654.png"/><Relationship Id="rId149" Type="http://schemas.openxmlformats.org/officeDocument/2006/relationships/image" Target="../media/image1702.png"/><Relationship Id="rId314" Type="http://schemas.openxmlformats.org/officeDocument/2006/relationships/customXml" Target="../ink/ink1976.xml"/><Relationship Id="rId356" Type="http://schemas.openxmlformats.org/officeDocument/2006/relationships/customXml" Target="../ink/ink1997.xml"/><Relationship Id="rId398" Type="http://schemas.openxmlformats.org/officeDocument/2006/relationships/customXml" Target="../ink/ink2018.xml"/><Relationship Id="rId521" Type="http://schemas.openxmlformats.org/officeDocument/2006/relationships/image" Target="../media/image1890.png"/><Relationship Id="rId563" Type="http://schemas.openxmlformats.org/officeDocument/2006/relationships/image" Target="../media/image1912.png"/><Relationship Id="rId95" Type="http://schemas.openxmlformats.org/officeDocument/2006/relationships/image" Target="../media/image1675.png"/><Relationship Id="rId160" Type="http://schemas.openxmlformats.org/officeDocument/2006/relationships/customXml" Target="../ink/ink1899.xml"/><Relationship Id="rId216" Type="http://schemas.openxmlformats.org/officeDocument/2006/relationships/customXml" Target="../ink/ink1927.xml"/><Relationship Id="rId423" Type="http://schemas.openxmlformats.org/officeDocument/2006/relationships/image" Target="../media/image1841.png"/><Relationship Id="rId258" Type="http://schemas.openxmlformats.org/officeDocument/2006/relationships/customXml" Target="../ink/ink1948.xml"/><Relationship Id="rId465" Type="http://schemas.openxmlformats.org/officeDocument/2006/relationships/image" Target="../media/image1862.png"/><Relationship Id="rId22" Type="http://schemas.openxmlformats.org/officeDocument/2006/relationships/customXml" Target="../ink/ink1830.xml"/><Relationship Id="rId64" Type="http://schemas.openxmlformats.org/officeDocument/2006/relationships/customXml" Target="../ink/ink1851.xml"/><Relationship Id="rId118" Type="http://schemas.openxmlformats.org/officeDocument/2006/relationships/customXml" Target="../ink/ink1878.xml"/><Relationship Id="rId325" Type="http://schemas.openxmlformats.org/officeDocument/2006/relationships/image" Target="../media/image1791.png"/><Relationship Id="rId367" Type="http://schemas.openxmlformats.org/officeDocument/2006/relationships/image" Target="../media/image1813.png"/><Relationship Id="rId532" Type="http://schemas.openxmlformats.org/officeDocument/2006/relationships/customXml" Target="../ink/ink2085.xml"/><Relationship Id="rId171" Type="http://schemas.openxmlformats.org/officeDocument/2006/relationships/image" Target="../media/image1714.png"/><Relationship Id="rId227" Type="http://schemas.openxmlformats.org/officeDocument/2006/relationships/image" Target="../media/image1742.png"/><Relationship Id="rId269" Type="http://schemas.openxmlformats.org/officeDocument/2006/relationships/image" Target="../media/image1763.png"/><Relationship Id="rId434" Type="http://schemas.openxmlformats.org/officeDocument/2006/relationships/customXml" Target="../ink/ink2036.xml"/><Relationship Id="rId476" Type="http://schemas.openxmlformats.org/officeDocument/2006/relationships/customXml" Target="../ink/ink2057.xml"/><Relationship Id="rId33" Type="http://schemas.openxmlformats.org/officeDocument/2006/relationships/image" Target="../media/image1644.png"/><Relationship Id="rId129" Type="http://schemas.openxmlformats.org/officeDocument/2006/relationships/image" Target="../media/image1692.png"/><Relationship Id="rId280" Type="http://schemas.openxmlformats.org/officeDocument/2006/relationships/customXml" Target="../ink/ink1959.xml"/><Relationship Id="rId336" Type="http://schemas.openxmlformats.org/officeDocument/2006/relationships/customXml" Target="../ink/ink1987.xml"/><Relationship Id="rId501" Type="http://schemas.openxmlformats.org/officeDocument/2006/relationships/image" Target="../media/image1880.png"/><Relationship Id="rId543" Type="http://schemas.openxmlformats.org/officeDocument/2006/relationships/image" Target="../media/image1901.png"/><Relationship Id="rId75" Type="http://schemas.openxmlformats.org/officeDocument/2006/relationships/image" Target="../media/image1665.png"/><Relationship Id="rId140" Type="http://schemas.openxmlformats.org/officeDocument/2006/relationships/customXml" Target="../ink/ink1889.xml"/><Relationship Id="rId182" Type="http://schemas.openxmlformats.org/officeDocument/2006/relationships/customXml" Target="../ink/ink1910.xml"/><Relationship Id="rId378" Type="http://schemas.openxmlformats.org/officeDocument/2006/relationships/customXml" Target="../ink/ink2008.xml"/><Relationship Id="rId403" Type="http://schemas.openxmlformats.org/officeDocument/2006/relationships/image" Target="../media/image1831.png"/><Relationship Id="rId6" Type="http://schemas.openxmlformats.org/officeDocument/2006/relationships/customXml" Target="../ink/ink1822.xml"/><Relationship Id="rId238" Type="http://schemas.openxmlformats.org/officeDocument/2006/relationships/customXml" Target="../ink/ink1938.xml"/><Relationship Id="rId445" Type="http://schemas.openxmlformats.org/officeDocument/2006/relationships/image" Target="../media/image1852.png"/><Relationship Id="rId487" Type="http://schemas.openxmlformats.org/officeDocument/2006/relationships/image" Target="../media/image1873.png"/><Relationship Id="rId291" Type="http://schemas.openxmlformats.org/officeDocument/2006/relationships/image" Target="../media/image1774.png"/><Relationship Id="rId305" Type="http://schemas.openxmlformats.org/officeDocument/2006/relationships/image" Target="../media/image1781.png"/><Relationship Id="rId347" Type="http://schemas.openxmlformats.org/officeDocument/2006/relationships/image" Target="../media/image1802.png"/><Relationship Id="rId512" Type="http://schemas.openxmlformats.org/officeDocument/2006/relationships/customXml" Target="../ink/ink2075.xml"/><Relationship Id="rId44" Type="http://schemas.openxmlformats.org/officeDocument/2006/relationships/customXml" Target="../ink/ink1841.xml"/><Relationship Id="rId86" Type="http://schemas.openxmlformats.org/officeDocument/2006/relationships/customXml" Target="../ink/ink1862.xml"/><Relationship Id="rId151" Type="http://schemas.openxmlformats.org/officeDocument/2006/relationships/image" Target="../media/image1703.png"/><Relationship Id="rId389" Type="http://schemas.openxmlformats.org/officeDocument/2006/relationships/image" Target="../media/image1824.png"/><Relationship Id="rId554" Type="http://schemas.openxmlformats.org/officeDocument/2006/relationships/customXml" Target="../ink/ink2096.xml"/><Relationship Id="rId193" Type="http://schemas.openxmlformats.org/officeDocument/2006/relationships/image" Target="../media/image1725.png"/><Relationship Id="rId207" Type="http://schemas.openxmlformats.org/officeDocument/2006/relationships/image" Target="../media/image1732.png"/><Relationship Id="rId249" Type="http://schemas.openxmlformats.org/officeDocument/2006/relationships/image" Target="../media/image1753.png"/><Relationship Id="rId414" Type="http://schemas.openxmlformats.org/officeDocument/2006/relationships/customXml" Target="../ink/ink2026.xml"/><Relationship Id="rId456" Type="http://schemas.openxmlformats.org/officeDocument/2006/relationships/customXml" Target="../ink/ink2047.xml"/><Relationship Id="rId498" Type="http://schemas.openxmlformats.org/officeDocument/2006/relationships/customXml" Target="../ink/ink2068.xml"/><Relationship Id="rId13" Type="http://schemas.openxmlformats.org/officeDocument/2006/relationships/image" Target="../media/image1634.png"/><Relationship Id="rId109" Type="http://schemas.openxmlformats.org/officeDocument/2006/relationships/image" Target="../media/image1682.png"/><Relationship Id="rId260" Type="http://schemas.openxmlformats.org/officeDocument/2006/relationships/customXml" Target="../ink/ink1949.xml"/><Relationship Id="rId316" Type="http://schemas.openxmlformats.org/officeDocument/2006/relationships/customXml" Target="../ink/ink1977.xml"/><Relationship Id="rId523" Type="http://schemas.openxmlformats.org/officeDocument/2006/relationships/image" Target="../media/image1891.png"/><Relationship Id="rId55" Type="http://schemas.openxmlformats.org/officeDocument/2006/relationships/image" Target="../media/image1655.png"/><Relationship Id="rId97" Type="http://schemas.openxmlformats.org/officeDocument/2006/relationships/image" Target="../media/image1676.png"/><Relationship Id="rId120" Type="http://schemas.openxmlformats.org/officeDocument/2006/relationships/customXml" Target="../ink/ink1879.xml"/><Relationship Id="rId358" Type="http://schemas.openxmlformats.org/officeDocument/2006/relationships/customXml" Target="../ink/ink1998.xml"/><Relationship Id="rId565" Type="http://schemas.openxmlformats.org/officeDocument/2006/relationships/image" Target="../media/image1913.png"/><Relationship Id="rId162" Type="http://schemas.openxmlformats.org/officeDocument/2006/relationships/customXml" Target="../ink/ink1900.xml"/><Relationship Id="rId218" Type="http://schemas.openxmlformats.org/officeDocument/2006/relationships/customXml" Target="../ink/ink1928.xml"/><Relationship Id="rId425" Type="http://schemas.openxmlformats.org/officeDocument/2006/relationships/image" Target="../media/image1842.png"/><Relationship Id="rId467" Type="http://schemas.openxmlformats.org/officeDocument/2006/relationships/image" Target="../media/image1863.png"/><Relationship Id="rId271" Type="http://schemas.openxmlformats.org/officeDocument/2006/relationships/image" Target="../media/image1764.png"/><Relationship Id="rId24" Type="http://schemas.openxmlformats.org/officeDocument/2006/relationships/customXml" Target="../ink/ink1831.xml"/><Relationship Id="rId66" Type="http://schemas.openxmlformats.org/officeDocument/2006/relationships/customXml" Target="../ink/ink1852.xml"/><Relationship Id="rId131" Type="http://schemas.openxmlformats.org/officeDocument/2006/relationships/image" Target="../media/image1693.png"/><Relationship Id="rId327" Type="http://schemas.openxmlformats.org/officeDocument/2006/relationships/image" Target="../media/image1792.png"/><Relationship Id="rId369" Type="http://schemas.openxmlformats.org/officeDocument/2006/relationships/image" Target="../media/image1814.png"/><Relationship Id="rId534" Type="http://schemas.openxmlformats.org/officeDocument/2006/relationships/customXml" Target="../ink/ink2086.xml"/><Relationship Id="rId173" Type="http://schemas.openxmlformats.org/officeDocument/2006/relationships/image" Target="../media/image1715.png"/><Relationship Id="rId229" Type="http://schemas.openxmlformats.org/officeDocument/2006/relationships/image" Target="../media/image1743.png"/><Relationship Id="rId380" Type="http://schemas.openxmlformats.org/officeDocument/2006/relationships/customXml" Target="../ink/ink2009.xml"/><Relationship Id="rId436" Type="http://schemas.openxmlformats.org/officeDocument/2006/relationships/customXml" Target="../ink/ink2037.xml"/><Relationship Id="rId240" Type="http://schemas.openxmlformats.org/officeDocument/2006/relationships/customXml" Target="../ink/ink1939.xml"/><Relationship Id="rId478" Type="http://schemas.openxmlformats.org/officeDocument/2006/relationships/customXml" Target="../ink/ink2058.xml"/><Relationship Id="rId35" Type="http://schemas.openxmlformats.org/officeDocument/2006/relationships/image" Target="../media/image1645.png"/><Relationship Id="rId77" Type="http://schemas.openxmlformats.org/officeDocument/2006/relationships/image" Target="../media/image1666.png"/><Relationship Id="rId100" Type="http://schemas.openxmlformats.org/officeDocument/2006/relationships/customXml" Target="../ink/ink1869.xml"/><Relationship Id="rId282" Type="http://schemas.openxmlformats.org/officeDocument/2006/relationships/customXml" Target="../ink/ink1960.xml"/><Relationship Id="rId338" Type="http://schemas.openxmlformats.org/officeDocument/2006/relationships/customXml" Target="../ink/ink1988.xml"/><Relationship Id="rId503" Type="http://schemas.openxmlformats.org/officeDocument/2006/relationships/image" Target="../media/image1881.png"/><Relationship Id="rId545" Type="http://schemas.openxmlformats.org/officeDocument/2006/relationships/image" Target="../media/image1902.png"/><Relationship Id="rId8" Type="http://schemas.openxmlformats.org/officeDocument/2006/relationships/customXml" Target="../ink/ink1823.xml"/><Relationship Id="rId142" Type="http://schemas.openxmlformats.org/officeDocument/2006/relationships/customXml" Target="../ink/ink1890.xml"/><Relationship Id="rId184" Type="http://schemas.openxmlformats.org/officeDocument/2006/relationships/customXml" Target="../ink/ink1911.xml"/><Relationship Id="rId391" Type="http://schemas.openxmlformats.org/officeDocument/2006/relationships/image" Target="../media/image1825.png"/><Relationship Id="rId405" Type="http://schemas.openxmlformats.org/officeDocument/2006/relationships/image" Target="../media/image1832.png"/><Relationship Id="rId447" Type="http://schemas.openxmlformats.org/officeDocument/2006/relationships/image" Target="../media/image1853.png"/><Relationship Id="rId251" Type="http://schemas.openxmlformats.org/officeDocument/2006/relationships/image" Target="../media/image1754.png"/><Relationship Id="rId489" Type="http://schemas.openxmlformats.org/officeDocument/2006/relationships/image" Target="../media/image1874.png"/><Relationship Id="rId46" Type="http://schemas.openxmlformats.org/officeDocument/2006/relationships/customXml" Target="../ink/ink1842.xml"/><Relationship Id="rId293" Type="http://schemas.openxmlformats.org/officeDocument/2006/relationships/image" Target="../media/image1775.png"/><Relationship Id="rId307" Type="http://schemas.openxmlformats.org/officeDocument/2006/relationships/image" Target="../media/image1782.png"/><Relationship Id="rId349" Type="http://schemas.openxmlformats.org/officeDocument/2006/relationships/image" Target="../media/image1803.png"/><Relationship Id="rId514" Type="http://schemas.openxmlformats.org/officeDocument/2006/relationships/customXml" Target="../ink/ink2076.xml"/><Relationship Id="rId556" Type="http://schemas.openxmlformats.org/officeDocument/2006/relationships/customXml" Target="../ink/ink2097.xml"/><Relationship Id="rId88" Type="http://schemas.openxmlformats.org/officeDocument/2006/relationships/customXml" Target="../ink/ink1863.xml"/><Relationship Id="rId111" Type="http://schemas.openxmlformats.org/officeDocument/2006/relationships/image" Target="../media/image1683.png"/><Relationship Id="rId153" Type="http://schemas.openxmlformats.org/officeDocument/2006/relationships/image" Target="../media/image1704.png"/><Relationship Id="rId195" Type="http://schemas.openxmlformats.org/officeDocument/2006/relationships/image" Target="../media/image1726.png"/><Relationship Id="rId209" Type="http://schemas.openxmlformats.org/officeDocument/2006/relationships/image" Target="../media/image1733.png"/><Relationship Id="rId360" Type="http://schemas.openxmlformats.org/officeDocument/2006/relationships/customXml" Target="../ink/ink1999.xml"/><Relationship Id="rId416" Type="http://schemas.openxmlformats.org/officeDocument/2006/relationships/customXml" Target="../ink/ink2027.xml"/><Relationship Id="rId220" Type="http://schemas.openxmlformats.org/officeDocument/2006/relationships/customXml" Target="../ink/ink1929.xml"/><Relationship Id="rId458" Type="http://schemas.openxmlformats.org/officeDocument/2006/relationships/customXml" Target="../ink/ink2048.xml"/><Relationship Id="rId15" Type="http://schemas.openxmlformats.org/officeDocument/2006/relationships/image" Target="../media/image1635.png"/><Relationship Id="rId57" Type="http://schemas.openxmlformats.org/officeDocument/2006/relationships/image" Target="../media/image1656.png"/><Relationship Id="rId262" Type="http://schemas.openxmlformats.org/officeDocument/2006/relationships/customXml" Target="../ink/ink1950.xml"/><Relationship Id="rId318" Type="http://schemas.openxmlformats.org/officeDocument/2006/relationships/customXml" Target="../ink/ink1978.xml"/><Relationship Id="rId525" Type="http://schemas.openxmlformats.org/officeDocument/2006/relationships/image" Target="../media/image1892.png"/><Relationship Id="rId567" Type="http://schemas.openxmlformats.org/officeDocument/2006/relationships/image" Target="../media/image1914.png"/><Relationship Id="rId99" Type="http://schemas.openxmlformats.org/officeDocument/2006/relationships/image" Target="../media/image1677.png"/><Relationship Id="rId122" Type="http://schemas.openxmlformats.org/officeDocument/2006/relationships/customXml" Target="../ink/ink1880.xml"/><Relationship Id="rId164" Type="http://schemas.openxmlformats.org/officeDocument/2006/relationships/customXml" Target="../ink/ink1901.xml"/><Relationship Id="rId371" Type="http://schemas.openxmlformats.org/officeDocument/2006/relationships/image" Target="../media/image1815.png"/><Relationship Id="rId427" Type="http://schemas.openxmlformats.org/officeDocument/2006/relationships/image" Target="../media/image1843.png"/><Relationship Id="rId469" Type="http://schemas.openxmlformats.org/officeDocument/2006/relationships/image" Target="../media/image1864.png"/><Relationship Id="rId26" Type="http://schemas.openxmlformats.org/officeDocument/2006/relationships/customXml" Target="../ink/ink1832.xml"/><Relationship Id="rId231" Type="http://schemas.openxmlformats.org/officeDocument/2006/relationships/image" Target="../media/image1744.png"/><Relationship Id="rId273" Type="http://schemas.openxmlformats.org/officeDocument/2006/relationships/image" Target="../media/image1765.png"/><Relationship Id="rId329" Type="http://schemas.openxmlformats.org/officeDocument/2006/relationships/image" Target="../media/image1793.png"/><Relationship Id="rId480" Type="http://schemas.openxmlformats.org/officeDocument/2006/relationships/customXml" Target="../ink/ink2059.xml"/><Relationship Id="rId536" Type="http://schemas.openxmlformats.org/officeDocument/2006/relationships/customXml" Target="../ink/ink2087.xml"/><Relationship Id="rId68" Type="http://schemas.openxmlformats.org/officeDocument/2006/relationships/customXml" Target="../ink/ink1853.xml"/><Relationship Id="rId133" Type="http://schemas.openxmlformats.org/officeDocument/2006/relationships/image" Target="../media/image1694.png"/><Relationship Id="rId175" Type="http://schemas.openxmlformats.org/officeDocument/2006/relationships/image" Target="../media/image1716.png"/><Relationship Id="rId340" Type="http://schemas.openxmlformats.org/officeDocument/2006/relationships/customXml" Target="../ink/ink1989.xml"/><Relationship Id="rId200" Type="http://schemas.openxmlformats.org/officeDocument/2006/relationships/customXml" Target="../ink/ink1919.xml"/><Relationship Id="rId382" Type="http://schemas.openxmlformats.org/officeDocument/2006/relationships/customXml" Target="../ink/ink2010.xml"/><Relationship Id="rId438" Type="http://schemas.openxmlformats.org/officeDocument/2006/relationships/customXml" Target="../ink/ink2038.xml"/><Relationship Id="rId242" Type="http://schemas.openxmlformats.org/officeDocument/2006/relationships/customXml" Target="../ink/ink1940.xml"/><Relationship Id="rId284" Type="http://schemas.openxmlformats.org/officeDocument/2006/relationships/customXml" Target="../ink/ink1961.xml"/><Relationship Id="rId491" Type="http://schemas.openxmlformats.org/officeDocument/2006/relationships/image" Target="../media/image1875.png"/><Relationship Id="rId505" Type="http://schemas.openxmlformats.org/officeDocument/2006/relationships/image" Target="../media/image1882.png"/><Relationship Id="rId37" Type="http://schemas.openxmlformats.org/officeDocument/2006/relationships/image" Target="../media/image1646.png"/><Relationship Id="rId79" Type="http://schemas.openxmlformats.org/officeDocument/2006/relationships/image" Target="../media/image1667.png"/><Relationship Id="rId102" Type="http://schemas.openxmlformats.org/officeDocument/2006/relationships/customXml" Target="../ink/ink1870.xml"/><Relationship Id="rId144" Type="http://schemas.openxmlformats.org/officeDocument/2006/relationships/customXml" Target="../ink/ink1891.xml"/><Relationship Id="rId547" Type="http://schemas.openxmlformats.org/officeDocument/2006/relationships/image" Target="../media/image1903.png"/><Relationship Id="rId90" Type="http://schemas.openxmlformats.org/officeDocument/2006/relationships/customXml" Target="../ink/ink1864.xml"/><Relationship Id="rId186" Type="http://schemas.openxmlformats.org/officeDocument/2006/relationships/customXml" Target="../ink/ink1912.xml"/><Relationship Id="rId351" Type="http://schemas.openxmlformats.org/officeDocument/2006/relationships/image" Target="../media/image1804.png"/><Relationship Id="rId393" Type="http://schemas.openxmlformats.org/officeDocument/2006/relationships/image" Target="../media/image1826.png"/><Relationship Id="rId407" Type="http://schemas.openxmlformats.org/officeDocument/2006/relationships/image" Target="../media/image1833.png"/><Relationship Id="rId449" Type="http://schemas.openxmlformats.org/officeDocument/2006/relationships/image" Target="../media/image1854.png"/><Relationship Id="rId211" Type="http://schemas.openxmlformats.org/officeDocument/2006/relationships/image" Target="../media/image1734.png"/><Relationship Id="rId253" Type="http://schemas.openxmlformats.org/officeDocument/2006/relationships/image" Target="../media/image1755.png"/><Relationship Id="rId295" Type="http://schemas.openxmlformats.org/officeDocument/2006/relationships/image" Target="../media/image1776.png"/><Relationship Id="rId309" Type="http://schemas.openxmlformats.org/officeDocument/2006/relationships/image" Target="../media/image1783.png"/><Relationship Id="rId460" Type="http://schemas.openxmlformats.org/officeDocument/2006/relationships/customXml" Target="../ink/ink2049.xml"/><Relationship Id="rId516" Type="http://schemas.openxmlformats.org/officeDocument/2006/relationships/customXml" Target="../ink/ink2077.xml"/><Relationship Id="rId48" Type="http://schemas.openxmlformats.org/officeDocument/2006/relationships/customXml" Target="../ink/ink1843.xml"/><Relationship Id="rId113" Type="http://schemas.openxmlformats.org/officeDocument/2006/relationships/image" Target="../media/image1684.png"/><Relationship Id="rId320" Type="http://schemas.openxmlformats.org/officeDocument/2006/relationships/customXml" Target="../ink/ink1979.xml"/><Relationship Id="rId558" Type="http://schemas.openxmlformats.org/officeDocument/2006/relationships/customXml" Target="../ink/ink2098.xml"/><Relationship Id="rId155" Type="http://schemas.openxmlformats.org/officeDocument/2006/relationships/image" Target="../media/image1705.png"/><Relationship Id="rId197" Type="http://schemas.openxmlformats.org/officeDocument/2006/relationships/image" Target="../media/image1727.png"/><Relationship Id="rId362" Type="http://schemas.openxmlformats.org/officeDocument/2006/relationships/customXml" Target="../ink/ink2000.xml"/><Relationship Id="rId418" Type="http://schemas.openxmlformats.org/officeDocument/2006/relationships/customXml" Target="../ink/ink2028.xml"/><Relationship Id="rId222" Type="http://schemas.openxmlformats.org/officeDocument/2006/relationships/customXml" Target="../ink/ink1930.xml"/><Relationship Id="rId264" Type="http://schemas.openxmlformats.org/officeDocument/2006/relationships/customXml" Target="../ink/ink1951.xml"/><Relationship Id="rId471" Type="http://schemas.openxmlformats.org/officeDocument/2006/relationships/image" Target="../media/image1865.png"/><Relationship Id="rId17" Type="http://schemas.openxmlformats.org/officeDocument/2006/relationships/image" Target="../media/image1636.png"/><Relationship Id="rId59" Type="http://schemas.openxmlformats.org/officeDocument/2006/relationships/image" Target="../media/image1657.png"/><Relationship Id="rId124" Type="http://schemas.openxmlformats.org/officeDocument/2006/relationships/customXml" Target="../ink/ink1881.xml"/><Relationship Id="rId527" Type="http://schemas.openxmlformats.org/officeDocument/2006/relationships/image" Target="../media/image1893.png"/><Relationship Id="rId569" Type="http://schemas.openxmlformats.org/officeDocument/2006/relationships/image" Target="../media/image1915.png"/><Relationship Id="rId70" Type="http://schemas.openxmlformats.org/officeDocument/2006/relationships/customXml" Target="../ink/ink1854.xml"/><Relationship Id="rId166" Type="http://schemas.openxmlformats.org/officeDocument/2006/relationships/customXml" Target="../ink/ink1902.xml"/><Relationship Id="rId331" Type="http://schemas.openxmlformats.org/officeDocument/2006/relationships/image" Target="../media/image1794.png"/><Relationship Id="rId373" Type="http://schemas.openxmlformats.org/officeDocument/2006/relationships/image" Target="../media/image1816.png"/><Relationship Id="rId429" Type="http://schemas.openxmlformats.org/officeDocument/2006/relationships/image" Target="../media/image1844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745.png"/><Relationship Id="rId440" Type="http://schemas.openxmlformats.org/officeDocument/2006/relationships/customXml" Target="../ink/ink2039.xml"/><Relationship Id="rId28" Type="http://schemas.openxmlformats.org/officeDocument/2006/relationships/customXml" Target="../ink/ink1833.xml"/><Relationship Id="rId275" Type="http://schemas.openxmlformats.org/officeDocument/2006/relationships/image" Target="../media/image1766.png"/><Relationship Id="rId300" Type="http://schemas.openxmlformats.org/officeDocument/2006/relationships/customXml" Target="../ink/ink1969.xml"/><Relationship Id="rId482" Type="http://schemas.openxmlformats.org/officeDocument/2006/relationships/customXml" Target="../ink/ink2060.xml"/><Relationship Id="rId538" Type="http://schemas.openxmlformats.org/officeDocument/2006/relationships/customXml" Target="../ink/ink2088.xml"/><Relationship Id="rId81" Type="http://schemas.openxmlformats.org/officeDocument/2006/relationships/image" Target="../media/image1668.png"/><Relationship Id="rId135" Type="http://schemas.openxmlformats.org/officeDocument/2006/relationships/image" Target="../media/image1695.png"/><Relationship Id="rId177" Type="http://schemas.openxmlformats.org/officeDocument/2006/relationships/image" Target="../media/image1717.png"/><Relationship Id="rId342" Type="http://schemas.openxmlformats.org/officeDocument/2006/relationships/customXml" Target="../ink/ink1990.xml"/><Relationship Id="rId384" Type="http://schemas.openxmlformats.org/officeDocument/2006/relationships/customXml" Target="../ink/ink2011.xml"/><Relationship Id="rId202" Type="http://schemas.openxmlformats.org/officeDocument/2006/relationships/customXml" Target="../ink/ink1920.xml"/><Relationship Id="rId244" Type="http://schemas.openxmlformats.org/officeDocument/2006/relationships/customXml" Target="../ink/ink1941.xml"/><Relationship Id="rId39" Type="http://schemas.openxmlformats.org/officeDocument/2006/relationships/image" Target="../media/image1647.png"/><Relationship Id="rId286" Type="http://schemas.openxmlformats.org/officeDocument/2006/relationships/customXml" Target="../ink/ink1962.xml"/><Relationship Id="rId451" Type="http://schemas.openxmlformats.org/officeDocument/2006/relationships/image" Target="../media/image1855.png"/><Relationship Id="rId493" Type="http://schemas.openxmlformats.org/officeDocument/2006/relationships/image" Target="../media/image1876.png"/><Relationship Id="rId507" Type="http://schemas.openxmlformats.org/officeDocument/2006/relationships/image" Target="../media/image1883.png"/><Relationship Id="rId549" Type="http://schemas.openxmlformats.org/officeDocument/2006/relationships/image" Target="../media/image1904.png"/><Relationship Id="rId50" Type="http://schemas.openxmlformats.org/officeDocument/2006/relationships/customXml" Target="../ink/ink1844.xml"/><Relationship Id="rId104" Type="http://schemas.openxmlformats.org/officeDocument/2006/relationships/customXml" Target="../ink/ink1871.xml"/><Relationship Id="rId146" Type="http://schemas.openxmlformats.org/officeDocument/2006/relationships/customXml" Target="../ink/ink1892.xml"/><Relationship Id="rId188" Type="http://schemas.openxmlformats.org/officeDocument/2006/relationships/customXml" Target="../ink/ink1913.xml"/><Relationship Id="rId311" Type="http://schemas.openxmlformats.org/officeDocument/2006/relationships/image" Target="../media/image1784.png"/><Relationship Id="rId353" Type="http://schemas.openxmlformats.org/officeDocument/2006/relationships/image" Target="../media/image1805.png"/><Relationship Id="rId395" Type="http://schemas.openxmlformats.org/officeDocument/2006/relationships/image" Target="../media/image1827.png"/><Relationship Id="rId409" Type="http://schemas.openxmlformats.org/officeDocument/2006/relationships/image" Target="../media/image1834.png"/><Relationship Id="rId560" Type="http://schemas.openxmlformats.org/officeDocument/2006/relationships/customXml" Target="../ink/ink2099.xml"/><Relationship Id="rId92" Type="http://schemas.openxmlformats.org/officeDocument/2006/relationships/customXml" Target="../ink/ink1865.xml"/><Relationship Id="rId213" Type="http://schemas.openxmlformats.org/officeDocument/2006/relationships/image" Target="../media/image1735.png"/><Relationship Id="rId420" Type="http://schemas.openxmlformats.org/officeDocument/2006/relationships/customXml" Target="../ink/ink2029.xml"/><Relationship Id="rId255" Type="http://schemas.openxmlformats.org/officeDocument/2006/relationships/image" Target="../media/image1756.png"/><Relationship Id="rId297" Type="http://schemas.openxmlformats.org/officeDocument/2006/relationships/image" Target="../media/image1777.png"/><Relationship Id="rId462" Type="http://schemas.openxmlformats.org/officeDocument/2006/relationships/customXml" Target="../ink/ink2050.xml"/><Relationship Id="rId518" Type="http://schemas.openxmlformats.org/officeDocument/2006/relationships/customXml" Target="../ink/ink2078.xml"/><Relationship Id="rId115" Type="http://schemas.openxmlformats.org/officeDocument/2006/relationships/image" Target="../media/image1685.png"/><Relationship Id="rId157" Type="http://schemas.openxmlformats.org/officeDocument/2006/relationships/image" Target="../media/image1706.png"/><Relationship Id="rId322" Type="http://schemas.openxmlformats.org/officeDocument/2006/relationships/customXml" Target="../ink/ink1980.xml"/><Relationship Id="rId364" Type="http://schemas.openxmlformats.org/officeDocument/2006/relationships/customXml" Target="../ink/ink2001.xml"/><Relationship Id="rId61" Type="http://schemas.openxmlformats.org/officeDocument/2006/relationships/image" Target="../media/image1658.png"/><Relationship Id="rId199" Type="http://schemas.openxmlformats.org/officeDocument/2006/relationships/image" Target="../media/image1728.png"/><Relationship Id="rId571" Type="http://schemas.openxmlformats.org/officeDocument/2006/relationships/image" Target="../media/image1916.png"/><Relationship Id="rId19" Type="http://schemas.openxmlformats.org/officeDocument/2006/relationships/image" Target="../media/image1637.png"/><Relationship Id="rId224" Type="http://schemas.openxmlformats.org/officeDocument/2006/relationships/customXml" Target="../ink/ink1931.xml"/><Relationship Id="rId266" Type="http://schemas.openxmlformats.org/officeDocument/2006/relationships/customXml" Target="../ink/ink1952.xml"/><Relationship Id="rId431" Type="http://schemas.openxmlformats.org/officeDocument/2006/relationships/image" Target="../media/image1845.png"/><Relationship Id="rId473" Type="http://schemas.openxmlformats.org/officeDocument/2006/relationships/image" Target="../media/image1866.png"/><Relationship Id="rId529" Type="http://schemas.openxmlformats.org/officeDocument/2006/relationships/image" Target="../media/image1894.png"/><Relationship Id="rId30" Type="http://schemas.openxmlformats.org/officeDocument/2006/relationships/customXml" Target="../ink/ink1834.xml"/><Relationship Id="rId126" Type="http://schemas.openxmlformats.org/officeDocument/2006/relationships/customXml" Target="../ink/ink1882.xml"/><Relationship Id="rId168" Type="http://schemas.openxmlformats.org/officeDocument/2006/relationships/customXml" Target="../ink/ink1903.xml"/><Relationship Id="rId333" Type="http://schemas.openxmlformats.org/officeDocument/2006/relationships/image" Target="../media/image1795.png"/><Relationship Id="rId540" Type="http://schemas.openxmlformats.org/officeDocument/2006/relationships/customXml" Target="../ink/ink2089.xml"/><Relationship Id="rId72" Type="http://schemas.openxmlformats.org/officeDocument/2006/relationships/customXml" Target="../ink/ink1855.xml"/><Relationship Id="rId375" Type="http://schemas.openxmlformats.org/officeDocument/2006/relationships/image" Target="../media/image1817.png"/><Relationship Id="rId3" Type="http://schemas.openxmlformats.org/officeDocument/2006/relationships/image" Target="../media/image1629.png"/><Relationship Id="rId235" Type="http://schemas.openxmlformats.org/officeDocument/2006/relationships/image" Target="../media/image1746.png"/><Relationship Id="rId277" Type="http://schemas.openxmlformats.org/officeDocument/2006/relationships/image" Target="../media/image1767.png"/><Relationship Id="rId400" Type="http://schemas.openxmlformats.org/officeDocument/2006/relationships/customXml" Target="../ink/ink2019.xml"/><Relationship Id="rId442" Type="http://schemas.openxmlformats.org/officeDocument/2006/relationships/customXml" Target="../ink/ink2040.xml"/><Relationship Id="rId484" Type="http://schemas.openxmlformats.org/officeDocument/2006/relationships/customXml" Target="../ink/ink2061.xml"/><Relationship Id="rId137" Type="http://schemas.openxmlformats.org/officeDocument/2006/relationships/image" Target="../media/image1696.png"/><Relationship Id="rId302" Type="http://schemas.openxmlformats.org/officeDocument/2006/relationships/customXml" Target="../ink/ink1970.xml"/><Relationship Id="rId344" Type="http://schemas.openxmlformats.org/officeDocument/2006/relationships/customXml" Target="../ink/ink1991.xml"/><Relationship Id="rId41" Type="http://schemas.openxmlformats.org/officeDocument/2006/relationships/image" Target="../media/image1648.png"/><Relationship Id="rId83" Type="http://schemas.openxmlformats.org/officeDocument/2006/relationships/image" Target="../media/image1669.png"/><Relationship Id="rId179" Type="http://schemas.openxmlformats.org/officeDocument/2006/relationships/image" Target="../media/image1718.png"/><Relationship Id="rId386" Type="http://schemas.openxmlformats.org/officeDocument/2006/relationships/customXml" Target="../ink/ink2012.xml"/><Relationship Id="rId551" Type="http://schemas.openxmlformats.org/officeDocument/2006/relationships/image" Target="../media/image1905.png"/><Relationship Id="rId190" Type="http://schemas.openxmlformats.org/officeDocument/2006/relationships/customXml" Target="../ink/ink1914.xml"/><Relationship Id="rId204" Type="http://schemas.openxmlformats.org/officeDocument/2006/relationships/customXml" Target="../ink/ink1921.xml"/><Relationship Id="rId246" Type="http://schemas.openxmlformats.org/officeDocument/2006/relationships/customXml" Target="../ink/ink1942.xml"/><Relationship Id="rId288" Type="http://schemas.openxmlformats.org/officeDocument/2006/relationships/customXml" Target="../ink/ink1963.xml"/><Relationship Id="rId411" Type="http://schemas.openxmlformats.org/officeDocument/2006/relationships/image" Target="../media/image1835.png"/><Relationship Id="rId453" Type="http://schemas.openxmlformats.org/officeDocument/2006/relationships/image" Target="../media/image1856.png"/><Relationship Id="rId509" Type="http://schemas.openxmlformats.org/officeDocument/2006/relationships/image" Target="../media/image1884.png"/><Relationship Id="rId106" Type="http://schemas.openxmlformats.org/officeDocument/2006/relationships/customXml" Target="../ink/ink1872.xml"/><Relationship Id="rId313" Type="http://schemas.openxmlformats.org/officeDocument/2006/relationships/image" Target="../media/image1785.png"/><Relationship Id="rId495" Type="http://schemas.openxmlformats.org/officeDocument/2006/relationships/image" Target="../media/image1877.png"/><Relationship Id="rId10" Type="http://schemas.openxmlformats.org/officeDocument/2006/relationships/customXml" Target="../ink/ink1824.xml"/><Relationship Id="rId52" Type="http://schemas.openxmlformats.org/officeDocument/2006/relationships/customXml" Target="../ink/ink1845.xml"/><Relationship Id="rId94" Type="http://schemas.openxmlformats.org/officeDocument/2006/relationships/customXml" Target="../ink/ink1866.xml"/><Relationship Id="rId148" Type="http://schemas.openxmlformats.org/officeDocument/2006/relationships/customXml" Target="../ink/ink1893.xml"/><Relationship Id="rId355" Type="http://schemas.openxmlformats.org/officeDocument/2006/relationships/image" Target="../media/image1806.png"/><Relationship Id="rId397" Type="http://schemas.openxmlformats.org/officeDocument/2006/relationships/image" Target="../media/image1828.png"/><Relationship Id="rId520" Type="http://schemas.openxmlformats.org/officeDocument/2006/relationships/customXml" Target="../ink/ink2079.xml"/><Relationship Id="rId562" Type="http://schemas.openxmlformats.org/officeDocument/2006/relationships/customXml" Target="../ink/ink2100.xml"/><Relationship Id="rId215" Type="http://schemas.openxmlformats.org/officeDocument/2006/relationships/image" Target="../media/image1736.png"/><Relationship Id="rId257" Type="http://schemas.openxmlformats.org/officeDocument/2006/relationships/image" Target="../media/image1757.png"/><Relationship Id="rId422" Type="http://schemas.openxmlformats.org/officeDocument/2006/relationships/customXml" Target="../ink/ink2030.xml"/><Relationship Id="rId464" Type="http://schemas.openxmlformats.org/officeDocument/2006/relationships/customXml" Target="../ink/ink2051.xml"/><Relationship Id="rId299" Type="http://schemas.openxmlformats.org/officeDocument/2006/relationships/image" Target="../media/image1778.png"/><Relationship Id="rId63" Type="http://schemas.openxmlformats.org/officeDocument/2006/relationships/image" Target="../media/image1659.png"/><Relationship Id="rId159" Type="http://schemas.openxmlformats.org/officeDocument/2006/relationships/image" Target="../media/image1707.png"/><Relationship Id="rId366" Type="http://schemas.openxmlformats.org/officeDocument/2006/relationships/customXml" Target="../ink/ink2002.xml"/><Relationship Id="rId226" Type="http://schemas.openxmlformats.org/officeDocument/2006/relationships/customXml" Target="../ink/ink1932.xml"/><Relationship Id="rId433" Type="http://schemas.openxmlformats.org/officeDocument/2006/relationships/image" Target="../media/image1846.png"/><Relationship Id="rId74" Type="http://schemas.openxmlformats.org/officeDocument/2006/relationships/customXml" Target="../ink/ink1856.xml"/><Relationship Id="rId377" Type="http://schemas.openxmlformats.org/officeDocument/2006/relationships/image" Target="../media/image1818.png"/><Relationship Id="rId500" Type="http://schemas.openxmlformats.org/officeDocument/2006/relationships/customXml" Target="../ink/ink2069.xml"/><Relationship Id="rId5" Type="http://schemas.openxmlformats.org/officeDocument/2006/relationships/image" Target="../media/image1630.png"/><Relationship Id="rId237" Type="http://schemas.openxmlformats.org/officeDocument/2006/relationships/image" Target="../media/image1747.png"/><Relationship Id="rId444" Type="http://schemas.openxmlformats.org/officeDocument/2006/relationships/customXml" Target="../ink/ink2041.xml"/><Relationship Id="rId290" Type="http://schemas.openxmlformats.org/officeDocument/2006/relationships/customXml" Target="../ink/ink1964.xml"/><Relationship Id="rId304" Type="http://schemas.openxmlformats.org/officeDocument/2006/relationships/customXml" Target="../ink/ink1971.xml"/><Relationship Id="rId388" Type="http://schemas.openxmlformats.org/officeDocument/2006/relationships/customXml" Target="../ink/ink2013.xml"/><Relationship Id="rId511" Type="http://schemas.openxmlformats.org/officeDocument/2006/relationships/image" Target="../media/image1885.png"/><Relationship Id="rId85" Type="http://schemas.openxmlformats.org/officeDocument/2006/relationships/image" Target="../media/image1670.png"/><Relationship Id="rId150" Type="http://schemas.openxmlformats.org/officeDocument/2006/relationships/customXml" Target="../ink/ink1894.xml"/><Relationship Id="rId248" Type="http://schemas.openxmlformats.org/officeDocument/2006/relationships/customXml" Target="../ink/ink1943.xml"/><Relationship Id="rId455" Type="http://schemas.openxmlformats.org/officeDocument/2006/relationships/image" Target="../media/image1857.png"/><Relationship Id="rId12" Type="http://schemas.openxmlformats.org/officeDocument/2006/relationships/customXml" Target="../ink/ink1825.xml"/><Relationship Id="rId108" Type="http://schemas.openxmlformats.org/officeDocument/2006/relationships/customXml" Target="../ink/ink1873.xml"/><Relationship Id="rId315" Type="http://schemas.openxmlformats.org/officeDocument/2006/relationships/image" Target="../media/image1786.png"/><Relationship Id="rId522" Type="http://schemas.openxmlformats.org/officeDocument/2006/relationships/customXml" Target="../ink/ink2080.xml"/><Relationship Id="rId96" Type="http://schemas.openxmlformats.org/officeDocument/2006/relationships/customXml" Target="../ink/ink1867.xml"/><Relationship Id="rId161" Type="http://schemas.openxmlformats.org/officeDocument/2006/relationships/image" Target="../media/image1708.png"/><Relationship Id="rId399" Type="http://schemas.openxmlformats.org/officeDocument/2006/relationships/image" Target="../media/image1829.png"/><Relationship Id="rId259" Type="http://schemas.openxmlformats.org/officeDocument/2006/relationships/image" Target="../media/image1758.png"/><Relationship Id="rId466" Type="http://schemas.openxmlformats.org/officeDocument/2006/relationships/customXml" Target="../ink/ink2052.xml"/><Relationship Id="rId23" Type="http://schemas.openxmlformats.org/officeDocument/2006/relationships/image" Target="../media/image1639.png"/><Relationship Id="rId119" Type="http://schemas.openxmlformats.org/officeDocument/2006/relationships/image" Target="../media/image1687.png"/><Relationship Id="rId326" Type="http://schemas.openxmlformats.org/officeDocument/2006/relationships/customXml" Target="../ink/ink1982.xml"/><Relationship Id="rId533" Type="http://schemas.openxmlformats.org/officeDocument/2006/relationships/image" Target="../media/image1896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600.png"/><Relationship Id="rId299" Type="http://schemas.openxmlformats.org/officeDocument/2006/relationships/image" Target="../media/image2570.png"/><Relationship Id="rId21" Type="http://schemas.openxmlformats.org/officeDocument/2006/relationships/image" Target="../media/image11810.png"/><Relationship Id="rId63" Type="http://schemas.openxmlformats.org/officeDocument/2006/relationships/image" Target="../media/image13910.png"/><Relationship Id="rId159" Type="http://schemas.openxmlformats.org/officeDocument/2006/relationships/image" Target="../media/image18700.png"/><Relationship Id="rId324" Type="http://schemas.openxmlformats.org/officeDocument/2006/relationships/customXml" Target="../ink/ink2266.xml"/><Relationship Id="rId366" Type="http://schemas.openxmlformats.org/officeDocument/2006/relationships/customXml" Target="../ink/ink2287.xml"/><Relationship Id="rId170" Type="http://schemas.openxmlformats.org/officeDocument/2006/relationships/customXml" Target="../ink/ink2189.xml"/><Relationship Id="rId226" Type="http://schemas.openxmlformats.org/officeDocument/2006/relationships/customXml" Target="../ink/ink2217.xml"/><Relationship Id="rId268" Type="http://schemas.openxmlformats.org/officeDocument/2006/relationships/customXml" Target="../ink/ink2238.xml"/><Relationship Id="rId32" Type="http://schemas.openxmlformats.org/officeDocument/2006/relationships/customXml" Target="../ink/ink2120.xml"/><Relationship Id="rId74" Type="http://schemas.openxmlformats.org/officeDocument/2006/relationships/customXml" Target="../ink/ink2141.xml"/><Relationship Id="rId128" Type="http://schemas.openxmlformats.org/officeDocument/2006/relationships/customXml" Target="../ink/ink2168.xml"/><Relationship Id="rId335" Type="http://schemas.openxmlformats.org/officeDocument/2006/relationships/image" Target="../media/image2750.png"/><Relationship Id="rId377" Type="http://schemas.openxmlformats.org/officeDocument/2006/relationships/image" Target="../media/image2960.png"/><Relationship Id="rId5" Type="http://schemas.openxmlformats.org/officeDocument/2006/relationships/image" Target="../media/image11011.png"/><Relationship Id="rId181" Type="http://schemas.openxmlformats.org/officeDocument/2006/relationships/image" Target="../media/image1980.png"/><Relationship Id="rId237" Type="http://schemas.openxmlformats.org/officeDocument/2006/relationships/image" Target="../media/image2260.png"/><Relationship Id="rId279" Type="http://schemas.openxmlformats.org/officeDocument/2006/relationships/image" Target="../media/image2470.png"/><Relationship Id="rId43" Type="http://schemas.openxmlformats.org/officeDocument/2006/relationships/image" Target="../media/image12910.png"/><Relationship Id="rId139" Type="http://schemas.openxmlformats.org/officeDocument/2006/relationships/image" Target="../media/image17700.png"/><Relationship Id="rId290" Type="http://schemas.openxmlformats.org/officeDocument/2006/relationships/customXml" Target="../ink/ink2249.xml"/><Relationship Id="rId304" Type="http://schemas.openxmlformats.org/officeDocument/2006/relationships/customXml" Target="../ink/ink2256.xml"/><Relationship Id="rId346" Type="http://schemas.openxmlformats.org/officeDocument/2006/relationships/customXml" Target="../ink/ink2277.xml"/><Relationship Id="rId85" Type="http://schemas.openxmlformats.org/officeDocument/2006/relationships/image" Target="../media/image15010.png"/><Relationship Id="rId150" Type="http://schemas.openxmlformats.org/officeDocument/2006/relationships/customXml" Target="../ink/ink2179.xml"/><Relationship Id="rId192" Type="http://schemas.openxmlformats.org/officeDocument/2006/relationships/customXml" Target="../ink/ink2200.xml"/><Relationship Id="rId206" Type="http://schemas.openxmlformats.org/officeDocument/2006/relationships/customXml" Target="../ink/ink2207.xml"/><Relationship Id="rId248" Type="http://schemas.openxmlformats.org/officeDocument/2006/relationships/customXml" Target="../ink/ink2228.xml"/><Relationship Id="rId12" Type="http://schemas.openxmlformats.org/officeDocument/2006/relationships/customXml" Target="../ink/ink2110.xml"/><Relationship Id="rId108" Type="http://schemas.openxmlformats.org/officeDocument/2006/relationships/customXml" Target="../ink/ink2158.xml"/><Relationship Id="rId315" Type="http://schemas.openxmlformats.org/officeDocument/2006/relationships/image" Target="../media/image2650.png"/><Relationship Id="rId357" Type="http://schemas.openxmlformats.org/officeDocument/2006/relationships/image" Target="../media/image2860.png"/><Relationship Id="rId54" Type="http://schemas.openxmlformats.org/officeDocument/2006/relationships/customXml" Target="../ink/ink2131.xml"/><Relationship Id="rId96" Type="http://schemas.openxmlformats.org/officeDocument/2006/relationships/customXml" Target="../ink/ink2152.xml"/><Relationship Id="rId161" Type="http://schemas.openxmlformats.org/officeDocument/2006/relationships/image" Target="../media/image18800.png"/><Relationship Id="rId217" Type="http://schemas.openxmlformats.org/officeDocument/2006/relationships/image" Target="../media/image2160.png"/><Relationship Id="rId259" Type="http://schemas.openxmlformats.org/officeDocument/2006/relationships/image" Target="../media/image2370.png"/><Relationship Id="rId23" Type="http://schemas.openxmlformats.org/officeDocument/2006/relationships/image" Target="../media/image11910.png"/><Relationship Id="rId119" Type="http://schemas.openxmlformats.org/officeDocument/2006/relationships/image" Target="../media/image16700.png"/><Relationship Id="rId270" Type="http://schemas.openxmlformats.org/officeDocument/2006/relationships/customXml" Target="../ink/ink2239.xml"/><Relationship Id="rId326" Type="http://schemas.openxmlformats.org/officeDocument/2006/relationships/customXml" Target="../ink/ink2267.xml"/><Relationship Id="rId65" Type="http://schemas.openxmlformats.org/officeDocument/2006/relationships/image" Target="../media/image14010.png"/><Relationship Id="rId130" Type="http://schemas.openxmlformats.org/officeDocument/2006/relationships/customXml" Target="../ink/ink2169.xml"/><Relationship Id="rId368" Type="http://schemas.openxmlformats.org/officeDocument/2006/relationships/customXml" Target="../ink/ink2288.xml"/><Relationship Id="rId172" Type="http://schemas.openxmlformats.org/officeDocument/2006/relationships/customXml" Target="../ink/ink2190.xml"/><Relationship Id="rId228" Type="http://schemas.openxmlformats.org/officeDocument/2006/relationships/customXml" Target="../ink/ink2218.xml"/><Relationship Id="rId281" Type="http://schemas.openxmlformats.org/officeDocument/2006/relationships/image" Target="../media/image2480.png"/><Relationship Id="rId337" Type="http://schemas.openxmlformats.org/officeDocument/2006/relationships/image" Target="../media/image2760.png"/><Relationship Id="rId34" Type="http://schemas.openxmlformats.org/officeDocument/2006/relationships/customXml" Target="../ink/ink2121.xml"/><Relationship Id="rId76" Type="http://schemas.openxmlformats.org/officeDocument/2006/relationships/customXml" Target="../ink/ink2142.xml"/><Relationship Id="rId141" Type="http://schemas.openxmlformats.org/officeDocument/2006/relationships/image" Target="../media/image17800.png"/><Relationship Id="rId379" Type="http://schemas.openxmlformats.org/officeDocument/2006/relationships/image" Target="../media/image2970.png"/><Relationship Id="rId7" Type="http://schemas.openxmlformats.org/officeDocument/2006/relationships/image" Target="../media/image11111.png"/><Relationship Id="rId183" Type="http://schemas.openxmlformats.org/officeDocument/2006/relationships/image" Target="../media/image1990.png"/><Relationship Id="rId239" Type="http://schemas.openxmlformats.org/officeDocument/2006/relationships/image" Target="../media/image2270.png"/><Relationship Id="rId250" Type="http://schemas.openxmlformats.org/officeDocument/2006/relationships/customXml" Target="../ink/ink2229.xml"/><Relationship Id="rId292" Type="http://schemas.openxmlformats.org/officeDocument/2006/relationships/customXml" Target="../ink/ink2250.xml"/><Relationship Id="rId306" Type="http://schemas.openxmlformats.org/officeDocument/2006/relationships/customXml" Target="../ink/ink2257.xml"/><Relationship Id="rId45" Type="http://schemas.openxmlformats.org/officeDocument/2006/relationships/image" Target="../media/image13010.png"/><Relationship Id="rId87" Type="http://schemas.openxmlformats.org/officeDocument/2006/relationships/image" Target="../media/image15110.png"/><Relationship Id="rId110" Type="http://schemas.openxmlformats.org/officeDocument/2006/relationships/customXml" Target="../ink/ink2159.xml"/><Relationship Id="rId348" Type="http://schemas.openxmlformats.org/officeDocument/2006/relationships/customXml" Target="../ink/ink2278.xml"/><Relationship Id="rId152" Type="http://schemas.openxmlformats.org/officeDocument/2006/relationships/customXml" Target="../ink/ink2180.xml"/><Relationship Id="rId194" Type="http://schemas.openxmlformats.org/officeDocument/2006/relationships/customXml" Target="../ink/ink2201.xml"/><Relationship Id="rId208" Type="http://schemas.openxmlformats.org/officeDocument/2006/relationships/customXml" Target="../ink/ink2208.xml"/><Relationship Id="rId261" Type="http://schemas.openxmlformats.org/officeDocument/2006/relationships/image" Target="../media/image2380.png"/><Relationship Id="rId14" Type="http://schemas.openxmlformats.org/officeDocument/2006/relationships/customXml" Target="../ink/ink2111.xml"/><Relationship Id="rId56" Type="http://schemas.openxmlformats.org/officeDocument/2006/relationships/customXml" Target="../ink/ink2132.xml"/><Relationship Id="rId317" Type="http://schemas.openxmlformats.org/officeDocument/2006/relationships/image" Target="../media/image2660.png"/><Relationship Id="rId359" Type="http://schemas.openxmlformats.org/officeDocument/2006/relationships/image" Target="../media/image2870.png"/><Relationship Id="rId98" Type="http://schemas.openxmlformats.org/officeDocument/2006/relationships/customXml" Target="../ink/ink2153.xml"/><Relationship Id="rId121" Type="http://schemas.openxmlformats.org/officeDocument/2006/relationships/image" Target="../media/image16800.png"/><Relationship Id="rId163" Type="http://schemas.openxmlformats.org/officeDocument/2006/relationships/image" Target="../media/image18900.png"/><Relationship Id="rId219" Type="http://schemas.openxmlformats.org/officeDocument/2006/relationships/image" Target="../media/image2170.png"/><Relationship Id="rId370" Type="http://schemas.openxmlformats.org/officeDocument/2006/relationships/customXml" Target="../ink/ink2289.xml"/><Relationship Id="rId230" Type="http://schemas.openxmlformats.org/officeDocument/2006/relationships/customXml" Target="../ink/ink2219.xml"/><Relationship Id="rId25" Type="http://schemas.openxmlformats.org/officeDocument/2006/relationships/image" Target="../media/image12010.png"/><Relationship Id="rId67" Type="http://schemas.openxmlformats.org/officeDocument/2006/relationships/image" Target="../media/image14110.png"/><Relationship Id="rId272" Type="http://schemas.openxmlformats.org/officeDocument/2006/relationships/customXml" Target="../ink/ink2240.xml"/><Relationship Id="rId328" Type="http://schemas.openxmlformats.org/officeDocument/2006/relationships/customXml" Target="../ink/ink2268.xml"/><Relationship Id="rId132" Type="http://schemas.openxmlformats.org/officeDocument/2006/relationships/customXml" Target="../ink/ink2170.xml"/><Relationship Id="rId174" Type="http://schemas.openxmlformats.org/officeDocument/2006/relationships/customXml" Target="../ink/ink2191.xml"/><Relationship Id="rId241" Type="http://schemas.openxmlformats.org/officeDocument/2006/relationships/image" Target="../media/image2280.png"/><Relationship Id="rId36" Type="http://schemas.openxmlformats.org/officeDocument/2006/relationships/customXml" Target="../ink/ink2122.xml"/><Relationship Id="rId283" Type="http://schemas.openxmlformats.org/officeDocument/2006/relationships/image" Target="../media/image2490.png"/><Relationship Id="rId339" Type="http://schemas.openxmlformats.org/officeDocument/2006/relationships/image" Target="../media/image2770.png"/><Relationship Id="rId78" Type="http://schemas.openxmlformats.org/officeDocument/2006/relationships/customXml" Target="../ink/ink2143.xml"/><Relationship Id="rId101" Type="http://schemas.openxmlformats.org/officeDocument/2006/relationships/image" Target="../media/image15800.png"/><Relationship Id="rId143" Type="http://schemas.openxmlformats.org/officeDocument/2006/relationships/image" Target="../media/image17900.png"/><Relationship Id="rId185" Type="http://schemas.openxmlformats.org/officeDocument/2006/relationships/image" Target="../media/image2000.png"/><Relationship Id="rId350" Type="http://schemas.openxmlformats.org/officeDocument/2006/relationships/customXml" Target="../ink/ink2279.xml"/><Relationship Id="rId9" Type="http://schemas.openxmlformats.org/officeDocument/2006/relationships/image" Target="../media/image11211.png"/><Relationship Id="rId210" Type="http://schemas.openxmlformats.org/officeDocument/2006/relationships/customXml" Target="../ink/ink2209.xml"/><Relationship Id="rId26" Type="http://schemas.openxmlformats.org/officeDocument/2006/relationships/customXml" Target="../ink/ink2117.xml"/><Relationship Id="rId231" Type="http://schemas.openxmlformats.org/officeDocument/2006/relationships/image" Target="../media/image2230.png"/><Relationship Id="rId252" Type="http://schemas.openxmlformats.org/officeDocument/2006/relationships/customXml" Target="../ink/ink2230.xml"/><Relationship Id="rId273" Type="http://schemas.openxmlformats.org/officeDocument/2006/relationships/image" Target="../media/image2440.png"/><Relationship Id="rId294" Type="http://schemas.openxmlformats.org/officeDocument/2006/relationships/customXml" Target="../ink/ink2251.xml"/><Relationship Id="rId308" Type="http://schemas.openxmlformats.org/officeDocument/2006/relationships/customXml" Target="../ink/ink2258.xml"/><Relationship Id="rId329" Type="http://schemas.openxmlformats.org/officeDocument/2006/relationships/image" Target="../media/image2720.png"/><Relationship Id="rId47" Type="http://schemas.openxmlformats.org/officeDocument/2006/relationships/image" Target="../media/image13110.png"/><Relationship Id="rId68" Type="http://schemas.openxmlformats.org/officeDocument/2006/relationships/customXml" Target="../ink/ink2138.xml"/><Relationship Id="rId89" Type="http://schemas.openxmlformats.org/officeDocument/2006/relationships/image" Target="../media/image15210.png"/><Relationship Id="rId112" Type="http://schemas.openxmlformats.org/officeDocument/2006/relationships/customXml" Target="../ink/ink2160.xml"/><Relationship Id="rId133" Type="http://schemas.openxmlformats.org/officeDocument/2006/relationships/image" Target="../media/image17400.png"/><Relationship Id="rId154" Type="http://schemas.openxmlformats.org/officeDocument/2006/relationships/customXml" Target="../ink/ink2181.xml"/><Relationship Id="rId175" Type="http://schemas.openxmlformats.org/officeDocument/2006/relationships/image" Target="../media/image1950.png"/><Relationship Id="rId340" Type="http://schemas.openxmlformats.org/officeDocument/2006/relationships/customXml" Target="../ink/ink2274.xml"/><Relationship Id="rId361" Type="http://schemas.openxmlformats.org/officeDocument/2006/relationships/image" Target="../media/image2880.png"/><Relationship Id="rId196" Type="http://schemas.openxmlformats.org/officeDocument/2006/relationships/customXml" Target="../ink/ink2202.xml"/><Relationship Id="rId200" Type="http://schemas.openxmlformats.org/officeDocument/2006/relationships/customXml" Target="../ink/ink2204.xml"/><Relationship Id="rId16" Type="http://schemas.openxmlformats.org/officeDocument/2006/relationships/customXml" Target="../ink/ink2112.xml"/><Relationship Id="rId221" Type="http://schemas.openxmlformats.org/officeDocument/2006/relationships/image" Target="../media/image2180.png"/><Relationship Id="rId242" Type="http://schemas.openxmlformats.org/officeDocument/2006/relationships/customXml" Target="../ink/ink2225.xml"/><Relationship Id="rId263" Type="http://schemas.openxmlformats.org/officeDocument/2006/relationships/image" Target="../media/image2390.png"/><Relationship Id="rId284" Type="http://schemas.openxmlformats.org/officeDocument/2006/relationships/customXml" Target="../ink/ink2246.xml"/><Relationship Id="rId319" Type="http://schemas.openxmlformats.org/officeDocument/2006/relationships/image" Target="../media/image2670.png"/><Relationship Id="rId37" Type="http://schemas.openxmlformats.org/officeDocument/2006/relationships/image" Target="../media/image12610.png"/><Relationship Id="rId58" Type="http://schemas.openxmlformats.org/officeDocument/2006/relationships/customXml" Target="../ink/ink2133.xml"/><Relationship Id="rId79" Type="http://schemas.openxmlformats.org/officeDocument/2006/relationships/image" Target="../media/image14710.png"/><Relationship Id="rId102" Type="http://schemas.openxmlformats.org/officeDocument/2006/relationships/customXml" Target="../ink/ink2155.xml"/><Relationship Id="rId123" Type="http://schemas.openxmlformats.org/officeDocument/2006/relationships/image" Target="../media/image16900.png"/><Relationship Id="rId144" Type="http://schemas.openxmlformats.org/officeDocument/2006/relationships/customXml" Target="../ink/ink2176.xml"/><Relationship Id="rId330" Type="http://schemas.openxmlformats.org/officeDocument/2006/relationships/customXml" Target="../ink/ink2269.xml"/><Relationship Id="rId90" Type="http://schemas.openxmlformats.org/officeDocument/2006/relationships/customXml" Target="../ink/ink2149.xml"/><Relationship Id="rId165" Type="http://schemas.openxmlformats.org/officeDocument/2006/relationships/image" Target="../media/image19000.png"/><Relationship Id="rId186" Type="http://schemas.openxmlformats.org/officeDocument/2006/relationships/customXml" Target="../ink/ink2197.xml"/><Relationship Id="rId351" Type="http://schemas.openxmlformats.org/officeDocument/2006/relationships/image" Target="../media/image2830.png"/><Relationship Id="rId372" Type="http://schemas.openxmlformats.org/officeDocument/2006/relationships/customXml" Target="../ink/ink2290.xml"/><Relationship Id="rId211" Type="http://schemas.openxmlformats.org/officeDocument/2006/relationships/image" Target="../media/image2130.png"/><Relationship Id="rId232" Type="http://schemas.openxmlformats.org/officeDocument/2006/relationships/customXml" Target="../ink/ink2220.xml"/><Relationship Id="rId253" Type="http://schemas.openxmlformats.org/officeDocument/2006/relationships/image" Target="../media/image2340.png"/><Relationship Id="rId274" Type="http://schemas.openxmlformats.org/officeDocument/2006/relationships/customXml" Target="../ink/ink2241.xml"/><Relationship Id="rId295" Type="http://schemas.openxmlformats.org/officeDocument/2006/relationships/image" Target="../media/image2550.png"/><Relationship Id="rId309" Type="http://schemas.openxmlformats.org/officeDocument/2006/relationships/image" Target="../media/image2620.png"/><Relationship Id="rId27" Type="http://schemas.openxmlformats.org/officeDocument/2006/relationships/image" Target="../media/image12110.png"/><Relationship Id="rId48" Type="http://schemas.openxmlformats.org/officeDocument/2006/relationships/customXml" Target="../ink/ink2128.xml"/><Relationship Id="rId69" Type="http://schemas.openxmlformats.org/officeDocument/2006/relationships/image" Target="../media/image14210.png"/><Relationship Id="rId113" Type="http://schemas.openxmlformats.org/officeDocument/2006/relationships/image" Target="../media/image16400.png"/><Relationship Id="rId134" Type="http://schemas.openxmlformats.org/officeDocument/2006/relationships/customXml" Target="../ink/ink2171.xml"/><Relationship Id="rId320" Type="http://schemas.openxmlformats.org/officeDocument/2006/relationships/customXml" Target="../ink/ink2264.xml"/><Relationship Id="rId80" Type="http://schemas.openxmlformats.org/officeDocument/2006/relationships/customXml" Target="../ink/ink2144.xml"/><Relationship Id="rId155" Type="http://schemas.openxmlformats.org/officeDocument/2006/relationships/image" Target="../media/image18500.png"/><Relationship Id="rId176" Type="http://schemas.openxmlformats.org/officeDocument/2006/relationships/customXml" Target="../ink/ink2192.xml"/><Relationship Id="rId197" Type="http://schemas.openxmlformats.org/officeDocument/2006/relationships/image" Target="../media/image2060.png"/><Relationship Id="rId341" Type="http://schemas.openxmlformats.org/officeDocument/2006/relationships/image" Target="../media/image2780.png"/><Relationship Id="rId362" Type="http://schemas.openxmlformats.org/officeDocument/2006/relationships/customXml" Target="../ink/ink2285.xml"/><Relationship Id="rId201" Type="http://schemas.openxmlformats.org/officeDocument/2006/relationships/image" Target="../media/image2080.png"/><Relationship Id="rId222" Type="http://schemas.openxmlformats.org/officeDocument/2006/relationships/customXml" Target="../ink/ink2215.xml"/><Relationship Id="rId243" Type="http://schemas.openxmlformats.org/officeDocument/2006/relationships/image" Target="../media/image2290.png"/><Relationship Id="rId264" Type="http://schemas.openxmlformats.org/officeDocument/2006/relationships/customXml" Target="../ink/ink2236.xml"/><Relationship Id="rId285" Type="http://schemas.openxmlformats.org/officeDocument/2006/relationships/image" Target="../media/image2501.png"/><Relationship Id="rId17" Type="http://schemas.openxmlformats.org/officeDocument/2006/relationships/image" Target="../media/image11612.png"/><Relationship Id="rId38" Type="http://schemas.openxmlformats.org/officeDocument/2006/relationships/customXml" Target="../ink/ink2123.xml"/><Relationship Id="rId59" Type="http://schemas.openxmlformats.org/officeDocument/2006/relationships/image" Target="../media/image13710.png"/><Relationship Id="rId103" Type="http://schemas.openxmlformats.org/officeDocument/2006/relationships/image" Target="../media/image15900.png"/><Relationship Id="rId124" Type="http://schemas.openxmlformats.org/officeDocument/2006/relationships/customXml" Target="../ink/ink2166.xml"/><Relationship Id="rId310" Type="http://schemas.openxmlformats.org/officeDocument/2006/relationships/customXml" Target="../ink/ink2259.xml"/><Relationship Id="rId70" Type="http://schemas.openxmlformats.org/officeDocument/2006/relationships/customXml" Target="../ink/ink2139.xml"/><Relationship Id="rId91" Type="http://schemas.openxmlformats.org/officeDocument/2006/relationships/image" Target="../media/image15310.png"/><Relationship Id="rId145" Type="http://schemas.openxmlformats.org/officeDocument/2006/relationships/image" Target="../media/image18000.png"/><Relationship Id="rId166" Type="http://schemas.openxmlformats.org/officeDocument/2006/relationships/customXml" Target="../ink/ink2187.xml"/><Relationship Id="rId187" Type="http://schemas.openxmlformats.org/officeDocument/2006/relationships/image" Target="../media/image2011.png"/><Relationship Id="rId331" Type="http://schemas.openxmlformats.org/officeDocument/2006/relationships/image" Target="../media/image2730.png"/><Relationship Id="rId352" Type="http://schemas.openxmlformats.org/officeDocument/2006/relationships/customXml" Target="../ink/ink2280.xml"/><Relationship Id="rId373" Type="http://schemas.openxmlformats.org/officeDocument/2006/relationships/image" Target="../media/image294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10.xml"/><Relationship Id="rId233" Type="http://schemas.openxmlformats.org/officeDocument/2006/relationships/image" Target="../media/image2240.png"/><Relationship Id="rId254" Type="http://schemas.openxmlformats.org/officeDocument/2006/relationships/customXml" Target="../ink/ink2231.xml"/><Relationship Id="rId28" Type="http://schemas.openxmlformats.org/officeDocument/2006/relationships/customXml" Target="../ink/ink2118.xml"/><Relationship Id="rId49" Type="http://schemas.openxmlformats.org/officeDocument/2006/relationships/image" Target="../media/image13210.png"/><Relationship Id="rId114" Type="http://schemas.openxmlformats.org/officeDocument/2006/relationships/customXml" Target="../ink/ink2161.xml"/><Relationship Id="rId275" Type="http://schemas.openxmlformats.org/officeDocument/2006/relationships/image" Target="../media/image2450.png"/><Relationship Id="rId296" Type="http://schemas.openxmlformats.org/officeDocument/2006/relationships/customXml" Target="../ink/ink2252.xml"/><Relationship Id="rId300" Type="http://schemas.openxmlformats.org/officeDocument/2006/relationships/customXml" Target="../ink/ink2254.xml"/><Relationship Id="rId60" Type="http://schemas.openxmlformats.org/officeDocument/2006/relationships/customXml" Target="../ink/ink2134.xml"/><Relationship Id="rId81" Type="http://schemas.openxmlformats.org/officeDocument/2006/relationships/image" Target="../media/image14810.png"/><Relationship Id="rId135" Type="http://schemas.openxmlformats.org/officeDocument/2006/relationships/image" Target="../media/image17500.png"/><Relationship Id="rId156" Type="http://schemas.openxmlformats.org/officeDocument/2006/relationships/customXml" Target="../ink/ink2182.xml"/><Relationship Id="rId177" Type="http://schemas.openxmlformats.org/officeDocument/2006/relationships/image" Target="../media/image1960.png"/><Relationship Id="rId198" Type="http://schemas.openxmlformats.org/officeDocument/2006/relationships/customXml" Target="../ink/ink2203.xml"/><Relationship Id="rId321" Type="http://schemas.openxmlformats.org/officeDocument/2006/relationships/image" Target="../media/image2680.png"/><Relationship Id="rId342" Type="http://schemas.openxmlformats.org/officeDocument/2006/relationships/customXml" Target="../ink/ink2275.xml"/><Relationship Id="rId363" Type="http://schemas.openxmlformats.org/officeDocument/2006/relationships/image" Target="../media/image2890.png"/><Relationship Id="rId202" Type="http://schemas.openxmlformats.org/officeDocument/2006/relationships/customXml" Target="../ink/ink2205.xml"/><Relationship Id="rId223" Type="http://schemas.openxmlformats.org/officeDocument/2006/relationships/image" Target="../media/image2190.png"/><Relationship Id="rId244" Type="http://schemas.openxmlformats.org/officeDocument/2006/relationships/customXml" Target="../ink/ink2226.xml"/><Relationship Id="rId18" Type="http://schemas.openxmlformats.org/officeDocument/2006/relationships/customXml" Target="../ink/ink2113.xml"/><Relationship Id="rId39" Type="http://schemas.openxmlformats.org/officeDocument/2006/relationships/image" Target="../media/image12710.png"/><Relationship Id="rId265" Type="http://schemas.openxmlformats.org/officeDocument/2006/relationships/image" Target="../media/image2400.png"/><Relationship Id="rId286" Type="http://schemas.openxmlformats.org/officeDocument/2006/relationships/customXml" Target="../ink/ink2247.xml"/><Relationship Id="rId50" Type="http://schemas.openxmlformats.org/officeDocument/2006/relationships/customXml" Target="../ink/ink2129.xml"/><Relationship Id="rId104" Type="http://schemas.openxmlformats.org/officeDocument/2006/relationships/customXml" Target="../ink/ink2156.xml"/><Relationship Id="rId125" Type="http://schemas.openxmlformats.org/officeDocument/2006/relationships/image" Target="../media/image17000.png"/><Relationship Id="rId146" Type="http://schemas.openxmlformats.org/officeDocument/2006/relationships/customXml" Target="../ink/ink2177.xml"/><Relationship Id="rId167" Type="http://schemas.openxmlformats.org/officeDocument/2006/relationships/image" Target="../media/image19110.png"/><Relationship Id="rId188" Type="http://schemas.openxmlformats.org/officeDocument/2006/relationships/customXml" Target="../ink/ink2198.xml"/><Relationship Id="rId311" Type="http://schemas.openxmlformats.org/officeDocument/2006/relationships/image" Target="../media/image2630.png"/><Relationship Id="rId332" Type="http://schemas.openxmlformats.org/officeDocument/2006/relationships/customXml" Target="../ink/ink2270.xml"/><Relationship Id="rId353" Type="http://schemas.openxmlformats.org/officeDocument/2006/relationships/image" Target="../media/image2840.png"/><Relationship Id="rId374" Type="http://schemas.openxmlformats.org/officeDocument/2006/relationships/customXml" Target="../ink/ink2291.xml"/><Relationship Id="rId71" Type="http://schemas.openxmlformats.org/officeDocument/2006/relationships/image" Target="../media/image14310.png"/><Relationship Id="rId92" Type="http://schemas.openxmlformats.org/officeDocument/2006/relationships/customXml" Target="../ink/ink2150.xml"/><Relationship Id="rId213" Type="http://schemas.openxmlformats.org/officeDocument/2006/relationships/image" Target="../media/image2140.png"/><Relationship Id="rId234" Type="http://schemas.openxmlformats.org/officeDocument/2006/relationships/customXml" Target="../ink/ink2221.xml"/><Relationship Id="rId2" Type="http://schemas.openxmlformats.org/officeDocument/2006/relationships/customXml" Target="../ink/ink2105.xml"/><Relationship Id="rId29" Type="http://schemas.openxmlformats.org/officeDocument/2006/relationships/image" Target="../media/image12210.png"/><Relationship Id="rId255" Type="http://schemas.openxmlformats.org/officeDocument/2006/relationships/image" Target="../media/image2350.png"/><Relationship Id="rId276" Type="http://schemas.openxmlformats.org/officeDocument/2006/relationships/customXml" Target="../ink/ink2242.xml"/><Relationship Id="rId297" Type="http://schemas.openxmlformats.org/officeDocument/2006/relationships/image" Target="../media/image2560.png"/><Relationship Id="rId40" Type="http://schemas.openxmlformats.org/officeDocument/2006/relationships/customXml" Target="../ink/ink2124.xml"/><Relationship Id="rId115" Type="http://schemas.openxmlformats.org/officeDocument/2006/relationships/image" Target="../media/image16500.png"/><Relationship Id="rId136" Type="http://schemas.openxmlformats.org/officeDocument/2006/relationships/customXml" Target="../ink/ink2172.xml"/><Relationship Id="rId157" Type="http://schemas.openxmlformats.org/officeDocument/2006/relationships/image" Target="../media/image18600.png"/><Relationship Id="rId178" Type="http://schemas.openxmlformats.org/officeDocument/2006/relationships/customXml" Target="../ink/ink2193.xml"/><Relationship Id="rId301" Type="http://schemas.openxmlformats.org/officeDocument/2006/relationships/image" Target="../media/image2580.png"/><Relationship Id="rId322" Type="http://schemas.openxmlformats.org/officeDocument/2006/relationships/customXml" Target="../ink/ink2265.xml"/><Relationship Id="rId343" Type="http://schemas.openxmlformats.org/officeDocument/2006/relationships/image" Target="../media/image2790.png"/><Relationship Id="rId364" Type="http://schemas.openxmlformats.org/officeDocument/2006/relationships/customXml" Target="../ink/ink2286.xml"/><Relationship Id="rId61" Type="http://schemas.openxmlformats.org/officeDocument/2006/relationships/image" Target="../media/image13810.png"/><Relationship Id="rId82" Type="http://schemas.openxmlformats.org/officeDocument/2006/relationships/customXml" Target="../ink/ink2145.xml"/><Relationship Id="rId199" Type="http://schemas.openxmlformats.org/officeDocument/2006/relationships/image" Target="../media/image2070.png"/><Relationship Id="rId203" Type="http://schemas.openxmlformats.org/officeDocument/2006/relationships/image" Target="../media/image2090.png"/><Relationship Id="rId19" Type="http://schemas.openxmlformats.org/officeDocument/2006/relationships/image" Target="../media/image11710.png"/><Relationship Id="rId224" Type="http://schemas.openxmlformats.org/officeDocument/2006/relationships/customXml" Target="../ink/ink2216.xml"/><Relationship Id="rId245" Type="http://schemas.openxmlformats.org/officeDocument/2006/relationships/image" Target="../media/image2300.png"/><Relationship Id="rId266" Type="http://schemas.openxmlformats.org/officeDocument/2006/relationships/customXml" Target="../ink/ink2237.xml"/><Relationship Id="rId287" Type="http://schemas.openxmlformats.org/officeDocument/2006/relationships/image" Target="../media/image2511.png"/><Relationship Id="rId30" Type="http://schemas.openxmlformats.org/officeDocument/2006/relationships/customXml" Target="../ink/ink2119.xml"/><Relationship Id="rId105" Type="http://schemas.openxmlformats.org/officeDocument/2006/relationships/image" Target="../media/image16000.png"/><Relationship Id="rId126" Type="http://schemas.openxmlformats.org/officeDocument/2006/relationships/customXml" Target="../ink/ink2167.xml"/><Relationship Id="rId147" Type="http://schemas.openxmlformats.org/officeDocument/2006/relationships/image" Target="../media/image18110.png"/><Relationship Id="rId168" Type="http://schemas.openxmlformats.org/officeDocument/2006/relationships/customXml" Target="../ink/ink2188.xml"/><Relationship Id="rId312" Type="http://schemas.openxmlformats.org/officeDocument/2006/relationships/customXml" Target="../ink/ink2260.xml"/><Relationship Id="rId333" Type="http://schemas.openxmlformats.org/officeDocument/2006/relationships/image" Target="../media/image2740.png"/><Relationship Id="rId354" Type="http://schemas.openxmlformats.org/officeDocument/2006/relationships/customXml" Target="../ink/ink2281.xml"/><Relationship Id="rId51" Type="http://schemas.openxmlformats.org/officeDocument/2006/relationships/image" Target="../media/image13310.png"/><Relationship Id="rId72" Type="http://schemas.openxmlformats.org/officeDocument/2006/relationships/customXml" Target="../ink/ink2140.xml"/><Relationship Id="rId93" Type="http://schemas.openxmlformats.org/officeDocument/2006/relationships/image" Target="../media/image15410.png"/><Relationship Id="rId189" Type="http://schemas.openxmlformats.org/officeDocument/2006/relationships/image" Target="../media/image2020.png"/><Relationship Id="rId375" Type="http://schemas.openxmlformats.org/officeDocument/2006/relationships/image" Target="../media/image2950.png"/><Relationship Id="rId3" Type="http://schemas.openxmlformats.org/officeDocument/2006/relationships/image" Target="../media/image10911.png"/><Relationship Id="rId214" Type="http://schemas.openxmlformats.org/officeDocument/2006/relationships/customXml" Target="../ink/ink2211.xml"/><Relationship Id="rId235" Type="http://schemas.openxmlformats.org/officeDocument/2006/relationships/image" Target="../media/image2250.png"/><Relationship Id="rId256" Type="http://schemas.openxmlformats.org/officeDocument/2006/relationships/customXml" Target="../ink/ink2232.xml"/><Relationship Id="rId277" Type="http://schemas.openxmlformats.org/officeDocument/2006/relationships/image" Target="../media/image2460.png"/><Relationship Id="rId298" Type="http://schemas.openxmlformats.org/officeDocument/2006/relationships/customXml" Target="../ink/ink2253.xml"/><Relationship Id="rId116" Type="http://schemas.openxmlformats.org/officeDocument/2006/relationships/customXml" Target="../ink/ink2162.xml"/><Relationship Id="rId137" Type="http://schemas.openxmlformats.org/officeDocument/2006/relationships/image" Target="../media/image17600.png"/><Relationship Id="rId158" Type="http://schemas.openxmlformats.org/officeDocument/2006/relationships/customXml" Target="../ink/ink2183.xml"/><Relationship Id="rId302" Type="http://schemas.openxmlformats.org/officeDocument/2006/relationships/customXml" Target="../ink/ink2255.xml"/><Relationship Id="rId323" Type="http://schemas.openxmlformats.org/officeDocument/2006/relationships/image" Target="../media/image2690.png"/><Relationship Id="rId344" Type="http://schemas.openxmlformats.org/officeDocument/2006/relationships/customXml" Target="../ink/ink2276.xml"/><Relationship Id="rId20" Type="http://schemas.openxmlformats.org/officeDocument/2006/relationships/customXml" Target="../ink/ink2114.xml"/><Relationship Id="rId41" Type="http://schemas.openxmlformats.org/officeDocument/2006/relationships/image" Target="../media/image12810.png"/><Relationship Id="rId62" Type="http://schemas.openxmlformats.org/officeDocument/2006/relationships/customXml" Target="../ink/ink2135.xml"/><Relationship Id="rId83" Type="http://schemas.openxmlformats.org/officeDocument/2006/relationships/image" Target="../media/image14910.png"/><Relationship Id="rId179" Type="http://schemas.openxmlformats.org/officeDocument/2006/relationships/image" Target="../media/image1970.png"/><Relationship Id="rId365" Type="http://schemas.openxmlformats.org/officeDocument/2006/relationships/image" Target="../media/image2900.png"/><Relationship Id="rId190" Type="http://schemas.openxmlformats.org/officeDocument/2006/relationships/customXml" Target="../ink/ink2199.xml"/><Relationship Id="rId204" Type="http://schemas.openxmlformats.org/officeDocument/2006/relationships/customXml" Target="../ink/ink2206.xml"/><Relationship Id="rId225" Type="http://schemas.openxmlformats.org/officeDocument/2006/relationships/image" Target="../media/image2200.png"/><Relationship Id="rId246" Type="http://schemas.openxmlformats.org/officeDocument/2006/relationships/customXml" Target="../ink/ink2227.xml"/><Relationship Id="rId267" Type="http://schemas.openxmlformats.org/officeDocument/2006/relationships/image" Target="../media/image2411.png"/><Relationship Id="rId288" Type="http://schemas.openxmlformats.org/officeDocument/2006/relationships/customXml" Target="../ink/ink2248.xml"/><Relationship Id="rId106" Type="http://schemas.openxmlformats.org/officeDocument/2006/relationships/customXml" Target="../ink/ink2157.xml"/><Relationship Id="rId127" Type="http://schemas.openxmlformats.org/officeDocument/2006/relationships/image" Target="../media/image17110.png"/><Relationship Id="rId313" Type="http://schemas.openxmlformats.org/officeDocument/2006/relationships/image" Target="../media/image2640.png"/><Relationship Id="rId10" Type="http://schemas.openxmlformats.org/officeDocument/2006/relationships/customXml" Target="../ink/ink2109.xml"/><Relationship Id="rId31" Type="http://schemas.openxmlformats.org/officeDocument/2006/relationships/image" Target="../media/image12310.png"/><Relationship Id="rId52" Type="http://schemas.openxmlformats.org/officeDocument/2006/relationships/customXml" Target="../ink/ink2130.xml"/><Relationship Id="rId73" Type="http://schemas.openxmlformats.org/officeDocument/2006/relationships/image" Target="../media/image14410.png"/><Relationship Id="rId94" Type="http://schemas.openxmlformats.org/officeDocument/2006/relationships/customXml" Target="../ink/ink2151.xml"/><Relationship Id="rId148" Type="http://schemas.openxmlformats.org/officeDocument/2006/relationships/customXml" Target="../ink/ink2178.xml"/><Relationship Id="rId169" Type="http://schemas.openxmlformats.org/officeDocument/2006/relationships/image" Target="../media/image1920.png"/><Relationship Id="rId334" Type="http://schemas.openxmlformats.org/officeDocument/2006/relationships/customXml" Target="../ink/ink2271.xml"/><Relationship Id="rId355" Type="http://schemas.openxmlformats.org/officeDocument/2006/relationships/image" Target="../media/image2850.png"/><Relationship Id="rId376" Type="http://schemas.openxmlformats.org/officeDocument/2006/relationships/customXml" Target="../ink/ink2292.xml"/><Relationship Id="rId4" Type="http://schemas.openxmlformats.org/officeDocument/2006/relationships/customXml" Target="../ink/ink2106.xml"/><Relationship Id="rId180" Type="http://schemas.openxmlformats.org/officeDocument/2006/relationships/customXml" Target="../ink/ink2194.xml"/><Relationship Id="rId215" Type="http://schemas.openxmlformats.org/officeDocument/2006/relationships/image" Target="../media/image2150.png"/><Relationship Id="rId236" Type="http://schemas.openxmlformats.org/officeDocument/2006/relationships/customXml" Target="../ink/ink2222.xml"/><Relationship Id="rId257" Type="http://schemas.openxmlformats.org/officeDocument/2006/relationships/image" Target="../media/image2360.png"/><Relationship Id="rId278" Type="http://schemas.openxmlformats.org/officeDocument/2006/relationships/customXml" Target="../ink/ink2243.xml"/><Relationship Id="rId303" Type="http://schemas.openxmlformats.org/officeDocument/2006/relationships/image" Target="../media/image2590.png"/><Relationship Id="rId42" Type="http://schemas.openxmlformats.org/officeDocument/2006/relationships/customXml" Target="../ink/ink2125.xml"/><Relationship Id="rId84" Type="http://schemas.openxmlformats.org/officeDocument/2006/relationships/customXml" Target="../ink/ink2146.xml"/><Relationship Id="rId138" Type="http://schemas.openxmlformats.org/officeDocument/2006/relationships/customXml" Target="../ink/ink2173.xml"/><Relationship Id="rId345" Type="http://schemas.openxmlformats.org/officeDocument/2006/relationships/image" Target="../media/image2800.png"/><Relationship Id="rId191" Type="http://schemas.openxmlformats.org/officeDocument/2006/relationships/image" Target="../media/image2030.png"/><Relationship Id="rId205" Type="http://schemas.openxmlformats.org/officeDocument/2006/relationships/image" Target="../media/image2100.png"/><Relationship Id="rId247" Type="http://schemas.openxmlformats.org/officeDocument/2006/relationships/image" Target="../media/image2311.png"/><Relationship Id="rId107" Type="http://schemas.openxmlformats.org/officeDocument/2006/relationships/image" Target="../media/image16110.png"/><Relationship Id="rId289" Type="http://schemas.openxmlformats.org/officeDocument/2006/relationships/image" Target="../media/image2520.png"/><Relationship Id="rId11" Type="http://schemas.openxmlformats.org/officeDocument/2006/relationships/image" Target="../media/image11312.png"/><Relationship Id="rId53" Type="http://schemas.openxmlformats.org/officeDocument/2006/relationships/image" Target="../media/image13410.png"/><Relationship Id="rId149" Type="http://schemas.openxmlformats.org/officeDocument/2006/relationships/image" Target="../media/image18200.png"/><Relationship Id="rId314" Type="http://schemas.openxmlformats.org/officeDocument/2006/relationships/customXml" Target="../ink/ink2261.xml"/><Relationship Id="rId356" Type="http://schemas.openxmlformats.org/officeDocument/2006/relationships/customXml" Target="../ink/ink2282.xml"/><Relationship Id="rId95" Type="http://schemas.openxmlformats.org/officeDocument/2006/relationships/image" Target="../media/image15520.png"/><Relationship Id="rId160" Type="http://schemas.openxmlformats.org/officeDocument/2006/relationships/customXml" Target="../ink/ink2184.xml"/><Relationship Id="rId216" Type="http://schemas.openxmlformats.org/officeDocument/2006/relationships/customXml" Target="../ink/ink2212.xml"/><Relationship Id="rId258" Type="http://schemas.openxmlformats.org/officeDocument/2006/relationships/customXml" Target="../ink/ink2233.xml"/><Relationship Id="rId22" Type="http://schemas.openxmlformats.org/officeDocument/2006/relationships/customXml" Target="../ink/ink2115.xml"/><Relationship Id="rId64" Type="http://schemas.openxmlformats.org/officeDocument/2006/relationships/customXml" Target="../ink/ink2136.xml"/><Relationship Id="rId118" Type="http://schemas.openxmlformats.org/officeDocument/2006/relationships/customXml" Target="../ink/ink2163.xml"/><Relationship Id="rId325" Type="http://schemas.openxmlformats.org/officeDocument/2006/relationships/image" Target="../media/image2700.png"/><Relationship Id="rId367" Type="http://schemas.openxmlformats.org/officeDocument/2006/relationships/image" Target="../media/image2911.png"/><Relationship Id="rId171" Type="http://schemas.openxmlformats.org/officeDocument/2006/relationships/image" Target="../media/image1930.png"/><Relationship Id="rId227" Type="http://schemas.openxmlformats.org/officeDocument/2006/relationships/image" Target="../media/image2211.png"/><Relationship Id="rId269" Type="http://schemas.openxmlformats.org/officeDocument/2006/relationships/image" Target="../media/image2420.png"/><Relationship Id="rId33" Type="http://schemas.openxmlformats.org/officeDocument/2006/relationships/image" Target="../media/image12410.png"/><Relationship Id="rId129" Type="http://schemas.openxmlformats.org/officeDocument/2006/relationships/image" Target="../media/image17200.png"/><Relationship Id="rId280" Type="http://schemas.openxmlformats.org/officeDocument/2006/relationships/customXml" Target="../ink/ink2244.xml"/><Relationship Id="rId336" Type="http://schemas.openxmlformats.org/officeDocument/2006/relationships/customXml" Target="../ink/ink2272.xml"/><Relationship Id="rId75" Type="http://schemas.openxmlformats.org/officeDocument/2006/relationships/image" Target="../media/image14510.png"/><Relationship Id="rId140" Type="http://schemas.openxmlformats.org/officeDocument/2006/relationships/customXml" Target="../ink/ink2174.xml"/><Relationship Id="rId182" Type="http://schemas.openxmlformats.org/officeDocument/2006/relationships/customXml" Target="../ink/ink2195.xml"/><Relationship Id="rId378" Type="http://schemas.openxmlformats.org/officeDocument/2006/relationships/customXml" Target="../ink/ink2293.xml"/><Relationship Id="rId6" Type="http://schemas.openxmlformats.org/officeDocument/2006/relationships/customXml" Target="../ink/ink2107.xml"/><Relationship Id="rId238" Type="http://schemas.openxmlformats.org/officeDocument/2006/relationships/customXml" Target="../ink/ink2223.xml"/><Relationship Id="rId291" Type="http://schemas.openxmlformats.org/officeDocument/2006/relationships/image" Target="../media/image2530.png"/><Relationship Id="rId305" Type="http://schemas.openxmlformats.org/officeDocument/2006/relationships/image" Target="../media/image2600.png"/><Relationship Id="rId347" Type="http://schemas.openxmlformats.org/officeDocument/2006/relationships/image" Target="../media/image2811.png"/><Relationship Id="rId44" Type="http://schemas.openxmlformats.org/officeDocument/2006/relationships/customXml" Target="../ink/ink2126.xml"/><Relationship Id="rId86" Type="http://schemas.openxmlformats.org/officeDocument/2006/relationships/customXml" Target="../ink/ink2147.xml"/><Relationship Id="rId151" Type="http://schemas.openxmlformats.org/officeDocument/2006/relationships/image" Target="../media/image18300.png"/><Relationship Id="rId193" Type="http://schemas.openxmlformats.org/officeDocument/2006/relationships/image" Target="../media/image2040.png"/><Relationship Id="rId207" Type="http://schemas.openxmlformats.org/officeDocument/2006/relationships/image" Target="../media/image2111.png"/><Relationship Id="rId249" Type="http://schemas.openxmlformats.org/officeDocument/2006/relationships/image" Target="../media/image2320.png"/><Relationship Id="rId13" Type="http://schemas.openxmlformats.org/officeDocument/2006/relationships/image" Target="../media/image11412.png"/><Relationship Id="rId109" Type="http://schemas.openxmlformats.org/officeDocument/2006/relationships/image" Target="../media/image16200.png"/><Relationship Id="rId260" Type="http://schemas.openxmlformats.org/officeDocument/2006/relationships/customXml" Target="../ink/ink2234.xml"/><Relationship Id="rId316" Type="http://schemas.openxmlformats.org/officeDocument/2006/relationships/customXml" Target="../ink/ink2262.xml"/><Relationship Id="rId55" Type="http://schemas.openxmlformats.org/officeDocument/2006/relationships/image" Target="../media/image13510.png"/><Relationship Id="rId97" Type="http://schemas.openxmlformats.org/officeDocument/2006/relationships/image" Target="../media/image15600.png"/><Relationship Id="rId120" Type="http://schemas.openxmlformats.org/officeDocument/2006/relationships/customXml" Target="../ink/ink2164.xml"/><Relationship Id="rId358" Type="http://schemas.openxmlformats.org/officeDocument/2006/relationships/customXml" Target="../ink/ink2283.xml"/><Relationship Id="rId162" Type="http://schemas.openxmlformats.org/officeDocument/2006/relationships/customXml" Target="../ink/ink2185.xml"/><Relationship Id="rId218" Type="http://schemas.openxmlformats.org/officeDocument/2006/relationships/customXml" Target="../ink/ink2213.xml"/><Relationship Id="rId271" Type="http://schemas.openxmlformats.org/officeDocument/2006/relationships/image" Target="../media/image2430.png"/><Relationship Id="rId24" Type="http://schemas.openxmlformats.org/officeDocument/2006/relationships/customXml" Target="../ink/ink2116.xml"/><Relationship Id="rId66" Type="http://schemas.openxmlformats.org/officeDocument/2006/relationships/customXml" Target="../ink/ink2137.xml"/><Relationship Id="rId131" Type="http://schemas.openxmlformats.org/officeDocument/2006/relationships/image" Target="../media/image17300.png"/><Relationship Id="rId327" Type="http://schemas.openxmlformats.org/officeDocument/2006/relationships/image" Target="../media/image2711.png"/><Relationship Id="rId369" Type="http://schemas.openxmlformats.org/officeDocument/2006/relationships/image" Target="../media/image2920.png"/><Relationship Id="rId173" Type="http://schemas.openxmlformats.org/officeDocument/2006/relationships/image" Target="../media/image1940.png"/><Relationship Id="rId229" Type="http://schemas.openxmlformats.org/officeDocument/2006/relationships/image" Target="../media/image2220.png"/><Relationship Id="rId240" Type="http://schemas.openxmlformats.org/officeDocument/2006/relationships/customXml" Target="../ink/ink2224.xml"/><Relationship Id="rId35" Type="http://schemas.openxmlformats.org/officeDocument/2006/relationships/image" Target="../media/image12510.png"/><Relationship Id="rId77" Type="http://schemas.openxmlformats.org/officeDocument/2006/relationships/image" Target="../media/image14610.png"/><Relationship Id="rId100" Type="http://schemas.openxmlformats.org/officeDocument/2006/relationships/customXml" Target="../ink/ink2154.xml"/><Relationship Id="rId282" Type="http://schemas.openxmlformats.org/officeDocument/2006/relationships/customXml" Target="../ink/ink2245.xml"/><Relationship Id="rId338" Type="http://schemas.openxmlformats.org/officeDocument/2006/relationships/customXml" Target="../ink/ink2273.xml"/><Relationship Id="rId8" Type="http://schemas.openxmlformats.org/officeDocument/2006/relationships/customXml" Target="../ink/ink2108.xml"/><Relationship Id="rId142" Type="http://schemas.openxmlformats.org/officeDocument/2006/relationships/customXml" Target="../ink/ink2175.xml"/><Relationship Id="rId184" Type="http://schemas.openxmlformats.org/officeDocument/2006/relationships/customXml" Target="../ink/ink2196.xml"/><Relationship Id="rId251" Type="http://schemas.openxmlformats.org/officeDocument/2006/relationships/image" Target="../media/image2330.png"/><Relationship Id="rId46" Type="http://schemas.openxmlformats.org/officeDocument/2006/relationships/customXml" Target="../ink/ink2127.xml"/><Relationship Id="rId293" Type="http://schemas.openxmlformats.org/officeDocument/2006/relationships/image" Target="../media/image2540.png"/><Relationship Id="rId307" Type="http://schemas.openxmlformats.org/officeDocument/2006/relationships/image" Target="../media/image2611.png"/><Relationship Id="rId349" Type="http://schemas.openxmlformats.org/officeDocument/2006/relationships/image" Target="../media/image2820.png"/><Relationship Id="rId88" Type="http://schemas.openxmlformats.org/officeDocument/2006/relationships/customXml" Target="../ink/ink2148.xml"/><Relationship Id="rId111" Type="http://schemas.openxmlformats.org/officeDocument/2006/relationships/image" Target="../media/image16300.png"/><Relationship Id="rId153" Type="http://schemas.openxmlformats.org/officeDocument/2006/relationships/image" Target="../media/image18400.png"/><Relationship Id="rId195" Type="http://schemas.openxmlformats.org/officeDocument/2006/relationships/image" Target="../media/image2050.png"/><Relationship Id="rId209" Type="http://schemas.openxmlformats.org/officeDocument/2006/relationships/image" Target="../media/image2120.png"/><Relationship Id="rId360" Type="http://schemas.openxmlformats.org/officeDocument/2006/relationships/customXml" Target="../ink/ink2284.xml"/><Relationship Id="rId220" Type="http://schemas.openxmlformats.org/officeDocument/2006/relationships/customXml" Target="../ink/ink2214.xml"/><Relationship Id="rId15" Type="http://schemas.openxmlformats.org/officeDocument/2006/relationships/image" Target="../media/image11512.png"/><Relationship Id="rId57" Type="http://schemas.openxmlformats.org/officeDocument/2006/relationships/image" Target="../media/image13610.png"/><Relationship Id="rId262" Type="http://schemas.openxmlformats.org/officeDocument/2006/relationships/customXml" Target="../ink/ink2235.xml"/><Relationship Id="rId318" Type="http://schemas.openxmlformats.org/officeDocument/2006/relationships/customXml" Target="../ink/ink2263.xml"/><Relationship Id="rId99" Type="http://schemas.openxmlformats.org/officeDocument/2006/relationships/image" Target="../media/image15700.png"/><Relationship Id="rId122" Type="http://schemas.openxmlformats.org/officeDocument/2006/relationships/customXml" Target="../ink/ink2165.xml"/><Relationship Id="rId164" Type="http://schemas.openxmlformats.org/officeDocument/2006/relationships/customXml" Target="../ink/ink2186.xml"/><Relationship Id="rId371" Type="http://schemas.openxmlformats.org/officeDocument/2006/relationships/image" Target="../media/image2930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81.png"/><Relationship Id="rId21" Type="http://schemas.openxmlformats.org/officeDocument/2006/relationships/image" Target="../media/image1927.png"/><Relationship Id="rId324" Type="http://schemas.openxmlformats.org/officeDocument/2006/relationships/customXml" Target="../ink/ink2455.xml"/><Relationship Id="rId531" Type="http://schemas.openxmlformats.org/officeDocument/2006/relationships/image" Target="../media/image2214.png"/><Relationship Id="rId170" Type="http://schemas.openxmlformats.org/officeDocument/2006/relationships/customXml" Target="../ink/ink2378.xml"/><Relationship Id="rId268" Type="http://schemas.openxmlformats.org/officeDocument/2006/relationships/customXml" Target="../ink/ink2427.xml"/><Relationship Id="rId475" Type="http://schemas.openxmlformats.org/officeDocument/2006/relationships/image" Target="../media/image2182.png"/><Relationship Id="rId32" Type="http://schemas.openxmlformats.org/officeDocument/2006/relationships/customXml" Target="../ink/ink2309.xml"/><Relationship Id="rId128" Type="http://schemas.openxmlformats.org/officeDocument/2006/relationships/customXml" Target="../ink/ink2357.xml"/><Relationship Id="rId335" Type="http://schemas.openxmlformats.org/officeDocument/2006/relationships/image" Target="../media/image2103.png"/><Relationship Id="rId542" Type="http://schemas.openxmlformats.org/officeDocument/2006/relationships/customXml" Target="../ink/ink2564.xml"/><Relationship Id="rId181" Type="http://schemas.openxmlformats.org/officeDocument/2006/relationships/image" Target="../media/image2017.png"/><Relationship Id="rId402" Type="http://schemas.openxmlformats.org/officeDocument/2006/relationships/customXml" Target="../ink/ink2494.xml"/><Relationship Id="rId279" Type="http://schemas.openxmlformats.org/officeDocument/2006/relationships/image" Target="../media/image2072.png"/><Relationship Id="rId486" Type="http://schemas.openxmlformats.org/officeDocument/2006/relationships/customXml" Target="../ink/ink2536.xml"/><Relationship Id="rId43" Type="http://schemas.openxmlformats.org/officeDocument/2006/relationships/image" Target="../media/image1939.png"/><Relationship Id="rId139" Type="http://schemas.openxmlformats.org/officeDocument/2006/relationships/image" Target="../media/image1993.png"/><Relationship Id="rId346" Type="http://schemas.openxmlformats.org/officeDocument/2006/relationships/customXml" Target="../ink/ink2466.xml"/><Relationship Id="rId553" Type="http://schemas.openxmlformats.org/officeDocument/2006/relationships/image" Target="../media/image2226.png"/><Relationship Id="rId192" Type="http://schemas.openxmlformats.org/officeDocument/2006/relationships/customXml" Target="../ink/ink2389.xml"/><Relationship Id="rId206" Type="http://schemas.openxmlformats.org/officeDocument/2006/relationships/customXml" Target="../ink/ink2396.xml"/><Relationship Id="rId413" Type="http://schemas.openxmlformats.org/officeDocument/2006/relationships/image" Target="../media/image2147.png"/><Relationship Id="rId497" Type="http://schemas.openxmlformats.org/officeDocument/2006/relationships/image" Target="../media/image2194.png"/><Relationship Id="rId357" Type="http://schemas.openxmlformats.org/officeDocument/2006/relationships/image" Target="../media/image2116.png"/><Relationship Id="rId54" Type="http://schemas.openxmlformats.org/officeDocument/2006/relationships/customXml" Target="../ink/ink2320.xml"/><Relationship Id="rId217" Type="http://schemas.openxmlformats.org/officeDocument/2006/relationships/image" Target="../media/image2037.png"/><Relationship Id="rId564" Type="http://schemas.openxmlformats.org/officeDocument/2006/relationships/customXml" Target="../ink/ink2575.xml"/><Relationship Id="rId424" Type="http://schemas.openxmlformats.org/officeDocument/2006/relationships/customXml" Target="../ink/ink2505.xml"/><Relationship Id="rId270" Type="http://schemas.openxmlformats.org/officeDocument/2006/relationships/customXml" Target="../ink/ink2428.xml"/><Relationship Id="rId65" Type="http://schemas.openxmlformats.org/officeDocument/2006/relationships/image" Target="../media/image1952.png"/><Relationship Id="rId130" Type="http://schemas.openxmlformats.org/officeDocument/2006/relationships/customXml" Target="../ink/ink2358.xml"/><Relationship Id="rId368" Type="http://schemas.openxmlformats.org/officeDocument/2006/relationships/customXml" Target="../ink/ink2477.xml"/><Relationship Id="rId575" Type="http://schemas.openxmlformats.org/officeDocument/2006/relationships/image" Target="../media/image2238.png"/><Relationship Id="rId228" Type="http://schemas.openxmlformats.org/officeDocument/2006/relationships/customXml" Target="../ink/ink2407.xml"/><Relationship Id="rId435" Type="http://schemas.openxmlformats.org/officeDocument/2006/relationships/image" Target="../media/image2159.png"/><Relationship Id="rId281" Type="http://schemas.openxmlformats.org/officeDocument/2006/relationships/image" Target="../media/image2073.png"/><Relationship Id="rId502" Type="http://schemas.openxmlformats.org/officeDocument/2006/relationships/customXml" Target="../ink/ink2544.xml"/><Relationship Id="rId34" Type="http://schemas.openxmlformats.org/officeDocument/2006/relationships/customXml" Target="../ink/ink2310.xml"/><Relationship Id="rId76" Type="http://schemas.openxmlformats.org/officeDocument/2006/relationships/customXml" Target="../ink/ink2331.xml"/><Relationship Id="rId141" Type="http://schemas.openxmlformats.org/officeDocument/2006/relationships/image" Target="../media/image1994.png"/><Relationship Id="rId379" Type="http://schemas.openxmlformats.org/officeDocument/2006/relationships/image" Target="../media/image2128.png"/><Relationship Id="rId544" Type="http://schemas.openxmlformats.org/officeDocument/2006/relationships/customXml" Target="../ink/ink2565.xml"/><Relationship Id="rId7" Type="http://schemas.openxmlformats.org/officeDocument/2006/relationships/image" Target="../media/image1919.png"/><Relationship Id="rId183" Type="http://schemas.openxmlformats.org/officeDocument/2006/relationships/image" Target="../media/image2018.png"/><Relationship Id="rId239" Type="http://schemas.openxmlformats.org/officeDocument/2006/relationships/image" Target="../media/image2049.png"/><Relationship Id="rId390" Type="http://schemas.openxmlformats.org/officeDocument/2006/relationships/customXml" Target="../ink/ink2488.xml"/><Relationship Id="rId404" Type="http://schemas.openxmlformats.org/officeDocument/2006/relationships/customXml" Target="../ink/ink2495.xml"/><Relationship Id="rId446" Type="http://schemas.openxmlformats.org/officeDocument/2006/relationships/customXml" Target="../ink/ink2516.xml"/><Relationship Id="rId250" Type="http://schemas.openxmlformats.org/officeDocument/2006/relationships/customXml" Target="../ink/ink2418.xml"/><Relationship Id="rId292" Type="http://schemas.openxmlformats.org/officeDocument/2006/relationships/customXml" Target="../ink/ink2439.xml"/><Relationship Id="rId306" Type="http://schemas.openxmlformats.org/officeDocument/2006/relationships/customXml" Target="../ink/ink2446.xml"/><Relationship Id="rId488" Type="http://schemas.openxmlformats.org/officeDocument/2006/relationships/customXml" Target="../ink/ink2537.xml"/><Relationship Id="rId45" Type="http://schemas.openxmlformats.org/officeDocument/2006/relationships/image" Target="../media/image1941.png"/><Relationship Id="rId87" Type="http://schemas.openxmlformats.org/officeDocument/2006/relationships/image" Target="../media/image1964.png"/><Relationship Id="rId110" Type="http://schemas.openxmlformats.org/officeDocument/2006/relationships/customXml" Target="../ink/ink2348.xml"/><Relationship Id="rId348" Type="http://schemas.openxmlformats.org/officeDocument/2006/relationships/customXml" Target="../ink/ink2467.xml"/><Relationship Id="rId513" Type="http://schemas.openxmlformats.org/officeDocument/2006/relationships/image" Target="../media/image2203.png"/><Relationship Id="rId555" Type="http://schemas.openxmlformats.org/officeDocument/2006/relationships/image" Target="../media/image2227.png"/><Relationship Id="rId152" Type="http://schemas.openxmlformats.org/officeDocument/2006/relationships/customXml" Target="../ink/ink2369.xml"/><Relationship Id="rId194" Type="http://schemas.openxmlformats.org/officeDocument/2006/relationships/customXml" Target="../ink/ink2390.xml"/><Relationship Id="rId208" Type="http://schemas.openxmlformats.org/officeDocument/2006/relationships/customXml" Target="../ink/ink2397.xml"/><Relationship Id="rId415" Type="http://schemas.openxmlformats.org/officeDocument/2006/relationships/image" Target="../media/image2148.png"/><Relationship Id="rId457" Type="http://schemas.openxmlformats.org/officeDocument/2006/relationships/image" Target="../media/image2172.png"/><Relationship Id="rId261" Type="http://schemas.openxmlformats.org/officeDocument/2006/relationships/image" Target="../media/image2062.png"/><Relationship Id="rId499" Type="http://schemas.openxmlformats.org/officeDocument/2006/relationships/image" Target="../media/image2195.png"/><Relationship Id="rId14" Type="http://schemas.openxmlformats.org/officeDocument/2006/relationships/customXml" Target="../ink/ink2300.xml"/><Relationship Id="rId56" Type="http://schemas.openxmlformats.org/officeDocument/2006/relationships/customXml" Target="../ink/ink2321.xml"/><Relationship Id="rId317" Type="http://schemas.openxmlformats.org/officeDocument/2006/relationships/image" Target="../media/image2093.png"/><Relationship Id="rId359" Type="http://schemas.openxmlformats.org/officeDocument/2006/relationships/image" Target="../media/image2117.png"/><Relationship Id="rId524" Type="http://schemas.openxmlformats.org/officeDocument/2006/relationships/customXml" Target="../ink/ink2555.xml"/><Relationship Id="rId566" Type="http://schemas.openxmlformats.org/officeDocument/2006/relationships/customXml" Target="../ink/ink2576.xml"/><Relationship Id="rId98" Type="http://schemas.openxmlformats.org/officeDocument/2006/relationships/customXml" Target="../ink/ink2342.xml"/><Relationship Id="rId121" Type="http://schemas.openxmlformats.org/officeDocument/2006/relationships/image" Target="../media/image1983.png"/><Relationship Id="rId163" Type="http://schemas.openxmlformats.org/officeDocument/2006/relationships/image" Target="../media/image2006.png"/><Relationship Id="rId219" Type="http://schemas.openxmlformats.org/officeDocument/2006/relationships/image" Target="../media/image2038.png"/><Relationship Id="rId370" Type="http://schemas.openxmlformats.org/officeDocument/2006/relationships/customXml" Target="../ink/ink2478.xml"/><Relationship Id="rId426" Type="http://schemas.openxmlformats.org/officeDocument/2006/relationships/customXml" Target="../ink/ink2506.xml"/><Relationship Id="rId230" Type="http://schemas.openxmlformats.org/officeDocument/2006/relationships/customXml" Target="../ink/ink2408.xml"/><Relationship Id="rId468" Type="http://schemas.openxmlformats.org/officeDocument/2006/relationships/customXml" Target="../ink/ink2527.xml"/><Relationship Id="rId25" Type="http://schemas.openxmlformats.org/officeDocument/2006/relationships/image" Target="../media/image1929.png"/><Relationship Id="rId67" Type="http://schemas.openxmlformats.org/officeDocument/2006/relationships/image" Target="../media/image1953.png"/><Relationship Id="rId272" Type="http://schemas.openxmlformats.org/officeDocument/2006/relationships/customXml" Target="../ink/ink2429.xml"/><Relationship Id="rId328" Type="http://schemas.openxmlformats.org/officeDocument/2006/relationships/customXml" Target="../ink/ink2457.xml"/><Relationship Id="rId535" Type="http://schemas.openxmlformats.org/officeDocument/2006/relationships/image" Target="../media/image2216.png"/><Relationship Id="rId577" Type="http://schemas.openxmlformats.org/officeDocument/2006/relationships/image" Target="../media/image2239.png"/><Relationship Id="rId132" Type="http://schemas.openxmlformats.org/officeDocument/2006/relationships/customXml" Target="../ink/ink2359.xml"/><Relationship Id="rId174" Type="http://schemas.openxmlformats.org/officeDocument/2006/relationships/customXml" Target="../ink/ink2380.xml"/><Relationship Id="rId381" Type="http://schemas.openxmlformats.org/officeDocument/2006/relationships/image" Target="../media/image2129.png"/><Relationship Id="rId241" Type="http://schemas.openxmlformats.org/officeDocument/2006/relationships/image" Target="../media/image2051.png"/><Relationship Id="rId437" Type="http://schemas.openxmlformats.org/officeDocument/2006/relationships/image" Target="../media/image2161.png"/><Relationship Id="rId479" Type="http://schemas.openxmlformats.org/officeDocument/2006/relationships/image" Target="../media/image2184.png"/><Relationship Id="rId36" Type="http://schemas.openxmlformats.org/officeDocument/2006/relationships/customXml" Target="../ink/ink2311.xml"/><Relationship Id="rId283" Type="http://schemas.openxmlformats.org/officeDocument/2006/relationships/image" Target="../media/image2074.png"/><Relationship Id="rId339" Type="http://schemas.openxmlformats.org/officeDocument/2006/relationships/image" Target="../media/image2105.png"/><Relationship Id="rId490" Type="http://schemas.openxmlformats.org/officeDocument/2006/relationships/customXml" Target="../ink/ink2538.xml"/><Relationship Id="rId504" Type="http://schemas.openxmlformats.org/officeDocument/2006/relationships/customXml" Target="../ink/ink2545.xml"/><Relationship Id="rId546" Type="http://schemas.openxmlformats.org/officeDocument/2006/relationships/customXml" Target="../ink/ink2566.xml"/><Relationship Id="rId78" Type="http://schemas.openxmlformats.org/officeDocument/2006/relationships/customXml" Target="../ink/ink2332.xml"/><Relationship Id="rId101" Type="http://schemas.openxmlformats.org/officeDocument/2006/relationships/image" Target="../media/image1972.png"/><Relationship Id="rId143" Type="http://schemas.openxmlformats.org/officeDocument/2006/relationships/image" Target="../media/image1995.png"/><Relationship Id="rId185" Type="http://schemas.openxmlformats.org/officeDocument/2006/relationships/image" Target="../media/image2019.png"/><Relationship Id="rId350" Type="http://schemas.openxmlformats.org/officeDocument/2006/relationships/customXml" Target="../ink/ink2468.xml"/><Relationship Id="rId406" Type="http://schemas.openxmlformats.org/officeDocument/2006/relationships/customXml" Target="../ink/ink2496.xml"/><Relationship Id="rId9" Type="http://schemas.openxmlformats.org/officeDocument/2006/relationships/image" Target="../media/image1921.png"/><Relationship Id="rId210" Type="http://schemas.openxmlformats.org/officeDocument/2006/relationships/customXml" Target="../ink/ink2398.xml"/><Relationship Id="rId392" Type="http://schemas.openxmlformats.org/officeDocument/2006/relationships/customXml" Target="../ink/ink2489.xml"/><Relationship Id="rId448" Type="http://schemas.openxmlformats.org/officeDocument/2006/relationships/customXml" Target="../ink/ink2517.xml"/><Relationship Id="rId252" Type="http://schemas.openxmlformats.org/officeDocument/2006/relationships/customXml" Target="../ink/ink2419.xml"/><Relationship Id="rId294" Type="http://schemas.openxmlformats.org/officeDocument/2006/relationships/customXml" Target="../ink/ink2440.xml"/><Relationship Id="rId308" Type="http://schemas.openxmlformats.org/officeDocument/2006/relationships/customXml" Target="../ink/ink2447.xml"/><Relationship Id="rId515" Type="http://schemas.openxmlformats.org/officeDocument/2006/relationships/image" Target="../media/image2204.png"/><Relationship Id="rId47" Type="http://schemas.openxmlformats.org/officeDocument/2006/relationships/image" Target="../media/image1942.png"/><Relationship Id="rId89" Type="http://schemas.openxmlformats.org/officeDocument/2006/relationships/image" Target="../media/image1965.png"/><Relationship Id="rId112" Type="http://schemas.openxmlformats.org/officeDocument/2006/relationships/customXml" Target="../ink/ink2349.xml"/><Relationship Id="rId154" Type="http://schemas.openxmlformats.org/officeDocument/2006/relationships/customXml" Target="../ink/ink2370.xml"/><Relationship Id="rId361" Type="http://schemas.openxmlformats.org/officeDocument/2006/relationships/image" Target="../media/image2118.png"/><Relationship Id="rId557" Type="http://schemas.openxmlformats.org/officeDocument/2006/relationships/image" Target="../media/image2228.png"/><Relationship Id="rId196" Type="http://schemas.openxmlformats.org/officeDocument/2006/relationships/customXml" Target="../ink/ink2391.xml"/><Relationship Id="rId417" Type="http://schemas.openxmlformats.org/officeDocument/2006/relationships/image" Target="../media/image2149.png"/><Relationship Id="rId459" Type="http://schemas.openxmlformats.org/officeDocument/2006/relationships/image" Target="../media/image2173.png"/><Relationship Id="rId16" Type="http://schemas.openxmlformats.org/officeDocument/2006/relationships/customXml" Target="../ink/ink2301.xml"/><Relationship Id="rId221" Type="http://schemas.openxmlformats.org/officeDocument/2006/relationships/image" Target="../media/image2039.png"/><Relationship Id="rId263" Type="http://schemas.openxmlformats.org/officeDocument/2006/relationships/image" Target="../media/image2063.png"/><Relationship Id="rId319" Type="http://schemas.openxmlformats.org/officeDocument/2006/relationships/image" Target="../media/image2094.png"/><Relationship Id="rId470" Type="http://schemas.openxmlformats.org/officeDocument/2006/relationships/customXml" Target="../ink/ink2528.xml"/><Relationship Id="rId526" Type="http://schemas.openxmlformats.org/officeDocument/2006/relationships/customXml" Target="../ink/ink2556.xml"/><Relationship Id="rId58" Type="http://schemas.openxmlformats.org/officeDocument/2006/relationships/customXml" Target="../ink/ink2322.xml"/><Relationship Id="rId123" Type="http://schemas.openxmlformats.org/officeDocument/2006/relationships/image" Target="../media/image1984.png"/><Relationship Id="rId330" Type="http://schemas.openxmlformats.org/officeDocument/2006/relationships/customXml" Target="../ink/ink2458.xml"/><Relationship Id="rId568" Type="http://schemas.openxmlformats.org/officeDocument/2006/relationships/customXml" Target="../ink/ink2577.xml"/><Relationship Id="rId165" Type="http://schemas.openxmlformats.org/officeDocument/2006/relationships/image" Target="../media/image2007.png"/><Relationship Id="rId372" Type="http://schemas.openxmlformats.org/officeDocument/2006/relationships/customXml" Target="../ink/ink2479.xml"/><Relationship Id="rId428" Type="http://schemas.openxmlformats.org/officeDocument/2006/relationships/customXml" Target="../ink/ink2507.xml"/><Relationship Id="rId232" Type="http://schemas.openxmlformats.org/officeDocument/2006/relationships/customXml" Target="../ink/ink2409.xml"/><Relationship Id="rId274" Type="http://schemas.openxmlformats.org/officeDocument/2006/relationships/customXml" Target="../ink/ink2430.xml"/><Relationship Id="rId481" Type="http://schemas.openxmlformats.org/officeDocument/2006/relationships/image" Target="../media/image2185.png"/><Relationship Id="rId27" Type="http://schemas.openxmlformats.org/officeDocument/2006/relationships/image" Target="../media/image1931.png"/><Relationship Id="rId69" Type="http://schemas.openxmlformats.org/officeDocument/2006/relationships/image" Target="../media/image1954.png"/><Relationship Id="rId134" Type="http://schemas.openxmlformats.org/officeDocument/2006/relationships/customXml" Target="../ink/ink2360.xml"/><Relationship Id="rId537" Type="http://schemas.openxmlformats.org/officeDocument/2006/relationships/image" Target="../media/image2217.png"/><Relationship Id="rId579" Type="http://schemas.openxmlformats.org/officeDocument/2006/relationships/image" Target="../media/image2241.png"/><Relationship Id="rId80" Type="http://schemas.openxmlformats.org/officeDocument/2006/relationships/customXml" Target="../ink/ink2333.xml"/><Relationship Id="rId176" Type="http://schemas.openxmlformats.org/officeDocument/2006/relationships/customXml" Target="../ink/ink2381.xml"/><Relationship Id="rId341" Type="http://schemas.openxmlformats.org/officeDocument/2006/relationships/image" Target="../media/image2106.png"/><Relationship Id="rId383" Type="http://schemas.openxmlformats.org/officeDocument/2006/relationships/image" Target="../media/image2131.png"/><Relationship Id="rId439" Type="http://schemas.openxmlformats.org/officeDocument/2006/relationships/image" Target="../media/image2162.png"/><Relationship Id="rId201" Type="http://schemas.openxmlformats.org/officeDocument/2006/relationships/image" Target="../media/image2028.png"/><Relationship Id="rId243" Type="http://schemas.openxmlformats.org/officeDocument/2006/relationships/image" Target="../media/image2052.png"/><Relationship Id="rId285" Type="http://schemas.openxmlformats.org/officeDocument/2006/relationships/image" Target="../media/image2075.png"/><Relationship Id="rId450" Type="http://schemas.openxmlformats.org/officeDocument/2006/relationships/customXml" Target="../ink/ink2518.xml"/><Relationship Id="rId506" Type="http://schemas.openxmlformats.org/officeDocument/2006/relationships/customXml" Target="../ink/ink2546.xml"/><Relationship Id="rId38" Type="http://schemas.openxmlformats.org/officeDocument/2006/relationships/customXml" Target="../ink/ink2312.xml"/><Relationship Id="rId103" Type="http://schemas.openxmlformats.org/officeDocument/2006/relationships/image" Target="../media/image1973.png"/><Relationship Id="rId310" Type="http://schemas.openxmlformats.org/officeDocument/2006/relationships/customXml" Target="../ink/ink2448.xml"/><Relationship Id="rId492" Type="http://schemas.openxmlformats.org/officeDocument/2006/relationships/customXml" Target="../ink/ink2539.xml"/><Relationship Id="rId548" Type="http://schemas.openxmlformats.org/officeDocument/2006/relationships/customXml" Target="../ink/ink2567.xml"/><Relationship Id="rId91" Type="http://schemas.openxmlformats.org/officeDocument/2006/relationships/image" Target="../media/image1966.png"/><Relationship Id="rId145" Type="http://schemas.openxmlformats.org/officeDocument/2006/relationships/image" Target="../media/image1996.png"/><Relationship Id="rId187" Type="http://schemas.openxmlformats.org/officeDocument/2006/relationships/image" Target="../media/image2021.png"/><Relationship Id="rId352" Type="http://schemas.openxmlformats.org/officeDocument/2006/relationships/customXml" Target="../ink/ink2469.xml"/><Relationship Id="rId394" Type="http://schemas.openxmlformats.org/officeDocument/2006/relationships/customXml" Target="../ink/ink2490.xml"/><Relationship Id="rId408" Type="http://schemas.openxmlformats.org/officeDocument/2006/relationships/customXml" Target="../ink/ink2497.xml"/><Relationship Id="rId212" Type="http://schemas.openxmlformats.org/officeDocument/2006/relationships/customXml" Target="../ink/ink2399.xml"/><Relationship Id="rId254" Type="http://schemas.openxmlformats.org/officeDocument/2006/relationships/customXml" Target="../ink/ink2420.xml"/><Relationship Id="rId49" Type="http://schemas.openxmlformats.org/officeDocument/2006/relationships/image" Target="../media/image1943.png"/><Relationship Id="rId114" Type="http://schemas.openxmlformats.org/officeDocument/2006/relationships/customXml" Target="../ink/ink2350.xml"/><Relationship Id="rId296" Type="http://schemas.openxmlformats.org/officeDocument/2006/relationships/customXml" Target="../ink/ink2441.xml"/><Relationship Id="rId461" Type="http://schemas.openxmlformats.org/officeDocument/2006/relationships/image" Target="../media/image2174.png"/><Relationship Id="rId517" Type="http://schemas.openxmlformats.org/officeDocument/2006/relationships/image" Target="../media/image2205.png"/><Relationship Id="rId559" Type="http://schemas.openxmlformats.org/officeDocument/2006/relationships/image" Target="../media/image2229.png"/><Relationship Id="rId60" Type="http://schemas.openxmlformats.org/officeDocument/2006/relationships/customXml" Target="../ink/ink2323.xml"/><Relationship Id="rId156" Type="http://schemas.openxmlformats.org/officeDocument/2006/relationships/customXml" Target="../ink/ink2371.xml"/><Relationship Id="rId198" Type="http://schemas.openxmlformats.org/officeDocument/2006/relationships/customXml" Target="../ink/ink2392.xml"/><Relationship Id="rId321" Type="http://schemas.openxmlformats.org/officeDocument/2006/relationships/image" Target="../media/image2095.png"/><Relationship Id="rId363" Type="http://schemas.openxmlformats.org/officeDocument/2006/relationships/image" Target="../media/image2119.png"/><Relationship Id="rId419" Type="http://schemas.openxmlformats.org/officeDocument/2006/relationships/image" Target="../media/image2151.png"/><Relationship Id="rId570" Type="http://schemas.openxmlformats.org/officeDocument/2006/relationships/customXml" Target="../ink/ink2578.xml"/><Relationship Id="rId223" Type="http://schemas.openxmlformats.org/officeDocument/2006/relationships/image" Target="../media/image2041.png"/><Relationship Id="rId430" Type="http://schemas.openxmlformats.org/officeDocument/2006/relationships/customXml" Target="../ink/ink2508.xml"/><Relationship Id="rId18" Type="http://schemas.openxmlformats.org/officeDocument/2006/relationships/customXml" Target="../ink/ink2302.xml"/><Relationship Id="rId265" Type="http://schemas.openxmlformats.org/officeDocument/2006/relationships/image" Target="../media/image2064.png"/><Relationship Id="rId472" Type="http://schemas.openxmlformats.org/officeDocument/2006/relationships/customXml" Target="../ink/ink2529.xml"/><Relationship Id="rId528" Type="http://schemas.openxmlformats.org/officeDocument/2006/relationships/customXml" Target="../ink/ink2557.xml"/><Relationship Id="rId125" Type="http://schemas.openxmlformats.org/officeDocument/2006/relationships/image" Target="../media/image1985.png"/><Relationship Id="rId167" Type="http://schemas.openxmlformats.org/officeDocument/2006/relationships/image" Target="../media/image2008.png"/><Relationship Id="rId332" Type="http://schemas.openxmlformats.org/officeDocument/2006/relationships/customXml" Target="../ink/ink2459.xml"/><Relationship Id="rId374" Type="http://schemas.openxmlformats.org/officeDocument/2006/relationships/customXml" Target="../ink/ink2480.xml"/><Relationship Id="rId71" Type="http://schemas.openxmlformats.org/officeDocument/2006/relationships/image" Target="../media/image1955.png"/><Relationship Id="rId234" Type="http://schemas.openxmlformats.org/officeDocument/2006/relationships/customXml" Target="../ink/ink2410.xml"/><Relationship Id="rId2" Type="http://schemas.openxmlformats.org/officeDocument/2006/relationships/customXml" Target="../ink/ink2294.xml"/><Relationship Id="rId29" Type="http://schemas.openxmlformats.org/officeDocument/2006/relationships/image" Target="../media/image1932.png"/><Relationship Id="rId276" Type="http://schemas.openxmlformats.org/officeDocument/2006/relationships/customXml" Target="../ink/ink2431.xml"/><Relationship Id="rId441" Type="http://schemas.openxmlformats.org/officeDocument/2006/relationships/image" Target="../media/image2163.png"/><Relationship Id="rId483" Type="http://schemas.openxmlformats.org/officeDocument/2006/relationships/image" Target="../media/image2186.png"/><Relationship Id="rId539" Type="http://schemas.openxmlformats.org/officeDocument/2006/relationships/image" Target="../media/image2218.png"/><Relationship Id="rId40" Type="http://schemas.openxmlformats.org/officeDocument/2006/relationships/customXml" Target="../ink/ink2313.xml"/><Relationship Id="rId136" Type="http://schemas.openxmlformats.org/officeDocument/2006/relationships/customXml" Target="../ink/ink2361.xml"/><Relationship Id="rId178" Type="http://schemas.openxmlformats.org/officeDocument/2006/relationships/customXml" Target="../ink/ink2382.xml"/><Relationship Id="rId301" Type="http://schemas.openxmlformats.org/officeDocument/2006/relationships/image" Target="../media/image2084.png"/><Relationship Id="rId343" Type="http://schemas.openxmlformats.org/officeDocument/2006/relationships/image" Target="../media/image2107.png"/><Relationship Id="rId550" Type="http://schemas.openxmlformats.org/officeDocument/2006/relationships/customXml" Target="../ink/ink2568.xml"/><Relationship Id="rId82" Type="http://schemas.openxmlformats.org/officeDocument/2006/relationships/customXml" Target="../ink/ink2334.xml"/><Relationship Id="rId203" Type="http://schemas.openxmlformats.org/officeDocument/2006/relationships/image" Target="../media/image2029.png"/><Relationship Id="rId385" Type="http://schemas.openxmlformats.org/officeDocument/2006/relationships/image" Target="../media/image2132.png"/><Relationship Id="rId245" Type="http://schemas.openxmlformats.org/officeDocument/2006/relationships/image" Target="../media/image2053.png"/><Relationship Id="rId287" Type="http://schemas.openxmlformats.org/officeDocument/2006/relationships/image" Target="../media/image2076.png"/><Relationship Id="rId410" Type="http://schemas.openxmlformats.org/officeDocument/2006/relationships/customXml" Target="../ink/ink2498.xml"/><Relationship Id="rId452" Type="http://schemas.openxmlformats.org/officeDocument/2006/relationships/customXml" Target="../ink/ink2519.xml"/><Relationship Id="rId494" Type="http://schemas.openxmlformats.org/officeDocument/2006/relationships/customXml" Target="../ink/ink2540.xml"/><Relationship Id="rId508" Type="http://schemas.openxmlformats.org/officeDocument/2006/relationships/customXml" Target="../ink/ink2547.xml"/><Relationship Id="rId105" Type="http://schemas.openxmlformats.org/officeDocument/2006/relationships/image" Target="../media/image1974.png"/><Relationship Id="rId147" Type="http://schemas.openxmlformats.org/officeDocument/2006/relationships/image" Target="../media/image1997.png"/><Relationship Id="rId312" Type="http://schemas.openxmlformats.org/officeDocument/2006/relationships/customXml" Target="../ink/ink2449.xml"/><Relationship Id="rId354" Type="http://schemas.openxmlformats.org/officeDocument/2006/relationships/customXml" Target="../ink/ink2470.xml"/><Relationship Id="rId51" Type="http://schemas.openxmlformats.org/officeDocument/2006/relationships/image" Target="../media/image1944.png"/><Relationship Id="rId93" Type="http://schemas.openxmlformats.org/officeDocument/2006/relationships/image" Target="../media/image1967.png"/><Relationship Id="rId189" Type="http://schemas.openxmlformats.org/officeDocument/2006/relationships/image" Target="../media/image2022.png"/><Relationship Id="rId396" Type="http://schemas.openxmlformats.org/officeDocument/2006/relationships/customXml" Target="../ink/ink2491.xml"/><Relationship Id="rId561" Type="http://schemas.openxmlformats.org/officeDocument/2006/relationships/image" Target="../media/image2231.png"/><Relationship Id="rId214" Type="http://schemas.openxmlformats.org/officeDocument/2006/relationships/customXml" Target="../ink/ink2400.xml"/><Relationship Id="rId256" Type="http://schemas.openxmlformats.org/officeDocument/2006/relationships/customXml" Target="../ink/ink2421.xml"/><Relationship Id="rId298" Type="http://schemas.openxmlformats.org/officeDocument/2006/relationships/customXml" Target="../ink/ink2442.xml"/><Relationship Id="rId421" Type="http://schemas.openxmlformats.org/officeDocument/2006/relationships/image" Target="../media/image2152.png"/><Relationship Id="rId463" Type="http://schemas.openxmlformats.org/officeDocument/2006/relationships/image" Target="../media/image2175.png"/><Relationship Id="rId519" Type="http://schemas.openxmlformats.org/officeDocument/2006/relationships/image" Target="../media/image2206.png"/><Relationship Id="rId116" Type="http://schemas.openxmlformats.org/officeDocument/2006/relationships/customXml" Target="../ink/ink2351.xml"/><Relationship Id="rId158" Type="http://schemas.openxmlformats.org/officeDocument/2006/relationships/customXml" Target="../ink/ink2372.xml"/><Relationship Id="rId323" Type="http://schemas.openxmlformats.org/officeDocument/2006/relationships/image" Target="../media/image2096.png"/><Relationship Id="rId530" Type="http://schemas.openxmlformats.org/officeDocument/2006/relationships/customXml" Target="../ink/ink2558.xml"/><Relationship Id="rId20" Type="http://schemas.openxmlformats.org/officeDocument/2006/relationships/customXml" Target="../ink/ink2303.xml"/><Relationship Id="rId62" Type="http://schemas.openxmlformats.org/officeDocument/2006/relationships/customXml" Target="../ink/ink2324.xml"/><Relationship Id="rId365" Type="http://schemas.openxmlformats.org/officeDocument/2006/relationships/image" Target="../media/image2121.png"/><Relationship Id="rId572" Type="http://schemas.openxmlformats.org/officeDocument/2006/relationships/customXml" Target="../ink/ink2579.xml"/><Relationship Id="rId225" Type="http://schemas.openxmlformats.org/officeDocument/2006/relationships/image" Target="../media/image2042.png"/><Relationship Id="rId267" Type="http://schemas.openxmlformats.org/officeDocument/2006/relationships/image" Target="../media/image2065.png"/><Relationship Id="rId432" Type="http://schemas.openxmlformats.org/officeDocument/2006/relationships/customXml" Target="../ink/ink2509.xml"/><Relationship Id="rId474" Type="http://schemas.openxmlformats.org/officeDocument/2006/relationships/customXml" Target="../ink/ink2530.xml"/><Relationship Id="rId127" Type="http://schemas.openxmlformats.org/officeDocument/2006/relationships/image" Target="../media/image1986.png"/><Relationship Id="rId31" Type="http://schemas.openxmlformats.org/officeDocument/2006/relationships/image" Target="../media/image1933.png"/><Relationship Id="rId73" Type="http://schemas.openxmlformats.org/officeDocument/2006/relationships/image" Target="../media/image1956.png"/><Relationship Id="rId169" Type="http://schemas.openxmlformats.org/officeDocument/2006/relationships/image" Target="../media/image2009.png"/><Relationship Id="rId334" Type="http://schemas.openxmlformats.org/officeDocument/2006/relationships/customXml" Target="../ink/ink2460.xml"/><Relationship Id="rId376" Type="http://schemas.openxmlformats.org/officeDocument/2006/relationships/customXml" Target="../ink/ink2481.xml"/><Relationship Id="rId541" Type="http://schemas.openxmlformats.org/officeDocument/2006/relationships/image" Target="../media/image2219.png"/><Relationship Id="rId4" Type="http://schemas.openxmlformats.org/officeDocument/2006/relationships/customXml" Target="../ink/ink2295.xml"/><Relationship Id="rId180" Type="http://schemas.openxmlformats.org/officeDocument/2006/relationships/customXml" Target="../ink/ink2383.xml"/><Relationship Id="rId236" Type="http://schemas.openxmlformats.org/officeDocument/2006/relationships/customXml" Target="../ink/ink2411.xml"/><Relationship Id="rId278" Type="http://schemas.openxmlformats.org/officeDocument/2006/relationships/customXml" Target="../ink/ink2432.xml"/><Relationship Id="rId401" Type="http://schemas.openxmlformats.org/officeDocument/2006/relationships/image" Target="../media/image2141.png"/><Relationship Id="rId443" Type="http://schemas.openxmlformats.org/officeDocument/2006/relationships/image" Target="../media/image2164.png"/><Relationship Id="rId303" Type="http://schemas.openxmlformats.org/officeDocument/2006/relationships/image" Target="../media/image2085.png"/><Relationship Id="rId485" Type="http://schemas.openxmlformats.org/officeDocument/2006/relationships/image" Target="../media/image2187.png"/><Relationship Id="rId42" Type="http://schemas.openxmlformats.org/officeDocument/2006/relationships/customXml" Target="../ink/ink2314.xml"/><Relationship Id="rId84" Type="http://schemas.openxmlformats.org/officeDocument/2006/relationships/customXml" Target="../ink/ink2335.xml"/><Relationship Id="rId138" Type="http://schemas.openxmlformats.org/officeDocument/2006/relationships/customXml" Target="../ink/ink2362.xml"/><Relationship Id="rId345" Type="http://schemas.openxmlformats.org/officeDocument/2006/relationships/image" Target="../media/image2108.png"/><Relationship Id="rId387" Type="http://schemas.openxmlformats.org/officeDocument/2006/relationships/image" Target="../media/image2133.png"/><Relationship Id="rId510" Type="http://schemas.openxmlformats.org/officeDocument/2006/relationships/customXml" Target="../ink/ink2548.xml"/><Relationship Id="rId552" Type="http://schemas.openxmlformats.org/officeDocument/2006/relationships/customXml" Target="../ink/ink2569.xml"/><Relationship Id="rId191" Type="http://schemas.openxmlformats.org/officeDocument/2006/relationships/image" Target="../media/image2023.png"/><Relationship Id="rId205" Type="http://schemas.openxmlformats.org/officeDocument/2006/relationships/image" Target="../media/image2031.png"/><Relationship Id="rId247" Type="http://schemas.openxmlformats.org/officeDocument/2006/relationships/image" Target="../media/image2054.png"/><Relationship Id="rId412" Type="http://schemas.openxmlformats.org/officeDocument/2006/relationships/customXml" Target="../ink/ink2499.xml"/><Relationship Id="rId107" Type="http://schemas.openxmlformats.org/officeDocument/2006/relationships/image" Target="../media/image1975.png"/><Relationship Id="rId289" Type="http://schemas.openxmlformats.org/officeDocument/2006/relationships/image" Target="../media/image2077.png"/><Relationship Id="rId454" Type="http://schemas.openxmlformats.org/officeDocument/2006/relationships/customXml" Target="../ink/ink2520.xml"/><Relationship Id="rId496" Type="http://schemas.openxmlformats.org/officeDocument/2006/relationships/customXml" Target="../ink/ink2541.xml"/><Relationship Id="rId11" Type="http://schemas.openxmlformats.org/officeDocument/2006/relationships/image" Target="../media/image1922.png"/><Relationship Id="rId53" Type="http://schemas.openxmlformats.org/officeDocument/2006/relationships/image" Target="../media/image1945.png"/><Relationship Id="rId149" Type="http://schemas.openxmlformats.org/officeDocument/2006/relationships/image" Target="../media/image1998.png"/><Relationship Id="rId314" Type="http://schemas.openxmlformats.org/officeDocument/2006/relationships/customXml" Target="../ink/ink2450.xml"/><Relationship Id="rId356" Type="http://schemas.openxmlformats.org/officeDocument/2006/relationships/customXml" Target="../ink/ink2471.xml"/><Relationship Id="rId398" Type="http://schemas.openxmlformats.org/officeDocument/2006/relationships/customXml" Target="../ink/ink2492.xml"/><Relationship Id="rId521" Type="http://schemas.openxmlformats.org/officeDocument/2006/relationships/image" Target="../media/image2207.png"/><Relationship Id="rId563" Type="http://schemas.openxmlformats.org/officeDocument/2006/relationships/image" Target="../media/image2232.png"/><Relationship Id="rId95" Type="http://schemas.openxmlformats.org/officeDocument/2006/relationships/image" Target="../media/image1968.png"/><Relationship Id="rId160" Type="http://schemas.openxmlformats.org/officeDocument/2006/relationships/customXml" Target="../ink/ink2373.xml"/><Relationship Id="rId216" Type="http://schemas.openxmlformats.org/officeDocument/2006/relationships/customXml" Target="../ink/ink2401.xml"/><Relationship Id="rId423" Type="http://schemas.openxmlformats.org/officeDocument/2006/relationships/image" Target="../media/image2153.png"/><Relationship Id="rId258" Type="http://schemas.openxmlformats.org/officeDocument/2006/relationships/customXml" Target="../ink/ink2422.xml"/><Relationship Id="rId465" Type="http://schemas.openxmlformats.org/officeDocument/2006/relationships/image" Target="../media/image2176.png"/><Relationship Id="rId22" Type="http://schemas.openxmlformats.org/officeDocument/2006/relationships/customXml" Target="../ink/ink2304.xml"/><Relationship Id="rId64" Type="http://schemas.openxmlformats.org/officeDocument/2006/relationships/customXml" Target="../ink/ink2325.xml"/><Relationship Id="rId118" Type="http://schemas.openxmlformats.org/officeDocument/2006/relationships/customXml" Target="../ink/ink2352.xml"/><Relationship Id="rId325" Type="http://schemas.openxmlformats.org/officeDocument/2006/relationships/image" Target="../media/image2097.png"/><Relationship Id="rId367" Type="http://schemas.openxmlformats.org/officeDocument/2006/relationships/image" Target="../media/image2122.png"/><Relationship Id="rId532" Type="http://schemas.openxmlformats.org/officeDocument/2006/relationships/customXml" Target="../ink/ink2559.xml"/><Relationship Id="rId574" Type="http://schemas.openxmlformats.org/officeDocument/2006/relationships/customXml" Target="../ink/ink2580.xml"/><Relationship Id="rId171" Type="http://schemas.openxmlformats.org/officeDocument/2006/relationships/image" Target="../media/image2012.png"/><Relationship Id="rId227" Type="http://schemas.openxmlformats.org/officeDocument/2006/relationships/image" Target="../media/image2043.png"/><Relationship Id="rId269" Type="http://schemas.openxmlformats.org/officeDocument/2006/relationships/image" Target="../media/image2066.png"/><Relationship Id="rId434" Type="http://schemas.openxmlformats.org/officeDocument/2006/relationships/customXml" Target="../ink/ink2510.xml"/><Relationship Id="rId476" Type="http://schemas.openxmlformats.org/officeDocument/2006/relationships/customXml" Target="../ink/ink2531.xml"/><Relationship Id="rId33" Type="http://schemas.openxmlformats.org/officeDocument/2006/relationships/image" Target="../media/image1934.png"/><Relationship Id="rId129" Type="http://schemas.openxmlformats.org/officeDocument/2006/relationships/image" Target="../media/image1987.png"/><Relationship Id="rId280" Type="http://schemas.openxmlformats.org/officeDocument/2006/relationships/customXml" Target="../ink/ink2433.xml"/><Relationship Id="rId336" Type="http://schemas.openxmlformats.org/officeDocument/2006/relationships/customXml" Target="../ink/ink2461.xml"/><Relationship Id="rId501" Type="http://schemas.openxmlformats.org/officeDocument/2006/relationships/image" Target="../media/image2196.png"/><Relationship Id="rId543" Type="http://schemas.openxmlformats.org/officeDocument/2006/relationships/image" Target="../media/image2221.png"/><Relationship Id="rId75" Type="http://schemas.openxmlformats.org/officeDocument/2006/relationships/image" Target="../media/image1957.png"/><Relationship Id="rId140" Type="http://schemas.openxmlformats.org/officeDocument/2006/relationships/customXml" Target="../ink/ink2363.xml"/><Relationship Id="rId182" Type="http://schemas.openxmlformats.org/officeDocument/2006/relationships/customXml" Target="../ink/ink2384.xml"/><Relationship Id="rId378" Type="http://schemas.openxmlformats.org/officeDocument/2006/relationships/customXml" Target="../ink/ink2482.xml"/><Relationship Id="rId403" Type="http://schemas.openxmlformats.org/officeDocument/2006/relationships/image" Target="../media/image2142.png"/><Relationship Id="rId6" Type="http://schemas.openxmlformats.org/officeDocument/2006/relationships/customXml" Target="../ink/ink2296.xml"/><Relationship Id="rId238" Type="http://schemas.openxmlformats.org/officeDocument/2006/relationships/customXml" Target="../ink/ink2412.xml"/><Relationship Id="rId445" Type="http://schemas.openxmlformats.org/officeDocument/2006/relationships/image" Target="../media/image2165.png"/><Relationship Id="rId487" Type="http://schemas.openxmlformats.org/officeDocument/2006/relationships/image" Target="../media/image2188.png"/><Relationship Id="rId291" Type="http://schemas.openxmlformats.org/officeDocument/2006/relationships/image" Target="../media/image2078.png"/><Relationship Id="rId305" Type="http://schemas.openxmlformats.org/officeDocument/2006/relationships/image" Target="../media/image2086.png"/><Relationship Id="rId347" Type="http://schemas.openxmlformats.org/officeDocument/2006/relationships/image" Target="../media/image2109.png"/><Relationship Id="rId512" Type="http://schemas.openxmlformats.org/officeDocument/2006/relationships/customXml" Target="../ink/ink2549.xml"/><Relationship Id="rId44" Type="http://schemas.openxmlformats.org/officeDocument/2006/relationships/customXml" Target="../ink/ink2315.xml"/><Relationship Id="rId86" Type="http://schemas.openxmlformats.org/officeDocument/2006/relationships/customXml" Target="../ink/ink2336.xml"/><Relationship Id="rId151" Type="http://schemas.openxmlformats.org/officeDocument/2006/relationships/image" Target="../media/image1999.png"/><Relationship Id="rId389" Type="http://schemas.openxmlformats.org/officeDocument/2006/relationships/image" Target="../media/image2134.png"/><Relationship Id="rId554" Type="http://schemas.openxmlformats.org/officeDocument/2006/relationships/customXml" Target="../ink/ink2570.xml"/><Relationship Id="rId193" Type="http://schemas.openxmlformats.org/officeDocument/2006/relationships/image" Target="../media/image2024.png"/><Relationship Id="rId207" Type="http://schemas.openxmlformats.org/officeDocument/2006/relationships/image" Target="../media/image2032.png"/><Relationship Id="rId249" Type="http://schemas.openxmlformats.org/officeDocument/2006/relationships/image" Target="../media/image2055.png"/><Relationship Id="rId414" Type="http://schemas.openxmlformats.org/officeDocument/2006/relationships/customXml" Target="../ink/ink2500.xml"/><Relationship Id="rId456" Type="http://schemas.openxmlformats.org/officeDocument/2006/relationships/customXml" Target="../ink/ink2521.xml"/><Relationship Id="rId498" Type="http://schemas.openxmlformats.org/officeDocument/2006/relationships/customXml" Target="../ink/ink2542.xml"/><Relationship Id="rId13" Type="http://schemas.openxmlformats.org/officeDocument/2006/relationships/image" Target="../media/image1923.png"/><Relationship Id="rId109" Type="http://schemas.openxmlformats.org/officeDocument/2006/relationships/image" Target="../media/image1976.png"/><Relationship Id="rId260" Type="http://schemas.openxmlformats.org/officeDocument/2006/relationships/customXml" Target="../ink/ink2423.xml"/><Relationship Id="rId316" Type="http://schemas.openxmlformats.org/officeDocument/2006/relationships/customXml" Target="../ink/ink2451.xml"/><Relationship Id="rId523" Type="http://schemas.openxmlformats.org/officeDocument/2006/relationships/image" Target="../media/image2208.png"/><Relationship Id="rId55" Type="http://schemas.openxmlformats.org/officeDocument/2006/relationships/image" Target="../media/image1946.png"/><Relationship Id="rId97" Type="http://schemas.openxmlformats.org/officeDocument/2006/relationships/image" Target="../media/image1969.png"/><Relationship Id="rId120" Type="http://schemas.openxmlformats.org/officeDocument/2006/relationships/customXml" Target="../ink/ink2353.xml"/><Relationship Id="rId358" Type="http://schemas.openxmlformats.org/officeDocument/2006/relationships/customXml" Target="../ink/ink2472.xml"/><Relationship Id="rId565" Type="http://schemas.openxmlformats.org/officeDocument/2006/relationships/image" Target="../media/image2233.png"/><Relationship Id="rId162" Type="http://schemas.openxmlformats.org/officeDocument/2006/relationships/customXml" Target="../ink/ink2374.xml"/><Relationship Id="rId218" Type="http://schemas.openxmlformats.org/officeDocument/2006/relationships/customXml" Target="../ink/ink2402.xml"/><Relationship Id="rId425" Type="http://schemas.openxmlformats.org/officeDocument/2006/relationships/image" Target="../media/image2154.png"/><Relationship Id="rId467" Type="http://schemas.openxmlformats.org/officeDocument/2006/relationships/image" Target="../media/image2177.png"/><Relationship Id="rId271" Type="http://schemas.openxmlformats.org/officeDocument/2006/relationships/image" Target="../media/image2067.png"/><Relationship Id="rId24" Type="http://schemas.openxmlformats.org/officeDocument/2006/relationships/customXml" Target="../ink/ink2305.xml"/><Relationship Id="rId66" Type="http://schemas.openxmlformats.org/officeDocument/2006/relationships/customXml" Target="../ink/ink2326.xml"/><Relationship Id="rId131" Type="http://schemas.openxmlformats.org/officeDocument/2006/relationships/image" Target="../media/image1988.png"/><Relationship Id="rId327" Type="http://schemas.openxmlformats.org/officeDocument/2006/relationships/image" Target="../media/image2098.png"/><Relationship Id="rId369" Type="http://schemas.openxmlformats.org/officeDocument/2006/relationships/image" Target="../media/image2123.png"/><Relationship Id="rId534" Type="http://schemas.openxmlformats.org/officeDocument/2006/relationships/customXml" Target="../ink/ink2560.xml"/><Relationship Id="rId576" Type="http://schemas.openxmlformats.org/officeDocument/2006/relationships/customXml" Target="../ink/ink2581.xml"/><Relationship Id="rId173" Type="http://schemas.openxmlformats.org/officeDocument/2006/relationships/image" Target="../media/image2013.png"/><Relationship Id="rId229" Type="http://schemas.openxmlformats.org/officeDocument/2006/relationships/image" Target="../media/image2044.png"/><Relationship Id="rId380" Type="http://schemas.openxmlformats.org/officeDocument/2006/relationships/customXml" Target="../ink/ink2483.xml"/><Relationship Id="rId436" Type="http://schemas.openxmlformats.org/officeDocument/2006/relationships/customXml" Target="../ink/ink2511.xml"/><Relationship Id="rId240" Type="http://schemas.openxmlformats.org/officeDocument/2006/relationships/customXml" Target="../ink/ink2413.xml"/><Relationship Id="rId478" Type="http://schemas.openxmlformats.org/officeDocument/2006/relationships/customXml" Target="../ink/ink2532.xml"/><Relationship Id="rId35" Type="http://schemas.openxmlformats.org/officeDocument/2006/relationships/image" Target="../media/image1935.png"/><Relationship Id="rId77" Type="http://schemas.openxmlformats.org/officeDocument/2006/relationships/image" Target="../media/image1958.png"/><Relationship Id="rId100" Type="http://schemas.openxmlformats.org/officeDocument/2006/relationships/customXml" Target="../ink/ink2343.xml"/><Relationship Id="rId282" Type="http://schemas.openxmlformats.org/officeDocument/2006/relationships/customXml" Target="../ink/ink2434.xml"/><Relationship Id="rId338" Type="http://schemas.openxmlformats.org/officeDocument/2006/relationships/customXml" Target="../ink/ink2462.xml"/><Relationship Id="rId503" Type="http://schemas.openxmlformats.org/officeDocument/2006/relationships/image" Target="../media/image2197.png"/><Relationship Id="rId545" Type="http://schemas.openxmlformats.org/officeDocument/2006/relationships/image" Target="../media/image2222.png"/><Relationship Id="rId8" Type="http://schemas.openxmlformats.org/officeDocument/2006/relationships/customXml" Target="../ink/ink2297.xml"/><Relationship Id="rId142" Type="http://schemas.openxmlformats.org/officeDocument/2006/relationships/customXml" Target="../ink/ink2364.xml"/><Relationship Id="rId184" Type="http://schemas.openxmlformats.org/officeDocument/2006/relationships/customXml" Target="../ink/ink2385.xml"/><Relationship Id="rId391" Type="http://schemas.openxmlformats.org/officeDocument/2006/relationships/image" Target="../media/image2135.png"/><Relationship Id="rId405" Type="http://schemas.openxmlformats.org/officeDocument/2006/relationships/image" Target="../media/image2143.png"/><Relationship Id="rId447" Type="http://schemas.openxmlformats.org/officeDocument/2006/relationships/image" Target="../media/image2166.png"/><Relationship Id="rId251" Type="http://schemas.openxmlformats.org/officeDocument/2006/relationships/image" Target="../media/image2056.png"/><Relationship Id="rId489" Type="http://schemas.openxmlformats.org/officeDocument/2006/relationships/image" Target="../media/image2189.png"/><Relationship Id="rId46" Type="http://schemas.openxmlformats.org/officeDocument/2006/relationships/customXml" Target="../ink/ink2316.xml"/><Relationship Id="rId293" Type="http://schemas.openxmlformats.org/officeDocument/2006/relationships/image" Target="../media/image2079.png"/><Relationship Id="rId307" Type="http://schemas.openxmlformats.org/officeDocument/2006/relationships/image" Target="../media/image2087.png"/><Relationship Id="rId349" Type="http://schemas.openxmlformats.org/officeDocument/2006/relationships/image" Target="../media/image2112.png"/><Relationship Id="rId514" Type="http://schemas.openxmlformats.org/officeDocument/2006/relationships/customXml" Target="../ink/ink2550.xml"/><Relationship Id="rId556" Type="http://schemas.openxmlformats.org/officeDocument/2006/relationships/customXml" Target="../ink/ink2571.xml"/><Relationship Id="rId88" Type="http://schemas.openxmlformats.org/officeDocument/2006/relationships/customXml" Target="../ink/ink2337.xml"/><Relationship Id="rId111" Type="http://schemas.openxmlformats.org/officeDocument/2006/relationships/image" Target="../media/image1977.png"/><Relationship Id="rId153" Type="http://schemas.openxmlformats.org/officeDocument/2006/relationships/image" Target="../media/image2001.png"/><Relationship Id="rId195" Type="http://schemas.openxmlformats.org/officeDocument/2006/relationships/image" Target="../media/image2025.png"/><Relationship Id="rId209" Type="http://schemas.openxmlformats.org/officeDocument/2006/relationships/image" Target="../media/image2033.png"/><Relationship Id="rId360" Type="http://schemas.openxmlformats.org/officeDocument/2006/relationships/customXml" Target="../ink/ink2473.xml"/><Relationship Id="rId416" Type="http://schemas.openxmlformats.org/officeDocument/2006/relationships/customXml" Target="../ink/ink2501.xml"/><Relationship Id="rId220" Type="http://schemas.openxmlformats.org/officeDocument/2006/relationships/customXml" Target="../ink/ink2403.xml"/><Relationship Id="rId458" Type="http://schemas.openxmlformats.org/officeDocument/2006/relationships/customXml" Target="../ink/ink2522.xml"/><Relationship Id="rId15" Type="http://schemas.openxmlformats.org/officeDocument/2006/relationships/image" Target="../media/image1924.png"/><Relationship Id="rId57" Type="http://schemas.openxmlformats.org/officeDocument/2006/relationships/image" Target="../media/image1947.png"/><Relationship Id="rId262" Type="http://schemas.openxmlformats.org/officeDocument/2006/relationships/customXml" Target="../ink/ink2424.xml"/><Relationship Id="rId318" Type="http://schemas.openxmlformats.org/officeDocument/2006/relationships/customXml" Target="../ink/ink2452.xml"/><Relationship Id="rId525" Type="http://schemas.openxmlformats.org/officeDocument/2006/relationships/image" Target="../media/image2209.png"/><Relationship Id="rId567" Type="http://schemas.openxmlformats.org/officeDocument/2006/relationships/image" Target="../media/image2234.png"/><Relationship Id="rId99" Type="http://schemas.openxmlformats.org/officeDocument/2006/relationships/image" Target="../media/image1971.png"/><Relationship Id="rId122" Type="http://schemas.openxmlformats.org/officeDocument/2006/relationships/customXml" Target="../ink/ink2354.xml"/><Relationship Id="rId164" Type="http://schemas.openxmlformats.org/officeDocument/2006/relationships/customXml" Target="../ink/ink2375.xml"/><Relationship Id="rId371" Type="http://schemas.openxmlformats.org/officeDocument/2006/relationships/image" Target="../media/image2124.png"/><Relationship Id="rId427" Type="http://schemas.openxmlformats.org/officeDocument/2006/relationships/image" Target="../media/image2155.png"/><Relationship Id="rId469" Type="http://schemas.openxmlformats.org/officeDocument/2006/relationships/image" Target="../media/image2178.png"/><Relationship Id="rId26" Type="http://schemas.openxmlformats.org/officeDocument/2006/relationships/customXml" Target="../ink/ink2306.xml"/><Relationship Id="rId231" Type="http://schemas.openxmlformats.org/officeDocument/2006/relationships/image" Target="../media/image2045.png"/><Relationship Id="rId273" Type="http://schemas.openxmlformats.org/officeDocument/2006/relationships/image" Target="../media/image2068.png"/><Relationship Id="rId329" Type="http://schemas.openxmlformats.org/officeDocument/2006/relationships/image" Target="../media/image2099.png"/><Relationship Id="rId480" Type="http://schemas.openxmlformats.org/officeDocument/2006/relationships/customXml" Target="../ink/ink2533.xml"/><Relationship Id="rId536" Type="http://schemas.openxmlformats.org/officeDocument/2006/relationships/customXml" Target="../ink/ink2561.xml"/><Relationship Id="rId68" Type="http://schemas.openxmlformats.org/officeDocument/2006/relationships/customXml" Target="../ink/ink2327.xml"/><Relationship Id="rId133" Type="http://schemas.openxmlformats.org/officeDocument/2006/relationships/image" Target="../media/image1989.png"/><Relationship Id="rId175" Type="http://schemas.openxmlformats.org/officeDocument/2006/relationships/image" Target="../media/image2014.png"/><Relationship Id="rId340" Type="http://schemas.openxmlformats.org/officeDocument/2006/relationships/customXml" Target="../ink/ink2463.xml"/><Relationship Id="rId578" Type="http://schemas.openxmlformats.org/officeDocument/2006/relationships/customXml" Target="../ink/ink2582.xml"/><Relationship Id="rId200" Type="http://schemas.openxmlformats.org/officeDocument/2006/relationships/customXml" Target="../ink/ink2393.xml"/><Relationship Id="rId382" Type="http://schemas.openxmlformats.org/officeDocument/2006/relationships/customXml" Target="../ink/ink2484.xml"/><Relationship Id="rId438" Type="http://schemas.openxmlformats.org/officeDocument/2006/relationships/customXml" Target="../ink/ink2512.xml"/><Relationship Id="rId242" Type="http://schemas.openxmlformats.org/officeDocument/2006/relationships/customXml" Target="../ink/ink2414.xml"/><Relationship Id="rId284" Type="http://schemas.openxmlformats.org/officeDocument/2006/relationships/customXml" Target="../ink/ink2435.xml"/><Relationship Id="rId491" Type="http://schemas.openxmlformats.org/officeDocument/2006/relationships/image" Target="../media/image2191.png"/><Relationship Id="rId505" Type="http://schemas.openxmlformats.org/officeDocument/2006/relationships/image" Target="../media/image2198.png"/><Relationship Id="rId37" Type="http://schemas.openxmlformats.org/officeDocument/2006/relationships/image" Target="../media/image1936.png"/><Relationship Id="rId79" Type="http://schemas.openxmlformats.org/officeDocument/2006/relationships/image" Target="../media/image1959.png"/><Relationship Id="rId102" Type="http://schemas.openxmlformats.org/officeDocument/2006/relationships/customXml" Target="../ink/ink2344.xml"/><Relationship Id="rId144" Type="http://schemas.openxmlformats.org/officeDocument/2006/relationships/customXml" Target="../ink/ink2365.xml"/><Relationship Id="rId547" Type="http://schemas.openxmlformats.org/officeDocument/2006/relationships/image" Target="../media/image2223.png"/><Relationship Id="rId90" Type="http://schemas.openxmlformats.org/officeDocument/2006/relationships/customXml" Target="../ink/ink2338.xml"/><Relationship Id="rId186" Type="http://schemas.openxmlformats.org/officeDocument/2006/relationships/customXml" Target="../ink/ink2386.xml"/><Relationship Id="rId351" Type="http://schemas.openxmlformats.org/officeDocument/2006/relationships/image" Target="../media/image2113.png"/><Relationship Id="rId393" Type="http://schemas.openxmlformats.org/officeDocument/2006/relationships/image" Target="../media/image2136.png"/><Relationship Id="rId407" Type="http://schemas.openxmlformats.org/officeDocument/2006/relationships/image" Target="../media/image2144.png"/><Relationship Id="rId449" Type="http://schemas.openxmlformats.org/officeDocument/2006/relationships/image" Target="../media/image2167.png"/><Relationship Id="rId211" Type="http://schemas.openxmlformats.org/officeDocument/2006/relationships/image" Target="../media/image2034.png"/><Relationship Id="rId253" Type="http://schemas.openxmlformats.org/officeDocument/2006/relationships/image" Target="../media/image2057.png"/><Relationship Id="rId295" Type="http://schemas.openxmlformats.org/officeDocument/2006/relationships/image" Target="../media/image2081.png"/><Relationship Id="rId309" Type="http://schemas.openxmlformats.org/officeDocument/2006/relationships/image" Target="../media/image2088.png"/><Relationship Id="rId460" Type="http://schemas.openxmlformats.org/officeDocument/2006/relationships/customXml" Target="../ink/ink2523.xml"/><Relationship Id="rId516" Type="http://schemas.openxmlformats.org/officeDocument/2006/relationships/customXml" Target="../ink/ink2551.xml"/><Relationship Id="rId48" Type="http://schemas.openxmlformats.org/officeDocument/2006/relationships/customXml" Target="../ink/ink2317.xml"/><Relationship Id="rId113" Type="http://schemas.openxmlformats.org/officeDocument/2006/relationships/image" Target="../media/image1978.png"/><Relationship Id="rId320" Type="http://schemas.openxmlformats.org/officeDocument/2006/relationships/customXml" Target="../ink/ink2453.xml"/><Relationship Id="rId558" Type="http://schemas.openxmlformats.org/officeDocument/2006/relationships/customXml" Target="../ink/ink2572.xml"/><Relationship Id="rId155" Type="http://schemas.openxmlformats.org/officeDocument/2006/relationships/image" Target="../media/image2002.png"/><Relationship Id="rId197" Type="http://schemas.openxmlformats.org/officeDocument/2006/relationships/image" Target="../media/image2026.png"/><Relationship Id="rId362" Type="http://schemas.openxmlformats.org/officeDocument/2006/relationships/customXml" Target="../ink/ink2474.xml"/><Relationship Id="rId418" Type="http://schemas.openxmlformats.org/officeDocument/2006/relationships/customXml" Target="../ink/ink2502.xml"/><Relationship Id="rId222" Type="http://schemas.openxmlformats.org/officeDocument/2006/relationships/customXml" Target="../ink/ink2404.xml"/><Relationship Id="rId264" Type="http://schemas.openxmlformats.org/officeDocument/2006/relationships/customXml" Target="../ink/ink2425.xml"/><Relationship Id="rId471" Type="http://schemas.openxmlformats.org/officeDocument/2006/relationships/image" Target="../media/image2179.png"/><Relationship Id="rId17" Type="http://schemas.openxmlformats.org/officeDocument/2006/relationships/image" Target="../media/image1925.png"/><Relationship Id="rId59" Type="http://schemas.openxmlformats.org/officeDocument/2006/relationships/image" Target="../media/image1948.png"/><Relationship Id="rId124" Type="http://schemas.openxmlformats.org/officeDocument/2006/relationships/customXml" Target="../ink/ink2355.xml"/><Relationship Id="rId527" Type="http://schemas.openxmlformats.org/officeDocument/2006/relationships/image" Target="../media/image2212.png"/><Relationship Id="rId569" Type="http://schemas.openxmlformats.org/officeDocument/2006/relationships/image" Target="../media/image2235.png"/><Relationship Id="rId70" Type="http://schemas.openxmlformats.org/officeDocument/2006/relationships/customXml" Target="../ink/ink2328.xml"/><Relationship Id="rId166" Type="http://schemas.openxmlformats.org/officeDocument/2006/relationships/customXml" Target="../ink/ink2376.xml"/><Relationship Id="rId331" Type="http://schemas.openxmlformats.org/officeDocument/2006/relationships/image" Target="../media/image2101.png"/><Relationship Id="rId373" Type="http://schemas.openxmlformats.org/officeDocument/2006/relationships/image" Target="../media/image2125.png"/><Relationship Id="rId429" Type="http://schemas.openxmlformats.org/officeDocument/2006/relationships/image" Target="../media/image2156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046.png"/><Relationship Id="rId440" Type="http://schemas.openxmlformats.org/officeDocument/2006/relationships/customXml" Target="../ink/ink2513.xml"/><Relationship Id="rId28" Type="http://schemas.openxmlformats.org/officeDocument/2006/relationships/customXml" Target="../ink/ink2307.xml"/><Relationship Id="rId275" Type="http://schemas.openxmlformats.org/officeDocument/2006/relationships/image" Target="../media/image2069.png"/><Relationship Id="rId300" Type="http://schemas.openxmlformats.org/officeDocument/2006/relationships/customXml" Target="../ink/ink2443.xml"/><Relationship Id="rId482" Type="http://schemas.openxmlformats.org/officeDocument/2006/relationships/customXml" Target="../ink/ink2534.xml"/><Relationship Id="rId538" Type="http://schemas.openxmlformats.org/officeDocument/2006/relationships/customXml" Target="../ink/ink2562.xml"/><Relationship Id="rId81" Type="http://schemas.openxmlformats.org/officeDocument/2006/relationships/image" Target="../media/image1961.png"/><Relationship Id="rId135" Type="http://schemas.openxmlformats.org/officeDocument/2006/relationships/image" Target="../media/image1991.png"/><Relationship Id="rId177" Type="http://schemas.openxmlformats.org/officeDocument/2006/relationships/image" Target="../media/image2015.png"/><Relationship Id="rId342" Type="http://schemas.openxmlformats.org/officeDocument/2006/relationships/customXml" Target="../ink/ink2464.xml"/><Relationship Id="rId384" Type="http://schemas.openxmlformats.org/officeDocument/2006/relationships/customXml" Target="../ink/ink2485.xml"/><Relationship Id="rId202" Type="http://schemas.openxmlformats.org/officeDocument/2006/relationships/customXml" Target="../ink/ink2394.xml"/><Relationship Id="rId244" Type="http://schemas.openxmlformats.org/officeDocument/2006/relationships/customXml" Target="../ink/ink2415.xml"/><Relationship Id="rId39" Type="http://schemas.openxmlformats.org/officeDocument/2006/relationships/image" Target="../media/image1937.png"/><Relationship Id="rId286" Type="http://schemas.openxmlformats.org/officeDocument/2006/relationships/customXml" Target="../ink/ink2436.xml"/><Relationship Id="rId451" Type="http://schemas.openxmlformats.org/officeDocument/2006/relationships/image" Target="../media/image2168.png"/><Relationship Id="rId493" Type="http://schemas.openxmlformats.org/officeDocument/2006/relationships/image" Target="../media/image2192.png"/><Relationship Id="rId507" Type="http://schemas.openxmlformats.org/officeDocument/2006/relationships/image" Target="../media/image2199.png"/><Relationship Id="rId549" Type="http://schemas.openxmlformats.org/officeDocument/2006/relationships/image" Target="../media/image2224.png"/><Relationship Id="rId50" Type="http://schemas.openxmlformats.org/officeDocument/2006/relationships/customXml" Target="../ink/ink2318.xml"/><Relationship Id="rId104" Type="http://schemas.openxmlformats.org/officeDocument/2006/relationships/customXml" Target="../ink/ink2345.xml"/><Relationship Id="rId146" Type="http://schemas.openxmlformats.org/officeDocument/2006/relationships/customXml" Target="../ink/ink2366.xml"/><Relationship Id="rId188" Type="http://schemas.openxmlformats.org/officeDocument/2006/relationships/customXml" Target="../ink/ink2387.xml"/><Relationship Id="rId311" Type="http://schemas.openxmlformats.org/officeDocument/2006/relationships/image" Target="../media/image2089.png"/><Relationship Id="rId353" Type="http://schemas.openxmlformats.org/officeDocument/2006/relationships/image" Target="../media/image2114.png"/><Relationship Id="rId395" Type="http://schemas.openxmlformats.org/officeDocument/2006/relationships/image" Target="../media/image2137.png"/><Relationship Id="rId409" Type="http://schemas.openxmlformats.org/officeDocument/2006/relationships/image" Target="../media/image2145.png"/><Relationship Id="rId560" Type="http://schemas.openxmlformats.org/officeDocument/2006/relationships/customXml" Target="../ink/ink2573.xml"/><Relationship Id="rId92" Type="http://schemas.openxmlformats.org/officeDocument/2006/relationships/customXml" Target="../ink/ink2339.xml"/><Relationship Id="rId213" Type="http://schemas.openxmlformats.org/officeDocument/2006/relationships/image" Target="../media/image2035.png"/><Relationship Id="rId420" Type="http://schemas.openxmlformats.org/officeDocument/2006/relationships/customXml" Target="../ink/ink2503.xml"/><Relationship Id="rId255" Type="http://schemas.openxmlformats.org/officeDocument/2006/relationships/image" Target="../media/image2058.png"/><Relationship Id="rId297" Type="http://schemas.openxmlformats.org/officeDocument/2006/relationships/image" Target="../media/image2082.png"/><Relationship Id="rId462" Type="http://schemas.openxmlformats.org/officeDocument/2006/relationships/customXml" Target="../ink/ink2524.xml"/><Relationship Id="rId518" Type="http://schemas.openxmlformats.org/officeDocument/2006/relationships/customXml" Target="../ink/ink2552.xml"/><Relationship Id="rId115" Type="http://schemas.openxmlformats.org/officeDocument/2006/relationships/image" Target="../media/image1979.png"/><Relationship Id="rId157" Type="http://schemas.openxmlformats.org/officeDocument/2006/relationships/image" Target="../media/image2003.png"/><Relationship Id="rId322" Type="http://schemas.openxmlformats.org/officeDocument/2006/relationships/customXml" Target="../ink/ink2454.xml"/><Relationship Id="rId364" Type="http://schemas.openxmlformats.org/officeDocument/2006/relationships/customXml" Target="../ink/ink2475.xml"/><Relationship Id="rId61" Type="http://schemas.openxmlformats.org/officeDocument/2006/relationships/image" Target="../media/image1949.png"/><Relationship Id="rId199" Type="http://schemas.openxmlformats.org/officeDocument/2006/relationships/image" Target="../media/image2027.png"/><Relationship Id="rId571" Type="http://schemas.openxmlformats.org/officeDocument/2006/relationships/image" Target="../media/image2236.png"/><Relationship Id="rId19" Type="http://schemas.openxmlformats.org/officeDocument/2006/relationships/image" Target="../media/image1926.png"/><Relationship Id="rId224" Type="http://schemas.openxmlformats.org/officeDocument/2006/relationships/customXml" Target="../ink/ink2405.xml"/><Relationship Id="rId266" Type="http://schemas.openxmlformats.org/officeDocument/2006/relationships/customXml" Target="../ink/ink2426.xml"/><Relationship Id="rId431" Type="http://schemas.openxmlformats.org/officeDocument/2006/relationships/image" Target="../media/image2157.png"/><Relationship Id="rId473" Type="http://schemas.openxmlformats.org/officeDocument/2006/relationships/image" Target="../media/image2181.png"/><Relationship Id="rId529" Type="http://schemas.openxmlformats.org/officeDocument/2006/relationships/image" Target="../media/image2213.png"/><Relationship Id="rId30" Type="http://schemas.openxmlformats.org/officeDocument/2006/relationships/customXml" Target="../ink/ink2308.xml"/><Relationship Id="rId126" Type="http://schemas.openxmlformats.org/officeDocument/2006/relationships/customXml" Target="../ink/ink2356.xml"/><Relationship Id="rId168" Type="http://schemas.openxmlformats.org/officeDocument/2006/relationships/customXml" Target="../ink/ink2377.xml"/><Relationship Id="rId333" Type="http://schemas.openxmlformats.org/officeDocument/2006/relationships/image" Target="../media/image2102.png"/><Relationship Id="rId540" Type="http://schemas.openxmlformats.org/officeDocument/2006/relationships/customXml" Target="../ink/ink2563.xml"/><Relationship Id="rId72" Type="http://schemas.openxmlformats.org/officeDocument/2006/relationships/customXml" Target="../ink/ink2329.xml"/><Relationship Id="rId375" Type="http://schemas.openxmlformats.org/officeDocument/2006/relationships/image" Target="../media/image2126.png"/><Relationship Id="rId3" Type="http://schemas.openxmlformats.org/officeDocument/2006/relationships/image" Target="../media/image1917.png"/><Relationship Id="rId235" Type="http://schemas.openxmlformats.org/officeDocument/2006/relationships/image" Target="../media/image2047.png"/><Relationship Id="rId277" Type="http://schemas.openxmlformats.org/officeDocument/2006/relationships/image" Target="../media/image2071.png"/><Relationship Id="rId400" Type="http://schemas.openxmlformats.org/officeDocument/2006/relationships/customXml" Target="../ink/ink2493.xml"/><Relationship Id="rId442" Type="http://schemas.openxmlformats.org/officeDocument/2006/relationships/customXml" Target="../ink/ink2514.xml"/><Relationship Id="rId484" Type="http://schemas.openxmlformats.org/officeDocument/2006/relationships/customXml" Target="../ink/ink2535.xml"/><Relationship Id="rId137" Type="http://schemas.openxmlformats.org/officeDocument/2006/relationships/image" Target="../media/image1992.png"/><Relationship Id="rId302" Type="http://schemas.openxmlformats.org/officeDocument/2006/relationships/customXml" Target="../ink/ink2444.xml"/><Relationship Id="rId344" Type="http://schemas.openxmlformats.org/officeDocument/2006/relationships/customXml" Target="../ink/ink2465.xml"/><Relationship Id="rId41" Type="http://schemas.openxmlformats.org/officeDocument/2006/relationships/image" Target="../media/image1938.png"/><Relationship Id="rId83" Type="http://schemas.openxmlformats.org/officeDocument/2006/relationships/image" Target="../media/image1962.png"/><Relationship Id="rId179" Type="http://schemas.openxmlformats.org/officeDocument/2006/relationships/image" Target="../media/image2016.png"/><Relationship Id="rId386" Type="http://schemas.openxmlformats.org/officeDocument/2006/relationships/customXml" Target="../ink/ink2486.xml"/><Relationship Id="rId551" Type="http://schemas.openxmlformats.org/officeDocument/2006/relationships/image" Target="../media/image2225.png"/><Relationship Id="rId190" Type="http://schemas.openxmlformats.org/officeDocument/2006/relationships/customXml" Target="../ink/ink2388.xml"/><Relationship Id="rId204" Type="http://schemas.openxmlformats.org/officeDocument/2006/relationships/customXml" Target="../ink/ink2395.xml"/><Relationship Id="rId246" Type="http://schemas.openxmlformats.org/officeDocument/2006/relationships/customXml" Target="../ink/ink2416.xml"/><Relationship Id="rId288" Type="http://schemas.openxmlformats.org/officeDocument/2006/relationships/customXml" Target="../ink/ink2437.xml"/><Relationship Id="rId411" Type="http://schemas.openxmlformats.org/officeDocument/2006/relationships/image" Target="../media/image2146.png"/><Relationship Id="rId453" Type="http://schemas.openxmlformats.org/officeDocument/2006/relationships/image" Target="../media/image2169.png"/><Relationship Id="rId509" Type="http://schemas.openxmlformats.org/officeDocument/2006/relationships/image" Target="../media/image2201.png"/><Relationship Id="rId106" Type="http://schemas.openxmlformats.org/officeDocument/2006/relationships/customXml" Target="../ink/ink2346.xml"/><Relationship Id="rId313" Type="http://schemas.openxmlformats.org/officeDocument/2006/relationships/image" Target="../media/image2091.png"/><Relationship Id="rId495" Type="http://schemas.openxmlformats.org/officeDocument/2006/relationships/image" Target="../media/image2193.png"/><Relationship Id="rId10" Type="http://schemas.openxmlformats.org/officeDocument/2006/relationships/customXml" Target="../ink/ink2298.xml"/><Relationship Id="rId52" Type="http://schemas.openxmlformats.org/officeDocument/2006/relationships/customXml" Target="../ink/ink2319.xml"/><Relationship Id="rId94" Type="http://schemas.openxmlformats.org/officeDocument/2006/relationships/customXml" Target="../ink/ink2340.xml"/><Relationship Id="rId148" Type="http://schemas.openxmlformats.org/officeDocument/2006/relationships/customXml" Target="../ink/ink2367.xml"/><Relationship Id="rId355" Type="http://schemas.openxmlformats.org/officeDocument/2006/relationships/image" Target="../media/image2115.png"/><Relationship Id="rId397" Type="http://schemas.openxmlformats.org/officeDocument/2006/relationships/image" Target="../media/image2138.png"/><Relationship Id="rId520" Type="http://schemas.openxmlformats.org/officeDocument/2006/relationships/customXml" Target="../ink/ink2553.xml"/><Relationship Id="rId562" Type="http://schemas.openxmlformats.org/officeDocument/2006/relationships/customXml" Target="../ink/ink2574.xml"/><Relationship Id="rId215" Type="http://schemas.openxmlformats.org/officeDocument/2006/relationships/image" Target="../media/image2036.png"/><Relationship Id="rId257" Type="http://schemas.openxmlformats.org/officeDocument/2006/relationships/image" Target="../media/image2059.png"/><Relationship Id="rId422" Type="http://schemas.openxmlformats.org/officeDocument/2006/relationships/customXml" Target="../ink/ink2504.xml"/><Relationship Id="rId464" Type="http://schemas.openxmlformats.org/officeDocument/2006/relationships/customXml" Target="../ink/ink2525.xml"/><Relationship Id="rId299" Type="http://schemas.openxmlformats.org/officeDocument/2006/relationships/image" Target="../media/image2083.png"/><Relationship Id="rId63" Type="http://schemas.openxmlformats.org/officeDocument/2006/relationships/image" Target="../media/image1951.png"/><Relationship Id="rId159" Type="http://schemas.openxmlformats.org/officeDocument/2006/relationships/image" Target="../media/image2004.png"/><Relationship Id="rId366" Type="http://schemas.openxmlformats.org/officeDocument/2006/relationships/customXml" Target="../ink/ink2476.xml"/><Relationship Id="rId573" Type="http://schemas.openxmlformats.org/officeDocument/2006/relationships/image" Target="../media/image2237.png"/><Relationship Id="rId226" Type="http://schemas.openxmlformats.org/officeDocument/2006/relationships/customXml" Target="../ink/ink2406.xml"/><Relationship Id="rId433" Type="http://schemas.openxmlformats.org/officeDocument/2006/relationships/image" Target="../media/image2158.png"/><Relationship Id="rId74" Type="http://schemas.openxmlformats.org/officeDocument/2006/relationships/customXml" Target="../ink/ink2330.xml"/><Relationship Id="rId377" Type="http://schemas.openxmlformats.org/officeDocument/2006/relationships/image" Target="../media/image2127.png"/><Relationship Id="rId500" Type="http://schemas.openxmlformats.org/officeDocument/2006/relationships/customXml" Target="../ink/ink2543.xml"/><Relationship Id="rId5" Type="http://schemas.openxmlformats.org/officeDocument/2006/relationships/image" Target="../media/image1918.png"/><Relationship Id="rId237" Type="http://schemas.openxmlformats.org/officeDocument/2006/relationships/image" Target="../media/image2048.png"/><Relationship Id="rId444" Type="http://schemas.openxmlformats.org/officeDocument/2006/relationships/customXml" Target="../ink/ink2515.xml"/><Relationship Id="rId290" Type="http://schemas.openxmlformats.org/officeDocument/2006/relationships/customXml" Target="../ink/ink2438.xml"/><Relationship Id="rId304" Type="http://schemas.openxmlformats.org/officeDocument/2006/relationships/customXml" Target="../ink/ink2445.xml"/><Relationship Id="rId388" Type="http://schemas.openxmlformats.org/officeDocument/2006/relationships/customXml" Target="../ink/ink2487.xml"/><Relationship Id="rId511" Type="http://schemas.openxmlformats.org/officeDocument/2006/relationships/image" Target="../media/image2202.png"/><Relationship Id="rId85" Type="http://schemas.openxmlformats.org/officeDocument/2006/relationships/image" Target="../media/image1963.png"/><Relationship Id="rId150" Type="http://schemas.openxmlformats.org/officeDocument/2006/relationships/customXml" Target="../ink/ink2368.xml"/><Relationship Id="rId248" Type="http://schemas.openxmlformats.org/officeDocument/2006/relationships/customXml" Target="../ink/ink2417.xml"/><Relationship Id="rId455" Type="http://schemas.openxmlformats.org/officeDocument/2006/relationships/image" Target="../media/image2171.png"/><Relationship Id="rId12" Type="http://schemas.openxmlformats.org/officeDocument/2006/relationships/customXml" Target="../ink/ink2299.xml"/><Relationship Id="rId108" Type="http://schemas.openxmlformats.org/officeDocument/2006/relationships/customXml" Target="../ink/ink2347.xml"/><Relationship Id="rId315" Type="http://schemas.openxmlformats.org/officeDocument/2006/relationships/image" Target="../media/image2092.png"/><Relationship Id="rId522" Type="http://schemas.openxmlformats.org/officeDocument/2006/relationships/customXml" Target="../ink/ink2554.xml"/><Relationship Id="rId96" Type="http://schemas.openxmlformats.org/officeDocument/2006/relationships/customXml" Target="../ink/ink2341.xml"/><Relationship Id="rId161" Type="http://schemas.openxmlformats.org/officeDocument/2006/relationships/image" Target="../media/image2005.png"/><Relationship Id="rId399" Type="http://schemas.openxmlformats.org/officeDocument/2006/relationships/image" Target="../media/image2139.png"/><Relationship Id="rId259" Type="http://schemas.openxmlformats.org/officeDocument/2006/relationships/image" Target="../media/image2061.png"/><Relationship Id="rId466" Type="http://schemas.openxmlformats.org/officeDocument/2006/relationships/customXml" Target="../ink/ink2526.xml"/><Relationship Id="rId23" Type="http://schemas.openxmlformats.org/officeDocument/2006/relationships/image" Target="../media/image1928.png"/><Relationship Id="rId119" Type="http://schemas.openxmlformats.org/officeDocument/2006/relationships/image" Target="../media/image1982.png"/><Relationship Id="rId326" Type="http://schemas.openxmlformats.org/officeDocument/2006/relationships/customXml" Target="../ink/ink2456.xml"/><Relationship Id="rId533" Type="http://schemas.openxmlformats.org/officeDocument/2006/relationships/image" Target="../media/image2215.png"/><Relationship Id="rId172" Type="http://schemas.openxmlformats.org/officeDocument/2006/relationships/customXml" Target="../ink/ink2379.xml"/><Relationship Id="rId477" Type="http://schemas.openxmlformats.org/officeDocument/2006/relationships/image" Target="../media/image2183.png"/><Relationship Id="rId337" Type="http://schemas.openxmlformats.org/officeDocument/2006/relationships/image" Target="../media/image2104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50.png"/><Relationship Id="rId299" Type="http://schemas.openxmlformats.org/officeDocument/2006/relationships/image" Target="../media/image4460.png"/><Relationship Id="rId21" Type="http://schemas.openxmlformats.org/officeDocument/2006/relationships/image" Target="../media/image3070.png"/><Relationship Id="rId63" Type="http://schemas.openxmlformats.org/officeDocument/2006/relationships/image" Target="../media/image3280.png"/><Relationship Id="rId159" Type="http://schemas.openxmlformats.org/officeDocument/2006/relationships/image" Target="../media/image3760.png"/><Relationship Id="rId170" Type="http://schemas.openxmlformats.org/officeDocument/2006/relationships/customXml" Target="../ink/ink2667.xml"/><Relationship Id="rId226" Type="http://schemas.openxmlformats.org/officeDocument/2006/relationships/customXml" Target="../ink/ink2695.xml"/><Relationship Id="rId268" Type="http://schemas.openxmlformats.org/officeDocument/2006/relationships/customXml" Target="../ink/ink2716.xml"/><Relationship Id="rId32" Type="http://schemas.openxmlformats.org/officeDocument/2006/relationships/customXml" Target="../ink/ink2598.xml"/><Relationship Id="rId74" Type="http://schemas.openxmlformats.org/officeDocument/2006/relationships/customXml" Target="../ink/ink2619.xml"/><Relationship Id="rId128" Type="http://schemas.openxmlformats.org/officeDocument/2006/relationships/customXml" Target="../ink/ink2646.xml"/><Relationship Id="rId5" Type="http://schemas.openxmlformats.org/officeDocument/2006/relationships/image" Target="../media/image2990.png"/><Relationship Id="rId181" Type="http://schemas.openxmlformats.org/officeDocument/2006/relationships/image" Target="../media/image3870.png"/><Relationship Id="rId237" Type="http://schemas.openxmlformats.org/officeDocument/2006/relationships/image" Target="../media/image4150.png"/><Relationship Id="rId279" Type="http://schemas.openxmlformats.org/officeDocument/2006/relationships/image" Target="../media/image4360.png"/><Relationship Id="rId43" Type="http://schemas.openxmlformats.org/officeDocument/2006/relationships/image" Target="../media/image3180.png"/><Relationship Id="rId139" Type="http://schemas.openxmlformats.org/officeDocument/2006/relationships/image" Target="../media/image3660.png"/><Relationship Id="rId290" Type="http://schemas.openxmlformats.org/officeDocument/2006/relationships/customXml" Target="../ink/ink2727.xml"/><Relationship Id="rId304" Type="http://schemas.openxmlformats.org/officeDocument/2006/relationships/customXml" Target="../ink/ink2734.xml"/><Relationship Id="rId85" Type="http://schemas.openxmlformats.org/officeDocument/2006/relationships/image" Target="../media/image3390.png"/><Relationship Id="rId150" Type="http://schemas.openxmlformats.org/officeDocument/2006/relationships/customXml" Target="../ink/ink2657.xml"/><Relationship Id="rId192" Type="http://schemas.openxmlformats.org/officeDocument/2006/relationships/customXml" Target="../ink/ink2678.xml"/><Relationship Id="rId206" Type="http://schemas.openxmlformats.org/officeDocument/2006/relationships/customXml" Target="../ink/ink2685.xml"/><Relationship Id="rId248" Type="http://schemas.openxmlformats.org/officeDocument/2006/relationships/customXml" Target="../ink/ink2706.xml"/><Relationship Id="rId12" Type="http://schemas.openxmlformats.org/officeDocument/2006/relationships/customXml" Target="../ink/ink2588.xml"/><Relationship Id="rId108" Type="http://schemas.openxmlformats.org/officeDocument/2006/relationships/customXml" Target="../ink/ink2636.xml"/><Relationship Id="rId315" Type="http://schemas.openxmlformats.org/officeDocument/2006/relationships/image" Target="../media/image4540.png"/><Relationship Id="rId54" Type="http://schemas.openxmlformats.org/officeDocument/2006/relationships/customXml" Target="../ink/ink2609.xml"/><Relationship Id="rId96" Type="http://schemas.openxmlformats.org/officeDocument/2006/relationships/customXml" Target="../ink/ink2630.xml"/><Relationship Id="rId161" Type="http://schemas.openxmlformats.org/officeDocument/2006/relationships/image" Target="../media/image3770.png"/><Relationship Id="rId217" Type="http://schemas.openxmlformats.org/officeDocument/2006/relationships/image" Target="../media/image4050.png"/><Relationship Id="rId259" Type="http://schemas.openxmlformats.org/officeDocument/2006/relationships/image" Target="../media/image4260.png"/><Relationship Id="rId23" Type="http://schemas.openxmlformats.org/officeDocument/2006/relationships/image" Target="../media/image3080.png"/><Relationship Id="rId119" Type="http://schemas.openxmlformats.org/officeDocument/2006/relationships/image" Target="../media/image3560.png"/><Relationship Id="rId270" Type="http://schemas.openxmlformats.org/officeDocument/2006/relationships/customXml" Target="../ink/ink2717.xml"/><Relationship Id="rId65" Type="http://schemas.openxmlformats.org/officeDocument/2006/relationships/image" Target="../media/image3290.png"/><Relationship Id="rId130" Type="http://schemas.openxmlformats.org/officeDocument/2006/relationships/customXml" Target="../ink/ink2647.xml"/><Relationship Id="rId172" Type="http://schemas.openxmlformats.org/officeDocument/2006/relationships/customXml" Target="../ink/ink2668.xml"/><Relationship Id="rId193" Type="http://schemas.openxmlformats.org/officeDocument/2006/relationships/image" Target="../media/image3930.png"/><Relationship Id="rId207" Type="http://schemas.openxmlformats.org/officeDocument/2006/relationships/image" Target="../media/image4000.png"/><Relationship Id="rId228" Type="http://schemas.openxmlformats.org/officeDocument/2006/relationships/customXml" Target="../ink/ink2696.xml"/><Relationship Id="rId249" Type="http://schemas.openxmlformats.org/officeDocument/2006/relationships/image" Target="../media/image4211.png"/><Relationship Id="rId13" Type="http://schemas.openxmlformats.org/officeDocument/2006/relationships/image" Target="../media/image3030.png"/><Relationship Id="rId109" Type="http://schemas.openxmlformats.org/officeDocument/2006/relationships/image" Target="../media/image3511.png"/><Relationship Id="rId260" Type="http://schemas.openxmlformats.org/officeDocument/2006/relationships/customXml" Target="../ink/ink2712.xml"/><Relationship Id="rId281" Type="http://schemas.openxmlformats.org/officeDocument/2006/relationships/image" Target="../media/image4370.png"/><Relationship Id="rId34" Type="http://schemas.openxmlformats.org/officeDocument/2006/relationships/customXml" Target="../ink/ink2599.xml"/><Relationship Id="rId55" Type="http://schemas.openxmlformats.org/officeDocument/2006/relationships/image" Target="../media/image3240.png"/><Relationship Id="rId76" Type="http://schemas.openxmlformats.org/officeDocument/2006/relationships/customXml" Target="../ink/ink2620.xml"/><Relationship Id="rId97" Type="http://schemas.openxmlformats.org/officeDocument/2006/relationships/image" Target="../media/image3450.png"/><Relationship Id="rId120" Type="http://schemas.openxmlformats.org/officeDocument/2006/relationships/customXml" Target="../ink/ink2642.xml"/><Relationship Id="rId141" Type="http://schemas.openxmlformats.org/officeDocument/2006/relationships/image" Target="../media/image3670.png"/><Relationship Id="rId7" Type="http://schemas.openxmlformats.org/officeDocument/2006/relationships/image" Target="../media/image3000.png"/><Relationship Id="rId162" Type="http://schemas.openxmlformats.org/officeDocument/2006/relationships/customXml" Target="../ink/ink2663.xml"/><Relationship Id="rId183" Type="http://schemas.openxmlformats.org/officeDocument/2006/relationships/image" Target="../media/image3880.png"/><Relationship Id="rId218" Type="http://schemas.openxmlformats.org/officeDocument/2006/relationships/customXml" Target="../ink/ink2691.xml"/><Relationship Id="rId239" Type="http://schemas.openxmlformats.org/officeDocument/2006/relationships/image" Target="../media/image4160.png"/><Relationship Id="rId250" Type="http://schemas.openxmlformats.org/officeDocument/2006/relationships/customXml" Target="../ink/ink2707.xml"/><Relationship Id="rId271" Type="http://schemas.openxmlformats.org/officeDocument/2006/relationships/image" Target="../media/image4320.png"/><Relationship Id="rId292" Type="http://schemas.openxmlformats.org/officeDocument/2006/relationships/customXml" Target="../ink/ink2728.xml"/><Relationship Id="rId306" Type="http://schemas.openxmlformats.org/officeDocument/2006/relationships/customXml" Target="../ink/ink2735.xml"/><Relationship Id="rId24" Type="http://schemas.openxmlformats.org/officeDocument/2006/relationships/customXml" Target="../ink/ink2594.xml"/><Relationship Id="rId45" Type="http://schemas.openxmlformats.org/officeDocument/2006/relationships/image" Target="../media/image3190.png"/><Relationship Id="rId66" Type="http://schemas.openxmlformats.org/officeDocument/2006/relationships/customXml" Target="../ink/ink2615.xml"/><Relationship Id="rId87" Type="http://schemas.openxmlformats.org/officeDocument/2006/relationships/image" Target="../media/image3400.png"/><Relationship Id="rId110" Type="http://schemas.openxmlformats.org/officeDocument/2006/relationships/customXml" Target="../ink/ink2637.xml"/><Relationship Id="rId131" Type="http://schemas.openxmlformats.org/officeDocument/2006/relationships/image" Target="../media/image3620.png"/><Relationship Id="rId152" Type="http://schemas.openxmlformats.org/officeDocument/2006/relationships/customXml" Target="../ink/ink2658.xml"/><Relationship Id="rId173" Type="http://schemas.openxmlformats.org/officeDocument/2006/relationships/image" Target="../media/image3830.png"/><Relationship Id="rId194" Type="http://schemas.openxmlformats.org/officeDocument/2006/relationships/customXml" Target="../ink/ink2679.xml"/><Relationship Id="rId208" Type="http://schemas.openxmlformats.org/officeDocument/2006/relationships/customXml" Target="../ink/ink2686.xml"/><Relationship Id="rId229" Type="http://schemas.openxmlformats.org/officeDocument/2006/relationships/image" Target="../media/image4111.png"/><Relationship Id="rId240" Type="http://schemas.openxmlformats.org/officeDocument/2006/relationships/customXml" Target="../ink/ink2702.xml"/><Relationship Id="rId261" Type="http://schemas.openxmlformats.org/officeDocument/2006/relationships/image" Target="../media/image4270.png"/><Relationship Id="rId14" Type="http://schemas.openxmlformats.org/officeDocument/2006/relationships/customXml" Target="../ink/ink2589.xml"/><Relationship Id="rId35" Type="http://schemas.openxmlformats.org/officeDocument/2006/relationships/image" Target="../media/image3140.png"/><Relationship Id="rId56" Type="http://schemas.openxmlformats.org/officeDocument/2006/relationships/customXml" Target="../ink/ink2610.xml"/><Relationship Id="rId77" Type="http://schemas.openxmlformats.org/officeDocument/2006/relationships/image" Target="../media/image3350.png"/><Relationship Id="rId100" Type="http://schemas.openxmlformats.org/officeDocument/2006/relationships/customXml" Target="../ink/ink2632.xml"/><Relationship Id="rId282" Type="http://schemas.openxmlformats.org/officeDocument/2006/relationships/customXml" Target="../ink/ink2723.xml"/><Relationship Id="rId8" Type="http://schemas.openxmlformats.org/officeDocument/2006/relationships/customXml" Target="../ink/ink2586.xml"/><Relationship Id="rId98" Type="http://schemas.openxmlformats.org/officeDocument/2006/relationships/customXml" Target="../ink/ink2631.xml"/><Relationship Id="rId121" Type="http://schemas.openxmlformats.org/officeDocument/2006/relationships/image" Target="../media/image3570.png"/><Relationship Id="rId142" Type="http://schemas.openxmlformats.org/officeDocument/2006/relationships/customXml" Target="../ink/ink2653.xml"/><Relationship Id="rId163" Type="http://schemas.openxmlformats.org/officeDocument/2006/relationships/image" Target="../media/image3780.png"/><Relationship Id="rId184" Type="http://schemas.openxmlformats.org/officeDocument/2006/relationships/customXml" Target="../ink/ink2674.xml"/><Relationship Id="rId219" Type="http://schemas.openxmlformats.org/officeDocument/2006/relationships/image" Target="../media/image4060.png"/><Relationship Id="rId230" Type="http://schemas.openxmlformats.org/officeDocument/2006/relationships/customXml" Target="../ink/ink2697.xml"/><Relationship Id="rId251" Type="http://schemas.openxmlformats.org/officeDocument/2006/relationships/image" Target="../media/image4220.png"/><Relationship Id="rId25" Type="http://schemas.openxmlformats.org/officeDocument/2006/relationships/image" Target="../media/image3090.png"/><Relationship Id="rId46" Type="http://schemas.openxmlformats.org/officeDocument/2006/relationships/customXml" Target="../ink/ink2605.xml"/><Relationship Id="rId67" Type="http://schemas.openxmlformats.org/officeDocument/2006/relationships/image" Target="../media/image3300.png"/><Relationship Id="rId272" Type="http://schemas.openxmlformats.org/officeDocument/2006/relationships/customXml" Target="../ink/ink2718.xml"/><Relationship Id="rId293" Type="http://schemas.openxmlformats.org/officeDocument/2006/relationships/image" Target="../media/image4430.png"/><Relationship Id="rId307" Type="http://schemas.openxmlformats.org/officeDocument/2006/relationships/image" Target="../media/image4500.png"/><Relationship Id="rId88" Type="http://schemas.openxmlformats.org/officeDocument/2006/relationships/customXml" Target="../ink/ink2626.xml"/><Relationship Id="rId111" Type="http://schemas.openxmlformats.org/officeDocument/2006/relationships/image" Target="../media/image3520.png"/><Relationship Id="rId132" Type="http://schemas.openxmlformats.org/officeDocument/2006/relationships/customXml" Target="../ink/ink2648.xml"/><Relationship Id="rId153" Type="http://schemas.openxmlformats.org/officeDocument/2006/relationships/image" Target="../media/image3730.png"/><Relationship Id="rId174" Type="http://schemas.openxmlformats.org/officeDocument/2006/relationships/customXml" Target="../ink/ink2669.xml"/><Relationship Id="rId195" Type="http://schemas.openxmlformats.org/officeDocument/2006/relationships/image" Target="../media/image3940.png"/><Relationship Id="rId209" Type="http://schemas.openxmlformats.org/officeDocument/2006/relationships/image" Target="../media/image4011.png"/><Relationship Id="rId220" Type="http://schemas.openxmlformats.org/officeDocument/2006/relationships/customXml" Target="../ink/ink2692.xml"/><Relationship Id="rId241" Type="http://schemas.openxmlformats.org/officeDocument/2006/relationships/image" Target="../media/image4170.png"/><Relationship Id="rId15" Type="http://schemas.openxmlformats.org/officeDocument/2006/relationships/image" Target="../media/image3040.png"/><Relationship Id="rId36" Type="http://schemas.openxmlformats.org/officeDocument/2006/relationships/customXml" Target="../ink/ink2600.xml"/><Relationship Id="rId57" Type="http://schemas.openxmlformats.org/officeDocument/2006/relationships/image" Target="../media/image3250.png"/><Relationship Id="rId262" Type="http://schemas.openxmlformats.org/officeDocument/2006/relationships/customXml" Target="../ink/ink2713.xml"/><Relationship Id="rId283" Type="http://schemas.openxmlformats.org/officeDocument/2006/relationships/image" Target="../media/image4380.png"/><Relationship Id="rId78" Type="http://schemas.openxmlformats.org/officeDocument/2006/relationships/customXml" Target="../ink/ink2621.xml"/><Relationship Id="rId99" Type="http://schemas.openxmlformats.org/officeDocument/2006/relationships/image" Target="../media/image3460.png"/><Relationship Id="rId101" Type="http://schemas.openxmlformats.org/officeDocument/2006/relationships/image" Target="../media/image3470.png"/><Relationship Id="rId122" Type="http://schemas.openxmlformats.org/officeDocument/2006/relationships/customXml" Target="../ink/ink2643.xml"/><Relationship Id="rId143" Type="http://schemas.openxmlformats.org/officeDocument/2006/relationships/image" Target="../media/image3680.png"/><Relationship Id="rId164" Type="http://schemas.openxmlformats.org/officeDocument/2006/relationships/customXml" Target="../ink/ink2664.xml"/><Relationship Id="rId185" Type="http://schemas.openxmlformats.org/officeDocument/2006/relationships/image" Target="../media/image3890.png"/><Relationship Id="rId9" Type="http://schemas.openxmlformats.org/officeDocument/2006/relationships/image" Target="../media/image3011.png"/><Relationship Id="rId210" Type="http://schemas.openxmlformats.org/officeDocument/2006/relationships/customXml" Target="../ink/ink2687.xml"/><Relationship Id="rId26" Type="http://schemas.openxmlformats.org/officeDocument/2006/relationships/customXml" Target="../ink/ink2595.xml"/><Relationship Id="rId231" Type="http://schemas.openxmlformats.org/officeDocument/2006/relationships/image" Target="../media/image4120.png"/><Relationship Id="rId252" Type="http://schemas.openxmlformats.org/officeDocument/2006/relationships/customXml" Target="../ink/ink2708.xml"/><Relationship Id="rId273" Type="http://schemas.openxmlformats.org/officeDocument/2006/relationships/image" Target="../media/image4330.png"/><Relationship Id="rId294" Type="http://schemas.openxmlformats.org/officeDocument/2006/relationships/customXml" Target="../ink/ink2729.xml"/><Relationship Id="rId308" Type="http://schemas.openxmlformats.org/officeDocument/2006/relationships/customXml" Target="../ink/ink2736.xml"/><Relationship Id="rId47" Type="http://schemas.openxmlformats.org/officeDocument/2006/relationships/image" Target="../media/image3200.png"/><Relationship Id="rId68" Type="http://schemas.openxmlformats.org/officeDocument/2006/relationships/customXml" Target="../ink/ink2616.xml"/><Relationship Id="rId89" Type="http://schemas.openxmlformats.org/officeDocument/2006/relationships/image" Target="../media/image3411.png"/><Relationship Id="rId112" Type="http://schemas.openxmlformats.org/officeDocument/2006/relationships/customXml" Target="../ink/ink2638.xml"/><Relationship Id="rId133" Type="http://schemas.openxmlformats.org/officeDocument/2006/relationships/image" Target="../media/image3630.png"/><Relationship Id="rId154" Type="http://schemas.openxmlformats.org/officeDocument/2006/relationships/customXml" Target="../ink/ink2659.xml"/><Relationship Id="rId175" Type="http://schemas.openxmlformats.org/officeDocument/2006/relationships/image" Target="../media/image3840.png"/><Relationship Id="rId196" Type="http://schemas.openxmlformats.org/officeDocument/2006/relationships/customXml" Target="../ink/ink2680.xml"/><Relationship Id="rId200" Type="http://schemas.openxmlformats.org/officeDocument/2006/relationships/customXml" Target="../ink/ink2682.xml"/><Relationship Id="rId16" Type="http://schemas.openxmlformats.org/officeDocument/2006/relationships/customXml" Target="../ink/ink2590.xml"/><Relationship Id="rId221" Type="http://schemas.openxmlformats.org/officeDocument/2006/relationships/image" Target="../media/image4070.png"/><Relationship Id="rId242" Type="http://schemas.openxmlformats.org/officeDocument/2006/relationships/customXml" Target="../ink/ink2703.xml"/><Relationship Id="rId263" Type="http://schemas.openxmlformats.org/officeDocument/2006/relationships/image" Target="../media/image4280.png"/><Relationship Id="rId284" Type="http://schemas.openxmlformats.org/officeDocument/2006/relationships/customXml" Target="../ink/ink2724.xml"/><Relationship Id="rId37" Type="http://schemas.openxmlformats.org/officeDocument/2006/relationships/image" Target="../media/image3150.png"/><Relationship Id="rId58" Type="http://schemas.openxmlformats.org/officeDocument/2006/relationships/customXml" Target="../ink/ink2611.xml"/><Relationship Id="rId79" Type="http://schemas.openxmlformats.org/officeDocument/2006/relationships/image" Target="../media/image3360.png"/><Relationship Id="rId102" Type="http://schemas.openxmlformats.org/officeDocument/2006/relationships/customXml" Target="../ink/ink2633.xml"/><Relationship Id="rId123" Type="http://schemas.openxmlformats.org/officeDocument/2006/relationships/image" Target="../media/image3580.png"/><Relationship Id="rId144" Type="http://schemas.openxmlformats.org/officeDocument/2006/relationships/customXml" Target="../ink/ink2654.xml"/><Relationship Id="rId90" Type="http://schemas.openxmlformats.org/officeDocument/2006/relationships/customXml" Target="../ink/ink2627.xml"/><Relationship Id="rId165" Type="http://schemas.openxmlformats.org/officeDocument/2006/relationships/image" Target="../media/image3790.png"/><Relationship Id="rId186" Type="http://schemas.openxmlformats.org/officeDocument/2006/relationships/customXml" Target="../ink/ink2675.xml"/><Relationship Id="rId211" Type="http://schemas.openxmlformats.org/officeDocument/2006/relationships/image" Target="../media/image4020.png"/><Relationship Id="rId232" Type="http://schemas.openxmlformats.org/officeDocument/2006/relationships/customXml" Target="../ink/ink2698.xml"/><Relationship Id="rId253" Type="http://schemas.openxmlformats.org/officeDocument/2006/relationships/image" Target="../media/image4230.png"/><Relationship Id="rId274" Type="http://schemas.openxmlformats.org/officeDocument/2006/relationships/customXml" Target="../ink/ink2719.xml"/><Relationship Id="rId295" Type="http://schemas.openxmlformats.org/officeDocument/2006/relationships/image" Target="../media/image4440.png"/><Relationship Id="rId309" Type="http://schemas.openxmlformats.org/officeDocument/2006/relationships/image" Target="../media/image4510.png"/><Relationship Id="rId27" Type="http://schemas.openxmlformats.org/officeDocument/2006/relationships/image" Target="../media/image3101.png"/><Relationship Id="rId48" Type="http://schemas.openxmlformats.org/officeDocument/2006/relationships/customXml" Target="../ink/ink2606.xml"/><Relationship Id="rId69" Type="http://schemas.openxmlformats.org/officeDocument/2006/relationships/image" Target="../media/image3311.png"/><Relationship Id="rId113" Type="http://schemas.openxmlformats.org/officeDocument/2006/relationships/image" Target="../media/image3530.png"/><Relationship Id="rId134" Type="http://schemas.openxmlformats.org/officeDocument/2006/relationships/customXml" Target="../ink/ink2649.xml"/><Relationship Id="rId80" Type="http://schemas.openxmlformats.org/officeDocument/2006/relationships/customXml" Target="../ink/ink2622.xml"/><Relationship Id="rId155" Type="http://schemas.openxmlformats.org/officeDocument/2006/relationships/image" Target="../media/image3740.png"/><Relationship Id="rId176" Type="http://schemas.openxmlformats.org/officeDocument/2006/relationships/customXml" Target="../ink/ink2670.xml"/><Relationship Id="rId197" Type="http://schemas.openxmlformats.org/officeDocument/2006/relationships/image" Target="../media/image3950.png"/><Relationship Id="rId201" Type="http://schemas.openxmlformats.org/officeDocument/2006/relationships/image" Target="../media/image3970.png"/><Relationship Id="rId222" Type="http://schemas.openxmlformats.org/officeDocument/2006/relationships/customXml" Target="../ink/ink2693.xml"/><Relationship Id="rId243" Type="http://schemas.openxmlformats.org/officeDocument/2006/relationships/image" Target="../media/image4180.png"/><Relationship Id="rId264" Type="http://schemas.openxmlformats.org/officeDocument/2006/relationships/customXml" Target="../ink/ink2714.xml"/><Relationship Id="rId285" Type="http://schemas.openxmlformats.org/officeDocument/2006/relationships/image" Target="../media/image4390.png"/><Relationship Id="rId17" Type="http://schemas.openxmlformats.org/officeDocument/2006/relationships/image" Target="../media/image3050.png"/><Relationship Id="rId38" Type="http://schemas.openxmlformats.org/officeDocument/2006/relationships/customXml" Target="../ink/ink2601.xml"/><Relationship Id="rId59" Type="http://schemas.openxmlformats.org/officeDocument/2006/relationships/image" Target="../media/image3260.png"/><Relationship Id="rId103" Type="http://schemas.openxmlformats.org/officeDocument/2006/relationships/image" Target="../media/image3480.png"/><Relationship Id="rId124" Type="http://schemas.openxmlformats.org/officeDocument/2006/relationships/customXml" Target="../ink/ink2644.xml"/><Relationship Id="rId310" Type="http://schemas.openxmlformats.org/officeDocument/2006/relationships/customXml" Target="../ink/ink2737.xml"/><Relationship Id="rId70" Type="http://schemas.openxmlformats.org/officeDocument/2006/relationships/customXml" Target="../ink/ink2617.xml"/><Relationship Id="rId91" Type="http://schemas.openxmlformats.org/officeDocument/2006/relationships/image" Target="../media/image3420.png"/><Relationship Id="rId145" Type="http://schemas.openxmlformats.org/officeDocument/2006/relationships/image" Target="../media/image3690.png"/><Relationship Id="rId166" Type="http://schemas.openxmlformats.org/officeDocument/2006/relationships/customXml" Target="../ink/ink2665.xml"/><Relationship Id="rId187" Type="http://schemas.openxmlformats.org/officeDocument/2006/relationships/image" Target="../media/image390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688.xml"/><Relationship Id="rId233" Type="http://schemas.openxmlformats.org/officeDocument/2006/relationships/image" Target="../media/image4130.png"/><Relationship Id="rId254" Type="http://schemas.openxmlformats.org/officeDocument/2006/relationships/customXml" Target="../ink/ink2709.xml"/><Relationship Id="rId28" Type="http://schemas.openxmlformats.org/officeDocument/2006/relationships/customXml" Target="../ink/ink2596.xml"/><Relationship Id="rId49" Type="http://schemas.openxmlformats.org/officeDocument/2006/relationships/image" Target="../media/image3211.png"/><Relationship Id="rId114" Type="http://schemas.openxmlformats.org/officeDocument/2006/relationships/customXml" Target="../ink/ink2639.xml"/><Relationship Id="rId275" Type="http://schemas.openxmlformats.org/officeDocument/2006/relationships/image" Target="../media/image4340.png"/><Relationship Id="rId296" Type="http://schemas.openxmlformats.org/officeDocument/2006/relationships/customXml" Target="../ink/ink2730.xml"/><Relationship Id="rId300" Type="http://schemas.openxmlformats.org/officeDocument/2006/relationships/customXml" Target="../ink/ink2732.xml"/><Relationship Id="rId60" Type="http://schemas.openxmlformats.org/officeDocument/2006/relationships/customXml" Target="../ink/ink2612.xml"/><Relationship Id="rId81" Type="http://schemas.openxmlformats.org/officeDocument/2006/relationships/image" Target="../media/image3370.png"/><Relationship Id="rId135" Type="http://schemas.openxmlformats.org/officeDocument/2006/relationships/image" Target="../media/image3640.png"/><Relationship Id="rId156" Type="http://schemas.openxmlformats.org/officeDocument/2006/relationships/customXml" Target="../ink/ink2660.xml"/><Relationship Id="rId177" Type="http://schemas.openxmlformats.org/officeDocument/2006/relationships/image" Target="../media/image3850.png"/><Relationship Id="rId198" Type="http://schemas.openxmlformats.org/officeDocument/2006/relationships/customXml" Target="../ink/ink2681.xml"/><Relationship Id="rId202" Type="http://schemas.openxmlformats.org/officeDocument/2006/relationships/customXml" Target="../ink/ink2683.xml"/><Relationship Id="rId223" Type="http://schemas.openxmlformats.org/officeDocument/2006/relationships/image" Target="../media/image4080.png"/><Relationship Id="rId244" Type="http://schemas.openxmlformats.org/officeDocument/2006/relationships/customXml" Target="../ink/ink2704.xml"/><Relationship Id="rId18" Type="http://schemas.openxmlformats.org/officeDocument/2006/relationships/customXml" Target="../ink/ink2591.xml"/><Relationship Id="rId39" Type="http://schemas.openxmlformats.org/officeDocument/2006/relationships/image" Target="../media/image3160.png"/><Relationship Id="rId265" Type="http://schemas.openxmlformats.org/officeDocument/2006/relationships/image" Target="../media/image4290.png"/><Relationship Id="rId286" Type="http://schemas.openxmlformats.org/officeDocument/2006/relationships/customXml" Target="../ink/ink2725.xml"/><Relationship Id="rId50" Type="http://schemas.openxmlformats.org/officeDocument/2006/relationships/customXml" Target="../ink/ink2607.xml"/><Relationship Id="rId104" Type="http://schemas.openxmlformats.org/officeDocument/2006/relationships/customXml" Target="../ink/ink2634.xml"/><Relationship Id="rId125" Type="http://schemas.openxmlformats.org/officeDocument/2006/relationships/image" Target="../media/image3590.png"/><Relationship Id="rId146" Type="http://schemas.openxmlformats.org/officeDocument/2006/relationships/customXml" Target="../ink/ink2655.xml"/><Relationship Id="rId167" Type="http://schemas.openxmlformats.org/officeDocument/2006/relationships/image" Target="../media/image3800.png"/><Relationship Id="rId188" Type="http://schemas.openxmlformats.org/officeDocument/2006/relationships/customXml" Target="../ink/ink2676.xml"/><Relationship Id="rId311" Type="http://schemas.openxmlformats.org/officeDocument/2006/relationships/image" Target="../media/image4520.png"/><Relationship Id="rId71" Type="http://schemas.openxmlformats.org/officeDocument/2006/relationships/image" Target="../media/image3320.png"/><Relationship Id="rId92" Type="http://schemas.openxmlformats.org/officeDocument/2006/relationships/customXml" Target="../ink/ink2628.xml"/><Relationship Id="rId213" Type="http://schemas.openxmlformats.org/officeDocument/2006/relationships/image" Target="../media/image4030.png"/><Relationship Id="rId234" Type="http://schemas.openxmlformats.org/officeDocument/2006/relationships/customXml" Target="../ink/ink2699.xml"/><Relationship Id="rId2" Type="http://schemas.openxmlformats.org/officeDocument/2006/relationships/customXml" Target="../ink/ink2583.xml"/><Relationship Id="rId29" Type="http://schemas.openxmlformats.org/officeDocument/2006/relationships/image" Target="../media/image3111.png"/><Relationship Id="rId255" Type="http://schemas.openxmlformats.org/officeDocument/2006/relationships/image" Target="../media/image4240.png"/><Relationship Id="rId276" Type="http://schemas.openxmlformats.org/officeDocument/2006/relationships/customXml" Target="../ink/ink2720.xml"/><Relationship Id="rId297" Type="http://schemas.openxmlformats.org/officeDocument/2006/relationships/image" Target="../media/image4450.png"/><Relationship Id="rId40" Type="http://schemas.openxmlformats.org/officeDocument/2006/relationships/customXml" Target="../ink/ink2602.xml"/><Relationship Id="rId115" Type="http://schemas.openxmlformats.org/officeDocument/2006/relationships/image" Target="../media/image3540.png"/><Relationship Id="rId136" Type="http://schemas.openxmlformats.org/officeDocument/2006/relationships/customXml" Target="../ink/ink2650.xml"/><Relationship Id="rId157" Type="http://schemas.openxmlformats.org/officeDocument/2006/relationships/image" Target="../media/image3750.png"/><Relationship Id="rId178" Type="http://schemas.openxmlformats.org/officeDocument/2006/relationships/customXml" Target="../ink/ink2671.xml"/><Relationship Id="rId301" Type="http://schemas.openxmlformats.org/officeDocument/2006/relationships/image" Target="../media/image4470.png"/><Relationship Id="rId61" Type="http://schemas.openxmlformats.org/officeDocument/2006/relationships/image" Target="../media/image3270.png"/><Relationship Id="rId82" Type="http://schemas.openxmlformats.org/officeDocument/2006/relationships/customXml" Target="../ink/ink2623.xml"/><Relationship Id="rId199" Type="http://schemas.openxmlformats.org/officeDocument/2006/relationships/image" Target="../media/image3960.png"/><Relationship Id="rId203" Type="http://schemas.openxmlformats.org/officeDocument/2006/relationships/image" Target="../media/image3980.png"/><Relationship Id="rId19" Type="http://schemas.openxmlformats.org/officeDocument/2006/relationships/image" Target="../media/image3060.png"/><Relationship Id="rId224" Type="http://schemas.openxmlformats.org/officeDocument/2006/relationships/customXml" Target="../ink/ink2694.xml"/><Relationship Id="rId245" Type="http://schemas.openxmlformats.org/officeDocument/2006/relationships/image" Target="../media/image4190.png"/><Relationship Id="rId266" Type="http://schemas.openxmlformats.org/officeDocument/2006/relationships/customXml" Target="../ink/ink2715.xml"/><Relationship Id="rId287" Type="http://schemas.openxmlformats.org/officeDocument/2006/relationships/image" Target="../media/image4400.png"/><Relationship Id="rId30" Type="http://schemas.openxmlformats.org/officeDocument/2006/relationships/customXml" Target="../ink/ink2597.xml"/><Relationship Id="rId105" Type="http://schemas.openxmlformats.org/officeDocument/2006/relationships/image" Target="../media/image3490.png"/><Relationship Id="rId126" Type="http://schemas.openxmlformats.org/officeDocument/2006/relationships/customXml" Target="../ink/ink2645.xml"/><Relationship Id="rId147" Type="http://schemas.openxmlformats.org/officeDocument/2006/relationships/image" Target="../media/image3700.png"/><Relationship Id="rId168" Type="http://schemas.openxmlformats.org/officeDocument/2006/relationships/customXml" Target="../ink/ink2666.xml"/><Relationship Id="rId312" Type="http://schemas.openxmlformats.org/officeDocument/2006/relationships/customXml" Target="../ink/ink2738.xml"/><Relationship Id="rId51" Type="http://schemas.openxmlformats.org/officeDocument/2006/relationships/image" Target="../media/image3220.png"/><Relationship Id="rId72" Type="http://schemas.openxmlformats.org/officeDocument/2006/relationships/customXml" Target="../ink/ink2618.xml"/><Relationship Id="rId93" Type="http://schemas.openxmlformats.org/officeDocument/2006/relationships/image" Target="../media/image3430.png"/><Relationship Id="rId189" Type="http://schemas.openxmlformats.org/officeDocument/2006/relationships/image" Target="../media/image3911.png"/><Relationship Id="rId3" Type="http://schemas.openxmlformats.org/officeDocument/2006/relationships/image" Target="../media/image2980.png"/><Relationship Id="rId214" Type="http://schemas.openxmlformats.org/officeDocument/2006/relationships/customXml" Target="../ink/ink2689.xml"/><Relationship Id="rId235" Type="http://schemas.openxmlformats.org/officeDocument/2006/relationships/image" Target="../media/image4140.png"/><Relationship Id="rId256" Type="http://schemas.openxmlformats.org/officeDocument/2006/relationships/customXml" Target="../ink/ink2710.xml"/><Relationship Id="rId277" Type="http://schemas.openxmlformats.org/officeDocument/2006/relationships/image" Target="../media/image4350.png"/><Relationship Id="rId298" Type="http://schemas.openxmlformats.org/officeDocument/2006/relationships/customXml" Target="../ink/ink2731.xml"/><Relationship Id="rId116" Type="http://schemas.openxmlformats.org/officeDocument/2006/relationships/customXml" Target="../ink/ink2640.xml"/><Relationship Id="rId137" Type="http://schemas.openxmlformats.org/officeDocument/2006/relationships/image" Target="../media/image3650.png"/><Relationship Id="rId158" Type="http://schemas.openxmlformats.org/officeDocument/2006/relationships/customXml" Target="../ink/ink2661.xml"/><Relationship Id="rId302" Type="http://schemas.openxmlformats.org/officeDocument/2006/relationships/customXml" Target="../ink/ink2733.xml"/><Relationship Id="rId20" Type="http://schemas.openxmlformats.org/officeDocument/2006/relationships/customXml" Target="../ink/ink2592.xml"/><Relationship Id="rId41" Type="http://schemas.openxmlformats.org/officeDocument/2006/relationships/image" Target="../media/image3170.png"/><Relationship Id="rId62" Type="http://schemas.openxmlformats.org/officeDocument/2006/relationships/customXml" Target="../ink/ink2613.xml"/><Relationship Id="rId83" Type="http://schemas.openxmlformats.org/officeDocument/2006/relationships/image" Target="../media/image3380.png"/><Relationship Id="rId179" Type="http://schemas.openxmlformats.org/officeDocument/2006/relationships/image" Target="../media/image3860.png"/><Relationship Id="rId190" Type="http://schemas.openxmlformats.org/officeDocument/2006/relationships/customXml" Target="../ink/ink2677.xml"/><Relationship Id="rId204" Type="http://schemas.openxmlformats.org/officeDocument/2006/relationships/customXml" Target="../ink/ink2684.xml"/><Relationship Id="rId225" Type="http://schemas.openxmlformats.org/officeDocument/2006/relationships/image" Target="../media/image4090.png"/><Relationship Id="rId246" Type="http://schemas.openxmlformats.org/officeDocument/2006/relationships/customXml" Target="../ink/ink2705.xml"/><Relationship Id="rId267" Type="http://schemas.openxmlformats.org/officeDocument/2006/relationships/image" Target="../media/image4300.png"/><Relationship Id="rId288" Type="http://schemas.openxmlformats.org/officeDocument/2006/relationships/customXml" Target="../ink/ink2726.xml"/><Relationship Id="rId106" Type="http://schemas.openxmlformats.org/officeDocument/2006/relationships/customXml" Target="../ink/ink2635.xml"/><Relationship Id="rId127" Type="http://schemas.openxmlformats.org/officeDocument/2006/relationships/image" Target="../media/image3600.png"/><Relationship Id="rId313" Type="http://schemas.openxmlformats.org/officeDocument/2006/relationships/image" Target="../media/image4530.png"/><Relationship Id="rId10" Type="http://schemas.openxmlformats.org/officeDocument/2006/relationships/customXml" Target="../ink/ink2587.xml"/><Relationship Id="rId31" Type="http://schemas.openxmlformats.org/officeDocument/2006/relationships/image" Target="../media/image3120.png"/><Relationship Id="rId52" Type="http://schemas.openxmlformats.org/officeDocument/2006/relationships/customXml" Target="../ink/ink2608.xml"/><Relationship Id="rId73" Type="http://schemas.openxmlformats.org/officeDocument/2006/relationships/image" Target="../media/image3330.png"/><Relationship Id="rId94" Type="http://schemas.openxmlformats.org/officeDocument/2006/relationships/customXml" Target="../ink/ink2629.xml"/><Relationship Id="rId148" Type="http://schemas.openxmlformats.org/officeDocument/2006/relationships/customXml" Target="../ink/ink2656.xml"/><Relationship Id="rId169" Type="http://schemas.openxmlformats.org/officeDocument/2006/relationships/image" Target="../media/image3811.png"/><Relationship Id="rId4" Type="http://schemas.openxmlformats.org/officeDocument/2006/relationships/customXml" Target="../ink/ink2584.xml"/><Relationship Id="rId180" Type="http://schemas.openxmlformats.org/officeDocument/2006/relationships/customXml" Target="../ink/ink2672.xml"/><Relationship Id="rId215" Type="http://schemas.openxmlformats.org/officeDocument/2006/relationships/image" Target="../media/image4040.png"/><Relationship Id="rId236" Type="http://schemas.openxmlformats.org/officeDocument/2006/relationships/customXml" Target="../ink/ink2700.xml"/><Relationship Id="rId257" Type="http://schemas.openxmlformats.org/officeDocument/2006/relationships/image" Target="../media/image4250.png"/><Relationship Id="rId278" Type="http://schemas.openxmlformats.org/officeDocument/2006/relationships/customXml" Target="../ink/ink2721.xml"/><Relationship Id="rId303" Type="http://schemas.openxmlformats.org/officeDocument/2006/relationships/image" Target="../media/image4480.png"/><Relationship Id="rId42" Type="http://schemas.openxmlformats.org/officeDocument/2006/relationships/customXml" Target="../ink/ink2603.xml"/><Relationship Id="rId84" Type="http://schemas.openxmlformats.org/officeDocument/2006/relationships/customXml" Target="../ink/ink2624.xml"/><Relationship Id="rId138" Type="http://schemas.openxmlformats.org/officeDocument/2006/relationships/customXml" Target="../ink/ink2651.xml"/><Relationship Id="rId191" Type="http://schemas.openxmlformats.org/officeDocument/2006/relationships/image" Target="../media/image3920.png"/><Relationship Id="rId205" Type="http://schemas.openxmlformats.org/officeDocument/2006/relationships/image" Target="../media/image3990.png"/><Relationship Id="rId247" Type="http://schemas.openxmlformats.org/officeDocument/2006/relationships/image" Target="../media/image4200.png"/><Relationship Id="rId107" Type="http://schemas.openxmlformats.org/officeDocument/2006/relationships/image" Target="../media/image3500.png"/><Relationship Id="rId289" Type="http://schemas.openxmlformats.org/officeDocument/2006/relationships/image" Target="../media/image4411.png"/><Relationship Id="rId11" Type="http://schemas.openxmlformats.org/officeDocument/2006/relationships/image" Target="../media/image3020.png"/><Relationship Id="rId53" Type="http://schemas.openxmlformats.org/officeDocument/2006/relationships/image" Target="../media/image3230.png"/><Relationship Id="rId149" Type="http://schemas.openxmlformats.org/officeDocument/2006/relationships/image" Target="../media/image3711.png"/><Relationship Id="rId314" Type="http://schemas.openxmlformats.org/officeDocument/2006/relationships/customXml" Target="../ink/ink2739.xml"/><Relationship Id="rId95" Type="http://schemas.openxmlformats.org/officeDocument/2006/relationships/image" Target="../media/image3440.png"/><Relationship Id="rId160" Type="http://schemas.openxmlformats.org/officeDocument/2006/relationships/customXml" Target="../ink/ink2662.xml"/><Relationship Id="rId216" Type="http://schemas.openxmlformats.org/officeDocument/2006/relationships/customXml" Target="../ink/ink2690.xml"/><Relationship Id="rId258" Type="http://schemas.openxmlformats.org/officeDocument/2006/relationships/customXml" Target="../ink/ink2711.xml"/><Relationship Id="rId22" Type="http://schemas.openxmlformats.org/officeDocument/2006/relationships/customXml" Target="../ink/ink2593.xml"/><Relationship Id="rId64" Type="http://schemas.openxmlformats.org/officeDocument/2006/relationships/customXml" Target="../ink/ink2614.xml"/><Relationship Id="rId118" Type="http://schemas.openxmlformats.org/officeDocument/2006/relationships/customXml" Target="../ink/ink2641.xml"/><Relationship Id="rId171" Type="http://schemas.openxmlformats.org/officeDocument/2006/relationships/image" Target="../media/image3820.png"/><Relationship Id="rId227" Type="http://schemas.openxmlformats.org/officeDocument/2006/relationships/image" Target="../media/image4100.png"/><Relationship Id="rId269" Type="http://schemas.openxmlformats.org/officeDocument/2006/relationships/image" Target="../media/image4311.png"/><Relationship Id="rId33" Type="http://schemas.openxmlformats.org/officeDocument/2006/relationships/image" Target="../media/image3130.png"/><Relationship Id="rId129" Type="http://schemas.openxmlformats.org/officeDocument/2006/relationships/image" Target="../media/image3611.png"/><Relationship Id="rId280" Type="http://schemas.openxmlformats.org/officeDocument/2006/relationships/customXml" Target="../ink/ink2722.xml"/><Relationship Id="rId75" Type="http://schemas.openxmlformats.org/officeDocument/2006/relationships/image" Target="../media/image3340.png"/><Relationship Id="rId140" Type="http://schemas.openxmlformats.org/officeDocument/2006/relationships/customXml" Target="../ink/ink2652.xml"/><Relationship Id="rId182" Type="http://schemas.openxmlformats.org/officeDocument/2006/relationships/customXml" Target="../ink/ink2673.xml"/><Relationship Id="rId6" Type="http://schemas.openxmlformats.org/officeDocument/2006/relationships/customXml" Target="../ink/ink2585.xml"/><Relationship Id="rId238" Type="http://schemas.openxmlformats.org/officeDocument/2006/relationships/customXml" Target="../ink/ink2701.xml"/><Relationship Id="rId291" Type="http://schemas.openxmlformats.org/officeDocument/2006/relationships/image" Target="../media/image4420.png"/><Relationship Id="rId305" Type="http://schemas.openxmlformats.org/officeDocument/2006/relationships/image" Target="../media/image4490.png"/><Relationship Id="rId44" Type="http://schemas.openxmlformats.org/officeDocument/2006/relationships/customXml" Target="../ink/ink2604.xml"/><Relationship Id="rId86" Type="http://schemas.openxmlformats.org/officeDocument/2006/relationships/customXml" Target="../ink/ink2625.xml"/><Relationship Id="rId151" Type="http://schemas.openxmlformats.org/officeDocument/2006/relationships/image" Target="../media/image3720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20.png"/><Relationship Id="rId21" Type="http://schemas.openxmlformats.org/officeDocument/2006/relationships/image" Target="../media/image4640.png"/><Relationship Id="rId63" Type="http://schemas.openxmlformats.org/officeDocument/2006/relationships/image" Target="../media/image4850.png"/><Relationship Id="rId159" Type="http://schemas.openxmlformats.org/officeDocument/2006/relationships/image" Target="../media/image5330.png"/><Relationship Id="rId170" Type="http://schemas.openxmlformats.org/officeDocument/2006/relationships/customXml" Target="../ink/ink2823.xml"/><Relationship Id="rId226" Type="http://schemas.openxmlformats.org/officeDocument/2006/relationships/customXml" Target="../ink/ink2851.xml"/><Relationship Id="rId268" Type="http://schemas.openxmlformats.org/officeDocument/2006/relationships/customXml" Target="../ink/ink2872.xml"/><Relationship Id="rId32" Type="http://schemas.openxmlformats.org/officeDocument/2006/relationships/customXml" Target="../ink/ink2754.xml"/><Relationship Id="rId74" Type="http://schemas.openxmlformats.org/officeDocument/2006/relationships/customXml" Target="../ink/ink2775.xml"/><Relationship Id="rId128" Type="http://schemas.openxmlformats.org/officeDocument/2006/relationships/customXml" Target="../ink/ink2802.xml"/><Relationship Id="rId5" Type="http://schemas.openxmlformats.org/officeDocument/2006/relationships/image" Target="../media/image4560.png"/><Relationship Id="rId181" Type="http://schemas.openxmlformats.org/officeDocument/2006/relationships/image" Target="../media/image5440.png"/><Relationship Id="rId237" Type="http://schemas.openxmlformats.org/officeDocument/2006/relationships/image" Target="../media/image5720.png"/><Relationship Id="rId279" Type="http://schemas.openxmlformats.org/officeDocument/2006/relationships/image" Target="../media/image5930.png"/><Relationship Id="rId43" Type="http://schemas.openxmlformats.org/officeDocument/2006/relationships/image" Target="../media/image4750.png"/><Relationship Id="rId139" Type="http://schemas.openxmlformats.org/officeDocument/2006/relationships/image" Target="../media/image5230.png"/><Relationship Id="rId85" Type="http://schemas.openxmlformats.org/officeDocument/2006/relationships/image" Target="../media/image4960.png"/><Relationship Id="rId150" Type="http://schemas.openxmlformats.org/officeDocument/2006/relationships/customXml" Target="../ink/ink2813.xml"/><Relationship Id="rId192" Type="http://schemas.openxmlformats.org/officeDocument/2006/relationships/customXml" Target="../ink/ink2834.xml"/><Relationship Id="rId206" Type="http://schemas.openxmlformats.org/officeDocument/2006/relationships/customXml" Target="../ink/ink2841.xml"/><Relationship Id="rId248" Type="http://schemas.openxmlformats.org/officeDocument/2006/relationships/customXml" Target="../ink/ink2862.xml"/><Relationship Id="rId269" Type="http://schemas.openxmlformats.org/officeDocument/2006/relationships/image" Target="../media/image5880.png"/><Relationship Id="rId12" Type="http://schemas.openxmlformats.org/officeDocument/2006/relationships/customXml" Target="../ink/ink2744.xml"/><Relationship Id="rId33" Type="http://schemas.openxmlformats.org/officeDocument/2006/relationships/image" Target="../media/image4700.png"/><Relationship Id="rId108" Type="http://schemas.openxmlformats.org/officeDocument/2006/relationships/customXml" Target="../ink/ink2792.xml"/><Relationship Id="rId129" Type="http://schemas.openxmlformats.org/officeDocument/2006/relationships/image" Target="../media/image5180.png"/><Relationship Id="rId280" Type="http://schemas.openxmlformats.org/officeDocument/2006/relationships/customXml" Target="../ink/ink2878.xml"/><Relationship Id="rId54" Type="http://schemas.openxmlformats.org/officeDocument/2006/relationships/customXml" Target="../ink/ink2765.xml"/><Relationship Id="rId75" Type="http://schemas.openxmlformats.org/officeDocument/2006/relationships/image" Target="../media/image4911.png"/><Relationship Id="rId96" Type="http://schemas.openxmlformats.org/officeDocument/2006/relationships/customXml" Target="../ink/ink2786.xml"/><Relationship Id="rId140" Type="http://schemas.openxmlformats.org/officeDocument/2006/relationships/customXml" Target="../ink/ink2808.xml"/><Relationship Id="rId161" Type="http://schemas.openxmlformats.org/officeDocument/2006/relationships/image" Target="../media/image5340.png"/><Relationship Id="rId182" Type="http://schemas.openxmlformats.org/officeDocument/2006/relationships/customXml" Target="../ink/ink2829.xml"/><Relationship Id="rId217" Type="http://schemas.openxmlformats.org/officeDocument/2006/relationships/image" Target="../media/image5620.png"/><Relationship Id="rId6" Type="http://schemas.openxmlformats.org/officeDocument/2006/relationships/customXml" Target="../ink/ink2741.xml"/><Relationship Id="rId238" Type="http://schemas.openxmlformats.org/officeDocument/2006/relationships/customXml" Target="../ink/ink2857.xml"/><Relationship Id="rId259" Type="http://schemas.openxmlformats.org/officeDocument/2006/relationships/image" Target="../media/image5830.png"/><Relationship Id="rId23" Type="http://schemas.openxmlformats.org/officeDocument/2006/relationships/image" Target="../media/image4650.png"/><Relationship Id="rId119" Type="http://schemas.openxmlformats.org/officeDocument/2006/relationships/image" Target="../media/image5130.png"/><Relationship Id="rId270" Type="http://schemas.openxmlformats.org/officeDocument/2006/relationships/customXml" Target="../ink/ink2873.xml"/><Relationship Id="rId44" Type="http://schemas.openxmlformats.org/officeDocument/2006/relationships/customXml" Target="../ink/ink2760.xml"/><Relationship Id="rId65" Type="http://schemas.openxmlformats.org/officeDocument/2006/relationships/image" Target="../media/image4860.png"/><Relationship Id="rId86" Type="http://schemas.openxmlformats.org/officeDocument/2006/relationships/customXml" Target="../ink/ink2781.xml"/><Relationship Id="rId130" Type="http://schemas.openxmlformats.org/officeDocument/2006/relationships/customXml" Target="../ink/ink2803.xml"/><Relationship Id="rId151" Type="http://schemas.openxmlformats.org/officeDocument/2006/relationships/image" Target="../media/image5290.png"/><Relationship Id="rId172" Type="http://schemas.openxmlformats.org/officeDocument/2006/relationships/customXml" Target="../ink/ink2824.xml"/><Relationship Id="rId193" Type="http://schemas.openxmlformats.org/officeDocument/2006/relationships/image" Target="../media/image5500.png"/><Relationship Id="rId207" Type="http://schemas.openxmlformats.org/officeDocument/2006/relationships/image" Target="../media/image5570.png"/><Relationship Id="rId228" Type="http://schemas.openxmlformats.org/officeDocument/2006/relationships/customXml" Target="../ink/ink2852.xml"/><Relationship Id="rId249" Type="http://schemas.openxmlformats.org/officeDocument/2006/relationships/image" Target="../media/image5780.png"/><Relationship Id="rId13" Type="http://schemas.openxmlformats.org/officeDocument/2006/relationships/image" Target="../media/image4600.png"/><Relationship Id="rId109" Type="http://schemas.openxmlformats.org/officeDocument/2006/relationships/image" Target="../media/image5080.png"/><Relationship Id="rId260" Type="http://schemas.openxmlformats.org/officeDocument/2006/relationships/customXml" Target="../ink/ink2868.xml"/><Relationship Id="rId281" Type="http://schemas.openxmlformats.org/officeDocument/2006/relationships/image" Target="../media/image5940.png"/><Relationship Id="rId34" Type="http://schemas.openxmlformats.org/officeDocument/2006/relationships/customXml" Target="../ink/ink2755.xml"/><Relationship Id="rId55" Type="http://schemas.openxmlformats.org/officeDocument/2006/relationships/image" Target="../media/image4811.png"/><Relationship Id="rId76" Type="http://schemas.openxmlformats.org/officeDocument/2006/relationships/customXml" Target="../ink/ink2776.xml"/><Relationship Id="rId97" Type="http://schemas.openxmlformats.org/officeDocument/2006/relationships/image" Target="../media/image5020.png"/><Relationship Id="rId120" Type="http://schemas.openxmlformats.org/officeDocument/2006/relationships/customXml" Target="../ink/ink2798.xml"/><Relationship Id="rId141" Type="http://schemas.openxmlformats.org/officeDocument/2006/relationships/image" Target="../media/image5240.png"/><Relationship Id="rId7" Type="http://schemas.openxmlformats.org/officeDocument/2006/relationships/image" Target="../media/image4570.png"/><Relationship Id="rId162" Type="http://schemas.openxmlformats.org/officeDocument/2006/relationships/customXml" Target="../ink/ink2819.xml"/><Relationship Id="rId183" Type="http://schemas.openxmlformats.org/officeDocument/2006/relationships/image" Target="../media/image5450.png"/><Relationship Id="rId218" Type="http://schemas.openxmlformats.org/officeDocument/2006/relationships/customXml" Target="../ink/ink2847.xml"/><Relationship Id="rId239" Type="http://schemas.openxmlformats.org/officeDocument/2006/relationships/image" Target="../media/image5730.png"/><Relationship Id="rId250" Type="http://schemas.openxmlformats.org/officeDocument/2006/relationships/customXml" Target="../ink/ink2863.xml"/><Relationship Id="rId271" Type="http://schemas.openxmlformats.org/officeDocument/2006/relationships/image" Target="../media/image5890.png"/><Relationship Id="rId24" Type="http://schemas.openxmlformats.org/officeDocument/2006/relationships/customXml" Target="../ink/ink2750.xml"/><Relationship Id="rId45" Type="http://schemas.openxmlformats.org/officeDocument/2006/relationships/image" Target="../media/image4760.png"/><Relationship Id="rId66" Type="http://schemas.openxmlformats.org/officeDocument/2006/relationships/customXml" Target="../ink/ink2771.xml"/><Relationship Id="rId87" Type="http://schemas.openxmlformats.org/officeDocument/2006/relationships/image" Target="../media/image4970.png"/><Relationship Id="rId110" Type="http://schemas.openxmlformats.org/officeDocument/2006/relationships/customXml" Target="../ink/ink2793.xml"/><Relationship Id="rId131" Type="http://schemas.openxmlformats.org/officeDocument/2006/relationships/image" Target="../media/image5190.png"/><Relationship Id="rId152" Type="http://schemas.openxmlformats.org/officeDocument/2006/relationships/customXml" Target="../ink/ink2814.xml"/><Relationship Id="rId173" Type="http://schemas.openxmlformats.org/officeDocument/2006/relationships/image" Target="../media/image5400.png"/><Relationship Id="rId194" Type="http://schemas.openxmlformats.org/officeDocument/2006/relationships/customXml" Target="../ink/ink2835.xml"/><Relationship Id="rId208" Type="http://schemas.openxmlformats.org/officeDocument/2006/relationships/customXml" Target="../ink/ink2842.xml"/><Relationship Id="rId229" Type="http://schemas.openxmlformats.org/officeDocument/2006/relationships/image" Target="../media/image5680.png"/><Relationship Id="rId240" Type="http://schemas.openxmlformats.org/officeDocument/2006/relationships/customXml" Target="../ink/ink2858.xml"/><Relationship Id="rId261" Type="http://schemas.openxmlformats.org/officeDocument/2006/relationships/image" Target="../media/image5840.png"/><Relationship Id="rId14" Type="http://schemas.openxmlformats.org/officeDocument/2006/relationships/customXml" Target="../ink/ink2745.xml"/><Relationship Id="rId35" Type="http://schemas.openxmlformats.org/officeDocument/2006/relationships/image" Target="../media/image4711.png"/><Relationship Id="rId56" Type="http://schemas.openxmlformats.org/officeDocument/2006/relationships/customXml" Target="../ink/ink2766.xml"/><Relationship Id="rId77" Type="http://schemas.openxmlformats.org/officeDocument/2006/relationships/image" Target="../media/image4920.png"/><Relationship Id="rId100" Type="http://schemas.openxmlformats.org/officeDocument/2006/relationships/customXml" Target="../ink/ink2788.xml"/><Relationship Id="rId282" Type="http://schemas.openxmlformats.org/officeDocument/2006/relationships/customXml" Target="../ink/ink2879.xml"/><Relationship Id="rId8" Type="http://schemas.openxmlformats.org/officeDocument/2006/relationships/customXml" Target="../ink/ink2742.xml"/><Relationship Id="rId98" Type="http://schemas.openxmlformats.org/officeDocument/2006/relationships/customXml" Target="../ink/ink2787.xml"/><Relationship Id="rId121" Type="http://schemas.openxmlformats.org/officeDocument/2006/relationships/image" Target="../media/image5140.png"/><Relationship Id="rId142" Type="http://schemas.openxmlformats.org/officeDocument/2006/relationships/customXml" Target="../ink/ink2809.xml"/><Relationship Id="rId163" Type="http://schemas.openxmlformats.org/officeDocument/2006/relationships/image" Target="../media/image5350.png"/><Relationship Id="rId184" Type="http://schemas.openxmlformats.org/officeDocument/2006/relationships/customXml" Target="../ink/ink2830.xml"/><Relationship Id="rId219" Type="http://schemas.openxmlformats.org/officeDocument/2006/relationships/image" Target="../media/image5630.png"/><Relationship Id="rId230" Type="http://schemas.openxmlformats.org/officeDocument/2006/relationships/customXml" Target="../ink/ink2853.xml"/><Relationship Id="rId251" Type="http://schemas.openxmlformats.org/officeDocument/2006/relationships/image" Target="../media/image5790.png"/><Relationship Id="rId25" Type="http://schemas.openxmlformats.org/officeDocument/2006/relationships/image" Target="../media/image4660.png"/><Relationship Id="rId46" Type="http://schemas.openxmlformats.org/officeDocument/2006/relationships/customXml" Target="../ink/ink2761.xml"/><Relationship Id="rId67" Type="http://schemas.openxmlformats.org/officeDocument/2006/relationships/image" Target="../media/image4870.png"/><Relationship Id="rId272" Type="http://schemas.openxmlformats.org/officeDocument/2006/relationships/customXml" Target="../ink/ink2874.xml"/><Relationship Id="rId88" Type="http://schemas.openxmlformats.org/officeDocument/2006/relationships/customXml" Target="../ink/ink2782.xml"/><Relationship Id="rId111" Type="http://schemas.openxmlformats.org/officeDocument/2006/relationships/image" Target="../media/image5090.png"/><Relationship Id="rId132" Type="http://schemas.openxmlformats.org/officeDocument/2006/relationships/customXml" Target="../ink/ink2804.xml"/><Relationship Id="rId153" Type="http://schemas.openxmlformats.org/officeDocument/2006/relationships/image" Target="../media/image5300.png"/><Relationship Id="rId174" Type="http://schemas.openxmlformats.org/officeDocument/2006/relationships/customXml" Target="../ink/ink2825.xml"/><Relationship Id="rId195" Type="http://schemas.openxmlformats.org/officeDocument/2006/relationships/image" Target="../media/image5511.png"/><Relationship Id="rId209" Type="http://schemas.openxmlformats.org/officeDocument/2006/relationships/image" Target="../media/image5580.png"/><Relationship Id="rId220" Type="http://schemas.openxmlformats.org/officeDocument/2006/relationships/customXml" Target="../ink/ink2848.xml"/><Relationship Id="rId241" Type="http://schemas.openxmlformats.org/officeDocument/2006/relationships/image" Target="../media/image5740.png"/><Relationship Id="rId15" Type="http://schemas.openxmlformats.org/officeDocument/2006/relationships/image" Target="../media/image4610.png"/><Relationship Id="rId36" Type="http://schemas.openxmlformats.org/officeDocument/2006/relationships/customXml" Target="../ink/ink2756.xml"/><Relationship Id="rId57" Type="http://schemas.openxmlformats.org/officeDocument/2006/relationships/image" Target="../media/image4820.png"/><Relationship Id="rId262" Type="http://schemas.openxmlformats.org/officeDocument/2006/relationships/customXml" Target="../ink/ink2869.xml"/><Relationship Id="rId283" Type="http://schemas.openxmlformats.org/officeDocument/2006/relationships/image" Target="../media/image5950.png"/><Relationship Id="rId78" Type="http://schemas.openxmlformats.org/officeDocument/2006/relationships/customXml" Target="../ink/ink2777.xml"/><Relationship Id="rId99" Type="http://schemas.openxmlformats.org/officeDocument/2006/relationships/image" Target="../media/image5030.png"/><Relationship Id="rId101" Type="http://schemas.openxmlformats.org/officeDocument/2006/relationships/image" Target="../media/image5040.png"/><Relationship Id="rId122" Type="http://schemas.openxmlformats.org/officeDocument/2006/relationships/customXml" Target="../ink/ink2799.xml"/><Relationship Id="rId143" Type="http://schemas.openxmlformats.org/officeDocument/2006/relationships/image" Target="../media/image5250.png"/><Relationship Id="rId164" Type="http://schemas.openxmlformats.org/officeDocument/2006/relationships/customXml" Target="../ink/ink2820.xml"/><Relationship Id="rId185" Type="http://schemas.openxmlformats.org/officeDocument/2006/relationships/image" Target="../media/image5460.png"/><Relationship Id="rId9" Type="http://schemas.openxmlformats.org/officeDocument/2006/relationships/image" Target="../media/image4580.png"/><Relationship Id="rId210" Type="http://schemas.openxmlformats.org/officeDocument/2006/relationships/customXml" Target="../ink/ink2843.xml"/><Relationship Id="rId26" Type="http://schemas.openxmlformats.org/officeDocument/2006/relationships/customXml" Target="../ink/ink2751.xml"/><Relationship Id="rId231" Type="http://schemas.openxmlformats.org/officeDocument/2006/relationships/image" Target="../media/image5690.png"/><Relationship Id="rId252" Type="http://schemas.openxmlformats.org/officeDocument/2006/relationships/customXml" Target="../ink/ink2864.xml"/><Relationship Id="rId273" Type="http://schemas.openxmlformats.org/officeDocument/2006/relationships/image" Target="../media/image5900.png"/><Relationship Id="rId47" Type="http://schemas.openxmlformats.org/officeDocument/2006/relationships/image" Target="../media/image4770.png"/><Relationship Id="rId68" Type="http://schemas.openxmlformats.org/officeDocument/2006/relationships/customXml" Target="../ink/ink2772.xml"/><Relationship Id="rId89" Type="http://schemas.openxmlformats.org/officeDocument/2006/relationships/image" Target="../media/image4980.png"/><Relationship Id="rId112" Type="http://schemas.openxmlformats.org/officeDocument/2006/relationships/customXml" Target="../ink/ink2794.xml"/><Relationship Id="rId133" Type="http://schemas.openxmlformats.org/officeDocument/2006/relationships/image" Target="../media/image5200.png"/><Relationship Id="rId154" Type="http://schemas.openxmlformats.org/officeDocument/2006/relationships/customXml" Target="../ink/ink2815.xml"/><Relationship Id="rId175" Type="http://schemas.openxmlformats.org/officeDocument/2006/relationships/image" Target="../media/image5411.png"/><Relationship Id="rId196" Type="http://schemas.openxmlformats.org/officeDocument/2006/relationships/customXml" Target="../ink/ink2836.xml"/><Relationship Id="rId200" Type="http://schemas.openxmlformats.org/officeDocument/2006/relationships/customXml" Target="../ink/ink2838.xml"/><Relationship Id="rId16" Type="http://schemas.openxmlformats.org/officeDocument/2006/relationships/customXml" Target="../ink/ink2746.xml"/><Relationship Id="rId221" Type="http://schemas.openxmlformats.org/officeDocument/2006/relationships/image" Target="../media/image5640.png"/><Relationship Id="rId242" Type="http://schemas.openxmlformats.org/officeDocument/2006/relationships/customXml" Target="../ink/ink2859.xml"/><Relationship Id="rId263" Type="http://schemas.openxmlformats.org/officeDocument/2006/relationships/image" Target="../media/image5850.png"/><Relationship Id="rId284" Type="http://schemas.openxmlformats.org/officeDocument/2006/relationships/customXml" Target="../ink/ink2880.xml"/><Relationship Id="rId37" Type="http://schemas.openxmlformats.org/officeDocument/2006/relationships/image" Target="../media/image4720.png"/><Relationship Id="rId58" Type="http://schemas.openxmlformats.org/officeDocument/2006/relationships/customXml" Target="../ink/ink2767.xml"/><Relationship Id="rId79" Type="http://schemas.openxmlformats.org/officeDocument/2006/relationships/image" Target="../media/image4930.png"/><Relationship Id="rId102" Type="http://schemas.openxmlformats.org/officeDocument/2006/relationships/customXml" Target="../ink/ink2789.xml"/><Relationship Id="rId123" Type="http://schemas.openxmlformats.org/officeDocument/2006/relationships/image" Target="../media/image5150.png"/><Relationship Id="rId144" Type="http://schemas.openxmlformats.org/officeDocument/2006/relationships/customXml" Target="../ink/ink2810.xml"/><Relationship Id="rId90" Type="http://schemas.openxmlformats.org/officeDocument/2006/relationships/customXml" Target="../ink/ink2783.xml"/><Relationship Id="rId165" Type="http://schemas.openxmlformats.org/officeDocument/2006/relationships/image" Target="../media/image5360.png"/><Relationship Id="rId186" Type="http://schemas.openxmlformats.org/officeDocument/2006/relationships/customXml" Target="../ink/ink2831.xml"/><Relationship Id="rId211" Type="http://schemas.openxmlformats.org/officeDocument/2006/relationships/image" Target="../media/image5590.png"/><Relationship Id="rId232" Type="http://schemas.openxmlformats.org/officeDocument/2006/relationships/customXml" Target="../ink/ink2854.xml"/><Relationship Id="rId253" Type="http://schemas.openxmlformats.org/officeDocument/2006/relationships/image" Target="../media/image5800.png"/><Relationship Id="rId274" Type="http://schemas.openxmlformats.org/officeDocument/2006/relationships/customXml" Target="../ink/ink2875.xml"/><Relationship Id="rId27" Type="http://schemas.openxmlformats.org/officeDocument/2006/relationships/image" Target="../media/image4670.png"/><Relationship Id="rId48" Type="http://schemas.openxmlformats.org/officeDocument/2006/relationships/customXml" Target="../ink/ink2762.xml"/><Relationship Id="rId69" Type="http://schemas.openxmlformats.org/officeDocument/2006/relationships/image" Target="../media/image4880.png"/><Relationship Id="rId113" Type="http://schemas.openxmlformats.org/officeDocument/2006/relationships/image" Target="../media/image5101.png"/><Relationship Id="rId134" Type="http://schemas.openxmlformats.org/officeDocument/2006/relationships/customXml" Target="../ink/ink2805.xml"/><Relationship Id="rId80" Type="http://schemas.openxmlformats.org/officeDocument/2006/relationships/customXml" Target="../ink/ink2778.xml"/><Relationship Id="rId155" Type="http://schemas.openxmlformats.org/officeDocument/2006/relationships/image" Target="../media/image5311.png"/><Relationship Id="rId176" Type="http://schemas.openxmlformats.org/officeDocument/2006/relationships/customXml" Target="../ink/ink2826.xml"/><Relationship Id="rId197" Type="http://schemas.openxmlformats.org/officeDocument/2006/relationships/image" Target="../media/image5520.png"/><Relationship Id="rId201" Type="http://schemas.openxmlformats.org/officeDocument/2006/relationships/image" Target="../media/image5540.png"/><Relationship Id="rId222" Type="http://schemas.openxmlformats.org/officeDocument/2006/relationships/customXml" Target="../ink/ink2849.xml"/><Relationship Id="rId243" Type="http://schemas.openxmlformats.org/officeDocument/2006/relationships/image" Target="../media/image5750.png"/><Relationship Id="rId264" Type="http://schemas.openxmlformats.org/officeDocument/2006/relationships/customXml" Target="../ink/ink2870.xml"/><Relationship Id="rId285" Type="http://schemas.openxmlformats.org/officeDocument/2006/relationships/image" Target="../media/image5960.png"/><Relationship Id="rId17" Type="http://schemas.openxmlformats.org/officeDocument/2006/relationships/image" Target="../media/image4620.png"/><Relationship Id="rId38" Type="http://schemas.openxmlformats.org/officeDocument/2006/relationships/customXml" Target="../ink/ink2757.xml"/><Relationship Id="rId59" Type="http://schemas.openxmlformats.org/officeDocument/2006/relationships/image" Target="../media/image4830.png"/><Relationship Id="rId103" Type="http://schemas.openxmlformats.org/officeDocument/2006/relationships/image" Target="../media/image5050.png"/><Relationship Id="rId124" Type="http://schemas.openxmlformats.org/officeDocument/2006/relationships/customXml" Target="../ink/ink2800.xml"/><Relationship Id="rId70" Type="http://schemas.openxmlformats.org/officeDocument/2006/relationships/customXml" Target="../ink/ink2773.xml"/><Relationship Id="rId91" Type="http://schemas.openxmlformats.org/officeDocument/2006/relationships/image" Target="../media/image4990.png"/><Relationship Id="rId145" Type="http://schemas.openxmlformats.org/officeDocument/2006/relationships/image" Target="../media/image5260.png"/><Relationship Id="rId166" Type="http://schemas.openxmlformats.org/officeDocument/2006/relationships/customXml" Target="../ink/ink2821.xml"/><Relationship Id="rId187" Type="http://schemas.openxmlformats.org/officeDocument/2006/relationships/image" Target="../media/image5470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2844.xml"/><Relationship Id="rId233" Type="http://schemas.openxmlformats.org/officeDocument/2006/relationships/image" Target="../media/image5700.png"/><Relationship Id="rId254" Type="http://schemas.openxmlformats.org/officeDocument/2006/relationships/customXml" Target="../ink/ink2865.xml"/><Relationship Id="rId28" Type="http://schemas.openxmlformats.org/officeDocument/2006/relationships/customXml" Target="../ink/ink2752.xml"/><Relationship Id="rId49" Type="http://schemas.openxmlformats.org/officeDocument/2006/relationships/image" Target="../media/image4780.png"/><Relationship Id="rId114" Type="http://schemas.openxmlformats.org/officeDocument/2006/relationships/customXml" Target="../ink/ink2795.xml"/><Relationship Id="rId275" Type="http://schemas.openxmlformats.org/officeDocument/2006/relationships/image" Target="../media/image5911.png"/><Relationship Id="rId60" Type="http://schemas.openxmlformats.org/officeDocument/2006/relationships/customXml" Target="../ink/ink2768.xml"/><Relationship Id="rId81" Type="http://schemas.openxmlformats.org/officeDocument/2006/relationships/image" Target="../media/image4940.png"/><Relationship Id="rId135" Type="http://schemas.openxmlformats.org/officeDocument/2006/relationships/image" Target="../media/image5211.png"/><Relationship Id="rId156" Type="http://schemas.openxmlformats.org/officeDocument/2006/relationships/customXml" Target="../ink/ink2816.xml"/><Relationship Id="rId177" Type="http://schemas.openxmlformats.org/officeDocument/2006/relationships/image" Target="../media/image5420.png"/><Relationship Id="rId198" Type="http://schemas.openxmlformats.org/officeDocument/2006/relationships/customXml" Target="../ink/ink2837.xml"/><Relationship Id="rId202" Type="http://schemas.openxmlformats.org/officeDocument/2006/relationships/customXml" Target="../ink/ink2839.xml"/><Relationship Id="rId223" Type="http://schemas.openxmlformats.org/officeDocument/2006/relationships/image" Target="../media/image5650.png"/><Relationship Id="rId244" Type="http://schemas.openxmlformats.org/officeDocument/2006/relationships/customXml" Target="../ink/ink2860.xml"/><Relationship Id="rId18" Type="http://schemas.openxmlformats.org/officeDocument/2006/relationships/customXml" Target="../ink/ink2747.xml"/><Relationship Id="rId39" Type="http://schemas.openxmlformats.org/officeDocument/2006/relationships/image" Target="../media/image4730.png"/><Relationship Id="rId265" Type="http://schemas.openxmlformats.org/officeDocument/2006/relationships/image" Target="../media/image5860.png"/><Relationship Id="rId286" Type="http://schemas.openxmlformats.org/officeDocument/2006/relationships/customXml" Target="../ink/ink2881.xml"/><Relationship Id="rId50" Type="http://schemas.openxmlformats.org/officeDocument/2006/relationships/customXml" Target="../ink/ink2763.xml"/><Relationship Id="rId104" Type="http://schemas.openxmlformats.org/officeDocument/2006/relationships/customXml" Target="../ink/ink2790.xml"/><Relationship Id="rId125" Type="http://schemas.openxmlformats.org/officeDocument/2006/relationships/image" Target="../media/image5160.png"/><Relationship Id="rId146" Type="http://schemas.openxmlformats.org/officeDocument/2006/relationships/customXml" Target="../ink/ink2811.xml"/><Relationship Id="rId167" Type="http://schemas.openxmlformats.org/officeDocument/2006/relationships/image" Target="../media/image5370.png"/><Relationship Id="rId188" Type="http://schemas.openxmlformats.org/officeDocument/2006/relationships/customXml" Target="../ink/ink2832.xml"/><Relationship Id="rId71" Type="http://schemas.openxmlformats.org/officeDocument/2006/relationships/image" Target="../media/image4890.png"/><Relationship Id="rId92" Type="http://schemas.openxmlformats.org/officeDocument/2006/relationships/customXml" Target="../ink/ink2784.xml"/><Relationship Id="rId213" Type="http://schemas.openxmlformats.org/officeDocument/2006/relationships/image" Target="../media/image5600.png"/><Relationship Id="rId234" Type="http://schemas.openxmlformats.org/officeDocument/2006/relationships/customXml" Target="../ink/ink2855.xml"/><Relationship Id="rId2" Type="http://schemas.openxmlformats.org/officeDocument/2006/relationships/oleObject" Target="../embeddings/oleObject1.bin"/><Relationship Id="rId29" Type="http://schemas.openxmlformats.org/officeDocument/2006/relationships/image" Target="../media/image4680.png"/><Relationship Id="rId255" Type="http://schemas.openxmlformats.org/officeDocument/2006/relationships/image" Target="../media/image5811.png"/><Relationship Id="rId276" Type="http://schemas.openxmlformats.org/officeDocument/2006/relationships/customXml" Target="../ink/ink2876.xml"/><Relationship Id="rId40" Type="http://schemas.openxmlformats.org/officeDocument/2006/relationships/customXml" Target="../ink/ink2758.xml"/><Relationship Id="rId115" Type="http://schemas.openxmlformats.org/officeDocument/2006/relationships/image" Target="../media/image5111.png"/><Relationship Id="rId136" Type="http://schemas.openxmlformats.org/officeDocument/2006/relationships/customXml" Target="../ink/ink2806.xml"/><Relationship Id="rId157" Type="http://schemas.openxmlformats.org/officeDocument/2006/relationships/image" Target="../media/image5320.png"/><Relationship Id="rId178" Type="http://schemas.openxmlformats.org/officeDocument/2006/relationships/customXml" Target="../ink/ink2827.xml"/><Relationship Id="rId61" Type="http://schemas.openxmlformats.org/officeDocument/2006/relationships/image" Target="../media/image4840.png"/><Relationship Id="rId82" Type="http://schemas.openxmlformats.org/officeDocument/2006/relationships/customXml" Target="../ink/ink2779.xml"/><Relationship Id="rId199" Type="http://schemas.openxmlformats.org/officeDocument/2006/relationships/image" Target="../media/image5530.png"/><Relationship Id="rId203" Type="http://schemas.openxmlformats.org/officeDocument/2006/relationships/image" Target="../media/image5550.png"/><Relationship Id="rId19" Type="http://schemas.openxmlformats.org/officeDocument/2006/relationships/image" Target="../media/image4630.png"/><Relationship Id="rId224" Type="http://schemas.openxmlformats.org/officeDocument/2006/relationships/customXml" Target="../ink/ink2850.xml"/><Relationship Id="rId245" Type="http://schemas.openxmlformats.org/officeDocument/2006/relationships/image" Target="../media/image5760.png"/><Relationship Id="rId266" Type="http://schemas.openxmlformats.org/officeDocument/2006/relationships/customXml" Target="../ink/ink2871.xml"/><Relationship Id="rId287" Type="http://schemas.openxmlformats.org/officeDocument/2006/relationships/image" Target="../media/image5970.png"/><Relationship Id="rId30" Type="http://schemas.openxmlformats.org/officeDocument/2006/relationships/customXml" Target="../ink/ink2753.xml"/><Relationship Id="rId105" Type="http://schemas.openxmlformats.org/officeDocument/2006/relationships/image" Target="../media/image5060.png"/><Relationship Id="rId126" Type="http://schemas.openxmlformats.org/officeDocument/2006/relationships/customXml" Target="../ink/ink2801.xml"/><Relationship Id="rId147" Type="http://schemas.openxmlformats.org/officeDocument/2006/relationships/image" Target="../media/image5270.png"/><Relationship Id="rId168" Type="http://schemas.openxmlformats.org/officeDocument/2006/relationships/customXml" Target="../ink/ink2822.xml"/><Relationship Id="rId51" Type="http://schemas.openxmlformats.org/officeDocument/2006/relationships/image" Target="../media/image4790.png"/><Relationship Id="rId72" Type="http://schemas.openxmlformats.org/officeDocument/2006/relationships/customXml" Target="../ink/ink2774.xml"/><Relationship Id="rId93" Type="http://schemas.openxmlformats.org/officeDocument/2006/relationships/image" Target="../media/image5000.png"/><Relationship Id="rId189" Type="http://schemas.openxmlformats.org/officeDocument/2006/relationships/image" Target="../media/image5480.png"/><Relationship Id="rId3" Type="http://schemas.openxmlformats.org/officeDocument/2006/relationships/image" Target="../media/image2242.png"/><Relationship Id="rId214" Type="http://schemas.openxmlformats.org/officeDocument/2006/relationships/customXml" Target="../ink/ink2845.xml"/><Relationship Id="rId235" Type="http://schemas.openxmlformats.org/officeDocument/2006/relationships/image" Target="../media/image5711.png"/><Relationship Id="rId256" Type="http://schemas.openxmlformats.org/officeDocument/2006/relationships/customXml" Target="../ink/ink2866.xml"/><Relationship Id="rId277" Type="http://schemas.openxmlformats.org/officeDocument/2006/relationships/image" Target="../media/image5920.png"/><Relationship Id="rId116" Type="http://schemas.openxmlformats.org/officeDocument/2006/relationships/customXml" Target="../ink/ink2796.xml"/><Relationship Id="rId137" Type="http://schemas.openxmlformats.org/officeDocument/2006/relationships/image" Target="../media/image5220.png"/><Relationship Id="rId158" Type="http://schemas.openxmlformats.org/officeDocument/2006/relationships/customXml" Target="../ink/ink2817.xml"/><Relationship Id="rId20" Type="http://schemas.openxmlformats.org/officeDocument/2006/relationships/customXml" Target="../ink/ink2748.xml"/><Relationship Id="rId41" Type="http://schemas.openxmlformats.org/officeDocument/2006/relationships/image" Target="../media/image4740.png"/><Relationship Id="rId62" Type="http://schemas.openxmlformats.org/officeDocument/2006/relationships/customXml" Target="../ink/ink2769.xml"/><Relationship Id="rId83" Type="http://schemas.openxmlformats.org/officeDocument/2006/relationships/image" Target="../media/image4950.png"/><Relationship Id="rId179" Type="http://schemas.openxmlformats.org/officeDocument/2006/relationships/image" Target="../media/image5430.png"/><Relationship Id="rId190" Type="http://schemas.openxmlformats.org/officeDocument/2006/relationships/customXml" Target="../ink/ink2833.xml"/><Relationship Id="rId204" Type="http://schemas.openxmlformats.org/officeDocument/2006/relationships/customXml" Target="../ink/ink2840.xml"/><Relationship Id="rId225" Type="http://schemas.openxmlformats.org/officeDocument/2006/relationships/image" Target="../media/image5660.png"/><Relationship Id="rId246" Type="http://schemas.openxmlformats.org/officeDocument/2006/relationships/customXml" Target="../ink/ink2861.xml"/><Relationship Id="rId267" Type="http://schemas.openxmlformats.org/officeDocument/2006/relationships/image" Target="../media/image5870.png"/><Relationship Id="rId288" Type="http://schemas.openxmlformats.org/officeDocument/2006/relationships/customXml" Target="../ink/ink2882.xml"/><Relationship Id="rId106" Type="http://schemas.openxmlformats.org/officeDocument/2006/relationships/customXml" Target="../ink/ink2791.xml"/><Relationship Id="rId127" Type="http://schemas.openxmlformats.org/officeDocument/2006/relationships/image" Target="../media/image5170.png"/><Relationship Id="rId10" Type="http://schemas.openxmlformats.org/officeDocument/2006/relationships/customXml" Target="../ink/ink2743.xml"/><Relationship Id="rId31" Type="http://schemas.openxmlformats.org/officeDocument/2006/relationships/image" Target="../media/image4690.png"/><Relationship Id="rId52" Type="http://schemas.openxmlformats.org/officeDocument/2006/relationships/customXml" Target="../ink/ink2764.xml"/><Relationship Id="rId73" Type="http://schemas.openxmlformats.org/officeDocument/2006/relationships/image" Target="../media/image4900.png"/><Relationship Id="rId94" Type="http://schemas.openxmlformats.org/officeDocument/2006/relationships/customXml" Target="../ink/ink2785.xml"/><Relationship Id="rId148" Type="http://schemas.openxmlformats.org/officeDocument/2006/relationships/customXml" Target="../ink/ink2812.xml"/><Relationship Id="rId169" Type="http://schemas.openxmlformats.org/officeDocument/2006/relationships/image" Target="../media/image5380.png"/><Relationship Id="rId4" Type="http://schemas.openxmlformats.org/officeDocument/2006/relationships/customXml" Target="../ink/ink2740.xml"/><Relationship Id="rId180" Type="http://schemas.openxmlformats.org/officeDocument/2006/relationships/customXml" Target="../ink/ink2828.xml"/><Relationship Id="rId215" Type="http://schemas.openxmlformats.org/officeDocument/2006/relationships/image" Target="../media/image5611.png"/><Relationship Id="rId236" Type="http://schemas.openxmlformats.org/officeDocument/2006/relationships/customXml" Target="../ink/ink2856.xml"/><Relationship Id="rId257" Type="http://schemas.openxmlformats.org/officeDocument/2006/relationships/image" Target="../media/image5820.png"/><Relationship Id="rId278" Type="http://schemas.openxmlformats.org/officeDocument/2006/relationships/customXml" Target="../ink/ink2877.xml"/><Relationship Id="rId42" Type="http://schemas.openxmlformats.org/officeDocument/2006/relationships/customXml" Target="../ink/ink2759.xml"/><Relationship Id="rId84" Type="http://schemas.openxmlformats.org/officeDocument/2006/relationships/customXml" Target="../ink/ink2780.xml"/><Relationship Id="rId138" Type="http://schemas.openxmlformats.org/officeDocument/2006/relationships/customXml" Target="../ink/ink2807.xml"/><Relationship Id="rId191" Type="http://schemas.openxmlformats.org/officeDocument/2006/relationships/image" Target="../media/image5490.png"/><Relationship Id="rId205" Type="http://schemas.openxmlformats.org/officeDocument/2006/relationships/image" Target="../media/image5560.png"/><Relationship Id="rId247" Type="http://schemas.openxmlformats.org/officeDocument/2006/relationships/image" Target="../media/image5770.png"/><Relationship Id="rId107" Type="http://schemas.openxmlformats.org/officeDocument/2006/relationships/image" Target="../media/image5070.png"/><Relationship Id="rId289" Type="http://schemas.openxmlformats.org/officeDocument/2006/relationships/image" Target="../media/image5980.png"/><Relationship Id="rId11" Type="http://schemas.openxmlformats.org/officeDocument/2006/relationships/image" Target="../media/image4590.png"/><Relationship Id="rId53" Type="http://schemas.openxmlformats.org/officeDocument/2006/relationships/image" Target="../media/image4800.png"/><Relationship Id="rId149" Type="http://schemas.openxmlformats.org/officeDocument/2006/relationships/image" Target="../media/image5280.png"/><Relationship Id="rId95" Type="http://schemas.openxmlformats.org/officeDocument/2006/relationships/image" Target="../media/image5011.png"/><Relationship Id="rId160" Type="http://schemas.openxmlformats.org/officeDocument/2006/relationships/customXml" Target="../ink/ink2818.xml"/><Relationship Id="rId216" Type="http://schemas.openxmlformats.org/officeDocument/2006/relationships/customXml" Target="../ink/ink2846.xml"/><Relationship Id="rId258" Type="http://schemas.openxmlformats.org/officeDocument/2006/relationships/customXml" Target="../ink/ink2867.xml"/><Relationship Id="rId22" Type="http://schemas.openxmlformats.org/officeDocument/2006/relationships/customXml" Target="../ink/ink2749.xml"/><Relationship Id="rId64" Type="http://schemas.openxmlformats.org/officeDocument/2006/relationships/customXml" Target="../ink/ink2770.xml"/><Relationship Id="rId118" Type="http://schemas.openxmlformats.org/officeDocument/2006/relationships/customXml" Target="../ink/ink2797.xml"/><Relationship Id="rId171" Type="http://schemas.openxmlformats.org/officeDocument/2006/relationships/image" Target="../media/image5390.png"/><Relationship Id="rId227" Type="http://schemas.openxmlformats.org/officeDocument/2006/relationships/image" Target="../media/image5670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60.png"/><Relationship Id="rId21" Type="http://schemas.openxmlformats.org/officeDocument/2006/relationships/image" Target="../media/image6080.png"/><Relationship Id="rId42" Type="http://schemas.openxmlformats.org/officeDocument/2006/relationships/customXml" Target="../ink/ink2902.xml"/><Relationship Id="rId63" Type="http://schemas.openxmlformats.org/officeDocument/2006/relationships/image" Target="../media/image6290.png"/><Relationship Id="rId84" Type="http://schemas.openxmlformats.org/officeDocument/2006/relationships/customXml" Target="../ink/ink2923.xml"/><Relationship Id="rId138" Type="http://schemas.openxmlformats.org/officeDocument/2006/relationships/customXml" Target="../ink/ink2950.xml"/><Relationship Id="rId159" Type="http://schemas.openxmlformats.org/officeDocument/2006/relationships/image" Target="../media/image6770.png"/><Relationship Id="rId170" Type="http://schemas.openxmlformats.org/officeDocument/2006/relationships/customXml" Target="../ink/ink2966.xml"/><Relationship Id="rId191" Type="http://schemas.openxmlformats.org/officeDocument/2006/relationships/image" Target="../media/image6930.png"/><Relationship Id="rId205" Type="http://schemas.openxmlformats.org/officeDocument/2006/relationships/image" Target="../media/image7000.png"/><Relationship Id="rId107" Type="http://schemas.openxmlformats.org/officeDocument/2006/relationships/image" Target="../media/image6511.png"/><Relationship Id="rId11" Type="http://schemas.openxmlformats.org/officeDocument/2006/relationships/image" Target="../media/image6030.png"/><Relationship Id="rId32" Type="http://schemas.openxmlformats.org/officeDocument/2006/relationships/customXml" Target="../ink/ink2897.xml"/><Relationship Id="rId53" Type="http://schemas.openxmlformats.org/officeDocument/2006/relationships/image" Target="../media/image6240.png"/><Relationship Id="rId74" Type="http://schemas.openxmlformats.org/officeDocument/2006/relationships/customXml" Target="../ink/ink2918.xml"/><Relationship Id="rId128" Type="http://schemas.openxmlformats.org/officeDocument/2006/relationships/customXml" Target="../ink/ink2945.xml"/><Relationship Id="rId149" Type="http://schemas.openxmlformats.org/officeDocument/2006/relationships/image" Target="../media/image6720.png"/><Relationship Id="rId5" Type="http://schemas.openxmlformats.org/officeDocument/2006/relationships/image" Target="../media/image6000.png"/><Relationship Id="rId95" Type="http://schemas.openxmlformats.org/officeDocument/2006/relationships/image" Target="../media/image6450.png"/><Relationship Id="rId160" Type="http://schemas.openxmlformats.org/officeDocument/2006/relationships/customXml" Target="../ink/ink2961.xml"/><Relationship Id="rId181" Type="http://schemas.openxmlformats.org/officeDocument/2006/relationships/image" Target="../media/image6880.png"/><Relationship Id="rId22" Type="http://schemas.openxmlformats.org/officeDocument/2006/relationships/customXml" Target="../ink/ink2892.xml"/><Relationship Id="rId43" Type="http://schemas.openxmlformats.org/officeDocument/2006/relationships/image" Target="../media/image6190.png"/><Relationship Id="rId64" Type="http://schemas.openxmlformats.org/officeDocument/2006/relationships/customXml" Target="../ink/ink2913.xml"/><Relationship Id="rId118" Type="http://schemas.openxmlformats.org/officeDocument/2006/relationships/customXml" Target="../ink/ink2940.xml"/><Relationship Id="rId139" Type="http://schemas.openxmlformats.org/officeDocument/2006/relationships/image" Target="../media/image6670.png"/><Relationship Id="rId85" Type="http://schemas.openxmlformats.org/officeDocument/2006/relationships/image" Target="../media/image6400.png"/><Relationship Id="rId150" Type="http://schemas.openxmlformats.org/officeDocument/2006/relationships/customXml" Target="../ink/ink2956.xml"/><Relationship Id="rId171" Type="http://schemas.openxmlformats.org/officeDocument/2006/relationships/image" Target="../media/image6830.png"/><Relationship Id="rId192" Type="http://schemas.openxmlformats.org/officeDocument/2006/relationships/customXml" Target="../ink/ink2977.xml"/><Relationship Id="rId206" Type="http://schemas.openxmlformats.org/officeDocument/2006/relationships/customXml" Target="../ink/ink2984.xml"/><Relationship Id="rId12" Type="http://schemas.openxmlformats.org/officeDocument/2006/relationships/customXml" Target="../ink/ink2887.xml"/><Relationship Id="rId33" Type="http://schemas.openxmlformats.org/officeDocument/2006/relationships/image" Target="../media/image6140.png"/><Relationship Id="rId108" Type="http://schemas.openxmlformats.org/officeDocument/2006/relationships/customXml" Target="../ink/ink2935.xml"/><Relationship Id="rId129" Type="http://schemas.openxmlformats.org/officeDocument/2006/relationships/image" Target="../media/image6620.png"/><Relationship Id="rId54" Type="http://schemas.openxmlformats.org/officeDocument/2006/relationships/customXml" Target="../ink/ink2908.xml"/><Relationship Id="rId75" Type="http://schemas.openxmlformats.org/officeDocument/2006/relationships/image" Target="../media/image6350.png"/><Relationship Id="rId96" Type="http://schemas.openxmlformats.org/officeDocument/2006/relationships/customXml" Target="../ink/ink2929.xml"/><Relationship Id="rId140" Type="http://schemas.openxmlformats.org/officeDocument/2006/relationships/customXml" Target="../ink/ink2951.xml"/><Relationship Id="rId161" Type="http://schemas.openxmlformats.org/officeDocument/2006/relationships/image" Target="../media/image6780.png"/><Relationship Id="rId182" Type="http://schemas.openxmlformats.org/officeDocument/2006/relationships/customXml" Target="../ink/ink2972.xml"/><Relationship Id="rId6" Type="http://schemas.openxmlformats.org/officeDocument/2006/relationships/customXml" Target="../ink/ink2884.xml"/><Relationship Id="rId23" Type="http://schemas.openxmlformats.org/officeDocument/2006/relationships/image" Target="../media/image6090.png"/><Relationship Id="rId119" Type="http://schemas.openxmlformats.org/officeDocument/2006/relationships/image" Target="../media/image6570.png"/><Relationship Id="rId44" Type="http://schemas.openxmlformats.org/officeDocument/2006/relationships/customXml" Target="../ink/ink2903.xml"/><Relationship Id="rId65" Type="http://schemas.openxmlformats.org/officeDocument/2006/relationships/image" Target="../media/image6300.png"/><Relationship Id="rId86" Type="http://schemas.openxmlformats.org/officeDocument/2006/relationships/customXml" Target="../ink/ink2924.xml"/><Relationship Id="rId130" Type="http://schemas.openxmlformats.org/officeDocument/2006/relationships/customXml" Target="../ink/ink2946.xml"/><Relationship Id="rId151" Type="http://schemas.openxmlformats.org/officeDocument/2006/relationships/image" Target="../media/image6730.png"/><Relationship Id="rId172" Type="http://schemas.openxmlformats.org/officeDocument/2006/relationships/customXml" Target="../ink/ink2967.xml"/><Relationship Id="rId193" Type="http://schemas.openxmlformats.org/officeDocument/2006/relationships/image" Target="../media/image6940.png"/><Relationship Id="rId207" Type="http://schemas.openxmlformats.org/officeDocument/2006/relationships/image" Target="../media/image7011.png"/><Relationship Id="rId13" Type="http://schemas.openxmlformats.org/officeDocument/2006/relationships/image" Target="../media/image6040.png"/><Relationship Id="rId109" Type="http://schemas.openxmlformats.org/officeDocument/2006/relationships/image" Target="../media/image6520.png"/><Relationship Id="rId34" Type="http://schemas.openxmlformats.org/officeDocument/2006/relationships/customXml" Target="../ink/ink2898.xml"/><Relationship Id="rId55" Type="http://schemas.openxmlformats.org/officeDocument/2006/relationships/image" Target="../media/image6250.png"/><Relationship Id="rId76" Type="http://schemas.openxmlformats.org/officeDocument/2006/relationships/customXml" Target="../ink/ink2919.xml"/><Relationship Id="rId97" Type="http://schemas.openxmlformats.org/officeDocument/2006/relationships/image" Target="../media/image6460.png"/><Relationship Id="rId120" Type="http://schemas.openxmlformats.org/officeDocument/2006/relationships/customXml" Target="../ink/ink2941.xml"/><Relationship Id="rId141" Type="http://schemas.openxmlformats.org/officeDocument/2006/relationships/image" Target="../media/image6680.png"/><Relationship Id="rId7" Type="http://schemas.openxmlformats.org/officeDocument/2006/relationships/image" Target="../media/image6011.png"/><Relationship Id="rId162" Type="http://schemas.openxmlformats.org/officeDocument/2006/relationships/customXml" Target="../ink/ink2962.xml"/><Relationship Id="rId183" Type="http://schemas.openxmlformats.org/officeDocument/2006/relationships/image" Target="../media/image6890.png"/><Relationship Id="rId24" Type="http://schemas.openxmlformats.org/officeDocument/2006/relationships/customXml" Target="../ink/ink2893.xml"/><Relationship Id="rId45" Type="http://schemas.openxmlformats.org/officeDocument/2006/relationships/image" Target="../media/image6200.png"/><Relationship Id="rId66" Type="http://schemas.openxmlformats.org/officeDocument/2006/relationships/customXml" Target="../ink/ink2914.xml"/><Relationship Id="rId87" Type="http://schemas.openxmlformats.org/officeDocument/2006/relationships/image" Target="../media/image6411.png"/><Relationship Id="rId110" Type="http://schemas.openxmlformats.org/officeDocument/2006/relationships/customXml" Target="../ink/ink2936.xml"/><Relationship Id="rId131" Type="http://schemas.openxmlformats.org/officeDocument/2006/relationships/image" Target="../media/image6630.png"/><Relationship Id="rId61" Type="http://schemas.openxmlformats.org/officeDocument/2006/relationships/image" Target="../media/image6280.png"/><Relationship Id="rId82" Type="http://schemas.openxmlformats.org/officeDocument/2006/relationships/customXml" Target="../ink/ink2922.xml"/><Relationship Id="rId152" Type="http://schemas.openxmlformats.org/officeDocument/2006/relationships/customXml" Target="../ink/ink2957.xml"/><Relationship Id="rId173" Type="http://schemas.openxmlformats.org/officeDocument/2006/relationships/image" Target="../media/image6840.png"/><Relationship Id="rId194" Type="http://schemas.openxmlformats.org/officeDocument/2006/relationships/customXml" Target="../ink/ink2978.xml"/><Relationship Id="rId199" Type="http://schemas.openxmlformats.org/officeDocument/2006/relationships/image" Target="../media/image6970.png"/><Relationship Id="rId203" Type="http://schemas.openxmlformats.org/officeDocument/2006/relationships/image" Target="../media/image6990.png"/><Relationship Id="rId208" Type="http://schemas.openxmlformats.org/officeDocument/2006/relationships/customXml" Target="../ink/ink2985.xml"/><Relationship Id="rId19" Type="http://schemas.openxmlformats.org/officeDocument/2006/relationships/image" Target="../media/image6070.png"/><Relationship Id="rId14" Type="http://schemas.openxmlformats.org/officeDocument/2006/relationships/customXml" Target="../ink/ink2888.xml"/><Relationship Id="rId30" Type="http://schemas.openxmlformats.org/officeDocument/2006/relationships/customXml" Target="../ink/ink2896.xml"/><Relationship Id="rId35" Type="http://schemas.openxmlformats.org/officeDocument/2006/relationships/image" Target="../media/image6150.png"/><Relationship Id="rId56" Type="http://schemas.openxmlformats.org/officeDocument/2006/relationships/customXml" Target="../ink/ink2909.xml"/><Relationship Id="rId77" Type="http://schemas.openxmlformats.org/officeDocument/2006/relationships/image" Target="../media/image6360.png"/><Relationship Id="rId100" Type="http://schemas.openxmlformats.org/officeDocument/2006/relationships/customXml" Target="../ink/ink2931.xml"/><Relationship Id="rId105" Type="http://schemas.openxmlformats.org/officeDocument/2006/relationships/image" Target="../media/image6500.png"/><Relationship Id="rId126" Type="http://schemas.openxmlformats.org/officeDocument/2006/relationships/customXml" Target="../ink/ink2944.xml"/><Relationship Id="rId147" Type="http://schemas.openxmlformats.org/officeDocument/2006/relationships/image" Target="../media/image6711.png"/><Relationship Id="rId168" Type="http://schemas.openxmlformats.org/officeDocument/2006/relationships/customXml" Target="../ink/ink2965.xml"/><Relationship Id="rId8" Type="http://schemas.openxmlformats.org/officeDocument/2006/relationships/customXml" Target="../ink/ink2885.xml"/><Relationship Id="rId51" Type="http://schemas.openxmlformats.org/officeDocument/2006/relationships/image" Target="../media/image6230.png"/><Relationship Id="rId72" Type="http://schemas.openxmlformats.org/officeDocument/2006/relationships/customXml" Target="../ink/ink2917.xml"/><Relationship Id="rId93" Type="http://schemas.openxmlformats.org/officeDocument/2006/relationships/image" Target="../media/image6440.png"/><Relationship Id="rId98" Type="http://schemas.openxmlformats.org/officeDocument/2006/relationships/customXml" Target="../ink/ink2930.xml"/><Relationship Id="rId121" Type="http://schemas.openxmlformats.org/officeDocument/2006/relationships/image" Target="../media/image6580.png"/><Relationship Id="rId142" Type="http://schemas.openxmlformats.org/officeDocument/2006/relationships/customXml" Target="../ink/ink2952.xml"/><Relationship Id="rId163" Type="http://schemas.openxmlformats.org/officeDocument/2006/relationships/image" Target="../media/image6790.png"/><Relationship Id="rId184" Type="http://schemas.openxmlformats.org/officeDocument/2006/relationships/customXml" Target="../ink/ink2973.xml"/><Relationship Id="rId189" Type="http://schemas.openxmlformats.org/officeDocument/2006/relationships/image" Target="../media/image6920.png"/><Relationship Id="rId3" Type="http://schemas.openxmlformats.org/officeDocument/2006/relationships/image" Target="../media/image2243.png"/><Relationship Id="rId25" Type="http://schemas.openxmlformats.org/officeDocument/2006/relationships/image" Target="../media/image6101.png"/><Relationship Id="rId46" Type="http://schemas.openxmlformats.org/officeDocument/2006/relationships/customXml" Target="../ink/ink2904.xml"/><Relationship Id="rId67" Type="http://schemas.openxmlformats.org/officeDocument/2006/relationships/image" Target="../media/image6311.png"/><Relationship Id="rId116" Type="http://schemas.openxmlformats.org/officeDocument/2006/relationships/customXml" Target="../ink/ink2939.xml"/><Relationship Id="rId137" Type="http://schemas.openxmlformats.org/officeDocument/2006/relationships/image" Target="../media/image6660.png"/><Relationship Id="rId158" Type="http://schemas.openxmlformats.org/officeDocument/2006/relationships/customXml" Target="../ink/ink2960.xml"/><Relationship Id="rId20" Type="http://schemas.openxmlformats.org/officeDocument/2006/relationships/customXml" Target="../ink/ink2891.xml"/><Relationship Id="rId41" Type="http://schemas.openxmlformats.org/officeDocument/2006/relationships/image" Target="../media/image6180.png"/><Relationship Id="rId62" Type="http://schemas.openxmlformats.org/officeDocument/2006/relationships/customXml" Target="../ink/ink2912.xml"/><Relationship Id="rId83" Type="http://schemas.openxmlformats.org/officeDocument/2006/relationships/image" Target="../media/image6390.png"/><Relationship Id="rId88" Type="http://schemas.openxmlformats.org/officeDocument/2006/relationships/customXml" Target="../ink/ink2925.xml"/><Relationship Id="rId111" Type="http://schemas.openxmlformats.org/officeDocument/2006/relationships/image" Target="../media/image6530.png"/><Relationship Id="rId132" Type="http://schemas.openxmlformats.org/officeDocument/2006/relationships/customXml" Target="../ink/ink2947.xml"/><Relationship Id="rId153" Type="http://schemas.openxmlformats.org/officeDocument/2006/relationships/image" Target="../media/image6740.png"/><Relationship Id="rId174" Type="http://schemas.openxmlformats.org/officeDocument/2006/relationships/customXml" Target="../ink/ink2968.xml"/><Relationship Id="rId179" Type="http://schemas.openxmlformats.org/officeDocument/2006/relationships/image" Target="../media/image6870.png"/><Relationship Id="rId195" Type="http://schemas.openxmlformats.org/officeDocument/2006/relationships/image" Target="../media/image6950.png"/><Relationship Id="rId209" Type="http://schemas.openxmlformats.org/officeDocument/2006/relationships/image" Target="../media/image7020.png"/><Relationship Id="rId190" Type="http://schemas.openxmlformats.org/officeDocument/2006/relationships/customXml" Target="../ink/ink2976.xml"/><Relationship Id="rId204" Type="http://schemas.openxmlformats.org/officeDocument/2006/relationships/customXml" Target="../ink/ink2983.xml"/><Relationship Id="rId15" Type="http://schemas.openxmlformats.org/officeDocument/2006/relationships/image" Target="../media/image6050.png"/><Relationship Id="rId36" Type="http://schemas.openxmlformats.org/officeDocument/2006/relationships/customXml" Target="../ink/ink2899.xml"/><Relationship Id="rId57" Type="http://schemas.openxmlformats.org/officeDocument/2006/relationships/image" Target="../media/image6260.png"/><Relationship Id="rId106" Type="http://schemas.openxmlformats.org/officeDocument/2006/relationships/customXml" Target="../ink/ink2934.xml"/><Relationship Id="rId127" Type="http://schemas.openxmlformats.org/officeDocument/2006/relationships/image" Target="../media/image6611.png"/><Relationship Id="rId10" Type="http://schemas.openxmlformats.org/officeDocument/2006/relationships/customXml" Target="../ink/ink2886.xml"/><Relationship Id="rId31" Type="http://schemas.openxmlformats.org/officeDocument/2006/relationships/image" Target="../media/image6130.png"/><Relationship Id="rId52" Type="http://schemas.openxmlformats.org/officeDocument/2006/relationships/customXml" Target="../ink/ink2907.xml"/><Relationship Id="rId73" Type="http://schemas.openxmlformats.org/officeDocument/2006/relationships/image" Target="../media/image6340.png"/><Relationship Id="rId78" Type="http://schemas.openxmlformats.org/officeDocument/2006/relationships/customXml" Target="../ink/ink2920.xml"/><Relationship Id="rId94" Type="http://schemas.openxmlformats.org/officeDocument/2006/relationships/customXml" Target="../ink/ink2928.xml"/><Relationship Id="rId99" Type="http://schemas.openxmlformats.org/officeDocument/2006/relationships/image" Target="../media/image6470.png"/><Relationship Id="rId101" Type="http://schemas.openxmlformats.org/officeDocument/2006/relationships/image" Target="../media/image6480.png"/><Relationship Id="rId122" Type="http://schemas.openxmlformats.org/officeDocument/2006/relationships/customXml" Target="../ink/ink2942.xml"/><Relationship Id="rId143" Type="http://schemas.openxmlformats.org/officeDocument/2006/relationships/image" Target="../media/image6690.png"/><Relationship Id="rId148" Type="http://schemas.openxmlformats.org/officeDocument/2006/relationships/customXml" Target="../ink/ink2955.xml"/><Relationship Id="rId164" Type="http://schemas.openxmlformats.org/officeDocument/2006/relationships/customXml" Target="../ink/ink2963.xml"/><Relationship Id="rId169" Type="http://schemas.openxmlformats.org/officeDocument/2006/relationships/image" Target="../media/image6820.png"/><Relationship Id="rId185" Type="http://schemas.openxmlformats.org/officeDocument/2006/relationships/image" Target="../media/image6900.png"/><Relationship Id="rId4" Type="http://schemas.openxmlformats.org/officeDocument/2006/relationships/customXml" Target="../ink/ink2883.xml"/><Relationship Id="rId9" Type="http://schemas.openxmlformats.org/officeDocument/2006/relationships/image" Target="../media/image6020.png"/><Relationship Id="rId180" Type="http://schemas.openxmlformats.org/officeDocument/2006/relationships/customXml" Target="../ink/ink2971.xml"/><Relationship Id="rId26" Type="http://schemas.openxmlformats.org/officeDocument/2006/relationships/customXml" Target="../ink/ink2894.xml"/><Relationship Id="rId47" Type="http://schemas.openxmlformats.org/officeDocument/2006/relationships/image" Target="../media/image6211.png"/><Relationship Id="rId68" Type="http://schemas.openxmlformats.org/officeDocument/2006/relationships/customXml" Target="../ink/ink2915.xml"/><Relationship Id="rId89" Type="http://schemas.openxmlformats.org/officeDocument/2006/relationships/image" Target="../media/image6420.png"/><Relationship Id="rId112" Type="http://schemas.openxmlformats.org/officeDocument/2006/relationships/customXml" Target="../ink/ink2937.xml"/><Relationship Id="rId133" Type="http://schemas.openxmlformats.org/officeDocument/2006/relationships/image" Target="../media/image6640.png"/><Relationship Id="rId154" Type="http://schemas.openxmlformats.org/officeDocument/2006/relationships/customXml" Target="../ink/ink2958.xml"/><Relationship Id="rId175" Type="http://schemas.openxmlformats.org/officeDocument/2006/relationships/image" Target="../media/image6850.png"/><Relationship Id="rId196" Type="http://schemas.openxmlformats.org/officeDocument/2006/relationships/customXml" Target="../ink/ink2979.xml"/><Relationship Id="rId200" Type="http://schemas.openxmlformats.org/officeDocument/2006/relationships/customXml" Target="../ink/ink2981.xml"/><Relationship Id="rId16" Type="http://schemas.openxmlformats.org/officeDocument/2006/relationships/customXml" Target="../ink/ink2889.xml"/><Relationship Id="rId37" Type="http://schemas.openxmlformats.org/officeDocument/2006/relationships/image" Target="../media/image6160.png"/><Relationship Id="rId58" Type="http://schemas.openxmlformats.org/officeDocument/2006/relationships/customXml" Target="../ink/ink2910.xml"/><Relationship Id="rId79" Type="http://schemas.openxmlformats.org/officeDocument/2006/relationships/image" Target="../media/image6370.png"/><Relationship Id="rId102" Type="http://schemas.openxmlformats.org/officeDocument/2006/relationships/customXml" Target="../ink/ink2932.xml"/><Relationship Id="rId123" Type="http://schemas.openxmlformats.org/officeDocument/2006/relationships/image" Target="../media/image6590.png"/><Relationship Id="rId144" Type="http://schemas.openxmlformats.org/officeDocument/2006/relationships/customXml" Target="../ink/ink2953.xml"/><Relationship Id="rId90" Type="http://schemas.openxmlformats.org/officeDocument/2006/relationships/customXml" Target="../ink/ink2926.xml"/><Relationship Id="rId165" Type="http://schemas.openxmlformats.org/officeDocument/2006/relationships/image" Target="../media/image6800.png"/><Relationship Id="rId186" Type="http://schemas.openxmlformats.org/officeDocument/2006/relationships/customXml" Target="../ink/ink2974.xml"/><Relationship Id="rId27" Type="http://schemas.openxmlformats.org/officeDocument/2006/relationships/image" Target="../media/image6111.png"/><Relationship Id="rId48" Type="http://schemas.openxmlformats.org/officeDocument/2006/relationships/customXml" Target="../ink/ink2905.xml"/><Relationship Id="rId69" Type="http://schemas.openxmlformats.org/officeDocument/2006/relationships/image" Target="../media/image6320.png"/><Relationship Id="rId113" Type="http://schemas.openxmlformats.org/officeDocument/2006/relationships/image" Target="../media/image6540.png"/><Relationship Id="rId134" Type="http://schemas.openxmlformats.org/officeDocument/2006/relationships/customXml" Target="../ink/ink2948.xml"/><Relationship Id="rId80" Type="http://schemas.openxmlformats.org/officeDocument/2006/relationships/customXml" Target="../ink/ink2921.xml"/><Relationship Id="rId155" Type="http://schemas.openxmlformats.org/officeDocument/2006/relationships/image" Target="../media/image6750.png"/><Relationship Id="rId176" Type="http://schemas.openxmlformats.org/officeDocument/2006/relationships/customXml" Target="../ink/ink2969.xml"/><Relationship Id="rId197" Type="http://schemas.openxmlformats.org/officeDocument/2006/relationships/image" Target="../media/image6960.png"/><Relationship Id="rId201" Type="http://schemas.openxmlformats.org/officeDocument/2006/relationships/image" Target="../media/image6980.png"/><Relationship Id="rId17" Type="http://schemas.openxmlformats.org/officeDocument/2006/relationships/image" Target="../media/image6060.png"/><Relationship Id="rId38" Type="http://schemas.openxmlformats.org/officeDocument/2006/relationships/customXml" Target="../ink/ink2900.xml"/><Relationship Id="rId59" Type="http://schemas.openxmlformats.org/officeDocument/2006/relationships/image" Target="../media/image6270.png"/><Relationship Id="rId103" Type="http://schemas.openxmlformats.org/officeDocument/2006/relationships/image" Target="../media/image6490.png"/><Relationship Id="rId124" Type="http://schemas.openxmlformats.org/officeDocument/2006/relationships/customXml" Target="../ink/ink2943.xml"/><Relationship Id="rId70" Type="http://schemas.openxmlformats.org/officeDocument/2006/relationships/customXml" Target="../ink/ink2916.xml"/><Relationship Id="rId91" Type="http://schemas.openxmlformats.org/officeDocument/2006/relationships/image" Target="../media/image6430.png"/><Relationship Id="rId145" Type="http://schemas.openxmlformats.org/officeDocument/2006/relationships/image" Target="../media/image6700.png"/><Relationship Id="rId166" Type="http://schemas.openxmlformats.org/officeDocument/2006/relationships/customXml" Target="../ink/ink2964.xml"/><Relationship Id="rId187" Type="http://schemas.openxmlformats.org/officeDocument/2006/relationships/image" Target="../media/image6911.png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2895.xml"/><Relationship Id="rId49" Type="http://schemas.openxmlformats.org/officeDocument/2006/relationships/image" Target="../media/image6220.png"/><Relationship Id="rId114" Type="http://schemas.openxmlformats.org/officeDocument/2006/relationships/customXml" Target="../ink/ink2938.xml"/><Relationship Id="rId60" Type="http://schemas.openxmlformats.org/officeDocument/2006/relationships/customXml" Target="../ink/ink2911.xml"/><Relationship Id="rId81" Type="http://schemas.openxmlformats.org/officeDocument/2006/relationships/image" Target="../media/image6380.png"/><Relationship Id="rId135" Type="http://schemas.openxmlformats.org/officeDocument/2006/relationships/image" Target="../media/image6650.png"/><Relationship Id="rId156" Type="http://schemas.openxmlformats.org/officeDocument/2006/relationships/customXml" Target="../ink/ink2959.xml"/><Relationship Id="rId177" Type="http://schemas.openxmlformats.org/officeDocument/2006/relationships/image" Target="../media/image6860.png"/><Relationship Id="rId198" Type="http://schemas.openxmlformats.org/officeDocument/2006/relationships/customXml" Target="../ink/ink2980.xml"/><Relationship Id="rId202" Type="http://schemas.openxmlformats.org/officeDocument/2006/relationships/customXml" Target="../ink/ink2982.xml"/><Relationship Id="rId18" Type="http://schemas.openxmlformats.org/officeDocument/2006/relationships/customXml" Target="../ink/ink2890.xml"/><Relationship Id="rId39" Type="http://schemas.openxmlformats.org/officeDocument/2006/relationships/image" Target="../media/image6170.png"/><Relationship Id="rId50" Type="http://schemas.openxmlformats.org/officeDocument/2006/relationships/customXml" Target="../ink/ink2906.xml"/><Relationship Id="rId104" Type="http://schemas.openxmlformats.org/officeDocument/2006/relationships/customXml" Target="../ink/ink2933.xml"/><Relationship Id="rId125" Type="http://schemas.openxmlformats.org/officeDocument/2006/relationships/image" Target="../media/image6600.png"/><Relationship Id="rId146" Type="http://schemas.openxmlformats.org/officeDocument/2006/relationships/customXml" Target="../ink/ink2954.xml"/><Relationship Id="rId167" Type="http://schemas.openxmlformats.org/officeDocument/2006/relationships/image" Target="../media/image6811.png"/><Relationship Id="rId188" Type="http://schemas.openxmlformats.org/officeDocument/2006/relationships/customXml" Target="../ink/ink2975.xml"/><Relationship Id="rId71" Type="http://schemas.openxmlformats.org/officeDocument/2006/relationships/image" Target="../media/image6330.png"/><Relationship Id="rId92" Type="http://schemas.openxmlformats.org/officeDocument/2006/relationships/customXml" Target="../ink/ink2927.xml"/><Relationship Id="rId2" Type="http://schemas.openxmlformats.org/officeDocument/2006/relationships/oleObject" Target="../embeddings/oleObject2.bin"/><Relationship Id="rId29" Type="http://schemas.openxmlformats.org/officeDocument/2006/relationships/image" Target="../media/image6120.png"/><Relationship Id="rId40" Type="http://schemas.openxmlformats.org/officeDocument/2006/relationships/customXml" Target="../ink/ink2901.xml"/><Relationship Id="rId115" Type="http://schemas.openxmlformats.org/officeDocument/2006/relationships/image" Target="../media/image6550.png"/><Relationship Id="rId136" Type="http://schemas.openxmlformats.org/officeDocument/2006/relationships/customXml" Target="../ink/ink2949.xml"/><Relationship Id="rId157" Type="http://schemas.openxmlformats.org/officeDocument/2006/relationships/image" Target="../media/image6760.png"/><Relationship Id="rId178" Type="http://schemas.openxmlformats.org/officeDocument/2006/relationships/customXml" Target="../ink/ink2970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07.png"/><Relationship Id="rId299" Type="http://schemas.openxmlformats.org/officeDocument/2006/relationships/image" Target="../media/image2409.png"/><Relationship Id="rId21" Type="http://schemas.openxmlformats.org/officeDocument/2006/relationships/image" Target="../media/image2254.png"/><Relationship Id="rId63" Type="http://schemas.openxmlformats.org/officeDocument/2006/relationships/image" Target="../media/image2277.png"/><Relationship Id="rId159" Type="http://schemas.openxmlformats.org/officeDocument/2006/relationships/image" Target="../media/image2332.png"/><Relationship Id="rId324" Type="http://schemas.openxmlformats.org/officeDocument/2006/relationships/customXml" Target="../ink/ink3147.xml"/><Relationship Id="rId170" Type="http://schemas.openxmlformats.org/officeDocument/2006/relationships/customXml" Target="../ink/ink3070.xml"/><Relationship Id="rId226" Type="http://schemas.openxmlformats.org/officeDocument/2006/relationships/customXml" Target="../ink/ink3098.xml"/><Relationship Id="rId268" Type="http://schemas.openxmlformats.org/officeDocument/2006/relationships/customXml" Target="../ink/ink3119.xml"/><Relationship Id="rId32" Type="http://schemas.openxmlformats.org/officeDocument/2006/relationships/customXml" Target="../ink/ink3001.xml"/><Relationship Id="rId74" Type="http://schemas.openxmlformats.org/officeDocument/2006/relationships/customXml" Target="../ink/ink3022.xml"/><Relationship Id="rId128" Type="http://schemas.openxmlformats.org/officeDocument/2006/relationships/customXml" Target="../ink/ink3049.xml"/><Relationship Id="rId5" Type="http://schemas.openxmlformats.org/officeDocument/2006/relationships/image" Target="../media/image2245.png"/><Relationship Id="rId181" Type="http://schemas.openxmlformats.org/officeDocument/2006/relationships/image" Target="../media/image2344.png"/><Relationship Id="rId237" Type="http://schemas.openxmlformats.org/officeDocument/2006/relationships/image" Target="../media/image2375.png"/><Relationship Id="rId279" Type="http://schemas.openxmlformats.org/officeDocument/2006/relationships/image" Target="../media/image2398.png"/><Relationship Id="rId43" Type="http://schemas.openxmlformats.org/officeDocument/2006/relationships/image" Target="../media/image2266.png"/><Relationship Id="rId139" Type="http://schemas.openxmlformats.org/officeDocument/2006/relationships/image" Target="../media/image2321.png"/><Relationship Id="rId290" Type="http://schemas.openxmlformats.org/officeDocument/2006/relationships/customXml" Target="../ink/ink3130.xml"/><Relationship Id="rId304" Type="http://schemas.openxmlformats.org/officeDocument/2006/relationships/customXml" Target="../ink/ink3137.xml"/><Relationship Id="rId85" Type="http://schemas.openxmlformats.org/officeDocument/2006/relationships/image" Target="../media/image2289.png"/><Relationship Id="rId150" Type="http://schemas.openxmlformats.org/officeDocument/2006/relationships/customXml" Target="../ink/ink3060.xml"/><Relationship Id="rId192" Type="http://schemas.openxmlformats.org/officeDocument/2006/relationships/customXml" Target="../ink/ink3081.xml"/><Relationship Id="rId206" Type="http://schemas.openxmlformats.org/officeDocument/2006/relationships/customXml" Target="../ink/ink3088.xml"/><Relationship Id="rId248" Type="http://schemas.openxmlformats.org/officeDocument/2006/relationships/customXml" Target="../ink/ink3109.xml"/><Relationship Id="rId12" Type="http://schemas.openxmlformats.org/officeDocument/2006/relationships/customXml" Target="../ink/ink2991.xml"/><Relationship Id="rId108" Type="http://schemas.openxmlformats.org/officeDocument/2006/relationships/customXml" Target="../ink/ink3039.xml"/><Relationship Id="rId315" Type="http://schemas.openxmlformats.org/officeDocument/2006/relationships/image" Target="../media/image2419.png"/><Relationship Id="rId54" Type="http://schemas.openxmlformats.org/officeDocument/2006/relationships/customXml" Target="../ink/ink3012.xml"/><Relationship Id="rId96" Type="http://schemas.openxmlformats.org/officeDocument/2006/relationships/customXml" Target="../ink/ink3033.xml"/><Relationship Id="rId161" Type="http://schemas.openxmlformats.org/officeDocument/2006/relationships/image" Target="../media/image2333.png"/><Relationship Id="rId217" Type="http://schemas.openxmlformats.org/officeDocument/2006/relationships/image" Target="../media/image2364.png"/><Relationship Id="rId259" Type="http://schemas.openxmlformats.org/officeDocument/2006/relationships/image" Target="../media/image2387.png"/><Relationship Id="rId23" Type="http://schemas.openxmlformats.org/officeDocument/2006/relationships/image" Target="../media/image2255.png"/><Relationship Id="rId119" Type="http://schemas.openxmlformats.org/officeDocument/2006/relationships/image" Target="../media/image2308.png"/><Relationship Id="rId270" Type="http://schemas.openxmlformats.org/officeDocument/2006/relationships/customXml" Target="../ink/ink3120.xml"/><Relationship Id="rId326" Type="http://schemas.openxmlformats.org/officeDocument/2006/relationships/customXml" Target="../ink/ink3148.xml"/><Relationship Id="rId65" Type="http://schemas.openxmlformats.org/officeDocument/2006/relationships/image" Target="../media/image2278.png"/><Relationship Id="rId130" Type="http://schemas.openxmlformats.org/officeDocument/2006/relationships/customXml" Target="../ink/ink3050.xml"/><Relationship Id="rId172" Type="http://schemas.openxmlformats.org/officeDocument/2006/relationships/customXml" Target="../ink/ink3071.xml"/><Relationship Id="rId228" Type="http://schemas.openxmlformats.org/officeDocument/2006/relationships/customXml" Target="../ink/ink3099.xml"/><Relationship Id="rId281" Type="http://schemas.openxmlformats.org/officeDocument/2006/relationships/image" Target="../media/image2399.png"/><Relationship Id="rId34" Type="http://schemas.openxmlformats.org/officeDocument/2006/relationships/customXml" Target="../ink/ink3002.xml"/><Relationship Id="rId76" Type="http://schemas.openxmlformats.org/officeDocument/2006/relationships/customXml" Target="../ink/ink3023.xml"/><Relationship Id="rId141" Type="http://schemas.openxmlformats.org/officeDocument/2006/relationships/image" Target="../media/image2322.png"/><Relationship Id="rId7" Type="http://schemas.openxmlformats.org/officeDocument/2006/relationships/image" Target="../media/image2246.png"/><Relationship Id="rId183" Type="http://schemas.openxmlformats.org/officeDocument/2006/relationships/image" Target="../media/image2345.png"/><Relationship Id="rId239" Type="http://schemas.openxmlformats.org/officeDocument/2006/relationships/image" Target="../media/image2376.png"/><Relationship Id="rId250" Type="http://schemas.openxmlformats.org/officeDocument/2006/relationships/customXml" Target="../ink/ink3110.xml"/><Relationship Id="rId271" Type="http://schemas.openxmlformats.org/officeDocument/2006/relationships/image" Target="../media/image2394.png"/><Relationship Id="rId292" Type="http://schemas.openxmlformats.org/officeDocument/2006/relationships/customXml" Target="../ink/ink3131.xml"/><Relationship Id="rId306" Type="http://schemas.openxmlformats.org/officeDocument/2006/relationships/customXml" Target="../ink/ink3138.xml"/><Relationship Id="rId24" Type="http://schemas.openxmlformats.org/officeDocument/2006/relationships/customXml" Target="../ink/ink2997.xml"/><Relationship Id="rId45" Type="http://schemas.openxmlformats.org/officeDocument/2006/relationships/image" Target="../media/image2267.png"/><Relationship Id="rId66" Type="http://schemas.openxmlformats.org/officeDocument/2006/relationships/customXml" Target="../ink/ink3018.xml"/><Relationship Id="rId87" Type="http://schemas.openxmlformats.org/officeDocument/2006/relationships/image" Target="../media/image2291.png"/><Relationship Id="rId110" Type="http://schemas.openxmlformats.org/officeDocument/2006/relationships/customXml" Target="../ink/ink3040.xml"/><Relationship Id="rId131" Type="http://schemas.openxmlformats.org/officeDocument/2006/relationships/image" Target="../media/image2316.png"/><Relationship Id="rId327" Type="http://schemas.openxmlformats.org/officeDocument/2006/relationships/image" Target="../media/image2426.png"/><Relationship Id="rId152" Type="http://schemas.openxmlformats.org/officeDocument/2006/relationships/customXml" Target="../ink/ink3061.xml"/><Relationship Id="rId173" Type="http://schemas.openxmlformats.org/officeDocument/2006/relationships/image" Target="../media/image2339.png"/><Relationship Id="rId194" Type="http://schemas.openxmlformats.org/officeDocument/2006/relationships/customXml" Target="../ink/ink3082.xml"/><Relationship Id="rId208" Type="http://schemas.openxmlformats.org/officeDocument/2006/relationships/customXml" Target="../ink/ink3089.xml"/><Relationship Id="rId229" Type="http://schemas.openxmlformats.org/officeDocument/2006/relationships/image" Target="../media/image2371.png"/><Relationship Id="rId240" Type="http://schemas.openxmlformats.org/officeDocument/2006/relationships/customXml" Target="../ink/ink3105.xml"/><Relationship Id="rId261" Type="http://schemas.openxmlformats.org/officeDocument/2006/relationships/image" Target="../media/image2388.png"/><Relationship Id="rId14" Type="http://schemas.openxmlformats.org/officeDocument/2006/relationships/customXml" Target="../ink/ink2992.xml"/><Relationship Id="rId35" Type="http://schemas.openxmlformats.org/officeDocument/2006/relationships/image" Target="../media/image2262.png"/><Relationship Id="rId56" Type="http://schemas.openxmlformats.org/officeDocument/2006/relationships/customXml" Target="../ink/ink3013.xml"/><Relationship Id="rId77" Type="http://schemas.openxmlformats.org/officeDocument/2006/relationships/image" Target="../media/image2285.png"/><Relationship Id="rId100" Type="http://schemas.openxmlformats.org/officeDocument/2006/relationships/customXml" Target="../ink/ink3035.xml"/><Relationship Id="rId282" Type="http://schemas.openxmlformats.org/officeDocument/2006/relationships/customXml" Target="../ink/ink3126.xml"/><Relationship Id="rId317" Type="http://schemas.openxmlformats.org/officeDocument/2006/relationships/image" Target="../media/image2421.png"/><Relationship Id="rId8" Type="http://schemas.openxmlformats.org/officeDocument/2006/relationships/customXml" Target="../ink/ink2989.xml"/><Relationship Id="rId98" Type="http://schemas.openxmlformats.org/officeDocument/2006/relationships/customXml" Target="../ink/ink3034.xml"/><Relationship Id="rId121" Type="http://schemas.openxmlformats.org/officeDocument/2006/relationships/image" Target="../media/image2309.png"/><Relationship Id="rId142" Type="http://schemas.openxmlformats.org/officeDocument/2006/relationships/customXml" Target="../ink/ink3056.xml"/><Relationship Id="rId163" Type="http://schemas.openxmlformats.org/officeDocument/2006/relationships/image" Target="../media/image2334.png"/><Relationship Id="rId184" Type="http://schemas.openxmlformats.org/officeDocument/2006/relationships/customXml" Target="../ink/ink3077.xml"/><Relationship Id="rId219" Type="http://schemas.openxmlformats.org/officeDocument/2006/relationships/image" Target="../media/image2365.png"/><Relationship Id="rId230" Type="http://schemas.openxmlformats.org/officeDocument/2006/relationships/customXml" Target="../ink/ink3100.xml"/><Relationship Id="rId251" Type="http://schemas.openxmlformats.org/officeDocument/2006/relationships/image" Target="../media/image2383.png"/><Relationship Id="rId25" Type="http://schemas.openxmlformats.org/officeDocument/2006/relationships/image" Target="../media/image2256.png"/><Relationship Id="rId46" Type="http://schemas.openxmlformats.org/officeDocument/2006/relationships/customXml" Target="../ink/ink3008.xml"/><Relationship Id="rId67" Type="http://schemas.openxmlformats.org/officeDocument/2006/relationships/image" Target="../media/image2279.png"/><Relationship Id="rId272" Type="http://schemas.openxmlformats.org/officeDocument/2006/relationships/customXml" Target="../ink/ink3121.xml"/><Relationship Id="rId293" Type="http://schemas.openxmlformats.org/officeDocument/2006/relationships/image" Target="../media/image2406.png"/><Relationship Id="rId307" Type="http://schemas.openxmlformats.org/officeDocument/2006/relationships/image" Target="../media/image2415.png"/><Relationship Id="rId328" Type="http://schemas.openxmlformats.org/officeDocument/2006/relationships/customXml" Target="../ink/ink3149.xml"/><Relationship Id="rId88" Type="http://schemas.openxmlformats.org/officeDocument/2006/relationships/customXml" Target="../ink/ink3029.xml"/><Relationship Id="rId111" Type="http://schemas.openxmlformats.org/officeDocument/2006/relationships/image" Target="../media/image2304.png"/><Relationship Id="rId132" Type="http://schemas.openxmlformats.org/officeDocument/2006/relationships/customXml" Target="../ink/ink3051.xml"/><Relationship Id="rId153" Type="http://schemas.openxmlformats.org/officeDocument/2006/relationships/image" Target="../media/image2328.png"/><Relationship Id="rId174" Type="http://schemas.openxmlformats.org/officeDocument/2006/relationships/customXml" Target="../ink/ink3072.xml"/><Relationship Id="rId195" Type="http://schemas.openxmlformats.org/officeDocument/2006/relationships/image" Target="../media/image2352.png"/><Relationship Id="rId209" Type="http://schemas.openxmlformats.org/officeDocument/2006/relationships/image" Target="../media/image2359.png"/><Relationship Id="rId220" Type="http://schemas.openxmlformats.org/officeDocument/2006/relationships/customXml" Target="../ink/ink3095.xml"/><Relationship Id="rId241" Type="http://schemas.openxmlformats.org/officeDocument/2006/relationships/image" Target="../media/image2377.png"/><Relationship Id="rId15" Type="http://schemas.openxmlformats.org/officeDocument/2006/relationships/image" Target="../media/image2251.png"/><Relationship Id="rId36" Type="http://schemas.openxmlformats.org/officeDocument/2006/relationships/customXml" Target="../ink/ink3003.xml"/><Relationship Id="rId57" Type="http://schemas.openxmlformats.org/officeDocument/2006/relationships/image" Target="../media/image2274.png"/><Relationship Id="rId262" Type="http://schemas.openxmlformats.org/officeDocument/2006/relationships/customXml" Target="../ink/ink3116.xml"/><Relationship Id="rId283" Type="http://schemas.openxmlformats.org/officeDocument/2006/relationships/image" Target="../media/image2401.png"/><Relationship Id="rId318" Type="http://schemas.openxmlformats.org/officeDocument/2006/relationships/customXml" Target="../ink/ink3144.xml"/><Relationship Id="rId78" Type="http://schemas.openxmlformats.org/officeDocument/2006/relationships/customXml" Target="../ink/ink3024.xml"/><Relationship Id="rId99" Type="http://schemas.openxmlformats.org/officeDocument/2006/relationships/image" Target="../media/image2297.png"/><Relationship Id="rId101" Type="http://schemas.openxmlformats.org/officeDocument/2006/relationships/image" Target="../media/image2298.png"/><Relationship Id="rId122" Type="http://schemas.openxmlformats.org/officeDocument/2006/relationships/customXml" Target="../ink/ink3046.xml"/><Relationship Id="rId143" Type="http://schemas.openxmlformats.org/officeDocument/2006/relationships/image" Target="../media/image2323.png"/><Relationship Id="rId164" Type="http://schemas.openxmlformats.org/officeDocument/2006/relationships/customXml" Target="../ink/ink3067.xml"/><Relationship Id="rId185" Type="http://schemas.openxmlformats.org/officeDocument/2006/relationships/image" Target="../media/image2346.png"/><Relationship Id="rId9" Type="http://schemas.openxmlformats.org/officeDocument/2006/relationships/image" Target="../media/image2247.png"/><Relationship Id="rId210" Type="http://schemas.openxmlformats.org/officeDocument/2006/relationships/customXml" Target="../ink/ink3090.xml"/><Relationship Id="rId26" Type="http://schemas.openxmlformats.org/officeDocument/2006/relationships/customXml" Target="../ink/ink2998.xml"/><Relationship Id="rId231" Type="http://schemas.openxmlformats.org/officeDocument/2006/relationships/image" Target="../media/image2372.png"/><Relationship Id="rId252" Type="http://schemas.openxmlformats.org/officeDocument/2006/relationships/customXml" Target="../ink/ink3111.xml"/><Relationship Id="rId273" Type="http://schemas.openxmlformats.org/officeDocument/2006/relationships/image" Target="../media/image2395.png"/><Relationship Id="rId294" Type="http://schemas.openxmlformats.org/officeDocument/2006/relationships/customXml" Target="../ink/ink3132.xml"/><Relationship Id="rId308" Type="http://schemas.openxmlformats.org/officeDocument/2006/relationships/customXml" Target="../ink/ink3139.xml"/><Relationship Id="rId329" Type="http://schemas.openxmlformats.org/officeDocument/2006/relationships/image" Target="../media/image2427.png"/><Relationship Id="rId47" Type="http://schemas.openxmlformats.org/officeDocument/2006/relationships/image" Target="../media/image2268.png"/><Relationship Id="rId68" Type="http://schemas.openxmlformats.org/officeDocument/2006/relationships/customXml" Target="../ink/ink3019.xml"/><Relationship Id="rId89" Type="http://schemas.openxmlformats.org/officeDocument/2006/relationships/image" Target="../media/image2292.png"/><Relationship Id="rId112" Type="http://schemas.openxmlformats.org/officeDocument/2006/relationships/customXml" Target="../ink/ink3041.xml"/><Relationship Id="rId133" Type="http://schemas.openxmlformats.org/officeDocument/2006/relationships/image" Target="../media/image2317.png"/><Relationship Id="rId154" Type="http://schemas.openxmlformats.org/officeDocument/2006/relationships/customXml" Target="../ink/ink3062.xml"/><Relationship Id="rId175" Type="http://schemas.openxmlformats.org/officeDocument/2006/relationships/image" Target="../media/image2341.png"/><Relationship Id="rId196" Type="http://schemas.openxmlformats.org/officeDocument/2006/relationships/customXml" Target="../ink/ink3083.xml"/><Relationship Id="rId200" Type="http://schemas.openxmlformats.org/officeDocument/2006/relationships/customXml" Target="../ink/ink3085.xml"/><Relationship Id="rId16" Type="http://schemas.openxmlformats.org/officeDocument/2006/relationships/customXml" Target="../ink/ink2993.xml"/><Relationship Id="rId221" Type="http://schemas.openxmlformats.org/officeDocument/2006/relationships/image" Target="../media/image2366.png"/><Relationship Id="rId242" Type="http://schemas.openxmlformats.org/officeDocument/2006/relationships/customXml" Target="../ink/ink3106.xml"/><Relationship Id="rId263" Type="http://schemas.openxmlformats.org/officeDocument/2006/relationships/image" Target="../media/image2389.png"/><Relationship Id="rId284" Type="http://schemas.openxmlformats.org/officeDocument/2006/relationships/customXml" Target="../ink/ink3127.xml"/><Relationship Id="rId319" Type="http://schemas.openxmlformats.org/officeDocument/2006/relationships/image" Target="../media/image2422.png"/><Relationship Id="rId37" Type="http://schemas.openxmlformats.org/officeDocument/2006/relationships/image" Target="../media/image2263.png"/><Relationship Id="rId58" Type="http://schemas.openxmlformats.org/officeDocument/2006/relationships/customXml" Target="../ink/ink3014.xml"/><Relationship Id="rId79" Type="http://schemas.openxmlformats.org/officeDocument/2006/relationships/image" Target="../media/image2286.png"/><Relationship Id="rId102" Type="http://schemas.openxmlformats.org/officeDocument/2006/relationships/customXml" Target="../ink/ink3036.xml"/><Relationship Id="rId123" Type="http://schemas.openxmlformats.org/officeDocument/2006/relationships/image" Target="../media/image2312.png"/><Relationship Id="rId144" Type="http://schemas.openxmlformats.org/officeDocument/2006/relationships/customXml" Target="../ink/ink3057.xml"/><Relationship Id="rId330" Type="http://schemas.openxmlformats.org/officeDocument/2006/relationships/customXml" Target="../ink/ink3150.xml"/><Relationship Id="rId90" Type="http://schemas.openxmlformats.org/officeDocument/2006/relationships/customXml" Target="../ink/ink3030.xml"/><Relationship Id="rId165" Type="http://schemas.openxmlformats.org/officeDocument/2006/relationships/image" Target="../media/image2335.png"/><Relationship Id="rId186" Type="http://schemas.openxmlformats.org/officeDocument/2006/relationships/customXml" Target="../ink/ink3078.xml"/><Relationship Id="rId211" Type="http://schemas.openxmlformats.org/officeDocument/2006/relationships/image" Target="../media/image2361.png"/><Relationship Id="rId232" Type="http://schemas.openxmlformats.org/officeDocument/2006/relationships/customXml" Target="../ink/ink3101.xml"/><Relationship Id="rId253" Type="http://schemas.openxmlformats.org/officeDocument/2006/relationships/image" Target="../media/image2384.png"/><Relationship Id="rId274" Type="http://schemas.openxmlformats.org/officeDocument/2006/relationships/customXml" Target="../ink/ink3122.xml"/><Relationship Id="rId295" Type="http://schemas.openxmlformats.org/officeDocument/2006/relationships/image" Target="../media/image2407.png"/><Relationship Id="rId309" Type="http://schemas.openxmlformats.org/officeDocument/2006/relationships/image" Target="../media/image2416.png"/><Relationship Id="rId27" Type="http://schemas.openxmlformats.org/officeDocument/2006/relationships/image" Target="../media/image2257.png"/><Relationship Id="rId48" Type="http://schemas.openxmlformats.org/officeDocument/2006/relationships/customXml" Target="../ink/ink3009.xml"/><Relationship Id="rId69" Type="http://schemas.openxmlformats.org/officeDocument/2006/relationships/image" Target="../media/image2281.png"/><Relationship Id="rId113" Type="http://schemas.openxmlformats.org/officeDocument/2006/relationships/image" Target="../media/image2305.png"/><Relationship Id="rId134" Type="http://schemas.openxmlformats.org/officeDocument/2006/relationships/customXml" Target="../ink/ink3052.xml"/><Relationship Id="rId320" Type="http://schemas.openxmlformats.org/officeDocument/2006/relationships/customXml" Target="../ink/ink3145.xml"/><Relationship Id="rId80" Type="http://schemas.openxmlformats.org/officeDocument/2006/relationships/customXml" Target="../ink/ink3025.xml"/><Relationship Id="rId155" Type="http://schemas.openxmlformats.org/officeDocument/2006/relationships/image" Target="../media/image2329.png"/><Relationship Id="rId176" Type="http://schemas.openxmlformats.org/officeDocument/2006/relationships/customXml" Target="../ink/ink3073.xml"/><Relationship Id="rId197" Type="http://schemas.openxmlformats.org/officeDocument/2006/relationships/image" Target="../media/image2353.png"/><Relationship Id="rId201" Type="http://schemas.openxmlformats.org/officeDocument/2006/relationships/image" Target="../media/image2355.png"/><Relationship Id="rId222" Type="http://schemas.openxmlformats.org/officeDocument/2006/relationships/customXml" Target="../ink/ink3096.xml"/><Relationship Id="rId243" Type="http://schemas.openxmlformats.org/officeDocument/2006/relationships/image" Target="../media/image2378.png"/><Relationship Id="rId264" Type="http://schemas.openxmlformats.org/officeDocument/2006/relationships/customXml" Target="../ink/ink3117.xml"/><Relationship Id="rId285" Type="http://schemas.openxmlformats.org/officeDocument/2006/relationships/image" Target="../media/image2402.png"/><Relationship Id="rId17" Type="http://schemas.openxmlformats.org/officeDocument/2006/relationships/image" Target="../media/image2252.png"/><Relationship Id="rId38" Type="http://schemas.openxmlformats.org/officeDocument/2006/relationships/customXml" Target="../ink/ink3004.xml"/><Relationship Id="rId59" Type="http://schemas.openxmlformats.org/officeDocument/2006/relationships/image" Target="../media/image2275.png"/><Relationship Id="rId103" Type="http://schemas.openxmlformats.org/officeDocument/2006/relationships/image" Target="../media/image2299.png"/><Relationship Id="rId124" Type="http://schemas.openxmlformats.org/officeDocument/2006/relationships/customXml" Target="../ink/ink3047.xml"/><Relationship Id="rId310" Type="http://schemas.openxmlformats.org/officeDocument/2006/relationships/customXml" Target="../ink/ink3140.xml"/><Relationship Id="rId70" Type="http://schemas.openxmlformats.org/officeDocument/2006/relationships/customXml" Target="../ink/ink3020.xml"/><Relationship Id="rId91" Type="http://schemas.openxmlformats.org/officeDocument/2006/relationships/image" Target="../media/image2293.png"/><Relationship Id="rId145" Type="http://schemas.openxmlformats.org/officeDocument/2006/relationships/image" Target="../media/image2324.png"/><Relationship Id="rId166" Type="http://schemas.openxmlformats.org/officeDocument/2006/relationships/customXml" Target="../ink/ink3068.xml"/><Relationship Id="rId187" Type="http://schemas.openxmlformats.org/officeDocument/2006/relationships/image" Target="../media/image2347.png"/><Relationship Id="rId331" Type="http://schemas.openxmlformats.org/officeDocument/2006/relationships/image" Target="../media/image2428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3091.xml"/><Relationship Id="rId233" Type="http://schemas.openxmlformats.org/officeDocument/2006/relationships/image" Target="../media/image2373.png"/><Relationship Id="rId254" Type="http://schemas.openxmlformats.org/officeDocument/2006/relationships/customXml" Target="../ink/ink3112.xml"/><Relationship Id="rId28" Type="http://schemas.openxmlformats.org/officeDocument/2006/relationships/customXml" Target="../ink/ink2999.xml"/><Relationship Id="rId49" Type="http://schemas.openxmlformats.org/officeDocument/2006/relationships/image" Target="../media/image2269.png"/><Relationship Id="rId114" Type="http://schemas.openxmlformats.org/officeDocument/2006/relationships/customXml" Target="../ink/ink3042.xml"/><Relationship Id="rId275" Type="http://schemas.openxmlformats.org/officeDocument/2006/relationships/image" Target="../media/image2396.png"/><Relationship Id="rId296" Type="http://schemas.openxmlformats.org/officeDocument/2006/relationships/customXml" Target="../ink/ink3133.xml"/><Relationship Id="rId300" Type="http://schemas.openxmlformats.org/officeDocument/2006/relationships/customXml" Target="../ink/ink3135.xml"/><Relationship Id="rId60" Type="http://schemas.openxmlformats.org/officeDocument/2006/relationships/customXml" Target="../ink/ink3015.xml"/><Relationship Id="rId81" Type="http://schemas.openxmlformats.org/officeDocument/2006/relationships/image" Target="../media/image2287.png"/><Relationship Id="rId135" Type="http://schemas.openxmlformats.org/officeDocument/2006/relationships/image" Target="../media/image2318.png"/><Relationship Id="rId156" Type="http://schemas.openxmlformats.org/officeDocument/2006/relationships/customXml" Target="../ink/ink3063.xml"/><Relationship Id="rId177" Type="http://schemas.openxmlformats.org/officeDocument/2006/relationships/image" Target="../media/image2342.png"/><Relationship Id="rId198" Type="http://schemas.openxmlformats.org/officeDocument/2006/relationships/customXml" Target="../ink/ink3084.xml"/><Relationship Id="rId321" Type="http://schemas.openxmlformats.org/officeDocument/2006/relationships/image" Target="../media/image2423.png"/><Relationship Id="rId202" Type="http://schemas.openxmlformats.org/officeDocument/2006/relationships/customXml" Target="../ink/ink3086.xml"/><Relationship Id="rId223" Type="http://schemas.openxmlformats.org/officeDocument/2006/relationships/image" Target="../media/image2367.png"/><Relationship Id="rId244" Type="http://schemas.openxmlformats.org/officeDocument/2006/relationships/customXml" Target="../ink/ink3107.xml"/><Relationship Id="rId18" Type="http://schemas.openxmlformats.org/officeDocument/2006/relationships/customXml" Target="../ink/ink2994.xml"/><Relationship Id="rId39" Type="http://schemas.openxmlformats.org/officeDocument/2006/relationships/image" Target="../media/image2264.png"/><Relationship Id="rId265" Type="http://schemas.openxmlformats.org/officeDocument/2006/relationships/image" Target="../media/image2391.png"/><Relationship Id="rId286" Type="http://schemas.openxmlformats.org/officeDocument/2006/relationships/customXml" Target="../ink/ink3128.xml"/><Relationship Id="rId50" Type="http://schemas.openxmlformats.org/officeDocument/2006/relationships/customXml" Target="../ink/ink3010.xml"/><Relationship Id="rId104" Type="http://schemas.openxmlformats.org/officeDocument/2006/relationships/customXml" Target="../ink/ink3037.xml"/><Relationship Id="rId125" Type="http://schemas.openxmlformats.org/officeDocument/2006/relationships/image" Target="../media/image2313.png"/><Relationship Id="rId146" Type="http://schemas.openxmlformats.org/officeDocument/2006/relationships/customXml" Target="../ink/ink3058.xml"/><Relationship Id="rId167" Type="http://schemas.openxmlformats.org/officeDocument/2006/relationships/image" Target="../media/image2336.png"/><Relationship Id="rId188" Type="http://schemas.openxmlformats.org/officeDocument/2006/relationships/customXml" Target="../ink/ink3079.xml"/><Relationship Id="rId311" Type="http://schemas.openxmlformats.org/officeDocument/2006/relationships/image" Target="../media/image2417.png"/><Relationship Id="rId71" Type="http://schemas.openxmlformats.org/officeDocument/2006/relationships/image" Target="../media/image2282.png"/><Relationship Id="rId92" Type="http://schemas.openxmlformats.org/officeDocument/2006/relationships/customXml" Target="../ink/ink3031.xml"/><Relationship Id="rId213" Type="http://schemas.openxmlformats.org/officeDocument/2006/relationships/image" Target="../media/image2362.png"/><Relationship Id="rId234" Type="http://schemas.openxmlformats.org/officeDocument/2006/relationships/customXml" Target="../ink/ink3102.xml"/><Relationship Id="rId2" Type="http://schemas.openxmlformats.org/officeDocument/2006/relationships/customXml" Target="../ink/ink2986.xml"/><Relationship Id="rId29" Type="http://schemas.openxmlformats.org/officeDocument/2006/relationships/image" Target="../media/image2258.png"/><Relationship Id="rId255" Type="http://schemas.openxmlformats.org/officeDocument/2006/relationships/image" Target="../media/image2385.png"/><Relationship Id="rId276" Type="http://schemas.openxmlformats.org/officeDocument/2006/relationships/customXml" Target="../ink/ink3123.xml"/><Relationship Id="rId297" Type="http://schemas.openxmlformats.org/officeDocument/2006/relationships/image" Target="../media/image2408.png"/><Relationship Id="rId40" Type="http://schemas.openxmlformats.org/officeDocument/2006/relationships/customXml" Target="../ink/ink3005.xml"/><Relationship Id="rId115" Type="http://schemas.openxmlformats.org/officeDocument/2006/relationships/image" Target="../media/image2306.png"/><Relationship Id="rId136" Type="http://schemas.openxmlformats.org/officeDocument/2006/relationships/customXml" Target="../ink/ink3053.xml"/><Relationship Id="rId157" Type="http://schemas.openxmlformats.org/officeDocument/2006/relationships/image" Target="../media/image2331.png"/><Relationship Id="rId178" Type="http://schemas.openxmlformats.org/officeDocument/2006/relationships/customXml" Target="../ink/ink3074.xml"/><Relationship Id="rId301" Type="http://schemas.openxmlformats.org/officeDocument/2006/relationships/image" Target="../media/image2412.png"/><Relationship Id="rId322" Type="http://schemas.openxmlformats.org/officeDocument/2006/relationships/customXml" Target="../ink/ink3146.xml"/><Relationship Id="rId61" Type="http://schemas.openxmlformats.org/officeDocument/2006/relationships/image" Target="../media/image2276.png"/><Relationship Id="rId82" Type="http://schemas.openxmlformats.org/officeDocument/2006/relationships/customXml" Target="../ink/ink3026.xml"/><Relationship Id="rId199" Type="http://schemas.openxmlformats.org/officeDocument/2006/relationships/image" Target="../media/image2354.png"/><Relationship Id="rId203" Type="http://schemas.openxmlformats.org/officeDocument/2006/relationships/image" Target="../media/image2356.png"/><Relationship Id="rId19" Type="http://schemas.openxmlformats.org/officeDocument/2006/relationships/image" Target="../media/image2253.png"/><Relationship Id="rId224" Type="http://schemas.openxmlformats.org/officeDocument/2006/relationships/customXml" Target="../ink/ink3097.xml"/><Relationship Id="rId245" Type="http://schemas.openxmlformats.org/officeDocument/2006/relationships/image" Target="../media/image2379.png"/><Relationship Id="rId266" Type="http://schemas.openxmlformats.org/officeDocument/2006/relationships/customXml" Target="../ink/ink3118.xml"/><Relationship Id="rId287" Type="http://schemas.openxmlformats.org/officeDocument/2006/relationships/image" Target="../media/image2403.png"/><Relationship Id="rId30" Type="http://schemas.openxmlformats.org/officeDocument/2006/relationships/customXml" Target="../ink/ink3000.xml"/><Relationship Id="rId105" Type="http://schemas.openxmlformats.org/officeDocument/2006/relationships/image" Target="../media/image2301.png"/><Relationship Id="rId126" Type="http://schemas.openxmlformats.org/officeDocument/2006/relationships/customXml" Target="../ink/ink3048.xml"/><Relationship Id="rId147" Type="http://schemas.openxmlformats.org/officeDocument/2006/relationships/image" Target="../media/image2325.png"/><Relationship Id="rId168" Type="http://schemas.openxmlformats.org/officeDocument/2006/relationships/customXml" Target="../ink/ink3069.xml"/><Relationship Id="rId312" Type="http://schemas.openxmlformats.org/officeDocument/2006/relationships/customXml" Target="../ink/ink3141.xml"/><Relationship Id="rId51" Type="http://schemas.openxmlformats.org/officeDocument/2006/relationships/image" Target="../media/image2271.png"/><Relationship Id="rId72" Type="http://schemas.openxmlformats.org/officeDocument/2006/relationships/customXml" Target="../ink/ink3021.xml"/><Relationship Id="rId93" Type="http://schemas.openxmlformats.org/officeDocument/2006/relationships/image" Target="../media/image2294.png"/><Relationship Id="rId189" Type="http://schemas.openxmlformats.org/officeDocument/2006/relationships/image" Target="../media/image2348.png"/><Relationship Id="rId3" Type="http://schemas.openxmlformats.org/officeDocument/2006/relationships/image" Target="../media/image2244.png"/><Relationship Id="rId214" Type="http://schemas.openxmlformats.org/officeDocument/2006/relationships/customXml" Target="../ink/ink3092.xml"/><Relationship Id="rId235" Type="http://schemas.openxmlformats.org/officeDocument/2006/relationships/image" Target="../media/image2374.png"/><Relationship Id="rId256" Type="http://schemas.openxmlformats.org/officeDocument/2006/relationships/customXml" Target="../ink/ink3113.xml"/><Relationship Id="rId277" Type="http://schemas.openxmlformats.org/officeDocument/2006/relationships/image" Target="../media/image2397.png"/><Relationship Id="rId298" Type="http://schemas.openxmlformats.org/officeDocument/2006/relationships/customXml" Target="../ink/ink3134.xml"/><Relationship Id="rId116" Type="http://schemas.openxmlformats.org/officeDocument/2006/relationships/customXml" Target="../ink/ink3043.xml"/><Relationship Id="rId137" Type="http://schemas.openxmlformats.org/officeDocument/2006/relationships/image" Target="../media/image2319.png"/><Relationship Id="rId158" Type="http://schemas.openxmlformats.org/officeDocument/2006/relationships/customXml" Target="../ink/ink3064.xml"/><Relationship Id="rId302" Type="http://schemas.openxmlformats.org/officeDocument/2006/relationships/customXml" Target="../ink/ink3136.xml"/><Relationship Id="rId323" Type="http://schemas.openxmlformats.org/officeDocument/2006/relationships/image" Target="../media/image2424.png"/><Relationship Id="rId20" Type="http://schemas.openxmlformats.org/officeDocument/2006/relationships/customXml" Target="../ink/ink2995.xml"/><Relationship Id="rId41" Type="http://schemas.openxmlformats.org/officeDocument/2006/relationships/image" Target="../media/image2265.png"/><Relationship Id="rId62" Type="http://schemas.openxmlformats.org/officeDocument/2006/relationships/customXml" Target="../ink/ink3016.xml"/><Relationship Id="rId83" Type="http://schemas.openxmlformats.org/officeDocument/2006/relationships/image" Target="../media/image2288.png"/><Relationship Id="rId179" Type="http://schemas.openxmlformats.org/officeDocument/2006/relationships/image" Target="../media/image2343.png"/><Relationship Id="rId190" Type="http://schemas.openxmlformats.org/officeDocument/2006/relationships/customXml" Target="../ink/ink3080.xml"/><Relationship Id="rId204" Type="http://schemas.openxmlformats.org/officeDocument/2006/relationships/customXml" Target="../ink/ink3087.xml"/><Relationship Id="rId225" Type="http://schemas.openxmlformats.org/officeDocument/2006/relationships/image" Target="../media/image2368.png"/><Relationship Id="rId246" Type="http://schemas.openxmlformats.org/officeDocument/2006/relationships/customXml" Target="../ink/ink3108.xml"/><Relationship Id="rId267" Type="http://schemas.openxmlformats.org/officeDocument/2006/relationships/image" Target="../media/image2392.png"/><Relationship Id="rId288" Type="http://schemas.openxmlformats.org/officeDocument/2006/relationships/customXml" Target="../ink/ink3129.xml"/><Relationship Id="rId106" Type="http://schemas.openxmlformats.org/officeDocument/2006/relationships/customXml" Target="../ink/ink3038.xml"/><Relationship Id="rId127" Type="http://schemas.openxmlformats.org/officeDocument/2006/relationships/image" Target="../media/image2314.png"/><Relationship Id="rId313" Type="http://schemas.openxmlformats.org/officeDocument/2006/relationships/image" Target="../media/image2418.png"/><Relationship Id="rId10" Type="http://schemas.openxmlformats.org/officeDocument/2006/relationships/customXml" Target="../ink/ink2990.xml"/><Relationship Id="rId31" Type="http://schemas.openxmlformats.org/officeDocument/2006/relationships/image" Target="../media/image2259.png"/><Relationship Id="rId52" Type="http://schemas.openxmlformats.org/officeDocument/2006/relationships/customXml" Target="../ink/ink3011.xml"/><Relationship Id="rId73" Type="http://schemas.openxmlformats.org/officeDocument/2006/relationships/image" Target="../media/image2283.png"/><Relationship Id="rId94" Type="http://schemas.openxmlformats.org/officeDocument/2006/relationships/customXml" Target="../ink/ink3032.xml"/><Relationship Id="rId148" Type="http://schemas.openxmlformats.org/officeDocument/2006/relationships/customXml" Target="../ink/ink3059.xml"/><Relationship Id="rId169" Type="http://schemas.openxmlformats.org/officeDocument/2006/relationships/image" Target="../media/image2337.png"/><Relationship Id="rId4" Type="http://schemas.openxmlformats.org/officeDocument/2006/relationships/customXml" Target="../ink/ink2987.xml"/><Relationship Id="rId180" Type="http://schemas.openxmlformats.org/officeDocument/2006/relationships/customXml" Target="../ink/ink3075.xml"/><Relationship Id="rId215" Type="http://schemas.openxmlformats.org/officeDocument/2006/relationships/image" Target="../media/image2363.png"/><Relationship Id="rId236" Type="http://schemas.openxmlformats.org/officeDocument/2006/relationships/customXml" Target="../ink/ink3103.xml"/><Relationship Id="rId257" Type="http://schemas.openxmlformats.org/officeDocument/2006/relationships/image" Target="../media/image2386.png"/><Relationship Id="rId278" Type="http://schemas.openxmlformats.org/officeDocument/2006/relationships/customXml" Target="../ink/ink3124.xml"/><Relationship Id="rId303" Type="http://schemas.openxmlformats.org/officeDocument/2006/relationships/image" Target="../media/image2413.png"/><Relationship Id="rId42" Type="http://schemas.openxmlformats.org/officeDocument/2006/relationships/customXml" Target="../ink/ink3006.xml"/><Relationship Id="rId84" Type="http://schemas.openxmlformats.org/officeDocument/2006/relationships/customXml" Target="../ink/ink3027.xml"/><Relationship Id="rId138" Type="http://schemas.openxmlformats.org/officeDocument/2006/relationships/customXml" Target="../ink/ink3054.xml"/><Relationship Id="rId191" Type="http://schemas.openxmlformats.org/officeDocument/2006/relationships/image" Target="../media/image2349.png"/><Relationship Id="rId205" Type="http://schemas.openxmlformats.org/officeDocument/2006/relationships/image" Target="../media/image2357.png"/><Relationship Id="rId247" Type="http://schemas.openxmlformats.org/officeDocument/2006/relationships/image" Target="../media/image2381.png"/><Relationship Id="rId107" Type="http://schemas.openxmlformats.org/officeDocument/2006/relationships/image" Target="../media/image2302.png"/><Relationship Id="rId289" Type="http://schemas.openxmlformats.org/officeDocument/2006/relationships/image" Target="../media/image2404.png"/><Relationship Id="rId11" Type="http://schemas.openxmlformats.org/officeDocument/2006/relationships/image" Target="../media/image2248.png"/><Relationship Id="rId53" Type="http://schemas.openxmlformats.org/officeDocument/2006/relationships/image" Target="../media/image2272.png"/><Relationship Id="rId149" Type="http://schemas.openxmlformats.org/officeDocument/2006/relationships/image" Target="../media/image2326.png"/><Relationship Id="rId314" Type="http://schemas.openxmlformats.org/officeDocument/2006/relationships/customXml" Target="../ink/ink3142.xml"/><Relationship Id="rId95" Type="http://schemas.openxmlformats.org/officeDocument/2006/relationships/image" Target="../media/image2295.png"/><Relationship Id="rId160" Type="http://schemas.openxmlformats.org/officeDocument/2006/relationships/customXml" Target="../ink/ink3065.xml"/><Relationship Id="rId216" Type="http://schemas.openxmlformats.org/officeDocument/2006/relationships/customXml" Target="../ink/ink3093.xml"/><Relationship Id="rId258" Type="http://schemas.openxmlformats.org/officeDocument/2006/relationships/customXml" Target="../ink/ink3114.xml"/><Relationship Id="rId22" Type="http://schemas.openxmlformats.org/officeDocument/2006/relationships/customXml" Target="../ink/ink2996.xml"/><Relationship Id="rId64" Type="http://schemas.openxmlformats.org/officeDocument/2006/relationships/customXml" Target="../ink/ink3017.xml"/><Relationship Id="rId118" Type="http://schemas.openxmlformats.org/officeDocument/2006/relationships/customXml" Target="../ink/ink3044.xml"/><Relationship Id="rId325" Type="http://schemas.openxmlformats.org/officeDocument/2006/relationships/image" Target="../media/image2425.png"/><Relationship Id="rId171" Type="http://schemas.openxmlformats.org/officeDocument/2006/relationships/image" Target="../media/image2338.png"/><Relationship Id="rId227" Type="http://schemas.openxmlformats.org/officeDocument/2006/relationships/image" Target="../media/image2369.png"/><Relationship Id="rId269" Type="http://schemas.openxmlformats.org/officeDocument/2006/relationships/image" Target="../media/image2393.png"/><Relationship Id="rId33" Type="http://schemas.openxmlformats.org/officeDocument/2006/relationships/image" Target="../media/image2261.png"/><Relationship Id="rId129" Type="http://schemas.openxmlformats.org/officeDocument/2006/relationships/image" Target="../media/image2315.png"/><Relationship Id="rId280" Type="http://schemas.openxmlformats.org/officeDocument/2006/relationships/customXml" Target="../ink/ink3125.xml"/><Relationship Id="rId75" Type="http://schemas.openxmlformats.org/officeDocument/2006/relationships/image" Target="../media/image2284.png"/><Relationship Id="rId140" Type="http://schemas.openxmlformats.org/officeDocument/2006/relationships/customXml" Target="../ink/ink3055.xml"/><Relationship Id="rId182" Type="http://schemas.openxmlformats.org/officeDocument/2006/relationships/customXml" Target="../ink/ink3076.xml"/><Relationship Id="rId6" Type="http://schemas.openxmlformats.org/officeDocument/2006/relationships/customXml" Target="../ink/ink2988.xml"/><Relationship Id="rId238" Type="http://schemas.openxmlformats.org/officeDocument/2006/relationships/customXml" Target="../ink/ink3104.xml"/><Relationship Id="rId291" Type="http://schemas.openxmlformats.org/officeDocument/2006/relationships/image" Target="../media/image2405.png"/><Relationship Id="rId305" Type="http://schemas.openxmlformats.org/officeDocument/2006/relationships/image" Target="../media/image2414.png"/><Relationship Id="rId44" Type="http://schemas.openxmlformats.org/officeDocument/2006/relationships/customXml" Target="../ink/ink3007.xml"/><Relationship Id="rId86" Type="http://schemas.openxmlformats.org/officeDocument/2006/relationships/customXml" Target="../ink/ink3028.xml"/><Relationship Id="rId151" Type="http://schemas.openxmlformats.org/officeDocument/2006/relationships/image" Target="../media/image2327.png"/><Relationship Id="rId193" Type="http://schemas.openxmlformats.org/officeDocument/2006/relationships/image" Target="../media/image2351.png"/><Relationship Id="rId207" Type="http://schemas.openxmlformats.org/officeDocument/2006/relationships/image" Target="../media/image2358.png"/><Relationship Id="rId249" Type="http://schemas.openxmlformats.org/officeDocument/2006/relationships/image" Target="../media/image2382.png"/><Relationship Id="rId13" Type="http://schemas.openxmlformats.org/officeDocument/2006/relationships/image" Target="../media/image2249.png"/><Relationship Id="rId109" Type="http://schemas.openxmlformats.org/officeDocument/2006/relationships/image" Target="../media/image2303.png"/><Relationship Id="rId260" Type="http://schemas.openxmlformats.org/officeDocument/2006/relationships/customXml" Target="../ink/ink3115.xml"/><Relationship Id="rId316" Type="http://schemas.openxmlformats.org/officeDocument/2006/relationships/customXml" Target="../ink/ink3143.xml"/><Relationship Id="rId55" Type="http://schemas.openxmlformats.org/officeDocument/2006/relationships/image" Target="../media/image2273.png"/><Relationship Id="rId97" Type="http://schemas.openxmlformats.org/officeDocument/2006/relationships/image" Target="../media/image2296.png"/><Relationship Id="rId120" Type="http://schemas.openxmlformats.org/officeDocument/2006/relationships/customXml" Target="../ink/ink3045.xml"/><Relationship Id="rId162" Type="http://schemas.openxmlformats.org/officeDocument/2006/relationships/customXml" Target="../ink/ink3066.xml"/><Relationship Id="rId218" Type="http://schemas.openxmlformats.org/officeDocument/2006/relationships/customXml" Target="../ink/ink3094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08.xml"/><Relationship Id="rId21" Type="http://schemas.openxmlformats.org/officeDocument/2006/relationships/customXml" Target="../ink/ink3160.xml"/><Relationship Id="rId42" Type="http://schemas.openxmlformats.org/officeDocument/2006/relationships/image" Target="../media/image7230.png"/><Relationship Id="rId63" Type="http://schemas.openxmlformats.org/officeDocument/2006/relationships/customXml" Target="../ink/ink3181.xml"/><Relationship Id="rId84" Type="http://schemas.openxmlformats.org/officeDocument/2006/relationships/image" Target="../media/image7440.png"/><Relationship Id="rId138" Type="http://schemas.openxmlformats.org/officeDocument/2006/relationships/image" Target="../media/image7710.png"/><Relationship Id="rId159" Type="http://schemas.openxmlformats.org/officeDocument/2006/relationships/customXml" Target="../ink/ink3229.xml"/><Relationship Id="rId170" Type="http://schemas.openxmlformats.org/officeDocument/2006/relationships/image" Target="../media/image7870.png"/><Relationship Id="rId107" Type="http://schemas.openxmlformats.org/officeDocument/2006/relationships/customXml" Target="../ink/ink3203.xml"/><Relationship Id="rId11" Type="http://schemas.openxmlformats.org/officeDocument/2006/relationships/customXml" Target="../ink/ink3155.xml"/><Relationship Id="rId32" Type="http://schemas.openxmlformats.org/officeDocument/2006/relationships/image" Target="../media/image7180.png"/><Relationship Id="rId53" Type="http://schemas.openxmlformats.org/officeDocument/2006/relationships/customXml" Target="../ink/ink3176.xml"/><Relationship Id="rId74" Type="http://schemas.openxmlformats.org/officeDocument/2006/relationships/image" Target="../media/image7390.png"/><Relationship Id="rId128" Type="http://schemas.openxmlformats.org/officeDocument/2006/relationships/image" Target="../media/image7660.png"/><Relationship Id="rId149" Type="http://schemas.openxmlformats.org/officeDocument/2006/relationships/customXml" Target="../ink/ink3224.xml"/><Relationship Id="rId5" Type="http://schemas.openxmlformats.org/officeDocument/2006/relationships/customXml" Target="../ink/ink3152.xml"/><Relationship Id="rId95" Type="http://schemas.openxmlformats.org/officeDocument/2006/relationships/customXml" Target="../ink/ink3197.xml"/><Relationship Id="rId160" Type="http://schemas.openxmlformats.org/officeDocument/2006/relationships/image" Target="../media/image7820.png"/><Relationship Id="rId22" Type="http://schemas.openxmlformats.org/officeDocument/2006/relationships/image" Target="../media/image7130.png"/><Relationship Id="rId43" Type="http://schemas.openxmlformats.org/officeDocument/2006/relationships/customXml" Target="../ink/ink3171.xml"/><Relationship Id="rId64" Type="http://schemas.openxmlformats.org/officeDocument/2006/relationships/image" Target="../media/image7340.png"/><Relationship Id="rId118" Type="http://schemas.openxmlformats.org/officeDocument/2006/relationships/image" Target="../media/image7610.png"/><Relationship Id="rId139" Type="http://schemas.openxmlformats.org/officeDocument/2006/relationships/customXml" Target="../ink/ink3219.xml"/><Relationship Id="rId85" Type="http://schemas.openxmlformats.org/officeDocument/2006/relationships/customXml" Target="../ink/ink3192.xml"/><Relationship Id="rId150" Type="http://schemas.openxmlformats.org/officeDocument/2006/relationships/image" Target="../media/image7770.png"/><Relationship Id="rId171" Type="http://schemas.openxmlformats.org/officeDocument/2006/relationships/customXml" Target="../ink/ink3235.xml"/><Relationship Id="rId12" Type="http://schemas.openxmlformats.org/officeDocument/2006/relationships/image" Target="../media/image7080.png"/><Relationship Id="rId33" Type="http://schemas.openxmlformats.org/officeDocument/2006/relationships/customXml" Target="../ink/ink3166.xml"/><Relationship Id="rId108" Type="http://schemas.openxmlformats.org/officeDocument/2006/relationships/image" Target="../media/image7560.png"/><Relationship Id="rId129" Type="http://schemas.openxmlformats.org/officeDocument/2006/relationships/customXml" Target="../ink/ink3214.xml"/><Relationship Id="rId54" Type="http://schemas.openxmlformats.org/officeDocument/2006/relationships/image" Target="../media/image7290.png"/><Relationship Id="rId75" Type="http://schemas.openxmlformats.org/officeDocument/2006/relationships/customXml" Target="../ink/ink3187.xml"/><Relationship Id="rId96" Type="http://schemas.openxmlformats.org/officeDocument/2006/relationships/image" Target="../media/image7500.png"/><Relationship Id="rId140" Type="http://schemas.openxmlformats.org/officeDocument/2006/relationships/image" Target="../media/image7720.png"/><Relationship Id="rId161" Type="http://schemas.openxmlformats.org/officeDocument/2006/relationships/customXml" Target="../ink/ink32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50.png"/><Relationship Id="rId23" Type="http://schemas.openxmlformats.org/officeDocument/2006/relationships/customXml" Target="../ink/ink3161.xml"/><Relationship Id="rId28" Type="http://schemas.openxmlformats.org/officeDocument/2006/relationships/image" Target="../media/image7160.png"/><Relationship Id="rId49" Type="http://schemas.openxmlformats.org/officeDocument/2006/relationships/customXml" Target="../ink/ink3174.xml"/><Relationship Id="rId114" Type="http://schemas.openxmlformats.org/officeDocument/2006/relationships/image" Target="../media/image7590.png"/><Relationship Id="rId119" Type="http://schemas.openxmlformats.org/officeDocument/2006/relationships/customXml" Target="../ink/ink3209.xml"/><Relationship Id="rId44" Type="http://schemas.openxmlformats.org/officeDocument/2006/relationships/image" Target="../media/image7240.png"/><Relationship Id="rId60" Type="http://schemas.openxmlformats.org/officeDocument/2006/relationships/image" Target="../media/image7320.png"/><Relationship Id="rId65" Type="http://schemas.openxmlformats.org/officeDocument/2006/relationships/customXml" Target="../ink/ink3182.xml"/><Relationship Id="rId81" Type="http://schemas.openxmlformats.org/officeDocument/2006/relationships/customXml" Target="../ink/ink3190.xml"/><Relationship Id="rId86" Type="http://schemas.openxmlformats.org/officeDocument/2006/relationships/image" Target="../media/image7450.png"/><Relationship Id="rId130" Type="http://schemas.openxmlformats.org/officeDocument/2006/relationships/image" Target="../media/image7670.png"/><Relationship Id="rId135" Type="http://schemas.openxmlformats.org/officeDocument/2006/relationships/customXml" Target="../ink/ink3217.xml"/><Relationship Id="rId151" Type="http://schemas.openxmlformats.org/officeDocument/2006/relationships/customXml" Target="../ink/ink3225.xml"/><Relationship Id="rId156" Type="http://schemas.openxmlformats.org/officeDocument/2006/relationships/image" Target="../media/image7800.png"/><Relationship Id="rId172" Type="http://schemas.openxmlformats.org/officeDocument/2006/relationships/image" Target="../media/image7880.png"/><Relationship Id="rId13" Type="http://schemas.openxmlformats.org/officeDocument/2006/relationships/customXml" Target="../ink/ink3156.xml"/><Relationship Id="rId18" Type="http://schemas.openxmlformats.org/officeDocument/2006/relationships/image" Target="../media/image7111.png"/><Relationship Id="rId39" Type="http://schemas.openxmlformats.org/officeDocument/2006/relationships/customXml" Target="../ink/ink3169.xml"/><Relationship Id="rId109" Type="http://schemas.openxmlformats.org/officeDocument/2006/relationships/customXml" Target="../ink/ink3204.xml"/><Relationship Id="rId34" Type="http://schemas.openxmlformats.org/officeDocument/2006/relationships/image" Target="../media/image7190.png"/><Relationship Id="rId50" Type="http://schemas.openxmlformats.org/officeDocument/2006/relationships/image" Target="../media/image7270.png"/><Relationship Id="rId55" Type="http://schemas.openxmlformats.org/officeDocument/2006/relationships/customXml" Target="../ink/ink3177.xml"/><Relationship Id="rId76" Type="http://schemas.openxmlformats.org/officeDocument/2006/relationships/image" Target="../media/image7400.png"/><Relationship Id="rId97" Type="http://schemas.openxmlformats.org/officeDocument/2006/relationships/customXml" Target="../ink/ink3198.xml"/><Relationship Id="rId104" Type="http://schemas.openxmlformats.org/officeDocument/2006/relationships/image" Target="../media/image7540.png"/><Relationship Id="rId120" Type="http://schemas.openxmlformats.org/officeDocument/2006/relationships/image" Target="../media/image7620.png"/><Relationship Id="rId125" Type="http://schemas.openxmlformats.org/officeDocument/2006/relationships/customXml" Target="../ink/ink3212.xml"/><Relationship Id="rId141" Type="http://schemas.openxmlformats.org/officeDocument/2006/relationships/customXml" Target="../ink/ink3220.xml"/><Relationship Id="rId146" Type="http://schemas.openxmlformats.org/officeDocument/2006/relationships/image" Target="../media/image7750.png"/><Relationship Id="rId167" Type="http://schemas.openxmlformats.org/officeDocument/2006/relationships/customXml" Target="../ink/ink3233.xml"/><Relationship Id="rId7" Type="http://schemas.openxmlformats.org/officeDocument/2006/relationships/customXml" Target="../ink/ink3153.xml"/><Relationship Id="rId71" Type="http://schemas.openxmlformats.org/officeDocument/2006/relationships/customXml" Target="../ink/ink3185.xml"/><Relationship Id="rId92" Type="http://schemas.openxmlformats.org/officeDocument/2006/relationships/image" Target="../media/image7480.png"/><Relationship Id="rId162" Type="http://schemas.openxmlformats.org/officeDocument/2006/relationships/image" Target="../media/image7830.png"/><Relationship Id="rId2" Type="http://schemas.openxmlformats.org/officeDocument/2006/relationships/image" Target="../media/image2429.emf"/><Relationship Id="rId29" Type="http://schemas.openxmlformats.org/officeDocument/2006/relationships/customXml" Target="../ink/ink3164.xml"/><Relationship Id="rId24" Type="http://schemas.openxmlformats.org/officeDocument/2006/relationships/image" Target="../media/image7140.png"/><Relationship Id="rId40" Type="http://schemas.openxmlformats.org/officeDocument/2006/relationships/image" Target="../media/image7220.png"/><Relationship Id="rId45" Type="http://schemas.openxmlformats.org/officeDocument/2006/relationships/customXml" Target="../ink/ink3172.xml"/><Relationship Id="rId66" Type="http://schemas.openxmlformats.org/officeDocument/2006/relationships/image" Target="../media/image7350.png"/><Relationship Id="rId87" Type="http://schemas.openxmlformats.org/officeDocument/2006/relationships/customXml" Target="../ink/ink3193.xml"/><Relationship Id="rId110" Type="http://schemas.openxmlformats.org/officeDocument/2006/relationships/image" Target="../media/image7570.png"/><Relationship Id="rId115" Type="http://schemas.openxmlformats.org/officeDocument/2006/relationships/customXml" Target="../ink/ink3207.xml"/><Relationship Id="rId131" Type="http://schemas.openxmlformats.org/officeDocument/2006/relationships/customXml" Target="../ink/ink3215.xml"/><Relationship Id="rId136" Type="http://schemas.openxmlformats.org/officeDocument/2006/relationships/image" Target="../media/image7700.png"/><Relationship Id="rId157" Type="http://schemas.openxmlformats.org/officeDocument/2006/relationships/customXml" Target="../ink/ink3228.xml"/><Relationship Id="rId61" Type="http://schemas.openxmlformats.org/officeDocument/2006/relationships/customXml" Target="../ink/ink3180.xml"/><Relationship Id="rId82" Type="http://schemas.openxmlformats.org/officeDocument/2006/relationships/image" Target="../media/image7430.png"/><Relationship Id="rId152" Type="http://schemas.openxmlformats.org/officeDocument/2006/relationships/image" Target="../media/image7780.png"/><Relationship Id="rId173" Type="http://schemas.openxmlformats.org/officeDocument/2006/relationships/customXml" Target="../ink/ink3236.xml"/><Relationship Id="rId19" Type="http://schemas.openxmlformats.org/officeDocument/2006/relationships/customXml" Target="../ink/ink3159.xml"/><Relationship Id="rId14" Type="http://schemas.openxmlformats.org/officeDocument/2006/relationships/image" Target="../media/image7090.png"/><Relationship Id="rId30" Type="http://schemas.openxmlformats.org/officeDocument/2006/relationships/image" Target="../media/image7170.png"/><Relationship Id="rId35" Type="http://schemas.openxmlformats.org/officeDocument/2006/relationships/customXml" Target="../ink/ink3167.xml"/><Relationship Id="rId56" Type="http://schemas.openxmlformats.org/officeDocument/2006/relationships/image" Target="../media/image7300.png"/><Relationship Id="rId77" Type="http://schemas.openxmlformats.org/officeDocument/2006/relationships/customXml" Target="../ink/ink3188.xml"/><Relationship Id="rId100" Type="http://schemas.openxmlformats.org/officeDocument/2006/relationships/image" Target="../media/image7520.png"/><Relationship Id="rId105" Type="http://schemas.openxmlformats.org/officeDocument/2006/relationships/customXml" Target="../ink/ink3202.xml"/><Relationship Id="rId126" Type="http://schemas.openxmlformats.org/officeDocument/2006/relationships/image" Target="../media/image7650.png"/><Relationship Id="rId147" Type="http://schemas.openxmlformats.org/officeDocument/2006/relationships/customXml" Target="../ink/ink3223.xml"/><Relationship Id="rId168" Type="http://schemas.openxmlformats.org/officeDocument/2006/relationships/image" Target="../media/image7860.png"/><Relationship Id="rId8" Type="http://schemas.openxmlformats.org/officeDocument/2006/relationships/image" Target="../media/image7060.png"/><Relationship Id="rId51" Type="http://schemas.openxmlformats.org/officeDocument/2006/relationships/customXml" Target="../ink/ink3175.xml"/><Relationship Id="rId72" Type="http://schemas.openxmlformats.org/officeDocument/2006/relationships/image" Target="../media/image7380.png"/><Relationship Id="rId93" Type="http://schemas.openxmlformats.org/officeDocument/2006/relationships/customXml" Target="../ink/ink3196.xml"/><Relationship Id="rId98" Type="http://schemas.openxmlformats.org/officeDocument/2006/relationships/image" Target="../media/image7510.png"/><Relationship Id="rId121" Type="http://schemas.openxmlformats.org/officeDocument/2006/relationships/customXml" Target="../ink/ink3210.xml"/><Relationship Id="rId142" Type="http://schemas.openxmlformats.org/officeDocument/2006/relationships/image" Target="../media/image7730.png"/><Relationship Id="rId163" Type="http://schemas.openxmlformats.org/officeDocument/2006/relationships/customXml" Target="../ink/ink3231.xml"/><Relationship Id="rId3" Type="http://schemas.openxmlformats.org/officeDocument/2006/relationships/customXml" Target="../ink/ink3151.xml"/><Relationship Id="rId25" Type="http://schemas.openxmlformats.org/officeDocument/2006/relationships/customXml" Target="../ink/ink3162.xml"/><Relationship Id="rId46" Type="http://schemas.openxmlformats.org/officeDocument/2006/relationships/image" Target="../media/image7250.png"/><Relationship Id="rId67" Type="http://schemas.openxmlformats.org/officeDocument/2006/relationships/customXml" Target="../ink/ink3183.xml"/><Relationship Id="rId116" Type="http://schemas.openxmlformats.org/officeDocument/2006/relationships/image" Target="../media/image7600.png"/><Relationship Id="rId137" Type="http://schemas.openxmlformats.org/officeDocument/2006/relationships/customXml" Target="../ink/ink3218.xml"/><Relationship Id="rId158" Type="http://schemas.openxmlformats.org/officeDocument/2006/relationships/image" Target="../media/image7810.png"/><Relationship Id="rId20" Type="http://schemas.openxmlformats.org/officeDocument/2006/relationships/image" Target="../media/image7120.png"/><Relationship Id="rId41" Type="http://schemas.openxmlformats.org/officeDocument/2006/relationships/customXml" Target="../ink/ink3170.xml"/><Relationship Id="rId62" Type="http://schemas.openxmlformats.org/officeDocument/2006/relationships/image" Target="../media/image7330.png"/><Relationship Id="rId83" Type="http://schemas.openxmlformats.org/officeDocument/2006/relationships/customXml" Target="../ink/ink3191.xml"/><Relationship Id="rId88" Type="http://schemas.openxmlformats.org/officeDocument/2006/relationships/image" Target="../media/image7460.png"/><Relationship Id="rId111" Type="http://schemas.openxmlformats.org/officeDocument/2006/relationships/customXml" Target="../ink/ink3205.xml"/><Relationship Id="rId132" Type="http://schemas.openxmlformats.org/officeDocument/2006/relationships/image" Target="../media/image7680.png"/><Relationship Id="rId153" Type="http://schemas.openxmlformats.org/officeDocument/2006/relationships/customXml" Target="../ink/ink3226.xml"/><Relationship Id="rId174" Type="http://schemas.openxmlformats.org/officeDocument/2006/relationships/image" Target="../media/image7890.png"/><Relationship Id="rId15" Type="http://schemas.openxmlformats.org/officeDocument/2006/relationships/customXml" Target="../ink/ink3157.xml"/><Relationship Id="rId36" Type="http://schemas.openxmlformats.org/officeDocument/2006/relationships/image" Target="../media/image7200.png"/><Relationship Id="rId57" Type="http://schemas.openxmlformats.org/officeDocument/2006/relationships/customXml" Target="../ink/ink3178.xml"/><Relationship Id="rId106" Type="http://schemas.openxmlformats.org/officeDocument/2006/relationships/image" Target="../media/image7550.png"/><Relationship Id="rId127" Type="http://schemas.openxmlformats.org/officeDocument/2006/relationships/customXml" Target="../ink/ink3213.xml"/><Relationship Id="rId10" Type="http://schemas.openxmlformats.org/officeDocument/2006/relationships/image" Target="../media/image7070.png"/><Relationship Id="rId31" Type="http://schemas.openxmlformats.org/officeDocument/2006/relationships/customXml" Target="../ink/ink3165.xml"/><Relationship Id="rId52" Type="http://schemas.openxmlformats.org/officeDocument/2006/relationships/image" Target="../media/image7280.png"/><Relationship Id="rId73" Type="http://schemas.openxmlformats.org/officeDocument/2006/relationships/customXml" Target="../ink/ink3186.xml"/><Relationship Id="rId78" Type="http://schemas.openxmlformats.org/officeDocument/2006/relationships/image" Target="../media/image7411.png"/><Relationship Id="rId94" Type="http://schemas.openxmlformats.org/officeDocument/2006/relationships/image" Target="../media/image7490.png"/><Relationship Id="rId99" Type="http://schemas.openxmlformats.org/officeDocument/2006/relationships/customXml" Target="../ink/ink3199.xml"/><Relationship Id="rId101" Type="http://schemas.openxmlformats.org/officeDocument/2006/relationships/customXml" Target="../ink/ink3200.xml"/><Relationship Id="rId122" Type="http://schemas.openxmlformats.org/officeDocument/2006/relationships/image" Target="../media/image7630.png"/><Relationship Id="rId143" Type="http://schemas.openxmlformats.org/officeDocument/2006/relationships/customXml" Target="../ink/ink3221.xml"/><Relationship Id="rId148" Type="http://schemas.openxmlformats.org/officeDocument/2006/relationships/image" Target="../media/image7760.png"/><Relationship Id="rId164" Type="http://schemas.openxmlformats.org/officeDocument/2006/relationships/image" Target="../media/image7840.png"/><Relationship Id="rId169" Type="http://schemas.openxmlformats.org/officeDocument/2006/relationships/customXml" Target="../ink/ink3234.xml"/><Relationship Id="rId4" Type="http://schemas.openxmlformats.org/officeDocument/2006/relationships/image" Target="../media/image7040.png"/><Relationship Id="rId9" Type="http://schemas.openxmlformats.org/officeDocument/2006/relationships/customXml" Target="../ink/ink3154.xml"/><Relationship Id="rId26" Type="http://schemas.openxmlformats.org/officeDocument/2006/relationships/image" Target="../media/image7150.png"/><Relationship Id="rId47" Type="http://schemas.openxmlformats.org/officeDocument/2006/relationships/customXml" Target="../ink/ink3173.xml"/><Relationship Id="rId68" Type="http://schemas.openxmlformats.org/officeDocument/2006/relationships/image" Target="../media/image7360.png"/><Relationship Id="rId89" Type="http://schemas.openxmlformats.org/officeDocument/2006/relationships/customXml" Target="../ink/ink3194.xml"/><Relationship Id="rId112" Type="http://schemas.openxmlformats.org/officeDocument/2006/relationships/image" Target="../media/image7580.png"/><Relationship Id="rId133" Type="http://schemas.openxmlformats.org/officeDocument/2006/relationships/customXml" Target="../ink/ink3216.xml"/><Relationship Id="rId154" Type="http://schemas.openxmlformats.org/officeDocument/2006/relationships/image" Target="../media/image7790.png"/><Relationship Id="rId16" Type="http://schemas.openxmlformats.org/officeDocument/2006/relationships/image" Target="../media/image7101.png"/><Relationship Id="rId37" Type="http://schemas.openxmlformats.org/officeDocument/2006/relationships/customXml" Target="../ink/ink3168.xml"/><Relationship Id="rId58" Type="http://schemas.openxmlformats.org/officeDocument/2006/relationships/image" Target="../media/image7311.png"/><Relationship Id="rId79" Type="http://schemas.openxmlformats.org/officeDocument/2006/relationships/customXml" Target="../ink/ink3189.xml"/><Relationship Id="rId102" Type="http://schemas.openxmlformats.org/officeDocument/2006/relationships/image" Target="../media/image7530.png"/><Relationship Id="rId123" Type="http://schemas.openxmlformats.org/officeDocument/2006/relationships/customXml" Target="../ink/ink3211.xml"/><Relationship Id="rId144" Type="http://schemas.openxmlformats.org/officeDocument/2006/relationships/image" Target="../media/image7740.png"/><Relationship Id="rId90" Type="http://schemas.openxmlformats.org/officeDocument/2006/relationships/image" Target="../media/image7470.png"/><Relationship Id="rId165" Type="http://schemas.openxmlformats.org/officeDocument/2006/relationships/customXml" Target="../ink/ink3232.xml"/><Relationship Id="rId27" Type="http://schemas.openxmlformats.org/officeDocument/2006/relationships/customXml" Target="../ink/ink3163.xml"/><Relationship Id="rId48" Type="http://schemas.openxmlformats.org/officeDocument/2006/relationships/image" Target="../media/image7260.png"/><Relationship Id="rId69" Type="http://schemas.openxmlformats.org/officeDocument/2006/relationships/customXml" Target="../ink/ink3184.xml"/><Relationship Id="rId113" Type="http://schemas.openxmlformats.org/officeDocument/2006/relationships/customXml" Target="../ink/ink3206.xml"/><Relationship Id="rId134" Type="http://schemas.openxmlformats.org/officeDocument/2006/relationships/image" Target="../media/image7690.png"/><Relationship Id="rId80" Type="http://schemas.openxmlformats.org/officeDocument/2006/relationships/image" Target="../media/image7420.png"/><Relationship Id="rId155" Type="http://schemas.openxmlformats.org/officeDocument/2006/relationships/customXml" Target="../ink/ink3227.xml"/><Relationship Id="rId17" Type="http://schemas.openxmlformats.org/officeDocument/2006/relationships/customXml" Target="../ink/ink3158.xml"/><Relationship Id="rId38" Type="http://schemas.openxmlformats.org/officeDocument/2006/relationships/image" Target="../media/image7211.png"/><Relationship Id="rId59" Type="http://schemas.openxmlformats.org/officeDocument/2006/relationships/customXml" Target="../ink/ink3179.xml"/><Relationship Id="rId103" Type="http://schemas.openxmlformats.org/officeDocument/2006/relationships/customXml" Target="../ink/ink3201.xml"/><Relationship Id="rId124" Type="http://schemas.openxmlformats.org/officeDocument/2006/relationships/image" Target="../media/image7640.png"/><Relationship Id="rId70" Type="http://schemas.openxmlformats.org/officeDocument/2006/relationships/image" Target="../media/image7370.png"/><Relationship Id="rId91" Type="http://schemas.openxmlformats.org/officeDocument/2006/relationships/customXml" Target="../ink/ink3195.xml"/><Relationship Id="rId145" Type="http://schemas.openxmlformats.org/officeDocument/2006/relationships/customXml" Target="../ink/ink3222.xml"/><Relationship Id="rId166" Type="http://schemas.openxmlformats.org/officeDocument/2006/relationships/image" Target="../media/image78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94.xml"/><Relationship Id="rId299" Type="http://schemas.openxmlformats.org/officeDocument/2006/relationships/customXml" Target="../ink/ink3385.xml"/><Relationship Id="rId21" Type="http://schemas.openxmlformats.org/officeDocument/2006/relationships/customXml" Target="../ink/ink3246.xml"/><Relationship Id="rId63" Type="http://schemas.openxmlformats.org/officeDocument/2006/relationships/customXml" Target="../ink/ink3267.xml"/><Relationship Id="rId159" Type="http://schemas.openxmlformats.org/officeDocument/2006/relationships/customXml" Target="../ink/ink3315.xml"/><Relationship Id="rId170" Type="http://schemas.openxmlformats.org/officeDocument/2006/relationships/image" Target="../media/image2526.png"/><Relationship Id="rId226" Type="http://schemas.openxmlformats.org/officeDocument/2006/relationships/image" Target="../media/image2557.png"/><Relationship Id="rId268" Type="http://schemas.openxmlformats.org/officeDocument/2006/relationships/image" Target="../media/image2581.png"/><Relationship Id="rId32" Type="http://schemas.openxmlformats.org/officeDocument/2006/relationships/image" Target="../media/image2447.png"/><Relationship Id="rId74" Type="http://schemas.openxmlformats.org/officeDocument/2006/relationships/image" Target="../media/image2471.png"/><Relationship Id="rId128" Type="http://schemas.openxmlformats.org/officeDocument/2006/relationships/image" Target="../media/image2502.png"/><Relationship Id="rId5" Type="http://schemas.openxmlformats.org/officeDocument/2006/relationships/customXml" Target="../ink/ink3238.xml"/><Relationship Id="rId181" Type="http://schemas.openxmlformats.org/officeDocument/2006/relationships/customXml" Target="../ink/ink3326.xml"/><Relationship Id="rId237" Type="http://schemas.openxmlformats.org/officeDocument/2006/relationships/customXml" Target="../ink/ink3354.xml"/><Relationship Id="rId279" Type="http://schemas.openxmlformats.org/officeDocument/2006/relationships/customXml" Target="../ink/ink3375.xml"/><Relationship Id="rId43" Type="http://schemas.openxmlformats.org/officeDocument/2006/relationships/customXml" Target="../ink/ink3257.xml"/><Relationship Id="rId139" Type="http://schemas.openxmlformats.org/officeDocument/2006/relationships/customXml" Target="../ink/ink3305.xml"/><Relationship Id="rId290" Type="http://schemas.openxmlformats.org/officeDocument/2006/relationships/image" Target="../media/image2593.png"/><Relationship Id="rId304" Type="http://schemas.openxmlformats.org/officeDocument/2006/relationships/image" Target="../media/image2601.png"/><Relationship Id="rId85" Type="http://schemas.openxmlformats.org/officeDocument/2006/relationships/customXml" Target="../ink/ink3278.xml"/><Relationship Id="rId150" Type="http://schemas.openxmlformats.org/officeDocument/2006/relationships/image" Target="../media/image2515.png"/><Relationship Id="rId192" Type="http://schemas.openxmlformats.org/officeDocument/2006/relationships/image" Target="../media/image2538.png"/><Relationship Id="rId206" Type="http://schemas.openxmlformats.org/officeDocument/2006/relationships/image" Target="../media/image2546.png"/><Relationship Id="rId248" Type="http://schemas.openxmlformats.org/officeDocument/2006/relationships/image" Target="../media/image2569.png"/><Relationship Id="rId12" Type="http://schemas.openxmlformats.org/officeDocument/2006/relationships/image" Target="../media/image2436.png"/><Relationship Id="rId108" Type="http://schemas.openxmlformats.org/officeDocument/2006/relationships/image" Target="../media/image2489.png"/><Relationship Id="rId54" Type="http://schemas.openxmlformats.org/officeDocument/2006/relationships/image" Target="../media/image2459.png"/><Relationship Id="rId96" Type="http://schemas.openxmlformats.org/officeDocument/2006/relationships/image" Target="../media/image2483.png"/><Relationship Id="rId161" Type="http://schemas.openxmlformats.org/officeDocument/2006/relationships/customXml" Target="../ink/ink3316.xml"/><Relationship Id="rId217" Type="http://schemas.openxmlformats.org/officeDocument/2006/relationships/customXml" Target="../ink/ink3344.xml"/><Relationship Id="rId259" Type="http://schemas.openxmlformats.org/officeDocument/2006/relationships/customXml" Target="../ink/ink3365.xml"/><Relationship Id="rId23" Type="http://schemas.openxmlformats.org/officeDocument/2006/relationships/customXml" Target="../ink/ink3247.xml"/><Relationship Id="rId119" Type="http://schemas.openxmlformats.org/officeDocument/2006/relationships/customXml" Target="../ink/ink3295.xml"/><Relationship Id="rId270" Type="http://schemas.openxmlformats.org/officeDocument/2006/relationships/image" Target="../media/image2582.png"/><Relationship Id="rId65" Type="http://schemas.openxmlformats.org/officeDocument/2006/relationships/customXml" Target="../ink/ink3268.xml"/><Relationship Id="rId130" Type="http://schemas.openxmlformats.org/officeDocument/2006/relationships/image" Target="../media/image2503.png"/><Relationship Id="rId172" Type="http://schemas.openxmlformats.org/officeDocument/2006/relationships/image" Target="../media/image2527.png"/><Relationship Id="rId193" Type="http://schemas.openxmlformats.org/officeDocument/2006/relationships/customXml" Target="../ink/ink3332.xml"/><Relationship Id="rId207" Type="http://schemas.openxmlformats.org/officeDocument/2006/relationships/customXml" Target="../ink/ink3339.xml"/><Relationship Id="rId228" Type="http://schemas.openxmlformats.org/officeDocument/2006/relationships/image" Target="../media/image2558.png"/><Relationship Id="rId249" Type="http://schemas.openxmlformats.org/officeDocument/2006/relationships/customXml" Target="../ink/ink3360.xml"/><Relationship Id="rId13" Type="http://schemas.openxmlformats.org/officeDocument/2006/relationships/customXml" Target="../ink/ink3242.xml"/><Relationship Id="rId109" Type="http://schemas.openxmlformats.org/officeDocument/2006/relationships/customXml" Target="../ink/ink3290.xml"/><Relationship Id="rId260" Type="http://schemas.openxmlformats.org/officeDocument/2006/relationships/image" Target="../media/image2576.png"/><Relationship Id="rId281" Type="http://schemas.openxmlformats.org/officeDocument/2006/relationships/customXml" Target="../ink/ink3376.xml"/><Relationship Id="rId34" Type="http://schemas.openxmlformats.org/officeDocument/2006/relationships/image" Target="../media/image2448.png"/><Relationship Id="rId55" Type="http://schemas.openxmlformats.org/officeDocument/2006/relationships/customXml" Target="../ink/ink3263.xml"/><Relationship Id="rId76" Type="http://schemas.openxmlformats.org/officeDocument/2006/relationships/image" Target="../media/image2472.png"/><Relationship Id="rId97" Type="http://schemas.openxmlformats.org/officeDocument/2006/relationships/customXml" Target="../ink/ink3284.xml"/><Relationship Id="rId120" Type="http://schemas.openxmlformats.org/officeDocument/2006/relationships/image" Target="../media/image2496.png"/><Relationship Id="rId141" Type="http://schemas.openxmlformats.org/officeDocument/2006/relationships/customXml" Target="../ink/ink3306.xml"/><Relationship Id="rId7" Type="http://schemas.openxmlformats.org/officeDocument/2006/relationships/customXml" Target="../ink/ink3239.xml"/><Relationship Id="rId162" Type="http://schemas.openxmlformats.org/officeDocument/2006/relationships/image" Target="../media/image2522.png"/><Relationship Id="rId183" Type="http://schemas.openxmlformats.org/officeDocument/2006/relationships/customXml" Target="../ink/ink3327.xml"/><Relationship Id="rId218" Type="http://schemas.openxmlformats.org/officeDocument/2006/relationships/image" Target="../media/image2553.png"/><Relationship Id="rId239" Type="http://schemas.openxmlformats.org/officeDocument/2006/relationships/customXml" Target="../ink/ink3355.xml"/><Relationship Id="rId250" Type="http://schemas.openxmlformats.org/officeDocument/2006/relationships/image" Target="../media/image2571.png"/><Relationship Id="rId271" Type="http://schemas.openxmlformats.org/officeDocument/2006/relationships/customXml" Target="../ink/ink3371.xml"/><Relationship Id="rId292" Type="http://schemas.openxmlformats.org/officeDocument/2006/relationships/image" Target="../media/image2594.png"/><Relationship Id="rId306" Type="http://schemas.openxmlformats.org/officeDocument/2006/relationships/image" Target="../media/image2602.png"/><Relationship Id="rId24" Type="http://schemas.openxmlformats.org/officeDocument/2006/relationships/image" Target="../media/image2443.png"/><Relationship Id="rId45" Type="http://schemas.openxmlformats.org/officeDocument/2006/relationships/customXml" Target="../ink/ink3258.xml"/><Relationship Id="rId66" Type="http://schemas.openxmlformats.org/officeDocument/2006/relationships/image" Target="../media/image2466.png"/><Relationship Id="rId87" Type="http://schemas.openxmlformats.org/officeDocument/2006/relationships/customXml" Target="../ink/ink3279.xml"/><Relationship Id="rId110" Type="http://schemas.openxmlformats.org/officeDocument/2006/relationships/image" Target="../media/image2491.png"/><Relationship Id="rId131" Type="http://schemas.openxmlformats.org/officeDocument/2006/relationships/customXml" Target="../ink/ink3301.xml"/><Relationship Id="rId152" Type="http://schemas.openxmlformats.org/officeDocument/2006/relationships/image" Target="../media/image2516.png"/><Relationship Id="rId173" Type="http://schemas.openxmlformats.org/officeDocument/2006/relationships/customXml" Target="../ink/ink3322.xml"/><Relationship Id="rId194" Type="http://schemas.openxmlformats.org/officeDocument/2006/relationships/image" Target="../media/image2539.png"/><Relationship Id="rId208" Type="http://schemas.openxmlformats.org/officeDocument/2006/relationships/image" Target="../media/image2547.png"/><Relationship Id="rId229" Type="http://schemas.openxmlformats.org/officeDocument/2006/relationships/customXml" Target="../ink/ink3350.xml"/><Relationship Id="rId240" Type="http://schemas.openxmlformats.org/officeDocument/2006/relationships/image" Target="../media/image2565.png"/><Relationship Id="rId261" Type="http://schemas.openxmlformats.org/officeDocument/2006/relationships/customXml" Target="../ink/ink3366.xml"/><Relationship Id="rId14" Type="http://schemas.openxmlformats.org/officeDocument/2006/relationships/image" Target="../media/image2437.png"/><Relationship Id="rId35" Type="http://schemas.openxmlformats.org/officeDocument/2006/relationships/customXml" Target="../ink/ink3253.xml"/><Relationship Id="rId56" Type="http://schemas.openxmlformats.org/officeDocument/2006/relationships/image" Target="../media/image2461.png"/><Relationship Id="rId77" Type="http://schemas.openxmlformats.org/officeDocument/2006/relationships/customXml" Target="../ink/ink3274.xml"/><Relationship Id="rId100" Type="http://schemas.openxmlformats.org/officeDocument/2006/relationships/image" Target="../media/image2485.png"/><Relationship Id="rId282" Type="http://schemas.openxmlformats.org/officeDocument/2006/relationships/image" Target="../media/image2588.png"/><Relationship Id="rId8" Type="http://schemas.openxmlformats.org/officeDocument/2006/relationships/image" Target="../media/image2434.png"/><Relationship Id="rId98" Type="http://schemas.openxmlformats.org/officeDocument/2006/relationships/image" Target="../media/image2484.png"/><Relationship Id="rId121" Type="http://schemas.openxmlformats.org/officeDocument/2006/relationships/customXml" Target="../ink/ink3296.xml"/><Relationship Id="rId142" Type="http://schemas.openxmlformats.org/officeDocument/2006/relationships/image" Target="../media/image2509.png"/><Relationship Id="rId163" Type="http://schemas.openxmlformats.org/officeDocument/2006/relationships/customXml" Target="../ink/ink3317.xml"/><Relationship Id="rId184" Type="http://schemas.openxmlformats.org/officeDocument/2006/relationships/image" Target="../media/image2534.png"/><Relationship Id="rId219" Type="http://schemas.openxmlformats.org/officeDocument/2006/relationships/customXml" Target="../ink/ink3345.xml"/><Relationship Id="rId230" Type="http://schemas.openxmlformats.org/officeDocument/2006/relationships/image" Target="../media/image2559.png"/><Relationship Id="rId251" Type="http://schemas.openxmlformats.org/officeDocument/2006/relationships/customXml" Target="../ink/ink3361.xml"/><Relationship Id="rId25" Type="http://schemas.openxmlformats.org/officeDocument/2006/relationships/customXml" Target="../ink/ink3248.xml"/><Relationship Id="rId46" Type="http://schemas.openxmlformats.org/officeDocument/2006/relationships/image" Target="../media/image2455.png"/><Relationship Id="rId67" Type="http://schemas.openxmlformats.org/officeDocument/2006/relationships/customXml" Target="../ink/ink3269.xml"/><Relationship Id="rId272" Type="http://schemas.openxmlformats.org/officeDocument/2006/relationships/image" Target="../media/image2583.png"/><Relationship Id="rId293" Type="http://schemas.openxmlformats.org/officeDocument/2006/relationships/customXml" Target="../ink/ink3382.xml"/><Relationship Id="rId307" Type="http://schemas.openxmlformats.org/officeDocument/2006/relationships/customXml" Target="../ink/ink3389.xml"/><Relationship Id="rId88" Type="http://schemas.openxmlformats.org/officeDocument/2006/relationships/image" Target="../media/image2478.png"/><Relationship Id="rId111" Type="http://schemas.openxmlformats.org/officeDocument/2006/relationships/customXml" Target="../ink/ink3291.xml"/><Relationship Id="rId132" Type="http://schemas.openxmlformats.org/officeDocument/2006/relationships/image" Target="../media/image2504.png"/><Relationship Id="rId153" Type="http://schemas.openxmlformats.org/officeDocument/2006/relationships/customXml" Target="../ink/ink3312.xml"/><Relationship Id="rId174" Type="http://schemas.openxmlformats.org/officeDocument/2006/relationships/image" Target="../media/image2528.png"/><Relationship Id="rId195" Type="http://schemas.openxmlformats.org/officeDocument/2006/relationships/customXml" Target="../ink/ink3333.xml"/><Relationship Id="rId209" Type="http://schemas.openxmlformats.org/officeDocument/2006/relationships/customXml" Target="../ink/ink3340.xml"/><Relationship Id="rId220" Type="http://schemas.openxmlformats.org/officeDocument/2006/relationships/image" Target="../media/image2554.png"/><Relationship Id="rId241" Type="http://schemas.openxmlformats.org/officeDocument/2006/relationships/customXml" Target="../ink/ink3356.xml"/><Relationship Id="rId15" Type="http://schemas.openxmlformats.org/officeDocument/2006/relationships/customXml" Target="../ink/ink3243.xml"/><Relationship Id="rId36" Type="http://schemas.openxmlformats.org/officeDocument/2006/relationships/image" Target="../media/image2449.png"/><Relationship Id="rId57" Type="http://schemas.openxmlformats.org/officeDocument/2006/relationships/customXml" Target="../ink/ink3264.xml"/><Relationship Id="rId262" Type="http://schemas.openxmlformats.org/officeDocument/2006/relationships/image" Target="../media/image2577.png"/><Relationship Id="rId283" Type="http://schemas.openxmlformats.org/officeDocument/2006/relationships/customXml" Target="../ink/ink3377.xml"/><Relationship Id="rId78" Type="http://schemas.openxmlformats.org/officeDocument/2006/relationships/image" Target="../media/image2473.png"/><Relationship Id="rId99" Type="http://schemas.openxmlformats.org/officeDocument/2006/relationships/customXml" Target="../ink/ink3285.xml"/><Relationship Id="rId101" Type="http://schemas.openxmlformats.org/officeDocument/2006/relationships/customXml" Target="../ink/ink3286.xml"/><Relationship Id="rId122" Type="http://schemas.openxmlformats.org/officeDocument/2006/relationships/image" Target="../media/image2497.png"/><Relationship Id="rId143" Type="http://schemas.openxmlformats.org/officeDocument/2006/relationships/customXml" Target="../ink/ink3307.xml"/><Relationship Id="rId164" Type="http://schemas.openxmlformats.org/officeDocument/2006/relationships/image" Target="../media/image2523.png"/><Relationship Id="rId185" Type="http://schemas.openxmlformats.org/officeDocument/2006/relationships/customXml" Target="../ink/ink3328.xml"/><Relationship Id="rId9" Type="http://schemas.openxmlformats.org/officeDocument/2006/relationships/customXml" Target="../ink/ink3240.xml"/><Relationship Id="rId210" Type="http://schemas.openxmlformats.org/officeDocument/2006/relationships/image" Target="../media/image2548.png"/><Relationship Id="rId26" Type="http://schemas.openxmlformats.org/officeDocument/2006/relationships/image" Target="../media/image2444.png"/><Relationship Id="rId231" Type="http://schemas.openxmlformats.org/officeDocument/2006/relationships/customXml" Target="../ink/ink3351.xml"/><Relationship Id="rId252" Type="http://schemas.openxmlformats.org/officeDocument/2006/relationships/image" Target="../media/image2572.png"/><Relationship Id="rId273" Type="http://schemas.openxmlformats.org/officeDocument/2006/relationships/customXml" Target="../ink/ink3372.xml"/><Relationship Id="rId294" Type="http://schemas.openxmlformats.org/officeDocument/2006/relationships/image" Target="../media/image2595.png"/><Relationship Id="rId308" Type="http://schemas.openxmlformats.org/officeDocument/2006/relationships/image" Target="../media/image2603.png"/><Relationship Id="rId47" Type="http://schemas.openxmlformats.org/officeDocument/2006/relationships/customXml" Target="../ink/ink3259.xml"/><Relationship Id="rId68" Type="http://schemas.openxmlformats.org/officeDocument/2006/relationships/image" Target="../media/image2467.png"/><Relationship Id="rId89" Type="http://schemas.openxmlformats.org/officeDocument/2006/relationships/customXml" Target="../ink/ink3280.xml"/><Relationship Id="rId112" Type="http://schemas.openxmlformats.org/officeDocument/2006/relationships/image" Target="../media/image2492.png"/><Relationship Id="rId133" Type="http://schemas.openxmlformats.org/officeDocument/2006/relationships/customXml" Target="../ink/ink3302.xml"/><Relationship Id="rId154" Type="http://schemas.openxmlformats.org/officeDocument/2006/relationships/image" Target="../media/image2517.png"/><Relationship Id="rId175" Type="http://schemas.openxmlformats.org/officeDocument/2006/relationships/customXml" Target="../ink/ink3323.xml"/><Relationship Id="rId196" Type="http://schemas.openxmlformats.org/officeDocument/2006/relationships/image" Target="../media/image2541.png"/><Relationship Id="rId200" Type="http://schemas.openxmlformats.org/officeDocument/2006/relationships/image" Target="../media/image2543.png"/><Relationship Id="rId16" Type="http://schemas.openxmlformats.org/officeDocument/2006/relationships/image" Target="../media/image2438.png"/><Relationship Id="rId221" Type="http://schemas.openxmlformats.org/officeDocument/2006/relationships/customXml" Target="../ink/ink3346.xml"/><Relationship Id="rId242" Type="http://schemas.openxmlformats.org/officeDocument/2006/relationships/image" Target="../media/image2566.png"/><Relationship Id="rId263" Type="http://schemas.openxmlformats.org/officeDocument/2006/relationships/customXml" Target="../ink/ink3367.xml"/><Relationship Id="rId284" Type="http://schemas.openxmlformats.org/officeDocument/2006/relationships/image" Target="../media/image2589.png"/><Relationship Id="rId37" Type="http://schemas.openxmlformats.org/officeDocument/2006/relationships/customXml" Target="../ink/ink3254.xml"/><Relationship Id="rId58" Type="http://schemas.openxmlformats.org/officeDocument/2006/relationships/image" Target="../media/image2462.png"/><Relationship Id="rId79" Type="http://schemas.openxmlformats.org/officeDocument/2006/relationships/customXml" Target="../ink/ink3275.xml"/><Relationship Id="rId102" Type="http://schemas.openxmlformats.org/officeDocument/2006/relationships/image" Target="../media/image2486.png"/><Relationship Id="rId123" Type="http://schemas.openxmlformats.org/officeDocument/2006/relationships/customXml" Target="../ink/ink3297.xml"/><Relationship Id="rId144" Type="http://schemas.openxmlformats.org/officeDocument/2006/relationships/image" Target="../media/image2512.png"/><Relationship Id="rId90" Type="http://schemas.openxmlformats.org/officeDocument/2006/relationships/image" Target="../media/image2479.png"/><Relationship Id="rId165" Type="http://schemas.openxmlformats.org/officeDocument/2006/relationships/customXml" Target="../ink/ink3318.xml"/><Relationship Id="rId186" Type="http://schemas.openxmlformats.org/officeDocument/2006/relationships/image" Target="../media/image2535.png"/><Relationship Id="rId211" Type="http://schemas.openxmlformats.org/officeDocument/2006/relationships/customXml" Target="../ink/ink3341.xml"/><Relationship Id="rId232" Type="http://schemas.openxmlformats.org/officeDocument/2006/relationships/image" Target="../media/image2561.png"/><Relationship Id="rId253" Type="http://schemas.openxmlformats.org/officeDocument/2006/relationships/customXml" Target="../ink/ink3362.xml"/><Relationship Id="rId274" Type="http://schemas.openxmlformats.org/officeDocument/2006/relationships/image" Target="../media/image2584.png"/><Relationship Id="rId295" Type="http://schemas.openxmlformats.org/officeDocument/2006/relationships/customXml" Target="../ink/ink3383.xml"/><Relationship Id="rId309" Type="http://schemas.openxmlformats.org/officeDocument/2006/relationships/customXml" Target="../ink/ink3390.xml"/><Relationship Id="rId27" Type="http://schemas.openxmlformats.org/officeDocument/2006/relationships/customXml" Target="../ink/ink3249.xml"/><Relationship Id="rId48" Type="http://schemas.openxmlformats.org/officeDocument/2006/relationships/image" Target="../media/image2456.png"/><Relationship Id="rId69" Type="http://schemas.openxmlformats.org/officeDocument/2006/relationships/customXml" Target="../ink/ink3270.xml"/><Relationship Id="rId113" Type="http://schemas.openxmlformats.org/officeDocument/2006/relationships/customXml" Target="../ink/ink3292.xml"/><Relationship Id="rId134" Type="http://schemas.openxmlformats.org/officeDocument/2006/relationships/image" Target="../media/image2505.png"/><Relationship Id="rId80" Type="http://schemas.openxmlformats.org/officeDocument/2006/relationships/image" Target="../media/image2474.png"/><Relationship Id="rId155" Type="http://schemas.openxmlformats.org/officeDocument/2006/relationships/customXml" Target="../ink/ink3313.xml"/><Relationship Id="rId176" Type="http://schemas.openxmlformats.org/officeDocument/2006/relationships/image" Target="../media/image2529.png"/><Relationship Id="rId197" Type="http://schemas.openxmlformats.org/officeDocument/2006/relationships/customXml" Target="../ink/ink3334.xml"/><Relationship Id="rId201" Type="http://schemas.openxmlformats.org/officeDocument/2006/relationships/customXml" Target="../ink/ink3336.xml"/><Relationship Id="rId222" Type="http://schemas.openxmlformats.org/officeDocument/2006/relationships/image" Target="../media/image2555.png"/><Relationship Id="rId243" Type="http://schemas.openxmlformats.org/officeDocument/2006/relationships/customXml" Target="../ink/ink3357.xml"/><Relationship Id="rId264" Type="http://schemas.openxmlformats.org/officeDocument/2006/relationships/image" Target="../media/image2578.png"/><Relationship Id="rId285" Type="http://schemas.openxmlformats.org/officeDocument/2006/relationships/customXml" Target="../ink/ink3378.xml"/><Relationship Id="rId17" Type="http://schemas.openxmlformats.org/officeDocument/2006/relationships/customXml" Target="../ink/ink3244.xml"/><Relationship Id="rId38" Type="http://schemas.openxmlformats.org/officeDocument/2006/relationships/image" Target="../media/image2451.png"/><Relationship Id="rId59" Type="http://schemas.openxmlformats.org/officeDocument/2006/relationships/customXml" Target="../ink/ink3265.xml"/><Relationship Id="rId103" Type="http://schemas.openxmlformats.org/officeDocument/2006/relationships/customXml" Target="../ink/ink3287.xml"/><Relationship Id="rId124" Type="http://schemas.openxmlformats.org/officeDocument/2006/relationships/image" Target="../media/image2498.png"/><Relationship Id="rId310" Type="http://schemas.openxmlformats.org/officeDocument/2006/relationships/image" Target="../media/image2604.png"/><Relationship Id="rId70" Type="http://schemas.openxmlformats.org/officeDocument/2006/relationships/image" Target="../media/image2468.png"/><Relationship Id="rId91" Type="http://schemas.openxmlformats.org/officeDocument/2006/relationships/customXml" Target="../ink/ink3281.xml"/><Relationship Id="rId145" Type="http://schemas.openxmlformats.org/officeDocument/2006/relationships/customXml" Target="../ink/ink3308.xml"/><Relationship Id="rId166" Type="http://schemas.openxmlformats.org/officeDocument/2006/relationships/image" Target="../media/image2524.png"/><Relationship Id="rId187" Type="http://schemas.openxmlformats.org/officeDocument/2006/relationships/customXml" Target="../ink/ink3329.xml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2549.png"/><Relationship Id="rId233" Type="http://schemas.openxmlformats.org/officeDocument/2006/relationships/customXml" Target="../ink/ink3352.xml"/><Relationship Id="rId254" Type="http://schemas.openxmlformats.org/officeDocument/2006/relationships/image" Target="../media/image2573.png"/><Relationship Id="rId28" Type="http://schemas.openxmlformats.org/officeDocument/2006/relationships/image" Target="../media/image2445.png"/><Relationship Id="rId49" Type="http://schemas.openxmlformats.org/officeDocument/2006/relationships/customXml" Target="../ink/ink3260.xml"/><Relationship Id="rId114" Type="http://schemas.openxmlformats.org/officeDocument/2006/relationships/image" Target="../media/image2493.png"/><Relationship Id="rId275" Type="http://schemas.openxmlformats.org/officeDocument/2006/relationships/customXml" Target="../ink/ink3373.xml"/><Relationship Id="rId296" Type="http://schemas.openxmlformats.org/officeDocument/2006/relationships/image" Target="../media/image2596.png"/><Relationship Id="rId300" Type="http://schemas.openxmlformats.org/officeDocument/2006/relationships/image" Target="../media/image2598.png"/><Relationship Id="rId60" Type="http://schemas.openxmlformats.org/officeDocument/2006/relationships/image" Target="../media/image2463.png"/><Relationship Id="rId81" Type="http://schemas.openxmlformats.org/officeDocument/2006/relationships/customXml" Target="../ink/ink3276.xml"/><Relationship Id="rId135" Type="http://schemas.openxmlformats.org/officeDocument/2006/relationships/customXml" Target="../ink/ink3303.xml"/><Relationship Id="rId156" Type="http://schemas.openxmlformats.org/officeDocument/2006/relationships/image" Target="../media/image2518.png"/><Relationship Id="rId177" Type="http://schemas.openxmlformats.org/officeDocument/2006/relationships/customXml" Target="../ink/ink3324.xml"/><Relationship Id="rId198" Type="http://schemas.openxmlformats.org/officeDocument/2006/relationships/image" Target="../media/image2542.png"/><Relationship Id="rId202" Type="http://schemas.openxmlformats.org/officeDocument/2006/relationships/image" Target="../media/image2544.png"/><Relationship Id="rId223" Type="http://schemas.openxmlformats.org/officeDocument/2006/relationships/customXml" Target="../ink/ink3347.xml"/><Relationship Id="rId244" Type="http://schemas.openxmlformats.org/officeDocument/2006/relationships/image" Target="../media/image2567.png"/><Relationship Id="rId18" Type="http://schemas.openxmlformats.org/officeDocument/2006/relationships/image" Target="../media/image2439.png"/><Relationship Id="rId39" Type="http://schemas.openxmlformats.org/officeDocument/2006/relationships/customXml" Target="../ink/ink3255.xml"/><Relationship Id="rId265" Type="http://schemas.openxmlformats.org/officeDocument/2006/relationships/customXml" Target="../ink/ink3368.xml"/><Relationship Id="rId286" Type="http://schemas.openxmlformats.org/officeDocument/2006/relationships/image" Target="../media/image2591.png"/><Relationship Id="rId50" Type="http://schemas.openxmlformats.org/officeDocument/2006/relationships/image" Target="../media/image2457.png"/><Relationship Id="rId104" Type="http://schemas.openxmlformats.org/officeDocument/2006/relationships/image" Target="../media/image2487.png"/><Relationship Id="rId125" Type="http://schemas.openxmlformats.org/officeDocument/2006/relationships/customXml" Target="../ink/ink3298.xml"/><Relationship Id="rId146" Type="http://schemas.openxmlformats.org/officeDocument/2006/relationships/image" Target="../media/image2513.png"/><Relationship Id="rId167" Type="http://schemas.openxmlformats.org/officeDocument/2006/relationships/customXml" Target="../ink/ink3319.xml"/><Relationship Id="rId188" Type="http://schemas.openxmlformats.org/officeDocument/2006/relationships/image" Target="../media/image2536.png"/><Relationship Id="rId311" Type="http://schemas.openxmlformats.org/officeDocument/2006/relationships/customXml" Target="../ink/ink3391.xml"/><Relationship Id="rId71" Type="http://schemas.openxmlformats.org/officeDocument/2006/relationships/customXml" Target="../ink/ink3271.xml"/><Relationship Id="rId92" Type="http://schemas.openxmlformats.org/officeDocument/2006/relationships/image" Target="../media/image2481.png"/><Relationship Id="rId213" Type="http://schemas.openxmlformats.org/officeDocument/2006/relationships/customXml" Target="../ink/ink3342.xml"/><Relationship Id="rId234" Type="http://schemas.openxmlformats.org/officeDocument/2006/relationships/image" Target="../media/image2562.png"/><Relationship Id="rId2" Type="http://schemas.openxmlformats.org/officeDocument/2006/relationships/image" Target="../media/image2432.png"/><Relationship Id="rId29" Type="http://schemas.openxmlformats.org/officeDocument/2006/relationships/customXml" Target="../ink/ink3250.xml"/><Relationship Id="rId255" Type="http://schemas.openxmlformats.org/officeDocument/2006/relationships/customXml" Target="../ink/ink3363.xml"/><Relationship Id="rId276" Type="http://schemas.openxmlformats.org/officeDocument/2006/relationships/image" Target="../media/image2585.png"/><Relationship Id="rId297" Type="http://schemas.openxmlformats.org/officeDocument/2006/relationships/customXml" Target="../ink/ink3384.xml"/><Relationship Id="rId40" Type="http://schemas.openxmlformats.org/officeDocument/2006/relationships/image" Target="../media/image2452.png"/><Relationship Id="rId115" Type="http://schemas.openxmlformats.org/officeDocument/2006/relationships/customXml" Target="../ink/ink3293.xml"/><Relationship Id="rId136" Type="http://schemas.openxmlformats.org/officeDocument/2006/relationships/image" Target="../media/image2506.png"/><Relationship Id="rId157" Type="http://schemas.openxmlformats.org/officeDocument/2006/relationships/customXml" Target="../ink/ink3314.xml"/><Relationship Id="rId178" Type="http://schemas.openxmlformats.org/officeDocument/2006/relationships/image" Target="../media/image2531.png"/><Relationship Id="rId301" Type="http://schemas.openxmlformats.org/officeDocument/2006/relationships/customXml" Target="../ink/ink3386.xml"/><Relationship Id="rId61" Type="http://schemas.openxmlformats.org/officeDocument/2006/relationships/customXml" Target="../ink/ink3266.xml"/><Relationship Id="rId82" Type="http://schemas.openxmlformats.org/officeDocument/2006/relationships/image" Target="../media/image2475.png"/><Relationship Id="rId199" Type="http://schemas.openxmlformats.org/officeDocument/2006/relationships/customXml" Target="../ink/ink3335.xml"/><Relationship Id="rId203" Type="http://schemas.openxmlformats.org/officeDocument/2006/relationships/customXml" Target="../ink/ink3337.xml"/><Relationship Id="rId19" Type="http://schemas.openxmlformats.org/officeDocument/2006/relationships/customXml" Target="../ink/ink3245.xml"/><Relationship Id="rId224" Type="http://schemas.openxmlformats.org/officeDocument/2006/relationships/image" Target="../media/image2556.png"/><Relationship Id="rId245" Type="http://schemas.openxmlformats.org/officeDocument/2006/relationships/customXml" Target="../ink/ink3358.xml"/><Relationship Id="rId266" Type="http://schemas.openxmlformats.org/officeDocument/2006/relationships/image" Target="../media/image2579.png"/><Relationship Id="rId287" Type="http://schemas.openxmlformats.org/officeDocument/2006/relationships/customXml" Target="../ink/ink3379.xml"/><Relationship Id="rId30" Type="http://schemas.openxmlformats.org/officeDocument/2006/relationships/image" Target="../media/image2446.png"/><Relationship Id="rId105" Type="http://schemas.openxmlformats.org/officeDocument/2006/relationships/customXml" Target="../ink/ink3288.xml"/><Relationship Id="rId126" Type="http://schemas.openxmlformats.org/officeDocument/2006/relationships/image" Target="../media/image2499.png"/><Relationship Id="rId147" Type="http://schemas.openxmlformats.org/officeDocument/2006/relationships/customXml" Target="../ink/ink3309.xml"/><Relationship Id="rId168" Type="http://schemas.openxmlformats.org/officeDocument/2006/relationships/image" Target="../media/image2525.png"/><Relationship Id="rId312" Type="http://schemas.openxmlformats.org/officeDocument/2006/relationships/image" Target="../media/image2605.png"/><Relationship Id="rId51" Type="http://schemas.openxmlformats.org/officeDocument/2006/relationships/customXml" Target="../ink/ink3261.xml"/><Relationship Id="rId72" Type="http://schemas.openxmlformats.org/officeDocument/2006/relationships/image" Target="../media/image2469.png"/><Relationship Id="rId93" Type="http://schemas.openxmlformats.org/officeDocument/2006/relationships/customXml" Target="../ink/ink3282.xml"/><Relationship Id="rId189" Type="http://schemas.openxmlformats.org/officeDocument/2006/relationships/customXml" Target="../ink/ink3330.xml"/><Relationship Id="rId3" Type="http://schemas.openxmlformats.org/officeDocument/2006/relationships/customXml" Target="../ink/ink3237.xml"/><Relationship Id="rId214" Type="http://schemas.openxmlformats.org/officeDocument/2006/relationships/image" Target="../media/image2551.png"/><Relationship Id="rId235" Type="http://schemas.openxmlformats.org/officeDocument/2006/relationships/customXml" Target="../ink/ink3353.xml"/><Relationship Id="rId256" Type="http://schemas.openxmlformats.org/officeDocument/2006/relationships/image" Target="../media/image2574.png"/><Relationship Id="rId277" Type="http://schemas.openxmlformats.org/officeDocument/2006/relationships/customXml" Target="../ink/ink3374.xml"/><Relationship Id="rId298" Type="http://schemas.openxmlformats.org/officeDocument/2006/relationships/image" Target="../media/image2597.png"/><Relationship Id="rId116" Type="http://schemas.openxmlformats.org/officeDocument/2006/relationships/image" Target="../media/image2494.png"/><Relationship Id="rId137" Type="http://schemas.openxmlformats.org/officeDocument/2006/relationships/customXml" Target="../ink/ink3304.xml"/><Relationship Id="rId158" Type="http://schemas.openxmlformats.org/officeDocument/2006/relationships/image" Target="../media/image2519.png"/><Relationship Id="rId302" Type="http://schemas.openxmlformats.org/officeDocument/2006/relationships/image" Target="../media/image2599.png"/><Relationship Id="rId20" Type="http://schemas.openxmlformats.org/officeDocument/2006/relationships/image" Target="../media/image2441.png"/><Relationship Id="rId41" Type="http://schemas.openxmlformats.org/officeDocument/2006/relationships/customXml" Target="../ink/ink3256.xml"/><Relationship Id="rId62" Type="http://schemas.openxmlformats.org/officeDocument/2006/relationships/image" Target="../media/image2464.png"/><Relationship Id="rId83" Type="http://schemas.openxmlformats.org/officeDocument/2006/relationships/customXml" Target="../ink/ink3277.xml"/><Relationship Id="rId179" Type="http://schemas.openxmlformats.org/officeDocument/2006/relationships/customXml" Target="../ink/ink3325.xml"/><Relationship Id="rId190" Type="http://schemas.openxmlformats.org/officeDocument/2006/relationships/image" Target="../media/image2537.png"/><Relationship Id="rId204" Type="http://schemas.openxmlformats.org/officeDocument/2006/relationships/image" Target="../media/image2545.png"/><Relationship Id="rId225" Type="http://schemas.openxmlformats.org/officeDocument/2006/relationships/customXml" Target="../ink/ink3348.xml"/><Relationship Id="rId246" Type="http://schemas.openxmlformats.org/officeDocument/2006/relationships/image" Target="../media/image2568.png"/><Relationship Id="rId267" Type="http://schemas.openxmlformats.org/officeDocument/2006/relationships/customXml" Target="../ink/ink3369.xml"/><Relationship Id="rId288" Type="http://schemas.openxmlformats.org/officeDocument/2006/relationships/image" Target="../media/image2592.png"/><Relationship Id="rId106" Type="http://schemas.openxmlformats.org/officeDocument/2006/relationships/image" Target="../media/image2488.png"/><Relationship Id="rId127" Type="http://schemas.openxmlformats.org/officeDocument/2006/relationships/customXml" Target="../ink/ink3299.xml"/><Relationship Id="rId313" Type="http://schemas.openxmlformats.org/officeDocument/2006/relationships/customXml" Target="../ink/ink3392.xml"/><Relationship Id="rId10" Type="http://schemas.openxmlformats.org/officeDocument/2006/relationships/image" Target="../media/image2435.png"/><Relationship Id="rId31" Type="http://schemas.openxmlformats.org/officeDocument/2006/relationships/customXml" Target="../ink/ink3251.xml"/><Relationship Id="rId52" Type="http://schemas.openxmlformats.org/officeDocument/2006/relationships/image" Target="../media/image2458.png"/><Relationship Id="rId73" Type="http://schemas.openxmlformats.org/officeDocument/2006/relationships/customXml" Target="../ink/ink3272.xml"/><Relationship Id="rId94" Type="http://schemas.openxmlformats.org/officeDocument/2006/relationships/image" Target="../media/image2482.png"/><Relationship Id="rId148" Type="http://schemas.openxmlformats.org/officeDocument/2006/relationships/image" Target="../media/image2514.png"/><Relationship Id="rId169" Type="http://schemas.openxmlformats.org/officeDocument/2006/relationships/customXml" Target="../ink/ink3320.xml"/><Relationship Id="rId4" Type="http://schemas.openxmlformats.org/officeDocument/2006/relationships/image" Target="../media/image7920.png"/><Relationship Id="rId180" Type="http://schemas.openxmlformats.org/officeDocument/2006/relationships/image" Target="../media/image2532.png"/><Relationship Id="rId215" Type="http://schemas.openxmlformats.org/officeDocument/2006/relationships/customXml" Target="../ink/ink3343.xml"/><Relationship Id="rId236" Type="http://schemas.openxmlformats.org/officeDocument/2006/relationships/image" Target="../media/image2563.png"/><Relationship Id="rId257" Type="http://schemas.openxmlformats.org/officeDocument/2006/relationships/customXml" Target="../ink/ink3364.xml"/><Relationship Id="rId278" Type="http://schemas.openxmlformats.org/officeDocument/2006/relationships/image" Target="../media/image2586.png"/><Relationship Id="rId303" Type="http://schemas.openxmlformats.org/officeDocument/2006/relationships/customXml" Target="../ink/ink3387.xml"/><Relationship Id="rId42" Type="http://schemas.openxmlformats.org/officeDocument/2006/relationships/image" Target="../media/image2453.png"/><Relationship Id="rId84" Type="http://schemas.openxmlformats.org/officeDocument/2006/relationships/image" Target="../media/image2476.png"/><Relationship Id="rId138" Type="http://schemas.openxmlformats.org/officeDocument/2006/relationships/image" Target="../media/image2507.png"/><Relationship Id="rId191" Type="http://schemas.openxmlformats.org/officeDocument/2006/relationships/customXml" Target="../ink/ink3331.xml"/><Relationship Id="rId205" Type="http://schemas.openxmlformats.org/officeDocument/2006/relationships/customXml" Target="../ink/ink3338.xml"/><Relationship Id="rId247" Type="http://schemas.openxmlformats.org/officeDocument/2006/relationships/customXml" Target="../ink/ink3359.xml"/><Relationship Id="rId107" Type="http://schemas.openxmlformats.org/officeDocument/2006/relationships/customXml" Target="../ink/ink3289.xml"/><Relationship Id="rId289" Type="http://schemas.openxmlformats.org/officeDocument/2006/relationships/customXml" Target="../ink/ink3380.xml"/><Relationship Id="rId11" Type="http://schemas.openxmlformats.org/officeDocument/2006/relationships/customXml" Target="../ink/ink3241.xml"/><Relationship Id="rId53" Type="http://schemas.openxmlformats.org/officeDocument/2006/relationships/customXml" Target="../ink/ink3262.xml"/><Relationship Id="rId149" Type="http://schemas.openxmlformats.org/officeDocument/2006/relationships/customXml" Target="../ink/ink3310.xml"/><Relationship Id="rId314" Type="http://schemas.openxmlformats.org/officeDocument/2006/relationships/image" Target="../media/image2606.png"/><Relationship Id="rId95" Type="http://schemas.openxmlformats.org/officeDocument/2006/relationships/customXml" Target="../ink/ink3283.xml"/><Relationship Id="rId160" Type="http://schemas.openxmlformats.org/officeDocument/2006/relationships/image" Target="../media/image2521.png"/><Relationship Id="rId216" Type="http://schemas.openxmlformats.org/officeDocument/2006/relationships/image" Target="../media/image2552.png"/><Relationship Id="rId258" Type="http://schemas.openxmlformats.org/officeDocument/2006/relationships/image" Target="../media/image2575.png"/><Relationship Id="rId22" Type="http://schemas.openxmlformats.org/officeDocument/2006/relationships/image" Target="../media/image2442.png"/><Relationship Id="rId64" Type="http://schemas.openxmlformats.org/officeDocument/2006/relationships/image" Target="../media/image2465.png"/><Relationship Id="rId118" Type="http://schemas.openxmlformats.org/officeDocument/2006/relationships/image" Target="../media/image2495.png"/><Relationship Id="rId171" Type="http://schemas.openxmlformats.org/officeDocument/2006/relationships/customXml" Target="../ink/ink3321.xml"/><Relationship Id="rId227" Type="http://schemas.openxmlformats.org/officeDocument/2006/relationships/customXml" Target="../ink/ink3349.xml"/><Relationship Id="rId269" Type="http://schemas.openxmlformats.org/officeDocument/2006/relationships/customXml" Target="../ink/ink3370.xml"/><Relationship Id="rId33" Type="http://schemas.openxmlformats.org/officeDocument/2006/relationships/customXml" Target="../ink/ink3252.xml"/><Relationship Id="rId129" Type="http://schemas.openxmlformats.org/officeDocument/2006/relationships/customXml" Target="../ink/ink3300.xml"/><Relationship Id="rId280" Type="http://schemas.openxmlformats.org/officeDocument/2006/relationships/image" Target="../media/image2587.png"/><Relationship Id="rId75" Type="http://schemas.openxmlformats.org/officeDocument/2006/relationships/customXml" Target="../ink/ink3273.xml"/><Relationship Id="rId140" Type="http://schemas.openxmlformats.org/officeDocument/2006/relationships/image" Target="../media/image2508.png"/><Relationship Id="rId182" Type="http://schemas.openxmlformats.org/officeDocument/2006/relationships/image" Target="../media/image2533.png"/><Relationship Id="rId6" Type="http://schemas.openxmlformats.org/officeDocument/2006/relationships/image" Target="../media/image2433.png"/><Relationship Id="rId238" Type="http://schemas.openxmlformats.org/officeDocument/2006/relationships/image" Target="../media/image2564.png"/><Relationship Id="rId291" Type="http://schemas.openxmlformats.org/officeDocument/2006/relationships/customXml" Target="../ink/ink3381.xml"/><Relationship Id="rId305" Type="http://schemas.openxmlformats.org/officeDocument/2006/relationships/customXml" Target="../ink/ink3388.xml"/><Relationship Id="rId44" Type="http://schemas.openxmlformats.org/officeDocument/2006/relationships/image" Target="../media/image2454.png"/><Relationship Id="rId86" Type="http://schemas.openxmlformats.org/officeDocument/2006/relationships/image" Target="../media/image2477.png"/><Relationship Id="rId151" Type="http://schemas.openxmlformats.org/officeDocument/2006/relationships/customXml" Target="../ink/ink3311.xml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434.xml"/><Relationship Id="rId21" Type="http://schemas.openxmlformats.org/officeDocument/2006/relationships/customXml" Target="../ink/ink3401.xml"/><Relationship Id="rId42" Type="http://schemas.openxmlformats.org/officeDocument/2006/relationships/image" Target="../media/image8800.png"/><Relationship Id="rId63" Type="http://schemas.openxmlformats.org/officeDocument/2006/relationships/customXml" Target="../ink/ink3422.xml"/><Relationship Id="rId138" Type="http://schemas.openxmlformats.org/officeDocument/2006/relationships/image" Target="../media/image9280.png"/><Relationship Id="rId159" Type="http://schemas.openxmlformats.org/officeDocument/2006/relationships/customXml" Target="../ink/ink3455.xml"/><Relationship Id="rId170" Type="http://schemas.openxmlformats.org/officeDocument/2006/relationships/image" Target="../media/image9440.png"/><Relationship Id="rId191" Type="http://schemas.openxmlformats.org/officeDocument/2006/relationships/customXml" Target="../ink/ink3471.xml"/><Relationship Id="rId205" Type="http://schemas.openxmlformats.org/officeDocument/2006/relationships/customXml" Target="../ink/ink3478.xml"/><Relationship Id="rId11" Type="http://schemas.openxmlformats.org/officeDocument/2006/relationships/customXml" Target="../ink/ink3396.xml"/><Relationship Id="rId32" Type="http://schemas.openxmlformats.org/officeDocument/2006/relationships/image" Target="../media/image8750.png"/><Relationship Id="rId53" Type="http://schemas.openxmlformats.org/officeDocument/2006/relationships/customXml" Target="../ink/ink3417.xml"/><Relationship Id="rId74" Type="http://schemas.openxmlformats.org/officeDocument/2006/relationships/image" Target="../media/image8960.png"/><Relationship Id="rId128" Type="http://schemas.openxmlformats.org/officeDocument/2006/relationships/image" Target="../media/image9230.png"/><Relationship Id="rId149" Type="http://schemas.openxmlformats.org/officeDocument/2006/relationships/customXml" Target="../ink/ink3450.xml"/><Relationship Id="rId5" Type="http://schemas.openxmlformats.org/officeDocument/2006/relationships/customXml" Target="../ink/ink3393.xml"/><Relationship Id="rId160" Type="http://schemas.openxmlformats.org/officeDocument/2006/relationships/image" Target="../media/image9390.png"/><Relationship Id="rId181" Type="http://schemas.openxmlformats.org/officeDocument/2006/relationships/customXml" Target="../ink/ink3466.xml"/><Relationship Id="rId216" Type="http://schemas.openxmlformats.org/officeDocument/2006/relationships/image" Target="../media/image2617.png"/><Relationship Id="rId22" Type="http://schemas.openxmlformats.org/officeDocument/2006/relationships/image" Target="../media/image8700.png"/><Relationship Id="rId43" Type="http://schemas.openxmlformats.org/officeDocument/2006/relationships/customXml" Target="../ink/ink3412.xml"/><Relationship Id="rId64" Type="http://schemas.openxmlformats.org/officeDocument/2006/relationships/image" Target="../media/image8910.png"/><Relationship Id="rId118" Type="http://schemas.openxmlformats.org/officeDocument/2006/relationships/image" Target="../media/image9180.png"/><Relationship Id="rId139" Type="http://schemas.openxmlformats.org/officeDocument/2006/relationships/customXml" Target="../ink/ink3445.xml"/><Relationship Id="rId150" Type="http://schemas.openxmlformats.org/officeDocument/2006/relationships/image" Target="../media/image9340.png"/><Relationship Id="rId171" Type="http://schemas.openxmlformats.org/officeDocument/2006/relationships/customXml" Target="../ink/ink3461.xml"/><Relationship Id="rId192" Type="http://schemas.openxmlformats.org/officeDocument/2006/relationships/image" Target="../media/image9550.png"/><Relationship Id="rId206" Type="http://schemas.openxmlformats.org/officeDocument/2006/relationships/image" Target="../media/image2612.png"/><Relationship Id="rId12" Type="http://schemas.openxmlformats.org/officeDocument/2006/relationships/image" Target="../media/image8650.png"/><Relationship Id="rId33" Type="http://schemas.openxmlformats.org/officeDocument/2006/relationships/customXml" Target="../ink/ink3407.xml"/><Relationship Id="rId108" Type="http://schemas.openxmlformats.org/officeDocument/2006/relationships/image" Target="../media/image9130.png"/><Relationship Id="rId129" Type="http://schemas.openxmlformats.org/officeDocument/2006/relationships/customXml" Target="../ink/ink3440.xml"/><Relationship Id="rId54" Type="http://schemas.openxmlformats.org/officeDocument/2006/relationships/image" Target="../media/image8860.png"/><Relationship Id="rId75" Type="http://schemas.openxmlformats.org/officeDocument/2006/relationships/customXml" Target="../ink/ink3428.xml"/><Relationship Id="rId140" Type="http://schemas.openxmlformats.org/officeDocument/2006/relationships/image" Target="../media/image9290.png"/><Relationship Id="rId161" Type="http://schemas.openxmlformats.org/officeDocument/2006/relationships/customXml" Target="../ink/ink3456.xml"/><Relationship Id="rId182" Type="http://schemas.openxmlformats.org/officeDocument/2006/relationships/image" Target="../media/image9500.png"/><Relationship Id="rId6" Type="http://schemas.openxmlformats.org/officeDocument/2006/relationships/image" Target="../media/image8620.png"/><Relationship Id="rId23" Type="http://schemas.openxmlformats.org/officeDocument/2006/relationships/customXml" Target="../ink/ink3402.xml"/><Relationship Id="rId119" Type="http://schemas.openxmlformats.org/officeDocument/2006/relationships/customXml" Target="../ink/ink3435.xml"/><Relationship Id="rId44" Type="http://schemas.openxmlformats.org/officeDocument/2006/relationships/image" Target="../media/image8810.png"/><Relationship Id="rId65" Type="http://schemas.openxmlformats.org/officeDocument/2006/relationships/customXml" Target="../ink/ink3423.xml"/><Relationship Id="rId130" Type="http://schemas.openxmlformats.org/officeDocument/2006/relationships/image" Target="../media/image9240.png"/><Relationship Id="rId151" Type="http://schemas.openxmlformats.org/officeDocument/2006/relationships/customXml" Target="../ink/ink3451.xml"/><Relationship Id="rId172" Type="http://schemas.openxmlformats.org/officeDocument/2006/relationships/image" Target="../media/image9450.png"/><Relationship Id="rId193" Type="http://schemas.openxmlformats.org/officeDocument/2006/relationships/customXml" Target="../ink/ink3472.xml"/><Relationship Id="rId202" Type="http://schemas.openxmlformats.org/officeDocument/2006/relationships/image" Target="../media/image9600.png"/><Relationship Id="rId207" Type="http://schemas.openxmlformats.org/officeDocument/2006/relationships/customXml" Target="../ink/ink3479.xml"/><Relationship Id="rId13" Type="http://schemas.openxmlformats.org/officeDocument/2006/relationships/customXml" Target="../ink/ink3397.xml"/><Relationship Id="rId18" Type="http://schemas.openxmlformats.org/officeDocument/2006/relationships/image" Target="../media/image8680.png"/><Relationship Id="rId39" Type="http://schemas.openxmlformats.org/officeDocument/2006/relationships/customXml" Target="../ink/ink3410.xml"/><Relationship Id="rId109" Type="http://schemas.openxmlformats.org/officeDocument/2006/relationships/customXml" Target="../ink/ink3430.xml"/><Relationship Id="rId34" Type="http://schemas.openxmlformats.org/officeDocument/2006/relationships/image" Target="../media/image8760.png"/><Relationship Id="rId50" Type="http://schemas.openxmlformats.org/officeDocument/2006/relationships/image" Target="../media/image8840.png"/><Relationship Id="rId55" Type="http://schemas.openxmlformats.org/officeDocument/2006/relationships/customXml" Target="../ink/ink3418.xml"/><Relationship Id="rId76" Type="http://schemas.openxmlformats.org/officeDocument/2006/relationships/image" Target="../media/image8970.png"/><Relationship Id="rId120" Type="http://schemas.openxmlformats.org/officeDocument/2006/relationships/image" Target="../media/image9190.png"/><Relationship Id="rId125" Type="http://schemas.openxmlformats.org/officeDocument/2006/relationships/customXml" Target="../ink/ink3438.xml"/><Relationship Id="rId141" Type="http://schemas.openxmlformats.org/officeDocument/2006/relationships/customXml" Target="../ink/ink3446.xml"/><Relationship Id="rId146" Type="http://schemas.openxmlformats.org/officeDocument/2006/relationships/image" Target="../media/image9320.png"/><Relationship Id="rId167" Type="http://schemas.openxmlformats.org/officeDocument/2006/relationships/customXml" Target="../ink/ink3459.xml"/><Relationship Id="rId188" Type="http://schemas.openxmlformats.org/officeDocument/2006/relationships/image" Target="../media/image9530.png"/><Relationship Id="rId7" Type="http://schemas.openxmlformats.org/officeDocument/2006/relationships/customXml" Target="../ink/ink3394.xml"/><Relationship Id="rId71" Type="http://schemas.openxmlformats.org/officeDocument/2006/relationships/customXml" Target="../ink/ink3426.xml"/><Relationship Id="rId162" Type="http://schemas.openxmlformats.org/officeDocument/2006/relationships/image" Target="../media/image9400.png"/><Relationship Id="rId183" Type="http://schemas.openxmlformats.org/officeDocument/2006/relationships/customXml" Target="../ink/ink3467.xml"/><Relationship Id="rId213" Type="http://schemas.openxmlformats.org/officeDocument/2006/relationships/customXml" Target="../ink/ink3482.xml"/><Relationship Id="rId2" Type="http://schemas.openxmlformats.org/officeDocument/2006/relationships/image" Target="../media/image2607.png"/><Relationship Id="rId29" Type="http://schemas.openxmlformats.org/officeDocument/2006/relationships/customXml" Target="../ink/ink3405.xml"/><Relationship Id="rId24" Type="http://schemas.openxmlformats.org/officeDocument/2006/relationships/image" Target="../media/image8710.png"/><Relationship Id="rId40" Type="http://schemas.openxmlformats.org/officeDocument/2006/relationships/image" Target="../media/image8790.png"/><Relationship Id="rId45" Type="http://schemas.openxmlformats.org/officeDocument/2006/relationships/customXml" Target="../ink/ink3413.xml"/><Relationship Id="rId66" Type="http://schemas.openxmlformats.org/officeDocument/2006/relationships/image" Target="../media/image8920.png"/><Relationship Id="rId110" Type="http://schemas.openxmlformats.org/officeDocument/2006/relationships/image" Target="../media/image9140.png"/><Relationship Id="rId115" Type="http://schemas.openxmlformats.org/officeDocument/2006/relationships/customXml" Target="../ink/ink3433.xml"/><Relationship Id="rId131" Type="http://schemas.openxmlformats.org/officeDocument/2006/relationships/customXml" Target="../ink/ink3441.xml"/><Relationship Id="rId136" Type="http://schemas.openxmlformats.org/officeDocument/2006/relationships/image" Target="../media/image9270.png"/><Relationship Id="rId157" Type="http://schemas.openxmlformats.org/officeDocument/2006/relationships/customXml" Target="../ink/ink3454.xml"/><Relationship Id="rId178" Type="http://schemas.openxmlformats.org/officeDocument/2006/relationships/image" Target="../media/image9480.png"/><Relationship Id="rId61" Type="http://schemas.openxmlformats.org/officeDocument/2006/relationships/customXml" Target="../ink/ink3421.xml"/><Relationship Id="rId152" Type="http://schemas.openxmlformats.org/officeDocument/2006/relationships/image" Target="../media/image9350.png"/><Relationship Id="rId173" Type="http://schemas.openxmlformats.org/officeDocument/2006/relationships/customXml" Target="../ink/ink3462.xml"/><Relationship Id="rId194" Type="http://schemas.openxmlformats.org/officeDocument/2006/relationships/image" Target="../media/image9560.png"/><Relationship Id="rId199" Type="http://schemas.openxmlformats.org/officeDocument/2006/relationships/customXml" Target="../ink/ink3475.xml"/><Relationship Id="rId203" Type="http://schemas.openxmlformats.org/officeDocument/2006/relationships/customXml" Target="../ink/ink3477.xml"/><Relationship Id="rId208" Type="http://schemas.openxmlformats.org/officeDocument/2006/relationships/image" Target="../media/image2613.png"/><Relationship Id="rId19" Type="http://schemas.openxmlformats.org/officeDocument/2006/relationships/customXml" Target="../ink/ink3400.xml"/><Relationship Id="rId14" Type="http://schemas.openxmlformats.org/officeDocument/2006/relationships/image" Target="../media/image8660.png"/><Relationship Id="rId30" Type="http://schemas.openxmlformats.org/officeDocument/2006/relationships/image" Target="../media/image8740.png"/><Relationship Id="rId35" Type="http://schemas.openxmlformats.org/officeDocument/2006/relationships/customXml" Target="../ink/ink3408.xml"/><Relationship Id="rId56" Type="http://schemas.openxmlformats.org/officeDocument/2006/relationships/image" Target="../media/image8870.png"/><Relationship Id="rId77" Type="http://schemas.openxmlformats.org/officeDocument/2006/relationships/customXml" Target="../ink/ink3429.xml"/><Relationship Id="rId126" Type="http://schemas.openxmlformats.org/officeDocument/2006/relationships/image" Target="../media/image9220.png"/><Relationship Id="rId147" Type="http://schemas.openxmlformats.org/officeDocument/2006/relationships/customXml" Target="../ink/ink3449.xml"/><Relationship Id="rId168" Type="http://schemas.openxmlformats.org/officeDocument/2006/relationships/image" Target="../media/image9430.png"/><Relationship Id="rId8" Type="http://schemas.openxmlformats.org/officeDocument/2006/relationships/image" Target="../media/image8630.png"/><Relationship Id="rId51" Type="http://schemas.openxmlformats.org/officeDocument/2006/relationships/customXml" Target="../ink/ink3416.xml"/><Relationship Id="rId72" Type="http://schemas.openxmlformats.org/officeDocument/2006/relationships/image" Target="../media/image8950.png"/><Relationship Id="rId121" Type="http://schemas.openxmlformats.org/officeDocument/2006/relationships/customXml" Target="../ink/ink3436.xml"/><Relationship Id="rId142" Type="http://schemas.openxmlformats.org/officeDocument/2006/relationships/image" Target="../media/image9300.png"/><Relationship Id="rId163" Type="http://schemas.openxmlformats.org/officeDocument/2006/relationships/customXml" Target="../ink/ink3457.xml"/><Relationship Id="rId184" Type="http://schemas.openxmlformats.org/officeDocument/2006/relationships/image" Target="../media/image9510.png"/><Relationship Id="rId189" Type="http://schemas.openxmlformats.org/officeDocument/2006/relationships/customXml" Target="../ink/ink3470.xml"/><Relationship Id="rId3" Type="http://schemas.openxmlformats.org/officeDocument/2006/relationships/image" Target="../media/image2608.png"/><Relationship Id="rId214" Type="http://schemas.openxmlformats.org/officeDocument/2006/relationships/image" Target="../media/image2616.png"/><Relationship Id="rId25" Type="http://schemas.openxmlformats.org/officeDocument/2006/relationships/customXml" Target="../ink/ink3403.xml"/><Relationship Id="rId46" Type="http://schemas.openxmlformats.org/officeDocument/2006/relationships/image" Target="../media/image8820.png"/><Relationship Id="rId67" Type="http://schemas.openxmlformats.org/officeDocument/2006/relationships/customXml" Target="../ink/ink3424.xml"/><Relationship Id="rId116" Type="http://schemas.openxmlformats.org/officeDocument/2006/relationships/image" Target="../media/image9170.png"/><Relationship Id="rId137" Type="http://schemas.openxmlformats.org/officeDocument/2006/relationships/customXml" Target="../ink/ink3444.xml"/><Relationship Id="rId158" Type="http://schemas.openxmlformats.org/officeDocument/2006/relationships/image" Target="../media/image9380.png"/><Relationship Id="rId20" Type="http://schemas.openxmlformats.org/officeDocument/2006/relationships/image" Target="../media/image8690.png"/><Relationship Id="rId41" Type="http://schemas.openxmlformats.org/officeDocument/2006/relationships/customXml" Target="../ink/ink3411.xml"/><Relationship Id="rId62" Type="http://schemas.openxmlformats.org/officeDocument/2006/relationships/image" Target="../media/image8900.png"/><Relationship Id="rId111" Type="http://schemas.openxmlformats.org/officeDocument/2006/relationships/customXml" Target="../ink/ink3431.xml"/><Relationship Id="rId132" Type="http://schemas.openxmlformats.org/officeDocument/2006/relationships/image" Target="../media/image9250.png"/><Relationship Id="rId153" Type="http://schemas.openxmlformats.org/officeDocument/2006/relationships/customXml" Target="../ink/ink3452.xml"/><Relationship Id="rId174" Type="http://schemas.openxmlformats.org/officeDocument/2006/relationships/image" Target="../media/image9460.png"/><Relationship Id="rId179" Type="http://schemas.openxmlformats.org/officeDocument/2006/relationships/customXml" Target="../ink/ink3465.xml"/><Relationship Id="rId195" Type="http://schemas.openxmlformats.org/officeDocument/2006/relationships/customXml" Target="../ink/ink3473.xml"/><Relationship Id="rId209" Type="http://schemas.openxmlformats.org/officeDocument/2006/relationships/customXml" Target="../ink/ink3480.xml"/><Relationship Id="rId190" Type="http://schemas.openxmlformats.org/officeDocument/2006/relationships/image" Target="../media/image9540.png"/><Relationship Id="rId204" Type="http://schemas.openxmlformats.org/officeDocument/2006/relationships/image" Target="../media/image9610.png"/><Relationship Id="rId15" Type="http://schemas.openxmlformats.org/officeDocument/2006/relationships/customXml" Target="../ink/ink3398.xml"/><Relationship Id="rId36" Type="http://schemas.openxmlformats.org/officeDocument/2006/relationships/image" Target="../media/image8770.png"/><Relationship Id="rId57" Type="http://schemas.openxmlformats.org/officeDocument/2006/relationships/customXml" Target="../ink/ink3419.xml"/><Relationship Id="rId127" Type="http://schemas.openxmlformats.org/officeDocument/2006/relationships/customXml" Target="../ink/ink3439.xml"/><Relationship Id="rId10" Type="http://schemas.openxmlformats.org/officeDocument/2006/relationships/image" Target="../media/image8640.png"/><Relationship Id="rId31" Type="http://schemas.openxmlformats.org/officeDocument/2006/relationships/customXml" Target="../ink/ink3406.xml"/><Relationship Id="rId52" Type="http://schemas.openxmlformats.org/officeDocument/2006/relationships/image" Target="../media/image8850.png"/><Relationship Id="rId73" Type="http://schemas.openxmlformats.org/officeDocument/2006/relationships/customXml" Target="../ink/ink3427.xml"/><Relationship Id="rId122" Type="http://schemas.openxmlformats.org/officeDocument/2006/relationships/image" Target="../media/image9200.png"/><Relationship Id="rId143" Type="http://schemas.openxmlformats.org/officeDocument/2006/relationships/customXml" Target="../ink/ink3447.xml"/><Relationship Id="rId148" Type="http://schemas.openxmlformats.org/officeDocument/2006/relationships/image" Target="../media/image9330.png"/><Relationship Id="rId164" Type="http://schemas.openxmlformats.org/officeDocument/2006/relationships/image" Target="../media/image9410.png"/><Relationship Id="rId169" Type="http://schemas.openxmlformats.org/officeDocument/2006/relationships/customXml" Target="../ink/ink3460.xml"/><Relationship Id="rId185" Type="http://schemas.openxmlformats.org/officeDocument/2006/relationships/customXml" Target="../ink/ink3468.xml"/><Relationship Id="rId4" Type="http://schemas.openxmlformats.org/officeDocument/2006/relationships/image" Target="../media/image2609.png"/><Relationship Id="rId9" Type="http://schemas.openxmlformats.org/officeDocument/2006/relationships/customXml" Target="../ink/ink3395.xml"/><Relationship Id="rId180" Type="http://schemas.openxmlformats.org/officeDocument/2006/relationships/image" Target="../media/image9490.png"/><Relationship Id="rId210" Type="http://schemas.openxmlformats.org/officeDocument/2006/relationships/image" Target="../media/image2614.png"/><Relationship Id="rId215" Type="http://schemas.openxmlformats.org/officeDocument/2006/relationships/customXml" Target="../ink/ink3483.xml"/><Relationship Id="rId26" Type="http://schemas.openxmlformats.org/officeDocument/2006/relationships/image" Target="../media/image8720.png"/><Relationship Id="rId47" Type="http://schemas.openxmlformats.org/officeDocument/2006/relationships/customXml" Target="../ink/ink3414.xml"/><Relationship Id="rId68" Type="http://schemas.openxmlformats.org/officeDocument/2006/relationships/image" Target="../media/image8930.png"/><Relationship Id="rId112" Type="http://schemas.openxmlformats.org/officeDocument/2006/relationships/image" Target="../media/image9150.png"/><Relationship Id="rId133" Type="http://schemas.openxmlformats.org/officeDocument/2006/relationships/customXml" Target="../ink/ink3442.xml"/><Relationship Id="rId154" Type="http://schemas.openxmlformats.org/officeDocument/2006/relationships/image" Target="../media/image9360.png"/><Relationship Id="rId175" Type="http://schemas.openxmlformats.org/officeDocument/2006/relationships/customXml" Target="../ink/ink3463.xml"/><Relationship Id="rId196" Type="http://schemas.openxmlformats.org/officeDocument/2006/relationships/image" Target="../media/image9570.png"/><Relationship Id="rId200" Type="http://schemas.openxmlformats.org/officeDocument/2006/relationships/image" Target="../media/image9590.png"/><Relationship Id="rId16" Type="http://schemas.openxmlformats.org/officeDocument/2006/relationships/image" Target="../media/image8670.png"/><Relationship Id="rId37" Type="http://schemas.openxmlformats.org/officeDocument/2006/relationships/customXml" Target="../ink/ink3409.xml"/><Relationship Id="rId58" Type="http://schemas.openxmlformats.org/officeDocument/2006/relationships/image" Target="../media/image8880.png"/><Relationship Id="rId123" Type="http://schemas.openxmlformats.org/officeDocument/2006/relationships/customXml" Target="../ink/ink3437.xml"/><Relationship Id="rId144" Type="http://schemas.openxmlformats.org/officeDocument/2006/relationships/image" Target="../media/image9310.png"/><Relationship Id="rId165" Type="http://schemas.openxmlformats.org/officeDocument/2006/relationships/customXml" Target="../ink/ink3458.xml"/><Relationship Id="rId186" Type="http://schemas.openxmlformats.org/officeDocument/2006/relationships/image" Target="../media/image9520.png"/><Relationship Id="rId211" Type="http://schemas.openxmlformats.org/officeDocument/2006/relationships/customXml" Target="../ink/ink3481.xml"/><Relationship Id="rId27" Type="http://schemas.openxmlformats.org/officeDocument/2006/relationships/customXml" Target="../ink/ink3404.xml"/><Relationship Id="rId48" Type="http://schemas.openxmlformats.org/officeDocument/2006/relationships/image" Target="../media/image8830.png"/><Relationship Id="rId69" Type="http://schemas.openxmlformats.org/officeDocument/2006/relationships/customXml" Target="../ink/ink3425.xml"/><Relationship Id="rId113" Type="http://schemas.openxmlformats.org/officeDocument/2006/relationships/customXml" Target="../ink/ink3432.xml"/><Relationship Id="rId134" Type="http://schemas.openxmlformats.org/officeDocument/2006/relationships/image" Target="../media/image9260.png"/><Relationship Id="rId155" Type="http://schemas.openxmlformats.org/officeDocument/2006/relationships/customXml" Target="../ink/ink3453.xml"/><Relationship Id="rId176" Type="http://schemas.openxmlformats.org/officeDocument/2006/relationships/image" Target="../media/image9470.png"/><Relationship Id="rId197" Type="http://schemas.openxmlformats.org/officeDocument/2006/relationships/customXml" Target="../ink/ink3474.xml"/><Relationship Id="rId201" Type="http://schemas.openxmlformats.org/officeDocument/2006/relationships/customXml" Target="../ink/ink3476.xml"/><Relationship Id="rId17" Type="http://schemas.openxmlformats.org/officeDocument/2006/relationships/customXml" Target="../ink/ink3399.xml"/><Relationship Id="rId38" Type="http://schemas.openxmlformats.org/officeDocument/2006/relationships/image" Target="../media/image8780.png"/><Relationship Id="rId59" Type="http://schemas.openxmlformats.org/officeDocument/2006/relationships/customXml" Target="../ink/ink3420.xml"/><Relationship Id="rId124" Type="http://schemas.openxmlformats.org/officeDocument/2006/relationships/image" Target="../media/image9210.png"/><Relationship Id="rId70" Type="http://schemas.openxmlformats.org/officeDocument/2006/relationships/image" Target="../media/image8940.png"/><Relationship Id="rId145" Type="http://schemas.openxmlformats.org/officeDocument/2006/relationships/customXml" Target="../ink/ink3448.xml"/><Relationship Id="rId166" Type="http://schemas.openxmlformats.org/officeDocument/2006/relationships/image" Target="../media/image9420.png"/><Relationship Id="rId187" Type="http://schemas.openxmlformats.org/officeDocument/2006/relationships/customXml" Target="../ink/ink3469.xml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2615.png"/><Relationship Id="rId28" Type="http://schemas.openxmlformats.org/officeDocument/2006/relationships/image" Target="../media/image8730.png"/><Relationship Id="rId49" Type="http://schemas.openxmlformats.org/officeDocument/2006/relationships/customXml" Target="../ink/ink3415.xml"/><Relationship Id="rId114" Type="http://schemas.openxmlformats.org/officeDocument/2006/relationships/image" Target="../media/image9160.png"/><Relationship Id="rId60" Type="http://schemas.openxmlformats.org/officeDocument/2006/relationships/image" Target="../media/image8890.png"/><Relationship Id="rId135" Type="http://schemas.openxmlformats.org/officeDocument/2006/relationships/customXml" Target="../ink/ink3443.xml"/><Relationship Id="rId156" Type="http://schemas.openxmlformats.org/officeDocument/2006/relationships/image" Target="../media/image9370.png"/><Relationship Id="rId177" Type="http://schemas.openxmlformats.org/officeDocument/2006/relationships/customXml" Target="../ink/ink3464.xml"/><Relationship Id="rId198" Type="http://schemas.openxmlformats.org/officeDocument/2006/relationships/image" Target="../media/image9580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88.xml"/><Relationship Id="rId18" Type="http://schemas.openxmlformats.org/officeDocument/2006/relationships/image" Target="../media/image9690.png"/><Relationship Id="rId26" Type="http://schemas.openxmlformats.org/officeDocument/2006/relationships/image" Target="../media/image9730.png"/><Relationship Id="rId39" Type="http://schemas.openxmlformats.org/officeDocument/2006/relationships/customXml" Target="../ink/ink3501.xml"/><Relationship Id="rId21" Type="http://schemas.openxmlformats.org/officeDocument/2006/relationships/customXml" Target="../ink/ink3492.xml"/><Relationship Id="rId34" Type="http://schemas.openxmlformats.org/officeDocument/2006/relationships/image" Target="../media/image9770.png"/><Relationship Id="rId42" Type="http://schemas.openxmlformats.org/officeDocument/2006/relationships/image" Target="../media/image9810.png"/><Relationship Id="rId47" Type="http://schemas.openxmlformats.org/officeDocument/2006/relationships/customXml" Target="../ink/ink3505.xml"/><Relationship Id="rId50" Type="http://schemas.openxmlformats.org/officeDocument/2006/relationships/image" Target="../media/image9850.png"/><Relationship Id="rId7" Type="http://schemas.openxmlformats.org/officeDocument/2006/relationships/customXml" Target="../ink/ink3485.xml"/><Relationship Id="rId2" Type="http://schemas.openxmlformats.org/officeDocument/2006/relationships/image" Target="../media/image2607.png"/><Relationship Id="rId16" Type="http://schemas.openxmlformats.org/officeDocument/2006/relationships/image" Target="../media/image9680.png"/><Relationship Id="rId29" Type="http://schemas.openxmlformats.org/officeDocument/2006/relationships/customXml" Target="../ink/ink3496.xml"/><Relationship Id="rId11" Type="http://schemas.openxmlformats.org/officeDocument/2006/relationships/customXml" Target="../ink/ink3487.xml"/><Relationship Id="rId24" Type="http://schemas.openxmlformats.org/officeDocument/2006/relationships/image" Target="../media/image9720.png"/><Relationship Id="rId32" Type="http://schemas.openxmlformats.org/officeDocument/2006/relationships/image" Target="../media/image9760.png"/><Relationship Id="rId37" Type="http://schemas.openxmlformats.org/officeDocument/2006/relationships/customXml" Target="../ink/ink3500.xml"/><Relationship Id="rId40" Type="http://schemas.openxmlformats.org/officeDocument/2006/relationships/image" Target="../media/image9800.png"/><Relationship Id="rId45" Type="http://schemas.openxmlformats.org/officeDocument/2006/relationships/customXml" Target="../ink/ink3504.xml"/><Relationship Id="rId53" Type="http://schemas.openxmlformats.org/officeDocument/2006/relationships/customXml" Target="../ink/ink3508.xml"/><Relationship Id="rId5" Type="http://schemas.openxmlformats.org/officeDocument/2006/relationships/customXml" Target="../ink/ink3484.xml"/><Relationship Id="rId10" Type="http://schemas.openxmlformats.org/officeDocument/2006/relationships/image" Target="../media/image9650.png"/><Relationship Id="rId19" Type="http://schemas.openxmlformats.org/officeDocument/2006/relationships/customXml" Target="../ink/ink3491.xml"/><Relationship Id="rId31" Type="http://schemas.openxmlformats.org/officeDocument/2006/relationships/customXml" Target="../ink/ink3497.xml"/><Relationship Id="rId44" Type="http://schemas.openxmlformats.org/officeDocument/2006/relationships/image" Target="../media/image9820.png"/><Relationship Id="rId52" Type="http://schemas.openxmlformats.org/officeDocument/2006/relationships/image" Target="../media/image9860.png"/><Relationship Id="rId4" Type="http://schemas.openxmlformats.org/officeDocument/2006/relationships/image" Target="../media/image2618.png"/><Relationship Id="rId9" Type="http://schemas.openxmlformats.org/officeDocument/2006/relationships/customXml" Target="../ink/ink3486.xml"/><Relationship Id="rId14" Type="http://schemas.openxmlformats.org/officeDocument/2006/relationships/image" Target="../media/image9670.png"/><Relationship Id="rId22" Type="http://schemas.openxmlformats.org/officeDocument/2006/relationships/image" Target="../media/image9710.png"/><Relationship Id="rId27" Type="http://schemas.openxmlformats.org/officeDocument/2006/relationships/customXml" Target="../ink/ink3495.xml"/><Relationship Id="rId30" Type="http://schemas.openxmlformats.org/officeDocument/2006/relationships/image" Target="../media/image9750.png"/><Relationship Id="rId35" Type="http://schemas.openxmlformats.org/officeDocument/2006/relationships/customXml" Target="../ink/ink3499.xml"/><Relationship Id="rId43" Type="http://schemas.openxmlformats.org/officeDocument/2006/relationships/customXml" Target="../ink/ink3503.xml"/><Relationship Id="rId48" Type="http://schemas.openxmlformats.org/officeDocument/2006/relationships/image" Target="../media/image9840.png"/><Relationship Id="rId8" Type="http://schemas.openxmlformats.org/officeDocument/2006/relationships/image" Target="../media/image9640.png"/><Relationship Id="rId51" Type="http://schemas.openxmlformats.org/officeDocument/2006/relationships/customXml" Target="../ink/ink3507.xml"/><Relationship Id="rId3" Type="http://schemas.openxmlformats.org/officeDocument/2006/relationships/image" Target="../media/image2609.png"/><Relationship Id="rId12" Type="http://schemas.openxmlformats.org/officeDocument/2006/relationships/image" Target="../media/image9660.png"/><Relationship Id="rId17" Type="http://schemas.openxmlformats.org/officeDocument/2006/relationships/customXml" Target="../ink/ink3490.xml"/><Relationship Id="rId25" Type="http://schemas.openxmlformats.org/officeDocument/2006/relationships/customXml" Target="../ink/ink3494.xml"/><Relationship Id="rId33" Type="http://schemas.openxmlformats.org/officeDocument/2006/relationships/customXml" Target="../ink/ink3498.xml"/><Relationship Id="rId38" Type="http://schemas.openxmlformats.org/officeDocument/2006/relationships/image" Target="../media/image9790.png"/><Relationship Id="rId46" Type="http://schemas.openxmlformats.org/officeDocument/2006/relationships/image" Target="../media/image9830.png"/><Relationship Id="rId20" Type="http://schemas.openxmlformats.org/officeDocument/2006/relationships/image" Target="../media/image9700.png"/><Relationship Id="rId41" Type="http://schemas.openxmlformats.org/officeDocument/2006/relationships/customXml" Target="../ink/ink3502.xml"/><Relationship Id="rId54" Type="http://schemas.openxmlformats.org/officeDocument/2006/relationships/image" Target="../media/image98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30.png"/><Relationship Id="rId15" Type="http://schemas.openxmlformats.org/officeDocument/2006/relationships/customXml" Target="../ink/ink3489.xml"/><Relationship Id="rId23" Type="http://schemas.openxmlformats.org/officeDocument/2006/relationships/customXml" Target="../ink/ink3493.xml"/><Relationship Id="rId28" Type="http://schemas.openxmlformats.org/officeDocument/2006/relationships/image" Target="../media/image9740.png"/><Relationship Id="rId36" Type="http://schemas.openxmlformats.org/officeDocument/2006/relationships/image" Target="../media/image9780.png"/><Relationship Id="rId49" Type="http://schemas.openxmlformats.org/officeDocument/2006/relationships/customXml" Target="../ink/ink3506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13.xml"/><Relationship Id="rId18" Type="http://schemas.openxmlformats.org/officeDocument/2006/relationships/image" Target="../media/image9950.png"/><Relationship Id="rId26" Type="http://schemas.openxmlformats.org/officeDocument/2006/relationships/image" Target="../media/image9990.png"/><Relationship Id="rId39" Type="http://schemas.openxmlformats.org/officeDocument/2006/relationships/customXml" Target="../ink/ink3526.xml"/><Relationship Id="rId21" Type="http://schemas.openxmlformats.org/officeDocument/2006/relationships/customXml" Target="../ink/ink3517.xml"/><Relationship Id="rId34" Type="http://schemas.openxmlformats.org/officeDocument/2006/relationships/image" Target="../media/image10030.png"/><Relationship Id="rId42" Type="http://schemas.openxmlformats.org/officeDocument/2006/relationships/image" Target="../media/image10070.png"/><Relationship Id="rId47" Type="http://schemas.openxmlformats.org/officeDocument/2006/relationships/customXml" Target="../ink/ink3530.xml"/><Relationship Id="rId50" Type="http://schemas.openxmlformats.org/officeDocument/2006/relationships/image" Target="../media/image10110.png"/><Relationship Id="rId7" Type="http://schemas.openxmlformats.org/officeDocument/2006/relationships/customXml" Target="../ink/ink3510.xml"/><Relationship Id="rId2" Type="http://schemas.openxmlformats.org/officeDocument/2006/relationships/image" Target="../media/image2607.png"/><Relationship Id="rId16" Type="http://schemas.openxmlformats.org/officeDocument/2006/relationships/image" Target="../media/image9940.png"/><Relationship Id="rId29" Type="http://schemas.openxmlformats.org/officeDocument/2006/relationships/customXml" Target="../ink/ink3521.xml"/><Relationship Id="rId11" Type="http://schemas.openxmlformats.org/officeDocument/2006/relationships/customXml" Target="../ink/ink3512.xml"/><Relationship Id="rId24" Type="http://schemas.openxmlformats.org/officeDocument/2006/relationships/image" Target="../media/image9980.png"/><Relationship Id="rId32" Type="http://schemas.openxmlformats.org/officeDocument/2006/relationships/image" Target="../media/image10020.png"/><Relationship Id="rId37" Type="http://schemas.openxmlformats.org/officeDocument/2006/relationships/customXml" Target="../ink/ink3525.xml"/><Relationship Id="rId40" Type="http://schemas.openxmlformats.org/officeDocument/2006/relationships/image" Target="../media/image10060.png"/><Relationship Id="rId45" Type="http://schemas.openxmlformats.org/officeDocument/2006/relationships/customXml" Target="../ink/ink3529.xml"/><Relationship Id="rId5" Type="http://schemas.openxmlformats.org/officeDocument/2006/relationships/customXml" Target="../ink/ink3509.xml"/><Relationship Id="rId15" Type="http://schemas.openxmlformats.org/officeDocument/2006/relationships/customXml" Target="../ink/ink3514.xml"/><Relationship Id="rId23" Type="http://schemas.openxmlformats.org/officeDocument/2006/relationships/customXml" Target="../ink/ink3518.xml"/><Relationship Id="rId28" Type="http://schemas.openxmlformats.org/officeDocument/2006/relationships/image" Target="../media/image10000.png"/><Relationship Id="rId36" Type="http://schemas.openxmlformats.org/officeDocument/2006/relationships/image" Target="../media/image10040.png"/><Relationship Id="rId49" Type="http://schemas.openxmlformats.org/officeDocument/2006/relationships/customXml" Target="../ink/ink3531.xml"/><Relationship Id="rId10" Type="http://schemas.openxmlformats.org/officeDocument/2006/relationships/image" Target="../media/image9910.png"/><Relationship Id="rId19" Type="http://schemas.openxmlformats.org/officeDocument/2006/relationships/customXml" Target="../ink/ink3516.xml"/><Relationship Id="rId31" Type="http://schemas.openxmlformats.org/officeDocument/2006/relationships/customXml" Target="../ink/ink3522.xml"/><Relationship Id="rId44" Type="http://schemas.openxmlformats.org/officeDocument/2006/relationships/image" Target="../media/image10080.png"/><Relationship Id="rId4" Type="http://schemas.openxmlformats.org/officeDocument/2006/relationships/image" Target="../media/image2619.png"/><Relationship Id="rId9" Type="http://schemas.openxmlformats.org/officeDocument/2006/relationships/customXml" Target="../ink/ink3511.xml"/><Relationship Id="rId14" Type="http://schemas.openxmlformats.org/officeDocument/2006/relationships/image" Target="../media/image9930.png"/><Relationship Id="rId22" Type="http://schemas.openxmlformats.org/officeDocument/2006/relationships/image" Target="../media/image9970.png"/><Relationship Id="rId27" Type="http://schemas.openxmlformats.org/officeDocument/2006/relationships/customXml" Target="../ink/ink3520.xml"/><Relationship Id="rId30" Type="http://schemas.openxmlformats.org/officeDocument/2006/relationships/image" Target="../media/image10010.png"/><Relationship Id="rId35" Type="http://schemas.openxmlformats.org/officeDocument/2006/relationships/customXml" Target="../ink/ink3524.xml"/><Relationship Id="rId43" Type="http://schemas.openxmlformats.org/officeDocument/2006/relationships/customXml" Target="../ink/ink3528.xml"/><Relationship Id="rId48" Type="http://schemas.openxmlformats.org/officeDocument/2006/relationships/image" Target="../media/image10101.png"/><Relationship Id="rId8" Type="http://schemas.openxmlformats.org/officeDocument/2006/relationships/image" Target="../media/image9900.png"/><Relationship Id="rId3" Type="http://schemas.openxmlformats.org/officeDocument/2006/relationships/image" Target="../media/image2609.png"/><Relationship Id="rId12" Type="http://schemas.openxmlformats.org/officeDocument/2006/relationships/image" Target="../media/image9920.png"/><Relationship Id="rId17" Type="http://schemas.openxmlformats.org/officeDocument/2006/relationships/customXml" Target="../ink/ink3515.xml"/><Relationship Id="rId25" Type="http://schemas.openxmlformats.org/officeDocument/2006/relationships/customXml" Target="../ink/ink3519.xml"/><Relationship Id="rId33" Type="http://schemas.openxmlformats.org/officeDocument/2006/relationships/customXml" Target="../ink/ink3523.xml"/><Relationship Id="rId38" Type="http://schemas.openxmlformats.org/officeDocument/2006/relationships/image" Target="../media/image10050.png"/><Relationship Id="rId46" Type="http://schemas.openxmlformats.org/officeDocument/2006/relationships/image" Target="../media/image10090.png"/><Relationship Id="rId20" Type="http://schemas.openxmlformats.org/officeDocument/2006/relationships/image" Target="../media/image9960.png"/><Relationship Id="rId41" Type="http://schemas.openxmlformats.org/officeDocument/2006/relationships/customXml" Target="../ink/ink35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9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0.wmf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89.xml"/><Relationship Id="rId21" Type="http://schemas.openxmlformats.org/officeDocument/2006/relationships/customXml" Target="../ink/ink3541.xml"/><Relationship Id="rId42" Type="http://schemas.openxmlformats.org/officeDocument/2006/relationships/image" Target="../media/image10320.png"/><Relationship Id="rId63" Type="http://schemas.openxmlformats.org/officeDocument/2006/relationships/customXml" Target="../ink/ink3562.xml"/><Relationship Id="rId84" Type="http://schemas.openxmlformats.org/officeDocument/2006/relationships/image" Target="../media/image10530.png"/><Relationship Id="rId138" Type="http://schemas.openxmlformats.org/officeDocument/2006/relationships/image" Target="../media/image10800.png"/><Relationship Id="rId159" Type="http://schemas.openxmlformats.org/officeDocument/2006/relationships/customXml" Target="../ink/ink3610.xml"/><Relationship Id="rId170" Type="http://schemas.openxmlformats.org/officeDocument/2006/relationships/image" Target="../media/image10960.png"/><Relationship Id="rId191" Type="http://schemas.openxmlformats.org/officeDocument/2006/relationships/customXml" Target="../ink/ink3626.xml"/><Relationship Id="rId205" Type="http://schemas.openxmlformats.org/officeDocument/2006/relationships/customXml" Target="../ink/ink3633.xml"/><Relationship Id="rId226" Type="http://schemas.openxmlformats.org/officeDocument/2006/relationships/image" Target="../media/image11240.png"/><Relationship Id="rId247" Type="http://schemas.openxmlformats.org/officeDocument/2006/relationships/customXml" Target="../ink/ink3654.xml"/><Relationship Id="rId107" Type="http://schemas.openxmlformats.org/officeDocument/2006/relationships/customXml" Target="../ink/ink3584.xml"/><Relationship Id="rId11" Type="http://schemas.openxmlformats.org/officeDocument/2006/relationships/customXml" Target="../ink/ink3536.xml"/><Relationship Id="rId32" Type="http://schemas.openxmlformats.org/officeDocument/2006/relationships/image" Target="../media/image10270.png"/><Relationship Id="rId53" Type="http://schemas.openxmlformats.org/officeDocument/2006/relationships/customXml" Target="../ink/ink3557.xml"/><Relationship Id="rId74" Type="http://schemas.openxmlformats.org/officeDocument/2006/relationships/image" Target="../media/image10480.png"/><Relationship Id="rId128" Type="http://schemas.openxmlformats.org/officeDocument/2006/relationships/image" Target="../media/image10750.png"/><Relationship Id="rId149" Type="http://schemas.openxmlformats.org/officeDocument/2006/relationships/customXml" Target="../ink/ink3605.xml"/><Relationship Id="rId5" Type="http://schemas.openxmlformats.org/officeDocument/2006/relationships/customXml" Target="../ink/ink3533.xml"/><Relationship Id="rId95" Type="http://schemas.openxmlformats.org/officeDocument/2006/relationships/customXml" Target="../ink/ink3578.xml"/><Relationship Id="rId160" Type="http://schemas.openxmlformats.org/officeDocument/2006/relationships/image" Target="../media/image10910.png"/><Relationship Id="rId181" Type="http://schemas.openxmlformats.org/officeDocument/2006/relationships/customXml" Target="../ink/ink3621.xml"/><Relationship Id="rId216" Type="http://schemas.openxmlformats.org/officeDocument/2006/relationships/image" Target="../media/image11190.png"/><Relationship Id="rId237" Type="http://schemas.openxmlformats.org/officeDocument/2006/relationships/customXml" Target="../ink/ink3649.xml"/><Relationship Id="rId258" Type="http://schemas.openxmlformats.org/officeDocument/2006/relationships/image" Target="../media/image11400.png"/><Relationship Id="rId22" Type="http://schemas.openxmlformats.org/officeDocument/2006/relationships/image" Target="../media/image10220.png"/><Relationship Id="rId43" Type="http://schemas.openxmlformats.org/officeDocument/2006/relationships/customXml" Target="../ink/ink3552.xml"/><Relationship Id="rId64" Type="http://schemas.openxmlformats.org/officeDocument/2006/relationships/image" Target="../media/image10430.png"/><Relationship Id="rId118" Type="http://schemas.openxmlformats.org/officeDocument/2006/relationships/image" Target="../media/image10700.png"/><Relationship Id="rId139" Type="http://schemas.openxmlformats.org/officeDocument/2006/relationships/customXml" Target="../ink/ink3600.xml"/><Relationship Id="rId85" Type="http://schemas.openxmlformats.org/officeDocument/2006/relationships/customXml" Target="../ink/ink3573.xml"/><Relationship Id="rId150" Type="http://schemas.openxmlformats.org/officeDocument/2006/relationships/image" Target="../media/image10860.png"/><Relationship Id="rId171" Type="http://schemas.openxmlformats.org/officeDocument/2006/relationships/customXml" Target="../ink/ink3616.xml"/><Relationship Id="rId192" Type="http://schemas.openxmlformats.org/officeDocument/2006/relationships/image" Target="../media/image11070.png"/><Relationship Id="rId206" Type="http://schemas.openxmlformats.org/officeDocument/2006/relationships/image" Target="../media/image11140.png"/><Relationship Id="rId227" Type="http://schemas.openxmlformats.org/officeDocument/2006/relationships/customXml" Target="../ink/ink3644.xml"/><Relationship Id="rId248" Type="http://schemas.openxmlformats.org/officeDocument/2006/relationships/image" Target="../media/image11350.png"/><Relationship Id="rId12" Type="http://schemas.openxmlformats.org/officeDocument/2006/relationships/image" Target="../media/image10170.png"/><Relationship Id="rId33" Type="http://schemas.openxmlformats.org/officeDocument/2006/relationships/customXml" Target="../ink/ink3547.xml"/><Relationship Id="rId108" Type="http://schemas.openxmlformats.org/officeDocument/2006/relationships/image" Target="../media/image10650.png"/><Relationship Id="rId129" Type="http://schemas.openxmlformats.org/officeDocument/2006/relationships/customXml" Target="../ink/ink3595.xml"/><Relationship Id="rId54" Type="http://schemas.openxmlformats.org/officeDocument/2006/relationships/image" Target="../media/image10380.png"/><Relationship Id="rId75" Type="http://schemas.openxmlformats.org/officeDocument/2006/relationships/customXml" Target="../ink/ink3568.xml"/><Relationship Id="rId96" Type="http://schemas.openxmlformats.org/officeDocument/2006/relationships/image" Target="../media/image10590.png"/><Relationship Id="rId140" Type="http://schemas.openxmlformats.org/officeDocument/2006/relationships/image" Target="../media/image10810.png"/><Relationship Id="rId161" Type="http://schemas.openxmlformats.org/officeDocument/2006/relationships/customXml" Target="../ink/ink3611.xml"/><Relationship Id="rId182" Type="http://schemas.openxmlformats.org/officeDocument/2006/relationships/image" Target="../media/image11020.png"/><Relationship Id="rId217" Type="http://schemas.openxmlformats.org/officeDocument/2006/relationships/customXml" Target="../ink/ink3639.xml"/><Relationship Id="rId6" Type="http://schemas.openxmlformats.org/officeDocument/2006/relationships/image" Target="../media/image10140.png"/><Relationship Id="rId238" Type="http://schemas.openxmlformats.org/officeDocument/2006/relationships/image" Target="../media/image11300.png"/><Relationship Id="rId23" Type="http://schemas.openxmlformats.org/officeDocument/2006/relationships/customXml" Target="../ink/ink3542.xml"/><Relationship Id="rId119" Type="http://schemas.openxmlformats.org/officeDocument/2006/relationships/customXml" Target="../ink/ink3590.xml"/><Relationship Id="rId44" Type="http://schemas.openxmlformats.org/officeDocument/2006/relationships/image" Target="../media/image10330.png"/><Relationship Id="rId65" Type="http://schemas.openxmlformats.org/officeDocument/2006/relationships/customXml" Target="../ink/ink3563.xml"/><Relationship Id="rId86" Type="http://schemas.openxmlformats.org/officeDocument/2006/relationships/image" Target="../media/image10540.png"/><Relationship Id="rId130" Type="http://schemas.openxmlformats.org/officeDocument/2006/relationships/image" Target="../media/image10760.png"/><Relationship Id="rId151" Type="http://schemas.openxmlformats.org/officeDocument/2006/relationships/customXml" Target="../ink/ink3606.xml"/><Relationship Id="rId172" Type="http://schemas.openxmlformats.org/officeDocument/2006/relationships/image" Target="../media/image10970.png"/><Relationship Id="rId193" Type="http://schemas.openxmlformats.org/officeDocument/2006/relationships/customXml" Target="../ink/ink3627.xml"/><Relationship Id="rId207" Type="http://schemas.openxmlformats.org/officeDocument/2006/relationships/customXml" Target="../ink/ink3634.xml"/><Relationship Id="rId228" Type="http://schemas.openxmlformats.org/officeDocument/2006/relationships/image" Target="../media/image11250.png"/><Relationship Id="rId249" Type="http://schemas.openxmlformats.org/officeDocument/2006/relationships/customXml" Target="../ink/ink3655.xml"/><Relationship Id="rId13" Type="http://schemas.openxmlformats.org/officeDocument/2006/relationships/customXml" Target="../ink/ink3537.xml"/><Relationship Id="rId109" Type="http://schemas.openxmlformats.org/officeDocument/2006/relationships/customXml" Target="../ink/ink3585.xml"/><Relationship Id="rId34" Type="http://schemas.openxmlformats.org/officeDocument/2006/relationships/image" Target="../media/image10280.png"/><Relationship Id="rId55" Type="http://schemas.openxmlformats.org/officeDocument/2006/relationships/customXml" Target="../ink/ink3558.xml"/><Relationship Id="rId76" Type="http://schemas.openxmlformats.org/officeDocument/2006/relationships/image" Target="../media/image10490.png"/><Relationship Id="rId97" Type="http://schemas.openxmlformats.org/officeDocument/2006/relationships/customXml" Target="../ink/ink3579.xml"/><Relationship Id="rId120" Type="http://schemas.openxmlformats.org/officeDocument/2006/relationships/image" Target="../media/image10710.png"/><Relationship Id="rId141" Type="http://schemas.openxmlformats.org/officeDocument/2006/relationships/customXml" Target="../ink/ink3601.xml"/><Relationship Id="rId7" Type="http://schemas.openxmlformats.org/officeDocument/2006/relationships/customXml" Target="../ink/ink3534.xml"/><Relationship Id="rId162" Type="http://schemas.openxmlformats.org/officeDocument/2006/relationships/image" Target="../media/image10920.png"/><Relationship Id="rId183" Type="http://schemas.openxmlformats.org/officeDocument/2006/relationships/customXml" Target="../ink/ink3622.xml"/><Relationship Id="rId218" Type="http://schemas.openxmlformats.org/officeDocument/2006/relationships/image" Target="../media/image11200.png"/><Relationship Id="rId239" Type="http://schemas.openxmlformats.org/officeDocument/2006/relationships/customXml" Target="../ink/ink3650.xml"/><Relationship Id="rId250" Type="http://schemas.openxmlformats.org/officeDocument/2006/relationships/image" Target="../media/image11360.png"/><Relationship Id="rId24" Type="http://schemas.openxmlformats.org/officeDocument/2006/relationships/image" Target="../media/image10230.png"/><Relationship Id="rId45" Type="http://schemas.openxmlformats.org/officeDocument/2006/relationships/customXml" Target="../ink/ink3553.xml"/><Relationship Id="rId66" Type="http://schemas.openxmlformats.org/officeDocument/2006/relationships/image" Target="../media/image10440.png"/><Relationship Id="rId87" Type="http://schemas.openxmlformats.org/officeDocument/2006/relationships/customXml" Target="../ink/ink3574.xml"/><Relationship Id="rId110" Type="http://schemas.openxmlformats.org/officeDocument/2006/relationships/image" Target="../media/image10660.png"/><Relationship Id="rId131" Type="http://schemas.openxmlformats.org/officeDocument/2006/relationships/customXml" Target="../ink/ink3596.xml"/><Relationship Id="rId152" Type="http://schemas.openxmlformats.org/officeDocument/2006/relationships/image" Target="../media/image10870.png"/><Relationship Id="rId173" Type="http://schemas.openxmlformats.org/officeDocument/2006/relationships/customXml" Target="../ink/ink3617.xml"/><Relationship Id="rId194" Type="http://schemas.openxmlformats.org/officeDocument/2006/relationships/image" Target="../media/image11080.png"/><Relationship Id="rId208" Type="http://schemas.openxmlformats.org/officeDocument/2006/relationships/image" Target="../media/image11150.png"/><Relationship Id="rId229" Type="http://schemas.openxmlformats.org/officeDocument/2006/relationships/customXml" Target="../ink/ink3645.xml"/><Relationship Id="rId240" Type="http://schemas.openxmlformats.org/officeDocument/2006/relationships/image" Target="../media/image11310.png"/><Relationship Id="rId14" Type="http://schemas.openxmlformats.org/officeDocument/2006/relationships/image" Target="../media/image10180.png"/><Relationship Id="rId35" Type="http://schemas.openxmlformats.org/officeDocument/2006/relationships/customXml" Target="../ink/ink3548.xml"/><Relationship Id="rId56" Type="http://schemas.openxmlformats.org/officeDocument/2006/relationships/image" Target="../media/image10390.png"/><Relationship Id="rId77" Type="http://schemas.openxmlformats.org/officeDocument/2006/relationships/customXml" Target="../ink/ink3569.xml"/><Relationship Id="rId100" Type="http://schemas.openxmlformats.org/officeDocument/2006/relationships/image" Target="../media/image10610.png"/><Relationship Id="rId8" Type="http://schemas.openxmlformats.org/officeDocument/2006/relationships/image" Target="../media/image10150.png"/><Relationship Id="rId98" Type="http://schemas.openxmlformats.org/officeDocument/2006/relationships/image" Target="../media/image10600.png"/><Relationship Id="rId121" Type="http://schemas.openxmlformats.org/officeDocument/2006/relationships/customXml" Target="../ink/ink3591.xml"/><Relationship Id="rId142" Type="http://schemas.openxmlformats.org/officeDocument/2006/relationships/image" Target="../media/image10820.png"/><Relationship Id="rId163" Type="http://schemas.openxmlformats.org/officeDocument/2006/relationships/customXml" Target="../ink/ink3612.xml"/><Relationship Id="rId184" Type="http://schemas.openxmlformats.org/officeDocument/2006/relationships/image" Target="../media/image11030.png"/><Relationship Id="rId219" Type="http://schemas.openxmlformats.org/officeDocument/2006/relationships/customXml" Target="../ink/ink3640.xml"/><Relationship Id="rId230" Type="http://schemas.openxmlformats.org/officeDocument/2006/relationships/image" Target="../media/image11260.png"/><Relationship Id="rId251" Type="http://schemas.openxmlformats.org/officeDocument/2006/relationships/customXml" Target="../ink/ink3656.xml"/><Relationship Id="rId25" Type="http://schemas.openxmlformats.org/officeDocument/2006/relationships/customXml" Target="../ink/ink3543.xml"/><Relationship Id="rId46" Type="http://schemas.openxmlformats.org/officeDocument/2006/relationships/image" Target="../media/image10340.png"/><Relationship Id="rId67" Type="http://schemas.openxmlformats.org/officeDocument/2006/relationships/customXml" Target="../ink/ink3564.xml"/><Relationship Id="rId88" Type="http://schemas.openxmlformats.org/officeDocument/2006/relationships/image" Target="../media/image10550.png"/><Relationship Id="rId111" Type="http://schemas.openxmlformats.org/officeDocument/2006/relationships/customXml" Target="../ink/ink3586.xml"/><Relationship Id="rId132" Type="http://schemas.openxmlformats.org/officeDocument/2006/relationships/image" Target="../media/image10770.png"/><Relationship Id="rId153" Type="http://schemas.openxmlformats.org/officeDocument/2006/relationships/customXml" Target="../ink/ink3607.xml"/><Relationship Id="rId174" Type="http://schemas.openxmlformats.org/officeDocument/2006/relationships/image" Target="../media/image10980.png"/><Relationship Id="rId195" Type="http://schemas.openxmlformats.org/officeDocument/2006/relationships/customXml" Target="../ink/ink3628.xml"/><Relationship Id="rId209" Type="http://schemas.openxmlformats.org/officeDocument/2006/relationships/customXml" Target="../ink/ink3635.xml"/><Relationship Id="rId220" Type="http://schemas.openxmlformats.org/officeDocument/2006/relationships/image" Target="../media/image11210.png"/><Relationship Id="rId241" Type="http://schemas.openxmlformats.org/officeDocument/2006/relationships/customXml" Target="../ink/ink3651.xml"/><Relationship Id="rId15" Type="http://schemas.openxmlformats.org/officeDocument/2006/relationships/customXml" Target="../ink/ink3538.xml"/><Relationship Id="rId36" Type="http://schemas.openxmlformats.org/officeDocument/2006/relationships/image" Target="../media/image10290.png"/><Relationship Id="rId57" Type="http://schemas.openxmlformats.org/officeDocument/2006/relationships/customXml" Target="../ink/ink3559.xml"/><Relationship Id="rId78" Type="http://schemas.openxmlformats.org/officeDocument/2006/relationships/image" Target="../media/image10500.png"/><Relationship Id="rId99" Type="http://schemas.openxmlformats.org/officeDocument/2006/relationships/customXml" Target="../ink/ink3580.xml"/><Relationship Id="rId101" Type="http://schemas.openxmlformats.org/officeDocument/2006/relationships/customXml" Target="../ink/ink3581.xml"/><Relationship Id="rId122" Type="http://schemas.openxmlformats.org/officeDocument/2006/relationships/image" Target="../media/image10720.png"/><Relationship Id="rId143" Type="http://schemas.openxmlformats.org/officeDocument/2006/relationships/customXml" Target="../ink/ink3602.xml"/><Relationship Id="rId164" Type="http://schemas.openxmlformats.org/officeDocument/2006/relationships/image" Target="../media/image10930.png"/><Relationship Id="rId185" Type="http://schemas.openxmlformats.org/officeDocument/2006/relationships/customXml" Target="../ink/ink3623.xml"/><Relationship Id="rId9" Type="http://schemas.openxmlformats.org/officeDocument/2006/relationships/customXml" Target="../ink/ink3535.xml"/><Relationship Id="rId210" Type="http://schemas.openxmlformats.org/officeDocument/2006/relationships/image" Target="../media/image11160.png"/><Relationship Id="rId26" Type="http://schemas.openxmlformats.org/officeDocument/2006/relationships/image" Target="../media/image10240.png"/><Relationship Id="rId231" Type="http://schemas.openxmlformats.org/officeDocument/2006/relationships/customXml" Target="../ink/ink3646.xml"/><Relationship Id="rId252" Type="http://schemas.openxmlformats.org/officeDocument/2006/relationships/image" Target="../media/image11370.png"/><Relationship Id="rId47" Type="http://schemas.openxmlformats.org/officeDocument/2006/relationships/customXml" Target="../ink/ink3554.xml"/><Relationship Id="rId68" Type="http://schemas.openxmlformats.org/officeDocument/2006/relationships/image" Target="../media/image10450.png"/><Relationship Id="rId89" Type="http://schemas.openxmlformats.org/officeDocument/2006/relationships/customXml" Target="../ink/ink3575.xml"/><Relationship Id="rId112" Type="http://schemas.openxmlformats.org/officeDocument/2006/relationships/image" Target="../media/image10670.png"/><Relationship Id="rId133" Type="http://schemas.openxmlformats.org/officeDocument/2006/relationships/customXml" Target="../ink/ink3597.xml"/><Relationship Id="rId154" Type="http://schemas.openxmlformats.org/officeDocument/2006/relationships/image" Target="../media/image10880.png"/><Relationship Id="rId175" Type="http://schemas.openxmlformats.org/officeDocument/2006/relationships/customXml" Target="../ink/ink3618.xml"/><Relationship Id="rId196" Type="http://schemas.openxmlformats.org/officeDocument/2006/relationships/image" Target="../media/image11090.png"/><Relationship Id="rId200" Type="http://schemas.openxmlformats.org/officeDocument/2006/relationships/image" Target="../media/image11110.png"/><Relationship Id="rId16" Type="http://schemas.openxmlformats.org/officeDocument/2006/relationships/image" Target="../media/image10190.png"/><Relationship Id="rId221" Type="http://schemas.openxmlformats.org/officeDocument/2006/relationships/customXml" Target="../ink/ink3641.xml"/><Relationship Id="rId242" Type="http://schemas.openxmlformats.org/officeDocument/2006/relationships/image" Target="../media/image11320.png"/><Relationship Id="rId37" Type="http://schemas.openxmlformats.org/officeDocument/2006/relationships/customXml" Target="../ink/ink3549.xml"/><Relationship Id="rId58" Type="http://schemas.openxmlformats.org/officeDocument/2006/relationships/image" Target="../media/image10400.png"/><Relationship Id="rId79" Type="http://schemas.openxmlformats.org/officeDocument/2006/relationships/customXml" Target="../ink/ink3570.xml"/><Relationship Id="rId102" Type="http://schemas.openxmlformats.org/officeDocument/2006/relationships/image" Target="../media/image10620.png"/><Relationship Id="rId123" Type="http://schemas.openxmlformats.org/officeDocument/2006/relationships/customXml" Target="../ink/ink3592.xml"/><Relationship Id="rId144" Type="http://schemas.openxmlformats.org/officeDocument/2006/relationships/image" Target="../media/image10830.png"/><Relationship Id="rId90" Type="http://schemas.openxmlformats.org/officeDocument/2006/relationships/image" Target="../media/image10560.png"/><Relationship Id="rId165" Type="http://schemas.openxmlformats.org/officeDocument/2006/relationships/customXml" Target="../ink/ink3613.xml"/><Relationship Id="rId186" Type="http://schemas.openxmlformats.org/officeDocument/2006/relationships/image" Target="../media/image11040.png"/><Relationship Id="rId211" Type="http://schemas.openxmlformats.org/officeDocument/2006/relationships/customXml" Target="../ink/ink3636.xml"/><Relationship Id="rId232" Type="http://schemas.openxmlformats.org/officeDocument/2006/relationships/image" Target="../media/image11270.png"/><Relationship Id="rId253" Type="http://schemas.openxmlformats.org/officeDocument/2006/relationships/customXml" Target="../ink/ink3657.xml"/><Relationship Id="rId27" Type="http://schemas.openxmlformats.org/officeDocument/2006/relationships/customXml" Target="../ink/ink3544.xml"/><Relationship Id="rId48" Type="http://schemas.openxmlformats.org/officeDocument/2006/relationships/image" Target="../media/image10350.png"/><Relationship Id="rId69" Type="http://schemas.openxmlformats.org/officeDocument/2006/relationships/customXml" Target="../ink/ink3565.xml"/><Relationship Id="rId113" Type="http://schemas.openxmlformats.org/officeDocument/2006/relationships/customXml" Target="../ink/ink3587.xml"/><Relationship Id="rId134" Type="http://schemas.openxmlformats.org/officeDocument/2006/relationships/image" Target="../media/image10780.png"/><Relationship Id="rId80" Type="http://schemas.openxmlformats.org/officeDocument/2006/relationships/image" Target="../media/image10510.png"/><Relationship Id="rId155" Type="http://schemas.openxmlformats.org/officeDocument/2006/relationships/customXml" Target="../ink/ink3608.xml"/><Relationship Id="rId176" Type="http://schemas.openxmlformats.org/officeDocument/2006/relationships/image" Target="../media/image10990.png"/><Relationship Id="rId197" Type="http://schemas.openxmlformats.org/officeDocument/2006/relationships/customXml" Target="../ink/ink3629.xml"/><Relationship Id="rId201" Type="http://schemas.openxmlformats.org/officeDocument/2006/relationships/customXml" Target="../ink/ink3631.xml"/><Relationship Id="rId222" Type="http://schemas.openxmlformats.org/officeDocument/2006/relationships/image" Target="../media/image11220.png"/><Relationship Id="rId243" Type="http://schemas.openxmlformats.org/officeDocument/2006/relationships/customXml" Target="../ink/ink3652.xml"/><Relationship Id="rId17" Type="http://schemas.openxmlformats.org/officeDocument/2006/relationships/customXml" Target="../ink/ink3539.xml"/><Relationship Id="rId38" Type="http://schemas.openxmlformats.org/officeDocument/2006/relationships/image" Target="../media/image10300.png"/><Relationship Id="rId59" Type="http://schemas.openxmlformats.org/officeDocument/2006/relationships/customXml" Target="../ink/ink3560.xml"/><Relationship Id="rId103" Type="http://schemas.openxmlformats.org/officeDocument/2006/relationships/customXml" Target="../ink/ink3582.xml"/><Relationship Id="rId124" Type="http://schemas.openxmlformats.org/officeDocument/2006/relationships/image" Target="../media/image10730.png"/><Relationship Id="rId70" Type="http://schemas.openxmlformats.org/officeDocument/2006/relationships/image" Target="../media/image10460.png"/><Relationship Id="rId91" Type="http://schemas.openxmlformats.org/officeDocument/2006/relationships/customXml" Target="../ink/ink3576.xml"/><Relationship Id="rId145" Type="http://schemas.openxmlformats.org/officeDocument/2006/relationships/customXml" Target="../ink/ink3603.xml"/><Relationship Id="rId166" Type="http://schemas.openxmlformats.org/officeDocument/2006/relationships/image" Target="../media/image10940.png"/><Relationship Id="rId187" Type="http://schemas.openxmlformats.org/officeDocument/2006/relationships/customXml" Target="../ink/ink3624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1170.png"/><Relationship Id="rId233" Type="http://schemas.openxmlformats.org/officeDocument/2006/relationships/customXml" Target="../ink/ink3647.xml"/><Relationship Id="rId254" Type="http://schemas.openxmlformats.org/officeDocument/2006/relationships/image" Target="../media/image11380.png"/><Relationship Id="rId28" Type="http://schemas.openxmlformats.org/officeDocument/2006/relationships/image" Target="../media/image10250.png"/><Relationship Id="rId49" Type="http://schemas.openxmlformats.org/officeDocument/2006/relationships/customXml" Target="../ink/ink3555.xml"/><Relationship Id="rId114" Type="http://schemas.openxmlformats.org/officeDocument/2006/relationships/image" Target="../media/image10680.png"/><Relationship Id="rId60" Type="http://schemas.openxmlformats.org/officeDocument/2006/relationships/image" Target="../media/image10410.png"/><Relationship Id="rId81" Type="http://schemas.openxmlformats.org/officeDocument/2006/relationships/customXml" Target="../ink/ink3571.xml"/><Relationship Id="rId135" Type="http://schemas.openxmlformats.org/officeDocument/2006/relationships/customXml" Target="../ink/ink3598.xml"/><Relationship Id="rId156" Type="http://schemas.openxmlformats.org/officeDocument/2006/relationships/image" Target="../media/image10890.png"/><Relationship Id="rId177" Type="http://schemas.openxmlformats.org/officeDocument/2006/relationships/customXml" Target="../ink/ink3619.xml"/><Relationship Id="rId198" Type="http://schemas.openxmlformats.org/officeDocument/2006/relationships/image" Target="../media/image11101.png"/><Relationship Id="rId202" Type="http://schemas.openxmlformats.org/officeDocument/2006/relationships/image" Target="../media/image11120.png"/><Relationship Id="rId223" Type="http://schemas.openxmlformats.org/officeDocument/2006/relationships/customXml" Target="../ink/ink3642.xml"/><Relationship Id="rId244" Type="http://schemas.openxmlformats.org/officeDocument/2006/relationships/image" Target="../media/image11330.png"/><Relationship Id="rId18" Type="http://schemas.openxmlformats.org/officeDocument/2006/relationships/image" Target="../media/image10200.png"/><Relationship Id="rId39" Type="http://schemas.openxmlformats.org/officeDocument/2006/relationships/customXml" Target="../ink/ink3550.xml"/><Relationship Id="rId50" Type="http://schemas.openxmlformats.org/officeDocument/2006/relationships/image" Target="../media/image10360.png"/><Relationship Id="rId104" Type="http://schemas.openxmlformats.org/officeDocument/2006/relationships/image" Target="../media/image10630.png"/><Relationship Id="rId125" Type="http://schemas.openxmlformats.org/officeDocument/2006/relationships/customXml" Target="../ink/ink3593.xml"/><Relationship Id="rId146" Type="http://schemas.openxmlformats.org/officeDocument/2006/relationships/image" Target="../media/image10840.png"/><Relationship Id="rId167" Type="http://schemas.openxmlformats.org/officeDocument/2006/relationships/customXml" Target="../ink/ink3614.xml"/><Relationship Id="rId188" Type="http://schemas.openxmlformats.org/officeDocument/2006/relationships/image" Target="../media/image11050.png"/><Relationship Id="rId71" Type="http://schemas.openxmlformats.org/officeDocument/2006/relationships/customXml" Target="../ink/ink3566.xml"/><Relationship Id="rId92" Type="http://schemas.openxmlformats.org/officeDocument/2006/relationships/image" Target="../media/image10570.png"/><Relationship Id="rId213" Type="http://schemas.openxmlformats.org/officeDocument/2006/relationships/customXml" Target="../ink/ink3637.xml"/><Relationship Id="rId234" Type="http://schemas.openxmlformats.org/officeDocument/2006/relationships/image" Target="../media/image11280.png"/><Relationship Id="rId2" Type="http://schemas.openxmlformats.org/officeDocument/2006/relationships/image" Target="../media/image2620.wmf"/><Relationship Id="rId29" Type="http://schemas.openxmlformats.org/officeDocument/2006/relationships/customXml" Target="../ink/ink3545.xml"/><Relationship Id="rId255" Type="http://schemas.openxmlformats.org/officeDocument/2006/relationships/customXml" Target="../ink/ink3658.xml"/><Relationship Id="rId40" Type="http://schemas.openxmlformats.org/officeDocument/2006/relationships/image" Target="../media/image10310.png"/><Relationship Id="rId115" Type="http://schemas.openxmlformats.org/officeDocument/2006/relationships/customXml" Target="../ink/ink3588.xml"/><Relationship Id="rId136" Type="http://schemas.openxmlformats.org/officeDocument/2006/relationships/image" Target="../media/image10790.png"/><Relationship Id="rId157" Type="http://schemas.openxmlformats.org/officeDocument/2006/relationships/customXml" Target="../ink/ink3609.xml"/><Relationship Id="rId178" Type="http://schemas.openxmlformats.org/officeDocument/2006/relationships/image" Target="../media/image11000.png"/><Relationship Id="rId61" Type="http://schemas.openxmlformats.org/officeDocument/2006/relationships/customXml" Target="../ink/ink3561.xml"/><Relationship Id="rId82" Type="http://schemas.openxmlformats.org/officeDocument/2006/relationships/image" Target="../media/image10520.png"/><Relationship Id="rId199" Type="http://schemas.openxmlformats.org/officeDocument/2006/relationships/customXml" Target="../ink/ink3630.xml"/><Relationship Id="rId203" Type="http://schemas.openxmlformats.org/officeDocument/2006/relationships/customXml" Target="../ink/ink3632.xml"/><Relationship Id="rId19" Type="http://schemas.openxmlformats.org/officeDocument/2006/relationships/customXml" Target="../ink/ink3540.xml"/><Relationship Id="rId224" Type="http://schemas.openxmlformats.org/officeDocument/2006/relationships/image" Target="../media/image11230.png"/><Relationship Id="rId245" Type="http://schemas.openxmlformats.org/officeDocument/2006/relationships/customXml" Target="../ink/ink3653.xml"/><Relationship Id="rId30" Type="http://schemas.openxmlformats.org/officeDocument/2006/relationships/image" Target="../media/image10260.png"/><Relationship Id="rId105" Type="http://schemas.openxmlformats.org/officeDocument/2006/relationships/customXml" Target="../ink/ink3583.xml"/><Relationship Id="rId126" Type="http://schemas.openxmlformats.org/officeDocument/2006/relationships/image" Target="../media/image10740.png"/><Relationship Id="rId147" Type="http://schemas.openxmlformats.org/officeDocument/2006/relationships/customXml" Target="../ink/ink3604.xml"/><Relationship Id="rId168" Type="http://schemas.openxmlformats.org/officeDocument/2006/relationships/image" Target="../media/image10950.png"/><Relationship Id="rId51" Type="http://schemas.openxmlformats.org/officeDocument/2006/relationships/customXml" Target="../ink/ink3556.xml"/><Relationship Id="rId72" Type="http://schemas.openxmlformats.org/officeDocument/2006/relationships/image" Target="../media/image10470.png"/><Relationship Id="rId93" Type="http://schemas.openxmlformats.org/officeDocument/2006/relationships/customXml" Target="../ink/ink3577.xml"/><Relationship Id="rId189" Type="http://schemas.openxmlformats.org/officeDocument/2006/relationships/customXml" Target="../ink/ink3625.xml"/><Relationship Id="rId3" Type="http://schemas.openxmlformats.org/officeDocument/2006/relationships/customXml" Target="../ink/ink3532.xml"/><Relationship Id="rId214" Type="http://schemas.openxmlformats.org/officeDocument/2006/relationships/image" Target="../media/image11180.png"/><Relationship Id="rId235" Type="http://schemas.openxmlformats.org/officeDocument/2006/relationships/customXml" Target="../ink/ink3648.xml"/><Relationship Id="rId256" Type="http://schemas.openxmlformats.org/officeDocument/2006/relationships/image" Target="../media/image11390.png"/><Relationship Id="rId116" Type="http://schemas.openxmlformats.org/officeDocument/2006/relationships/image" Target="../media/image10690.png"/><Relationship Id="rId137" Type="http://schemas.openxmlformats.org/officeDocument/2006/relationships/customXml" Target="../ink/ink3599.xml"/><Relationship Id="rId158" Type="http://schemas.openxmlformats.org/officeDocument/2006/relationships/image" Target="../media/image10900.png"/><Relationship Id="rId20" Type="http://schemas.openxmlformats.org/officeDocument/2006/relationships/image" Target="../media/image10210.png"/><Relationship Id="rId41" Type="http://schemas.openxmlformats.org/officeDocument/2006/relationships/customXml" Target="../ink/ink3551.xml"/><Relationship Id="rId62" Type="http://schemas.openxmlformats.org/officeDocument/2006/relationships/image" Target="../media/image10420.png"/><Relationship Id="rId83" Type="http://schemas.openxmlformats.org/officeDocument/2006/relationships/customXml" Target="../ink/ink3572.xml"/><Relationship Id="rId179" Type="http://schemas.openxmlformats.org/officeDocument/2006/relationships/customXml" Target="../ink/ink3620.xml"/><Relationship Id="rId190" Type="http://schemas.openxmlformats.org/officeDocument/2006/relationships/image" Target="../media/image11060.png"/><Relationship Id="rId204" Type="http://schemas.openxmlformats.org/officeDocument/2006/relationships/image" Target="../media/image11130.png"/><Relationship Id="rId225" Type="http://schemas.openxmlformats.org/officeDocument/2006/relationships/customXml" Target="../ink/ink3643.xml"/><Relationship Id="rId246" Type="http://schemas.openxmlformats.org/officeDocument/2006/relationships/image" Target="../media/image11340.png"/><Relationship Id="rId106" Type="http://schemas.openxmlformats.org/officeDocument/2006/relationships/image" Target="../media/image10640.png"/><Relationship Id="rId127" Type="http://schemas.openxmlformats.org/officeDocument/2006/relationships/customXml" Target="../ink/ink3594.xml"/><Relationship Id="rId10" Type="http://schemas.openxmlformats.org/officeDocument/2006/relationships/image" Target="../media/image10160.png"/><Relationship Id="rId31" Type="http://schemas.openxmlformats.org/officeDocument/2006/relationships/customXml" Target="../ink/ink3546.xml"/><Relationship Id="rId52" Type="http://schemas.openxmlformats.org/officeDocument/2006/relationships/image" Target="../media/image10370.png"/><Relationship Id="rId73" Type="http://schemas.openxmlformats.org/officeDocument/2006/relationships/customXml" Target="../ink/ink3567.xml"/><Relationship Id="rId94" Type="http://schemas.openxmlformats.org/officeDocument/2006/relationships/image" Target="../media/image10580.png"/><Relationship Id="rId148" Type="http://schemas.openxmlformats.org/officeDocument/2006/relationships/image" Target="../media/image10850.png"/><Relationship Id="rId169" Type="http://schemas.openxmlformats.org/officeDocument/2006/relationships/customXml" Target="../ink/ink3615.xml"/><Relationship Id="rId4" Type="http://schemas.openxmlformats.org/officeDocument/2006/relationships/image" Target="../media/image10130.png"/><Relationship Id="rId180" Type="http://schemas.openxmlformats.org/officeDocument/2006/relationships/image" Target="../media/image11010.png"/><Relationship Id="rId215" Type="http://schemas.openxmlformats.org/officeDocument/2006/relationships/customXml" Target="../ink/ink3638.xml"/><Relationship Id="rId236" Type="http://schemas.openxmlformats.org/officeDocument/2006/relationships/image" Target="../media/image11290.png"/><Relationship Id="rId257" Type="http://schemas.openxmlformats.org/officeDocument/2006/relationships/customXml" Target="../ink/ink3659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80.png"/><Relationship Id="rId21" Type="http://schemas.openxmlformats.org/officeDocument/2006/relationships/image" Target="../media/image11500.png"/><Relationship Id="rId42" Type="http://schemas.openxmlformats.org/officeDocument/2006/relationships/customXml" Target="../ink/ink3680.xml"/><Relationship Id="rId63" Type="http://schemas.openxmlformats.org/officeDocument/2006/relationships/image" Target="../media/image11711.png"/><Relationship Id="rId84" Type="http://schemas.openxmlformats.org/officeDocument/2006/relationships/customXml" Target="../ink/ink3701.xml"/><Relationship Id="rId138" Type="http://schemas.openxmlformats.org/officeDocument/2006/relationships/customXml" Target="../ink/ink3728.xml"/><Relationship Id="rId159" Type="http://schemas.openxmlformats.org/officeDocument/2006/relationships/image" Target="../media/image12190.png"/><Relationship Id="rId170" Type="http://schemas.openxmlformats.org/officeDocument/2006/relationships/customXml" Target="../ink/ink3744.xml"/><Relationship Id="rId191" Type="http://schemas.openxmlformats.org/officeDocument/2006/relationships/image" Target="../media/image12350.png"/><Relationship Id="rId205" Type="http://schemas.openxmlformats.org/officeDocument/2006/relationships/image" Target="../media/image12420.png"/><Relationship Id="rId226" Type="http://schemas.openxmlformats.org/officeDocument/2006/relationships/customXml" Target="../ink/ink3772.xml"/><Relationship Id="rId247" Type="http://schemas.openxmlformats.org/officeDocument/2006/relationships/image" Target="../media/image12630.png"/><Relationship Id="rId107" Type="http://schemas.openxmlformats.org/officeDocument/2006/relationships/image" Target="../media/image11930.png"/><Relationship Id="rId11" Type="http://schemas.openxmlformats.org/officeDocument/2006/relationships/image" Target="../media/image11450.png"/><Relationship Id="rId32" Type="http://schemas.openxmlformats.org/officeDocument/2006/relationships/customXml" Target="../ink/ink3675.xml"/><Relationship Id="rId53" Type="http://schemas.openxmlformats.org/officeDocument/2006/relationships/image" Target="../media/image11660.png"/><Relationship Id="rId74" Type="http://schemas.openxmlformats.org/officeDocument/2006/relationships/customXml" Target="../ink/ink3696.xml"/><Relationship Id="rId128" Type="http://schemas.openxmlformats.org/officeDocument/2006/relationships/customXml" Target="../ink/ink3723.xml"/><Relationship Id="rId149" Type="http://schemas.openxmlformats.org/officeDocument/2006/relationships/image" Target="../media/image12140.png"/><Relationship Id="rId5" Type="http://schemas.openxmlformats.org/officeDocument/2006/relationships/image" Target="../media/image11420.png"/><Relationship Id="rId95" Type="http://schemas.openxmlformats.org/officeDocument/2006/relationships/image" Target="../media/image11870.png"/><Relationship Id="rId160" Type="http://schemas.openxmlformats.org/officeDocument/2006/relationships/customXml" Target="../ink/ink3739.xml"/><Relationship Id="rId181" Type="http://schemas.openxmlformats.org/officeDocument/2006/relationships/image" Target="../media/image12300.png"/><Relationship Id="rId216" Type="http://schemas.openxmlformats.org/officeDocument/2006/relationships/customXml" Target="../ink/ink3767.xml"/><Relationship Id="rId237" Type="http://schemas.openxmlformats.org/officeDocument/2006/relationships/image" Target="../media/image12580.png"/><Relationship Id="rId22" Type="http://schemas.openxmlformats.org/officeDocument/2006/relationships/customXml" Target="../ink/ink3670.xml"/><Relationship Id="rId43" Type="http://schemas.openxmlformats.org/officeDocument/2006/relationships/image" Target="../media/image11610.png"/><Relationship Id="rId64" Type="http://schemas.openxmlformats.org/officeDocument/2006/relationships/customXml" Target="../ink/ink3691.xml"/><Relationship Id="rId118" Type="http://schemas.openxmlformats.org/officeDocument/2006/relationships/customXml" Target="../ink/ink3718.xml"/><Relationship Id="rId139" Type="http://schemas.openxmlformats.org/officeDocument/2006/relationships/image" Target="../media/image12090.png"/><Relationship Id="rId85" Type="http://schemas.openxmlformats.org/officeDocument/2006/relationships/image" Target="../media/image11820.png"/><Relationship Id="rId150" Type="http://schemas.openxmlformats.org/officeDocument/2006/relationships/customXml" Target="../ink/ink3734.xml"/><Relationship Id="rId171" Type="http://schemas.openxmlformats.org/officeDocument/2006/relationships/image" Target="../media/image12250.png"/><Relationship Id="rId192" Type="http://schemas.openxmlformats.org/officeDocument/2006/relationships/customXml" Target="../ink/ink3755.xml"/><Relationship Id="rId206" Type="http://schemas.openxmlformats.org/officeDocument/2006/relationships/customXml" Target="../ink/ink3762.xml"/><Relationship Id="rId227" Type="http://schemas.openxmlformats.org/officeDocument/2006/relationships/image" Target="../media/image12530.png"/><Relationship Id="rId248" Type="http://schemas.openxmlformats.org/officeDocument/2006/relationships/customXml" Target="../ink/ink3783.xml"/><Relationship Id="rId12" Type="http://schemas.openxmlformats.org/officeDocument/2006/relationships/customXml" Target="../ink/ink3665.xml"/><Relationship Id="rId33" Type="http://schemas.openxmlformats.org/officeDocument/2006/relationships/image" Target="../media/image11560.png"/><Relationship Id="rId108" Type="http://schemas.openxmlformats.org/officeDocument/2006/relationships/customXml" Target="../ink/ink3713.xml"/><Relationship Id="rId129" Type="http://schemas.openxmlformats.org/officeDocument/2006/relationships/image" Target="../media/image12040.png"/><Relationship Id="rId54" Type="http://schemas.openxmlformats.org/officeDocument/2006/relationships/customXml" Target="../ink/ink3686.xml"/><Relationship Id="rId75" Type="http://schemas.openxmlformats.org/officeDocument/2006/relationships/image" Target="../media/image11770.png"/><Relationship Id="rId96" Type="http://schemas.openxmlformats.org/officeDocument/2006/relationships/customXml" Target="../ink/ink3707.xml"/><Relationship Id="rId140" Type="http://schemas.openxmlformats.org/officeDocument/2006/relationships/customXml" Target="../ink/ink3729.xml"/><Relationship Id="rId161" Type="http://schemas.openxmlformats.org/officeDocument/2006/relationships/image" Target="../media/image12200.png"/><Relationship Id="rId182" Type="http://schemas.openxmlformats.org/officeDocument/2006/relationships/customXml" Target="../ink/ink3750.xml"/><Relationship Id="rId217" Type="http://schemas.openxmlformats.org/officeDocument/2006/relationships/image" Target="../media/image12480.png"/><Relationship Id="rId6" Type="http://schemas.openxmlformats.org/officeDocument/2006/relationships/customXml" Target="../ink/ink3662.xml"/><Relationship Id="rId238" Type="http://schemas.openxmlformats.org/officeDocument/2006/relationships/customXml" Target="../ink/ink3778.xml"/><Relationship Id="rId23" Type="http://schemas.openxmlformats.org/officeDocument/2006/relationships/image" Target="../media/image11510.png"/><Relationship Id="rId119" Type="http://schemas.openxmlformats.org/officeDocument/2006/relationships/image" Target="../media/image11990.png"/><Relationship Id="rId44" Type="http://schemas.openxmlformats.org/officeDocument/2006/relationships/customXml" Target="../ink/ink3681.xml"/><Relationship Id="rId65" Type="http://schemas.openxmlformats.org/officeDocument/2006/relationships/image" Target="../media/image11720.png"/><Relationship Id="rId86" Type="http://schemas.openxmlformats.org/officeDocument/2006/relationships/customXml" Target="../ink/ink3702.xml"/><Relationship Id="rId130" Type="http://schemas.openxmlformats.org/officeDocument/2006/relationships/customXml" Target="../ink/ink3724.xml"/><Relationship Id="rId151" Type="http://schemas.openxmlformats.org/officeDocument/2006/relationships/image" Target="../media/image12150.png"/><Relationship Id="rId172" Type="http://schemas.openxmlformats.org/officeDocument/2006/relationships/customXml" Target="../ink/ink3745.xml"/><Relationship Id="rId193" Type="http://schemas.openxmlformats.org/officeDocument/2006/relationships/image" Target="../media/image12360.png"/><Relationship Id="rId207" Type="http://schemas.openxmlformats.org/officeDocument/2006/relationships/image" Target="../media/image12430.png"/><Relationship Id="rId228" Type="http://schemas.openxmlformats.org/officeDocument/2006/relationships/customXml" Target="../ink/ink3773.xml"/><Relationship Id="rId249" Type="http://schemas.openxmlformats.org/officeDocument/2006/relationships/image" Target="../media/image12640.png"/><Relationship Id="rId13" Type="http://schemas.openxmlformats.org/officeDocument/2006/relationships/image" Target="../media/image11460.png"/><Relationship Id="rId109" Type="http://schemas.openxmlformats.org/officeDocument/2006/relationships/image" Target="../media/image11940.png"/><Relationship Id="rId34" Type="http://schemas.openxmlformats.org/officeDocument/2006/relationships/customXml" Target="../ink/ink3676.xml"/><Relationship Id="rId55" Type="http://schemas.openxmlformats.org/officeDocument/2006/relationships/image" Target="../media/image11670.png"/><Relationship Id="rId76" Type="http://schemas.openxmlformats.org/officeDocument/2006/relationships/customXml" Target="../ink/ink3697.xml"/><Relationship Id="rId97" Type="http://schemas.openxmlformats.org/officeDocument/2006/relationships/image" Target="../media/image11880.png"/><Relationship Id="rId120" Type="http://schemas.openxmlformats.org/officeDocument/2006/relationships/customXml" Target="../ink/ink3719.xml"/><Relationship Id="rId141" Type="http://schemas.openxmlformats.org/officeDocument/2006/relationships/image" Target="../media/image12101.png"/><Relationship Id="rId7" Type="http://schemas.openxmlformats.org/officeDocument/2006/relationships/image" Target="../media/image11430.png"/><Relationship Id="rId162" Type="http://schemas.openxmlformats.org/officeDocument/2006/relationships/customXml" Target="../ink/ink3740.xml"/><Relationship Id="rId183" Type="http://schemas.openxmlformats.org/officeDocument/2006/relationships/image" Target="../media/image12311.png"/><Relationship Id="rId218" Type="http://schemas.openxmlformats.org/officeDocument/2006/relationships/customXml" Target="../ink/ink3768.xml"/><Relationship Id="rId239" Type="http://schemas.openxmlformats.org/officeDocument/2006/relationships/image" Target="../media/image12590.png"/><Relationship Id="rId250" Type="http://schemas.openxmlformats.org/officeDocument/2006/relationships/customXml" Target="../ink/ink3784.xml"/><Relationship Id="rId24" Type="http://schemas.openxmlformats.org/officeDocument/2006/relationships/customXml" Target="../ink/ink3671.xml"/><Relationship Id="rId45" Type="http://schemas.openxmlformats.org/officeDocument/2006/relationships/image" Target="../media/image11620.png"/><Relationship Id="rId66" Type="http://schemas.openxmlformats.org/officeDocument/2006/relationships/customXml" Target="../ink/ink3692.xml"/><Relationship Id="rId87" Type="http://schemas.openxmlformats.org/officeDocument/2006/relationships/image" Target="../media/image11830.png"/><Relationship Id="rId110" Type="http://schemas.openxmlformats.org/officeDocument/2006/relationships/customXml" Target="../ink/ink3714.xml"/><Relationship Id="rId131" Type="http://schemas.openxmlformats.org/officeDocument/2006/relationships/image" Target="../media/image12050.png"/><Relationship Id="rId152" Type="http://schemas.openxmlformats.org/officeDocument/2006/relationships/customXml" Target="../ink/ink3735.xml"/><Relationship Id="rId173" Type="http://schemas.openxmlformats.org/officeDocument/2006/relationships/image" Target="../media/image12260.png"/><Relationship Id="rId194" Type="http://schemas.openxmlformats.org/officeDocument/2006/relationships/customXml" Target="../ink/ink3756.xml"/><Relationship Id="rId208" Type="http://schemas.openxmlformats.org/officeDocument/2006/relationships/customXml" Target="../ink/ink3763.xml"/><Relationship Id="rId229" Type="http://schemas.openxmlformats.org/officeDocument/2006/relationships/image" Target="../media/image12540.png"/><Relationship Id="rId240" Type="http://schemas.openxmlformats.org/officeDocument/2006/relationships/customXml" Target="../ink/ink3779.xml"/><Relationship Id="rId14" Type="http://schemas.openxmlformats.org/officeDocument/2006/relationships/customXml" Target="../ink/ink3666.xml"/><Relationship Id="rId35" Type="http://schemas.openxmlformats.org/officeDocument/2006/relationships/image" Target="../media/image11570.png"/><Relationship Id="rId56" Type="http://schemas.openxmlformats.org/officeDocument/2006/relationships/customXml" Target="../ink/ink3687.xml"/><Relationship Id="rId77" Type="http://schemas.openxmlformats.org/officeDocument/2006/relationships/image" Target="../media/image11780.png"/><Relationship Id="rId100" Type="http://schemas.openxmlformats.org/officeDocument/2006/relationships/customXml" Target="../ink/ink3709.xml"/><Relationship Id="rId8" Type="http://schemas.openxmlformats.org/officeDocument/2006/relationships/customXml" Target="../ink/ink3663.xml"/><Relationship Id="rId98" Type="http://schemas.openxmlformats.org/officeDocument/2006/relationships/customXml" Target="../ink/ink3708.xml"/><Relationship Id="rId121" Type="http://schemas.openxmlformats.org/officeDocument/2006/relationships/image" Target="../media/image12000.png"/><Relationship Id="rId142" Type="http://schemas.openxmlformats.org/officeDocument/2006/relationships/customXml" Target="../ink/ink3730.xml"/><Relationship Id="rId163" Type="http://schemas.openxmlformats.org/officeDocument/2006/relationships/image" Target="../media/image12211.png"/><Relationship Id="rId184" Type="http://schemas.openxmlformats.org/officeDocument/2006/relationships/customXml" Target="../ink/ink3751.xml"/><Relationship Id="rId219" Type="http://schemas.openxmlformats.org/officeDocument/2006/relationships/image" Target="../media/image12490.png"/><Relationship Id="rId230" Type="http://schemas.openxmlformats.org/officeDocument/2006/relationships/customXml" Target="../ink/ink3774.xml"/><Relationship Id="rId251" Type="http://schemas.openxmlformats.org/officeDocument/2006/relationships/image" Target="../media/image12650.png"/><Relationship Id="rId25" Type="http://schemas.openxmlformats.org/officeDocument/2006/relationships/image" Target="../media/image11520.png"/><Relationship Id="rId46" Type="http://schemas.openxmlformats.org/officeDocument/2006/relationships/customXml" Target="../ink/ink3682.xml"/><Relationship Id="rId67" Type="http://schemas.openxmlformats.org/officeDocument/2006/relationships/image" Target="../media/image11730.png"/><Relationship Id="rId88" Type="http://schemas.openxmlformats.org/officeDocument/2006/relationships/customXml" Target="../ink/ink3703.xml"/><Relationship Id="rId111" Type="http://schemas.openxmlformats.org/officeDocument/2006/relationships/image" Target="../media/image11950.png"/><Relationship Id="rId132" Type="http://schemas.openxmlformats.org/officeDocument/2006/relationships/customXml" Target="../ink/ink3725.xml"/><Relationship Id="rId153" Type="http://schemas.openxmlformats.org/officeDocument/2006/relationships/image" Target="../media/image12160.png"/><Relationship Id="rId174" Type="http://schemas.openxmlformats.org/officeDocument/2006/relationships/customXml" Target="../ink/ink3746.xml"/><Relationship Id="rId195" Type="http://schemas.openxmlformats.org/officeDocument/2006/relationships/image" Target="../media/image12370.png"/><Relationship Id="rId209" Type="http://schemas.openxmlformats.org/officeDocument/2006/relationships/image" Target="../media/image12440.png"/><Relationship Id="rId220" Type="http://schemas.openxmlformats.org/officeDocument/2006/relationships/customXml" Target="../ink/ink3769.xml"/><Relationship Id="rId241" Type="http://schemas.openxmlformats.org/officeDocument/2006/relationships/image" Target="../media/image12600.png"/><Relationship Id="rId15" Type="http://schemas.openxmlformats.org/officeDocument/2006/relationships/image" Target="../media/image11470.png"/><Relationship Id="rId36" Type="http://schemas.openxmlformats.org/officeDocument/2006/relationships/customXml" Target="../ink/ink3677.xml"/><Relationship Id="rId57" Type="http://schemas.openxmlformats.org/officeDocument/2006/relationships/image" Target="../media/image11680.png"/><Relationship Id="rId78" Type="http://schemas.openxmlformats.org/officeDocument/2006/relationships/customXml" Target="../ink/ink3698.xml"/><Relationship Id="rId99" Type="http://schemas.openxmlformats.org/officeDocument/2006/relationships/image" Target="../media/image11890.png"/><Relationship Id="rId101" Type="http://schemas.openxmlformats.org/officeDocument/2006/relationships/image" Target="../media/image11900.png"/><Relationship Id="rId122" Type="http://schemas.openxmlformats.org/officeDocument/2006/relationships/customXml" Target="../ink/ink3720.xml"/><Relationship Id="rId143" Type="http://schemas.openxmlformats.org/officeDocument/2006/relationships/image" Target="../media/image12111.png"/><Relationship Id="rId164" Type="http://schemas.openxmlformats.org/officeDocument/2006/relationships/customXml" Target="../ink/ink3741.xml"/><Relationship Id="rId185" Type="http://schemas.openxmlformats.org/officeDocument/2006/relationships/image" Target="../media/image12320.png"/><Relationship Id="rId9" Type="http://schemas.openxmlformats.org/officeDocument/2006/relationships/image" Target="../media/image11440.png"/><Relationship Id="rId210" Type="http://schemas.openxmlformats.org/officeDocument/2006/relationships/customXml" Target="../ink/ink3764.xml"/><Relationship Id="rId26" Type="http://schemas.openxmlformats.org/officeDocument/2006/relationships/customXml" Target="../ink/ink3672.xml"/><Relationship Id="rId231" Type="http://schemas.openxmlformats.org/officeDocument/2006/relationships/image" Target="../media/image12550.png"/><Relationship Id="rId252" Type="http://schemas.openxmlformats.org/officeDocument/2006/relationships/customXml" Target="../ink/ink3785.xml"/><Relationship Id="rId47" Type="http://schemas.openxmlformats.org/officeDocument/2006/relationships/image" Target="../media/image11630.png"/><Relationship Id="rId68" Type="http://schemas.openxmlformats.org/officeDocument/2006/relationships/customXml" Target="../ink/ink3693.xml"/><Relationship Id="rId89" Type="http://schemas.openxmlformats.org/officeDocument/2006/relationships/image" Target="../media/image11840.png"/><Relationship Id="rId112" Type="http://schemas.openxmlformats.org/officeDocument/2006/relationships/customXml" Target="../ink/ink3715.xml"/><Relationship Id="rId133" Type="http://schemas.openxmlformats.org/officeDocument/2006/relationships/image" Target="../media/image12060.png"/><Relationship Id="rId154" Type="http://schemas.openxmlformats.org/officeDocument/2006/relationships/customXml" Target="../ink/ink3736.xml"/><Relationship Id="rId175" Type="http://schemas.openxmlformats.org/officeDocument/2006/relationships/image" Target="../media/image12270.png"/><Relationship Id="rId196" Type="http://schemas.openxmlformats.org/officeDocument/2006/relationships/customXml" Target="../ink/ink3757.xml"/><Relationship Id="rId200" Type="http://schemas.openxmlformats.org/officeDocument/2006/relationships/customXml" Target="../ink/ink3759.xml"/><Relationship Id="rId16" Type="http://schemas.openxmlformats.org/officeDocument/2006/relationships/customXml" Target="../ink/ink3667.xml"/><Relationship Id="rId221" Type="http://schemas.openxmlformats.org/officeDocument/2006/relationships/image" Target="../media/image12500.png"/><Relationship Id="rId242" Type="http://schemas.openxmlformats.org/officeDocument/2006/relationships/customXml" Target="../ink/ink3780.xml"/><Relationship Id="rId37" Type="http://schemas.openxmlformats.org/officeDocument/2006/relationships/image" Target="../media/image11580.png"/><Relationship Id="rId58" Type="http://schemas.openxmlformats.org/officeDocument/2006/relationships/customXml" Target="../ink/ink3688.xml"/><Relationship Id="rId79" Type="http://schemas.openxmlformats.org/officeDocument/2006/relationships/image" Target="../media/image11790.png"/><Relationship Id="rId102" Type="http://schemas.openxmlformats.org/officeDocument/2006/relationships/customXml" Target="../ink/ink3710.xml"/><Relationship Id="rId123" Type="http://schemas.openxmlformats.org/officeDocument/2006/relationships/image" Target="../media/image12011.png"/><Relationship Id="rId144" Type="http://schemas.openxmlformats.org/officeDocument/2006/relationships/customXml" Target="../ink/ink3731.xml"/><Relationship Id="rId90" Type="http://schemas.openxmlformats.org/officeDocument/2006/relationships/customXml" Target="../ink/ink3704.xml"/><Relationship Id="rId165" Type="http://schemas.openxmlformats.org/officeDocument/2006/relationships/image" Target="../media/image12220.png"/><Relationship Id="rId186" Type="http://schemas.openxmlformats.org/officeDocument/2006/relationships/customXml" Target="../ink/ink3752.xml"/><Relationship Id="rId211" Type="http://schemas.openxmlformats.org/officeDocument/2006/relationships/image" Target="../media/image12450.png"/><Relationship Id="rId232" Type="http://schemas.openxmlformats.org/officeDocument/2006/relationships/customXml" Target="../ink/ink3775.xml"/><Relationship Id="rId253" Type="http://schemas.openxmlformats.org/officeDocument/2006/relationships/image" Target="../media/image12660.png"/><Relationship Id="rId27" Type="http://schemas.openxmlformats.org/officeDocument/2006/relationships/image" Target="../media/image11530.png"/><Relationship Id="rId48" Type="http://schemas.openxmlformats.org/officeDocument/2006/relationships/customXml" Target="../ink/ink3683.xml"/><Relationship Id="rId69" Type="http://schemas.openxmlformats.org/officeDocument/2006/relationships/image" Target="../media/image11740.png"/><Relationship Id="rId113" Type="http://schemas.openxmlformats.org/officeDocument/2006/relationships/image" Target="../media/image11960.png"/><Relationship Id="rId134" Type="http://schemas.openxmlformats.org/officeDocument/2006/relationships/customXml" Target="../ink/ink3726.xml"/><Relationship Id="rId80" Type="http://schemas.openxmlformats.org/officeDocument/2006/relationships/customXml" Target="../ink/ink3699.xml"/><Relationship Id="rId155" Type="http://schemas.openxmlformats.org/officeDocument/2006/relationships/image" Target="../media/image12170.png"/><Relationship Id="rId176" Type="http://schemas.openxmlformats.org/officeDocument/2006/relationships/customXml" Target="../ink/ink3747.xml"/><Relationship Id="rId197" Type="http://schemas.openxmlformats.org/officeDocument/2006/relationships/image" Target="../media/image12380.png"/><Relationship Id="rId201" Type="http://schemas.openxmlformats.org/officeDocument/2006/relationships/image" Target="../media/image12400.png"/><Relationship Id="rId222" Type="http://schemas.openxmlformats.org/officeDocument/2006/relationships/customXml" Target="../ink/ink3770.xml"/><Relationship Id="rId243" Type="http://schemas.openxmlformats.org/officeDocument/2006/relationships/image" Target="../media/image12611.png"/><Relationship Id="rId17" Type="http://schemas.openxmlformats.org/officeDocument/2006/relationships/image" Target="../media/image11480.png"/><Relationship Id="rId38" Type="http://schemas.openxmlformats.org/officeDocument/2006/relationships/customXml" Target="../ink/ink3678.xml"/><Relationship Id="rId59" Type="http://schemas.openxmlformats.org/officeDocument/2006/relationships/image" Target="../media/image11690.png"/><Relationship Id="rId103" Type="http://schemas.openxmlformats.org/officeDocument/2006/relationships/image" Target="../media/image11911.png"/><Relationship Id="rId124" Type="http://schemas.openxmlformats.org/officeDocument/2006/relationships/customXml" Target="../ink/ink3721.xml"/><Relationship Id="rId70" Type="http://schemas.openxmlformats.org/officeDocument/2006/relationships/customXml" Target="../ink/ink3694.xml"/><Relationship Id="rId91" Type="http://schemas.openxmlformats.org/officeDocument/2006/relationships/image" Target="../media/image11850.png"/><Relationship Id="rId145" Type="http://schemas.openxmlformats.org/officeDocument/2006/relationships/image" Target="../media/image12120.png"/><Relationship Id="rId166" Type="http://schemas.openxmlformats.org/officeDocument/2006/relationships/customXml" Target="../ink/ink3742.xml"/><Relationship Id="rId187" Type="http://schemas.openxmlformats.org/officeDocument/2006/relationships/image" Target="../media/image12330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3765.xml"/><Relationship Id="rId233" Type="http://schemas.openxmlformats.org/officeDocument/2006/relationships/image" Target="../media/image12560.png"/><Relationship Id="rId254" Type="http://schemas.openxmlformats.org/officeDocument/2006/relationships/customXml" Target="../ink/ink3786.xml"/><Relationship Id="rId28" Type="http://schemas.openxmlformats.org/officeDocument/2006/relationships/customXml" Target="../ink/ink3673.xml"/><Relationship Id="rId49" Type="http://schemas.openxmlformats.org/officeDocument/2006/relationships/image" Target="../media/image11640.png"/><Relationship Id="rId114" Type="http://schemas.openxmlformats.org/officeDocument/2006/relationships/customXml" Target="../ink/ink3716.xml"/><Relationship Id="rId60" Type="http://schemas.openxmlformats.org/officeDocument/2006/relationships/customXml" Target="../ink/ink3689.xml"/><Relationship Id="rId81" Type="http://schemas.openxmlformats.org/officeDocument/2006/relationships/image" Target="../media/image11800.png"/><Relationship Id="rId135" Type="http://schemas.openxmlformats.org/officeDocument/2006/relationships/image" Target="../media/image12070.png"/><Relationship Id="rId156" Type="http://schemas.openxmlformats.org/officeDocument/2006/relationships/customXml" Target="../ink/ink3737.xml"/><Relationship Id="rId177" Type="http://schemas.openxmlformats.org/officeDocument/2006/relationships/image" Target="../media/image12280.png"/><Relationship Id="rId198" Type="http://schemas.openxmlformats.org/officeDocument/2006/relationships/customXml" Target="../ink/ink3758.xml"/><Relationship Id="rId202" Type="http://schemas.openxmlformats.org/officeDocument/2006/relationships/customXml" Target="../ink/ink3760.xml"/><Relationship Id="rId223" Type="http://schemas.openxmlformats.org/officeDocument/2006/relationships/image" Target="../media/image12511.png"/><Relationship Id="rId244" Type="http://schemas.openxmlformats.org/officeDocument/2006/relationships/customXml" Target="../ink/ink3781.xml"/><Relationship Id="rId18" Type="http://schemas.openxmlformats.org/officeDocument/2006/relationships/customXml" Target="../ink/ink3668.xml"/><Relationship Id="rId39" Type="http://schemas.openxmlformats.org/officeDocument/2006/relationships/image" Target="../media/image11590.png"/><Relationship Id="rId50" Type="http://schemas.openxmlformats.org/officeDocument/2006/relationships/customXml" Target="../ink/ink3684.xml"/><Relationship Id="rId104" Type="http://schemas.openxmlformats.org/officeDocument/2006/relationships/customXml" Target="../ink/ink3711.xml"/><Relationship Id="rId125" Type="http://schemas.openxmlformats.org/officeDocument/2006/relationships/image" Target="../media/image12020.png"/><Relationship Id="rId146" Type="http://schemas.openxmlformats.org/officeDocument/2006/relationships/customXml" Target="../ink/ink3732.xml"/><Relationship Id="rId167" Type="http://schemas.openxmlformats.org/officeDocument/2006/relationships/image" Target="../media/image12230.png"/><Relationship Id="rId188" Type="http://schemas.openxmlformats.org/officeDocument/2006/relationships/customXml" Target="../ink/ink3753.xml"/><Relationship Id="rId71" Type="http://schemas.openxmlformats.org/officeDocument/2006/relationships/image" Target="../media/image11750.png"/><Relationship Id="rId92" Type="http://schemas.openxmlformats.org/officeDocument/2006/relationships/customXml" Target="../ink/ink3705.xml"/><Relationship Id="rId213" Type="http://schemas.openxmlformats.org/officeDocument/2006/relationships/image" Target="../media/image12460.png"/><Relationship Id="rId234" Type="http://schemas.openxmlformats.org/officeDocument/2006/relationships/customXml" Target="../ink/ink3776.xml"/><Relationship Id="rId2" Type="http://schemas.openxmlformats.org/officeDocument/2006/relationships/customXml" Target="../ink/ink3660.xml"/><Relationship Id="rId29" Type="http://schemas.openxmlformats.org/officeDocument/2006/relationships/image" Target="../media/image11540.png"/><Relationship Id="rId255" Type="http://schemas.openxmlformats.org/officeDocument/2006/relationships/image" Target="../media/image12670.png"/><Relationship Id="rId40" Type="http://schemas.openxmlformats.org/officeDocument/2006/relationships/customXml" Target="../ink/ink3679.xml"/><Relationship Id="rId115" Type="http://schemas.openxmlformats.org/officeDocument/2006/relationships/image" Target="../media/image11970.png"/><Relationship Id="rId136" Type="http://schemas.openxmlformats.org/officeDocument/2006/relationships/customXml" Target="../ink/ink3727.xml"/><Relationship Id="rId157" Type="http://schemas.openxmlformats.org/officeDocument/2006/relationships/image" Target="../media/image12180.png"/><Relationship Id="rId178" Type="http://schemas.openxmlformats.org/officeDocument/2006/relationships/customXml" Target="../ink/ink3748.xml"/><Relationship Id="rId61" Type="http://schemas.openxmlformats.org/officeDocument/2006/relationships/image" Target="../media/image11700.png"/><Relationship Id="rId82" Type="http://schemas.openxmlformats.org/officeDocument/2006/relationships/customXml" Target="../ink/ink3700.xml"/><Relationship Id="rId199" Type="http://schemas.openxmlformats.org/officeDocument/2006/relationships/image" Target="../media/image12390.png"/><Relationship Id="rId203" Type="http://schemas.openxmlformats.org/officeDocument/2006/relationships/image" Target="../media/image12411.png"/><Relationship Id="rId19" Type="http://schemas.openxmlformats.org/officeDocument/2006/relationships/image" Target="../media/image11490.png"/><Relationship Id="rId224" Type="http://schemas.openxmlformats.org/officeDocument/2006/relationships/customXml" Target="../ink/ink3771.xml"/><Relationship Id="rId245" Type="http://schemas.openxmlformats.org/officeDocument/2006/relationships/image" Target="../media/image12620.png"/><Relationship Id="rId30" Type="http://schemas.openxmlformats.org/officeDocument/2006/relationships/customXml" Target="../ink/ink3674.xml"/><Relationship Id="rId105" Type="http://schemas.openxmlformats.org/officeDocument/2006/relationships/image" Target="../media/image11920.png"/><Relationship Id="rId126" Type="http://schemas.openxmlformats.org/officeDocument/2006/relationships/customXml" Target="../ink/ink3722.xml"/><Relationship Id="rId147" Type="http://schemas.openxmlformats.org/officeDocument/2006/relationships/image" Target="../media/image12130.png"/><Relationship Id="rId168" Type="http://schemas.openxmlformats.org/officeDocument/2006/relationships/customXml" Target="../ink/ink3743.xml"/><Relationship Id="rId51" Type="http://schemas.openxmlformats.org/officeDocument/2006/relationships/image" Target="../media/image11650.png"/><Relationship Id="rId72" Type="http://schemas.openxmlformats.org/officeDocument/2006/relationships/customXml" Target="../ink/ink3695.xml"/><Relationship Id="rId93" Type="http://schemas.openxmlformats.org/officeDocument/2006/relationships/image" Target="../media/image11860.png"/><Relationship Id="rId189" Type="http://schemas.openxmlformats.org/officeDocument/2006/relationships/image" Target="../media/image12340.png"/><Relationship Id="rId3" Type="http://schemas.openxmlformats.org/officeDocument/2006/relationships/image" Target="../media/image11410.png"/><Relationship Id="rId214" Type="http://schemas.openxmlformats.org/officeDocument/2006/relationships/customXml" Target="../ink/ink3766.xml"/><Relationship Id="rId235" Type="http://schemas.openxmlformats.org/officeDocument/2006/relationships/image" Target="../media/image12570.png"/><Relationship Id="rId116" Type="http://schemas.openxmlformats.org/officeDocument/2006/relationships/customXml" Target="../ink/ink3717.xml"/><Relationship Id="rId137" Type="http://schemas.openxmlformats.org/officeDocument/2006/relationships/image" Target="../media/image12080.png"/><Relationship Id="rId158" Type="http://schemas.openxmlformats.org/officeDocument/2006/relationships/customXml" Target="../ink/ink3738.xml"/><Relationship Id="rId20" Type="http://schemas.openxmlformats.org/officeDocument/2006/relationships/customXml" Target="../ink/ink3669.xml"/><Relationship Id="rId41" Type="http://schemas.openxmlformats.org/officeDocument/2006/relationships/image" Target="../media/image11600.png"/><Relationship Id="rId62" Type="http://schemas.openxmlformats.org/officeDocument/2006/relationships/customXml" Target="../ink/ink3690.xml"/><Relationship Id="rId83" Type="http://schemas.openxmlformats.org/officeDocument/2006/relationships/image" Target="../media/image11811.png"/><Relationship Id="rId179" Type="http://schemas.openxmlformats.org/officeDocument/2006/relationships/image" Target="../media/image12290.png"/><Relationship Id="rId190" Type="http://schemas.openxmlformats.org/officeDocument/2006/relationships/customXml" Target="../ink/ink3754.xml"/><Relationship Id="rId204" Type="http://schemas.openxmlformats.org/officeDocument/2006/relationships/customXml" Target="../ink/ink3761.xml"/><Relationship Id="rId225" Type="http://schemas.openxmlformats.org/officeDocument/2006/relationships/image" Target="../media/image12520.png"/><Relationship Id="rId246" Type="http://schemas.openxmlformats.org/officeDocument/2006/relationships/customXml" Target="../ink/ink3782.xml"/><Relationship Id="rId106" Type="http://schemas.openxmlformats.org/officeDocument/2006/relationships/customXml" Target="../ink/ink3712.xml"/><Relationship Id="rId127" Type="http://schemas.openxmlformats.org/officeDocument/2006/relationships/image" Target="../media/image12030.png"/><Relationship Id="rId10" Type="http://schemas.openxmlformats.org/officeDocument/2006/relationships/customXml" Target="../ink/ink3664.xml"/><Relationship Id="rId31" Type="http://schemas.openxmlformats.org/officeDocument/2006/relationships/image" Target="../media/image11550.png"/><Relationship Id="rId52" Type="http://schemas.openxmlformats.org/officeDocument/2006/relationships/customXml" Target="../ink/ink3685.xml"/><Relationship Id="rId73" Type="http://schemas.openxmlformats.org/officeDocument/2006/relationships/image" Target="../media/image11760.png"/><Relationship Id="rId94" Type="http://schemas.openxmlformats.org/officeDocument/2006/relationships/customXml" Target="../ink/ink3706.xml"/><Relationship Id="rId148" Type="http://schemas.openxmlformats.org/officeDocument/2006/relationships/customXml" Target="../ink/ink3733.xml"/><Relationship Id="rId169" Type="http://schemas.openxmlformats.org/officeDocument/2006/relationships/image" Target="../media/image12240.png"/><Relationship Id="rId4" Type="http://schemas.openxmlformats.org/officeDocument/2006/relationships/customXml" Target="../ink/ink3661.xml"/><Relationship Id="rId180" Type="http://schemas.openxmlformats.org/officeDocument/2006/relationships/customXml" Target="../ink/ink3749.xml"/><Relationship Id="rId215" Type="http://schemas.openxmlformats.org/officeDocument/2006/relationships/image" Target="../media/image12470.png"/><Relationship Id="rId236" Type="http://schemas.openxmlformats.org/officeDocument/2006/relationships/customXml" Target="../ink/ink3777.xml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40.png"/><Relationship Id="rId21" Type="http://schemas.openxmlformats.org/officeDocument/2006/relationships/image" Target="../media/image11500.png"/><Relationship Id="rId42" Type="http://schemas.openxmlformats.org/officeDocument/2006/relationships/customXml" Target="../ink/ink3807.xml"/><Relationship Id="rId63" Type="http://schemas.openxmlformats.org/officeDocument/2006/relationships/image" Target="../media/image12400.png"/><Relationship Id="rId84" Type="http://schemas.openxmlformats.org/officeDocument/2006/relationships/customXml" Target="../ink/ink3828.xml"/><Relationship Id="rId138" Type="http://schemas.openxmlformats.org/officeDocument/2006/relationships/customXml" Target="../ink/ink3855.xml"/><Relationship Id="rId159" Type="http://schemas.openxmlformats.org/officeDocument/2006/relationships/image" Target="../media/image13150.png"/><Relationship Id="rId170" Type="http://schemas.openxmlformats.org/officeDocument/2006/relationships/customXml" Target="../ink/ink3871.xml"/><Relationship Id="rId191" Type="http://schemas.openxmlformats.org/officeDocument/2006/relationships/image" Target="../media/image13311.png"/><Relationship Id="rId205" Type="http://schemas.openxmlformats.org/officeDocument/2006/relationships/image" Target="../media/image13380.png"/><Relationship Id="rId107" Type="http://schemas.openxmlformats.org/officeDocument/2006/relationships/image" Target="../media/image12890.png"/><Relationship Id="rId11" Type="http://schemas.openxmlformats.org/officeDocument/2006/relationships/image" Target="../media/image11450.png"/><Relationship Id="rId32" Type="http://schemas.openxmlformats.org/officeDocument/2006/relationships/customXml" Target="../ink/ink3802.xml"/><Relationship Id="rId53" Type="http://schemas.openxmlformats.org/officeDocument/2006/relationships/image" Target="../media/image11960.png"/><Relationship Id="rId74" Type="http://schemas.openxmlformats.org/officeDocument/2006/relationships/customXml" Target="../ink/ink3823.xml"/><Relationship Id="rId128" Type="http://schemas.openxmlformats.org/officeDocument/2006/relationships/customXml" Target="../ink/ink3850.xml"/><Relationship Id="rId149" Type="http://schemas.openxmlformats.org/officeDocument/2006/relationships/image" Target="../media/image13101.png"/><Relationship Id="rId5" Type="http://schemas.openxmlformats.org/officeDocument/2006/relationships/image" Target="../media/image11420.png"/><Relationship Id="rId95" Type="http://schemas.openxmlformats.org/officeDocument/2006/relationships/image" Target="../media/image12830.png"/><Relationship Id="rId160" Type="http://schemas.openxmlformats.org/officeDocument/2006/relationships/customXml" Target="../ink/ink3866.xml"/><Relationship Id="rId181" Type="http://schemas.openxmlformats.org/officeDocument/2006/relationships/image" Target="../media/image13260.png"/><Relationship Id="rId216" Type="http://schemas.openxmlformats.org/officeDocument/2006/relationships/customXml" Target="../ink/ink3894.xml"/><Relationship Id="rId22" Type="http://schemas.openxmlformats.org/officeDocument/2006/relationships/customXml" Target="../ink/ink3797.xml"/><Relationship Id="rId43" Type="http://schemas.openxmlformats.org/officeDocument/2006/relationships/image" Target="../media/image11610.png"/><Relationship Id="rId64" Type="http://schemas.openxmlformats.org/officeDocument/2006/relationships/customXml" Target="../ink/ink3818.xml"/><Relationship Id="rId118" Type="http://schemas.openxmlformats.org/officeDocument/2006/relationships/customXml" Target="../ink/ink3845.xml"/><Relationship Id="rId139" Type="http://schemas.openxmlformats.org/officeDocument/2006/relationships/image" Target="../media/image13050.png"/><Relationship Id="rId85" Type="http://schemas.openxmlformats.org/officeDocument/2006/relationships/image" Target="../media/image12780.png"/><Relationship Id="rId150" Type="http://schemas.openxmlformats.org/officeDocument/2006/relationships/customXml" Target="../ink/ink3861.xml"/><Relationship Id="rId171" Type="http://schemas.openxmlformats.org/officeDocument/2006/relationships/image" Target="../media/image13211.png"/><Relationship Id="rId192" Type="http://schemas.openxmlformats.org/officeDocument/2006/relationships/customXml" Target="../ink/ink3882.xml"/><Relationship Id="rId206" Type="http://schemas.openxmlformats.org/officeDocument/2006/relationships/customXml" Target="../ink/ink3889.xml"/><Relationship Id="rId12" Type="http://schemas.openxmlformats.org/officeDocument/2006/relationships/customXml" Target="../ink/ink3792.xml"/><Relationship Id="rId33" Type="http://schemas.openxmlformats.org/officeDocument/2006/relationships/image" Target="../media/image11560.png"/><Relationship Id="rId108" Type="http://schemas.openxmlformats.org/officeDocument/2006/relationships/customXml" Target="../ink/ink3840.xml"/><Relationship Id="rId129" Type="http://schemas.openxmlformats.org/officeDocument/2006/relationships/image" Target="../media/image13000.png"/><Relationship Id="rId54" Type="http://schemas.openxmlformats.org/officeDocument/2006/relationships/customXml" Target="../ink/ink3813.xml"/><Relationship Id="rId75" Type="http://schemas.openxmlformats.org/officeDocument/2006/relationships/image" Target="../media/image12730.png"/><Relationship Id="rId96" Type="http://schemas.openxmlformats.org/officeDocument/2006/relationships/customXml" Target="../ink/ink3834.xml"/><Relationship Id="rId140" Type="http://schemas.openxmlformats.org/officeDocument/2006/relationships/customXml" Target="../ink/ink3856.xml"/><Relationship Id="rId161" Type="http://schemas.openxmlformats.org/officeDocument/2006/relationships/image" Target="../media/image13160.png"/><Relationship Id="rId182" Type="http://schemas.openxmlformats.org/officeDocument/2006/relationships/customXml" Target="../ink/ink3877.xml"/><Relationship Id="rId217" Type="http://schemas.openxmlformats.org/officeDocument/2006/relationships/image" Target="../media/image13440.png"/><Relationship Id="rId6" Type="http://schemas.openxmlformats.org/officeDocument/2006/relationships/customXml" Target="../ink/ink3789.xml"/><Relationship Id="rId23" Type="http://schemas.openxmlformats.org/officeDocument/2006/relationships/image" Target="../media/image11510.png"/><Relationship Id="rId119" Type="http://schemas.openxmlformats.org/officeDocument/2006/relationships/image" Target="../media/image12950.png"/><Relationship Id="rId44" Type="http://schemas.openxmlformats.org/officeDocument/2006/relationships/customXml" Target="../ink/ink3808.xml"/><Relationship Id="rId65" Type="http://schemas.openxmlformats.org/officeDocument/2006/relationships/image" Target="../media/image12680.png"/><Relationship Id="rId86" Type="http://schemas.openxmlformats.org/officeDocument/2006/relationships/customXml" Target="../ink/ink3829.xml"/><Relationship Id="rId130" Type="http://schemas.openxmlformats.org/officeDocument/2006/relationships/customXml" Target="../ink/ink3851.xml"/><Relationship Id="rId151" Type="http://schemas.openxmlformats.org/officeDocument/2006/relationships/image" Target="../media/image13111.png"/><Relationship Id="rId172" Type="http://schemas.openxmlformats.org/officeDocument/2006/relationships/customXml" Target="../ink/ink3872.xml"/><Relationship Id="rId193" Type="http://schemas.openxmlformats.org/officeDocument/2006/relationships/image" Target="../media/image13320.png"/><Relationship Id="rId207" Type="http://schemas.openxmlformats.org/officeDocument/2006/relationships/image" Target="../media/image13390.png"/><Relationship Id="rId13" Type="http://schemas.openxmlformats.org/officeDocument/2006/relationships/image" Target="../media/image11460.png"/><Relationship Id="rId109" Type="http://schemas.openxmlformats.org/officeDocument/2006/relationships/image" Target="../media/image12900.png"/><Relationship Id="rId34" Type="http://schemas.openxmlformats.org/officeDocument/2006/relationships/customXml" Target="../ink/ink3803.xml"/><Relationship Id="rId55" Type="http://schemas.openxmlformats.org/officeDocument/2006/relationships/image" Target="../media/image12360.png"/><Relationship Id="rId76" Type="http://schemas.openxmlformats.org/officeDocument/2006/relationships/customXml" Target="../ink/ink3824.xml"/><Relationship Id="rId97" Type="http://schemas.openxmlformats.org/officeDocument/2006/relationships/image" Target="../media/image12840.png"/><Relationship Id="rId120" Type="http://schemas.openxmlformats.org/officeDocument/2006/relationships/customXml" Target="../ink/ink3846.xml"/><Relationship Id="rId141" Type="http://schemas.openxmlformats.org/officeDocument/2006/relationships/image" Target="../media/image13060.png"/><Relationship Id="rId7" Type="http://schemas.openxmlformats.org/officeDocument/2006/relationships/image" Target="../media/image11430.png"/><Relationship Id="rId162" Type="http://schemas.openxmlformats.org/officeDocument/2006/relationships/customXml" Target="../ink/ink3867.xml"/><Relationship Id="rId183" Type="http://schemas.openxmlformats.org/officeDocument/2006/relationships/image" Target="../media/image13270.png"/><Relationship Id="rId218" Type="http://schemas.openxmlformats.org/officeDocument/2006/relationships/customXml" Target="../ink/ink3895.xml"/><Relationship Id="rId24" Type="http://schemas.openxmlformats.org/officeDocument/2006/relationships/customXml" Target="../ink/ink3798.xml"/><Relationship Id="rId45" Type="http://schemas.openxmlformats.org/officeDocument/2006/relationships/image" Target="../media/image11620.png"/><Relationship Id="rId66" Type="http://schemas.openxmlformats.org/officeDocument/2006/relationships/customXml" Target="../ink/ink3819.xml"/><Relationship Id="rId87" Type="http://schemas.openxmlformats.org/officeDocument/2006/relationships/image" Target="../media/image12790.png"/><Relationship Id="rId110" Type="http://schemas.openxmlformats.org/officeDocument/2006/relationships/customXml" Target="../ink/ink3841.xml"/><Relationship Id="rId131" Type="http://schemas.openxmlformats.org/officeDocument/2006/relationships/image" Target="../media/image13011.png"/><Relationship Id="rId152" Type="http://schemas.openxmlformats.org/officeDocument/2006/relationships/customXml" Target="../ink/ink3862.xml"/><Relationship Id="rId173" Type="http://schemas.openxmlformats.org/officeDocument/2006/relationships/image" Target="../media/image13220.png"/><Relationship Id="rId194" Type="http://schemas.openxmlformats.org/officeDocument/2006/relationships/customXml" Target="../ink/ink3883.xml"/><Relationship Id="rId208" Type="http://schemas.openxmlformats.org/officeDocument/2006/relationships/customXml" Target="../ink/ink3890.xml"/><Relationship Id="rId14" Type="http://schemas.openxmlformats.org/officeDocument/2006/relationships/customXml" Target="../ink/ink3793.xml"/><Relationship Id="rId30" Type="http://schemas.openxmlformats.org/officeDocument/2006/relationships/customXml" Target="../ink/ink3801.xml"/><Relationship Id="rId35" Type="http://schemas.openxmlformats.org/officeDocument/2006/relationships/image" Target="../media/image11570.png"/><Relationship Id="rId56" Type="http://schemas.openxmlformats.org/officeDocument/2006/relationships/customXml" Target="../ink/ink3814.xml"/><Relationship Id="rId77" Type="http://schemas.openxmlformats.org/officeDocument/2006/relationships/image" Target="../media/image12740.png"/><Relationship Id="rId100" Type="http://schemas.openxmlformats.org/officeDocument/2006/relationships/customXml" Target="../ink/ink3836.xml"/><Relationship Id="rId105" Type="http://schemas.openxmlformats.org/officeDocument/2006/relationships/image" Target="../media/image12880.png"/><Relationship Id="rId126" Type="http://schemas.openxmlformats.org/officeDocument/2006/relationships/customXml" Target="../ink/ink3849.xml"/><Relationship Id="rId147" Type="http://schemas.openxmlformats.org/officeDocument/2006/relationships/image" Target="../media/image13090.png"/><Relationship Id="rId168" Type="http://schemas.openxmlformats.org/officeDocument/2006/relationships/customXml" Target="../ink/ink3870.xml"/><Relationship Id="rId8" Type="http://schemas.openxmlformats.org/officeDocument/2006/relationships/customXml" Target="../ink/ink3790.xml"/><Relationship Id="rId51" Type="http://schemas.openxmlformats.org/officeDocument/2006/relationships/image" Target="../media/image11950.png"/><Relationship Id="rId72" Type="http://schemas.openxmlformats.org/officeDocument/2006/relationships/customXml" Target="../ink/ink3822.xml"/><Relationship Id="rId93" Type="http://schemas.openxmlformats.org/officeDocument/2006/relationships/image" Target="../media/image12820.png"/><Relationship Id="rId98" Type="http://schemas.openxmlformats.org/officeDocument/2006/relationships/customXml" Target="../ink/ink3835.xml"/><Relationship Id="rId121" Type="http://schemas.openxmlformats.org/officeDocument/2006/relationships/image" Target="../media/image12960.png"/><Relationship Id="rId142" Type="http://schemas.openxmlformats.org/officeDocument/2006/relationships/customXml" Target="../ink/ink3857.xml"/><Relationship Id="rId163" Type="http://schemas.openxmlformats.org/officeDocument/2006/relationships/image" Target="../media/image13170.png"/><Relationship Id="rId184" Type="http://schemas.openxmlformats.org/officeDocument/2006/relationships/customXml" Target="../ink/ink3878.xml"/><Relationship Id="rId189" Type="http://schemas.openxmlformats.org/officeDocument/2006/relationships/image" Target="../media/image13300.png"/><Relationship Id="rId219" Type="http://schemas.openxmlformats.org/officeDocument/2006/relationships/image" Target="../media/image13450.png"/><Relationship Id="rId3" Type="http://schemas.openxmlformats.org/officeDocument/2006/relationships/image" Target="../media/image11410.png"/><Relationship Id="rId214" Type="http://schemas.openxmlformats.org/officeDocument/2006/relationships/customXml" Target="../ink/ink3893.xml"/><Relationship Id="rId25" Type="http://schemas.openxmlformats.org/officeDocument/2006/relationships/image" Target="../media/image11520.png"/><Relationship Id="rId46" Type="http://schemas.openxmlformats.org/officeDocument/2006/relationships/customXml" Target="../ink/ink3809.xml"/><Relationship Id="rId67" Type="http://schemas.openxmlformats.org/officeDocument/2006/relationships/image" Target="../media/image12690.png"/><Relationship Id="rId116" Type="http://schemas.openxmlformats.org/officeDocument/2006/relationships/customXml" Target="../ink/ink3844.xml"/><Relationship Id="rId137" Type="http://schemas.openxmlformats.org/officeDocument/2006/relationships/image" Target="../media/image13040.png"/><Relationship Id="rId158" Type="http://schemas.openxmlformats.org/officeDocument/2006/relationships/customXml" Target="../ink/ink3865.xml"/><Relationship Id="rId20" Type="http://schemas.openxmlformats.org/officeDocument/2006/relationships/customXml" Target="../ink/ink3796.xml"/><Relationship Id="rId41" Type="http://schemas.openxmlformats.org/officeDocument/2006/relationships/image" Target="../media/image11600.png"/><Relationship Id="rId62" Type="http://schemas.openxmlformats.org/officeDocument/2006/relationships/customXml" Target="../ink/ink3817.xml"/><Relationship Id="rId83" Type="http://schemas.openxmlformats.org/officeDocument/2006/relationships/image" Target="../media/image12770.png"/><Relationship Id="rId88" Type="http://schemas.openxmlformats.org/officeDocument/2006/relationships/customXml" Target="../ink/ink3830.xml"/><Relationship Id="rId111" Type="http://schemas.openxmlformats.org/officeDocument/2006/relationships/image" Target="../media/image12911.png"/><Relationship Id="rId132" Type="http://schemas.openxmlformats.org/officeDocument/2006/relationships/customXml" Target="../ink/ink3852.xml"/><Relationship Id="rId153" Type="http://schemas.openxmlformats.org/officeDocument/2006/relationships/image" Target="../media/image13120.png"/><Relationship Id="rId174" Type="http://schemas.openxmlformats.org/officeDocument/2006/relationships/customXml" Target="../ink/ink3873.xml"/><Relationship Id="rId179" Type="http://schemas.openxmlformats.org/officeDocument/2006/relationships/image" Target="../media/image13250.png"/><Relationship Id="rId195" Type="http://schemas.openxmlformats.org/officeDocument/2006/relationships/image" Target="../media/image13330.png"/><Relationship Id="rId209" Type="http://schemas.openxmlformats.org/officeDocument/2006/relationships/image" Target="../media/image13400.png"/><Relationship Id="rId190" Type="http://schemas.openxmlformats.org/officeDocument/2006/relationships/customXml" Target="../ink/ink3881.xml"/><Relationship Id="rId204" Type="http://schemas.openxmlformats.org/officeDocument/2006/relationships/customXml" Target="../ink/ink3888.xml"/><Relationship Id="rId15" Type="http://schemas.openxmlformats.org/officeDocument/2006/relationships/image" Target="../media/image11470.png"/><Relationship Id="rId36" Type="http://schemas.openxmlformats.org/officeDocument/2006/relationships/customXml" Target="../ink/ink3804.xml"/><Relationship Id="rId57" Type="http://schemas.openxmlformats.org/officeDocument/2006/relationships/image" Target="../media/image12370.png"/><Relationship Id="rId106" Type="http://schemas.openxmlformats.org/officeDocument/2006/relationships/customXml" Target="../ink/ink3839.xml"/><Relationship Id="rId127" Type="http://schemas.openxmlformats.org/officeDocument/2006/relationships/image" Target="../media/image12990.png"/><Relationship Id="rId10" Type="http://schemas.openxmlformats.org/officeDocument/2006/relationships/customXml" Target="../ink/ink3791.xml"/><Relationship Id="rId31" Type="http://schemas.openxmlformats.org/officeDocument/2006/relationships/image" Target="../media/image11550.png"/><Relationship Id="rId52" Type="http://schemas.openxmlformats.org/officeDocument/2006/relationships/customXml" Target="../ink/ink3812.xml"/><Relationship Id="rId73" Type="http://schemas.openxmlformats.org/officeDocument/2006/relationships/image" Target="../media/image12720.png"/><Relationship Id="rId78" Type="http://schemas.openxmlformats.org/officeDocument/2006/relationships/customXml" Target="../ink/ink3825.xml"/><Relationship Id="rId94" Type="http://schemas.openxmlformats.org/officeDocument/2006/relationships/customXml" Target="../ink/ink3833.xml"/><Relationship Id="rId99" Type="http://schemas.openxmlformats.org/officeDocument/2006/relationships/image" Target="../media/image12850.png"/><Relationship Id="rId101" Type="http://schemas.openxmlformats.org/officeDocument/2006/relationships/image" Target="../media/image12860.png"/><Relationship Id="rId122" Type="http://schemas.openxmlformats.org/officeDocument/2006/relationships/customXml" Target="../ink/ink3847.xml"/><Relationship Id="rId143" Type="http://schemas.openxmlformats.org/officeDocument/2006/relationships/image" Target="../media/image13070.png"/><Relationship Id="rId148" Type="http://schemas.openxmlformats.org/officeDocument/2006/relationships/customXml" Target="../ink/ink3860.xml"/><Relationship Id="rId164" Type="http://schemas.openxmlformats.org/officeDocument/2006/relationships/customXml" Target="../ink/ink3868.xml"/><Relationship Id="rId169" Type="http://schemas.openxmlformats.org/officeDocument/2006/relationships/image" Target="../media/image13200.png"/><Relationship Id="rId185" Type="http://schemas.openxmlformats.org/officeDocument/2006/relationships/image" Target="../media/image13280.png"/><Relationship Id="rId4" Type="http://schemas.openxmlformats.org/officeDocument/2006/relationships/customXml" Target="../ink/ink3788.xml"/><Relationship Id="rId9" Type="http://schemas.openxmlformats.org/officeDocument/2006/relationships/image" Target="../media/image11440.png"/><Relationship Id="rId180" Type="http://schemas.openxmlformats.org/officeDocument/2006/relationships/customXml" Target="../ink/ink3876.xml"/><Relationship Id="rId210" Type="http://schemas.openxmlformats.org/officeDocument/2006/relationships/customXml" Target="../ink/ink3891.xml"/><Relationship Id="rId215" Type="http://schemas.openxmlformats.org/officeDocument/2006/relationships/image" Target="../media/image13430.png"/><Relationship Id="rId26" Type="http://schemas.openxmlformats.org/officeDocument/2006/relationships/customXml" Target="../ink/ink3799.xml"/><Relationship Id="rId47" Type="http://schemas.openxmlformats.org/officeDocument/2006/relationships/image" Target="../media/image11630.png"/><Relationship Id="rId68" Type="http://schemas.openxmlformats.org/officeDocument/2006/relationships/customXml" Target="../ink/ink3820.xml"/><Relationship Id="rId89" Type="http://schemas.openxmlformats.org/officeDocument/2006/relationships/image" Target="../media/image12800.png"/><Relationship Id="rId112" Type="http://schemas.openxmlformats.org/officeDocument/2006/relationships/customXml" Target="../ink/ink3842.xml"/><Relationship Id="rId133" Type="http://schemas.openxmlformats.org/officeDocument/2006/relationships/image" Target="../media/image13020.png"/><Relationship Id="rId154" Type="http://schemas.openxmlformats.org/officeDocument/2006/relationships/customXml" Target="../ink/ink3863.xml"/><Relationship Id="rId175" Type="http://schemas.openxmlformats.org/officeDocument/2006/relationships/image" Target="../media/image13230.png"/><Relationship Id="rId196" Type="http://schemas.openxmlformats.org/officeDocument/2006/relationships/customXml" Target="../ink/ink3884.xml"/><Relationship Id="rId200" Type="http://schemas.openxmlformats.org/officeDocument/2006/relationships/customXml" Target="../ink/ink3886.xml"/><Relationship Id="rId16" Type="http://schemas.openxmlformats.org/officeDocument/2006/relationships/customXml" Target="../ink/ink3794.xml"/><Relationship Id="rId37" Type="http://schemas.openxmlformats.org/officeDocument/2006/relationships/image" Target="../media/image11580.png"/><Relationship Id="rId58" Type="http://schemas.openxmlformats.org/officeDocument/2006/relationships/customXml" Target="../ink/ink3815.xml"/><Relationship Id="rId79" Type="http://schemas.openxmlformats.org/officeDocument/2006/relationships/image" Target="../media/image12750.png"/><Relationship Id="rId102" Type="http://schemas.openxmlformats.org/officeDocument/2006/relationships/customXml" Target="../ink/ink3837.xml"/><Relationship Id="rId123" Type="http://schemas.openxmlformats.org/officeDocument/2006/relationships/image" Target="../media/image12970.png"/><Relationship Id="rId144" Type="http://schemas.openxmlformats.org/officeDocument/2006/relationships/customXml" Target="../ink/ink3858.xml"/><Relationship Id="rId90" Type="http://schemas.openxmlformats.org/officeDocument/2006/relationships/customXml" Target="../ink/ink3831.xml"/><Relationship Id="rId165" Type="http://schemas.openxmlformats.org/officeDocument/2006/relationships/image" Target="../media/image13180.png"/><Relationship Id="rId186" Type="http://schemas.openxmlformats.org/officeDocument/2006/relationships/customXml" Target="../ink/ink3879.xml"/><Relationship Id="rId211" Type="http://schemas.openxmlformats.org/officeDocument/2006/relationships/image" Target="../media/image13411.png"/><Relationship Id="rId27" Type="http://schemas.openxmlformats.org/officeDocument/2006/relationships/image" Target="../media/image11530.png"/><Relationship Id="rId48" Type="http://schemas.openxmlformats.org/officeDocument/2006/relationships/customXml" Target="../ink/ink3810.xml"/><Relationship Id="rId69" Type="http://schemas.openxmlformats.org/officeDocument/2006/relationships/image" Target="../media/image12700.png"/><Relationship Id="rId113" Type="http://schemas.openxmlformats.org/officeDocument/2006/relationships/image" Target="../media/image12920.png"/><Relationship Id="rId134" Type="http://schemas.openxmlformats.org/officeDocument/2006/relationships/customXml" Target="../ink/ink3853.xml"/><Relationship Id="rId80" Type="http://schemas.openxmlformats.org/officeDocument/2006/relationships/customXml" Target="../ink/ink3826.xml"/><Relationship Id="rId155" Type="http://schemas.openxmlformats.org/officeDocument/2006/relationships/image" Target="../media/image13130.png"/><Relationship Id="rId176" Type="http://schemas.openxmlformats.org/officeDocument/2006/relationships/customXml" Target="../ink/ink3874.xml"/><Relationship Id="rId197" Type="http://schemas.openxmlformats.org/officeDocument/2006/relationships/image" Target="../media/image13340.png"/><Relationship Id="rId201" Type="http://schemas.openxmlformats.org/officeDocument/2006/relationships/image" Target="../media/image13360.png"/><Relationship Id="rId17" Type="http://schemas.openxmlformats.org/officeDocument/2006/relationships/image" Target="../media/image11480.png"/><Relationship Id="rId38" Type="http://schemas.openxmlformats.org/officeDocument/2006/relationships/customXml" Target="../ink/ink3805.xml"/><Relationship Id="rId59" Type="http://schemas.openxmlformats.org/officeDocument/2006/relationships/image" Target="../media/image12380.png"/><Relationship Id="rId103" Type="http://schemas.openxmlformats.org/officeDocument/2006/relationships/image" Target="../media/image12870.png"/><Relationship Id="rId124" Type="http://schemas.openxmlformats.org/officeDocument/2006/relationships/customXml" Target="../ink/ink3848.xml"/><Relationship Id="rId70" Type="http://schemas.openxmlformats.org/officeDocument/2006/relationships/customXml" Target="../ink/ink3821.xml"/><Relationship Id="rId91" Type="http://schemas.openxmlformats.org/officeDocument/2006/relationships/image" Target="../media/image12811.png"/><Relationship Id="rId145" Type="http://schemas.openxmlformats.org/officeDocument/2006/relationships/image" Target="../media/image13080.png"/><Relationship Id="rId166" Type="http://schemas.openxmlformats.org/officeDocument/2006/relationships/customXml" Target="../ink/ink3869.xml"/><Relationship Id="rId187" Type="http://schemas.openxmlformats.org/officeDocument/2006/relationships/image" Target="../media/image13290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3892.xml"/><Relationship Id="rId28" Type="http://schemas.openxmlformats.org/officeDocument/2006/relationships/customXml" Target="../ink/ink3800.xml"/><Relationship Id="rId49" Type="http://schemas.openxmlformats.org/officeDocument/2006/relationships/image" Target="../media/image11640.png"/><Relationship Id="rId114" Type="http://schemas.openxmlformats.org/officeDocument/2006/relationships/customXml" Target="../ink/ink3843.xml"/><Relationship Id="rId60" Type="http://schemas.openxmlformats.org/officeDocument/2006/relationships/customXml" Target="../ink/ink3816.xml"/><Relationship Id="rId81" Type="http://schemas.openxmlformats.org/officeDocument/2006/relationships/image" Target="../media/image12760.png"/><Relationship Id="rId135" Type="http://schemas.openxmlformats.org/officeDocument/2006/relationships/image" Target="../media/image13030.png"/><Relationship Id="rId156" Type="http://schemas.openxmlformats.org/officeDocument/2006/relationships/customXml" Target="../ink/ink3864.xml"/><Relationship Id="rId177" Type="http://schemas.openxmlformats.org/officeDocument/2006/relationships/image" Target="../media/image13240.png"/><Relationship Id="rId198" Type="http://schemas.openxmlformats.org/officeDocument/2006/relationships/customXml" Target="../ink/ink3885.xml"/><Relationship Id="rId202" Type="http://schemas.openxmlformats.org/officeDocument/2006/relationships/customXml" Target="../ink/ink3887.xml"/><Relationship Id="rId18" Type="http://schemas.openxmlformats.org/officeDocument/2006/relationships/customXml" Target="../ink/ink3795.xml"/><Relationship Id="rId39" Type="http://schemas.openxmlformats.org/officeDocument/2006/relationships/image" Target="../media/image11590.png"/><Relationship Id="rId50" Type="http://schemas.openxmlformats.org/officeDocument/2006/relationships/customXml" Target="../ink/ink3811.xml"/><Relationship Id="rId104" Type="http://schemas.openxmlformats.org/officeDocument/2006/relationships/customXml" Target="../ink/ink3838.xml"/><Relationship Id="rId125" Type="http://schemas.openxmlformats.org/officeDocument/2006/relationships/image" Target="../media/image12980.png"/><Relationship Id="rId146" Type="http://schemas.openxmlformats.org/officeDocument/2006/relationships/customXml" Target="../ink/ink3859.xml"/><Relationship Id="rId167" Type="http://schemas.openxmlformats.org/officeDocument/2006/relationships/image" Target="../media/image13190.png"/><Relationship Id="rId188" Type="http://schemas.openxmlformats.org/officeDocument/2006/relationships/customXml" Target="../ink/ink3880.xml"/><Relationship Id="rId71" Type="http://schemas.openxmlformats.org/officeDocument/2006/relationships/image" Target="../media/image12711.png"/><Relationship Id="rId92" Type="http://schemas.openxmlformats.org/officeDocument/2006/relationships/customXml" Target="../ink/ink3832.xml"/><Relationship Id="rId213" Type="http://schemas.openxmlformats.org/officeDocument/2006/relationships/image" Target="../media/image13420.png"/><Relationship Id="rId2" Type="http://schemas.openxmlformats.org/officeDocument/2006/relationships/customXml" Target="../ink/ink3787.xml"/><Relationship Id="rId29" Type="http://schemas.openxmlformats.org/officeDocument/2006/relationships/image" Target="../media/image11540.png"/><Relationship Id="rId40" Type="http://schemas.openxmlformats.org/officeDocument/2006/relationships/customXml" Target="../ink/ink3806.xml"/><Relationship Id="rId115" Type="http://schemas.openxmlformats.org/officeDocument/2006/relationships/image" Target="../media/image12930.png"/><Relationship Id="rId136" Type="http://schemas.openxmlformats.org/officeDocument/2006/relationships/customXml" Target="../ink/ink3854.xml"/><Relationship Id="rId157" Type="http://schemas.openxmlformats.org/officeDocument/2006/relationships/image" Target="../media/image13140.png"/><Relationship Id="rId178" Type="http://schemas.openxmlformats.org/officeDocument/2006/relationships/customXml" Target="../ink/ink3875.xml"/><Relationship Id="rId61" Type="http://schemas.openxmlformats.org/officeDocument/2006/relationships/image" Target="../media/image12390.png"/><Relationship Id="rId82" Type="http://schemas.openxmlformats.org/officeDocument/2006/relationships/customXml" Target="../ink/ink3827.xml"/><Relationship Id="rId199" Type="http://schemas.openxmlformats.org/officeDocument/2006/relationships/image" Target="../media/image13350.png"/><Relationship Id="rId203" Type="http://schemas.openxmlformats.org/officeDocument/2006/relationships/image" Target="../media/image13370.png"/><Relationship Id="rId19" Type="http://schemas.openxmlformats.org/officeDocument/2006/relationships/image" Target="../media/image11490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953.xml"/><Relationship Id="rId299" Type="http://schemas.openxmlformats.org/officeDocument/2006/relationships/customXml" Target="../ink/ink4044.xml"/><Relationship Id="rId21" Type="http://schemas.openxmlformats.org/officeDocument/2006/relationships/customXml" Target="../ink/ink3905.xml"/><Relationship Id="rId63" Type="http://schemas.openxmlformats.org/officeDocument/2006/relationships/customXml" Target="../ink/ink3926.xml"/><Relationship Id="rId159" Type="http://schemas.openxmlformats.org/officeDocument/2006/relationships/customXml" Target="../ink/ink3974.xml"/><Relationship Id="rId324" Type="http://schemas.openxmlformats.org/officeDocument/2006/relationships/image" Target="../media/image15050.png"/><Relationship Id="rId366" Type="http://schemas.openxmlformats.org/officeDocument/2006/relationships/image" Target="../media/image15260.png"/><Relationship Id="rId170" Type="http://schemas.openxmlformats.org/officeDocument/2006/relationships/image" Target="../media/image14280.png"/><Relationship Id="rId226" Type="http://schemas.openxmlformats.org/officeDocument/2006/relationships/image" Target="../media/image14560.png"/><Relationship Id="rId268" Type="http://schemas.openxmlformats.org/officeDocument/2006/relationships/image" Target="../media/image14770.png"/><Relationship Id="rId32" Type="http://schemas.openxmlformats.org/officeDocument/2006/relationships/image" Target="../media/image13590.png"/><Relationship Id="rId74" Type="http://schemas.openxmlformats.org/officeDocument/2006/relationships/image" Target="../media/image13800.png"/><Relationship Id="rId128" Type="http://schemas.openxmlformats.org/officeDocument/2006/relationships/image" Target="../media/image14070.png"/><Relationship Id="rId335" Type="http://schemas.openxmlformats.org/officeDocument/2006/relationships/customXml" Target="../ink/ink4062.xml"/><Relationship Id="rId5" Type="http://schemas.openxmlformats.org/officeDocument/2006/relationships/customXml" Target="../ink/ink3897.xml"/><Relationship Id="rId181" Type="http://schemas.openxmlformats.org/officeDocument/2006/relationships/customXml" Target="../ink/ink3985.xml"/><Relationship Id="rId237" Type="http://schemas.openxmlformats.org/officeDocument/2006/relationships/customXml" Target="../ink/ink4013.xml"/><Relationship Id="rId279" Type="http://schemas.openxmlformats.org/officeDocument/2006/relationships/customXml" Target="../ink/ink4034.xml"/><Relationship Id="rId43" Type="http://schemas.openxmlformats.org/officeDocument/2006/relationships/customXml" Target="../ink/ink3916.xml"/><Relationship Id="rId139" Type="http://schemas.openxmlformats.org/officeDocument/2006/relationships/customXml" Target="../ink/ink3964.xml"/><Relationship Id="rId290" Type="http://schemas.openxmlformats.org/officeDocument/2006/relationships/image" Target="../media/image14880.png"/><Relationship Id="rId304" Type="http://schemas.openxmlformats.org/officeDocument/2006/relationships/image" Target="../media/image14950.png"/><Relationship Id="rId346" Type="http://schemas.openxmlformats.org/officeDocument/2006/relationships/image" Target="../media/image15160.png"/><Relationship Id="rId85" Type="http://schemas.openxmlformats.org/officeDocument/2006/relationships/customXml" Target="../ink/ink3937.xml"/><Relationship Id="rId150" Type="http://schemas.openxmlformats.org/officeDocument/2006/relationships/image" Target="../media/image14180.png"/><Relationship Id="rId192" Type="http://schemas.openxmlformats.org/officeDocument/2006/relationships/image" Target="../media/image14390.png"/><Relationship Id="rId206" Type="http://schemas.openxmlformats.org/officeDocument/2006/relationships/image" Target="../media/image14460.png"/><Relationship Id="rId248" Type="http://schemas.openxmlformats.org/officeDocument/2006/relationships/image" Target="../media/image14670.png"/><Relationship Id="rId12" Type="http://schemas.openxmlformats.org/officeDocument/2006/relationships/image" Target="../media/image13490.png"/><Relationship Id="rId108" Type="http://schemas.openxmlformats.org/officeDocument/2006/relationships/image" Target="../media/image13970.png"/><Relationship Id="rId315" Type="http://schemas.openxmlformats.org/officeDocument/2006/relationships/customXml" Target="../ink/ink4052.xml"/><Relationship Id="rId357" Type="http://schemas.openxmlformats.org/officeDocument/2006/relationships/customXml" Target="../ink/ink4073.xml"/><Relationship Id="rId54" Type="http://schemas.openxmlformats.org/officeDocument/2006/relationships/image" Target="../media/image13700.png"/><Relationship Id="rId96" Type="http://schemas.openxmlformats.org/officeDocument/2006/relationships/image" Target="../media/image13911.png"/><Relationship Id="rId161" Type="http://schemas.openxmlformats.org/officeDocument/2006/relationships/customXml" Target="../ink/ink3975.xml"/><Relationship Id="rId217" Type="http://schemas.openxmlformats.org/officeDocument/2006/relationships/customXml" Target="../ink/ink4003.xml"/><Relationship Id="rId259" Type="http://schemas.openxmlformats.org/officeDocument/2006/relationships/customXml" Target="../ink/ink4024.xml"/><Relationship Id="rId23" Type="http://schemas.openxmlformats.org/officeDocument/2006/relationships/customXml" Target="../ink/ink3906.xml"/><Relationship Id="rId119" Type="http://schemas.openxmlformats.org/officeDocument/2006/relationships/customXml" Target="../ink/ink3954.xml"/><Relationship Id="rId270" Type="http://schemas.openxmlformats.org/officeDocument/2006/relationships/image" Target="../media/image14780.png"/><Relationship Id="rId326" Type="http://schemas.openxmlformats.org/officeDocument/2006/relationships/image" Target="../media/image15060.png"/><Relationship Id="rId65" Type="http://schemas.openxmlformats.org/officeDocument/2006/relationships/customXml" Target="../ink/ink3927.xml"/><Relationship Id="rId130" Type="http://schemas.openxmlformats.org/officeDocument/2006/relationships/image" Target="../media/image14080.png"/><Relationship Id="rId368" Type="http://schemas.openxmlformats.org/officeDocument/2006/relationships/image" Target="../media/image15270.png"/><Relationship Id="rId172" Type="http://schemas.openxmlformats.org/officeDocument/2006/relationships/image" Target="../media/image14290.png"/><Relationship Id="rId228" Type="http://schemas.openxmlformats.org/officeDocument/2006/relationships/image" Target="../media/image14570.png"/><Relationship Id="rId281" Type="http://schemas.openxmlformats.org/officeDocument/2006/relationships/customXml" Target="../ink/ink4035.xml"/><Relationship Id="rId337" Type="http://schemas.openxmlformats.org/officeDocument/2006/relationships/customXml" Target="../ink/ink4063.xml"/><Relationship Id="rId34" Type="http://schemas.openxmlformats.org/officeDocument/2006/relationships/image" Target="../media/image13600.png"/><Relationship Id="rId76" Type="http://schemas.openxmlformats.org/officeDocument/2006/relationships/image" Target="../media/image13811.png"/><Relationship Id="rId141" Type="http://schemas.openxmlformats.org/officeDocument/2006/relationships/customXml" Target="../ink/ink3965.xml"/><Relationship Id="rId7" Type="http://schemas.openxmlformats.org/officeDocument/2006/relationships/customXml" Target="../ink/ink3898.xml"/><Relationship Id="rId183" Type="http://schemas.openxmlformats.org/officeDocument/2006/relationships/customXml" Target="../ink/ink3986.xml"/><Relationship Id="rId239" Type="http://schemas.openxmlformats.org/officeDocument/2006/relationships/customXml" Target="../ink/ink4014.xml"/><Relationship Id="rId250" Type="http://schemas.openxmlformats.org/officeDocument/2006/relationships/image" Target="../media/image14680.png"/><Relationship Id="rId292" Type="http://schemas.openxmlformats.org/officeDocument/2006/relationships/image" Target="../media/image14890.png"/><Relationship Id="rId306" Type="http://schemas.openxmlformats.org/officeDocument/2006/relationships/image" Target="../media/image14960.png"/><Relationship Id="rId45" Type="http://schemas.openxmlformats.org/officeDocument/2006/relationships/customXml" Target="../ink/ink3917.xml"/><Relationship Id="rId87" Type="http://schemas.openxmlformats.org/officeDocument/2006/relationships/customXml" Target="../ink/ink3938.xml"/><Relationship Id="rId110" Type="http://schemas.openxmlformats.org/officeDocument/2006/relationships/image" Target="../media/image13980.png"/><Relationship Id="rId348" Type="http://schemas.openxmlformats.org/officeDocument/2006/relationships/image" Target="../media/image15170.png"/><Relationship Id="rId152" Type="http://schemas.openxmlformats.org/officeDocument/2006/relationships/image" Target="../media/image14190.png"/><Relationship Id="rId194" Type="http://schemas.openxmlformats.org/officeDocument/2006/relationships/image" Target="../media/image14400.png"/><Relationship Id="rId208" Type="http://schemas.openxmlformats.org/officeDocument/2006/relationships/image" Target="../media/image14470.png"/><Relationship Id="rId261" Type="http://schemas.openxmlformats.org/officeDocument/2006/relationships/customXml" Target="../ink/ink4025.xml"/><Relationship Id="rId14" Type="http://schemas.openxmlformats.org/officeDocument/2006/relationships/image" Target="../media/image13500.png"/><Relationship Id="rId56" Type="http://schemas.openxmlformats.org/officeDocument/2006/relationships/image" Target="../media/image13711.png"/><Relationship Id="rId317" Type="http://schemas.openxmlformats.org/officeDocument/2006/relationships/customXml" Target="../ink/ink4053.xml"/><Relationship Id="rId359" Type="http://schemas.openxmlformats.org/officeDocument/2006/relationships/customXml" Target="../ink/ink4074.xml"/><Relationship Id="rId98" Type="http://schemas.openxmlformats.org/officeDocument/2006/relationships/image" Target="../media/image13920.png"/><Relationship Id="rId121" Type="http://schemas.openxmlformats.org/officeDocument/2006/relationships/customXml" Target="../ink/ink3955.xml"/><Relationship Id="rId163" Type="http://schemas.openxmlformats.org/officeDocument/2006/relationships/customXml" Target="../ink/ink3976.xml"/><Relationship Id="rId219" Type="http://schemas.openxmlformats.org/officeDocument/2006/relationships/customXml" Target="../ink/ink4004.xml"/><Relationship Id="rId370" Type="http://schemas.openxmlformats.org/officeDocument/2006/relationships/image" Target="../media/image15280.png"/><Relationship Id="rId230" Type="http://schemas.openxmlformats.org/officeDocument/2006/relationships/image" Target="../media/image14580.png"/><Relationship Id="rId25" Type="http://schemas.openxmlformats.org/officeDocument/2006/relationships/customXml" Target="../ink/ink3907.xml"/><Relationship Id="rId67" Type="http://schemas.openxmlformats.org/officeDocument/2006/relationships/customXml" Target="../ink/ink3928.xml"/><Relationship Id="rId272" Type="http://schemas.openxmlformats.org/officeDocument/2006/relationships/image" Target="../media/image14790.png"/><Relationship Id="rId328" Type="http://schemas.openxmlformats.org/officeDocument/2006/relationships/image" Target="../media/image15070.png"/><Relationship Id="rId132" Type="http://schemas.openxmlformats.org/officeDocument/2006/relationships/image" Target="../media/image14090.png"/><Relationship Id="rId174" Type="http://schemas.openxmlformats.org/officeDocument/2006/relationships/image" Target="../media/image14300.png"/><Relationship Id="rId241" Type="http://schemas.openxmlformats.org/officeDocument/2006/relationships/customXml" Target="../ink/ink4015.xml"/><Relationship Id="rId15" Type="http://schemas.openxmlformats.org/officeDocument/2006/relationships/customXml" Target="../ink/ink3902.xml"/><Relationship Id="rId36" Type="http://schemas.openxmlformats.org/officeDocument/2006/relationships/image" Target="../media/image13611.png"/><Relationship Id="rId57" Type="http://schemas.openxmlformats.org/officeDocument/2006/relationships/customXml" Target="../ink/ink3923.xml"/><Relationship Id="rId262" Type="http://schemas.openxmlformats.org/officeDocument/2006/relationships/image" Target="../media/image14740.png"/><Relationship Id="rId283" Type="http://schemas.openxmlformats.org/officeDocument/2006/relationships/customXml" Target="../ink/ink4036.xml"/><Relationship Id="rId318" Type="http://schemas.openxmlformats.org/officeDocument/2006/relationships/image" Target="../media/image15020.png"/><Relationship Id="rId339" Type="http://schemas.openxmlformats.org/officeDocument/2006/relationships/customXml" Target="../ink/ink4064.xml"/><Relationship Id="rId78" Type="http://schemas.openxmlformats.org/officeDocument/2006/relationships/image" Target="../media/image13820.png"/><Relationship Id="rId99" Type="http://schemas.openxmlformats.org/officeDocument/2006/relationships/customXml" Target="../ink/ink3944.xml"/><Relationship Id="rId101" Type="http://schemas.openxmlformats.org/officeDocument/2006/relationships/customXml" Target="../ink/ink3945.xml"/><Relationship Id="rId122" Type="http://schemas.openxmlformats.org/officeDocument/2006/relationships/image" Target="../media/image14040.png"/><Relationship Id="rId143" Type="http://schemas.openxmlformats.org/officeDocument/2006/relationships/customXml" Target="../ink/ink3966.xml"/><Relationship Id="rId164" Type="http://schemas.openxmlformats.org/officeDocument/2006/relationships/image" Target="../media/image14250.png"/><Relationship Id="rId185" Type="http://schemas.openxmlformats.org/officeDocument/2006/relationships/customXml" Target="../ink/ink3987.xml"/><Relationship Id="rId350" Type="http://schemas.openxmlformats.org/officeDocument/2006/relationships/image" Target="../media/image15180.png"/><Relationship Id="rId371" Type="http://schemas.openxmlformats.org/officeDocument/2006/relationships/customXml" Target="../ink/ink4080.xml"/><Relationship Id="rId9" Type="http://schemas.openxmlformats.org/officeDocument/2006/relationships/customXml" Target="../ink/ink3899.xml"/><Relationship Id="rId210" Type="http://schemas.openxmlformats.org/officeDocument/2006/relationships/image" Target="../media/image14480.png"/><Relationship Id="rId26" Type="http://schemas.openxmlformats.org/officeDocument/2006/relationships/image" Target="../media/image13560.png"/><Relationship Id="rId231" Type="http://schemas.openxmlformats.org/officeDocument/2006/relationships/customXml" Target="../ink/ink4010.xml"/><Relationship Id="rId252" Type="http://schemas.openxmlformats.org/officeDocument/2006/relationships/image" Target="../media/image14690.png"/><Relationship Id="rId273" Type="http://schemas.openxmlformats.org/officeDocument/2006/relationships/customXml" Target="../ink/ink4031.xml"/><Relationship Id="rId294" Type="http://schemas.openxmlformats.org/officeDocument/2006/relationships/image" Target="../media/image14900.png"/><Relationship Id="rId308" Type="http://schemas.openxmlformats.org/officeDocument/2006/relationships/image" Target="../media/image14970.png"/><Relationship Id="rId329" Type="http://schemas.openxmlformats.org/officeDocument/2006/relationships/customXml" Target="../ink/ink4059.xml"/><Relationship Id="rId47" Type="http://schemas.openxmlformats.org/officeDocument/2006/relationships/customXml" Target="../ink/ink3918.xml"/><Relationship Id="rId68" Type="http://schemas.openxmlformats.org/officeDocument/2006/relationships/image" Target="../media/image13770.png"/><Relationship Id="rId89" Type="http://schemas.openxmlformats.org/officeDocument/2006/relationships/customXml" Target="../ink/ink3939.xml"/><Relationship Id="rId112" Type="http://schemas.openxmlformats.org/officeDocument/2006/relationships/image" Target="../media/image13990.png"/><Relationship Id="rId133" Type="http://schemas.openxmlformats.org/officeDocument/2006/relationships/customXml" Target="../ink/ink3961.xml"/><Relationship Id="rId154" Type="http://schemas.openxmlformats.org/officeDocument/2006/relationships/image" Target="../media/image14200.png"/><Relationship Id="rId175" Type="http://schemas.openxmlformats.org/officeDocument/2006/relationships/customXml" Target="../ink/ink3982.xml"/><Relationship Id="rId340" Type="http://schemas.openxmlformats.org/officeDocument/2006/relationships/image" Target="../media/image15130.png"/><Relationship Id="rId361" Type="http://schemas.openxmlformats.org/officeDocument/2006/relationships/customXml" Target="../ink/ink4075.xml"/><Relationship Id="rId196" Type="http://schemas.openxmlformats.org/officeDocument/2006/relationships/image" Target="../media/image14411.png"/><Relationship Id="rId200" Type="http://schemas.openxmlformats.org/officeDocument/2006/relationships/image" Target="../media/image14430.png"/><Relationship Id="rId16" Type="http://schemas.openxmlformats.org/officeDocument/2006/relationships/image" Target="../media/image13511.png"/><Relationship Id="rId221" Type="http://schemas.openxmlformats.org/officeDocument/2006/relationships/customXml" Target="../ink/ink4005.xml"/><Relationship Id="rId242" Type="http://schemas.openxmlformats.org/officeDocument/2006/relationships/image" Target="../media/image14640.png"/><Relationship Id="rId263" Type="http://schemas.openxmlformats.org/officeDocument/2006/relationships/customXml" Target="../ink/ink4026.xml"/><Relationship Id="rId284" Type="http://schemas.openxmlformats.org/officeDocument/2006/relationships/image" Target="../media/image14850.png"/><Relationship Id="rId319" Type="http://schemas.openxmlformats.org/officeDocument/2006/relationships/customXml" Target="../ink/ink4054.xml"/><Relationship Id="rId37" Type="http://schemas.openxmlformats.org/officeDocument/2006/relationships/customXml" Target="../ink/ink3913.xml"/><Relationship Id="rId58" Type="http://schemas.openxmlformats.org/officeDocument/2006/relationships/image" Target="../media/image13720.png"/><Relationship Id="rId79" Type="http://schemas.openxmlformats.org/officeDocument/2006/relationships/customXml" Target="../ink/ink3934.xml"/><Relationship Id="rId102" Type="http://schemas.openxmlformats.org/officeDocument/2006/relationships/image" Target="../media/image13940.png"/><Relationship Id="rId123" Type="http://schemas.openxmlformats.org/officeDocument/2006/relationships/customXml" Target="../ink/ink3956.xml"/><Relationship Id="rId144" Type="http://schemas.openxmlformats.org/officeDocument/2006/relationships/image" Target="../media/image14150.png"/><Relationship Id="rId330" Type="http://schemas.openxmlformats.org/officeDocument/2006/relationships/image" Target="../media/image15080.png"/><Relationship Id="rId90" Type="http://schemas.openxmlformats.org/officeDocument/2006/relationships/image" Target="../media/image13880.png"/><Relationship Id="rId165" Type="http://schemas.openxmlformats.org/officeDocument/2006/relationships/customXml" Target="../ink/ink3977.xml"/><Relationship Id="rId186" Type="http://schemas.openxmlformats.org/officeDocument/2006/relationships/image" Target="../media/image14360.png"/><Relationship Id="rId351" Type="http://schemas.openxmlformats.org/officeDocument/2006/relationships/customXml" Target="../ink/ink4070.xml"/><Relationship Id="rId372" Type="http://schemas.openxmlformats.org/officeDocument/2006/relationships/image" Target="../media/image15290.png"/><Relationship Id="rId211" Type="http://schemas.openxmlformats.org/officeDocument/2006/relationships/customXml" Target="../ink/ink4000.xml"/><Relationship Id="rId232" Type="http://schemas.openxmlformats.org/officeDocument/2006/relationships/image" Target="../media/image14590.png"/><Relationship Id="rId253" Type="http://schemas.openxmlformats.org/officeDocument/2006/relationships/customXml" Target="../ink/ink4021.xml"/><Relationship Id="rId274" Type="http://schemas.openxmlformats.org/officeDocument/2006/relationships/image" Target="../media/image14800.png"/><Relationship Id="rId295" Type="http://schemas.openxmlformats.org/officeDocument/2006/relationships/customXml" Target="../ink/ink4042.xml"/><Relationship Id="rId309" Type="http://schemas.openxmlformats.org/officeDocument/2006/relationships/customXml" Target="../ink/ink4049.xml"/><Relationship Id="rId27" Type="http://schemas.openxmlformats.org/officeDocument/2006/relationships/customXml" Target="../ink/ink3908.xml"/><Relationship Id="rId48" Type="http://schemas.openxmlformats.org/officeDocument/2006/relationships/image" Target="../media/image13670.png"/><Relationship Id="rId69" Type="http://schemas.openxmlformats.org/officeDocument/2006/relationships/customXml" Target="../ink/ink3929.xml"/><Relationship Id="rId113" Type="http://schemas.openxmlformats.org/officeDocument/2006/relationships/customXml" Target="../ink/ink3951.xml"/><Relationship Id="rId134" Type="http://schemas.openxmlformats.org/officeDocument/2006/relationships/image" Target="../media/image14101.png"/><Relationship Id="rId320" Type="http://schemas.openxmlformats.org/officeDocument/2006/relationships/image" Target="../media/image15030.png"/><Relationship Id="rId80" Type="http://schemas.openxmlformats.org/officeDocument/2006/relationships/image" Target="../media/image13830.png"/><Relationship Id="rId155" Type="http://schemas.openxmlformats.org/officeDocument/2006/relationships/customXml" Target="../ink/ink3972.xml"/><Relationship Id="rId176" Type="http://schemas.openxmlformats.org/officeDocument/2006/relationships/image" Target="../media/image14311.png"/><Relationship Id="rId197" Type="http://schemas.openxmlformats.org/officeDocument/2006/relationships/customXml" Target="../ink/ink3993.xml"/><Relationship Id="rId341" Type="http://schemas.openxmlformats.org/officeDocument/2006/relationships/customXml" Target="../ink/ink4065.xml"/><Relationship Id="rId362" Type="http://schemas.openxmlformats.org/officeDocument/2006/relationships/image" Target="../media/image15240.png"/><Relationship Id="rId201" Type="http://schemas.openxmlformats.org/officeDocument/2006/relationships/customXml" Target="../ink/ink3995.xml"/><Relationship Id="rId222" Type="http://schemas.openxmlformats.org/officeDocument/2006/relationships/image" Target="../media/image14540.png"/><Relationship Id="rId243" Type="http://schemas.openxmlformats.org/officeDocument/2006/relationships/customXml" Target="../ink/ink4016.xml"/><Relationship Id="rId264" Type="http://schemas.openxmlformats.org/officeDocument/2006/relationships/image" Target="../media/image14750.png"/><Relationship Id="rId285" Type="http://schemas.openxmlformats.org/officeDocument/2006/relationships/customXml" Target="../ink/ink4037.xml"/><Relationship Id="rId17" Type="http://schemas.openxmlformats.org/officeDocument/2006/relationships/customXml" Target="../ink/ink3903.xml"/><Relationship Id="rId38" Type="http://schemas.openxmlformats.org/officeDocument/2006/relationships/image" Target="../media/image13620.png"/><Relationship Id="rId59" Type="http://schemas.openxmlformats.org/officeDocument/2006/relationships/customXml" Target="../ink/ink3924.xml"/><Relationship Id="rId103" Type="http://schemas.openxmlformats.org/officeDocument/2006/relationships/customXml" Target="../ink/ink3946.xml"/><Relationship Id="rId124" Type="http://schemas.openxmlformats.org/officeDocument/2006/relationships/image" Target="../media/image14050.png"/><Relationship Id="rId310" Type="http://schemas.openxmlformats.org/officeDocument/2006/relationships/image" Target="../media/image14980.png"/><Relationship Id="rId70" Type="http://schemas.openxmlformats.org/officeDocument/2006/relationships/image" Target="../media/image13780.png"/><Relationship Id="rId91" Type="http://schemas.openxmlformats.org/officeDocument/2006/relationships/customXml" Target="../ink/ink3940.xml"/><Relationship Id="rId145" Type="http://schemas.openxmlformats.org/officeDocument/2006/relationships/customXml" Target="../ink/ink3967.xml"/><Relationship Id="rId166" Type="http://schemas.openxmlformats.org/officeDocument/2006/relationships/image" Target="../media/image14260.png"/><Relationship Id="rId187" Type="http://schemas.openxmlformats.org/officeDocument/2006/relationships/customXml" Target="../ink/ink3988.xml"/><Relationship Id="rId331" Type="http://schemas.openxmlformats.org/officeDocument/2006/relationships/customXml" Target="../ink/ink4060.xml"/><Relationship Id="rId352" Type="http://schemas.openxmlformats.org/officeDocument/2006/relationships/image" Target="../media/image15190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14490.png"/><Relationship Id="rId233" Type="http://schemas.openxmlformats.org/officeDocument/2006/relationships/customXml" Target="../ink/ink4011.xml"/><Relationship Id="rId254" Type="http://schemas.openxmlformats.org/officeDocument/2006/relationships/image" Target="../media/image14700.png"/><Relationship Id="rId28" Type="http://schemas.openxmlformats.org/officeDocument/2006/relationships/image" Target="../media/image13570.png"/><Relationship Id="rId49" Type="http://schemas.openxmlformats.org/officeDocument/2006/relationships/customXml" Target="../ink/ink3919.xml"/><Relationship Id="rId114" Type="http://schemas.openxmlformats.org/officeDocument/2006/relationships/image" Target="../media/image14000.png"/><Relationship Id="rId275" Type="http://schemas.openxmlformats.org/officeDocument/2006/relationships/customXml" Target="../ink/ink4032.xml"/><Relationship Id="rId296" Type="http://schemas.openxmlformats.org/officeDocument/2006/relationships/image" Target="../media/image14911.png"/><Relationship Id="rId300" Type="http://schemas.openxmlformats.org/officeDocument/2006/relationships/image" Target="../media/image14930.png"/><Relationship Id="rId60" Type="http://schemas.openxmlformats.org/officeDocument/2006/relationships/image" Target="../media/image13730.png"/><Relationship Id="rId81" Type="http://schemas.openxmlformats.org/officeDocument/2006/relationships/customXml" Target="../ink/ink3935.xml"/><Relationship Id="rId135" Type="http://schemas.openxmlformats.org/officeDocument/2006/relationships/customXml" Target="../ink/ink3962.xml"/><Relationship Id="rId156" Type="http://schemas.openxmlformats.org/officeDocument/2006/relationships/image" Target="../media/image14211.png"/><Relationship Id="rId177" Type="http://schemas.openxmlformats.org/officeDocument/2006/relationships/customXml" Target="../ink/ink3983.xml"/><Relationship Id="rId198" Type="http://schemas.openxmlformats.org/officeDocument/2006/relationships/image" Target="../media/image14420.png"/><Relationship Id="rId321" Type="http://schemas.openxmlformats.org/officeDocument/2006/relationships/customXml" Target="../ink/ink4055.xml"/><Relationship Id="rId342" Type="http://schemas.openxmlformats.org/officeDocument/2006/relationships/image" Target="../media/image15140.png"/><Relationship Id="rId363" Type="http://schemas.openxmlformats.org/officeDocument/2006/relationships/customXml" Target="../ink/ink4076.xml"/><Relationship Id="rId202" Type="http://schemas.openxmlformats.org/officeDocument/2006/relationships/image" Target="../media/image14440.png"/><Relationship Id="rId223" Type="http://schemas.openxmlformats.org/officeDocument/2006/relationships/customXml" Target="../ink/ink4006.xml"/><Relationship Id="rId244" Type="http://schemas.openxmlformats.org/officeDocument/2006/relationships/image" Target="../media/image14650.png"/><Relationship Id="rId18" Type="http://schemas.openxmlformats.org/officeDocument/2006/relationships/image" Target="../media/image13520.png"/><Relationship Id="rId39" Type="http://schemas.openxmlformats.org/officeDocument/2006/relationships/customXml" Target="../ink/ink3914.xml"/><Relationship Id="rId265" Type="http://schemas.openxmlformats.org/officeDocument/2006/relationships/customXml" Target="../ink/ink4027.xml"/><Relationship Id="rId286" Type="http://schemas.openxmlformats.org/officeDocument/2006/relationships/image" Target="../media/image14860.png"/><Relationship Id="rId50" Type="http://schemas.openxmlformats.org/officeDocument/2006/relationships/image" Target="../media/image13680.png"/><Relationship Id="rId104" Type="http://schemas.openxmlformats.org/officeDocument/2006/relationships/image" Target="../media/image13950.png"/><Relationship Id="rId125" Type="http://schemas.openxmlformats.org/officeDocument/2006/relationships/customXml" Target="../ink/ink3957.xml"/><Relationship Id="rId146" Type="http://schemas.openxmlformats.org/officeDocument/2006/relationships/image" Target="../media/image14160.png"/><Relationship Id="rId167" Type="http://schemas.openxmlformats.org/officeDocument/2006/relationships/customXml" Target="../ink/ink3978.xml"/><Relationship Id="rId188" Type="http://schemas.openxmlformats.org/officeDocument/2006/relationships/image" Target="../media/image14370.png"/><Relationship Id="rId311" Type="http://schemas.openxmlformats.org/officeDocument/2006/relationships/customXml" Target="../ink/ink4050.xml"/><Relationship Id="rId332" Type="http://schemas.openxmlformats.org/officeDocument/2006/relationships/image" Target="../media/image15090.png"/><Relationship Id="rId353" Type="http://schemas.openxmlformats.org/officeDocument/2006/relationships/customXml" Target="../ink/ink4071.xml"/><Relationship Id="rId71" Type="http://schemas.openxmlformats.org/officeDocument/2006/relationships/customXml" Target="../ink/ink3930.xml"/><Relationship Id="rId92" Type="http://schemas.openxmlformats.org/officeDocument/2006/relationships/image" Target="../media/image13890.png"/><Relationship Id="rId213" Type="http://schemas.openxmlformats.org/officeDocument/2006/relationships/customXml" Target="../ink/ink4001.xml"/><Relationship Id="rId234" Type="http://schemas.openxmlformats.org/officeDocument/2006/relationships/image" Target="../media/image14600.png"/><Relationship Id="rId2" Type="http://schemas.openxmlformats.org/officeDocument/2006/relationships/image" Target="../media/image2621.png"/><Relationship Id="rId29" Type="http://schemas.openxmlformats.org/officeDocument/2006/relationships/customXml" Target="../ink/ink3909.xml"/><Relationship Id="rId255" Type="http://schemas.openxmlformats.org/officeDocument/2006/relationships/customXml" Target="../ink/ink4022.xml"/><Relationship Id="rId276" Type="http://schemas.openxmlformats.org/officeDocument/2006/relationships/image" Target="../media/image14811.png"/><Relationship Id="rId297" Type="http://schemas.openxmlformats.org/officeDocument/2006/relationships/customXml" Target="../ink/ink4043.xml"/><Relationship Id="rId40" Type="http://schemas.openxmlformats.org/officeDocument/2006/relationships/image" Target="../media/image13630.png"/><Relationship Id="rId115" Type="http://schemas.openxmlformats.org/officeDocument/2006/relationships/customXml" Target="../ink/ink3952.xml"/><Relationship Id="rId136" Type="http://schemas.openxmlformats.org/officeDocument/2006/relationships/image" Target="../media/image14111.png"/><Relationship Id="rId157" Type="http://schemas.openxmlformats.org/officeDocument/2006/relationships/customXml" Target="../ink/ink3973.xml"/><Relationship Id="rId178" Type="http://schemas.openxmlformats.org/officeDocument/2006/relationships/image" Target="../media/image14320.png"/><Relationship Id="rId301" Type="http://schemas.openxmlformats.org/officeDocument/2006/relationships/customXml" Target="../ink/ink4045.xml"/><Relationship Id="rId322" Type="http://schemas.openxmlformats.org/officeDocument/2006/relationships/image" Target="../media/image15040.png"/><Relationship Id="rId343" Type="http://schemas.openxmlformats.org/officeDocument/2006/relationships/customXml" Target="../ink/ink4066.xml"/><Relationship Id="rId364" Type="http://schemas.openxmlformats.org/officeDocument/2006/relationships/image" Target="../media/image15250.png"/><Relationship Id="rId61" Type="http://schemas.openxmlformats.org/officeDocument/2006/relationships/customXml" Target="../ink/ink3925.xml"/><Relationship Id="rId82" Type="http://schemas.openxmlformats.org/officeDocument/2006/relationships/image" Target="../media/image13840.png"/><Relationship Id="rId199" Type="http://schemas.openxmlformats.org/officeDocument/2006/relationships/customXml" Target="../ink/ink3994.xml"/><Relationship Id="rId203" Type="http://schemas.openxmlformats.org/officeDocument/2006/relationships/customXml" Target="../ink/ink3996.xml"/><Relationship Id="rId19" Type="http://schemas.openxmlformats.org/officeDocument/2006/relationships/customXml" Target="../ink/ink3904.xml"/><Relationship Id="rId224" Type="http://schemas.openxmlformats.org/officeDocument/2006/relationships/image" Target="../media/image14550.png"/><Relationship Id="rId245" Type="http://schemas.openxmlformats.org/officeDocument/2006/relationships/customXml" Target="../ink/ink4017.xml"/><Relationship Id="rId266" Type="http://schemas.openxmlformats.org/officeDocument/2006/relationships/image" Target="../media/image14760.png"/><Relationship Id="rId287" Type="http://schemas.openxmlformats.org/officeDocument/2006/relationships/customXml" Target="../ink/ink4038.xml"/><Relationship Id="rId30" Type="http://schemas.openxmlformats.org/officeDocument/2006/relationships/image" Target="../media/image13580.png"/><Relationship Id="rId105" Type="http://schemas.openxmlformats.org/officeDocument/2006/relationships/customXml" Target="../ink/ink3947.xml"/><Relationship Id="rId126" Type="http://schemas.openxmlformats.org/officeDocument/2006/relationships/image" Target="../media/image14060.png"/><Relationship Id="rId147" Type="http://schemas.openxmlformats.org/officeDocument/2006/relationships/customXml" Target="../ink/ink3968.xml"/><Relationship Id="rId168" Type="http://schemas.openxmlformats.org/officeDocument/2006/relationships/image" Target="../media/image14270.png"/><Relationship Id="rId312" Type="http://schemas.openxmlformats.org/officeDocument/2006/relationships/image" Target="../media/image14990.png"/><Relationship Id="rId333" Type="http://schemas.openxmlformats.org/officeDocument/2006/relationships/customXml" Target="../ink/ink4061.xml"/><Relationship Id="rId354" Type="http://schemas.openxmlformats.org/officeDocument/2006/relationships/image" Target="../media/image15200.png"/><Relationship Id="rId51" Type="http://schemas.openxmlformats.org/officeDocument/2006/relationships/customXml" Target="../ink/ink3920.xml"/><Relationship Id="rId72" Type="http://schemas.openxmlformats.org/officeDocument/2006/relationships/image" Target="../media/image13790.png"/><Relationship Id="rId93" Type="http://schemas.openxmlformats.org/officeDocument/2006/relationships/customXml" Target="../ink/ink3941.xml"/><Relationship Id="rId189" Type="http://schemas.openxmlformats.org/officeDocument/2006/relationships/customXml" Target="../ink/ink3989.xml"/><Relationship Id="rId3" Type="http://schemas.openxmlformats.org/officeDocument/2006/relationships/customXml" Target="../ink/ink3896.xml"/><Relationship Id="rId214" Type="http://schemas.openxmlformats.org/officeDocument/2006/relationships/image" Target="../media/image14500.png"/><Relationship Id="rId235" Type="http://schemas.openxmlformats.org/officeDocument/2006/relationships/customXml" Target="../ink/ink4012.xml"/><Relationship Id="rId256" Type="http://schemas.openxmlformats.org/officeDocument/2006/relationships/image" Target="../media/image14711.png"/><Relationship Id="rId277" Type="http://schemas.openxmlformats.org/officeDocument/2006/relationships/customXml" Target="../ink/ink4033.xml"/><Relationship Id="rId298" Type="http://schemas.openxmlformats.org/officeDocument/2006/relationships/image" Target="../media/image14920.png"/><Relationship Id="rId116" Type="http://schemas.openxmlformats.org/officeDocument/2006/relationships/image" Target="../media/image14011.png"/><Relationship Id="rId137" Type="http://schemas.openxmlformats.org/officeDocument/2006/relationships/customXml" Target="../ink/ink3963.xml"/><Relationship Id="rId158" Type="http://schemas.openxmlformats.org/officeDocument/2006/relationships/image" Target="../media/image14220.png"/><Relationship Id="rId302" Type="http://schemas.openxmlformats.org/officeDocument/2006/relationships/image" Target="../media/image14940.png"/><Relationship Id="rId323" Type="http://schemas.openxmlformats.org/officeDocument/2006/relationships/customXml" Target="../ink/ink4056.xml"/><Relationship Id="rId344" Type="http://schemas.openxmlformats.org/officeDocument/2006/relationships/image" Target="../media/image15150.png"/><Relationship Id="rId20" Type="http://schemas.openxmlformats.org/officeDocument/2006/relationships/image" Target="../media/image13530.png"/><Relationship Id="rId41" Type="http://schemas.openxmlformats.org/officeDocument/2006/relationships/customXml" Target="../ink/ink3915.xml"/><Relationship Id="rId62" Type="http://schemas.openxmlformats.org/officeDocument/2006/relationships/image" Target="../media/image13740.png"/><Relationship Id="rId83" Type="http://schemas.openxmlformats.org/officeDocument/2006/relationships/customXml" Target="../ink/ink3936.xml"/><Relationship Id="rId179" Type="http://schemas.openxmlformats.org/officeDocument/2006/relationships/customXml" Target="../ink/ink3984.xml"/><Relationship Id="rId365" Type="http://schemas.openxmlformats.org/officeDocument/2006/relationships/customXml" Target="../ink/ink4077.xml"/><Relationship Id="rId190" Type="http://schemas.openxmlformats.org/officeDocument/2006/relationships/image" Target="../media/image14380.png"/><Relationship Id="rId204" Type="http://schemas.openxmlformats.org/officeDocument/2006/relationships/image" Target="../media/image14450.png"/><Relationship Id="rId225" Type="http://schemas.openxmlformats.org/officeDocument/2006/relationships/customXml" Target="../ink/ink4007.xml"/><Relationship Id="rId246" Type="http://schemas.openxmlformats.org/officeDocument/2006/relationships/image" Target="../media/image14660.png"/><Relationship Id="rId267" Type="http://schemas.openxmlformats.org/officeDocument/2006/relationships/customXml" Target="../ink/ink4028.xml"/><Relationship Id="rId288" Type="http://schemas.openxmlformats.org/officeDocument/2006/relationships/image" Target="../media/image14870.png"/><Relationship Id="rId106" Type="http://schemas.openxmlformats.org/officeDocument/2006/relationships/image" Target="../media/image13960.png"/><Relationship Id="rId127" Type="http://schemas.openxmlformats.org/officeDocument/2006/relationships/customXml" Target="../ink/ink3958.xml"/><Relationship Id="rId313" Type="http://schemas.openxmlformats.org/officeDocument/2006/relationships/customXml" Target="../ink/ink4051.xml"/><Relationship Id="rId10" Type="http://schemas.openxmlformats.org/officeDocument/2006/relationships/image" Target="../media/image13480.png"/><Relationship Id="rId31" Type="http://schemas.openxmlformats.org/officeDocument/2006/relationships/customXml" Target="../ink/ink3910.xml"/><Relationship Id="rId52" Type="http://schemas.openxmlformats.org/officeDocument/2006/relationships/image" Target="../media/image13690.png"/><Relationship Id="rId73" Type="http://schemas.openxmlformats.org/officeDocument/2006/relationships/customXml" Target="../ink/ink3931.xml"/><Relationship Id="rId94" Type="http://schemas.openxmlformats.org/officeDocument/2006/relationships/image" Target="../media/image13900.png"/><Relationship Id="rId148" Type="http://schemas.openxmlformats.org/officeDocument/2006/relationships/image" Target="../media/image14170.png"/><Relationship Id="rId169" Type="http://schemas.openxmlformats.org/officeDocument/2006/relationships/customXml" Target="../ink/ink3979.xml"/><Relationship Id="rId334" Type="http://schemas.openxmlformats.org/officeDocument/2006/relationships/image" Target="../media/image15100.png"/><Relationship Id="rId355" Type="http://schemas.openxmlformats.org/officeDocument/2006/relationships/customXml" Target="../ink/ink4072.xml"/><Relationship Id="rId4" Type="http://schemas.openxmlformats.org/officeDocument/2006/relationships/image" Target="../media/image10120.png"/><Relationship Id="rId180" Type="http://schemas.openxmlformats.org/officeDocument/2006/relationships/image" Target="../media/image14330.png"/><Relationship Id="rId215" Type="http://schemas.openxmlformats.org/officeDocument/2006/relationships/customXml" Target="../ink/ink4002.xml"/><Relationship Id="rId236" Type="http://schemas.openxmlformats.org/officeDocument/2006/relationships/image" Target="../media/image14611.png"/><Relationship Id="rId257" Type="http://schemas.openxmlformats.org/officeDocument/2006/relationships/customXml" Target="../ink/ink4023.xml"/><Relationship Id="rId278" Type="http://schemas.openxmlformats.org/officeDocument/2006/relationships/image" Target="../media/image14820.png"/><Relationship Id="rId303" Type="http://schemas.openxmlformats.org/officeDocument/2006/relationships/customXml" Target="../ink/ink4046.xml"/><Relationship Id="rId42" Type="http://schemas.openxmlformats.org/officeDocument/2006/relationships/image" Target="../media/image13640.png"/><Relationship Id="rId84" Type="http://schemas.openxmlformats.org/officeDocument/2006/relationships/image" Target="../media/image13850.png"/><Relationship Id="rId138" Type="http://schemas.openxmlformats.org/officeDocument/2006/relationships/image" Target="../media/image14120.png"/><Relationship Id="rId345" Type="http://schemas.openxmlformats.org/officeDocument/2006/relationships/customXml" Target="../ink/ink4067.xml"/><Relationship Id="rId191" Type="http://schemas.openxmlformats.org/officeDocument/2006/relationships/customXml" Target="../ink/ink3990.xml"/><Relationship Id="rId205" Type="http://schemas.openxmlformats.org/officeDocument/2006/relationships/customXml" Target="../ink/ink3997.xml"/><Relationship Id="rId247" Type="http://schemas.openxmlformats.org/officeDocument/2006/relationships/customXml" Target="../ink/ink4018.xml"/><Relationship Id="rId107" Type="http://schemas.openxmlformats.org/officeDocument/2006/relationships/customXml" Target="../ink/ink3948.xml"/><Relationship Id="rId289" Type="http://schemas.openxmlformats.org/officeDocument/2006/relationships/customXml" Target="../ink/ink4039.xml"/><Relationship Id="rId11" Type="http://schemas.openxmlformats.org/officeDocument/2006/relationships/customXml" Target="../ink/ink3900.xml"/><Relationship Id="rId53" Type="http://schemas.openxmlformats.org/officeDocument/2006/relationships/customXml" Target="../ink/ink3921.xml"/><Relationship Id="rId149" Type="http://schemas.openxmlformats.org/officeDocument/2006/relationships/customXml" Target="../ink/ink3969.xml"/><Relationship Id="rId314" Type="http://schemas.openxmlformats.org/officeDocument/2006/relationships/image" Target="../media/image15000.png"/><Relationship Id="rId356" Type="http://schemas.openxmlformats.org/officeDocument/2006/relationships/image" Target="../media/image15211.png"/><Relationship Id="rId95" Type="http://schemas.openxmlformats.org/officeDocument/2006/relationships/customXml" Target="../ink/ink3942.xml"/><Relationship Id="rId160" Type="http://schemas.openxmlformats.org/officeDocument/2006/relationships/image" Target="../media/image14230.png"/><Relationship Id="rId216" Type="http://schemas.openxmlformats.org/officeDocument/2006/relationships/image" Target="../media/image14511.png"/><Relationship Id="rId258" Type="http://schemas.openxmlformats.org/officeDocument/2006/relationships/image" Target="../media/image14720.png"/><Relationship Id="rId22" Type="http://schemas.openxmlformats.org/officeDocument/2006/relationships/image" Target="../media/image13540.png"/><Relationship Id="rId64" Type="http://schemas.openxmlformats.org/officeDocument/2006/relationships/image" Target="../media/image13750.png"/><Relationship Id="rId118" Type="http://schemas.openxmlformats.org/officeDocument/2006/relationships/image" Target="../media/image14020.png"/><Relationship Id="rId325" Type="http://schemas.openxmlformats.org/officeDocument/2006/relationships/customXml" Target="../ink/ink4057.xml"/><Relationship Id="rId367" Type="http://schemas.openxmlformats.org/officeDocument/2006/relationships/customXml" Target="../ink/ink4078.xml"/><Relationship Id="rId171" Type="http://schemas.openxmlformats.org/officeDocument/2006/relationships/customXml" Target="../ink/ink3980.xml"/><Relationship Id="rId227" Type="http://schemas.openxmlformats.org/officeDocument/2006/relationships/customXml" Target="../ink/ink4008.xml"/><Relationship Id="rId269" Type="http://schemas.openxmlformats.org/officeDocument/2006/relationships/customXml" Target="../ink/ink4029.xml"/><Relationship Id="rId33" Type="http://schemas.openxmlformats.org/officeDocument/2006/relationships/customXml" Target="../ink/ink3911.xml"/><Relationship Id="rId129" Type="http://schemas.openxmlformats.org/officeDocument/2006/relationships/customXml" Target="../ink/ink3959.xml"/><Relationship Id="rId280" Type="http://schemas.openxmlformats.org/officeDocument/2006/relationships/image" Target="../media/image14830.png"/><Relationship Id="rId336" Type="http://schemas.openxmlformats.org/officeDocument/2006/relationships/image" Target="../media/image15111.png"/><Relationship Id="rId75" Type="http://schemas.openxmlformats.org/officeDocument/2006/relationships/customXml" Target="../ink/ink3932.xml"/><Relationship Id="rId140" Type="http://schemas.openxmlformats.org/officeDocument/2006/relationships/image" Target="../media/image14130.png"/><Relationship Id="rId182" Type="http://schemas.openxmlformats.org/officeDocument/2006/relationships/image" Target="../media/image14340.png"/><Relationship Id="rId6" Type="http://schemas.openxmlformats.org/officeDocument/2006/relationships/image" Target="../media/image13460.png"/><Relationship Id="rId238" Type="http://schemas.openxmlformats.org/officeDocument/2006/relationships/image" Target="../media/image14620.png"/><Relationship Id="rId291" Type="http://schemas.openxmlformats.org/officeDocument/2006/relationships/customXml" Target="../ink/ink4040.xml"/><Relationship Id="rId305" Type="http://schemas.openxmlformats.org/officeDocument/2006/relationships/customXml" Target="../ink/ink4047.xml"/><Relationship Id="rId347" Type="http://schemas.openxmlformats.org/officeDocument/2006/relationships/customXml" Target="../ink/ink4068.xml"/><Relationship Id="rId44" Type="http://schemas.openxmlformats.org/officeDocument/2006/relationships/image" Target="../media/image13650.png"/><Relationship Id="rId86" Type="http://schemas.openxmlformats.org/officeDocument/2006/relationships/image" Target="../media/image13860.png"/><Relationship Id="rId151" Type="http://schemas.openxmlformats.org/officeDocument/2006/relationships/customXml" Target="../ink/ink3970.xml"/><Relationship Id="rId193" Type="http://schemas.openxmlformats.org/officeDocument/2006/relationships/customXml" Target="../ink/ink3991.xml"/><Relationship Id="rId207" Type="http://schemas.openxmlformats.org/officeDocument/2006/relationships/customXml" Target="../ink/ink3998.xml"/><Relationship Id="rId249" Type="http://schemas.openxmlformats.org/officeDocument/2006/relationships/customXml" Target="../ink/ink4019.xml"/><Relationship Id="rId13" Type="http://schemas.openxmlformats.org/officeDocument/2006/relationships/customXml" Target="../ink/ink3901.xml"/><Relationship Id="rId109" Type="http://schemas.openxmlformats.org/officeDocument/2006/relationships/customXml" Target="../ink/ink3949.xml"/><Relationship Id="rId260" Type="http://schemas.openxmlformats.org/officeDocument/2006/relationships/image" Target="../media/image14730.png"/><Relationship Id="rId316" Type="http://schemas.openxmlformats.org/officeDocument/2006/relationships/image" Target="../media/image15011.png"/><Relationship Id="rId55" Type="http://schemas.openxmlformats.org/officeDocument/2006/relationships/customXml" Target="../ink/ink3922.xml"/><Relationship Id="rId97" Type="http://schemas.openxmlformats.org/officeDocument/2006/relationships/customXml" Target="../ink/ink3943.xml"/><Relationship Id="rId120" Type="http://schemas.openxmlformats.org/officeDocument/2006/relationships/image" Target="../media/image14030.png"/><Relationship Id="rId358" Type="http://schemas.openxmlformats.org/officeDocument/2006/relationships/image" Target="../media/image15220.png"/><Relationship Id="rId162" Type="http://schemas.openxmlformats.org/officeDocument/2006/relationships/image" Target="../media/image14240.png"/><Relationship Id="rId218" Type="http://schemas.openxmlformats.org/officeDocument/2006/relationships/image" Target="../media/image14520.png"/><Relationship Id="rId271" Type="http://schemas.openxmlformats.org/officeDocument/2006/relationships/customXml" Target="../ink/ink4030.xml"/><Relationship Id="rId24" Type="http://schemas.openxmlformats.org/officeDocument/2006/relationships/image" Target="../media/image13550.png"/><Relationship Id="rId66" Type="http://schemas.openxmlformats.org/officeDocument/2006/relationships/image" Target="../media/image13760.png"/><Relationship Id="rId131" Type="http://schemas.openxmlformats.org/officeDocument/2006/relationships/customXml" Target="../ink/ink3960.xml"/><Relationship Id="rId327" Type="http://schemas.openxmlformats.org/officeDocument/2006/relationships/customXml" Target="../ink/ink4058.xml"/><Relationship Id="rId369" Type="http://schemas.openxmlformats.org/officeDocument/2006/relationships/customXml" Target="../ink/ink4079.xml"/><Relationship Id="rId173" Type="http://schemas.openxmlformats.org/officeDocument/2006/relationships/customXml" Target="../ink/ink3981.xml"/><Relationship Id="rId229" Type="http://schemas.openxmlformats.org/officeDocument/2006/relationships/customXml" Target="../ink/ink4009.xml"/><Relationship Id="rId240" Type="http://schemas.openxmlformats.org/officeDocument/2006/relationships/image" Target="../media/image14630.png"/><Relationship Id="rId35" Type="http://schemas.openxmlformats.org/officeDocument/2006/relationships/customXml" Target="../ink/ink3912.xml"/><Relationship Id="rId77" Type="http://schemas.openxmlformats.org/officeDocument/2006/relationships/customXml" Target="../ink/ink3933.xml"/><Relationship Id="rId100" Type="http://schemas.openxmlformats.org/officeDocument/2006/relationships/image" Target="../media/image13930.png"/><Relationship Id="rId282" Type="http://schemas.openxmlformats.org/officeDocument/2006/relationships/image" Target="../media/image14840.png"/><Relationship Id="rId338" Type="http://schemas.openxmlformats.org/officeDocument/2006/relationships/image" Target="../media/image15120.png"/><Relationship Id="rId8" Type="http://schemas.openxmlformats.org/officeDocument/2006/relationships/image" Target="../media/image13470.png"/><Relationship Id="rId142" Type="http://schemas.openxmlformats.org/officeDocument/2006/relationships/image" Target="../media/image14140.png"/><Relationship Id="rId184" Type="http://schemas.openxmlformats.org/officeDocument/2006/relationships/image" Target="../media/image14350.png"/><Relationship Id="rId251" Type="http://schemas.openxmlformats.org/officeDocument/2006/relationships/customXml" Target="../ink/ink4020.xml"/><Relationship Id="rId46" Type="http://schemas.openxmlformats.org/officeDocument/2006/relationships/image" Target="../media/image13660.png"/><Relationship Id="rId293" Type="http://schemas.openxmlformats.org/officeDocument/2006/relationships/customXml" Target="../ink/ink4041.xml"/><Relationship Id="rId307" Type="http://schemas.openxmlformats.org/officeDocument/2006/relationships/customXml" Target="../ink/ink4048.xml"/><Relationship Id="rId349" Type="http://schemas.openxmlformats.org/officeDocument/2006/relationships/customXml" Target="../ink/ink4069.xml"/><Relationship Id="rId88" Type="http://schemas.openxmlformats.org/officeDocument/2006/relationships/image" Target="../media/image13870.png"/><Relationship Id="rId111" Type="http://schemas.openxmlformats.org/officeDocument/2006/relationships/customXml" Target="../ink/ink3950.xml"/><Relationship Id="rId153" Type="http://schemas.openxmlformats.org/officeDocument/2006/relationships/customXml" Target="../ink/ink3971.xml"/><Relationship Id="rId195" Type="http://schemas.openxmlformats.org/officeDocument/2006/relationships/customXml" Target="../ink/ink3992.xml"/><Relationship Id="rId209" Type="http://schemas.openxmlformats.org/officeDocument/2006/relationships/customXml" Target="../ink/ink3999.xml"/><Relationship Id="rId360" Type="http://schemas.openxmlformats.org/officeDocument/2006/relationships/image" Target="../media/image15230.png"/><Relationship Id="rId220" Type="http://schemas.openxmlformats.org/officeDocument/2006/relationships/image" Target="../media/image14530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082.xml"/><Relationship Id="rId18" Type="http://schemas.openxmlformats.org/officeDocument/2006/relationships/image" Target="../media/image15370.png"/><Relationship Id="rId26" Type="http://schemas.openxmlformats.org/officeDocument/2006/relationships/image" Target="../media/image15411.png"/><Relationship Id="rId39" Type="http://schemas.openxmlformats.org/officeDocument/2006/relationships/customXml" Target="../ink/ink4095.xml"/><Relationship Id="rId21" Type="http://schemas.openxmlformats.org/officeDocument/2006/relationships/customXml" Target="../ink/ink4086.xml"/><Relationship Id="rId34" Type="http://schemas.openxmlformats.org/officeDocument/2006/relationships/image" Target="../media/image15450.png"/><Relationship Id="rId42" Type="http://schemas.openxmlformats.org/officeDocument/2006/relationships/image" Target="../media/image15490.png"/><Relationship Id="rId7" Type="http://schemas.openxmlformats.org/officeDocument/2006/relationships/image" Target="../media/image2624.wmf"/><Relationship Id="rId2" Type="http://schemas.openxmlformats.org/officeDocument/2006/relationships/oleObject" Target="../embeddings/oleObject4.bin"/><Relationship Id="rId16" Type="http://schemas.openxmlformats.org/officeDocument/2006/relationships/image" Target="../media/image15360.png"/><Relationship Id="rId29" Type="http://schemas.openxmlformats.org/officeDocument/2006/relationships/customXml" Target="../ink/ink4090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customXml" Target="../ink/ink4081.xml"/><Relationship Id="rId24" Type="http://schemas.openxmlformats.org/officeDocument/2006/relationships/image" Target="../media/image15400.png"/><Relationship Id="rId32" Type="http://schemas.openxmlformats.org/officeDocument/2006/relationships/image" Target="../media/image15440.png"/><Relationship Id="rId37" Type="http://schemas.openxmlformats.org/officeDocument/2006/relationships/customXml" Target="../ink/ink4094.xml"/><Relationship Id="rId40" Type="http://schemas.openxmlformats.org/officeDocument/2006/relationships/image" Target="../media/image15480.png"/><Relationship Id="rId45" Type="http://schemas.openxmlformats.org/officeDocument/2006/relationships/customXml" Target="../ink/ink4098.xml"/><Relationship Id="rId5" Type="http://schemas.openxmlformats.org/officeDocument/2006/relationships/image" Target="../media/image2623.wmf"/><Relationship Id="rId15" Type="http://schemas.openxmlformats.org/officeDocument/2006/relationships/customXml" Target="../ink/ink4083.xml"/><Relationship Id="rId23" Type="http://schemas.openxmlformats.org/officeDocument/2006/relationships/customXml" Target="../ink/ink4087.xml"/><Relationship Id="rId28" Type="http://schemas.openxmlformats.org/officeDocument/2006/relationships/image" Target="../media/image15420.png"/><Relationship Id="rId36" Type="http://schemas.openxmlformats.org/officeDocument/2006/relationships/image" Target="../media/image15460.png"/><Relationship Id="rId10" Type="http://schemas.openxmlformats.org/officeDocument/2006/relationships/image" Target="../media/image2607.png"/><Relationship Id="rId19" Type="http://schemas.openxmlformats.org/officeDocument/2006/relationships/customXml" Target="../ink/ink4085.xml"/><Relationship Id="rId31" Type="http://schemas.openxmlformats.org/officeDocument/2006/relationships/customXml" Target="../ink/ink4091.xml"/><Relationship Id="rId44" Type="http://schemas.openxmlformats.org/officeDocument/2006/relationships/image" Target="../media/image15500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2625.wmf"/><Relationship Id="rId14" Type="http://schemas.openxmlformats.org/officeDocument/2006/relationships/image" Target="../media/image15350.png"/><Relationship Id="rId22" Type="http://schemas.openxmlformats.org/officeDocument/2006/relationships/image" Target="../media/image15390.png"/><Relationship Id="rId27" Type="http://schemas.openxmlformats.org/officeDocument/2006/relationships/customXml" Target="../ink/ink4089.xml"/><Relationship Id="rId30" Type="http://schemas.openxmlformats.org/officeDocument/2006/relationships/image" Target="../media/image15430.png"/><Relationship Id="rId35" Type="http://schemas.openxmlformats.org/officeDocument/2006/relationships/customXml" Target="../ink/ink4093.xml"/><Relationship Id="rId43" Type="http://schemas.openxmlformats.org/officeDocument/2006/relationships/customXml" Target="../ink/ink4097.xml"/><Relationship Id="rId8" Type="http://schemas.openxmlformats.org/officeDocument/2006/relationships/oleObject" Target="../embeddings/oleObject7.bin"/><Relationship Id="rId3" Type="http://schemas.openxmlformats.org/officeDocument/2006/relationships/image" Target="../media/image2622.wmf"/><Relationship Id="rId12" Type="http://schemas.openxmlformats.org/officeDocument/2006/relationships/image" Target="../media/image15340.png"/><Relationship Id="rId17" Type="http://schemas.openxmlformats.org/officeDocument/2006/relationships/customXml" Target="../ink/ink4084.xml"/><Relationship Id="rId25" Type="http://schemas.openxmlformats.org/officeDocument/2006/relationships/customXml" Target="../ink/ink4088.xml"/><Relationship Id="rId33" Type="http://schemas.openxmlformats.org/officeDocument/2006/relationships/customXml" Target="../ink/ink4092.xml"/><Relationship Id="rId38" Type="http://schemas.openxmlformats.org/officeDocument/2006/relationships/image" Target="../media/image15470.png"/><Relationship Id="rId46" Type="http://schemas.openxmlformats.org/officeDocument/2006/relationships/image" Target="../media/image15510.png"/><Relationship Id="rId20" Type="http://schemas.openxmlformats.org/officeDocument/2006/relationships/image" Target="../media/image15380.png"/><Relationship Id="rId41" Type="http://schemas.openxmlformats.org/officeDocument/2006/relationships/customXml" Target="../ink/ink409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8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10</a:t>
            </a:r>
          </a:p>
          <a:p>
            <a:r>
              <a:rPr lang="en-US" sz="2800" dirty="0">
                <a:latin typeface="PT Sans" panose="020B0503020203020204" pitchFamily="34" charset="0"/>
              </a:rPr>
              <a:t>Device 2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1224E4-73A1-B274-F896-8981D7600056}"/>
              </a:ext>
            </a:extLst>
          </p:cNvPr>
          <p:cNvGrpSpPr/>
          <p:nvPr/>
        </p:nvGrpSpPr>
        <p:grpSpPr>
          <a:xfrm>
            <a:off x="567104" y="2011049"/>
            <a:ext cx="1426320" cy="461880"/>
            <a:chOff x="567104" y="2011049"/>
            <a:chExt cx="142632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061800-AB11-B0C6-EC6C-BE9E0F830AD3}"/>
                    </a:ext>
                  </a:extLst>
                </p14:cNvPr>
                <p14:cNvContentPartPr/>
                <p14:nvPr/>
              </p14:nvContentPartPr>
              <p14:xfrm>
                <a:off x="567104" y="2110769"/>
                <a:ext cx="22320" cy="362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061800-AB11-B0C6-EC6C-BE9E0F830A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9104" y="2093129"/>
                  <a:ext cx="579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FCDB7A-82C7-708C-99E0-769501912582}"/>
                    </a:ext>
                  </a:extLst>
                </p14:cNvPr>
                <p14:cNvContentPartPr/>
                <p14:nvPr/>
              </p14:nvContentPartPr>
              <p14:xfrm>
                <a:off x="593384" y="2094569"/>
                <a:ext cx="252000" cy="274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FCDB7A-82C7-708C-99E0-7695019125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5384" y="2076929"/>
                  <a:ext cx="287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492F0A-528D-9AA5-2AFC-CE2B3D50D6DE}"/>
                    </a:ext>
                  </a:extLst>
                </p14:cNvPr>
                <p14:cNvContentPartPr/>
                <p14:nvPr/>
              </p14:nvContentPartPr>
              <p14:xfrm>
                <a:off x="910184" y="2197889"/>
                <a:ext cx="149040" cy="188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492F0A-528D-9AA5-2AFC-CE2B3D50D6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2544" y="2180249"/>
                  <a:ext cx="184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3F5A87-2E7E-DD56-56A4-32732F5EBD88}"/>
                    </a:ext>
                  </a:extLst>
                </p14:cNvPr>
                <p14:cNvContentPartPr/>
                <p14:nvPr/>
              </p14:nvContentPartPr>
              <p14:xfrm>
                <a:off x="1234184" y="2027969"/>
                <a:ext cx="53280" cy="340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3F5A87-2E7E-DD56-56A4-32732F5EBD8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6184" y="2010329"/>
                  <a:ext cx="88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B5D760-C009-4C28-6A74-C93D34A7F4AC}"/>
                    </a:ext>
                  </a:extLst>
                </p14:cNvPr>
                <p14:cNvContentPartPr/>
                <p14:nvPr/>
              </p14:nvContentPartPr>
              <p14:xfrm>
                <a:off x="1201424" y="2197889"/>
                <a:ext cx="181080" cy="5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B5D760-C009-4C28-6A74-C93D34A7F4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3784" y="2179889"/>
                  <a:ext cx="216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338A27-8903-CBF1-3B26-37FB6959E9C3}"/>
                    </a:ext>
                  </a:extLst>
                </p14:cNvPr>
                <p14:cNvContentPartPr/>
                <p14:nvPr/>
              </p14:nvContentPartPr>
              <p14:xfrm>
                <a:off x="1463864" y="2143889"/>
                <a:ext cx="168840" cy="150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338A27-8903-CBF1-3B26-37FB6959E9C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45864" y="2125889"/>
                  <a:ext cx="204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F5951E-C677-E987-2EBB-390DAD828716}"/>
                    </a:ext>
                  </a:extLst>
                </p14:cNvPr>
                <p14:cNvContentPartPr/>
                <p14:nvPr/>
              </p14:nvContentPartPr>
              <p14:xfrm>
                <a:off x="1726304" y="2011049"/>
                <a:ext cx="44280" cy="33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F5951E-C677-E987-2EBB-390DAD8287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8664" y="1993409"/>
                  <a:ext cx="79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FD4FAA-02DE-ACBF-9B66-F0EADC80F01C}"/>
                    </a:ext>
                  </a:extLst>
                </p14:cNvPr>
                <p14:cNvContentPartPr/>
                <p14:nvPr/>
              </p14:nvContentPartPr>
              <p14:xfrm>
                <a:off x="1882544" y="2148209"/>
                <a:ext cx="110880" cy="199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FD4FAA-02DE-ACBF-9B66-F0EADC80F0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64904" y="2130569"/>
                  <a:ext cx="14652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BDD2BA-D08B-AAC9-5A0E-E50E259B19C4}"/>
              </a:ext>
            </a:extLst>
          </p:cNvPr>
          <p:cNvGrpSpPr/>
          <p:nvPr/>
        </p:nvGrpSpPr>
        <p:grpSpPr>
          <a:xfrm>
            <a:off x="741704" y="2880089"/>
            <a:ext cx="320760" cy="334080"/>
            <a:chOff x="741704" y="2880089"/>
            <a:chExt cx="32076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CEE519E-DA5B-887E-8F34-EA4C114AB711}"/>
                    </a:ext>
                  </a:extLst>
                </p14:cNvPr>
                <p14:cNvContentPartPr/>
                <p14:nvPr/>
              </p14:nvContentPartPr>
              <p14:xfrm>
                <a:off x="759704" y="2880089"/>
                <a:ext cx="19800" cy="334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CEE519E-DA5B-887E-8F34-EA4C114AB7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1704" y="2862089"/>
                  <a:ext cx="554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1078DB-E012-9591-2E2B-4EE1AD33EC1B}"/>
                    </a:ext>
                  </a:extLst>
                </p14:cNvPr>
                <p14:cNvContentPartPr/>
                <p14:nvPr/>
              </p14:nvContentPartPr>
              <p14:xfrm>
                <a:off x="741704" y="3160169"/>
                <a:ext cx="52920" cy="2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1078DB-E012-9591-2E2B-4EE1AD33EC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4064" y="3142529"/>
                  <a:ext cx="88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637E9D-823B-F50B-DFDD-3E8BAA5954A0}"/>
                    </a:ext>
                  </a:extLst>
                </p14:cNvPr>
                <p14:cNvContentPartPr/>
                <p14:nvPr/>
              </p14:nvContentPartPr>
              <p14:xfrm>
                <a:off x="916304" y="3052889"/>
                <a:ext cx="146160" cy="88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637E9D-823B-F50B-DFDD-3E8BAA5954A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8664" y="3035249"/>
                  <a:ext cx="1818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B3C3CF-6306-5AED-DC9A-8472CE99AC07}"/>
              </a:ext>
            </a:extLst>
          </p:cNvPr>
          <p:cNvGrpSpPr/>
          <p:nvPr/>
        </p:nvGrpSpPr>
        <p:grpSpPr>
          <a:xfrm>
            <a:off x="1238504" y="2925089"/>
            <a:ext cx="1497600" cy="338040"/>
            <a:chOff x="1238504" y="2925089"/>
            <a:chExt cx="14976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C5C21B-B448-87C6-BE10-68966EDAA61A}"/>
                    </a:ext>
                  </a:extLst>
                </p14:cNvPr>
                <p14:cNvContentPartPr/>
                <p14:nvPr/>
              </p14:nvContentPartPr>
              <p14:xfrm>
                <a:off x="1238504" y="3037409"/>
                <a:ext cx="98640" cy="225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C5C21B-B448-87C6-BE10-68966EDAA6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20864" y="3019409"/>
                  <a:ext cx="134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07397A-5A98-70AC-DA91-5180BC833C47}"/>
                    </a:ext>
                  </a:extLst>
                </p14:cNvPr>
                <p14:cNvContentPartPr/>
                <p14:nvPr/>
              </p14:nvContentPartPr>
              <p14:xfrm>
                <a:off x="1401224" y="3092849"/>
                <a:ext cx="19116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07397A-5A98-70AC-DA91-5180BC833C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83224" y="3075209"/>
                  <a:ext cx="226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BB82AD-6C9C-1C7E-D168-D26DAC7D88E9}"/>
                    </a:ext>
                  </a:extLst>
                </p14:cNvPr>
                <p14:cNvContentPartPr/>
                <p14:nvPr/>
              </p14:nvContentPartPr>
              <p14:xfrm>
                <a:off x="1712264" y="2986649"/>
                <a:ext cx="53280" cy="23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BB82AD-6C9C-1C7E-D168-D26DAC7D88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94624" y="2969009"/>
                  <a:ext cx="88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D99AA6-E00F-79B0-9E65-F46370B0910A}"/>
                    </a:ext>
                  </a:extLst>
                </p14:cNvPr>
                <p14:cNvContentPartPr/>
                <p14:nvPr/>
              </p14:nvContentPartPr>
              <p14:xfrm>
                <a:off x="1817384" y="3052889"/>
                <a:ext cx="196560" cy="165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D99AA6-E00F-79B0-9E65-F46370B0910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99384" y="3034889"/>
                  <a:ext cx="232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C388373-9042-A905-439A-44CAF53C83CF}"/>
                    </a:ext>
                  </a:extLst>
                </p14:cNvPr>
                <p14:cNvContentPartPr/>
                <p14:nvPr/>
              </p14:nvContentPartPr>
              <p14:xfrm>
                <a:off x="2066144" y="2925089"/>
                <a:ext cx="45000" cy="28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C388373-9042-A905-439A-44CAF53C83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48504" y="2907089"/>
                  <a:ext cx="806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791AAD-A49A-E4D0-2D70-0D49F8FB969A}"/>
                    </a:ext>
                  </a:extLst>
                </p14:cNvPr>
                <p14:cNvContentPartPr/>
                <p14:nvPr/>
              </p14:nvContentPartPr>
              <p14:xfrm>
                <a:off x="2019344" y="3076649"/>
                <a:ext cx="195840" cy="44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791AAD-A49A-E4D0-2D70-0D49F8FB969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01344" y="3058649"/>
                  <a:ext cx="231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BDDE64-9124-881A-8355-49A87699D018}"/>
                    </a:ext>
                  </a:extLst>
                </p14:cNvPr>
                <p14:cNvContentPartPr/>
                <p14:nvPr/>
              </p14:nvContentPartPr>
              <p14:xfrm>
                <a:off x="2312744" y="3080249"/>
                <a:ext cx="61920" cy="155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BDDE64-9124-881A-8355-49A87699D01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94744" y="3062249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387EDB-EEE6-2030-1D95-2E71533ACBA1}"/>
                    </a:ext>
                  </a:extLst>
                </p14:cNvPr>
                <p14:cNvContentPartPr/>
                <p14:nvPr/>
              </p14:nvContentPartPr>
              <p14:xfrm>
                <a:off x="2502464" y="3083849"/>
                <a:ext cx="48600" cy="112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387EDB-EEE6-2030-1D95-2E71533ACBA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84824" y="3065849"/>
                  <a:ext cx="84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C66710-45D0-D894-61D9-B81BD8388B03}"/>
                    </a:ext>
                  </a:extLst>
                </p14:cNvPr>
                <p14:cNvContentPartPr/>
                <p14:nvPr/>
              </p14:nvContentPartPr>
              <p14:xfrm>
                <a:off x="2673104" y="3023369"/>
                <a:ext cx="63000" cy="191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C66710-45D0-D894-61D9-B81BD8388B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655464" y="3005729"/>
                  <a:ext cx="986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1DF5B1-45C9-F443-4245-634016FD9CC2}"/>
              </a:ext>
            </a:extLst>
          </p:cNvPr>
          <p:cNvGrpSpPr/>
          <p:nvPr/>
        </p:nvGrpSpPr>
        <p:grpSpPr>
          <a:xfrm>
            <a:off x="635864" y="3709169"/>
            <a:ext cx="923400" cy="537120"/>
            <a:chOff x="635864" y="3709169"/>
            <a:chExt cx="92340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CA0DAD-EED9-E3D4-E68A-3CCF6E825E90}"/>
                    </a:ext>
                  </a:extLst>
                </p14:cNvPr>
                <p14:cNvContentPartPr/>
                <p14:nvPr/>
              </p14:nvContentPartPr>
              <p14:xfrm>
                <a:off x="635864" y="3726809"/>
                <a:ext cx="224640" cy="362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CA0DAD-EED9-E3D4-E68A-3CCF6E825E9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7864" y="3709169"/>
                  <a:ext cx="260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77DFEB-80EC-6552-9912-1EAD7A796A30}"/>
                    </a:ext>
                  </a:extLst>
                </p14:cNvPr>
                <p14:cNvContentPartPr/>
                <p14:nvPr/>
              </p14:nvContentPartPr>
              <p14:xfrm>
                <a:off x="936104" y="3709169"/>
                <a:ext cx="61560" cy="537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77DFEB-80EC-6552-9912-1EAD7A796A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8464" y="3691529"/>
                  <a:ext cx="9720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2DDA6B-9111-104E-4D99-B9AC974EF329}"/>
                    </a:ext>
                  </a:extLst>
                </p14:cNvPr>
                <p14:cNvContentPartPr/>
                <p14:nvPr/>
              </p14:nvContentPartPr>
              <p14:xfrm>
                <a:off x="1125104" y="3883049"/>
                <a:ext cx="85320" cy="209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2DDA6B-9111-104E-4D99-B9AC974EF32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7104" y="3865409"/>
                  <a:ext cx="120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9BAAFF-584C-2F8C-104E-90078F1FF6A0}"/>
                    </a:ext>
                  </a:extLst>
                </p14:cNvPr>
                <p14:cNvContentPartPr/>
                <p14:nvPr/>
              </p14:nvContentPartPr>
              <p14:xfrm>
                <a:off x="1354424" y="3960449"/>
                <a:ext cx="86400" cy="166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9BAAFF-584C-2F8C-104E-90078F1FF6A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36784" y="3942809"/>
                  <a:ext cx="122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B4A12B7-8A18-D48D-65D5-725AE37A51F6}"/>
                    </a:ext>
                  </a:extLst>
                </p14:cNvPr>
                <p14:cNvContentPartPr/>
                <p14:nvPr/>
              </p14:nvContentPartPr>
              <p14:xfrm>
                <a:off x="1536224" y="4044329"/>
                <a:ext cx="23040" cy="4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B4A12B7-8A18-D48D-65D5-725AE37A51F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18584" y="4026329"/>
                  <a:ext cx="58680" cy="7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2DDE-F1D9-E70D-4248-C811E4856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93B4A5-170E-CAF8-0F97-2A85919085DE}"/>
              </a:ext>
            </a:extLst>
          </p:cNvPr>
          <p:cNvGrpSpPr/>
          <p:nvPr/>
        </p:nvGrpSpPr>
        <p:grpSpPr>
          <a:xfrm>
            <a:off x="3254864" y="1205655"/>
            <a:ext cx="436320" cy="563760"/>
            <a:chOff x="3254864" y="1205655"/>
            <a:chExt cx="43632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FD0880-3CB1-B0B9-2D94-41F3EBEEF6B7}"/>
                    </a:ext>
                  </a:extLst>
                </p14:cNvPr>
                <p14:cNvContentPartPr/>
                <p14:nvPr/>
              </p14:nvContentPartPr>
              <p14:xfrm>
                <a:off x="3287264" y="1265415"/>
                <a:ext cx="36720" cy="504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FD0880-3CB1-B0B9-2D94-41F3EBEEF6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69264" y="1247415"/>
                  <a:ext cx="723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F3327E-3262-E99B-29CF-2EF4A4C3A643}"/>
                    </a:ext>
                  </a:extLst>
                </p14:cNvPr>
                <p14:cNvContentPartPr/>
                <p14:nvPr/>
              </p14:nvContentPartPr>
              <p14:xfrm>
                <a:off x="3254864" y="1205655"/>
                <a:ext cx="203040" cy="24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F3327E-3262-E99B-29CF-2EF4A4C3A6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36864" y="1187655"/>
                  <a:ext cx="238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9CF9D9D-9DF8-5614-E499-1B5F0206A8C2}"/>
                    </a:ext>
                  </a:extLst>
                </p14:cNvPr>
                <p14:cNvContentPartPr/>
                <p14:nvPr/>
              </p14:nvContentPartPr>
              <p14:xfrm>
                <a:off x="3602984" y="1497615"/>
                <a:ext cx="88200" cy="4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9CF9D9D-9DF8-5614-E499-1B5F0206A8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85344" y="1479975"/>
                  <a:ext cx="12384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ADF54F-D146-54F8-AA19-B9F8CDC9F009}"/>
              </a:ext>
            </a:extLst>
          </p:cNvPr>
          <p:cNvGrpSpPr/>
          <p:nvPr/>
        </p:nvGrpSpPr>
        <p:grpSpPr>
          <a:xfrm>
            <a:off x="3881264" y="1252815"/>
            <a:ext cx="423720" cy="543240"/>
            <a:chOff x="3881264" y="1252815"/>
            <a:chExt cx="423720" cy="5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39DFD5-A184-C8A2-6A56-6CD10E8A526C}"/>
                    </a:ext>
                  </a:extLst>
                </p14:cNvPr>
                <p14:cNvContentPartPr/>
                <p14:nvPr/>
              </p14:nvContentPartPr>
              <p14:xfrm>
                <a:off x="3964064" y="1252815"/>
                <a:ext cx="65880" cy="448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39DFD5-A184-C8A2-6A56-6CD10E8A526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46424" y="1235175"/>
                  <a:ext cx="1015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E7E665-0C73-32BD-5408-80A7E095A7E3}"/>
                    </a:ext>
                  </a:extLst>
                </p14:cNvPr>
                <p14:cNvContentPartPr/>
                <p14:nvPr/>
              </p14:nvContentPartPr>
              <p14:xfrm>
                <a:off x="3881264" y="1484655"/>
                <a:ext cx="109080" cy="6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E7E665-0C73-32BD-5408-80A7E095A7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63624" y="1467015"/>
                  <a:ext cx="144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D23C47-7E88-DC36-A8D9-5ACD6DC144FA}"/>
                    </a:ext>
                  </a:extLst>
                </p14:cNvPr>
                <p14:cNvContentPartPr/>
                <p14:nvPr/>
              </p14:nvContentPartPr>
              <p14:xfrm>
                <a:off x="4151984" y="1475295"/>
                <a:ext cx="153000" cy="32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D23C47-7E88-DC36-A8D9-5ACD6DC144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33984" y="1457655"/>
                  <a:ext cx="18864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CDBF76-C7D0-8EA5-1447-5CE64CFB467B}"/>
              </a:ext>
            </a:extLst>
          </p:cNvPr>
          <p:cNvGrpSpPr/>
          <p:nvPr/>
        </p:nvGrpSpPr>
        <p:grpSpPr>
          <a:xfrm>
            <a:off x="4538264" y="1472775"/>
            <a:ext cx="394920" cy="341280"/>
            <a:chOff x="4538264" y="1472775"/>
            <a:chExt cx="39492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D46D336-AD97-D8C2-634D-BB53B2BC0B01}"/>
                    </a:ext>
                  </a:extLst>
                </p14:cNvPr>
                <p14:cNvContentPartPr/>
                <p14:nvPr/>
              </p14:nvContentPartPr>
              <p14:xfrm>
                <a:off x="4538264" y="1527495"/>
                <a:ext cx="39240" cy="286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D46D336-AD97-D8C2-634D-BB53B2BC0B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0264" y="1509495"/>
                  <a:ext cx="74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E96250-18D9-F900-13A6-4C59B47F8F1E}"/>
                    </a:ext>
                  </a:extLst>
                </p14:cNvPr>
                <p14:cNvContentPartPr/>
                <p14:nvPr/>
              </p14:nvContentPartPr>
              <p14:xfrm>
                <a:off x="4578944" y="1472775"/>
                <a:ext cx="96120" cy="140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E96250-18D9-F900-13A6-4C59B47F8F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1304" y="1455135"/>
                  <a:ext cx="131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EAE2E6-9DAF-0B57-CBC7-DBE8487EB55F}"/>
                    </a:ext>
                  </a:extLst>
                </p14:cNvPr>
                <p14:cNvContentPartPr/>
                <p14:nvPr/>
              </p14:nvContentPartPr>
              <p14:xfrm>
                <a:off x="4721504" y="1502295"/>
                <a:ext cx="211680" cy="111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EAE2E6-9DAF-0B57-CBC7-DBE8487EB5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03864" y="1484655"/>
                  <a:ext cx="24732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1B7D173-0A4B-842D-044A-342B4FF82D34}"/>
                  </a:ext>
                </a:extLst>
              </p14:cNvPr>
              <p14:cNvContentPartPr/>
              <p14:nvPr/>
            </p14:nvContentPartPr>
            <p14:xfrm>
              <a:off x="5488304" y="578535"/>
              <a:ext cx="433080" cy="5500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1B7D173-0A4B-842D-044A-342B4FF82D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70304" y="560535"/>
                <a:ext cx="468720" cy="55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A2B3EBE-761C-F035-B917-CC7EDB11226E}"/>
                  </a:ext>
                </a:extLst>
              </p14:cNvPr>
              <p14:cNvContentPartPr/>
              <p14:nvPr/>
            </p14:nvContentPartPr>
            <p14:xfrm>
              <a:off x="6413864" y="1245615"/>
              <a:ext cx="28440" cy="362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A2B3EBE-761C-F035-B917-CC7EDB11226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96224" y="1227615"/>
                <a:ext cx="640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5CA680-B379-EAF2-C4DF-AF50A082159E}"/>
                  </a:ext>
                </a:extLst>
              </p14:cNvPr>
              <p14:cNvContentPartPr/>
              <p14:nvPr/>
            </p14:nvContentPartPr>
            <p14:xfrm>
              <a:off x="6437624" y="1212495"/>
              <a:ext cx="224280" cy="298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5CA680-B379-EAF2-C4DF-AF50A08215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19984" y="1194495"/>
                <a:ext cx="2599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EAB9609-0C11-A5ED-24CD-6F30F5C97C8A}"/>
                  </a:ext>
                </a:extLst>
              </p14:cNvPr>
              <p14:cNvContentPartPr/>
              <p14:nvPr/>
            </p14:nvContentPartPr>
            <p14:xfrm>
              <a:off x="6822104" y="1407975"/>
              <a:ext cx="111960" cy="65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EAB9609-0C11-A5ED-24CD-6F30F5C97C8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04104" y="1390335"/>
                <a:ext cx="147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C652825-5CF5-FB0D-1803-D597A8CCB71A}"/>
                  </a:ext>
                </a:extLst>
              </p14:cNvPr>
              <p14:cNvContentPartPr/>
              <p14:nvPr/>
            </p14:nvContentPartPr>
            <p14:xfrm>
              <a:off x="7133144" y="1204935"/>
              <a:ext cx="44640" cy="338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C652825-5CF5-FB0D-1803-D597A8CCB71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15144" y="1187295"/>
                <a:ext cx="8028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0061C55-D825-152B-7FEF-B2259DDA7799}"/>
                  </a:ext>
                </a:extLst>
              </p14:cNvPr>
              <p14:cNvContentPartPr/>
              <p14:nvPr/>
            </p14:nvContentPartPr>
            <p14:xfrm>
              <a:off x="7058624" y="1390695"/>
              <a:ext cx="190800" cy="5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0061C55-D825-152B-7FEF-B2259DDA77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40624" y="1372695"/>
                <a:ext cx="2264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6A5D3B-4AD5-3557-EEB3-2E05D94AA85F}"/>
                  </a:ext>
                </a:extLst>
              </p14:cNvPr>
              <p14:cNvContentPartPr/>
              <p14:nvPr/>
            </p14:nvContentPartPr>
            <p14:xfrm>
              <a:off x="7366784" y="1401135"/>
              <a:ext cx="169920" cy="348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6A5D3B-4AD5-3557-EEB3-2E05D94AA85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49144" y="1383135"/>
                <a:ext cx="20556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DF4A1EE-4318-DA4A-38B6-39EE2833924E}"/>
                  </a:ext>
                </a:extLst>
              </p14:cNvPr>
              <p14:cNvContentPartPr/>
              <p14:nvPr/>
            </p14:nvContentPartPr>
            <p14:xfrm>
              <a:off x="7670624" y="1442175"/>
              <a:ext cx="52560" cy="192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DF4A1EE-4318-DA4A-38B6-39EE283392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52624" y="1424535"/>
                <a:ext cx="8820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DA0271D-9397-62D4-E0E2-71B1209A4C73}"/>
                  </a:ext>
                </a:extLst>
              </p14:cNvPr>
              <p14:cNvContentPartPr/>
              <p14:nvPr/>
            </p14:nvContentPartPr>
            <p14:xfrm>
              <a:off x="7657664" y="1352895"/>
              <a:ext cx="134280" cy="132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DA0271D-9397-62D4-E0E2-71B1209A4C7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39664" y="1335255"/>
                <a:ext cx="16992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361A523-EFF0-3F99-E21F-1F9C1AF34540}"/>
                  </a:ext>
                </a:extLst>
              </p14:cNvPr>
              <p14:cNvContentPartPr/>
              <p14:nvPr/>
            </p14:nvContentPartPr>
            <p14:xfrm>
              <a:off x="7813184" y="1393935"/>
              <a:ext cx="191880" cy="132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361A523-EFF0-3F99-E21F-1F9C1AF345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95184" y="1375935"/>
                <a:ext cx="2275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6332AD1-CAF5-0E60-101F-28E6F0CA3FE2}"/>
                  </a:ext>
                </a:extLst>
              </p14:cNvPr>
              <p14:cNvContentPartPr/>
              <p14:nvPr/>
            </p14:nvContentPartPr>
            <p14:xfrm>
              <a:off x="8272904" y="1434255"/>
              <a:ext cx="30600" cy="22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6332AD1-CAF5-0E60-101F-28E6F0CA3FE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54904" y="1416615"/>
                <a:ext cx="662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8637E60-D46E-2482-C203-7B90AA89643A}"/>
                  </a:ext>
                </a:extLst>
              </p14:cNvPr>
              <p14:cNvContentPartPr/>
              <p14:nvPr/>
            </p14:nvContentPartPr>
            <p14:xfrm>
              <a:off x="5923184" y="1670415"/>
              <a:ext cx="3248640" cy="356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8637E60-D46E-2482-C203-7B90AA89643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05184" y="1652775"/>
                <a:ext cx="328428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C94D4AC-B185-37CD-3C4E-729F79F72EFA}"/>
                  </a:ext>
                </a:extLst>
              </p14:cNvPr>
              <p14:cNvContentPartPr/>
              <p14:nvPr/>
            </p14:nvContentPartPr>
            <p14:xfrm>
              <a:off x="6596744" y="2626575"/>
              <a:ext cx="29880" cy="56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C94D4AC-B185-37CD-3C4E-729F79F72EF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79104" y="2608575"/>
                <a:ext cx="655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62C9F6E-9F22-7289-E928-CD2DC0A3B86F}"/>
                  </a:ext>
                </a:extLst>
              </p14:cNvPr>
              <p14:cNvContentPartPr/>
              <p14:nvPr/>
            </p14:nvContentPartPr>
            <p14:xfrm>
              <a:off x="6611144" y="2577615"/>
              <a:ext cx="28440" cy="33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62C9F6E-9F22-7289-E928-CD2DC0A3B86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93504" y="2559615"/>
                <a:ext cx="640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8472AF9-79EA-6F63-3CE5-25E06A5B4B66}"/>
                  </a:ext>
                </a:extLst>
              </p14:cNvPr>
              <p14:cNvContentPartPr/>
              <p14:nvPr/>
            </p14:nvContentPartPr>
            <p14:xfrm>
              <a:off x="6602504" y="2583375"/>
              <a:ext cx="355320" cy="197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8472AF9-79EA-6F63-3CE5-25E06A5B4B6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84864" y="2565375"/>
                <a:ext cx="3909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1AEAA58-8DE6-51A9-7A97-0F8E27D612A6}"/>
                  </a:ext>
                </a:extLst>
              </p14:cNvPr>
              <p14:cNvContentPartPr/>
              <p14:nvPr/>
            </p14:nvContentPartPr>
            <p14:xfrm>
              <a:off x="7073744" y="2707575"/>
              <a:ext cx="138960" cy="156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1AEAA58-8DE6-51A9-7A97-0F8E27D612A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56104" y="2689575"/>
                <a:ext cx="1746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7E3DE7-9BB5-66B2-50F0-3CD587EB9CE0}"/>
                  </a:ext>
                </a:extLst>
              </p14:cNvPr>
              <p14:cNvContentPartPr/>
              <p14:nvPr/>
            </p14:nvContentPartPr>
            <p14:xfrm>
              <a:off x="7370744" y="2754735"/>
              <a:ext cx="61560" cy="187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7E3DE7-9BB5-66B2-50F0-3CD587EB9CE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353104" y="2736735"/>
                <a:ext cx="972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2E79302-2DCC-6E36-EAB1-328C1B64BF01}"/>
                  </a:ext>
                </a:extLst>
              </p14:cNvPr>
              <p14:cNvContentPartPr/>
              <p14:nvPr/>
            </p14:nvContentPartPr>
            <p14:xfrm>
              <a:off x="7306664" y="2568255"/>
              <a:ext cx="45000" cy="5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2E79302-2DCC-6E36-EAB1-328C1B64BF0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88664" y="2550255"/>
                <a:ext cx="806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69F1591-79BC-3092-7D00-7CC457DE9C78}"/>
                  </a:ext>
                </a:extLst>
              </p14:cNvPr>
              <p14:cNvContentPartPr/>
              <p14:nvPr/>
            </p14:nvContentPartPr>
            <p14:xfrm>
              <a:off x="7553264" y="2657175"/>
              <a:ext cx="69840" cy="156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69F1591-79BC-3092-7D00-7CC457DE9C7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35624" y="2639175"/>
                <a:ext cx="1054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0B44E82-F7EB-D793-FBFF-79D50D932440}"/>
                  </a:ext>
                </a:extLst>
              </p14:cNvPr>
              <p14:cNvContentPartPr/>
              <p14:nvPr/>
            </p14:nvContentPartPr>
            <p14:xfrm>
              <a:off x="7767464" y="2650335"/>
              <a:ext cx="70560" cy="98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0B44E82-F7EB-D793-FBFF-79D50D93244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49824" y="2632335"/>
                <a:ext cx="1062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142A5DC-57DE-A6CA-74BF-B05EB9BD752A}"/>
                  </a:ext>
                </a:extLst>
              </p14:cNvPr>
              <p14:cNvContentPartPr/>
              <p14:nvPr/>
            </p14:nvContentPartPr>
            <p14:xfrm>
              <a:off x="8019104" y="2649615"/>
              <a:ext cx="51120" cy="73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142A5DC-57DE-A6CA-74BF-B05EB9BD752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01464" y="2631975"/>
                <a:ext cx="867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1BABFD3-9419-1A4C-0E0C-F02B0691925A}"/>
                  </a:ext>
                </a:extLst>
              </p14:cNvPr>
              <p14:cNvContentPartPr/>
              <p14:nvPr/>
            </p14:nvContentPartPr>
            <p14:xfrm>
              <a:off x="8032064" y="2443695"/>
              <a:ext cx="2880" cy="38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1BABFD3-9419-1A4C-0E0C-F02B0691925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14424" y="2425695"/>
                <a:ext cx="38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44A645C-FDD4-04D7-E0E6-F3B9DCAF214A}"/>
                  </a:ext>
                </a:extLst>
              </p14:cNvPr>
              <p14:cNvContentPartPr/>
              <p14:nvPr/>
            </p14:nvContentPartPr>
            <p14:xfrm>
              <a:off x="8198384" y="2463855"/>
              <a:ext cx="31680" cy="268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44A645C-FDD4-04D7-E0E6-F3B9DCAF214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180744" y="2446215"/>
                <a:ext cx="673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E5433F0-C85B-60E6-FA45-B0D95787D665}"/>
                  </a:ext>
                </a:extLst>
              </p14:cNvPr>
              <p14:cNvContentPartPr/>
              <p14:nvPr/>
            </p14:nvContentPartPr>
            <p14:xfrm>
              <a:off x="8157704" y="2604255"/>
              <a:ext cx="98640" cy="255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E5433F0-C85B-60E6-FA45-B0D95787D66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39704" y="2586255"/>
                <a:ext cx="1342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65EA131-4E05-290E-01AF-3847A5FF26DE}"/>
                  </a:ext>
                </a:extLst>
              </p14:cNvPr>
              <p14:cNvContentPartPr/>
              <p14:nvPr/>
            </p14:nvContentPartPr>
            <p14:xfrm>
              <a:off x="8330864" y="2587695"/>
              <a:ext cx="136800" cy="29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65EA131-4E05-290E-01AF-3847A5FF26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12864" y="2570055"/>
                <a:ext cx="172440" cy="33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71FFDC43-3FD6-CA09-C0F0-321743DA165F}"/>
              </a:ext>
            </a:extLst>
          </p:cNvPr>
          <p:cNvGrpSpPr/>
          <p:nvPr/>
        </p:nvGrpSpPr>
        <p:grpSpPr>
          <a:xfrm>
            <a:off x="8989664" y="2503455"/>
            <a:ext cx="721440" cy="320400"/>
            <a:chOff x="8989664" y="2503455"/>
            <a:chExt cx="72144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5205437-8177-9C7B-D098-F3A38D6316F4}"/>
                    </a:ext>
                  </a:extLst>
                </p14:cNvPr>
                <p14:cNvContentPartPr/>
                <p14:nvPr/>
              </p14:nvContentPartPr>
              <p14:xfrm>
                <a:off x="8989664" y="2637375"/>
                <a:ext cx="84600" cy="169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5205437-8177-9C7B-D098-F3A38D6316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71664" y="2619375"/>
                  <a:ext cx="120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DCE83DF-F07B-FAA3-AC71-1AA6A2F76ED7}"/>
                    </a:ext>
                  </a:extLst>
                </p14:cNvPr>
                <p14:cNvContentPartPr/>
                <p14:nvPr/>
              </p14:nvContentPartPr>
              <p14:xfrm>
                <a:off x="9143744" y="2685975"/>
                <a:ext cx="65520" cy="137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DCE83DF-F07B-FAA3-AC71-1AA6A2F76ED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25744" y="2667975"/>
                  <a:ext cx="101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34B4C8-A821-80DC-812A-07F7269071D9}"/>
                    </a:ext>
                  </a:extLst>
                </p14:cNvPr>
                <p14:cNvContentPartPr/>
                <p14:nvPr/>
              </p14:nvContentPartPr>
              <p14:xfrm>
                <a:off x="9236984" y="2695335"/>
                <a:ext cx="55440" cy="11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34B4C8-A821-80DC-812A-07F7269071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19344" y="2677695"/>
                  <a:ext cx="91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DFD0E7-2D37-8193-AC40-A1A43F245415}"/>
                    </a:ext>
                  </a:extLst>
                </p14:cNvPr>
                <p14:cNvContentPartPr/>
                <p14:nvPr/>
              </p14:nvContentPartPr>
              <p14:xfrm>
                <a:off x="9434624" y="2678415"/>
                <a:ext cx="69120" cy="8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DFD0E7-2D37-8193-AC40-A1A43F2454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16984" y="2660775"/>
                  <a:ext cx="104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28FAF5-5006-EFCE-8125-A204EB4A7ABB}"/>
                    </a:ext>
                  </a:extLst>
                </p14:cNvPr>
                <p14:cNvContentPartPr/>
                <p14:nvPr/>
              </p14:nvContentPartPr>
              <p14:xfrm>
                <a:off x="9658184" y="2645295"/>
                <a:ext cx="34560" cy="105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28FAF5-5006-EFCE-8125-A204EB4A7A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40184" y="2627295"/>
                  <a:ext cx="70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9CA212-6520-AEE7-3600-19D670F02CA9}"/>
                    </a:ext>
                  </a:extLst>
                </p14:cNvPr>
                <p14:cNvContentPartPr/>
                <p14:nvPr/>
              </p14:nvContentPartPr>
              <p14:xfrm>
                <a:off x="9629024" y="2503455"/>
                <a:ext cx="66240" cy="30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9CA212-6520-AEE7-3600-19D670F02CA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1024" y="2485815"/>
                  <a:ext cx="1018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1BF33F-8E7C-551A-9EA2-2D8424A7227D}"/>
                    </a:ext>
                  </a:extLst>
                </p14:cNvPr>
                <p14:cNvContentPartPr/>
                <p14:nvPr/>
              </p14:nvContentPartPr>
              <p14:xfrm>
                <a:off x="9650984" y="2628375"/>
                <a:ext cx="60120" cy="126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1BF33F-8E7C-551A-9EA2-2D8424A7227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2984" y="2610735"/>
                  <a:ext cx="95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47351FE-C0D7-5221-6F5E-BCC4A25A0089}"/>
              </a:ext>
            </a:extLst>
          </p:cNvPr>
          <p:cNvGrpSpPr/>
          <p:nvPr/>
        </p:nvGrpSpPr>
        <p:grpSpPr>
          <a:xfrm>
            <a:off x="9861584" y="2494095"/>
            <a:ext cx="663120" cy="327240"/>
            <a:chOff x="9861584" y="2494095"/>
            <a:chExt cx="66312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BDFEA0-0745-66BE-241A-F8DCF0007755}"/>
                    </a:ext>
                  </a:extLst>
                </p14:cNvPr>
                <p14:cNvContentPartPr/>
                <p14:nvPr/>
              </p14:nvContentPartPr>
              <p14:xfrm>
                <a:off x="9861584" y="2615415"/>
                <a:ext cx="32040" cy="13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BDFEA0-0745-66BE-241A-F8DCF00077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43944" y="2597775"/>
                  <a:ext cx="67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3533B76-4475-3C41-02EF-A9A21C969A7F}"/>
                    </a:ext>
                  </a:extLst>
                </p14:cNvPr>
                <p14:cNvContentPartPr/>
                <p14:nvPr/>
              </p14:nvContentPartPr>
              <p14:xfrm>
                <a:off x="9886424" y="2494095"/>
                <a:ext cx="23760" cy="3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3533B76-4475-3C41-02EF-A9A21C969A7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68784" y="2476455"/>
                  <a:ext cx="59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2275FF-CFB1-779A-47BE-678343E837B8}"/>
                    </a:ext>
                  </a:extLst>
                </p14:cNvPr>
                <p14:cNvContentPartPr/>
                <p14:nvPr/>
              </p14:nvContentPartPr>
              <p14:xfrm>
                <a:off x="10033664" y="2657535"/>
                <a:ext cx="103320" cy="137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2275FF-CFB1-779A-47BE-678343E837B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16024" y="2639535"/>
                  <a:ext cx="138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BC3185-67CD-1EEC-A9CC-BAD3DF96B6AE}"/>
                    </a:ext>
                  </a:extLst>
                </p14:cNvPr>
                <p14:cNvContentPartPr/>
                <p14:nvPr/>
              </p14:nvContentPartPr>
              <p14:xfrm>
                <a:off x="10243544" y="2641695"/>
                <a:ext cx="58680" cy="95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BC3185-67CD-1EEC-A9CC-BAD3DF96B6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25904" y="2624055"/>
                  <a:ext cx="94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1154453-96E5-4B50-2D2E-8E70E0A23888}"/>
                    </a:ext>
                  </a:extLst>
                </p14:cNvPr>
                <p14:cNvContentPartPr/>
                <p14:nvPr/>
              </p14:nvContentPartPr>
              <p14:xfrm>
                <a:off x="10430024" y="2607135"/>
                <a:ext cx="94680" cy="214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1154453-96E5-4B50-2D2E-8E70E0A2388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12384" y="2589135"/>
                  <a:ext cx="13032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7FA92CC-E27C-A1D5-0D82-AFBCEEB03733}"/>
              </a:ext>
            </a:extLst>
          </p:cNvPr>
          <p:cNvGrpSpPr/>
          <p:nvPr/>
        </p:nvGrpSpPr>
        <p:grpSpPr>
          <a:xfrm>
            <a:off x="7166264" y="3630615"/>
            <a:ext cx="1886400" cy="333720"/>
            <a:chOff x="7166264" y="3630615"/>
            <a:chExt cx="18864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9EB9A59-BCEC-4A1E-981B-F718DC908B4B}"/>
                    </a:ext>
                  </a:extLst>
                </p14:cNvPr>
                <p14:cNvContentPartPr/>
                <p14:nvPr/>
              </p14:nvContentPartPr>
              <p14:xfrm>
                <a:off x="7217744" y="3642135"/>
                <a:ext cx="30240" cy="30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9EB9A59-BCEC-4A1E-981B-F718DC908B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00104" y="3624135"/>
                  <a:ext cx="658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F0006D7-32CA-0F61-628F-A69596FBED3D}"/>
                    </a:ext>
                  </a:extLst>
                </p14:cNvPr>
                <p14:cNvContentPartPr/>
                <p14:nvPr/>
              </p14:nvContentPartPr>
              <p14:xfrm>
                <a:off x="7166264" y="3630615"/>
                <a:ext cx="128880" cy="102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F0006D7-32CA-0F61-628F-A69596FBED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48624" y="3612615"/>
                  <a:ext cx="164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E8407C-939D-38E8-7DB0-A641C921E376}"/>
                    </a:ext>
                  </a:extLst>
                </p14:cNvPr>
                <p14:cNvContentPartPr/>
                <p14:nvPr/>
              </p14:nvContentPartPr>
              <p14:xfrm>
                <a:off x="7234664" y="3759495"/>
                <a:ext cx="109800" cy="64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E8407C-939D-38E8-7DB0-A641C921E3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16664" y="3741495"/>
                  <a:ext cx="145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7F8630-A676-DA8E-79A3-20EAE975B6AA}"/>
                    </a:ext>
                  </a:extLst>
                </p14:cNvPr>
                <p14:cNvContentPartPr/>
                <p14:nvPr/>
              </p14:nvContentPartPr>
              <p14:xfrm>
                <a:off x="7243304" y="3909255"/>
                <a:ext cx="129600" cy="55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7F8630-A676-DA8E-79A3-20EAE975B6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25304" y="3891615"/>
                  <a:ext cx="165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2CC8BA4-658E-AC31-5A45-D5B612C22AD4}"/>
                    </a:ext>
                  </a:extLst>
                </p14:cNvPr>
                <p14:cNvContentPartPr/>
                <p14:nvPr/>
              </p14:nvContentPartPr>
              <p14:xfrm>
                <a:off x="7487744" y="3669495"/>
                <a:ext cx="31320" cy="223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2CC8BA4-658E-AC31-5A45-D5B612C22A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9744" y="3651855"/>
                  <a:ext cx="66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556F1D-62B6-4B9A-136B-C74F6AAD9156}"/>
                    </a:ext>
                  </a:extLst>
                </p14:cNvPr>
                <p14:cNvContentPartPr/>
                <p14:nvPr/>
              </p14:nvContentPartPr>
              <p14:xfrm>
                <a:off x="7615544" y="3810255"/>
                <a:ext cx="110160" cy="133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556F1D-62B6-4B9A-136B-C74F6AAD915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97544" y="3792615"/>
                  <a:ext cx="145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6AA22E-6830-7DAF-08C7-731EA1C20AC2}"/>
                    </a:ext>
                  </a:extLst>
                </p14:cNvPr>
                <p14:cNvContentPartPr/>
                <p14:nvPr/>
              </p14:nvContentPartPr>
              <p14:xfrm>
                <a:off x="7894544" y="3836535"/>
                <a:ext cx="67680" cy="10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6AA22E-6830-7DAF-08C7-731EA1C20A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76544" y="3818895"/>
                  <a:ext cx="103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74B654-9EFC-9122-CC43-4838660E37FA}"/>
                    </a:ext>
                  </a:extLst>
                </p14:cNvPr>
                <p14:cNvContentPartPr/>
                <p14:nvPr/>
              </p14:nvContentPartPr>
              <p14:xfrm>
                <a:off x="8041064" y="3670935"/>
                <a:ext cx="70200" cy="258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74B654-9EFC-9122-CC43-4838660E37F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23064" y="3653295"/>
                  <a:ext cx="105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D661796-DE4E-2ECF-4537-DF08465FEA07}"/>
                    </a:ext>
                  </a:extLst>
                </p14:cNvPr>
                <p14:cNvContentPartPr/>
                <p14:nvPr/>
              </p14:nvContentPartPr>
              <p14:xfrm>
                <a:off x="8086424" y="3766695"/>
                <a:ext cx="87120" cy="73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D661796-DE4E-2ECF-4537-DF08465FEA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68784" y="3748695"/>
                  <a:ext cx="1227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FBD5344-62F5-A675-F52C-95464A6EB9E3}"/>
                    </a:ext>
                  </a:extLst>
                </p14:cNvPr>
                <p14:cNvContentPartPr/>
                <p14:nvPr/>
              </p14:nvContentPartPr>
              <p14:xfrm>
                <a:off x="8253464" y="3763815"/>
                <a:ext cx="64800" cy="13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FBD5344-62F5-A675-F52C-95464A6EB9E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35824" y="3745815"/>
                  <a:ext cx="100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C932B9B-4A88-1BC6-68DE-BAE47ED7FDDF}"/>
                    </a:ext>
                  </a:extLst>
                </p14:cNvPr>
                <p14:cNvContentPartPr/>
                <p14:nvPr/>
              </p14:nvContentPartPr>
              <p14:xfrm>
                <a:off x="8459744" y="3783975"/>
                <a:ext cx="54000" cy="87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932B9B-4A88-1BC6-68DE-BAE47ED7FD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41744" y="3766335"/>
                  <a:ext cx="89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0CFA92-A06F-40DD-2020-436314E8601C}"/>
                    </a:ext>
                  </a:extLst>
                </p14:cNvPr>
                <p14:cNvContentPartPr/>
                <p14:nvPr/>
              </p14:nvContentPartPr>
              <p14:xfrm>
                <a:off x="8589704" y="3765975"/>
                <a:ext cx="207720" cy="106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0CFA92-A06F-40DD-2020-436314E860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2064" y="3748335"/>
                  <a:ext cx="243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A1D958D-2A0C-AA0C-E35D-E326E6409712}"/>
                    </a:ext>
                  </a:extLst>
                </p14:cNvPr>
                <p14:cNvContentPartPr/>
                <p14:nvPr/>
              </p14:nvContentPartPr>
              <p14:xfrm>
                <a:off x="8938904" y="3741495"/>
                <a:ext cx="113760" cy="191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A1D958D-2A0C-AA0C-E35D-E326E640971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20904" y="3723495"/>
                  <a:ext cx="14940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938DBA2-B2A6-E464-82B4-0DE08C5ADD15}"/>
              </a:ext>
            </a:extLst>
          </p:cNvPr>
          <p:cNvGrpSpPr/>
          <p:nvPr/>
        </p:nvGrpSpPr>
        <p:grpSpPr>
          <a:xfrm>
            <a:off x="3544664" y="3815295"/>
            <a:ext cx="1053720" cy="293400"/>
            <a:chOff x="3544664" y="3815295"/>
            <a:chExt cx="105372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456163-750A-86A4-9FFD-F27E6ECA56A0}"/>
                    </a:ext>
                  </a:extLst>
                </p14:cNvPr>
                <p14:cNvContentPartPr/>
                <p14:nvPr/>
              </p14:nvContentPartPr>
              <p14:xfrm>
                <a:off x="3544664" y="3834735"/>
                <a:ext cx="93240" cy="272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456163-750A-86A4-9FFD-F27E6ECA56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26664" y="3817095"/>
                  <a:ext cx="128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158BD8C-FF4F-DB18-7C26-202E859B7C6C}"/>
                    </a:ext>
                  </a:extLst>
                </p14:cNvPr>
                <p14:cNvContentPartPr/>
                <p14:nvPr/>
              </p14:nvContentPartPr>
              <p14:xfrm>
                <a:off x="3717464" y="3836895"/>
                <a:ext cx="67680" cy="23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158BD8C-FF4F-DB18-7C26-202E859B7C6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699824" y="3819255"/>
                  <a:ext cx="1033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F71E3FE-99C5-CEF2-428F-52D7B8D34F31}"/>
                    </a:ext>
                  </a:extLst>
                </p14:cNvPr>
                <p14:cNvContentPartPr/>
                <p14:nvPr/>
              </p14:nvContentPartPr>
              <p14:xfrm>
                <a:off x="3638264" y="3985575"/>
                <a:ext cx="132120" cy="30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F71E3FE-99C5-CEF2-428F-52D7B8D34F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20624" y="3967575"/>
                  <a:ext cx="167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1D9D533-3B3A-E3E7-97B1-D333259BDAE3}"/>
                    </a:ext>
                  </a:extLst>
                </p14:cNvPr>
                <p14:cNvContentPartPr/>
                <p14:nvPr/>
              </p14:nvContentPartPr>
              <p14:xfrm>
                <a:off x="3921224" y="3912855"/>
                <a:ext cx="50760" cy="119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1D9D533-3B3A-E3E7-97B1-D333259BDA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03224" y="3895215"/>
                  <a:ext cx="86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1E6EB61-F07A-BE59-AC7B-8696302B6C4E}"/>
                    </a:ext>
                  </a:extLst>
                </p14:cNvPr>
                <p14:cNvContentPartPr/>
                <p14:nvPr/>
              </p14:nvContentPartPr>
              <p14:xfrm>
                <a:off x="4136144" y="3815295"/>
                <a:ext cx="60480" cy="265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1E6EB61-F07A-BE59-AC7B-8696302B6C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18504" y="3797295"/>
                  <a:ext cx="96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4F62287-48D2-627B-EFE9-39B0E293E6F3}"/>
                    </a:ext>
                  </a:extLst>
                </p14:cNvPr>
                <p14:cNvContentPartPr/>
                <p14:nvPr/>
              </p14:nvContentPartPr>
              <p14:xfrm>
                <a:off x="4265744" y="3920055"/>
                <a:ext cx="89640" cy="126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4F62287-48D2-627B-EFE9-39B0E293E6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47744" y="3902055"/>
                  <a:ext cx="125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33B903-4120-48CC-87A6-B0DF52FF2910}"/>
                    </a:ext>
                  </a:extLst>
                </p14:cNvPr>
                <p14:cNvContentPartPr/>
                <p14:nvPr/>
              </p14:nvContentPartPr>
              <p14:xfrm>
                <a:off x="4492904" y="3889095"/>
                <a:ext cx="105480" cy="219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33B903-4120-48CC-87A6-B0DF52FF291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75264" y="3871095"/>
                  <a:ext cx="14112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A0ABA12-E023-9E53-37CB-20DF773766FC}"/>
              </a:ext>
            </a:extLst>
          </p:cNvPr>
          <p:cNvGrpSpPr/>
          <p:nvPr/>
        </p:nvGrpSpPr>
        <p:grpSpPr>
          <a:xfrm>
            <a:off x="3815744" y="4433415"/>
            <a:ext cx="525240" cy="599040"/>
            <a:chOff x="3815744" y="4433415"/>
            <a:chExt cx="525240" cy="59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A749CF-26F8-345D-0418-F2ACCDE0078C}"/>
                    </a:ext>
                  </a:extLst>
                </p14:cNvPr>
                <p14:cNvContentPartPr/>
                <p14:nvPr/>
              </p14:nvContentPartPr>
              <p14:xfrm>
                <a:off x="3867224" y="4638975"/>
                <a:ext cx="279360" cy="2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A749CF-26F8-345D-0418-F2ACCDE007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49224" y="4620975"/>
                  <a:ext cx="315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39BF9F6-25FD-480B-CEC6-09B4169798EA}"/>
                    </a:ext>
                  </a:extLst>
                </p14:cNvPr>
                <p14:cNvContentPartPr/>
                <p14:nvPr/>
              </p14:nvContentPartPr>
              <p14:xfrm>
                <a:off x="4055504" y="4465815"/>
                <a:ext cx="33840" cy="376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39BF9F6-25FD-480B-CEC6-09B4169798E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37504" y="4448175"/>
                  <a:ext cx="694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EABF201-EE52-195E-5430-5D8765C14646}"/>
                    </a:ext>
                  </a:extLst>
                </p14:cNvPr>
                <p14:cNvContentPartPr/>
                <p14:nvPr/>
              </p14:nvContentPartPr>
              <p14:xfrm>
                <a:off x="3815744" y="4433415"/>
                <a:ext cx="525240" cy="599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EABF201-EE52-195E-5430-5D8765C146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98104" y="4415775"/>
                  <a:ext cx="560880" cy="63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1F7D446-05C1-F466-2975-E5429942BE11}"/>
              </a:ext>
            </a:extLst>
          </p:cNvPr>
          <p:cNvGrpSpPr/>
          <p:nvPr/>
        </p:nvGrpSpPr>
        <p:grpSpPr>
          <a:xfrm>
            <a:off x="7581344" y="4477335"/>
            <a:ext cx="549720" cy="475560"/>
            <a:chOff x="7581344" y="4477335"/>
            <a:chExt cx="54972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5A0860C-E3A0-7123-2162-C4699719F78E}"/>
                    </a:ext>
                  </a:extLst>
                </p14:cNvPr>
                <p14:cNvContentPartPr/>
                <p14:nvPr/>
              </p14:nvContentPartPr>
              <p14:xfrm>
                <a:off x="7716704" y="4687935"/>
                <a:ext cx="186840" cy="13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5A0860C-E3A0-7123-2162-C4699719F7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99064" y="4669935"/>
                  <a:ext cx="222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6B6E9F0-79F8-2299-718A-75E1C0A9845D}"/>
                    </a:ext>
                  </a:extLst>
                </p14:cNvPr>
                <p14:cNvContentPartPr/>
                <p14:nvPr/>
              </p14:nvContentPartPr>
              <p14:xfrm>
                <a:off x="7581344" y="4477335"/>
                <a:ext cx="549720" cy="47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6B6E9F0-79F8-2299-718A-75E1C0A9845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63344" y="4459695"/>
                  <a:ext cx="585360" cy="51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95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B263-35ED-5F45-A8C7-78C13B94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diode</a:t>
            </a:r>
          </a:p>
        </p:txBody>
      </p:sp>
      <p:pic>
        <p:nvPicPr>
          <p:cNvPr id="6" name="Content Placeholder 5" descr="A diagram of different types of electrical components&#10;&#10;Description automatically generated">
            <a:extLst>
              <a:ext uri="{FF2B5EF4-FFF2-40B4-BE49-F238E27FC236}">
                <a16:creationId xmlns:a16="http://schemas.microsoft.com/office/drawing/2014/main" id="{EA0C55B7-FE0B-110B-B2B3-2F5C26AA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46" b="58264"/>
          <a:stretch/>
        </p:blipFill>
        <p:spPr>
          <a:xfrm>
            <a:off x="1734478" y="968153"/>
            <a:ext cx="2773781" cy="32514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E9C3-4675-370C-D98E-7C0690388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0B022D3-BBCB-0509-F4D8-EDACD3FF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054" y="4620153"/>
            <a:ext cx="9963379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A diode is a device that exhibits ‘rectifying’ behavior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be made from a physical junction between an n-type semiconductor and a p-type semiconductor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also be made from a physical junction between a metal and semiconductor (not discussed here)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pic>
        <p:nvPicPr>
          <p:cNvPr id="5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7954522F-5242-81F6-146F-E58CCB436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6"/>
          <a:stretch/>
        </p:blipFill>
        <p:spPr>
          <a:xfrm>
            <a:off x="6491846" y="862087"/>
            <a:ext cx="3965676" cy="322535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4BC289C1-39F7-0B1C-BAA8-15060066AD38}"/>
              </a:ext>
            </a:extLst>
          </p:cNvPr>
          <p:cNvGrpSpPr/>
          <p:nvPr/>
        </p:nvGrpSpPr>
        <p:grpSpPr>
          <a:xfrm>
            <a:off x="2531984" y="2532255"/>
            <a:ext cx="131760" cy="286920"/>
            <a:chOff x="2531984" y="2532255"/>
            <a:chExt cx="13176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0A736F-E960-F5CF-0627-F763A4F451A4}"/>
                    </a:ext>
                  </a:extLst>
                </p14:cNvPr>
                <p14:cNvContentPartPr/>
                <p14:nvPr/>
              </p14:nvContentPartPr>
              <p14:xfrm>
                <a:off x="2534504" y="2532255"/>
                <a:ext cx="14760" cy="28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0A736F-E960-F5CF-0627-F763A4F451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16864" y="2514255"/>
                  <a:ext cx="504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51801B-B5CB-560B-D046-4F94C3614F84}"/>
                    </a:ext>
                  </a:extLst>
                </p14:cNvPr>
                <p14:cNvContentPartPr/>
                <p14:nvPr/>
              </p14:nvContentPartPr>
              <p14:xfrm>
                <a:off x="2531984" y="2538375"/>
                <a:ext cx="131760" cy="17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51801B-B5CB-560B-D046-4F94C3614F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4344" y="2520375"/>
                  <a:ext cx="16740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736D541-E6B7-0247-1043-501935BBECCD}"/>
              </a:ext>
            </a:extLst>
          </p:cNvPr>
          <p:cNvGrpSpPr/>
          <p:nvPr/>
        </p:nvGrpSpPr>
        <p:grpSpPr>
          <a:xfrm>
            <a:off x="3251624" y="2486895"/>
            <a:ext cx="189720" cy="332640"/>
            <a:chOff x="3251624" y="2486895"/>
            <a:chExt cx="18972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ABAA9B0-DB0B-FD83-BB83-E617DDA45F6F}"/>
                    </a:ext>
                  </a:extLst>
                </p14:cNvPr>
                <p14:cNvContentPartPr/>
                <p14:nvPr/>
              </p14:nvContentPartPr>
              <p14:xfrm>
                <a:off x="3251624" y="2556735"/>
                <a:ext cx="25560" cy="26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ABAA9B0-DB0B-FD83-BB83-E617DDA45F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3624" y="2538735"/>
                  <a:ext cx="61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85EC1AA-4504-A546-CEDA-4ACB04BD9460}"/>
                    </a:ext>
                  </a:extLst>
                </p14:cNvPr>
                <p14:cNvContentPartPr/>
                <p14:nvPr/>
              </p14:nvContentPartPr>
              <p14:xfrm>
                <a:off x="3273224" y="2486895"/>
                <a:ext cx="168120" cy="221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85EC1AA-4504-A546-CEDA-4ACB04BD94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55224" y="2469255"/>
                  <a:ext cx="20376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CD85BBF-023B-EE0E-42BC-115D865AC9A2}"/>
              </a:ext>
            </a:extLst>
          </p:cNvPr>
          <p:cNvGrpSpPr/>
          <p:nvPr/>
        </p:nvGrpSpPr>
        <p:grpSpPr>
          <a:xfrm>
            <a:off x="4087904" y="714975"/>
            <a:ext cx="1612440" cy="517320"/>
            <a:chOff x="4087904" y="714975"/>
            <a:chExt cx="1612440" cy="51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23ABC5-3FF7-E749-4418-47BAAE385F3D}"/>
                    </a:ext>
                  </a:extLst>
                </p14:cNvPr>
                <p14:cNvContentPartPr/>
                <p14:nvPr/>
              </p14:nvContentPartPr>
              <p14:xfrm>
                <a:off x="4600544" y="774375"/>
                <a:ext cx="55800" cy="423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23ABC5-3FF7-E749-4418-47BAAE385F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82904" y="756735"/>
                  <a:ext cx="914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0E88EB1-E6B0-40A4-166B-D49D7E046E54}"/>
                    </a:ext>
                  </a:extLst>
                </p14:cNvPr>
                <p14:cNvContentPartPr/>
                <p14:nvPr/>
              </p14:nvContentPartPr>
              <p14:xfrm>
                <a:off x="4606664" y="787695"/>
                <a:ext cx="282240" cy="336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E88EB1-E6B0-40A4-166B-D49D7E046E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88664" y="769695"/>
                  <a:ext cx="317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F3035AB-DBF1-5729-ED78-E10058AA05B5}"/>
                    </a:ext>
                  </a:extLst>
                </p14:cNvPr>
                <p14:cNvContentPartPr/>
                <p14:nvPr/>
              </p14:nvContentPartPr>
              <p14:xfrm>
                <a:off x="4901504" y="714975"/>
                <a:ext cx="48960" cy="517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F3035AB-DBF1-5729-ED78-E10058AA05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83864" y="696975"/>
                  <a:ext cx="8460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907867-6BC4-CAD6-250A-73E1B350B893}"/>
                    </a:ext>
                  </a:extLst>
                </p14:cNvPr>
                <p14:cNvContentPartPr/>
                <p14:nvPr/>
              </p14:nvContentPartPr>
              <p14:xfrm>
                <a:off x="4918064" y="910815"/>
                <a:ext cx="782280" cy="35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907867-6BC4-CAD6-250A-73E1B350B89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00424" y="893175"/>
                  <a:ext cx="817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9E77E-211A-46C8-2A26-7649E4D7467C}"/>
                    </a:ext>
                  </a:extLst>
                </p14:cNvPr>
                <p14:cNvContentPartPr/>
                <p14:nvPr/>
              </p14:nvContentPartPr>
              <p14:xfrm>
                <a:off x="4087904" y="937815"/>
                <a:ext cx="567360" cy="5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9E77E-211A-46C8-2A26-7649E4D746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0264" y="919815"/>
                  <a:ext cx="60300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4633A5E-4AEE-E9CF-CFC8-DD76BFB7BCBA}"/>
                  </a:ext>
                </a:extLst>
              </p14:cNvPr>
              <p14:cNvContentPartPr/>
              <p14:nvPr/>
            </p14:nvContentPartPr>
            <p14:xfrm>
              <a:off x="4037144" y="922335"/>
              <a:ext cx="108000" cy="97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4633A5E-4AEE-E9CF-CFC8-DD76BFB7BCB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19504" y="904335"/>
                <a:ext cx="1436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C9723CC-4F4B-5319-8719-FF10547EBBAC}"/>
                  </a:ext>
                </a:extLst>
              </p14:cNvPr>
              <p14:cNvContentPartPr/>
              <p14:nvPr/>
            </p14:nvContentPartPr>
            <p14:xfrm>
              <a:off x="5645264" y="906135"/>
              <a:ext cx="91080" cy="67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C9723CC-4F4B-5319-8719-FF10547EBBA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27264" y="888495"/>
                <a:ext cx="1267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75CAA56-D61D-3BD8-B9BE-0C4E7F7F222F}"/>
                  </a:ext>
                </a:extLst>
              </p14:cNvPr>
              <p14:cNvContentPartPr/>
              <p14:nvPr/>
            </p14:nvContentPartPr>
            <p14:xfrm>
              <a:off x="3435584" y="387735"/>
              <a:ext cx="2246040" cy="92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75CAA56-D61D-3BD8-B9BE-0C4E7F7F222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81944" y="279735"/>
                <a:ext cx="23536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C2D43EB-E515-35C2-4483-851661ABED01}"/>
                  </a:ext>
                </a:extLst>
              </p14:cNvPr>
              <p14:cNvContentPartPr/>
              <p14:nvPr/>
            </p14:nvContentPartPr>
            <p14:xfrm>
              <a:off x="5333504" y="126735"/>
              <a:ext cx="479520" cy="611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C2D43EB-E515-35C2-4483-851661ABED0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79504" y="18735"/>
                <a:ext cx="587160" cy="82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C76EC55-A8AA-B806-CDE3-EFAE4622A1D5}"/>
              </a:ext>
            </a:extLst>
          </p:cNvPr>
          <p:cNvGrpSpPr/>
          <p:nvPr/>
        </p:nvGrpSpPr>
        <p:grpSpPr>
          <a:xfrm>
            <a:off x="4535024" y="1379895"/>
            <a:ext cx="96840" cy="331200"/>
            <a:chOff x="4535024" y="1379895"/>
            <a:chExt cx="9684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7FD349-F917-1401-B50A-D06AF1E0968C}"/>
                    </a:ext>
                  </a:extLst>
                </p14:cNvPr>
                <p14:cNvContentPartPr/>
                <p14:nvPr/>
              </p14:nvContentPartPr>
              <p14:xfrm>
                <a:off x="4543304" y="1444695"/>
                <a:ext cx="45000" cy="266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7FD349-F917-1401-B50A-D06AF1E096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5304" y="1427055"/>
                  <a:ext cx="80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A0E7DE-B714-1A3B-5EF4-7BBFE2682BB2}"/>
                    </a:ext>
                  </a:extLst>
                </p14:cNvPr>
                <p14:cNvContentPartPr/>
                <p14:nvPr/>
              </p14:nvContentPartPr>
              <p14:xfrm>
                <a:off x="4535024" y="1379895"/>
                <a:ext cx="96840" cy="12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A0E7DE-B714-1A3B-5EF4-7BBFE2682B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7024" y="1362255"/>
                  <a:ext cx="1324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422CEC1-C0C4-2F04-2204-978503F09F0F}"/>
              </a:ext>
            </a:extLst>
          </p:cNvPr>
          <p:cNvGrpSpPr/>
          <p:nvPr/>
        </p:nvGrpSpPr>
        <p:grpSpPr>
          <a:xfrm>
            <a:off x="4935344" y="1370895"/>
            <a:ext cx="192960" cy="305640"/>
            <a:chOff x="4935344" y="1370895"/>
            <a:chExt cx="19296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308531D-1B3D-9389-FA30-33AC7302425B}"/>
                    </a:ext>
                  </a:extLst>
                </p14:cNvPr>
                <p14:cNvContentPartPr/>
                <p14:nvPr/>
              </p14:nvContentPartPr>
              <p14:xfrm>
                <a:off x="4935344" y="1491855"/>
                <a:ext cx="30600" cy="184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308531D-1B3D-9389-FA30-33AC730242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17704" y="1474215"/>
                  <a:ext cx="66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182BCD-6B5C-AB0E-C958-8B618179FE17}"/>
                    </a:ext>
                  </a:extLst>
                </p14:cNvPr>
                <p14:cNvContentPartPr/>
                <p14:nvPr/>
              </p14:nvContentPartPr>
              <p14:xfrm>
                <a:off x="4943984" y="1370895"/>
                <a:ext cx="184320" cy="18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182BCD-6B5C-AB0E-C958-8B618179FE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26344" y="1352895"/>
                  <a:ext cx="21996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074C703-CC2D-DCB3-A39E-E2A57BE26C2B}"/>
              </a:ext>
            </a:extLst>
          </p:cNvPr>
          <p:cNvGrpSpPr/>
          <p:nvPr/>
        </p:nvGrpSpPr>
        <p:grpSpPr>
          <a:xfrm>
            <a:off x="3667064" y="172455"/>
            <a:ext cx="2005920" cy="415800"/>
            <a:chOff x="3667064" y="172455"/>
            <a:chExt cx="200592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7445989-0F90-B5AA-2D4F-B0AE953A63C7}"/>
                    </a:ext>
                  </a:extLst>
                </p14:cNvPr>
                <p14:cNvContentPartPr/>
                <p14:nvPr/>
              </p14:nvContentPartPr>
              <p14:xfrm>
                <a:off x="3667064" y="439935"/>
                <a:ext cx="1937880" cy="101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7445989-0F90-B5AA-2D4F-B0AE953A63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49064" y="421935"/>
                  <a:ext cx="1973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0FFFD9-A77C-2076-E7F9-CF555564C3F9}"/>
                    </a:ext>
                  </a:extLst>
                </p14:cNvPr>
                <p14:cNvContentPartPr/>
                <p14:nvPr/>
              </p14:nvContentPartPr>
              <p14:xfrm>
                <a:off x="5519264" y="324375"/>
                <a:ext cx="153720" cy="263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0FFFD9-A77C-2076-E7F9-CF555564C3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01624" y="306375"/>
                  <a:ext cx="1893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B6B31F0-0F70-6420-059F-ADFFDFF8CBAA}"/>
                    </a:ext>
                  </a:extLst>
                </p14:cNvPr>
                <p14:cNvContentPartPr/>
                <p14:nvPr/>
              </p14:nvContentPartPr>
              <p14:xfrm>
                <a:off x="4517384" y="172455"/>
                <a:ext cx="90000" cy="26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B6B31F0-0F70-6420-059F-ADFFDFF8CB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9744" y="154815"/>
                  <a:ext cx="1256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03B4CD6-A58F-DF2B-610E-35E1763D6114}"/>
                    </a:ext>
                  </a:extLst>
                </p14:cNvPr>
                <p14:cNvContentPartPr/>
                <p14:nvPr/>
              </p14:nvContentPartPr>
              <p14:xfrm>
                <a:off x="4451144" y="194055"/>
                <a:ext cx="172800" cy="41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03B4CD6-A58F-DF2B-610E-35E1763D61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33504" y="176415"/>
                  <a:ext cx="208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8A702FC-3D59-109F-3F24-377A17171C26}"/>
                    </a:ext>
                  </a:extLst>
                </p14:cNvPr>
                <p14:cNvContentPartPr/>
                <p14:nvPr/>
              </p14:nvContentPartPr>
              <p14:xfrm>
                <a:off x="4554104" y="396015"/>
                <a:ext cx="125640" cy="25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8A702FC-3D59-109F-3F24-377A17171C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36464" y="378375"/>
                  <a:ext cx="16128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44B0185-C309-DA3B-12C1-1A075CB0FAA0}"/>
              </a:ext>
            </a:extLst>
          </p:cNvPr>
          <p:cNvGrpSpPr/>
          <p:nvPr/>
        </p:nvGrpSpPr>
        <p:grpSpPr>
          <a:xfrm>
            <a:off x="9257504" y="804975"/>
            <a:ext cx="2233080" cy="1967760"/>
            <a:chOff x="9257504" y="804975"/>
            <a:chExt cx="2233080" cy="19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E2C3818-91C6-FC28-6182-ADF155767E34}"/>
                    </a:ext>
                  </a:extLst>
                </p14:cNvPr>
                <p14:cNvContentPartPr/>
                <p14:nvPr/>
              </p14:nvContentPartPr>
              <p14:xfrm>
                <a:off x="10457384" y="1583295"/>
                <a:ext cx="60840" cy="27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E2C3818-91C6-FC28-6182-ADF155767E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39744" y="1565655"/>
                  <a:ext cx="964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CD0FFC-BE6B-FBE6-0B91-E5B29A669AAD}"/>
                    </a:ext>
                  </a:extLst>
                </p14:cNvPr>
                <p14:cNvContentPartPr/>
                <p14:nvPr/>
              </p14:nvContentPartPr>
              <p14:xfrm>
                <a:off x="10469264" y="1588335"/>
                <a:ext cx="235080" cy="270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CD0FFC-BE6B-FBE6-0B91-E5B29A669A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51624" y="1570335"/>
                  <a:ext cx="2707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71CFBF5-FD77-5A36-75E0-05637961C7D9}"/>
                    </a:ext>
                  </a:extLst>
                </p14:cNvPr>
                <p14:cNvContentPartPr/>
                <p14:nvPr/>
              </p14:nvContentPartPr>
              <p14:xfrm>
                <a:off x="10700744" y="1559175"/>
                <a:ext cx="61920" cy="33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71CFBF5-FD77-5A36-75E0-05637961C7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82744" y="1541175"/>
                  <a:ext cx="975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CE5EC69-4EF1-4750-4F22-A4D1660DBE00}"/>
                    </a:ext>
                  </a:extLst>
                </p14:cNvPr>
                <p14:cNvContentPartPr/>
                <p14:nvPr/>
              </p14:nvContentPartPr>
              <p14:xfrm>
                <a:off x="10768424" y="1681575"/>
                <a:ext cx="474840" cy="33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CE5EC69-4EF1-4750-4F22-A4D1660DBE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50784" y="1663575"/>
                  <a:ext cx="510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ADE61D7-899A-200D-6604-F9E020F2DC86}"/>
                    </a:ext>
                  </a:extLst>
                </p14:cNvPr>
                <p14:cNvContentPartPr/>
                <p14:nvPr/>
              </p14:nvContentPartPr>
              <p14:xfrm>
                <a:off x="9932864" y="1719375"/>
                <a:ext cx="561960" cy="54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ADE61D7-899A-200D-6604-F9E020F2DC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15224" y="1701735"/>
                  <a:ext cx="597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A93B9C-4FE9-04E1-AF4B-194B13A41D6C}"/>
                    </a:ext>
                  </a:extLst>
                </p14:cNvPr>
                <p14:cNvContentPartPr/>
                <p14:nvPr/>
              </p14:nvContentPartPr>
              <p14:xfrm>
                <a:off x="9896504" y="1757175"/>
                <a:ext cx="27720" cy="539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A93B9C-4FE9-04E1-AF4B-194B13A41D6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78504" y="1739535"/>
                  <a:ext cx="6336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5708EFE-4AAB-5364-56F1-4C677809C123}"/>
                    </a:ext>
                  </a:extLst>
                </p14:cNvPr>
                <p14:cNvContentPartPr/>
                <p14:nvPr/>
              </p14:nvContentPartPr>
              <p14:xfrm>
                <a:off x="11238224" y="1690935"/>
                <a:ext cx="137880" cy="34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5708EFE-4AAB-5364-56F1-4C677809C1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20224" y="1672935"/>
                  <a:ext cx="173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D5304CB-9AF0-BE08-4258-F724EEFD71BA}"/>
                    </a:ext>
                  </a:extLst>
                </p14:cNvPr>
                <p14:cNvContentPartPr/>
                <p14:nvPr/>
              </p14:nvContentPartPr>
              <p14:xfrm>
                <a:off x="11354864" y="1697775"/>
                <a:ext cx="118800" cy="945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D5304CB-9AF0-BE08-4258-F724EEFD71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37224" y="1679775"/>
                  <a:ext cx="154440" cy="9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A71010D-8F82-8D07-508C-5612FE8C4876}"/>
                    </a:ext>
                  </a:extLst>
                </p14:cNvPr>
                <p14:cNvContentPartPr/>
                <p14:nvPr/>
              </p14:nvContentPartPr>
              <p14:xfrm>
                <a:off x="9931064" y="2634855"/>
                <a:ext cx="1559520" cy="137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A71010D-8F82-8D07-508C-5612FE8C48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13064" y="2617215"/>
                  <a:ext cx="1595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34680C-2BCF-3E14-B97B-0276B5E2FB27}"/>
                    </a:ext>
                  </a:extLst>
                </p14:cNvPr>
                <p14:cNvContentPartPr/>
                <p14:nvPr/>
              </p14:nvContentPartPr>
              <p14:xfrm>
                <a:off x="9940424" y="2516055"/>
                <a:ext cx="28440" cy="212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34680C-2BCF-3E14-B97B-0276B5E2FB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22784" y="2498415"/>
                  <a:ext cx="64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94DD7F-CB67-7634-67AA-8706C2370166}"/>
                    </a:ext>
                  </a:extLst>
                </p14:cNvPr>
                <p14:cNvContentPartPr/>
                <p14:nvPr/>
              </p14:nvContentPartPr>
              <p14:xfrm>
                <a:off x="9665024" y="2288175"/>
                <a:ext cx="557280" cy="60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94DD7F-CB67-7634-67AA-8706C23701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47024" y="2270175"/>
                  <a:ext cx="592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A234C61-ADC6-C104-2882-FB999C29D38C}"/>
                    </a:ext>
                  </a:extLst>
                </p14:cNvPr>
                <p14:cNvContentPartPr/>
                <p14:nvPr/>
              </p14:nvContentPartPr>
              <p14:xfrm>
                <a:off x="9940424" y="2460615"/>
                <a:ext cx="5400" cy="4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A234C61-ADC6-C104-2882-FB999C29D3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22424" y="2442615"/>
                  <a:ext cx="41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6659B34-E82B-9A31-DA8A-785609BC0986}"/>
                    </a:ext>
                  </a:extLst>
                </p14:cNvPr>
                <p14:cNvContentPartPr/>
                <p14:nvPr/>
              </p14:nvContentPartPr>
              <p14:xfrm>
                <a:off x="9893264" y="2449455"/>
                <a:ext cx="137160" cy="29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6659B34-E82B-9A31-DA8A-785609BC09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75624" y="2431815"/>
                  <a:ext cx="172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189CA95-6CE5-A579-F826-884C693F1C86}"/>
                    </a:ext>
                  </a:extLst>
                </p14:cNvPr>
                <p14:cNvContentPartPr/>
                <p14:nvPr/>
              </p14:nvContentPartPr>
              <p14:xfrm>
                <a:off x="9614624" y="2156775"/>
                <a:ext cx="360" cy="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189CA95-6CE5-A579-F826-884C693F1C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96624" y="213913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7D2C8D2-9520-DB97-313B-82DD5FC32E9A}"/>
                    </a:ext>
                  </a:extLst>
                </p14:cNvPr>
                <p14:cNvContentPartPr/>
                <p14:nvPr/>
              </p14:nvContentPartPr>
              <p14:xfrm>
                <a:off x="9572504" y="2161815"/>
                <a:ext cx="108720" cy="16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7D2C8D2-9520-DB97-313B-82DD5FC32E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54504" y="2144175"/>
                  <a:ext cx="144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153B54E-3A84-2C77-1C8F-2BE075295FF4}"/>
                    </a:ext>
                  </a:extLst>
                </p14:cNvPr>
                <p14:cNvContentPartPr/>
                <p14:nvPr/>
              </p14:nvContentPartPr>
              <p14:xfrm>
                <a:off x="9626864" y="2104215"/>
                <a:ext cx="48960" cy="13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153B54E-3A84-2C77-1C8F-2BE075295F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09224" y="2086575"/>
                  <a:ext cx="84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B5C7E7F-477E-B9DB-BA9F-0F6F5A7885A1}"/>
                    </a:ext>
                  </a:extLst>
                </p14:cNvPr>
                <p14:cNvContentPartPr/>
                <p14:nvPr/>
              </p14:nvContentPartPr>
              <p14:xfrm>
                <a:off x="9713984" y="2614695"/>
                <a:ext cx="60120" cy="7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B5C7E7F-477E-B9DB-BA9F-0F6F5A7885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96344" y="2596695"/>
                  <a:ext cx="95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B3D6D10-0D42-6CF7-DB87-4D158A519054}"/>
                    </a:ext>
                  </a:extLst>
                </p14:cNvPr>
                <p14:cNvContentPartPr/>
                <p14:nvPr/>
              </p14:nvContentPartPr>
              <p14:xfrm>
                <a:off x="10257944" y="1264335"/>
                <a:ext cx="41040" cy="216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B3D6D10-0D42-6CF7-DB87-4D158A5190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9944" y="1246695"/>
                  <a:ext cx="76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F4E079-F849-5A6C-14B4-2392345F7823}"/>
                    </a:ext>
                  </a:extLst>
                </p14:cNvPr>
                <p14:cNvContentPartPr/>
                <p14:nvPr/>
              </p14:nvContentPartPr>
              <p14:xfrm>
                <a:off x="10267664" y="1242375"/>
                <a:ext cx="103680" cy="10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F4E079-F849-5A6C-14B4-2392345F782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50024" y="1224375"/>
                  <a:ext cx="13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911C0E-22EA-7B71-287A-73108ECAB898}"/>
                    </a:ext>
                  </a:extLst>
                </p14:cNvPr>
                <p14:cNvContentPartPr/>
                <p14:nvPr/>
              </p14:nvContentPartPr>
              <p14:xfrm>
                <a:off x="10819904" y="1251015"/>
                <a:ext cx="23040" cy="174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911C0E-22EA-7B71-287A-73108ECAB8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02264" y="1233015"/>
                  <a:ext cx="58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A561792-4EFB-51B3-4B6D-638C833E4B7B}"/>
                    </a:ext>
                  </a:extLst>
                </p14:cNvPr>
                <p14:cNvContentPartPr/>
                <p14:nvPr/>
              </p14:nvContentPartPr>
              <p14:xfrm>
                <a:off x="10804784" y="1182255"/>
                <a:ext cx="157320" cy="16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A561792-4EFB-51B3-4B6D-638C833E4B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87144" y="1164255"/>
                  <a:ext cx="192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D0F95C4-686C-6F16-2BC7-A8D481310A7A}"/>
                    </a:ext>
                  </a:extLst>
                </p14:cNvPr>
                <p14:cNvContentPartPr/>
                <p14:nvPr/>
              </p14:nvContentPartPr>
              <p14:xfrm>
                <a:off x="9303944" y="918735"/>
                <a:ext cx="18360" cy="27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D0F95C4-686C-6F16-2BC7-A8D481310A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85944" y="900735"/>
                  <a:ext cx="54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5FF0F8C-C5D3-D2BA-A781-51BAE37B14D9}"/>
                    </a:ext>
                  </a:extLst>
                </p14:cNvPr>
                <p14:cNvContentPartPr/>
                <p14:nvPr/>
              </p14:nvContentPartPr>
              <p14:xfrm>
                <a:off x="9257504" y="900735"/>
                <a:ext cx="121320" cy="149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5FF0F8C-C5D3-D2BA-A781-51BAE37B14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39504" y="882735"/>
                  <a:ext cx="156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AB95051-8D23-6725-A5E2-C8A0FADC8D48}"/>
                    </a:ext>
                  </a:extLst>
                </p14:cNvPr>
                <p14:cNvContentPartPr/>
                <p14:nvPr/>
              </p14:nvContentPartPr>
              <p14:xfrm>
                <a:off x="9410864" y="1042215"/>
                <a:ext cx="108720" cy="102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AB95051-8D23-6725-A5E2-C8A0FADC8D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93224" y="1024575"/>
                  <a:ext cx="144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E2244A-B013-5536-5A8B-9A76EB8E58E6}"/>
                    </a:ext>
                  </a:extLst>
                </p14:cNvPr>
                <p14:cNvContentPartPr/>
                <p14:nvPr/>
              </p14:nvContentPartPr>
              <p14:xfrm>
                <a:off x="9587264" y="990015"/>
                <a:ext cx="93600" cy="159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E2244A-B013-5536-5A8B-9A76EB8E58E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69264" y="972015"/>
                  <a:ext cx="129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12A6BE8-FD25-7F54-C789-7255ACEC207F}"/>
                    </a:ext>
                  </a:extLst>
                </p14:cNvPr>
                <p14:cNvContentPartPr/>
                <p14:nvPr/>
              </p14:nvContentPartPr>
              <p14:xfrm>
                <a:off x="9761144" y="1009455"/>
                <a:ext cx="25200" cy="104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12A6BE8-FD25-7F54-C789-7255ACEC207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43504" y="991455"/>
                  <a:ext cx="60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2F8311-C02C-4FDD-0A67-7D16137EB640}"/>
                    </a:ext>
                  </a:extLst>
                </p14:cNvPr>
                <p14:cNvContentPartPr/>
                <p14:nvPr/>
              </p14:nvContentPartPr>
              <p14:xfrm>
                <a:off x="9769064" y="857535"/>
                <a:ext cx="10440" cy="47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2F8311-C02C-4FDD-0A67-7D16137EB6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51064" y="839895"/>
                  <a:ext cx="46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FCABC9-0215-1FDD-A536-5F4E2A4E3F4A}"/>
                    </a:ext>
                  </a:extLst>
                </p14:cNvPr>
                <p14:cNvContentPartPr/>
                <p14:nvPr/>
              </p14:nvContentPartPr>
              <p14:xfrm>
                <a:off x="9920624" y="842415"/>
                <a:ext cx="33120" cy="240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FCABC9-0215-1FDD-A536-5F4E2A4E3F4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02984" y="824415"/>
                  <a:ext cx="687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7AA94FC-D84C-E727-1A9A-DEE908E8AC25}"/>
                    </a:ext>
                  </a:extLst>
                </p14:cNvPr>
                <p14:cNvContentPartPr/>
                <p14:nvPr/>
              </p14:nvContentPartPr>
              <p14:xfrm>
                <a:off x="9862664" y="932415"/>
                <a:ext cx="187200" cy="88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7AA94FC-D84C-E727-1A9A-DEE908E8AC2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44664" y="914775"/>
                  <a:ext cx="222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567E04-2526-131F-A52B-42F5BB35F274}"/>
                    </a:ext>
                  </a:extLst>
                </p14:cNvPr>
                <p14:cNvContentPartPr/>
                <p14:nvPr/>
              </p14:nvContentPartPr>
              <p14:xfrm>
                <a:off x="10038704" y="804975"/>
                <a:ext cx="26640" cy="27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567E04-2526-131F-A52B-42F5BB35F2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20704" y="787335"/>
                  <a:ext cx="62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D5F0C9A-1222-C19C-948E-4E4C10CC4273}"/>
                    </a:ext>
                  </a:extLst>
                </p14:cNvPr>
                <p14:cNvContentPartPr/>
                <p14:nvPr/>
              </p14:nvContentPartPr>
              <p14:xfrm>
                <a:off x="10130144" y="882735"/>
                <a:ext cx="149400" cy="127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D5F0C9A-1222-C19C-948E-4E4C10CC42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12504" y="864735"/>
                  <a:ext cx="185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83A9B7A-E3EF-08F3-AA22-5A4EEEEC0861}"/>
                    </a:ext>
                  </a:extLst>
                </p14:cNvPr>
                <p14:cNvContentPartPr/>
                <p14:nvPr/>
              </p14:nvContentPartPr>
              <p14:xfrm>
                <a:off x="10286744" y="895335"/>
                <a:ext cx="102240" cy="120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83A9B7A-E3EF-08F3-AA22-5A4EEEEC08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68744" y="877335"/>
                  <a:ext cx="137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B39DC66-B492-4198-6E3A-1FC109748520}"/>
              </a:ext>
            </a:extLst>
          </p:cNvPr>
          <p:cNvGrpSpPr/>
          <p:nvPr/>
        </p:nvGrpSpPr>
        <p:grpSpPr>
          <a:xfrm>
            <a:off x="10952024" y="824775"/>
            <a:ext cx="1198800" cy="275760"/>
            <a:chOff x="10952024" y="824775"/>
            <a:chExt cx="119880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D459B3-0D77-4762-6694-2B8318396C83}"/>
                    </a:ext>
                  </a:extLst>
                </p14:cNvPr>
                <p14:cNvContentPartPr/>
                <p14:nvPr/>
              </p14:nvContentPartPr>
              <p14:xfrm>
                <a:off x="10952024" y="847095"/>
                <a:ext cx="38520" cy="219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D459B3-0D77-4762-6694-2B8318396C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34024" y="829095"/>
                  <a:ext cx="74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E2D4908-6C98-07A6-64E9-205B33342D2E}"/>
                    </a:ext>
                  </a:extLst>
                </p14:cNvPr>
                <p14:cNvContentPartPr/>
                <p14:nvPr/>
              </p14:nvContentPartPr>
              <p14:xfrm>
                <a:off x="10976144" y="826935"/>
                <a:ext cx="180360" cy="155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E2D4908-6C98-07A6-64E9-205B33342D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58144" y="809295"/>
                  <a:ext cx="216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C26C330-6B7C-F88A-0529-28FD6FBB3A3D}"/>
                    </a:ext>
                  </a:extLst>
                </p14:cNvPr>
                <p14:cNvContentPartPr/>
                <p14:nvPr/>
              </p14:nvContentPartPr>
              <p14:xfrm>
                <a:off x="11171264" y="903255"/>
                <a:ext cx="120240" cy="101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C26C330-6B7C-F88A-0529-28FD6FBB3A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53264" y="885255"/>
                  <a:ext cx="155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7582A66-BF71-EB8B-D4A8-1061F2C12B89}"/>
                    </a:ext>
                  </a:extLst>
                </p14:cNvPr>
                <p14:cNvContentPartPr/>
                <p14:nvPr/>
              </p14:nvContentPartPr>
              <p14:xfrm>
                <a:off x="11387264" y="888855"/>
                <a:ext cx="106200" cy="211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7582A66-BF71-EB8B-D4A8-1061F2C12B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369624" y="871215"/>
                  <a:ext cx="141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B761148-945A-5855-7CBB-7F1FE9722B32}"/>
                    </a:ext>
                  </a:extLst>
                </p14:cNvPr>
                <p14:cNvContentPartPr/>
                <p14:nvPr/>
              </p14:nvContentPartPr>
              <p14:xfrm>
                <a:off x="11549984" y="941055"/>
                <a:ext cx="111960" cy="125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B761148-945A-5855-7CBB-7F1FE9722B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31984" y="923055"/>
                  <a:ext cx="147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CE7CC3-9B75-6631-3C89-74681CE6B18C}"/>
                    </a:ext>
                  </a:extLst>
                </p14:cNvPr>
                <p14:cNvContentPartPr/>
                <p14:nvPr/>
              </p14:nvContentPartPr>
              <p14:xfrm>
                <a:off x="11709824" y="852855"/>
                <a:ext cx="42120" cy="170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CE7CC3-9B75-6631-3C89-74681CE6B18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692184" y="834855"/>
                  <a:ext cx="77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13BE898-4F56-12F2-7B2D-63C30B7B2ED6}"/>
                    </a:ext>
                  </a:extLst>
                </p14:cNvPr>
                <p14:cNvContentPartPr/>
                <p14:nvPr/>
              </p14:nvContentPartPr>
              <p14:xfrm>
                <a:off x="11717024" y="941775"/>
                <a:ext cx="59400" cy="5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13BE898-4F56-12F2-7B2D-63C30B7B2ED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99384" y="924135"/>
                  <a:ext cx="95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3BEFF6-B3EE-3438-8E20-4B4E4C40B0CA}"/>
                    </a:ext>
                  </a:extLst>
                </p14:cNvPr>
                <p14:cNvContentPartPr/>
                <p14:nvPr/>
              </p14:nvContentPartPr>
              <p14:xfrm>
                <a:off x="11835464" y="943575"/>
                <a:ext cx="11160" cy="53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3BEFF6-B3EE-3438-8E20-4B4E4C40B0C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17464" y="925575"/>
                  <a:ext cx="4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CC1F7A2-BBBB-B475-D606-96516BC89685}"/>
                    </a:ext>
                  </a:extLst>
                </p14:cNvPr>
                <p14:cNvContentPartPr/>
                <p14:nvPr/>
              </p14:nvContentPartPr>
              <p14:xfrm>
                <a:off x="11846984" y="824775"/>
                <a:ext cx="10440" cy="40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CC1F7A2-BBBB-B475-D606-96516BC8968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829344" y="806775"/>
                  <a:ext cx="460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3F36AC-ADD3-BBFA-D3DE-D62B4AD4FA6D}"/>
                    </a:ext>
                  </a:extLst>
                </p14:cNvPr>
                <p14:cNvContentPartPr/>
                <p14:nvPr/>
              </p14:nvContentPartPr>
              <p14:xfrm>
                <a:off x="11914304" y="909375"/>
                <a:ext cx="123480" cy="1101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3F36AC-ADD3-BBFA-D3DE-D62B4AD4FA6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896664" y="891375"/>
                  <a:ext cx="159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5135694-EE6E-BAF1-E19D-C7731FBDD3A9}"/>
                    </a:ext>
                  </a:extLst>
                </p14:cNvPr>
                <p14:cNvContentPartPr/>
                <p14:nvPr/>
              </p14:nvContentPartPr>
              <p14:xfrm>
                <a:off x="12058304" y="914055"/>
                <a:ext cx="92520" cy="83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5135694-EE6E-BAF1-E19D-C7731FBDD3A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040664" y="896055"/>
                  <a:ext cx="1281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5DC9D39-FFFC-BEC2-2F62-A38BFEB51685}"/>
              </a:ext>
            </a:extLst>
          </p:cNvPr>
          <p:cNvGrpSpPr/>
          <p:nvPr/>
        </p:nvGrpSpPr>
        <p:grpSpPr>
          <a:xfrm>
            <a:off x="9698504" y="1215015"/>
            <a:ext cx="669600" cy="777960"/>
            <a:chOff x="9698504" y="1215015"/>
            <a:chExt cx="66960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995E066-87C2-B954-83A5-8743077D503A}"/>
                    </a:ext>
                  </a:extLst>
                </p14:cNvPr>
                <p14:cNvContentPartPr/>
                <p14:nvPr/>
              </p14:nvContentPartPr>
              <p14:xfrm>
                <a:off x="9698504" y="1532535"/>
                <a:ext cx="669600" cy="460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995E066-87C2-B954-83A5-8743077D503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80864" y="1514535"/>
                  <a:ext cx="7052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0A4699F-68F3-E9E3-D318-3BA2033ADF03}"/>
                    </a:ext>
                  </a:extLst>
                </p14:cNvPr>
                <p14:cNvContentPartPr/>
                <p14:nvPr/>
              </p14:nvContentPartPr>
              <p14:xfrm>
                <a:off x="9828104" y="1249935"/>
                <a:ext cx="69840" cy="274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0A4699F-68F3-E9E3-D318-3BA2033ADF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10464" y="1232295"/>
                  <a:ext cx="1054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AA7C00A-2075-C8B6-DCC1-C206CA156072}"/>
                    </a:ext>
                  </a:extLst>
                </p14:cNvPr>
                <p14:cNvContentPartPr/>
                <p14:nvPr/>
              </p14:nvContentPartPr>
              <p14:xfrm>
                <a:off x="9773024" y="1215015"/>
                <a:ext cx="169920" cy="118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AA7C00A-2075-C8B6-DCC1-C206CA15607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55024" y="1197015"/>
                  <a:ext cx="20556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1E0FAA9-373E-BCF8-9CEE-4078EE44604D}"/>
              </a:ext>
            </a:extLst>
          </p:cNvPr>
          <p:cNvGrpSpPr/>
          <p:nvPr/>
        </p:nvGrpSpPr>
        <p:grpSpPr>
          <a:xfrm>
            <a:off x="9776984" y="1190535"/>
            <a:ext cx="1933200" cy="1932840"/>
            <a:chOff x="9776984" y="1190535"/>
            <a:chExt cx="1933200" cy="19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B14C752-8145-AE4C-1CB7-67B55CEF1E27}"/>
                    </a:ext>
                  </a:extLst>
                </p14:cNvPr>
                <p14:cNvContentPartPr/>
                <p14:nvPr/>
              </p14:nvContentPartPr>
              <p14:xfrm>
                <a:off x="9776984" y="1510935"/>
                <a:ext cx="1933200" cy="1612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B14C752-8145-AE4C-1CB7-67B55CEF1E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59344" y="1493295"/>
                  <a:ext cx="1968840" cy="16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F3F68A-992A-6923-30AA-0051D9FA616F}"/>
                    </a:ext>
                  </a:extLst>
                </p14:cNvPr>
                <p14:cNvContentPartPr/>
                <p14:nvPr/>
              </p14:nvContentPartPr>
              <p14:xfrm>
                <a:off x="11522264" y="1190535"/>
                <a:ext cx="39240" cy="292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F3F68A-992A-6923-30AA-0051D9FA61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04624" y="1172895"/>
                  <a:ext cx="748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3A7C6D3-2D51-4333-0ADE-45904E2C77FA}"/>
                    </a:ext>
                  </a:extLst>
                </p14:cNvPr>
                <p14:cNvContentPartPr/>
                <p14:nvPr/>
              </p14:nvContentPartPr>
              <p14:xfrm>
                <a:off x="11444864" y="1191615"/>
                <a:ext cx="209520" cy="133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3A7C6D3-2D51-4333-0ADE-45904E2C77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27224" y="1173615"/>
                  <a:ext cx="245160" cy="16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221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86C9-B457-781C-EC3C-0612E026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C810-C877-7410-F764-DCB637C75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90F437-4029-DE9B-6243-F656436548FA}"/>
              </a:ext>
            </a:extLst>
          </p:cNvPr>
          <p:cNvGrpSpPr/>
          <p:nvPr/>
        </p:nvGrpSpPr>
        <p:grpSpPr>
          <a:xfrm>
            <a:off x="4091144" y="791655"/>
            <a:ext cx="1499760" cy="770400"/>
            <a:chOff x="4091144" y="791655"/>
            <a:chExt cx="1499760" cy="7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772C05-2DED-19B9-7B50-53DE47DD6A00}"/>
                    </a:ext>
                  </a:extLst>
                </p14:cNvPr>
                <p14:cNvContentPartPr/>
                <p14:nvPr/>
              </p14:nvContentPartPr>
              <p14:xfrm>
                <a:off x="4091144" y="941775"/>
                <a:ext cx="26280" cy="3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772C05-2DED-19B9-7B50-53DE47DD6A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73144" y="923775"/>
                  <a:ext cx="619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8AEB19-2266-68D0-C860-1B2ED6CF6E93}"/>
                    </a:ext>
                  </a:extLst>
                </p14:cNvPr>
                <p14:cNvContentPartPr/>
                <p14:nvPr/>
              </p14:nvContentPartPr>
              <p14:xfrm>
                <a:off x="4091864" y="925935"/>
                <a:ext cx="99360" cy="25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8AEB19-2266-68D0-C860-1B2ED6CF6E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74224" y="907935"/>
                  <a:ext cx="135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FA62A5-72CD-E0BB-5A47-46F4AE056303}"/>
                    </a:ext>
                  </a:extLst>
                </p14:cNvPr>
                <p14:cNvContentPartPr/>
                <p14:nvPr/>
              </p14:nvContentPartPr>
              <p14:xfrm>
                <a:off x="4106984" y="1082175"/>
                <a:ext cx="128160" cy="4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FA62A5-72CD-E0BB-5A47-46F4AE05630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88984" y="1064175"/>
                  <a:ext cx="163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5EBBC8D-AE9C-C71C-3AEA-F10D6FC8E2A9}"/>
                    </a:ext>
                  </a:extLst>
                </p14:cNvPr>
                <p14:cNvContentPartPr/>
                <p14:nvPr/>
              </p14:nvContentPartPr>
              <p14:xfrm>
                <a:off x="4295984" y="1038975"/>
                <a:ext cx="113400" cy="15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5EBBC8D-AE9C-C71C-3AEA-F10D6FC8E2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77984" y="1021335"/>
                  <a:ext cx="149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EB6CF8-DB3C-67D5-9A2C-A3E45ABAEE41}"/>
                    </a:ext>
                  </a:extLst>
                </p14:cNvPr>
                <p14:cNvContentPartPr/>
                <p14:nvPr/>
              </p14:nvContentPartPr>
              <p14:xfrm>
                <a:off x="4489664" y="1007655"/>
                <a:ext cx="68040" cy="12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EB6CF8-DB3C-67D5-9A2C-A3E45ABAEE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72024" y="989655"/>
                  <a:ext cx="1036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03D67C-F04A-94FA-6BAC-5719BE8D5911}"/>
                    </a:ext>
                  </a:extLst>
                </p14:cNvPr>
                <p14:cNvContentPartPr/>
                <p14:nvPr/>
              </p14:nvContentPartPr>
              <p14:xfrm>
                <a:off x="4756784" y="981375"/>
                <a:ext cx="208080" cy="147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03D67C-F04A-94FA-6BAC-5719BE8D59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39144" y="963735"/>
                  <a:ext cx="24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553866D-726E-B3E8-99E4-E460CBEEA50B}"/>
                    </a:ext>
                  </a:extLst>
                </p14:cNvPr>
                <p14:cNvContentPartPr/>
                <p14:nvPr/>
              </p14:nvContentPartPr>
              <p14:xfrm>
                <a:off x="5055584" y="976335"/>
                <a:ext cx="142200" cy="105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553866D-726E-B3E8-99E4-E460CBEEA5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37584" y="958335"/>
                  <a:ext cx="177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F6EC70-9971-0DDF-0177-B9DBCB3F01DB}"/>
                    </a:ext>
                  </a:extLst>
                </p14:cNvPr>
                <p14:cNvContentPartPr/>
                <p14:nvPr/>
              </p14:nvContentPartPr>
              <p14:xfrm>
                <a:off x="5226224" y="947535"/>
                <a:ext cx="94320" cy="110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F6EC70-9971-0DDF-0177-B9DBCB3F01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08224" y="929895"/>
                  <a:ext cx="129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9AAEF6-190D-27F3-1EB2-BA5E21FD7864}"/>
                    </a:ext>
                  </a:extLst>
                </p14:cNvPr>
                <p14:cNvContentPartPr/>
                <p14:nvPr/>
              </p14:nvContentPartPr>
              <p14:xfrm>
                <a:off x="5480744" y="791655"/>
                <a:ext cx="110160" cy="33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9AAEF6-190D-27F3-1EB2-BA5E21FD78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63104" y="773655"/>
                  <a:ext cx="1458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81CCFE-530A-AFA2-204B-A52F148293D3}"/>
                    </a:ext>
                  </a:extLst>
                </p14:cNvPr>
                <p14:cNvContentPartPr/>
                <p14:nvPr/>
              </p14:nvContentPartPr>
              <p14:xfrm>
                <a:off x="4632944" y="1283055"/>
                <a:ext cx="15120" cy="252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81CCFE-530A-AFA2-204B-A52F148293D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5304" y="1265415"/>
                  <a:ext cx="507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81207E-E671-EA29-9AB2-EF3EC9F065D1}"/>
                    </a:ext>
                  </a:extLst>
                </p14:cNvPr>
                <p14:cNvContentPartPr/>
                <p14:nvPr/>
              </p14:nvContentPartPr>
              <p14:xfrm>
                <a:off x="4636184" y="1416975"/>
                <a:ext cx="145800" cy="145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81207E-E671-EA29-9AB2-EF3EC9F065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8184" y="1399335"/>
                  <a:ext cx="181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D608E84-9308-C317-D474-27190C647144}"/>
                    </a:ext>
                  </a:extLst>
                </p14:cNvPr>
                <p14:cNvContentPartPr/>
                <p14:nvPr/>
              </p14:nvContentPartPr>
              <p14:xfrm>
                <a:off x="4833824" y="1459455"/>
                <a:ext cx="10800" cy="78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D608E84-9308-C317-D474-27190C6471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16184" y="1441455"/>
                  <a:ext cx="46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D50DBD-309D-F4B6-0378-8AD1D0F1FA92}"/>
                    </a:ext>
                  </a:extLst>
                </p14:cNvPr>
                <p14:cNvContentPartPr/>
                <p14:nvPr/>
              </p14:nvContentPartPr>
              <p14:xfrm>
                <a:off x="4846424" y="1334175"/>
                <a:ext cx="16560" cy="20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D50DBD-309D-F4B6-0378-8AD1D0F1FA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28424" y="1316535"/>
                  <a:ext cx="5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2B5103-9AAB-3A64-11F0-92F909644958}"/>
                    </a:ext>
                  </a:extLst>
                </p14:cNvPr>
                <p14:cNvContentPartPr/>
                <p14:nvPr/>
              </p14:nvContentPartPr>
              <p14:xfrm>
                <a:off x="4945424" y="1378095"/>
                <a:ext cx="14904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2B5103-9AAB-3A64-11F0-92F9096449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27784" y="1360095"/>
                  <a:ext cx="184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07E8A9-4E1A-DD7E-99EC-AC25FA96BE6A}"/>
                    </a:ext>
                  </a:extLst>
                </p14:cNvPr>
                <p14:cNvContentPartPr/>
                <p14:nvPr/>
              </p14:nvContentPartPr>
              <p14:xfrm>
                <a:off x="5177264" y="1349295"/>
                <a:ext cx="112320" cy="154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07E8A9-4E1A-DD7E-99EC-AC25FA96BE6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59624" y="1331655"/>
                  <a:ext cx="14796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DA033E-EC95-BD6F-1DE0-5D6FD6991950}"/>
              </a:ext>
            </a:extLst>
          </p:cNvPr>
          <p:cNvGrpSpPr/>
          <p:nvPr/>
        </p:nvGrpSpPr>
        <p:grpSpPr>
          <a:xfrm>
            <a:off x="3361064" y="1752855"/>
            <a:ext cx="2504880" cy="2217240"/>
            <a:chOff x="3361064" y="1752855"/>
            <a:chExt cx="2504880" cy="22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850447-098B-220D-A9F2-CB4CE64865E7}"/>
                    </a:ext>
                  </a:extLst>
                </p14:cNvPr>
                <p14:cNvContentPartPr/>
                <p14:nvPr/>
              </p14:nvContentPartPr>
              <p14:xfrm>
                <a:off x="4382744" y="1794615"/>
                <a:ext cx="94680" cy="540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850447-098B-220D-A9F2-CB4CE64865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65104" y="1776615"/>
                  <a:ext cx="1303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AE97A5-0C78-2D47-01E4-5B4183430F07}"/>
                    </a:ext>
                  </a:extLst>
                </p14:cNvPr>
                <p14:cNvContentPartPr/>
                <p14:nvPr/>
              </p14:nvContentPartPr>
              <p14:xfrm>
                <a:off x="4343504" y="1855455"/>
                <a:ext cx="466920" cy="449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AE97A5-0C78-2D47-01E4-5B4183430F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5864" y="1837815"/>
                  <a:ext cx="50256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A7635C-F3D8-C914-AFC9-63172CFE9D55}"/>
                    </a:ext>
                  </a:extLst>
                </p14:cNvPr>
                <p14:cNvContentPartPr/>
                <p14:nvPr/>
              </p14:nvContentPartPr>
              <p14:xfrm>
                <a:off x="4918064" y="1752855"/>
                <a:ext cx="81720" cy="618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A7635C-F3D8-C914-AFC9-63172CFE9D5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00424" y="1734855"/>
                  <a:ext cx="1173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92528E-7818-3421-944D-B7A79E8AB235}"/>
                    </a:ext>
                  </a:extLst>
                </p14:cNvPr>
                <p14:cNvContentPartPr/>
                <p14:nvPr/>
              </p14:nvContentPartPr>
              <p14:xfrm>
                <a:off x="4932464" y="2041935"/>
                <a:ext cx="806760" cy="48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92528E-7818-3421-944D-B7A79E8AB2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14824" y="2024295"/>
                  <a:ext cx="8424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246F60-F919-E4F3-380E-C45684E26A89}"/>
                    </a:ext>
                  </a:extLst>
                </p14:cNvPr>
                <p14:cNvContentPartPr/>
                <p14:nvPr/>
              </p14:nvContentPartPr>
              <p14:xfrm>
                <a:off x="3685064" y="2091615"/>
                <a:ext cx="915840" cy="5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246F60-F919-E4F3-380E-C45684E26A8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67424" y="2073615"/>
                  <a:ext cx="951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24F76F-7173-CD93-99D7-F45CD243DC78}"/>
                    </a:ext>
                  </a:extLst>
                </p14:cNvPr>
                <p14:cNvContentPartPr/>
                <p14:nvPr/>
              </p14:nvContentPartPr>
              <p14:xfrm>
                <a:off x="3677864" y="2126895"/>
                <a:ext cx="91440" cy="92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24F76F-7173-CD93-99D7-F45CD243DC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9864" y="2109255"/>
                  <a:ext cx="127080" cy="9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AB0188-BD34-7E66-3B31-C23DFF4DCA28}"/>
                    </a:ext>
                  </a:extLst>
                </p14:cNvPr>
                <p14:cNvContentPartPr/>
                <p14:nvPr/>
              </p14:nvContentPartPr>
              <p14:xfrm>
                <a:off x="3425864" y="3110775"/>
                <a:ext cx="700200" cy="6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AB0188-BD34-7E66-3B31-C23DFF4DCA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08224" y="3093135"/>
                  <a:ext cx="73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EF6798-FB05-6130-DD4D-EC10B1D5BE7A}"/>
                    </a:ext>
                  </a:extLst>
                </p14:cNvPr>
                <p14:cNvContentPartPr/>
                <p14:nvPr/>
              </p14:nvContentPartPr>
              <p14:xfrm>
                <a:off x="3816464" y="3242175"/>
                <a:ext cx="93960" cy="47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EF6798-FB05-6130-DD4D-EC10B1D5BE7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98464" y="3224175"/>
                  <a:ext cx="129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3099B3-024C-B13A-2FC4-E1C497CF575C}"/>
                    </a:ext>
                  </a:extLst>
                </p14:cNvPr>
                <p14:cNvContentPartPr/>
                <p14:nvPr/>
              </p14:nvContentPartPr>
              <p14:xfrm>
                <a:off x="3878744" y="3265215"/>
                <a:ext cx="168120" cy="704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3099B3-024C-B13A-2FC4-E1C497CF57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61104" y="3247575"/>
                  <a:ext cx="20376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B115B5-6898-9670-81BC-A65A0A3CE41A}"/>
                    </a:ext>
                  </a:extLst>
                </p14:cNvPr>
                <p14:cNvContentPartPr/>
                <p14:nvPr/>
              </p14:nvContentPartPr>
              <p14:xfrm>
                <a:off x="4018424" y="3765975"/>
                <a:ext cx="1824840" cy="19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B115B5-6898-9670-81BC-A65A0A3CE4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00784" y="3747975"/>
                  <a:ext cx="1860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D47D81-2907-D8CE-EFC6-96F9CB5C9C3B}"/>
                    </a:ext>
                  </a:extLst>
                </p14:cNvPr>
                <p14:cNvContentPartPr/>
                <p14:nvPr/>
              </p14:nvContentPartPr>
              <p14:xfrm>
                <a:off x="5790704" y="2036175"/>
                <a:ext cx="75240" cy="1704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D47D81-2907-D8CE-EFC6-96F9CB5C9C3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73064" y="2018175"/>
                  <a:ext cx="110880" cy="17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4D7619B-0C6B-3B46-1B87-116247975C67}"/>
                    </a:ext>
                  </a:extLst>
                </p14:cNvPr>
                <p14:cNvContentPartPr/>
                <p14:nvPr/>
              </p14:nvContentPartPr>
              <p14:xfrm>
                <a:off x="3361064" y="2880015"/>
                <a:ext cx="147240" cy="20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4D7619B-0C6B-3B46-1B87-116247975C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43064" y="2862375"/>
                  <a:ext cx="182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F4DFD9-379E-F948-4C33-909B4BD6BB9D}"/>
                    </a:ext>
                  </a:extLst>
                </p14:cNvPr>
                <p14:cNvContentPartPr/>
                <p14:nvPr/>
              </p14:nvContentPartPr>
              <p14:xfrm>
                <a:off x="3450704" y="2795415"/>
                <a:ext cx="9360" cy="165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F4DFD9-379E-F948-4C33-909B4BD6BB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32704" y="2777415"/>
                  <a:ext cx="4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A889405-F7C7-E1FF-22CC-9006FF51E726}"/>
                    </a:ext>
                  </a:extLst>
                </p14:cNvPr>
                <p14:cNvContentPartPr/>
                <p14:nvPr/>
              </p14:nvContentPartPr>
              <p14:xfrm>
                <a:off x="3627464" y="3432615"/>
                <a:ext cx="105480" cy="3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A889405-F7C7-E1FF-22CC-9006FF51E7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09464" y="3414975"/>
                  <a:ext cx="1411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DD3F077-1545-45AB-8188-FD2A0AAB1565}"/>
              </a:ext>
            </a:extLst>
          </p:cNvPr>
          <p:cNvGrpSpPr/>
          <p:nvPr/>
        </p:nvGrpSpPr>
        <p:grpSpPr>
          <a:xfrm>
            <a:off x="4260704" y="2507415"/>
            <a:ext cx="1299240" cy="972360"/>
            <a:chOff x="4260704" y="2507415"/>
            <a:chExt cx="1299240" cy="97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9B8C4B-389B-E044-A6C0-E57538EA44A6}"/>
                    </a:ext>
                  </a:extLst>
                </p14:cNvPr>
                <p14:cNvContentPartPr/>
                <p14:nvPr/>
              </p14:nvContentPartPr>
              <p14:xfrm>
                <a:off x="4260704" y="2507415"/>
                <a:ext cx="1225800" cy="97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9B8C4B-389B-E044-A6C0-E57538EA44A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42704" y="2489415"/>
                  <a:ext cx="1261440" cy="10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3073B8-D41C-903F-1744-732867245E18}"/>
                    </a:ext>
                  </a:extLst>
                </p14:cNvPr>
                <p14:cNvContentPartPr/>
                <p14:nvPr/>
              </p14:nvContentPartPr>
              <p14:xfrm>
                <a:off x="5343224" y="3174135"/>
                <a:ext cx="216720" cy="134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3073B8-D41C-903F-1744-732867245E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25224" y="3156495"/>
                  <a:ext cx="252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F3C967-65E9-67D6-89FF-056A5C295BD1}"/>
                    </a:ext>
                  </a:extLst>
                </p14:cNvPr>
                <p14:cNvContentPartPr/>
                <p14:nvPr/>
              </p14:nvContentPartPr>
              <p14:xfrm>
                <a:off x="4825544" y="2894775"/>
                <a:ext cx="78840" cy="316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F3C967-65E9-67D6-89FF-056A5C295B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07544" y="2877135"/>
                  <a:ext cx="114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2612A8-B9D7-AD57-31DD-0101034CC0F4}"/>
                    </a:ext>
                  </a:extLst>
                </p14:cNvPr>
                <p14:cNvContentPartPr/>
                <p14:nvPr/>
              </p14:nvContentPartPr>
              <p14:xfrm>
                <a:off x="4794584" y="2923935"/>
                <a:ext cx="91440" cy="68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2612A8-B9D7-AD57-31DD-0101034CC0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76944" y="2905935"/>
                  <a:ext cx="127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B387CF-BE69-1C09-38E9-D2859FF221C6}"/>
                    </a:ext>
                  </a:extLst>
                </p14:cNvPr>
                <p14:cNvContentPartPr/>
                <p14:nvPr/>
              </p14:nvContentPartPr>
              <p14:xfrm>
                <a:off x="4839584" y="3166215"/>
                <a:ext cx="149400" cy="43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B387CF-BE69-1C09-38E9-D2859FF221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21584" y="3148575"/>
                  <a:ext cx="18504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7E1F7AE-2955-68B3-E831-E59AE81E1F0A}"/>
                  </a:ext>
                </a:extLst>
              </p14:cNvPr>
              <p14:cNvContentPartPr/>
              <p14:nvPr/>
            </p14:nvContentPartPr>
            <p14:xfrm>
              <a:off x="3395624" y="1819455"/>
              <a:ext cx="2527560" cy="1888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7E1F7AE-2955-68B3-E831-E59AE81E1F0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41984" y="1711455"/>
                <a:ext cx="2635200" cy="21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62A816C-165D-073F-53F1-A8A30E28B701}"/>
                  </a:ext>
                </a:extLst>
              </p14:cNvPr>
              <p14:cNvContentPartPr/>
              <p14:nvPr/>
            </p14:nvContentPartPr>
            <p14:xfrm>
              <a:off x="7739384" y="1946175"/>
              <a:ext cx="2173320" cy="1856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62A816C-165D-073F-53F1-A8A30E28B7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85384" y="1838175"/>
                <a:ext cx="2280960" cy="20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DB06C12-BDDD-965E-432C-40E05F850BAA}"/>
                  </a:ext>
                </a:extLst>
              </p14:cNvPr>
              <p14:cNvContentPartPr/>
              <p14:nvPr/>
            </p14:nvContentPartPr>
            <p14:xfrm>
              <a:off x="3924104" y="2706135"/>
              <a:ext cx="2018160" cy="12826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DB06C12-BDDD-965E-432C-40E05F850BA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870104" y="2598135"/>
                <a:ext cx="2125800" cy="14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CDC28E4-54D2-2C7C-D36C-39A23D31F959}"/>
                  </a:ext>
                </a:extLst>
              </p14:cNvPr>
              <p14:cNvContentPartPr/>
              <p14:nvPr/>
            </p14:nvContentPartPr>
            <p14:xfrm>
              <a:off x="9025304" y="1969935"/>
              <a:ext cx="282960" cy="932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CDC28E4-54D2-2C7C-D36C-39A23D31F95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971664" y="1861935"/>
                <a:ext cx="390600" cy="30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B2165693-2BBF-96D4-3687-9F459262DE1D}"/>
              </a:ext>
            </a:extLst>
          </p:cNvPr>
          <p:cNvGrpSpPr/>
          <p:nvPr/>
        </p:nvGrpSpPr>
        <p:grpSpPr>
          <a:xfrm>
            <a:off x="3594704" y="4520895"/>
            <a:ext cx="1486800" cy="384480"/>
            <a:chOff x="3594704" y="4520895"/>
            <a:chExt cx="148680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6755C56-0D63-1C5E-D6EB-932926945E19}"/>
                    </a:ext>
                  </a:extLst>
                </p14:cNvPr>
                <p14:cNvContentPartPr/>
                <p14:nvPr/>
              </p14:nvContentPartPr>
              <p14:xfrm>
                <a:off x="3594704" y="4611975"/>
                <a:ext cx="150480" cy="293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6755C56-0D63-1C5E-D6EB-932926945E1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77064" y="4593975"/>
                  <a:ext cx="1861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B8C0A87-E5D3-1F12-DC55-6200CE5A0751}"/>
                    </a:ext>
                  </a:extLst>
                </p14:cNvPr>
                <p14:cNvContentPartPr/>
                <p14:nvPr/>
              </p14:nvContentPartPr>
              <p14:xfrm>
                <a:off x="3851744" y="4779375"/>
                <a:ext cx="163080" cy="100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B8C0A87-E5D3-1F12-DC55-6200CE5A075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34104" y="4761735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DE932E-F8E6-B45B-9D8A-0C0B42F1DDF1}"/>
                    </a:ext>
                  </a:extLst>
                </p14:cNvPr>
                <p14:cNvContentPartPr/>
                <p14:nvPr/>
              </p14:nvContentPartPr>
              <p14:xfrm>
                <a:off x="4086824" y="4724295"/>
                <a:ext cx="86760" cy="119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DE932E-F8E6-B45B-9D8A-0C0B42F1DD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69184" y="4706295"/>
                  <a:ext cx="122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EC1413-E32F-963E-E04F-5F47BD121A13}"/>
                    </a:ext>
                  </a:extLst>
                </p14:cNvPr>
                <p14:cNvContentPartPr/>
                <p14:nvPr/>
              </p14:nvContentPartPr>
              <p14:xfrm>
                <a:off x="4265744" y="4708815"/>
                <a:ext cx="129960" cy="101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EC1413-E32F-963E-E04F-5F47BD121A1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48104" y="4690815"/>
                  <a:ext cx="165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BC3FC6-DC73-44CD-C51D-C3BC38C6D0B9}"/>
                    </a:ext>
                  </a:extLst>
                </p14:cNvPr>
                <p14:cNvContentPartPr/>
                <p14:nvPr/>
              </p14:nvContentPartPr>
              <p14:xfrm>
                <a:off x="4539344" y="4703055"/>
                <a:ext cx="321840" cy="101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BC3FC6-DC73-44CD-C51D-C3BC38C6D0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21344" y="4685415"/>
                  <a:ext cx="357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426FB5D-9AAD-9891-7AB9-45C92444211B}"/>
                    </a:ext>
                  </a:extLst>
                </p14:cNvPr>
                <p14:cNvContentPartPr/>
                <p14:nvPr/>
              </p14:nvContentPartPr>
              <p14:xfrm>
                <a:off x="4945424" y="4520895"/>
                <a:ext cx="118080" cy="252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426FB5D-9AAD-9891-7AB9-45C92444211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27424" y="4502895"/>
                  <a:ext cx="1537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460128-A313-3CE1-3937-2AAA54E89AA5}"/>
                    </a:ext>
                  </a:extLst>
                </p14:cNvPr>
                <p14:cNvContentPartPr/>
                <p14:nvPr/>
              </p14:nvContentPartPr>
              <p14:xfrm>
                <a:off x="4947944" y="4614135"/>
                <a:ext cx="133560" cy="55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460128-A313-3CE1-3937-2AAA54E89A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29944" y="4596135"/>
                  <a:ext cx="16920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11B28DE-56E3-B8BE-8010-0036523B668C}"/>
              </a:ext>
            </a:extLst>
          </p:cNvPr>
          <p:cNvGrpSpPr/>
          <p:nvPr/>
        </p:nvGrpSpPr>
        <p:grpSpPr>
          <a:xfrm>
            <a:off x="5520344" y="4499655"/>
            <a:ext cx="911160" cy="308160"/>
            <a:chOff x="5520344" y="4499655"/>
            <a:chExt cx="91116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CD3BFA-AFE3-F3E5-7B42-5151AFF94B53}"/>
                    </a:ext>
                  </a:extLst>
                </p14:cNvPr>
                <p14:cNvContentPartPr/>
                <p14:nvPr/>
              </p14:nvContentPartPr>
              <p14:xfrm>
                <a:off x="5588024" y="4499655"/>
                <a:ext cx="37800" cy="30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CD3BFA-AFE3-F3E5-7B42-5151AFF94B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0024" y="4482015"/>
                  <a:ext cx="73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7225D16-F2DC-5519-E583-19702B997A33}"/>
                    </a:ext>
                  </a:extLst>
                </p14:cNvPr>
                <p14:cNvContentPartPr/>
                <p14:nvPr/>
              </p14:nvContentPartPr>
              <p14:xfrm>
                <a:off x="5520344" y="4656975"/>
                <a:ext cx="93600" cy="26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7225D16-F2DC-5519-E583-19702B997A3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02704" y="4639335"/>
                  <a:ext cx="129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6404DA2-989D-188F-09F0-CA293BA07F69}"/>
                    </a:ext>
                  </a:extLst>
                </p14:cNvPr>
                <p14:cNvContentPartPr/>
                <p14:nvPr/>
              </p14:nvContentPartPr>
              <p14:xfrm>
                <a:off x="5805464" y="4555815"/>
                <a:ext cx="41400" cy="223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6404DA2-989D-188F-09F0-CA293BA07F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87824" y="4538175"/>
                  <a:ext cx="77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BB773E-6CD2-B3BC-6E13-3B304F50B31A}"/>
                    </a:ext>
                  </a:extLst>
                </p14:cNvPr>
                <p14:cNvContentPartPr/>
                <p14:nvPr/>
              </p14:nvContentPartPr>
              <p14:xfrm>
                <a:off x="5900504" y="4624215"/>
                <a:ext cx="319320" cy="131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BB773E-6CD2-B3BC-6E13-3B304F50B31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82504" y="4606215"/>
                  <a:ext cx="354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517E75D-9680-7189-37A3-6ABF2C47B65B}"/>
                    </a:ext>
                  </a:extLst>
                </p14:cNvPr>
                <p14:cNvContentPartPr/>
                <p14:nvPr/>
              </p14:nvContentPartPr>
              <p14:xfrm>
                <a:off x="6327824" y="4572375"/>
                <a:ext cx="103680" cy="189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517E75D-9680-7189-37A3-6ABF2C47B6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09824" y="4554375"/>
                  <a:ext cx="13932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B80F912-62FF-BA24-1A6D-DA50F41C094C}"/>
              </a:ext>
            </a:extLst>
          </p:cNvPr>
          <p:cNvGrpSpPr/>
          <p:nvPr/>
        </p:nvGrpSpPr>
        <p:grpSpPr>
          <a:xfrm>
            <a:off x="7539944" y="849975"/>
            <a:ext cx="2323080" cy="2888640"/>
            <a:chOff x="7539944" y="849975"/>
            <a:chExt cx="2323080" cy="28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72EBC4-5518-652C-B7D6-1A83AC4DF431}"/>
                    </a:ext>
                  </a:extLst>
                </p14:cNvPr>
                <p14:cNvContentPartPr/>
                <p14:nvPr/>
              </p14:nvContentPartPr>
              <p14:xfrm>
                <a:off x="8204504" y="872655"/>
                <a:ext cx="30960" cy="325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72EBC4-5518-652C-B7D6-1A83AC4DF43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186864" y="855015"/>
                  <a:ext cx="666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8BFC6C0-2FCA-00C1-2679-65B5F6C5645C}"/>
                    </a:ext>
                  </a:extLst>
                </p14:cNvPr>
                <p14:cNvContentPartPr/>
                <p14:nvPr/>
              </p14:nvContentPartPr>
              <p14:xfrm>
                <a:off x="8182184" y="849975"/>
                <a:ext cx="191160" cy="242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8BFC6C0-2FCA-00C1-2679-65B5F6C5645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64184" y="832335"/>
                  <a:ext cx="226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48C4BC9-0AD2-2D27-EA67-54E8F180BC10}"/>
                    </a:ext>
                  </a:extLst>
                </p14:cNvPr>
                <p14:cNvContentPartPr/>
                <p14:nvPr/>
              </p14:nvContentPartPr>
              <p14:xfrm>
                <a:off x="8434184" y="951855"/>
                <a:ext cx="146520" cy="150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48C4BC9-0AD2-2D27-EA67-54E8F180BC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16544" y="933855"/>
                  <a:ext cx="182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D19550-672D-4316-CF46-BB639C006343}"/>
                    </a:ext>
                  </a:extLst>
                </p14:cNvPr>
                <p14:cNvContentPartPr/>
                <p14:nvPr/>
              </p14:nvContentPartPr>
              <p14:xfrm>
                <a:off x="8645144" y="898215"/>
                <a:ext cx="123120" cy="129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D19550-672D-4316-CF46-BB639C0063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27504" y="880575"/>
                  <a:ext cx="158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8F8BDFD-3EF3-C0E9-2737-D3AE6D5EDE3C}"/>
                    </a:ext>
                  </a:extLst>
                </p14:cNvPr>
                <p14:cNvContentPartPr/>
                <p14:nvPr/>
              </p14:nvContentPartPr>
              <p14:xfrm>
                <a:off x="8853944" y="906855"/>
                <a:ext cx="118800" cy="125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8F8BDFD-3EF3-C0E9-2737-D3AE6D5EDE3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35944" y="888855"/>
                  <a:ext cx="154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4A1C62-AF88-1182-8708-C083A1B62D2E}"/>
                    </a:ext>
                  </a:extLst>
                </p14:cNvPr>
                <p14:cNvContentPartPr/>
                <p14:nvPr/>
              </p14:nvContentPartPr>
              <p14:xfrm>
                <a:off x="9058784" y="882375"/>
                <a:ext cx="136440" cy="141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4A1C62-AF88-1182-8708-C083A1B62D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41144" y="864735"/>
                  <a:ext cx="172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F8E05F-4E5B-7415-9827-CB99E777D02B}"/>
                    </a:ext>
                  </a:extLst>
                </p14:cNvPr>
                <p14:cNvContentPartPr/>
                <p14:nvPr/>
              </p14:nvContentPartPr>
              <p14:xfrm>
                <a:off x="9324464" y="859695"/>
                <a:ext cx="52200" cy="17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F8E05F-4E5B-7415-9827-CB99E777D0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06464" y="842055"/>
                  <a:ext cx="87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44DBB1-FCDA-F321-6028-18DA4A727294}"/>
                    </a:ext>
                  </a:extLst>
                </p14:cNvPr>
                <p14:cNvContentPartPr/>
                <p14:nvPr/>
              </p14:nvContentPartPr>
              <p14:xfrm>
                <a:off x="9461624" y="865815"/>
                <a:ext cx="133920" cy="168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44DBB1-FCDA-F321-6028-18DA4A7272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443624" y="847815"/>
                  <a:ext cx="169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4D364D5-CC53-38F8-A37E-D7DE91D498ED}"/>
                    </a:ext>
                  </a:extLst>
                </p14:cNvPr>
                <p14:cNvContentPartPr/>
                <p14:nvPr/>
              </p14:nvContentPartPr>
              <p14:xfrm>
                <a:off x="8520584" y="1330215"/>
                <a:ext cx="68040" cy="219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4D364D5-CC53-38F8-A37E-D7DE91D498E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02584" y="1312575"/>
                  <a:ext cx="103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C4743FF-2827-5ED9-F085-762DB68EFB0B}"/>
                    </a:ext>
                  </a:extLst>
                </p14:cNvPr>
                <p14:cNvContentPartPr/>
                <p14:nvPr/>
              </p14:nvContentPartPr>
              <p14:xfrm>
                <a:off x="8550824" y="1419135"/>
                <a:ext cx="135000" cy="129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C4743FF-2827-5ED9-F085-762DB68EFB0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32824" y="1401135"/>
                  <a:ext cx="170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0C545D9-67D7-7DB7-8871-E7E079B7F939}"/>
                    </a:ext>
                  </a:extLst>
                </p14:cNvPr>
                <p14:cNvContentPartPr/>
                <p14:nvPr/>
              </p14:nvContentPartPr>
              <p14:xfrm>
                <a:off x="8765024" y="1455135"/>
                <a:ext cx="55800" cy="11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0C545D9-67D7-7DB7-8871-E7E079B7F9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47384" y="1437135"/>
                  <a:ext cx="91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46DFB2-8F1E-5174-9CB2-4EA869590025}"/>
                    </a:ext>
                  </a:extLst>
                </p14:cNvPr>
                <p14:cNvContentPartPr/>
                <p14:nvPr/>
              </p14:nvContentPartPr>
              <p14:xfrm>
                <a:off x="8816504" y="1324455"/>
                <a:ext cx="11160" cy="20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46DFB2-8F1E-5174-9CB2-4EA86959002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98864" y="1306455"/>
                  <a:ext cx="4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5DE750E-8CCD-2078-4D42-DFEF9FAB71E1}"/>
                    </a:ext>
                  </a:extLst>
                </p14:cNvPr>
                <p14:cNvContentPartPr/>
                <p14:nvPr/>
              </p14:nvContentPartPr>
              <p14:xfrm>
                <a:off x="8917304" y="1419495"/>
                <a:ext cx="122400" cy="125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5DE750E-8CCD-2078-4D42-DFEF9FAB71E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99304" y="1401495"/>
                  <a:ext cx="158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0CCE52E-33F5-C79D-8DE1-8C83673A3AF9}"/>
                    </a:ext>
                  </a:extLst>
                </p14:cNvPr>
                <p14:cNvContentPartPr/>
                <p14:nvPr/>
              </p14:nvContentPartPr>
              <p14:xfrm>
                <a:off x="9208184" y="1410135"/>
                <a:ext cx="95040" cy="178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0CCE52E-33F5-C79D-8DE1-8C83673A3A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90544" y="1392135"/>
                  <a:ext cx="130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335104-AD15-B375-E337-A604DA2B0AEA}"/>
                    </a:ext>
                  </a:extLst>
                </p14:cNvPr>
                <p14:cNvContentPartPr/>
                <p14:nvPr/>
              </p14:nvContentPartPr>
              <p14:xfrm>
                <a:off x="8572064" y="1841415"/>
                <a:ext cx="74520" cy="345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335104-AD15-B375-E337-A604DA2B0AE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54064" y="1823415"/>
                  <a:ext cx="1101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E68BE51-E53E-2756-7C5D-B964C87B8C85}"/>
                    </a:ext>
                  </a:extLst>
                </p14:cNvPr>
                <p14:cNvContentPartPr/>
                <p14:nvPr/>
              </p14:nvContentPartPr>
              <p14:xfrm>
                <a:off x="8525624" y="1789935"/>
                <a:ext cx="369360" cy="441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E68BE51-E53E-2756-7C5D-B964C87B8C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07624" y="1771935"/>
                  <a:ext cx="4050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2DF15E-C03F-7B8F-5D88-3229EFABAFE3}"/>
                    </a:ext>
                  </a:extLst>
                </p14:cNvPr>
                <p14:cNvContentPartPr/>
                <p14:nvPr/>
              </p14:nvContentPartPr>
              <p14:xfrm>
                <a:off x="8913344" y="1796415"/>
                <a:ext cx="46800" cy="51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2DF15E-C03F-7B8F-5D88-3229EFABAF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95344" y="1778415"/>
                  <a:ext cx="8244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B1E5AF1-0A98-4604-5B8F-85684394C448}"/>
                    </a:ext>
                  </a:extLst>
                </p14:cNvPr>
                <p14:cNvContentPartPr/>
                <p14:nvPr/>
              </p14:nvContentPartPr>
              <p14:xfrm>
                <a:off x="8978144" y="2004855"/>
                <a:ext cx="698400" cy="37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B1E5AF1-0A98-4604-5B8F-85684394C44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60504" y="1986855"/>
                  <a:ext cx="73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EC29B3-73F0-BA79-BEA1-D9C68C226C49}"/>
                    </a:ext>
                  </a:extLst>
                </p14:cNvPr>
                <p14:cNvContentPartPr/>
                <p14:nvPr/>
              </p14:nvContentPartPr>
              <p14:xfrm>
                <a:off x="7858544" y="2015295"/>
                <a:ext cx="779400" cy="43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EC29B3-73F0-BA79-BEA1-D9C68C226C4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40904" y="1997295"/>
                  <a:ext cx="815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9A1427A-E49B-2082-EDCB-CC4ED5A6E688}"/>
                    </a:ext>
                  </a:extLst>
                </p14:cNvPr>
                <p14:cNvContentPartPr/>
                <p14:nvPr/>
              </p14:nvContentPartPr>
              <p14:xfrm>
                <a:off x="7853864" y="2062815"/>
                <a:ext cx="61200" cy="746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9A1427A-E49B-2082-EDCB-CC4ED5A6E6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5864" y="2044815"/>
                  <a:ext cx="9684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A4AE29-D512-EDEF-5CE4-66946EC362CD}"/>
                    </a:ext>
                  </a:extLst>
                </p14:cNvPr>
                <p14:cNvContentPartPr/>
                <p14:nvPr/>
              </p14:nvContentPartPr>
              <p14:xfrm>
                <a:off x="7737584" y="2805135"/>
                <a:ext cx="321840" cy="17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A4AE29-D512-EDEF-5CE4-66946EC362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19944" y="2787495"/>
                  <a:ext cx="357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BBF79A-DC30-6CB3-E80A-55E2B50A74DA}"/>
                    </a:ext>
                  </a:extLst>
                </p14:cNvPr>
                <p14:cNvContentPartPr/>
                <p14:nvPr/>
              </p14:nvContentPartPr>
              <p14:xfrm>
                <a:off x="7539944" y="2903055"/>
                <a:ext cx="810000" cy="77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BBF79A-DC30-6CB3-E80A-55E2B50A74D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21944" y="2885055"/>
                  <a:ext cx="845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EF94CF-453C-5C7D-421E-A04EC33BC900}"/>
                    </a:ext>
                  </a:extLst>
                </p14:cNvPr>
                <p14:cNvContentPartPr/>
                <p14:nvPr/>
              </p14:nvContentPartPr>
              <p14:xfrm>
                <a:off x="7967984" y="2947335"/>
                <a:ext cx="79200" cy="729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EF94CF-453C-5C7D-421E-A04EC33BC90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50344" y="2929695"/>
                  <a:ext cx="11484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791E293-9C8B-F114-258F-8FFCF13E7D57}"/>
                    </a:ext>
                  </a:extLst>
                </p14:cNvPr>
                <p14:cNvContentPartPr/>
                <p14:nvPr/>
              </p14:nvContentPartPr>
              <p14:xfrm>
                <a:off x="8010104" y="3575175"/>
                <a:ext cx="1728720" cy="163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791E293-9C8B-F114-258F-8FFCF13E7D5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92104" y="3557535"/>
                  <a:ext cx="1764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3172153-D30C-D949-DA77-9ACB15FC8722}"/>
                    </a:ext>
                  </a:extLst>
                </p14:cNvPr>
                <p14:cNvContentPartPr/>
                <p14:nvPr/>
              </p14:nvContentPartPr>
              <p14:xfrm>
                <a:off x="9701384" y="1954095"/>
                <a:ext cx="161640" cy="161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3172153-D30C-D949-DA77-9ACB15FC87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83744" y="1936455"/>
                  <a:ext cx="197280" cy="16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2FD8DCC-F7E1-F022-5A9C-599BF51BCD48}"/>
                    </a:ext>
                  </a:extLst>
                </p14:cNvPr>
                <p14:cNvContentPartPr/>
                <p14:nvPr/>
              </p14:nvContentPartPr>
              <p14:xfrm>
                <a:off x="8072744" y="2592375"/>
                <a:ext cx="124200" cy="22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2FD8DCC-F7E1-F022-5A9C-599BF51BCD4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55104" y="2574375"/>
                  <a:ext cx="159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3A5A1A-60A0-62B4-2E16-27D308297D53}"/>
                    </a:ext>
                  </a:extLst>
                </p14:cNvPr>
                <p14:cNvContentPartPr/>
                <p14:nvPr/>
              </p14:nvContentPartPr>
              <p14:xfrm>
                <a:off x="8174624" y="3181335"/>
                <a:ext cx="162720" cy="22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3A5A1A-60A0-62B4-2E16-27D308297D5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56984" y="3163335"/>
                  <a:ext cx="198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91727C-4A54-7BD5-AA22-3F8517E76B27}"/>
                    </a:ext>
                  </a:extLst>
                </p14:cNvPr>
                <p14:cNvContentPartPr/>
                <p14:nvPr/>
              </p14:nvContentPartPr>
              <p14:xfrm>
                <a:off x="8275064" y="3094935"/>
                <a:ext cx="32760" cy="221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91727C-4A54-7BD5-AA22-3F8517E76B2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257064" y="3077295"/>
                  <a:ext cx="684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BF9F1B-B18F-16BF-FAED-F53F30CDAC8D}"/>
                    </a:ext>
                  </a:extLst>
                </p14:cNvPr>
                <p14:cNvContentPartPr/>
                <p14:nvPr/>
              </p14:nvContentPartPr>
              <p14:xfrm>
                <a:off x="8556584" y="2547015"/>
                <a:ext cx="914400" cy="636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BF9F1B-B18F-16BF-FAED-F53F30CDAC8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38944" y="2529375"/>
                  <a:ext cx="9500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CAE0F5E-5AB9-50AE-1CE2-1DC5FDE0B201}"/>
                    </a:ext>
                  </a:extLst>
                </p14:cNvPr>
                <p14:cNvContentPartPr/>
                <p14:nvPr/>
              </p14:nvContentPartPr>
              <p14:xfrm>
                <a:off x="9345344" y="3078015"/>
                <a:ext cx="194040" cy="102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CAE0F5E-5AB9-50AE-1CE2-1DC5FDE0B2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27344" y="3060015"/>
                  <a:ext cx="229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0C974B-F3F9-71F4-D117-857BE0546522}"/>
                    </a:ext>
                  </a:extLst>
                </p14:cNvPr>
                <p14:cNvContentPartPr/>
                <p14:nvPr/>
              </p14:nvContentPartPr>
              <p14:xfrm>
                <a:off x="8823344" y="2449455"/>
                <a:ext cx="291240" cy="309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0C974B-F3F9-71F4-D117-857BE054652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05704" y="2431815"/>
                  <a:ext cx="326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ABD079-23B9-C538-3790-73FBE2FF1583}"/>
                    </a:ext>
                  </a:extLst>
                </p14:cNvPr>
                <p14:cNvContentPartPr/>
                <p14:nvPr/>
              </p14:nvContentPartPr>
              <p14:xfrm>
                <a:off x="8887424" y="2356935"/>
                <a:ext cx="160560" cy="398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ABD079-23B9-C538-3790-73FBE2FF15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69784" y="2338935"/>
                  <a:ext cx="1962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8E30661-D784-975D-1008-0C24A23665BB}"/>
                    </a:ext>
                  </a:extLst>
                </p14:cNvPr>
                <p14:cNvContentPartPr/>
                <p14:nvPr/>
              </p14:nvContentPartPr>
              <p14:xfrm>
                <a:off x="8344544" y="1719015"/>
                <a:ext cx="815040" cy="43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8E30661-D784-975D-1008-0C24A23665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26904" y="1701375"/>
                  <a:ext cx="85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78DA534-03C8-EA19-1BCE-BE5B65922861}"/>
                    </a:ext>
                  </a:extLst>
                </p14:cNvPr>
                <p14:cNvContentPartPr/>
                <p14:nvPr/>
              </p14:nvContentPartPr>
              <p14:xfrm>
                <a:off x="8354984" y="1671855"/>
                <a:ext cx="85680" cy="130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78DA534-03C8-EA19-1BCE-BE5B659228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37344" y="1654215"/>
                  <a:ext cx="1213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0656540-808F-03D7-3EF9-34A67AF56445}"/>
              </a:ext>
            </a:extLst>
          </p:cNvPr>
          <p:cNvGrpSpPr/>
          <p:nvPr/>
        </p:nvGrpSpPr>
        <p:grpSpPr>
          <a:xfrm>
            <a:off x="8099024" y="3975855"/>
            <a:ext cx="3306960" cy="2351160"/>
            <a:chOff x="8099024" y="3975855"/>
            <a:chExt cx="3306960" cy="23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4B21AD-F6C4-D0A2-FC93-3C78A423A8FB}"/>
                    </a:ext>
                  </a:extLst>
                </p14:cNvPr>
                <p14:cNvContentPartPr/>
                <p14:nvPr/>
              </p14:nvContentPartPr>
              <p14:xfrm>
                <a:off x="8419064" y="4325415"/>
                <a:ext cx="4320" cy="306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4B21AD-F6C4-D0A2-FC93-3C78A423A8F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01064" y="4307775"/>
                  <a:ext cx="399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CEA0A3-BB76-AAA4-342E-D889F7BA0830}"/>
                    </a:ext>
                  </a:extLst>
                </p14:cNvPr>
                <p14:cNvContentPartPr/>
                <p14:nvPr/>
              </p14:nvContentPartPr>
              <p14:xfrm>
                <a:off x="8382704" y="4300935"/>
                <a:ext cx="258120" cy="217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CEA0A3-BB76-AAA4-342E-D889F7BA083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64704" y="4283295"/>
                  <a:ext cx="29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2352A59-B679-6E1B-5B75-6ADF6A8F5B7F}"/>
                    </a:ext>
                  </a:extLst>
                </p14:cNvPr>
                <p14:cNvContentPartPr/>
                <p14:nvPr/>
              </p14:nvContentPartPr>
              <p14:xfrm>
                <a:off x="8771144" y="4417935"/>
                <a:ext cx="103320" cy="109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2352A59-B679-6E1B-5B75-6ADF6A8F5B7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53144" y="4399935"/>
                  <a:ext cx="138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81C79F4-7917-44D9-8BBA-661DA2EF89D1}"/>
                    </a:ext>
                  </a:extLst>
                </p14:cNvPr>
                <p14:cNvContentPartPr/>
                <p14:nvPr/>
              </p14:nvContentPartPr>
              <p14:xfrm>
                <a:off x="9331304" y="4234335"/>
                <a:ext cx="41400" cy="347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81C79F4-7917-44D9-8BBA-661DA2EF89D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13304" y="4216695"/>
                  <a:ext cx="770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0CF93AE-47D1-EAA4-5DF2-154CB0A3C805}"/>
                    </a:ext>
                  </a:extLst>
                </p14:cNvPr>
                <p14:cNvContentPartPr/>
                <p14:nvPr/>
              </p14:nvContentPartPr>
              <p14:xfrm>
                <a:off x="9214304" y="4407855"/>
                <a:ext cx="191160" cy="60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0CF93AE-47D1-EAA4-5DF2-154CB0A3C8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96664" y="4390215"/>
                  <a:ext cx="226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BA4AB8-B4DD-1A1E-5612-0E20A6EC376D}"/>
                    </a:ext>
                  </a:extLst>
                </p14:cNvPr>
                <p14:cNvContentPartPr/>
                <p14:nvPr/>
              </p14:nvContentPartPr>
              <p14:xfrm>
                <a:off x="9545144" y="4308855"/>
                <a:ext cx="32040" cy="19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BA4AB8-B4DD-1A1E-5612-0E20A6EC376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27144" y="4291215"/>
                  <a:ext cx="67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93038D2-765F-BE63-2070-1D0FFE23C28A}"/>
                    </a:ext>
                  </a:extLst>
                </p14:cNvPr>
                <p14:cNvContentPartPr/>
                <p14:nvPr/>
              </p14:nvContentPartPr>
              <p14:xfrm>
                <a:off x="9661424" y="4397775"/>
                <a:ext cx="117360" cy="82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93038D2-765F-BE63-2070-1D0FFE23C28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43424" y="4379775"/>
                  <a:ext cx="153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87D5CB8-1257-89A6-8AD2-0BAD5E69D178}"/>
                    </a:ext>
                  </a:extLst>
                </p14:cNvPr>
                <p14:cNvContentPartPr/>
                <p14:nvPr/>
              </p14:nvContentPartPr>
              <p14:xfrm>
                <a:off x="9899024" y="4354215"/>
                <a:ext cx="188640" cy="129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87D5CB8-1257-89A6-8AD2-0BAD5E69D17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81384" y="4336215"/>
                  <a:ext cx="224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BCE4400-1EFB-9830-F99A-E5CA83A49A3E}"/>
                    </a:ext>
                  </a:extLst>
                </p14:cNvPr>
                <p14:cNvContentPartPr/>
                <p14:nvPr/>
              </p14:nvContentPartPr>
              <p14:xfrm>
                <a:off x="10169744" y="3975855"/>
                <a:ext cx="275760" cy="955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BCE4400-1EFB-9830-F99A-E5CA83A49A3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52104" y="3957855"/>
                  <a:ext cx="31140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FAA740A-9D2B-DF29-1622-5E6D823EE87A}"/>
                    </a:ext>
                  </a:extLst>
                </p14:cNvPr>
                <p14:cNvContentPartPr/>
                <p14:nvPr/>
              </p14:nvContentPartPr>
              <p14:xfrm>
                <a:off x="8477024" y="5158095"/>
                <a:ext cx="189000" cy="233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FAA740A-9D2B-DF29-1622-5E6D823EE8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59024" y="5140455"/>
                  <a:ext cx="224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3F5010-6322-044B-D6C4-31295C57327D}"/>
                    </a:ext>
                  </a:extLst>
                </p14:cNvPr>
                <p14:cNvContentPartPr/>
                <p14:nvPr/>
              </p14:nvContentPartPr>
              <p14:xfrm>
                <a:off x="8714624" y="5204535"/>
                <a:ext cx="129240" cy="145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3F5010-6322-044B-D6C4-31295C57327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96624" y="5186895"/>
                  <a:ext cx="164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2E5533-0B45-B611-A01B-5549478C3BE1}"/>
                    </a:ext>
                  </a:extLst>
                </p14:cNvPr>
                <p14:cNvContentPartPr/>
                <p14:nvPr/>
              </p14:nvContentPartPr>
              <p14:xfrm>
                <a:off x="8867984" y="5207775"/>
                <a:ext cx="96480" cy="100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2E5533-0B45-B611-A01B-5549478C3BE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50344" y="5190135"/>
                  <a:ext cx="132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941E2B3-2AA4-A83A-9EDE-93EF85C89EAF}"/>
                    </a:ext>
                  </a:extLst>
                </p14:cNvPr>
                <p14:cNvContentPartPr/>
                <p14:nvPr/>
              </p14:nvContentPartPr>
              <p14:xfrm>
                <a:off x="9058424" y="5168895"/>
                <a:ext cx="153000" cy="28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941E2B3-2AA4-A83A-9EDE-93EF85C89EA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040424" y="5150895"/>
                  <a:ext cx="1886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7CF72F0-8B43-0467-4283-0F56DFE8787C}"/>
                    </a:ext>
                  </a:extLst>
                </p14:cNvPr>
                <p14:cNvContentPartPr/>
                <p14:nvPr/>
              </p14:nvContentPartPr>
              <p14:xfrm>
                <a:off x="9566744" y="5168895"/>
                <a:ext cx="114120" cy="190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7CF72F0-8B43-0467-4283-0F56DFE8787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49104" y="5151255"/>
                  <a:ext cx="149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68E8EA4-7910-71F3-BFDE-42632E67EFAF}"/>
                    </a:ext>
                  </a:extLst>
                </p14:cNvPr>
                <p14:cNvContentPartPr/>
                <p14:nvPr/>
              </p14:nvContentPartPr>
              <p14:xfrm>
                <a:off x="9758264" y="5223615"/>
                <a:ext cx="324720" cy="117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68E8EA4-7910-71F3-BFDE-42632E67EF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40264" y="5205975"/>
                  <a:ext cx="360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6AD4C5B-4AD1-0F7C-9845-0C5DC3306162}"/>
                    </a:ext>
                  </a:extLst>
                </p14:cNvPr>
                <p14:cNvContentPartPr/>
                <p14:nvPr/>
              </p14:nvContentPartPr>
              <p14:xfrm>
                <a:off x="10212584" y="5217135"/>
                <a:ext cx="136800" cy="126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6AD4C5B-4AD1-0F7C-9845-0C5DC330616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94584" y="5199495"/>
                  <a:ext cx="172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10B0856-F448-F5F5-0FED-5A0D8458BDFE}"/>
                    </a:ext>
                  </a:extLst>
                </p14:cNvPr>
                <p14:cNvContentPartPr/>
                <p14:nvPr/>
              </p14:nvContentPartPr>
              <p14:xfrm>
                <a:off x="10447664" y="5064135"/>
                <a:ext cx="90000" cy="236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10B0856-F448-F5F5-0FED-5A0D8458BD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29664" y="5046495"/>
                  <a:ext cx="125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434BB98-EA20-91B1-E0D9-79BAD755DBC5}"/>
                    </a:ext>
                  </a:extLst>
                </p14:cNvPr>
                <p14:cNvContentPartPr/>
                <p14:nvPr/>
              </p14:nvContentPartPr>
              <p14:xfrm>
                <a:off x="10668704" y="5045055"/>
                <a:ext cx="25560" cy="218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434BB98-EA20-91B1-E0D9-79BAD755DB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50704" y="5027055"/>
                  <a:ext cx="61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C211C7D-BFB0-DC4C-8F98-01BFC64EA6C8}"/>
                    </a:ext>
                  </a:extLst>
                </p14:cNvPr>
                <p14:cNvContentPartPr/>
                <p14:nvPr/>
              </p14:nvContentPartPr>
              <p14:xfrm>
                <a:off x="8250584" y="5756415"/>
                <a:ext cx="93960" cy="280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C211C7D-BFB0-DC4C-8F98-01BFC64EA6C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32584" y="5738415"/>
                  <a:ext cx="1296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B67957A-BE83-31BB-300C-A5F3A5FF93DE}"/>
                    </a:ext>
                  </a:extLst>
                </p14:cNvPr>
                <p14:cNvContentPartPr/>
                <p14:nvPr/>
              </p14:nvContentPartPr>
              <p14:xfrm>
                <a:off x="8383064" y="5881695"/>
                <a:ext cx="253080" cy="12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B67957A-BE83-31BB-300C-A5F3A5FF93D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65424" y="5863695"/>
                  <a:ext cx="288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6153F0-C5DF-300F-879C-CC9D60D129A8}"/>
                    </a:ext>
                  </a:extLst>
                </p14:cNvPr>
                <p14:cNvContentPartPr/>
                <p14:nvPr/>
              </p14:nvContentPartPr>
              <p14:xfrm>
                <a:off x="8745224" y="5748855"/>
                <a:ext cx="52920" cy="249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6153F0-C5DF-300F-879C-CC9D60D129A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727584" y="5731215"/>
                  <a:ext cx="885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EA6DBF7-E54B-8F71-246A-7BE997B1FBFF}"/>
                    </a:ext>
                  </a:extLst>
                </p14:cNvPr>
                <p14:cNvContentPartPr/>
                <p14:nvPr/>
              </p14:nvContentPartPr>
              <p14:xfrm>
                <a:off x="8793824" y="5863335"/>
                <a:ext cx="144000" cy="11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EA6DBF7-E54B-8F71-246A-7BE997B1FB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75824" y="5845695"/>
                  <a:ext cx="179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7016CD-CCE5-FB66-E31D-8F45BBE69B19}"/>
                    </a:ext>
                  </a:extLst>
                </p14:cNvPr>
                <p14:cNvContentPartPr/>
                <p14:nvPr/>
              </p14:nvContentPartPr>
              <p14:xfrm>
                <a:off x="9001544" y="5875215"/>
                <a:ext cx="166320" cy="117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7016CD-CCE5-FB66-E31D-8F45BBE69B1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83544" y="5857575"/>
                  <a:ext cx="201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7584D1D-D644-0B5C-3723-B412943F0CFD}"/>
                    </a:ext>
                  </a:extLst>
                </p14:cNvPr>
                <p14:cNvContentPartPr/>
                <p14:nvPr/>
              </p14:nvContentPartPr>
              <p14:xfrm>
                <a:off x="9274784" y="5846055"/>
                <a:ext cx="129960" cy="242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7584D1D-D644-0B5C-3723-B412943F0CF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257144" y="5828055"/>
                  <a:ext cx="165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C2791E4-4014-5A92-E8CA-18F1757603AA}"/>
                    </a:ext>
                  </a:extLst>
                </p14:cNvPr>
                <p14:cNvContentPartPr/>
                <p14:nvPr/>
              </p14:nvContentPartPr>
              <p14:xfrm>
                <a:off x="9485744" y="5802855"/>
                <a:ext cx="106200" cy="165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C2791E4-4014-5A92-E8CA-18F1757603A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68104" y="5785215"/>
                  <a:ext cx="141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427A053-57F3-3D0C-21F2-3B32FBE54E50}"/>
                    </a:ext>
                  </a:extLst>
                </p14:cNvPr>
                <p14:cNvContentPartPr/>
                <p14:nvPr/>
              </p14:nvContentPartPr>
              <p14:xfrm>
                <a:off x="9931784" y="5793135"/>
                <a:ext cx="203400" cy="141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427A053-57F3-3D0C-21F2-3B32FBE54E5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3784" y="5775135"/>
                  <a:ext cx="239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519305-09BD-40C8-3011-FE316153C24E}"/>
                    </a:ext>
                  </a:extLst>
                </p14:cNvPr>
                <p14:cNvContentPartPr/>
                <p14:nvPr/>
              </p14:nvContentPartPr>
              <p14:xfrm>
                <a:off x="10086584" y="5804295"/>
                <a:ext cx="204480" cy="165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519305-09BD-40C8-3011-FE316153C24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68584" y="5786295"/>
                  <a:ext cx="240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2C7C9BD-190E-9E80-3C7B-7688B1614B13}"/>
                    </a:ext>
                  </a:extLst>
                </p14:cNvPr>
                <p14:cNvContentPartPr/>
                <p14:nvPr/>
              </p14:nvContentPartPr>
              <p14:xfrm>
                <a:off x="10342544" y="5821215"/>
                <a:ext cx="91440" cy="90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2C7C9BD-190E-9E80-3C7B-7688B1614B1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24544" y="5803215"/>
                  <a:ext cx="127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29896FD-1F98-7811-5222-CB7365C08A96}"/>
                    </a:ext>
                  </a:extLst>
                </p14:cNvPr>
                <p14:cNvContentPartPr/>
                <p14:nvPr/>
              </p14:nvContentPartPr>
              <p14:xfrm>
                <a:off x="10533704" y="5784495"/>
                <a:ext cx="117360" cy="110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29896FD-1F98-7811-5222-CB7365C08A9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516064" y="5766495"/>
                  <a:ext cx="153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2D3F27-D3AE-3CE7-610D-FEC6A7D36E6F}"/>
                    </a:ext>
                  </a:extLst>
                </p14:cNvPr>
                <p14:cNvContentPartPr/>
                <p14:nvPr/>
              </p14:nvContentPartPr>
              <p14:xfrm>
                <a:off x="10759064" y="5771895"/>
                <a:ext cx="316800" cy="119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2D3F27-D3AE-3CE7-610D-FEC6A7D36E6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741424" y="5754255"/>
                  <a:ext cx="352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57F82C4-F7F6-33A4-88D5-24EC1C5B39B2}"/>
                    </a:ext>
                  </a:extLst>
                </p14:cNvPr>
                <p14:cNvContentPartPr/>
                <p14:nvPr/>
              </p14:nvContentPartPr>
              <p14:xfrm>
                <a:off x="11164424" y="5582895"/>
                <a:ext cx="88560" cy="295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57F82C4-F7F6-33A4-88D5-24EC1C5B39B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46784" y="5564895"/>
                  <a:ext cx="1242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23ACDB7-1D24-1A65-A723-8D5325EE27BE}"/>
                    </a:ext>
                  </a:extLst>
                </p14:cNvPr>
                <p14:cNvContentPartPr/>
                <p14:nvPr/>
              </p14:nvContentPartPr>
              <p14:xfrm>
                <a:off x="11147864" y="5698095"/>
                <a:ext cx="159480" cy="71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23ACDB7-1D24-1A65-A723-8D5325EE27B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30224" y="5680455"/>
                  <a:ext cx="195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515C33E-6435-B620-98AC-A23D8254B884}"/>
                    </a:ext>
                  </a:extLst>
                </p14:cNvPr>
                <p14:cNvContentPartPr/>
                <p14:nvPr/>
              </p14:nvContentPartPr>
              <p14:xfrm>
                <a:off x="11400584" y="5791335"/>
                <a:ext cx="5400" cy="2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515C33E-6435-B620-98AC-A23D8254B88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382584" y="5773695"/>
                  <a:ext cx="41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EFC161A-1A4D-725D-FC4B-A2DD99720A24}"/>
                    </a:ext>
                  </a:extLst>
                </p14:cNvPr>
                <p14:cNvContentPartPr/>
                <p14:nvPr/>
              </p14:nvContentPartPr>
              <p14:xfrm>
                <a:off x="8099024" y="6229095"/>
                <a:ext cx="3014280" cy="97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EFC161A-1A4D-725D-FC4B-A2DD99720A2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81024" y="6211455"/>
                  <a:ext cx="3049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2C4BAE2-989E-29BF-AC89-E5AD933DCAC1}"/>
                    </a:ext>
                  </a:extLst>
                </p14:cNvPr>
                <p14:cNvContentPartPr/>
                <p14:nvPr/>
              </p14:nvContentPartPr>
              <p14:xfrm>
                <a:off x="8542904" y="5515575"/>
                <a:ext cx="2307240" cy="120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2C4BAE2-989E-29BF-AC89-E5AD933DCAC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525264" y="5497575"/>
                  <a:ext cx="2342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A0C92ED-D3BB-18D7-8AC4-70BA9F5FD4C2}"/>
              </a:ext>
            </a:extLst>
          </p:cNvPr>
          <p:cNvGrpSpPr/>
          <p:nvPr/>
        </p:nvGrpSpPr>
        <p:grpSpPr>
          <a:xfrm>
            <a:off x="4606664" y="5398935"/>
            <a:ext cx="725040" cy="346680"/>
            <a:chOff x="4606664" y="5398935"/>
            <a:chExt cx="72504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2292106-F2CA-7584-DC1A-15C59F51B8D1}"/>
                    </a:ext>
                  </a:extLst>
                </p14:cNvPr>
                <p14:cNvContentPartPr/>
                <p14:nvPr/>
              </p14:nvContentPartPr>
              <p14:xfrm>
                <a:off x="4606664" y="5398935"/>
                <a:ext cx="29520" cy="346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2292106-F2CA-7584-DC1A-15C59F51B8D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88664" y="5380935"/>
                  <a:ext cx="65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702A392-5A04-0D27-6130-5BAEFF74DC06}"/>
                    </a:ext>
                  </a:extLst>
                </p14:cNvPr>
                <p14:cNvContentPartPr/>
                <p14:nvPr/>
              </p14:nvContentPartPr>
              <p14:xfrm>
                <a:off x="4867304" y="5581095"/>
                <a:ext cx="241920" cy="86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702A392-5A04-0D27-6130-5BAEFF74DC0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849304" y="5563095"/>
                  <a:ext cx="277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ED6D7BA-4D64-92A4-D1C2-DF32D5B8747E}"/>
                    </a:ext>
                  </a:extLst>
                </p14:cNvPr>
                <p14:cNvContentPartPr/>
                <p14:nvPr/>
              </p14:nvContentPartPr>
              <p14:xfrm>
                <a:off x="5218304" y="5434575"/>
                <a:ext cx="9360" cy="303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ED6D7BA-4D64-92A4-D1C2-DF32D5B8747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00304" y="5416575"/>
                  <a:ext cx="450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F4E0C8D-70BC-3EEB-F4FD-B292C65BC650}"/>
                    </a:ext>
                  </a:extLst>
                </p14:cNvPr>
                <p14:cNvContentPartPr/>
                <p14:nvPr/>
              </p14:nvContentPartPr>
              <p14:xfrm>
                <a:off x="5210384" y="5471295"/>
                <a:ext cx="100800" cy="183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F4E0C8D-70BC-3EEB-F4FD-B292C65BC6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92744" y="5453295"/>
                  <a:ext cx="136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EA309AA-D401-7FE3-C5CB-065611E7769C}"/>
                    </a:ext>
                  </a:extLst>
                </p14:cNvPr>
                <p14:cNvContentPartPr/>
                <p14:nvPr/>
              </p14:nvContentPartPr>
              <p14:xfrm>
                <a:off x="5239184" y="5590455"/>
                <a:ext cx="92520" cy="37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EA309AA-D401-7FE3-C5CB-065611E776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21184" y="5572455"/>
                  <a:ext cx="1281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A43FD6F-2DFB-1845-6724-E8AEFC233258}"/>
              </a:ext>
            </a:extLst>
          </p:cNvPr>
          <p:cNvGrpSpPr/>
          <p:nvPr/>
        </p:nvGrpSpPr>
        <p:grpSpPr>
          <a:xfrm>
            <a:off x="9458384" y="6460215"/>
            <a:ext cx="674640" cy="339840"/>
            <a:chOff x="9458384" y="6460215"/>
            <a:chExt cx="67464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24EB9A-26C6-C297-5B3E-CDE7E957C355}"/>
                    </a:ext>
                  </a:extLst>
                </p14:cNvPr>
                <p14:cNvContentPartPr/>
                <p14:nvPr/>
              </p14:nvContentPartPr>
              <p14:xfrm>
                <a:off x="9458384" y="6460215"/>
                <a:ext cx="49680" cy="339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24EB9A-26C6-C297-5B3E-CDE7E957C35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440744" y="6442575"/>
                  <a:ext cx="853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447F133-6221-928D-FC49-80816AA0F0AF}"/>
                    </a:ext>
                  </a:extLst>
                </p14:cNvPr>
                <p14:cNvContentPartPr/>
                <p14:nvPr/>
              </p14:nvContentPartPr>
              <p14:xfrm>
                <a:off x="9648464" y="6639855"/>
                <a:ext cx="183240" cy="134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447F133-6221-928D-FC49-80816AA0F0A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30824" y="6621855"/>
                  <a:ext cx="218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378D44E-D7ED-4131-AE95-4AE0A16BCEB7}"/>
                    </a:ext>
                  </a:extLst>
                </p14:cNvPr>
                <p14:cNvContentPartPr/>
                <p14:nvPr/>
              </p14:nvContentPartPr>
              <p14:xfrm>
                <a:off x="9980024" y="6501975"/>
                <a:ext cx="28080" cy="266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378D44E-D7ED-4131-AE95-4AE0A16BCEB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962384" y="6484335"/>
                  <a:ext cx="637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43B098A-5D66-8A82-6DD7-F3C67A1237AA}"/>
                    </a:ext>
                  </a:extLst>
                </p14:cNvPr>
                <p14:cNvContentPartPr/>
                <p14:nvPr/>
              </p14:nvContentPartPr>
              <p14:xfrm>
                <a:off x="9974984" y="6526095"/>
                <a:ext cx="158040" cy="178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43B098A-5D66-8A82-6DD7-F3C67A1237A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957344" y="6508095"/>
                  <a:ext cx="1936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35A6912-E1F1-145C-A94F-587D868AEB6A}"/>
                    </a:ext>
                  </a:extLst>
                </p14:cNvPr>
                <p14:cNvContentPartPr/>
                <p14:nvPr/>
              </p14:nvContentPartPr>
              <p14:xfrm>
                <a:off x="10005224" y="6648855"/>
                <a:ext cx="79560" cy="33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35A6912-E1F1-145C-A94F-587D868AEB6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987584" y="6630855"/>
                  <a:ext cx="115200" cy="6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169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biasing a diode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Diagram of an open door&#10;&#10;Description automatically generated">
            <a:extLst>
              <a:ext uri="{FF2B5EF4-FFF2-40B4-BE49-F238E27FC236}">
                <a16:creationId xmlns:a16="http://schemas.microsoft.com/office/drawing/2014/main" id="{18DD9357-B63B-4E0A-E9AD-F51747248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84" y="1363594"/>
            <a:ext cx="4729655" cy="4130809"/>
          </a:xfrm>
          <a:prstGeom prst="rect">
            <a:avLst/>
          </a:prstGeom>
        </p:spPr>
      </p:pic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1B38E22-D452-500E-40C3-08073042024C}"/>
              </a:ext>
            </a:extLst>
          </p:cNvPr>
          <p:cNvGrpSpPr/>
          <p:nvPr/>
        </p:nvGrpSpPr>
        <p:grpSpPr>
          <a:xfrm>
            <a:off x="2674278" y="2548343"/>
            <a:ext cx="401760" cy="137160"/>
            <a:chOff x="2674278" y="2548343"/>
            <a:chExt cx="4017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14:cNvPr>
                <p14:cNvContentPartPr/>
                <p14:nvPr/>
              </p14:nvContentPartPr>
              <p14:xfrm>
                <a:off x="2674278" y="2606303"/>
                <a:ext cx="112320" cy="8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DCE8FC-9C69-96EA-4613-7580E03A97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56638" y="2588663"/>
                  <a:ext cx="147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14:cNvPr>
                <p14:cNvContentPartPr/>
                <p14:nvPr/>
              </p14:nvContentPartPr>
              <p14:xfrm>
                <a:off x="2705598" y="2548343"/>
                <a:ext cx="47880" cy="137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150940-5763-FBB7-B100-D8F9AD9EFCF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87958" y="2530343"/>
                  <a:ext cx="83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14:cNvPr>
                <p14:cNvContentPartPr/>
                <p14:nvPr/>
              </p14:nvContentPartPr>
              <p14:xfrm>
                <a:off x="2955798" y="2585063"/>
                <a:ext cx="120240" cy="22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7EE2D9-4767-8EAF-633D-D203782F01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37798" y="2567423"/>
                  <a:ext cx="155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14:cNvPr>
                <p14:cNvContentPartPr/>
                <p14:nvPr/>
              </p14:nvContentPartPr>
              <p14:xfrm>
                <a:off x="2958318" y="2549423"/>
                <a:ext cx="47520" cy="11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B473CC-B1D0-BE2F-D1FB-F4253792C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40678" y="2531423"/>
                  <a:ext cx="83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422A3EC-ECC0-BF7E-50FF-5B511F5CFFBC}"/>
              </a:ext>
            </a:extLst>
          </p:cNvPr>
          <p:cNvGrpSpPr/>
          <p:nvPr/>
        </p:nvGrpSpPr>
        <p:grpSpPr>
          <a:xfrm>
            <a:off x="2684358" y="2849303"/>
            <a:ext cx="389520" cy="131040"/>
            <a:chOff x="2684358" y="2849303"/>
            <a:chExt cx="38952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14:cNvPr>
                <p14:cNvContentPartPr/>
                <p14:nvPr/>
              </p14:nvContentPartPr>
              <p14:xfrm>
                <a:off x="2684358" y="2884583"/>
                <a:ext cx="140400" cy="15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39D340-6C01-3981-2E54-F5CEB9C1BC7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66358" y="2866583"/>
                  <a:ext cx="176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14:cNvPr>
                <p14:cNvContentPartPr/>
                <p14:nvPr/>
              </p14:nvContentPartPr>
              <p14:xfrm>
                <a:off x="2732958" y="2849303"/>
                <a:ext cx="22320" cy="83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E1697DE-5F52-1B44-8917-D50BD81255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14958" y="2831663"/>
                  <a:ext cx="57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14:cNvPr>
                <p14:cNvContentPartPr/>
                <p14:nvPr/>
              </p14:nvContentPartPr>
              <p14:xfrm>
                <a:off x="2953638" y="2887463"/>
                <a:ext cx="12024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980DCB-A198-6109-2150-C9FB431483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35998" y="2869823"/>
                  <a:ext cx="155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14:cNvPr>
                <p14:cNvContentPartPr/>
                <p14:nvPr/>
              </p14:nvContentPartPr>
              <p14:xfrm>
                <a:off x="2993958" y="2870543"/>
                <a:ext cx="15480" cy="109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FC8B5C-CA10-27D3-0046-56F996B480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76318" y="2852903"/>
                  <a:ext cx="51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31FBECF-4A98-5343-C9EE-E61D48FA8669}"/>
              </a:ext>
            </a:extLst>
          </p:cNvPr>
          <p:cNvGrpSpPr/>
          <p:nvPr/>
        </p:nvGrpSpPr>
        <p:grpSpPr>
          <a:xfrm>
            <a:off x="2708118" y="3130103"/>
            <a:ext cx="361080" cy="113400"/>
            <a:chOff x="2708118" y="3130103"/>
            <a:chExt cx="36108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14:cNvPr>
                <p14:cNvContentPartPr/>
                <p14:nvPr/>
              </p14:nvContentPartPr>
              <p14:xfrm>
                <a:off x="2708118" y="3172223"/>
                <a:ext cx="139680" cy="19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4C8546-F7F9-A024-4DD9-7BEB80DC4C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90478" y="3154583"/>
                  <a:ext cx="175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14:cNvPr>
                <p14:cNvContentPartPr/>
                <p14:nvPr/>
              </p14:nvContentPartPr>
              <p14:xfrm>
                <a:off x="2775438" y="3130103"/>
                <a:ext cx="12960" cy="76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A9083B-9D03-8F59-0523-C4DA89FAC49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57438" y="3112103"/>
                  <a:ext cx="48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14:cNvPr>
                <p14:cNvContentPartPr/>
                <p14:nvPr/>
              </p14:nvContentPartPr>
              <p14:xfrm>
                <a:off x="2984238" y="3175463"/>
                <a:ext cx="84960" cy="4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E44FDF1-29F2-8861-1548-A8587970D2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66238" y="3157463"/>
                  <a:ext cx="120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14:cNvPr>
                <p14:cNvContentPartPr/>
                <p14:nvPr/>
              </p14:nvContentPartPr>
              <p14:xfrm>
                <a:off x="3005478" y="3141983"/>
                <a:ext cx="20160" cy="101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F9D5472-A5DE-8251-7484-CE2F5E2A0A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87478" y="3123983"/>
                  <a:ext cx="5580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365A8A5-2D4C-983B-1BDE-315776408116}"/>
              </a:ext>
            </a:extLst>
          </p:cNvPr>
          <p:cNvGrpSpPr/>
          <p:nvPr/>
        </p:nvGrpSpPr>
        <p:grpSpPr>
          <a:xfrm>
            <a:off x="2739798" y="3336023"/>
            <a:ext cx="358920" cy="145080"/>
            <a:chOff x="2739798" y="3336023"/>
            <a:chExt cx="35892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14:cNvPr>
                <p14:cNvContentPartPr/>
                <p14:nvPr/>
              </p14:nvContentPartPr>
              <p14:xfrm>
                <a:off x="2739798" y="3383183"/>
                <a:ext cx="159120" cy="47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D32364-A5E3-5DCF-FD69-AB9E8FC3E4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22158" y="3365543"/>
                  <a:ext cx="19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14:cNvPr>
                <p14:cNvContentPartPr/>
                <p14:nvPr/>
              </p14:nvContentPartPr>
              <p14:xfrm>
                <a:off x="2820798" y="3336023"/>
                <a:ext cx="540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8831732-E8D7-9119-2B67-2FA42A371D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03158" y="3318383"/>
                  <a:ext cx="41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14:cNvPr>
                <p14:cNvContentPartPr/>
                <p14:nvPr/>
              </p14:nvContentPartPr>
              <p14:xfrm>
                <a:off x="3030318" y="3423503"/>
                <a:ext cx="68400" cy="4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1EB8FF7-AB0C-6706-B8BE-9D0EE83B08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12678" y="3405863"/>
                  <a:ext cx="104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14:cNvPr>
                <p14:cNvContentPartPr/>
                <p14:nvPr/>
              </p14:nvContentPartPr>
              <p14:xfrm>
                <a:off x="3068118" y="3372743"/>
                <a:ext cx="12600" cy="99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96B703E-16DB-29BF-0626-516049C39B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50478" y="3355103"/>
                  <a:ext cx="482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F66E101-D2C4-1AB7-B369-CAE3EBF7AD7C}"/>
              </a:ext>
            </a:extLst>
          </p:cNvPr>
          <p:cNvGrpSpPr/>
          <p:nvPr/>
        </p:nvGrpSpPr>
        <p:grpSpPr>
          <a:xfrm>
            <a:off x="4413078" y="2601263"/>
            <a:ext cx="295560" cy="40320"/>
            <a:chOff x="4413078" y="2601263"/>
            <a:chExt cx="295560" cy="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14:cNvPr>
                <p14:cNvContentPartPr/>
                <p14:nvPr/>
              </p14:nvContentPartPr>
              <p14:xfrm>
                <a:off x="4413078" y="2601263"/>
                <a:ext cx="113400" cy="12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8DB3D3-D57D-2836-7F0B-9609C913DB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95078" y="2583263"/>
                  <a:ext cx="149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14:cNvPr>
                <p14:cNvContentPartPr/>
                <p14:nvPr/>
              </p14:nvContentPartPr>
              <p14:xfrm>
                <a:off x="4603518" y="2634023"/>
                <a:ext cx="10512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B873390-665E-B58E-F535-9D2D5741B7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85518" y="2616383"/>
                  <a:ext cx="1407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02DC984-35CB-BEC3-0DFD-DEF23A3DEE73}"/>
              </a:ext>
            </a:extLst>
          </p:cNvPr>
          <p:cNvGrpSpPr/>
          <p:nvPr/>
        </p:nvGrpSpPr>
        <p:grpSpPr>
          <a:xfrm>
            <a:off x="4428558" y="2796743"/>
            <a:ext cx="303840" cy="13680"/>
            <a:chOff x="4428558" y="2796743"/>
            <a:chExt cx="30384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14:cNvPr>
                <p14:cNvContentPartPr/>
                <p14:nvPr/>
              </p14:nvContentPartPr>
              <p14:xfrm>
                <a:off x="4428558" y="2796743"/>
                <a:ext cx="86760" cy="10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2D1A53-4A81-30FE-A891-9CE31B733EF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10918" y="2779103"/>
                  <a:ext cx="122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14:cNvPr>
                <p14:cNvContentPartPr/>
                <p14:nvPr/>
              </p14:nvContentPartPr>
              <p14:xfrm>
                <a:off x="4631958" y="2803583"/>
                <a:ext cx="100440" cy="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8735CD-6A6C-E49F-051B-55B6BCCB405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14318" y="2785943"/>
                  <a:ext cx="1360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5F1A90F-C0F5-3FD0-D06B-0E6A95DDD02C}"/>
              </a:ext>
            </a:extLst>
          </p:cNvPr>
          <p:cNvGrpSpPr/>
          <p:nvPr/>
        </p:nvGrpSpPr>
        <p:grpSpPr>
          <a:xfrm>
            <a:off x="4405158" y="3005183"/>
            <a:ext cx="339120" cy="5760"/>
            <a:chOff x="4405158" y="3005183"/>
            <a:chExt cx="339120" cy="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14:cNvPr>
                <p14:cNvContentPartPr/>
                <p14:nvPr/>
              </p14:nvContentPartPr>
              <p14:xfrm>
                <a:off x="4405158" y="3005543"/>
                <a:ext cx="105840" cy="4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7BCFD53-F1A8-FB67-CB39-DD046F0253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387518" y="2987543"/>
                  <a:ext cx="141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14:cNvPr>
                <p14:cNvContentPartPr/>
                <p14:nvPr/>
              </p14:nvContentPartPr>
              <p14:xfrm>
                <a:off x="4638078" y="3005183"/>
                <a:ext cx="10620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7AFD44B-BE4F-DA20-47F5-BA1CE4A7630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0078" y="2987543"/>
                  <a:ext cx="141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C0F60C9-5A97-D669-4D93-CD82B36D589B}"/>
              </a:ext>
            </a:extLst>
          </p:cNvPr>
          <p:cNvGrpSpPr/>
          <p:nvPr/>
        </p:nvGrpSpPr>
        <p:grpSpPr>
          <a:xfrm>
            <a:off x="4437198" y="3193103"/>
            <a:ext cx="310680" cy="10080"/>
            <a:chOff x="4437198" y="3193103"/>
            <a:chExt cx="310680" cy="1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14:cNvPr>
                <p14:cNvContentPartPr/>
                <p14:nvPr/>
              </p14:nvContentPartPr>
              <p14:xfrm>
                <a:off x="4437198" y="3195263"/>
                <a:ext cx="8100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575395-6926-9DEE-742B-4F2EEF3896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19558" y="3177263"/>
                  <a:ext cx="11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14:cNvPr>
                <p14:cNvContentPartPr/>
                <p14:nvPr/>
              </p14:nvContentPartPr>
              <p14:xfrm>
                <a:off x="4650678" y="3193103"/>
                <a:ext cx="97200" cy="9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240DEA-94F7-4D1A-9D16-27F3170E7A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32678" y="3175463"/>
                  <a:ext cx="1328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ACAE92F-8F83-6139-D479-EFC23FA70BC5}"/>
              </a:ext>
            </a:extLst>
          </p:cNvPr>
          <p:cNvGrpSpPr/>
          <p:nvPr/>
        </p:nvGrpSpPr>
        <p:grpSpPr>
          <a:xfrm>
            <a:off x="4456638" y="3355463"/>
            <a:ext cx="316800" cy="23400"/>
            <a:chOff x="4456638" y="3355463"/>
            <a:chExt cx="316800" cy="2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14:cNvPr>
                <p14:cNvContentPartPr/>
                <p14:nvPr/>
              </p14:nvContentPartPr>
              <p14:xfrm>
                <a:off x="4456638" y="3355463"/>
                <a:ext cx="85680" cy="4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77D1DD0-F989-F0B2-A3F5-8B5346A7F2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38638" y="3337823"/>
                  <a:ext cx="121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14:cNvPr>
                <p14:cNvContentPartPr/>
                <p14:nvPr/>
              </p14:nvContentPartPr>
              <p14:xfrm>
                <a:off x="4688838" y="3369143"/>
                <a:ext cx="84600" cy="9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90A8E5-329C-B1A6-C443-692C42C4EB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70838" y="3351503"/>
                  <a:ext cx="120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C7DDD80-C516-B74D-F009-70D5B4732419}"/>
              </a:ext>
            </a:extLst>
          </p:cNvPr>
          <p:cNvGrpSpPr/>
          <p:nvPr/>
        </p:nvGrpSpPr>
        <p:grpSpPr>
          <a:xfrm>
            <a:off x="1849518" y="1929143"/>
            <a:ext cx="386280" cy="447480"/>
            <a:chOff x="1849518" y="1929143"/>
            <a:chExt cx="38628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14:cNvPr>
                <p14:cNvContentPartPr/>
                <p14:nvPr/>
              </p14:nvContentPartPr>
              <p14:xfrm>
                <a:off x="1849518" y="2054423"/>
                <a:ext cx="386280" cy="123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3475A45-13FF-17B7-3878-69913233679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31518" y="2036783"/>
                  <a:ext cx="421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14:cNvPr>
                <p14:cNvContentPartPr/>
                <p14:nvPr/>
              </p14:nvContentPartPr>
              <p14:xfrm>
                <a:off x="2022678" y="1929143"/>
                <a:ext cx="113040" cy="447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495E75-3F99-56F0-3860-7770E1A2C04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04678" y="1911503"/>
                  <a:ext cx="148680" cy="48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14:cNvPr>
              <p14:cNvContentPartPr/>
              <p14:nvPr/>
            </p14:nvContentPartPr>
            <p14:xfrm>
              <a:off x="5158638" y="1889183"/>
              <a:ext cx="494640" cy="885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2E4B313-A534-EE70-EB7F-CC943FFF45BA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140638" y="1871543"/>
                <a:ext cx="53028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922D748-75B9-0AF3-0C04-F7E90EA26F4F}"/>
              </a:ext>
            </a:extLst>
          </p:cNvPr>
          <p:cNvGrpSpPr/>
          <p:nvPr/>
        </p:nvGrpSpPr>
        <p:grpSpPr>
          <a:xfrm>
            <a:off x="2585718" y="1708823"/>
            <a:ext cx="136080" cy="229320"/>
            <a:chOff x="2585718" y="1708823"/>
            <a:chExt cx="1360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14:cNvPr>
                <p14:cNvContentPartPr/>
                <p14:nvPr/>
              </p14:nvContentPartPr>
              <p14:xfrm>
                <a:off x="2585718" y="1811423"/>
                <a:ext cx="136080" cy="34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C241E5-781B-255B-7C35-763EE0B9BB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67718" y="1793423"/>
                  <a:ext cx="171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14:cNvPr>
                <p14:cNvContentPartPr/>
                <p14:nvPr/>
              </p14:nvContentPartPr>
              <p14:xfrm>
                <a:off x="2661678" y="1708823"/>
                <a:ext cx="18360" cy="22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CE982D-D5EF-7C98-2667-F18570F0C2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44038" y="1690823"/>
                  <a:ext cx="5400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6B43437-DD26-C9E8-A114-E28D910D51B4}"/>
              </a:ext>
            </a:extLst>
          </p:cNvPr>
          <p:cNvGrpSpPr/>
          <p:nvPr/>
        </p:nvGrpSpPr>
        <p:grpSpPr>
          <a:xfrm>
            <a:off x="2578518" y="2023103"/>
            <a:ext cx="174240" cy="132480"/>
            <a:chOff x="2578518" y="2023103"/>
            <a:chExt cx="17424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14:cNvPr>
                <p14:cNvContentPartPr/>
                <p14:nvPr/>
              </p14:nvContentPartPr>
              <p14:xfrm>
                <a:off x="2578518" y="2076383"/>
                <a:ext cx="174240" cy="21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17E479-FC75-5F63-E12B-4D4BC34070D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0878" y="2058383"/>
                  <a:ext cx="209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14:cNvPr>
                <p14:cNvContentPartPr/>
                <p14:nvPr/>
              </p14:nvContentPartPr>
              <p14:xfrm>
                <a:off x="2668158" y="2023103"/>
                <a:ext cx="3960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026E757-34A4-07C0-92C0-05E14C4F2F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50518" y="2005103"/>
                  <a:ext cx="7524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8039A81-BB9E-CFC0-3831-7D4FB6D6A0E7}"/>
              </a:ext>
            </a:extLst>
          </p:cNvPr>
          <p:cNvGrpSpPr/>
          <p:nvPr/>
        </p:nvGrpSpPr>
        <p:grpSpPr>
          <a:xfrm>
            <a:off x="2637918" y="2222543"/>
            <a:ext cx="137880" cy="158040"/>
            <a:chOff x="2637918" y="2222543"/>
            <a:chExt cx="1378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14:cNvPr>
                <p14:cNvContentPartPr/>
                <p14:nvPr/>
              </p14:nvContentPartPr>
              <p14:xfrm>
                <a:off x="2637918" y="2293103"/>
                <a:ext cx="137880" cy="16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654E498-5F35-A163-7D58-D98CAFCE45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19918" y="2275463"/>
                  <a:ext cx="173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14:cNvPr>
                <p14:cNvContentPartPr/>
                <p14:nvPr/>
              </p14:nvContentPartPr>
              <p14:xfrm>
                <a:off x="2720358" y="2222543"/>
                <a:ext cx="16560" cy="158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9A9B50-B503-51DA-C6BC-B040C8FC1D5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02718" y="2204543"/>
                  <a:ext cx="52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10BDA2-CC5B-9FEB-9A2D-DB6A880418DF}"/>
              </a:ext>
            </a:extLst>
          </p:cNvPr>
          <p:cNvGrpSpPr/>
          <p:nvPr/>
        </p:nvGrpSpPr>
        <p:grpSpPr>
          <a:xfrm>
            <a:off x="2902158" y="1660223"/>
            <a:ext cx="820800" cy="209160"/>
            <a:chOff x="2902158" y="1660223"/>
            <a:chExt cx="8208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F78A10B-37B1-8CD1-B1EB-302E627F2398}"/>
                    </a:ext>
                  </a:extLst>
                </p14:cNvPr>
                <p14:cNvContentPartPr/>
                <p14:nvPr/>
              </p14:nvContentPartPr>
              <p14:xfrm>
                <a:off x="2902158" y="1720703"/>
                <a:ext cx="792000" cy="80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F78A10B-37B1-8CD1-B1EB-302E627F23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84158" y="1702703"/>
                  <a:ext cx="827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5DBA93D-D7E8-A05A-3958-B093068BEDF0}"/>
                    </a:ext>
                  </a:extLst>
                </p14:cNvPr>
                <p14:cNvContentPartPr/>
                <p14:nvPr/>
              </p14:nvContentPartPr>
              <p14:xfrm>
                <a:off x="3580758" y="1660223"/>
                <a:ext cx="142200" cy="209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5DBA93D-D7E8-A05A-3958-B093068BED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62758" y="1642583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14:cNvPr>
              <p14:cNvContentPartPr/>
              <p14:nvPr/>
            </p14:nvContentPartPr>
            <p14:xfrm>
              <a:off x="4731318" y="1739063"/>
              <a:ext cx="92520" cy="10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076C0B5A-4848-7FEA-9AE9-AECDA59E4E3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13318" y="1721063"/>
                <a:ext cx="1281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14:cNvPr>
              <p14:cNvContentPartPr/>
              <p14:nvPr/>
            </p14:nvContentPartPr>
            <p14:xfrm>
              <a:off x="4739238" y="2194103"/>
              <a:ext cx="75240" cy="72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4CAC3FE-A47E-6795-1B42-EB52898DE23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721238" y="2176103"/>
                <a:ext cx="1108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1B9CCC3-30F5-B000-5F68-0FAEE4138627}"/>
              </a:ext>
            </a:extLst>
          </p:cNvPr>
          <p:cNvGrpSpPr/>
          <p:nvPr/>
        </p:nvGrpSpPr>
        <p:grpSpPr>
          <a:xfrm>
            <a:off x="4204278" y="1842383"/>
            <a:ext cx="634320" cy="211320"/>
            <a:chOff x="4204278" y="1842383"/>
            <a:chExt cx="63432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14:cNvPr>
                <p14:cNvContentPartPr/>
                <p14:nvPr/>
              </p14:nvContentPartPr>
              <p14:xfrm>
                <a:off x="4742478" y="1842383"/>
                <a:ext cx="95400" cy="1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E6E0D8E-9E29-5D0C-8F97-F1BBB416B5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24838" y="1824743"/>
                  <a:ext cx="131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14:cNvPr>
                <p14:cNvContentPartPr/>
                <p14:nvPr/>
              </p14:nvContentPartPr>
              <p14:xfrm>
                <a:off x="4744278" y="2005463"/>
                <a:ext cx="94320" cy="15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3FEA4EB-3A3E-7657-254C-A96414EE973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26278" y="1987463"/>
                  <a:ext cx="129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14:cNvPr>
                <p14:cNvContentPartPr/>
                <p14:nvPr/>
              </p14:nvContentPartPr>
              <p14:xfrm>
                <a:off x="4204638" y="1930583"/>
                <a:ext cx="426960" cy="53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CB11CE-CAD4-D404-9EED-3F73B556E3A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86998" y="1912943"/>
                  <a:ext cx="462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14:cNvPr>
                <p14:cNvContentPartPr/>
                <p14:nvPr/>
              </p14:nvContentPartPr>
              <p14:xfrm>
                <a:off x="4204278" y="1883063"/>
                <a:ext cx="146160" cy="170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F1E8189-0C78-B8C0-6FA8-26241A8F44F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86278" y="1865423"/>
                  <a:ext cx="1818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6EC83F6-F5B0-23A9-2FB1-6F11F89F1943}"/>
              </a:ext>
            </a:extLst>
          </p:cNvPr>
          <p:cNvGrpSpPr/>
          <p:nvPr/>
        </p:nvGrpSpPr>
        <p:grpSpPr>
          <a:xfrm>
            <a:off x="7937384" y="6053415"/>
            <a:ext cx="859320" cy="292680"/>
            <a:chOff x="7937384" y="6053415"/>
            <a:chExt cx="85932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567ED9-3224-DC49-8D36-4BD63492A2E5}"/>
                    </a:ext>
                  </a:extLst>
                </p14:cNvPr>
                <p14:cNvContentPartPr/>
                <p14:nvPr/>
              </p14:nvContentPartPr>
              <p14:xfrm>
                <a:off x="7937384" y="6059535"/>
                <a:ext cx="36720" cy="286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567ED9-3224-DC49-8D36-4BD63492A2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19384" y="6041535"/>
                  <a:ext cx="72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24F04C1-2A0A-F18A-8BA6-56340B6D6BAA}"/>
                    </a:ext>
                  </a:extLst>
                </p14:cNvPr>
                <p14:cNvContentPartPr/>
                <p14:nvPr/>
              </p14:nvContentPartPr>
              <p14:xfrm>
                <a:off x="8057264" y="6076815"/>
                <a:ext cx="68400" cy="219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24F04C1-2A0A-F18A-8BA6-56340B6D6BA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39624" y="6058815"/>
                  <a:ext cx="104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554C604-B462-9687-898E-1ADB43D7E6F1}"/>
                    </a:ext>
                  </a:extLst>
                </p14:cNvPr>
                <p14:cNvContentPartPr/>
                <p14:nvPr/>
              </p14:nvContentPartPr>
              <p14:xfrm>
                <a:off x="7981304" y="6197775"/>
                <a:ext cx="135720" cy="29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554C604-B462-9687-898E-1ADB43D7E6F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63664" y="6180135"/>
                  <a:ext cx="171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F78975A-A4F5-FBFD-22D2-2CABA3ECABBA}"/>
                    </a:ext>
                  </a:extLst>
                </p14:cNvPr>
                <p14:cNvContentPartPr/>
                <p14:nvPr/>
              </p14:nvContentPartPr>
              <p14:xfrm>
                <a:off x="8228624" y="6183735"/>
                <a:ext cx="66960" cy="95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F78975A-A4F5-FBFD-22D2-2CABA3ECABB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10624" y="6166095"/>
                  <a:ext cx="1026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1CC3966-008C-A412-4976-71E24DAD74A9}"/>
                    </a:ext>
                  </a:extLst>
                </p14:cNvPr>
                <p14:cNvContentPartPr/>
                <p14:nvPr/>
              </p14:nvContentPartPr>
              <p14:xfrm>
                <a:off x="8346704" y="6053415"/>
                <a:ext cx="50040" cy="229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1CC3966-008C-A412-4976-71E24DAD74A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28704" y="6035415"/>
                  <a:ext cx="85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887D640-1442-989B-5582-7793242298A7}"/>
                    </a:ext>
                  </a:extLst>
                </p14:cNvPr>
                <p14:cNvContentPartPr/>
                <p14:nvPr/>
              </p14:nvContentPartPr>
              <p14:xfrm>
                <a:off x="8454704" y="6117495"/>
                <a:ext cx="94320" cy="152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887D640-1442-989B-5582-7793242298A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36704" y="6099495"/>
                  <a:ext cx="129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AEEE671-E689-4643-7FD8-43C5FE7C1F72}"/>
                    </a:ext>
                  </a:extLst>
                </p14:cNvPr>
                <p14:cNvContentPartPr/>
                <p14:nvPr/>
              </p14:nvContentPartPr>
              <p14:xfrm>
                <a:off x="8693744" y="6102375"/>
                <a:ext cx="102960" cy="195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AEEE671-E689-4643-7FD8-43C5FE7C1F7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76104" y="6084735"/>
                  <a:ext cx="1386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2E9E868-8C28-4D1A-E0E4-D10841650E9B}"/>
              </a:ext>
            </a:extLst>
          </p:cNvPr>
          <p:cNvGrpSpPr/>
          <p:nvPr/>
        </p:nvGrpSpPr>
        <p:grpSpPr>
          <a:xfrm>
            <a:off x="10450544" y="6016695"/>
            <a:ext cx="1431000" cy="290520"/>
            <a:chOff x="10450544" y="6016695"/>
            <a:chExt cx="143100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1DD74E6-AE2C-43D8-7D08-D759BFA2A752}"/>
                    </a:ext>
                  </a:extLst>
                </p14:cNvPr>
                <p14:cNvContentPartPr/>
                <p14:nvPr/>
              </p14:nvContentPartPr>
              <p14:xfrm>
                <a:off x="10450544" y="6016695"/>
                <a:ext cx="131040" cy="290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1DD74E6-AE2C-43D8-7D08-D759BFA2A75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32904" y="5999055"/>
                  <a:ext cx="166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0D3AC88-B23F-BD60-2178-651375EB5105}"/>
                    </a:ext>
                  </a:extLst>
                </p14:cNvPr>
                <p14:cNvContentPartPr/>
                <p14:nvPr/>
              </p14:nvContentPartPr>
              <p14:xfrm>
                <a:off x="10678064" y="6052335"/>
                <a:ext cx="25560" cy="1681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0D3AC88-B23F-BD60-2178-651375EB510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60064" y="6034695"/>
                  <a:ext cx="61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4EA9115-A7E2-4A3A-86E2-6668F336BDF2}"/>
                    </a:ext>
                  </a:extLst>
                </p14:cNvPr>
                <p14:cNvContentPartPr/>
                <p14:nvPr/>
              </p14:nvContentPartPr>
              <p14:xfrm>
                <a:off x="10787144" y="6154215"/>
                <a:ext cx="83160" cy="1314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4EA9115-A7E2-4A3A-86E2-6668F336BD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769144" y="6136575"/>
                  <a:ext cx="118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7D39BB2-B805-0A77-754A-F1E1ECB58C1B}"/>
                    </a:ext>
                  </a:extLst>
                </p14:cNvPr>
                <p14:cNvContentPartPr/>
                <p14:nvPr/>
              </p14:nvContentPartPr>
              <p14:xfrm>
                <a:off x="10998464" y="6168255"/>
                <a:ext cx="65160" cy="126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7D39BB2-B805-0A77-754A-F1E1ECB58C1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80464" y="6150615"/>
                  <a:ext cx="100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55C7C52-AD3C-4D66-9A5A-2471CF4B4007}"/>
                    </a:ext>
                  </a:extLst>
                </p14:cNvPr>
                <p14:cNvContentPartPr/>
                <p14:nvPr/>
              </p14:nvContentPartPr>
              <p14:xfrm>
                <a:off x="11157584" y="6067815"/>
                <a:ext cx="28800" cy="1969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55C7C52-AD3C-4D66-9A5A-2471CF4B40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39944" y="6049815"/>
                  <a:ext cx="64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9D9059C-B59A-0229-803A-56BBF7BD6C43}"/>
                    </a:ext>
                  </a:extLst>
                </p14:cNvPr>
                <p14:cNvContentPartPr/>
                <p14:nvPr/>
              </p14:nvContentPartPr>
              <p14:xfrm>
                <a:off x="11132744" y="6130815"/>
                <a:ext cx="141480" cy="87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9D9059C-B59A-0229-803A-56BBF7BD6C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114744" y="6112815"/>
                  <a:ext cx="177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33FC330-E397-F141-E29F-B062499D2D37}"/>
                    </a:ext>
                  </a:extLst>
                </p14:cNvPr>
                <p14:cNvContentPartPr/>
                <p14:nvPr/>
              </p14:nvContentPartPr>
              <p14:xfrm>
                <a:off x="11337224" y="6130095"/>
                <a:ext cx="52920" cy="1483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33FC330-E397-F141-E29F-B062499D2D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19224" y="6112455"/>
                  <a:ext cx="88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3A58493-0E03-C12F-C284-A3105EE4DE2B}"/>
                    </a:ext>
                  </a:extLst>
                </p14:cNvPr>
                <p14:cNvContentPartPr/>
                <p14:nvPr/>
              </p14:nvContentPartPr>
              <p14:xfrm>
                <a:off x="11481944" y="6112455"/>
                <a:ext cx="57240" cy="129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3A58493-0E03-C12F-C284-A3105EE4DE2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463944" y="6094455"/>
                  <a:ext cx="92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FD0CC97-532F-E332-CBD0-2738CC2923B1}"/>
                    </a:ext>
                  </a:extLst>
                </p14:cNvPr>
                <p14:cNvContentPartPr/>
                <p14:nvPr/>
              </p14:nvContentPartPr>
              <p14:xfrm>
                <a:off x="11635664" y="6080055"/>
                <a:ext cx="112320" cy="109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FD0CC97-532F-E332-CBD0-2738CC2923B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18024" y="6062415"/>
                  <a:ext cx="147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F89E309-C621-637E-C06B-1C73F8DCF413}"/>
                    </a:ext>
                  </a:extLst>
                </p14:cNvPr>
                <p14:cNvContentPartPr/>
                <p14:nvPr/>
              </p14:nvContentPartPr>
              <p14:xfrm>
                <a:off x="11825024" y="6055935"/>
                <a:ext cx="56520" cy="133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F89E309-C621-637E-C06B-1C73F8DCF41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807384" y="6037935"/>
                  <a:ext cx="9216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75F7033-A343-61AD-27DB-B091D17F9395}"/>
              </a:ext>
            </a:extLst>
          </p:cNvPr>
          <p:cNvGrpSpPr/>
          <p:nvPr/>
        </p:nvGrpSpPr>
        <p:grpSpPr>
          <a:xfrm>
            <a:off x="6484424" y="1254975"/>
            <a:ext cx="4834440" cy="3507840"/>
            <a:chOff x="6484424" y="1254975"/>
            <a:chExt cx="4834440" cy="350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98DDA15-175D-EB73-6F6B-6B6A099CF810}"/>
                    </a:ext>
                  </a:extLst>
                </p14:cNvPr>
                <p14:cNvContentPartPr/>
                <p14:nvPr/>
              </p14:nvContentPartPr>
              <p14:xfrm>
                <a:off x="6484424" y="2171175"/>
                <a:ext cx="183600" cy="7430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98DDA15-175D-EB73-6F6B-6B6A099CF81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66784" y="2153175"/>
                  <a:ext cx="21924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F1E875B-87D8-2EBF-8E22-BEA45F2CA6F3}"/>
                    </a:ext>
                  </a:extLst>
                </p14:cNvPr>
                <p14:cNvContentPartPr/>
                <p14:nvPr/>
              </p14:nvContentPartPr>
              <p14:xfrm>
                <a:off x="6505304" y="2162895"/>
                <a:ext cx="163080" cy="190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F1E875B-87D8-2EBF-8E22-BEA45F2CA6F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87304" y="2145255"/>
                  <a:ext cx="198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D20FD88-46C4-FD5D-2E0B-C83348A5D25C}"/>
                    </a:ext>
                  </a:extLst>
                </p14:cNvPr>
                <p14:cNvContentPartPr/>
                <p14:nvPr/>
              </p14:nvContentPartPr>
              <p14:xfrm>
                <a:off x="6683864" y="2050575"/>
                <a:ext cx="414720" cy="64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D20FD88-46C4-FD5D-2E0B-C83348A5D25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66224" y="2032575"/>
                  <a:ext cx="450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F236AC4-D888-C4BF-146E-37E285E8C6B5}"/>
                    </a:ext>
                  </a:extLst>
                </p14:cNvPr>
                <p14:cNvContentPartPr/>
                <p14:nvPr/>
              </p14:nvContentPartPr>
              <p14:xfrm>
                <a:off x="6867824" y="1782015"/>
                <a:ext cx="63360" cy="646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F236AC4-D888-C4BF-146E-37E285E8C6B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50184" y="1764015"/>
                  <a:ext cx="9900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ECA6C6B-3481-97E6-25C7-6E85D478D69F}"/>
                    </a:ext>
                  </a:extLst>
                </p14:cNvPr>
                <p14:cNvContentPartPr/>
                <p14:nvPr/>
              </p14:nvContentPartPr>
              <p14:xfrm>
                <a:off x="6586304" y="1370895"/>
                <a:ext cx="37080" cy="2944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ECA6C6B-3481-97E6-25C7-6E85D478D69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68304" y="1352895"/>
                  <a:ext cx="72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A94A7A5-DD87-DC53-68D0-ED9EF9036C0C}"/>
                    </a:ext>
                  </a:extLst>
                </p14:cNvPr>
                <p14:cNvContentPartPr/>
                <p14:nvPr/>
              </p14:nvContentPartPr>
              <p14:xfrm>
                <a:off x="6572624" y="1343895"/>
                <a:ext cx="177480" cy="276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A94A7A5-DD87-DC53-68D0-ED9EF9036C0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54984" y="1326255"/>
                  <a:ext cx="213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C75437B-93FB-7EE9-D3C7-9A0AC2115344}"/>
                    </a:ext>
                  </a:extLst>
                </p14:cNvPr>
                <p14:cNvContentPartPr/>
                <p14:nvPr/>
              </p14:nvContentPartPr>
              <p14:xfrm>
                <a:off x="6791504" y="1466295"/>
                <a:ext cx="92520" cy="106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C75437B-93FB-7EE9-D3C7-9A0AC211534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773504" y="1448655"/>
                  <a:ext cx="128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38D4EBB-1CF2-9F1E-67D6-675724EC8392}"/>
                    </a:ext>
                  </a:extLst>
                </p14:cNvPr>
                <p14:cNvContentPartPr/>
                <p14:nvPr/>
              </p14:nvContentPartPr>
              <p14:xfrm>
                <a:off x="6956744" y="1269735"/>
                <a:ext cx="60840" cy="215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38D4EBB-1CF2-9F1E-67D6-675724EC83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38744" y="1252095"/>
                  <a:ext cx="96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6548AFC-7606-1B2E-7BD4-E5B8A2A36FB9}"/>
                    </a:ext>
                  </a:extLst>
                </p14:cNvPr>
                <p14:cNvContentPartPr/>
                <p14:nvPr/>
              </p14:nvContentPartPr>
              <p14:xfrm>
                <a:off x="6956384" y="1382775"/>
                <a:ext cx="134280" cy="572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6548AFC-7606-1B2E-7BD4-E5B8A2A36FB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38744" y="1364775"/>
                  <a:ext cx="169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A6136E2-F54E-A198-4BEF-1965CBFDD961}"/>
                    </a:ext>
                  </a:extLst>
                </p14:cNvPr>
                <p14:cNvContentPartPr/>
                <p14:nvPr/>
              </p14:nvContentPartPr>
              <p14:xfrm>
                <a:off x="7116944" y="1254975"/>
                <a:ext cx="24120" cy="181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A6136E2-F54E-A198-4BEF-1965CBFDD96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98944" y="1236975"/>
                  <a:ext cx="59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02680B2-EFEB-0577-19CB-98A7F1621F04}"/>
                    </a:ext>
                  </a:extLst>
                </p14:cNvPr>
                <p14:cNvContentPartPr/>
                <p14:nvPr/>
              </p14:nvContentPartPr>
              <p14:xfrm>
                <a:off x="7119104" y="1346055"/>
                <a:ext cx="101520" cy="435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02680B2-EFEB-0577-19CB-98A7F1621F0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101464" y="1328415"/>
                  <a:ext cx="137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A53D602-CB7C-F930-2B86-09EB335F9291}"/>
                    </a:ext>
                  </a:extLst>
                </p14:cNvPr>
                <p14:cNvContentPartPr/>
                <p14:nvPr/>
              </p14:nvContentPartPr>
              <p14:xfrm>
                <a:off x="10179104" y="1909095"/>
                <a:ext cx="299880" cy="288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A53D602-CB7C-F930-2B86-09EB335F929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61464" y="1891095"/>
                  <a:ext cx="335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876FB09-2832-A1A8-9E2E-B49CA2A52BE6}"/>
                    </a:ext>
                  </a:extLst>
                </p14:cNvPr>
                <p14:cNvContentPartPr/>
                <p14:nvPr/>
              </p14:nvContentPartPr>
              <p14:xfrm>
                <a:off x="10656104" y="1360095"/>
                <a:ext cx="24120" cy="227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876FB09-2832-A1A8-9E2E-B49CA2A52BE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638104" y="1342095"/>
                  <a:ext cx="59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456BE80-26E1-78DB-E80B-D98466E144BE}"/>
                    </a:ext>
                  </a:extLst>
                </p14:cNvPr>
                <p14:cNvContentPartPr/>
                <p14:nvPr/>
              </p14:nvContentPartPr>
              <p14:xfrm>
                <a:off x="10823504" y="1290615"/>
                <a:ext cx="23040" cy="752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456BE80-26E1-78DB-E80B-D98466E144B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05864" y="1272975"/>
                  <a:ext cx="58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D9DD177-64C3-1B82-0F68-4AAF5930294C}"/>
                    </a:ext>
                  </a:extLst>
                </p14:cNvPr>
                <p14:cNvContentPartPr/>
                <p14:nvPr/>
              </p14:nvContentPartPr>
              <p14:xfrm>
                <a:off x="10643504" y="1336335"/>
                <a:ext cx="220320" cy="2145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D9DD177-64C3-1B82-0F68-4AAF5930294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625504" y="1318695"/>
                  <a:ext cx="2559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9B870BB-E617-E1DA-775C-88E043EE568C}"/>
                    </a:ext>
                  </a:extLst>
                </p14:cNvPr>
                <p14:cNvContentPartPr/>
                <p14:nvPr/>
              </p14:nvContentPartPr>
              <p14:xfrm>
                <a:off x="10907744" y="1462335"/>
                <a:ext cx="109800" cy="1296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9B870BB-E617-E1DA-775C-88E043EE568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889744" y="1444335"/>
                  <a:ext cx="145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BDB930B-4DC7-C350-9D48-676BE8D932B1}"/>
                    </a:ext>
                  </a:extLst>
                </p14:cNvPr>
                <p14:cNvContentPartPr/>
                <p14:nvPr/>
              </p14:nvContentPartPr>
              <p14:xfrm>
                <a:off x="11073704" y="1333095"/>
                <a:ext cx="37080" cy="208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BDB930B-4DC7-C350-9D48-676BE8D932B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055704" y="1315095"/>
                  <a:ext cx="72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436BA26-2C93-CEA8-E8AB-3FF9AC470A79}"/>
                    </a:ext>
                  </a:extLst>
                </p14:cNvPr>
                <p14:cNvContentPartPr/>
                <p14:nvPr/>
              </p14:nvContentPartPr>
              <p14:xfrm>
                <a:off x="10997384" y="1436415"/>
                <a:ext cx="142920" cy="46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436BA26-2C93-CEA8-E8AB-3FF9AC470A7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79744" y="1418415"/>
                  <a:ext cx="178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A8FEF6C-F941-B3CE-5003-EAA0288E3634}"/>
                    </a:ext>
                  </a:extLst>
                </p14:cNvPr>
                <p14:cNvContentPartPr/>
                <p14:nvPr/>
              </p14:nvContentPartPr>
              <p14:xfrm>
                <a:off x="11246864" y="1317975"/>
                <a:ext cx="16920" cy="221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A8FEF6C-F941-B3CE-5003-EAA0288E363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29224" y="1300335"/>
                  <a:ext cx="525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5C15691-AA4C-D428-AA06-B4749F8B16C2}"/>
                    </a:ext>
                  </a:extLst>
                </p14:cNvPr>
                <p14:cNvContentPartPr/>
                <p14:nvPr/>
              </p14:nvContentPartPr>
              <p14:xfrm>
                <a:off x="11198984" y="1361535"/>
                <a:ext cx="100800" cy="741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5C15691-AA4C-D428-AA06-B4749F8B16C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81344" y="1343535"/>
                  <a:ext cx="136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30405E3-2535-70F3-FFA2-287C73597019}"/>
                    </a:ext>
                  </a:extLst>
                </p14:cNvPr>
                <p14:cNvContentPartPr/>
                <p14:nvPr/>
              </p14:nvContentPartPr>
              <p14:xfrm>
                <a:off x="6961784" y="1936095"/>
                <a:ext cx="4357080" cy="2826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30405E3-2535-70F3-FFA2-287C7359701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43784" y="1918455"/>
                  <a:ext cx="4392720" cy="28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4E371412-5BC3-51A3-549B-E60D4D9EF00E}"/>
              </a:ext>
            </a:extLst>
          </p:cNvPr>
          <p:cNvGrpSpPr/>
          <p:nvPr/>
        </p:nvGrpSpPr>
        <p:grpSpPr>
          <a:xfrm>
            <a:off x="6484064" y="740175"/>
            <a:ext cx="5270760" cy="5004720"/>
            <a:chOff x="6484064" y="740175"/>
            <a:chExt cx="5270760" cy="50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421B0A4-73B1-42A0-FEDA-2CBFA84D5123}"/>
                    </a:ext>
                  </a:extLst>
                </p14:cNvPr>
                <p14:cNvContentPartPr/>
                <p14:nvPr/>
              </p14:nvContentPartPr>
              <p14:xfrm>
                <a:off x="7867544" y="5465895"/>
                <a:ext cx="29880" cy="279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421B0A4-73B1-42A0-FEDA-2CBFA84D512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49904" y="5448255"/>
                  <a:ext cx="65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D899832-15A5-47B7-7B97-EDD0215BF030}"/>
                    </a:ext>
                  </a:extLst>
                </p14:cNvPr>
                <p14:cNvContentPartPr/>
                <p14:nvPr/>
              </p14:nvContentPartPr>
              <p14:xfrm>
                <a:off x="7872584" y="5462295"/>
                <a:ext cx="83160" cy="165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D899832-15A5-47B7-7B97-EDD0215BF03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54944" y="5444295"/>
                  <a:ext cx="118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6D0EC7A-D6FE-E7B7-19C6-B248B4E9851F}"/>
                    </a:ext>
                  </a:extLst>
                </p14:cNvPr>
                <p14:cNvContentPartPr/>
                <p14:nvPr/>
              </p14:nvContentPartPr>
              <p14:xfrm>
                <a:off x="8028104" y="5589735"/>
                <a:ext cx="95400" cy="124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6D0EC7A-D6FE-E7B7-19C6-B248B4E9851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10464" y="5572095"/>
                  <a:ext cx="13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A10BB6-BD89-78E3-012C-5405987B8770}"/>
                    </a:ext>
                  </a:extLst>
                </p14:cNvPr>
                <p14:cNvContentPartPr/>
                <p14:nvPr/>
              </p14:nvContentPartPr>
              <p14:xfrm>
                <a:off x="8191184" y="5548695"/>
                <a:ext cx="90360" cy="178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A10BB6-BD89-78E3-012C-5405987B877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73184" y="5531055"/>
                  <a:ext cx="126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265DE32-1F82-878A-BC59-A0E67110E037}"/>
                    </a:ext>
                  </a:extLst>
                </p14:cNvPr>
                <p14:cNvContentPartPr/>
                <p14:nvPr/>
              </p14:nvContentPartPr>
              <p14:xfrm>
                <a:off x="8345984" y="5593335"/>
                <a:ext cx="34920" cy="135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265DE32-1F82-878A-BC59-A0E67110E03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28344" y="5575335"/>
                  <a:ext cx="70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DEA8EBD-8B97-4FC9-7C12-FF703D17C840}"/>
                    </a:ext>
                  </a:extLst>
                </p14:cNvPr>
                <p14:cNvContentPartPr/>
                <p14:nvPr/>
              </p14:nvContentPartPr>
              <p14:xfrm>
                <a:off x="8349584" y="5454015"/>
                <a:ext cx="12600" cy="64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DEA8EBD-8B97-4FC9-7C12-FF703D17C8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31584" y="5436375"/>
                  <a:ext cx="48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9467D3-C40F-4EC0-92E0-7DF9DEF4EFEC}"/>
                    </a:ext>
                  </a:extLst>
                </p14:cNvPr>
                <p14:cNvContentPartPr/>
                <p14:nvPr/>
              </p14:nvContentPartPr>
              <p14:xfrm>
                <a:off x="8535704" y="5482455"/>
                <a:ext cx="23400" cy="236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9467D3-C40F-4EC0-92E0-7DF9DEF4EFE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18064" y="5464815"/>
                  <a:ext cx="59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9C54E81-8888-F095-B5CD-0831BA2CB757}"/>
                    </a:ext>
                  </a:extLst>
                </p14:cNvPr>
                <p14:cNvContentPartPr/>
                <p14:nvPr/>
              </p14:nvContentPartPr>
              <p14:xfrm>
                <a:off x="8484944" y="5571015"/>
                <a:ext cx="100080" cy="42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9C54E81-8888-F095-B5CD-0831BA2CB75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466944" y="5553015"/>
                  <a:ext cx="1357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02051DF-3FAD-F5D7-B844-AC43D42A7FE8}"/>
                    </a:ext>
                  </a:extLst>
                </p14:cNvPr>
                <p14:cNvContentPartPr/>
                <p14:nvPr/>
              </p14:nvContentPartPr>
              <p14:xfrm>
                <a:off x="8680424" y="5532495"/>
                <a:ext cx="20520" cy="87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02051DF-3FAD-F5D7-B844-AC43D42A7FE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62424" y="5514495"/>
                  <a:ext cx="56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6D2BD0F-44E6-3AB3-9988-DED730D41B99}"/>
                    </a:ext>
                  </a:extLst>
                </p14:cNvPr>
                <p14:cNvContentPartPr/>
                <p14:nvPr/>
              </p14:nvContentPartPr>
              <p14:xfrm>
                <a:off x="8659904" y="5400015"/>
                <a:ext cx="32400" cy="45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6D2BD0F-44E6-3AB3-9988-DED730D41B9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642264" y="5382015"/>
                  <a:ext cx="68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A24F010-612C-A999-95AB-62AB6BC8D792}"/>
                    </a:ext>
                  </a:extLst>
                </p14:cNvPr>
                <p14:cNvContentPartPr/>
                <p14:nvPr/>
              </p14:nvContentPartPr>
              <p14:xfrm>
                <a:off x="8781944" y="5493615"/>
                <a:ext cx="124200" cy="144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A24F010-612C-A999-95AB-62AB6BC8D79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763944" y="5475975"/>
                  <a:ext cx="159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E8E3027-7F6F-BD6F-595D-9D36B4C19689}"/>
                    </a:ext>
                  </a:extLst>
                </p14:cNvPr>
                <p14:cNvContentPartPr/>
                <p14:nvPr/>
              </p14:nvContentPartPr>
              <p14:xfrm>
                <a:off x="8930984" y="5494695"/>
                <a:ext cx="133200" cy="111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E8E3027-7F6F-BD6F-595D-9D36B4C1968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913344" y="5477055"/>
                  <a:ext cx="168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A735DA0-DCD4-EB71-5E24-FBD04DAB38E7}"/>
                    </a:ext>
                  </a:extLst>
                </p14:cNvPr>
                <p14:cNvContentPartPr/>
                <p14:nvPr/>
              </p14:nvContentPartPr>
              <p14:xfrm>
                <a:off x="10449104" y="5451495"/>
                <a:ext cx="25560" cy="197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A735DA0-DCD4-EB71-5E24-FBD04DAB38E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31464" y="5433495"/>
                  <a:ext cx="61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CFFC298-8C2F-7701-8CD7-7AE6C686910A}"/>
                    </a:ext>
                  </a:extLst>
                </p14:cNvPr>
                <p14:cNvContentPartPr/>
                <p14:nvPr/>
              </p14:nvContentPartPr>
              <p14:xfrm>
                <a:off x="10464944" y="5441775"/>
                <a:ext cx="119160" cy="129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CFFC298-8C2F-7701-8CD7-7AE6C686910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47304" y="5423775"/>
                  <a:ext cx="154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4A44A17-A7BD-4379-BBDB-80668D329EDD}"/>
                    </a:ext>
                  </a:extLst>
                </p14:cNvPr>
                <p14:cNvContentPartPr/>
                <p14:nvPr/>
              </p14:nvContentPartPr>
              <p14:xfrm>
                <a:off x="10653224" y="5463375"/>
                <a:ext cx="50040" cy="1076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4A44A17-A7BD-4379-BBDB-80668D329E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35224" y="5445735"/>
                  <a:ext cx="85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9E5875A-25F8-A958-DCA3-F172AA1ACF81}"/>
                    </a:ext>
                  </a:extLst>
                </p14:cNvPr>
                <p14:cNvContentPartPr/>
                <p14:nvPr/>
              </p14:nvContentPartPr>
              <p14:xfrm>
                <a:off x="10786424" y="5413335"/>
                <a:ext cx="113040" cy="249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9E5875A-25F8-A958-DCA3-F172AA1ACF8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68424" y="5395695"/>
                  <a:ext cx="148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5D4CC97-F8C4-B139-8A2D-E886D6BC84EC}"/>
                    </a:ext>
                  </a:extLst>
                </p14:cNvPr>
                <p14:cNvContentPartPr/>
                <p14:nvPr/>
              </p14:nvContentPartPr>
              <p14:xfrm>
                <a:off x="10979384" y="5478495"/>
                <a:ext cx="120960" cy="131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5D4CC97-F8C4-B139-8A2D-E886D6BC84E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961384" y="5460495"/>
                  <a:ext cx="156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FE80409-3AC3-254C-8AB6-9E942B243794}"/>
                    </a:ext>
                  </a:extLst>
                </p14:cNvPr>
                <p14:cNvContentPartPr/>
                <p14:nvPr/>
              </p14:nvContentPartPr>
              <p14:xfrm>
                <a:off x="11188184" y="5380215"/>
                <a:ext cx="49320" cy="238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FE80409-3AC3-254C-8AB6-9E942B24379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170184" y="5362575"/>
                  <a:ext cx="84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25AAA0B-AFFF-0CED-752C-ABA8672F2E3E}"/>
                    </a:ext>
                  </a:extLst>
                </p14:cNvPr>
                <p14:cNvContentPartPr/>
                <p14:nvPr/>
              </p14:nvContentPartPr>
              <p14:xfrm>
                <a:off x="11164784" y="5485695"/>
                <a:ext cx="90360" cy="144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25AAA0B-AFFF-0CED-752C-ABA8672F2E3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147144" y="5468055"/>
                  <a:ext cx="126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8838317-70D0-B4FC-CB19-991F30FBD0A5}"/>
                    </a:ext>
                  </a:extLst>
                </p14:cNvPr>
                <p14:cNvContentPartPr/>
                <p14:nvPr/>
              </p14:nvContentPartPr>
              <p14:xfrm>
                <a:off x="11331824" y="5451495"/>
                <a:ext cx="9720" cy="123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8838317-70D0-B4FC-CB19-991F30FBD0A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313824" y="5433855"/>
                  <a:ext cx="45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9B7B682-0127-CEEC-84BD-0146932ADD56}"/>
                    </a:ext>
                  </a:extLst>
                </p14:cNvPr>
                <p14:cNvContentPartPr/>
                <p14:nvPr/>
              </p14:nvContentPartPr>
              <p14:xfrm>
                <a:off x="11326784" y="5330895"/>
                <a:ext cx="12960" cy="66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9B7B682-0127-CEEC-84BD-0146932ADD5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09144" y="5313255"/>
                  <a:ext cx="48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49ECDF9-255D-02B8-4EA3-C58D1BE16E44}"/>
                    </a:ext>
                  </a:extLst>
                </p14:cNvPr>
                <p14:cNvContentPartPr/>
                <p14:nvPr/>
              </p14:nvContentPartPr>
              <p14:xfrm>
                <a:off x="11436584" y="5445735"/>
                <a:ext cx="108720" cy="1166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49ECDF9-255D-02B8-4EA3-C58D1BE16E4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18944" y="5427735"/>
                  <a:ext cx="144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3AFC236-52DC-31B1-A3A8-4BD9911D7FCD}"/>
                    </a:ext>
                  </a:extLst>
                </p14:cNvPr>
                <p14:cNvContentPartPr/>
                <p14:nvPr/>
              </p14:nvContentPartPr>
              <p14:xfrm>
                <a:off x="11585984" y="5411175"/>
                <a:ext cx="168840" cy="146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3AFC236-52DC-31B1-A3A8-4BD9911D7FC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567984" y="5393535"/>
                  <a:ext cx="2044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101C700-E6DF-D567-3FEA-012D6E83F2D5}"/>
                    </a:ext>
                  </a:extLst>
                </p14:cNvPr>
                <p14:cNvContentPartPr/>
                <p14:nvPr/>
              </p14:nvContentPartPr>
              <p14:xfrm>
                <a:off x="8088224" y="1630815"/>
                <a:ext cx="40320" cy="198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101C700-E6DF-D567-3FEA-012D6E83F2D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070584" y="1612815"/>
                  <a:ext cx="75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CC8560A-AC21-4BAF-E7F9-11CFBF46AB50}"/>
                    </a:ext>
                  </a:extLst>
                </p14:cNvPr>
                <p14:cNvContentPartPr/>
                <p14:nvPr/>
              </p14:nvContentPartPr>
              <p14:xfrm>
                <a:off x="8086424" y="1583295"/>
                <a:ext cx="88200" cy="109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CC8560A-AC21-4BAF-E7F9-11CFBF46AB5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068424" y="1565655"/>
                  <a:ext cx="123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1E95F0D-7D2B-C471-C2BC-FF30DE663184}"/>
                    </a:ext>
                  </a:extLst>
                </p14:cNvPr>
                <p14:cNvContentPartPr/>
                <p14:nvPr/>
              </p14:nvContentPartPr>
              <p14:xfrm>
                <a:off x="9153104" y="1565655"/>
                <a:ext cx="42840" cy="171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1E95F0D-7D2B-C471-C2BC-FF30DE66318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135104" y="1547655"/>
                  <a:ext cx="78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04672D-B3A2-3C47-8D35-156F26E7A458}"/>
                    </a:ext>
                  </a:extLst>
                </p14:cNvPr>
                <p14:cNvContentPartPr/>
                <p14:nvPr/>
              </p14:nvContentPartPr>
              <p14:xfrm>
                <a:off x="9169664" y="1520295"/>
                <a:ext cx="162000" cy="154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04672D-B3A2-3C47-8D35-156F26E7A45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52024" y="1502655"/>
                  <a:ext cx="197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C43CA6B-F890-28CF-BDE9-C5F259FE5519}"/>
                    </a:ext>
                  </a:extLst>
                </p14:cNvPr>
                <p14:cNvContentPartPr/>
                <p14:nvPr/>
              </p14:nvContentPartPr>
              <p14:xfrm>
                <a:off x="7971584" y="4930935"/>
                <a:ext cx="46440" cy="2854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C43CA6B-F890-28CF-BDE9-C5F259FE551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953584" y="4912935"/>
                  <a:ext cx="820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E93991E-88F7-383E-857F-F11FD4E0D608}"/>
                    </a:ext>
                  </a:extLst>
                </p14:cNvPr>
                <p14:cNvContentPartPr/>
                <p14:nvPr/>
              </p14:nvContentPartPr>
              <p14:xfrm>
                <a:off x="7963304" y="4899975"/>
                <a:ext cx="124560" cy="129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E93991E-88F7-383E-857F-F11FD4E0D60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945304" y="4882335"/>
                  <a:ext cx="160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DF2BF0F-CB7D-DE99-0921-43D838A2ED93}"/>
                    </a:ext>
                  </a:extLst>
                </p14:cNvPr>
                <p14:cNvContentPartPr/>
                <p14:nvPr/>
              </p14:nvContentPartPr>
              <p14:xfrm>
                <a:off x="10422464" y="4848495"/>
                <a:ext cx="38880" cy="242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DF2BF0F-CB7D-DE99-0921-43D838A2ED9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404464" y="4830855"/>
                  <a:ext cx="74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8272709-33E7-80DC-93FE-ACC40C76B8B3}"/>
                    </a:ext>
                  </a:extLst>
                </p14:cNvPr>
                <p14:cNvContentPartPr/>
                <p14:nvPr/>
              </p14:nvContentPartPr>
              <p14:xfrm>
                <a:off x="10440824" y="4830855"/>
                <a:ext cx="148320" cy="211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8272709-33E7-80DC-93FE-ACC40C76B8B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422824" y="4813215"/>
                  <a:ext cx="183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669FD2F-0376-3B83-D1EA-84B8DA107E7C}"/>
                    </a:ext>
                  </a:extLst>
                </p14:cNvPr>
                <p14:cNvContentPartPr/>
                <p14:nvPr/>
              </p14:nvContentPartPr>
              <p14:xfrm>
                <a:off x="8292344" y="4734015"/>
                <a:ext cx="223920" cy="494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669FD2F-0376-3B83-D1EA-84B8DA107E7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74704" y="4716375"/>
                  <a:ext cx="259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F9E3A38-59AF-B68A-2F18-4FCDCB7601CE}"/>
                    </a:ext>
                  </a:extLst>
                </p14:cNvPr>
                <p14:cNvContentPartPr/>
                <p14:nvPr/>
              </p14:nvContentPartPr>
              <p14:xfrm>
                <a:off x="8506544" y="5006895"/>
                <a:ext cx="16560" cy="23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F9E3A38-59AF-B68A-2F18-4FCDCB7601C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488904" y="4988895"/>
                  <a:ext cx="52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41F8DCC-47E9-814B-93B8-CEC54C5359AB}"/>
                    </a:ext>
                  </a:extLst>
                </p14:cNvPr>
                <p14:cNvContentPartPr/>
                <p14:nvPr/>
              </p14:nvContentPartPr>
              <p14:xfrm>
                <a:off x="8493584" y="4942455"/>
                <a:ext cx="214920" cy="65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41F8DCC-47E9-814B-93B8-CEC54C5359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5944" y="4924455"/>
                  <a:ext cx="250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4839CA9-6D3A-09B2-324B-4305BF36DCF0}"/>
                    </a:ext>
                  </a:extLst>
                </p14:cNvPr>
                <p14:cNvContentPartPr/>
                <p14:nvPr/>
              </p14:nvContentPartPr>
              <p14:xfrm>
                <a:off x="8584304" y="4900695"/>
                <a:ext cx="70560" cy="147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4839CA9-6D3A-09B2-324B-4305BF36DCF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566664" y="4883055"/>
                  <a:ext cx="106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A117341-A589-59FF-F749-A1D69DD463F0}"/>
                    </a:ext>
                  </a:extLst>
                </p14:cNvPr>
                <p14:cNvContentPartPr/>
                <p14:nvPr/>
              </p14:nvContentPartPr>
              <p14:xfrm>
                <a:off x="8742704" y="4835175"/>
                <a:ext cx="125280" cy="290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A117341-A589-59FF-F749-A1D69DD463F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725064" y="4817175"/>
                  <a:ext cx="160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5ABF3A8-87C0-1557-209B-D4D10ED280BD}"/>
                    </a:ext>
                  </a:extLst>
                </p14:cNvPr>
                <p14:cNvContentPartPr/>
                <p14:nvPr/>
              </p14:nvContentPartPr>
              <p14:xfrm>
                <a:off x="10801184" y="4763175"/>
                <a:ext cx="128160" cy="330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5ABF3A8-87C0-1557-209B-D4D10ED280BD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783544" y="4745535"/>
                  <a:ext cx="163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025F125-CD33-46C8-016B-B3F33BD6D318}"/>
                    </a:ext>
                  </a:extLst>
                </p14:cNvPr>
                <p14:cNvContentPartPr/>
                <p14:nvPr/>
              </p14:nvContentPartPr>
              <p14:xfrm>
                <a:off x="11004224" y="4925175"/>
                <a:ext cx="133200" cy="22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025F125-CD33-46C8-016B-B3F33BD6D31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986584" y="4907535"/>
                  <a:ext cx="168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C4E0243-EB8E-484A-3333-D349D28E3EF8}"/>
                    </a:ext>
                  </a:extLst>
                </p14:cNvPr>
                <p14:cNvContentPartPr/>
                <p14:nvPr/>
              </p14:nvContentPartPr>
              <p14:xfrm>
                <a:off x="11211944" y="4811775"/>
                <a:ext cx="82080" cy="234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C4E0243-EB8E-484A-3333-D349D28E3EF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193944" y="4793775"/>
                  <a:ext cx="117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358220-F543-9F36-1BB6-A12074E1840A}"/>
                    </a:ext>
                  </a:extLst>
                </p14:cNvPr>
                <p14:cNvContentPartPr/>
                <p14:nvPr/>
              </p14:nvContentPartPr>
              <p14:xfrm>
                <a:off x="7624544" y="2066055"/>
                <a:ext cx="94320" cy="826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358220-F543-9F36-1BB6-A12074E1840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06544" y="2048055"/>
                  <a:ext cx="12996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7D567CE-37F1-BDF1-A031-31B863D93309}"/>
                    </a:ext>
                  </a:extLst>
                </p14:cNvPr>
                <p14:cNvContentPartPr/>
                <p14:nvPr/>
              </p14:nvContentPartPr>
              <p14:xfrm>
                <a:off x="7599344" y="1905855"/>
                <a:ext cx="2325960" cy="137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7D567CE-37F1-BDF1-A031-31B863D9330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581344" y="1887855"/>
                  <a:ext cx="2361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F6F4E53-E7E2-0969-590D-3E37B5254E88}"/>
                    </a:ext>
                  </a:extLst>
                </p14:cNvPr>
                <p14:cNvContentPartPr/>
                <p14:nvPr/>
              </p14:nvContentPartPr>
              <p14:xfrm>
                <a:off x="9892184" y="1920255"/>
                <a:ext cx="119880" cy="1074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F6F4E53-E7E2-0969-590D-3E37B5254E8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874544" y="1902615"/>
                  <a:ext cx="155520" cy="11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4B9D95-4BA4-43E0-F2E9-D8BD84AE0EA9}"/>
                    </a:ext>
                  </a:extLst>
                </p14:cNvPr>
                <p14:cNvContentPartPr/>
                <p14:nvPr/>
              </p14:nvContentPartPr>
              <p14:xfrm>
                <a:off x="7800584" y="2974695"/>
                <a:ext cx="2232000" cy="86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4B9D95-4BA4-43E0-F2E9-D8BD84AE0EA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82944" y="2956695"/>
                  <a:ext cx="2267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0FCC1D-A87E-DE27-6B2B-29410EA2990A}"/>
                    </a:ext>
                  </a:extLst>
                </p14:cNvPr>
                <p14:cNvContentPartPr/>
                <p14:nvPr/>
              </p14:nvContentPartPr>
              <p14:xfrm>
                <a:off x="7733264" y="2876775"/>
                <a:ext cx="13320" cy="130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0FCC1D-A87E-DE27-6B2B-29410EA2990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715624" y="2858775"/>
                  <a:ext cx="48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801CD2-8874-A842-1CA0-575E9F308D97}"/>
                    </a:ext>
                  </a:extLst>
                </p14:cNvPr>
                <p14:cNvContentPartPr/>
                <p14:nvPr/>
              </p14:nvContentPartPr>
              <p14:xfrm>
                <a:off x="7777544" y="2993415"/>
                <a:ext cx="28080" cy="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801CD2-8874-A842-1CA0-575E9F308D9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759544" y="2975775"/>
                  <a:ext cx="63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AC7D0D7-34F2-8DF3-B3B0-861385A5EE27}"/>
                    </a:ext>
                  </a:extLst>
                </p14:cNvPr>
                <p14:cNvContentPartPr/>
                <p14:nvPr/>
              </p14:nvContentPartPr>
              <p14:xfrm>
                <a:off x="8686184" y="1942935"/>
                <a:ext cx="117360" cy="986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AC7D0D7-34F2-8DF3-B3B0-861385A5EE2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668544" y="1924935"/>
                  <a:ext cx="15300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6BCB45A-C648-BDA6-396D-4CAA003059EE}"/>
                    </a:ext>
                  </a:extLst>
                </p14:cNvPr>
                <p14:cNvContentPartPr/>
                <p14:nvPr/>
              </p14:nvContentPartPr>
              <p14:xfrm>
                <a:off x="7847744" y="2177295"/>
                <a:ext cx="149040" cy="259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6BCB45A-C648-BDA6-396D-4CAA003059E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830104" y="2159295"/>
                  <a:ext cx="184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8744C09-91CA-2B63-EE71-FD9DD416A392}"/>
                    </a:ext>
                  </a:extLst>
                </p14:cNvPr>
                <p14:cNvContentPartPr/>
                <p14:nvPr/>
              </p14:nvContentPartPr>
              <p14:xfrm>
                <a:off x="7952864" y="2127255"/>
                <a:ext cx="18000" cy="119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8744C09-91CA-2B63-EE71-FD9DD416A39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935224" y="2109255"/>
                  <a:ext cx="53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CCE446F-1C09-AC81-1F23-4F5DE27DA682}"/>
                    </a:ext>
                  </a:extLst>
                </p14:cNvPr>
                <p14:cNvContentPartPr/>
                <p14:nvPr/>
              </p14:nvContentPartPr>
              <p14:xfrm>
                <a:off x="7918664" y="2401935"/>
                <a:ext cx="82800" cy="17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CCE446F-1C09-AC81-1F23-4F5DE27DA68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01024" y="2383935"/>
                  <a:ext cx="118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A967591-D3E6-44C2-89DC-0B7FF7641CB2}"/>
                    </a:ext>
                  </a:extLst>
                </p14:cNvPr>
                <p14:cNvContentPartPr/>
                <p14:nvPr/>
              </p14:nvContentPartPr>
              <p14:xfrm>
                <a:off x="7953224" y="2366655"/>
                <a:ext cx="30600" cy="181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A967591-D3E6-44C2-89DC-0B7FF7641CB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935584" y="2349015"/>
                  <a:ext cx="66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A183666-F060-C311-3D90-E6DA8818972C}"/>
                    </a:ext>
                  </a:extLst>
                </p14:cNvPr>
                <p14:cNvContentPartPr/>
                <p14:nvPr/>
              </p14:nvContentPartPr>
              <p14:xfrm>
                <a:off x="7924064" y="2594175"/>
                <a:ext cx="78840" cy="194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A183666-F060-C311-3D90-E6DA8818972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906424" y="2576535"/>
                  <a:ext cx="114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6AD5744-6012-2B0B-CDE6-5CC617AC04F1}"/>
                    </a:ext>
                  </a:extLst>
                </p14:cNvPr>
                <p14:cNvContentPartPr/>
                <p14:nvPr/>
              </p14:nvContentPartPr>
              <p14:xfrm>
                <a:off x="7948544" y="2565375"/>
                <a:ext cx="16200" cy="111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6AD5744-6012-2B0B-CDE6-5CC617AC04F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930904" y="2547735"/>
                  <a:ext cx="51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F1115D5-1646-E5EA-ED0B-341EEA9D5BAA}"/>
                    </a:ext>
                  </a:extLst>
                </p14:cNvPr>
                <p14:cNvContentPartPr/>
                <p14:nvPr/>
              </p14:nvContentPartPr>
              <p14:xfrm>
                <a:off x="7930544" y="2733135"/>
                <a:ext cx="73080" cy="21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F1115D5-1646-E5EA-ED0B-341EEA9D5BA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912544" y="2715135"/>
                  <a:ext cx="108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4C7E44E-955E-49DB-AF07-862B21900F7B}"/>
                    </a:ext>
                  </a:extLst>
                </p14:cNvPr>
                <p14:cNvContentPartPr/>
                <p14:nvPr/>
              </p14:nvContentPartPr>
              <p14:xfrm>
                <a:off x="7980584" y="2728455"/>
                <a:ext cx="6840" cy="108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4C7E44E-955E-49DB-AF07-862B21900F7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62584" y="2710815"/>
                  <a:ext cx="42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8191AF9-8EA9-E835-24B3-2BCC4CD3F1A3}"/>
                    </a:ext>
                  </a:extLst>
                </p14:cNvPr>
                <p14:cNvContentPartPr/>
                <p14:nvPr/>
              </p14:nvContentPartPr>
              <p14:xfrm>
                <a:off x="7944584" y="2922135"/>
                <a:ext cx="120240" cy="16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8191AF9-8EA9-E835-24B3-2BCC4CD3F1A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926584" y="2904135"/>
                  <a:ext cx="155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A5D688F-F6BC-CF82-CC00-5086C0E45ED3}"/>
                    </a:ext>
                  </a:extLst>
                </p14:cNvPr>
                <p14:cNvContentPartPr/>
                <p14:nvPr/>
              </p14:nvContentPartPr>
              <p14:xfrm>
                <a:off x="8022704" y="2848335"/>
                <a:ext cx="18000" cy="120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A5D688F-F6BC-CF82-CC00-5086C0E45ED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05064" y="2830335"/>
                  <a:ext cx="53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F0EBDE1-0975-815D-C445-40A98094A964}"/>
                    </a:ext>
                  </a:extLst>
                </p14:cNvPr>
                <p14:cNvContentPartPr/>
                <p14:nvPr/>
              </p14:nvContentPartPr>
              <p14:xfrm>
                <a:off x="8141144" y="2197455"/>
                <a:ext cx="103320" cy="23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F0EBDE1-0975-815D-C445-40A98094A96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123144" y="2179815"/>
                  <a:ext cx="138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3A984D-3EC2-FC37-289E-6F92021AA006}"/>
                    </a:ext>
                  </a:extLst>
                </p14:cNvPr>
                <p14:cNvContentPartPr/>
                <p14:nvPr/>
              </p14:nvContentPartPr>
              <p14:xfrm>
                <a:off x="8194784" y="2113215"/>
                <a:ext cx="32040" cy="1126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3A984D-3EC2-FC37-289E-6F92021AA00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176784" y="2095575"/>
                  <a:ext cx="67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7DDBCAB-FB19-3FA0-7CF9-6C634DC499D6}"/>
                    </a:ext>
                  </a:extLst>
                </p14:cNvPr>
                <p14:cNvContentPartPr/>
                <p14:nvPr/>
              </p14:nvContentPartPr>
              <p14:xfrm>
                <a:off x="8164184" y="2376735"/>
                <a:ext cx="132840" cy="118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7DDBCAB-FB19-3FA0-7CF9-6C634DC499D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146184" y="2359095"/>
                  <a:ext cx="168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563EED5-2F7E-BDFE-478B-549763232E17}"/>
                    </a:ext>
                  </a:extLst>
                </p14:cNvPr>
                <p14:cNvContentPartPr/>
                <p14:nvPr/>
              </p14:nvContentPartPr>
              <p14:xfrm>
                <a:off x="8229344" y="2340015"/>
                <a:ext cx="25560" cy="101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563EED5-2F7E-BDFE-478B-549763232E1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211344" y="2322375"/>
                  <a:ext cx="61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604BAA8-11E6-54F7-E411-53B11953686F}"/>
                    </a:ext>
                  </a:extLst>
                </p14:cNvPr>
                <p14:cNvContentPartPr/>
                <p14:nvPr/>
              </p14:nvContentPartPr>
              <p14:xfrm>
                <a:off x="8191184" y="2583735"/>
                <a:ext cx="131760" cy="7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604BAA8-11E6-54F7-E411-53B11953686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173184" y="2566095"/>
                  <a:ext cx="167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70430E6-0B53-812C-1413-D06C2F80E8A5}"/>
                    </a:ext>
                  </a:extLst>
                </p14:cNvPr>
                <p14:cNvContentPartPr/>
                <p14:nvPr/>
              </p14:nvContentPartPr>
              <p14:xfrm>
                <a:off x="8257424" y="2557095"/>
                <a:ext cx="23400" cy="151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70430E6-0B53-812C-1413-D06C2F80E8A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39424" y="2539455"/>
                  <a:ext cx="59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878ACFF-86D4-F08A-D500-E42F95D4CC56}"/>
                    </a:ext>
                  </a:extLst>
                </p14:cNvPr>
                <p14:cNvContentPartPr/>
                <p14:nvPr/>
              </p14:nvContentPartPr>
              <p14:xfrm>
                <a:off x="8225744" y="2770215"/>
                <a:ext cx="156960" cy="12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878ACFF-86D4-F08A-D500-E42F95D4CC5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07744" y="2752575"/>
                  <a:ext cx="192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B21597D-87EA-AA99-B059-55F9A4007EE3}"/>
                    </a:ext>
                  </a:extLst>
                </p14:cNvPr>
                <p14:cNvContentPartPr/>
                <p14:nvPr/>
              </p14:nvContentPartPr>
              <p14:xfrm>
                <a:off x="8305664" y="2743215"/>
                <a:ext cx="28800" cy="1440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B21597D-87EA-AA99-B059-55F9A4007EE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8024" y="2725575"/>
                  <a:ext cx="64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6BAC5EE-8638-284B-9530-FEB6F5D0EBE5}"/>
                    </a:ext>
                  </a:extLst>
                </p14:cNvPr>
                <p14:cNvContentPartPr/>
                <p14:nvPr/>
              </p14:nvContentPartPr>
              <p14:xfrm>
                <a:off x="9051224" y="2135535"/>
                <a:ext cx="93960" cy="25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6BAC5EE-8638-284B-9530-FEB6F5D0EBE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033224" y="2117535"/>
                  <a:ext cx="12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6E163B2-D181-03AB-4B46-A6B8B6EECEEA}"/>
                    </a:ext>
                  </a:extLst>
                </p14:cNvPr>
                <p14:cNvContentPartPr/>
                <p14:nvPr/>
              </p14:nvContentPartPr>
              <p14:xfrm>
                <a:off x="9278384" y="2087655"/>
                <a:ext cx="92160" cy="9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6E163B2-D181-03AB-4B46-A6B8B6EECEE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260384" y="2069655"/>
                  <a:ext cx="127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263C705-8D02-03AE-9E29-4CE2AD93BEFE}"/>
                    </a:ext>
                  </a:extLst>
                </p14:cNvPr>
                <p14:cNvContentPartPr/>
                <p14:nvPr/>
              </p14:nvContentPartPr>
              <p14:xfrm>
                <a:off x="8990384" y="2352615"/>
                <a:ext cx="69480" cy="5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263C705-8D02-03AE-9E29-4CE2AD93BEF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72384" y="2334975"/>
                  <a:ext cx="105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DA45542-5A16-F1B6-DF20-BF8E85C4068B}"/>
                    </a:ext>
                  </a:extLst>
                </p14:cNvPr>
                <p14:cNvContentPartPr/>
                <p14:nvPr/>
              </p14:nvContentPartPr>
              <p14:xfrm>
                <a:off x="9236984" y="2319855"/>
                <a:ext cx="123120" cy="162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DA45542-5A16-F1B6-DF20-BF8E85C4068B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19344" y="2301855"/>
                  <a:ext cx="158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EBCA538-1C04-BE2D-8DE6-44473A3AC42D}"/>
                    </a:ext>
                  </a:extLst>
                </p14:cNvPr>
                <p14:cNvContentPartPr/>
                <p14:nvPr/>
              </p14:nvContentPartPr>
              <p14:xfrm>
                <a:off x="9073184" y="2574015"/>
                <a:ext cx="105840" cy="7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EBCA538-1C04-BE2D-8DE6-44473A3AC42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55184" y="2556015"/>
                  <a:ext cx="1414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0CEE34F-BF61-00D3-75F6-62356E5A97D4}"/>
                    </a:ext>
                  </a:extLst>
                </p14:cNvPr>
                <p14:cNvContentPartPr/>
                <p14:nvPr/>
              </p14:nvContentPartPr>
              <p14:xfrm>
                <a:off x="9329864" y="2525775"/>
                <a:ext cx="145440" cy="16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0CEE34F-BF61-00D3-75F6-62356E5A97D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311864" y="2508135"/>
                  <a:ext cx="1810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4FA8F34-6E9A-9436-B3CB-FD610B18A3FF}"/>
                    </a:ext>
                  </a:extLst>
                </p14:cNvPr>
                <p14:cNvContentPartPr/>
                <p14:nvPr/>
              </p14:nvContentPartPr>
              <p14:xfrm>
                <a:off x="9136184" y="2773455"/>
                <a:ext cx="107280" cy="16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4FA8F34-6E9A-9436-B3CB-FD610B18A3F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118184" y="2755815"/>
                  <a:ext cx="1429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972D52F-DCB2-8F52-DED1-05A6AB3D1729}"/>
                    </a:ext>
                  </a:extLst>
                </p14:cNvPr>
                <p14:cNvContentPartPr/>
                <p14:nvPr/>
              </p14:nvContentPartPr>
              <p14:xfrm>
                <a:off x="9382784" y="2777415"/>
                <a:ext cx="142560" cy="23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972D52F-DCB2-8F52-DED1-05A6AB3D172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64784" y="2759775"/>
                  <a:ext cx="178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9AB2FB5-34A6-3532-B524-D226B1611349}"/>
                    </a:ext>
                  </a:extLst>
                </p14:cNvPr>
                <p14:cNvContentPartPr/>
                <p14:nvPr/>
              </p14:nvContentPartPr>
              <p14:xfrm>
                <a:off x="6997784" y="2427495"/>
                <a:ext cx="682200" cy="9306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9AB2FB5-34A6-3532-B524-D226B161134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80144" y="2409855"/>
                  <a:ext cx="71784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369D297-6C18-119B-B02F-739697EF7653}"/>
                    </a:ext>
                  </a:extLst>
                </p14:cNvPr>
                <p14:cNvContentPartPr/>
                <p14:nvPr/>
              </p14:nvContentPartPr>
              <p14:xfrm>
                <a:off x="6541664" y="3327135"/>
                <a:ext cx="819360" cy="129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369D297-6C18-119B-B02F-739697EF765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524024" y="3309495"/>
                  <a:ext cx="855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64268DB-451A-57D2-18FB-6C9E78366836}"/>
                    </a:ext>
                  </a:extLst>
                </p14:cNvPr>
                <p14:cNvContentPartPr/>
                <p14:nvPr/>
              </p14:nvContentPartPr>
              <p14:xfrm>
                <a:off x="6966464" y="3524055"/>
                <a:ext cx="149400" cy="1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64268DB-451A-57D2-18FB-6C9E7836683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948824" y="3506055"/>
                  <a:ext cx="185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C1E1F52-AFD0-A58D-9A19-8A6751C838FC}"/>
                    </a:ext>
                  </a:extLst>
                </p14:cNvPr>
                <p14:cNvContentPartPr/>
                <p14:nvPr/>
              </p14:nvContentPartPr>
              <p14:xfrm>
                <a:off x="7049264" y="3547815"/>
                <a:ext cx="96840" cy="7236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C1E1F52-AFD0-A58D-9A19-8A6751C838F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031624" y="3529815"/>
                  <a:ext cx="13248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869F5CB-50F7-AE9E-3942-10ED4C3C762C}"/>
                    </a:ext>
                  </a:extLst>
                </p14:cNvPr>
                <p14:cNvContentPartPr/>
                <p14:nvPr/>
              </p14:nvContentPartPr>
              <p14:xfrm>
                <a:off x="7152584" y="2275215"/>
                <a:ext cx="3508200" cy="1976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869F5CB-50F7-AE9E-3942-10ED4C3C762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134584" y="2257575"/>
                  <a:ext cx="3543840" cy="20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5A642A1-4F0B-A8AB-C384-386DBABA8182}"/>
                    </a:ext>
                  </a:extLst>
                </p14:cNvPr>
                <p14:cNvContentPartPr/>
                <p14:nvPr/>
              </p14:nvContentPartPr>
              <p14:xfrm>
                <a:off x="9959504" y="2261175"/>
                <a:ext cx="617040" cy="111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5A642A1-4F0B-A8AB-C384-386DBABA818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41864" y="2243175"/>
                  <a:ext cx="652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8B85CD9-0DDF-55B0-E929-255930EEBA95}"/>
                    </a:ext>
                  </a:extLst>
                </p14:cNvPr>
                <p14:cNvContentPartPr/>
                <p14:nvPr/>
              </p14:nvContentPartPr>
              <p14:xfrm>
                <a:off x="6706544" y="2083695"/>
                <a:ext cx="435600" cy="29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8B85CD9-0DDF-55B0-E929-255930EEBA9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688904" y="2065695"/>
                  <a:ext cx="471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A63E417-9F54-A381-53C2-B01ADF875B4E}"/>
                    </a:ext>
                  </a:extLst>
                </p14:cNvPr>
                <p14:cNvContentPartPr/>
                <p14:nvPr/>
              </p14:nvContentPartPr>
              <p14:xfrm>
                <a:off x="6885104" y="1839255"/>
                <a:ext cx="100080" cy="485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A63E417-9F54-A381-53C2-B01ADF875B4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67464" y="1821255"/>
                  <a:ext cx="1357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EE51AC4-1435-AA66-7B06-A6CAEB115DDB}"/>
                    </a:ext>
                  </a:extLst>
                </p14:cNvPr>
                <p14:cNvContentPartPr/>
                <p14:nvPr/>
              </p14:nvContentPartPr>
              <p14:xfrm>
                <a:off x="6492344" y="3125895"/>
                <a:ext cx="278640" cy="49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EE51AC4-1435-AA66-7B06-A6CAEB115DDB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474344" y="3107895"/>
                  <a:ext cx="314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2B27E5A-FFD2-52A4-2615-65CC9D272387}"/>
                    </a:ext>
                  </a:extLst>
                </p14:cNvPr>
                <p14:cNvContentPartPr/>
                <p14:nvPr/>
              </p14:nvContentPartPr>
              <p14:xfrm>
                <a:off x="6622304" y="3062535"/>
                <a:ext cx="35280" cy="1872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2B27E5A-FFD2-52A4-2615-65CC9D27238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604664" y="3044895"/>
                  <a:ext cx="709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1640654-38F9-71F4-B74D-F8AA58CF50A0}"/>
                    </a:ext>
                  </a:extLst>
                </p14:cNvPr>
                <p14:cNvContentPartPr/>
                <p14:nvPr/>
              </p14:nvContentPartPr>
              <p14:xfrm>
                <a:off x="6484064" y="2191335"/>
                <a:ext cx="131040" cy="6094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1640654-38F9-71F4-B74D-F8AA58CF50A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466064" y="2173335"/>
                  <a:ext cx="16668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7F55324-73C4-3CD5-BB43-ACDA6E4E8A0B}"/>
                    </a:ext>
                  </a:extLst>
                </p14:cNvPr>
                <p14:cNvContentPartPr/>
                <p14:nvPr/>
              </p14:nvContentPartPr>
              <p14:xfrm>
                <a:off x="6519704" y="2163255"/>
                <a:ext cx="141480" cy="78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7F55324-73C4-3CD5-BB43-ACDA6E4E8A0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501704" y="2145615"/>
                  <a:ext cx="177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0C868B4-011E-A301-AE52-2CAB8C603372}"/>
                    </a:ext>
                  </a:extLst>
                </p14:cNvPr>
                <p14:cNvContentPartPr/>
                <p14:nvPr/>
              </p14:nvContentPartPr>
              <p14:xfrm>
                <a:off x="6867464" y="3735735"/>
                <a:ext cx="70200" cy="5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0C868B4-011E-A301-AE52-2CAB8C60337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49824" y="3718095"/>
                  <a:ext cx="105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103E248-D6BB-AC2C-1A2D-6A54A9664FB1}"/>
                    </a:ext>
                  </a:extLst>
                </p14:cNvPr>
                <p14:cNvContentPartPr/>
                <p14:nvPr/>
              </p14:nvContentPartPr>
              <p14:xfrm>
                <a:off x="10204664" y="1875615"/>
                <a:ext cx="258120" cy="22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103E248-D6BB-AC2C-1A2D-6A54A9664FB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186664" y="1857975"/>
                  <a:ext cx="29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F2D1E49-CBE7-EE15-A07C-E96DC56ED05D}"/>
                    </a:ext>
                  </a:extLst>
                </p14:cNvPr>
                <p14:cNvContentPartPr/>
                <p14:nvPr/>
              </p14:nvContentPartPr>
              <p14:xfrm>
                <a:off x="6907424" y="2030775"/>
                <a:ext cx="4418280" cy="27075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F2D1E49-CBE7-EE15-A07C-E96DC56ED05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889424" y="2012775"/>
                  <a:ext cx="4453920" cy="27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A9D7A79-9652-316E-74A0-A6476FBD61E1}"/>
                    </a:ext>
                  </a:extLst>
                </p14:cNvPr>
                <p14:cNvContentPartPr/>
                <p14:nvPr/>
              </p14:nvContentPartPr>
              <p14:xfrm>
                <a:off x="10850504" y="1974975"/>
                <a:ext cx="231840" cy="1645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A9D7A79-9652-316E-74A0-A6476FBD61E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832864" y="1956975"/>
                  <a:ext cx="2674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920B1B9-7A29-6896-2F7D-68EB26A76C94}"/>
                    </a:ext>
                  </a:extLst>
                </p14:cNvPr>
                <p14:cNvContentPartPr/>
                <p14:nvPr/>
              </p14:nvContentPartPr>
              <p14:xfrm>
                <a:off x="7786904" y="1377375"/>
                <a:ext cx="171720" cy="212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920B1B9-7A29-6896-2F7D-68EB26A76C9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769264" y="1359375"/>
                  <a:ext cx="207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01D4AEE-DB39-0F18-0EDB-6843FF463574}"/>
                    </a:ext>
                  </a:extLst>
                </p14:cNvPr>
                <p14:cNvContentPartPr/>
                <p14:nvPr/>
              </p14:nvContentPartPr>
              <p14:xfrm>
                <a:off x="7895984" y="1311495"/>
                <a:ext cx="23760" cy="1378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01D4AEE-DB39-0F18-0EDB-6843FF46357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877984" y="1293495"/>
                  <a:ext cx="59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8F3D143-3515-7925-CB53-859C6EFF2552}"/>
                    </a:ext>
                  </a:extLst>
                </p14:cNvPr>
                <p14:cNvContentPartPr/>
                <p14:nvPr/>
              </p14:nvContentPartPr>
              <p14:xfrm>
                <a:off x="8176424" y="1273695"/>
                <a:ext cx="546840" cy="159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8F3D143-3515-7925-CB53-859C6EFF255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58424" y="1256055"/>
                  <a:ext cx="582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BAF7207-41D6-3444-CABA-635D5A93095C}"/>
                    </a:ext>
                  </a:extLst>
                </p14:cNvPr>
                <p14:cNvContentPartPr/>
                <p14:nvPr/>
              </p14:nvContentPartPr>
              <p14:xfrm>
                <a:off x="9732704" y="984975"/>
                <a:ext cx="129600" cy="284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BAF7207-41D6-3444-CABA-635D5A93095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715064" y="966975"/>
                  <a:ext cx="165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093234F8-0250-FBFE-BD8D-75F7844DFF38}"/>
                    </a:ext>
                  </a:extLst>
                </p14:cNvPr>
                <p14:cNvContentPartPr/>
                <p14:nvPr/>
              </p14:nvContentPartPr>
              <p14:xfrm>
                <a:off x="9190544" y="1161015"/>
                <a:ext cx="465480" cy="435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093234F8-0250-FBFE-BD8D-75F7844DFF3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172904" y="1143015"/>
                  <a:ext cx="501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F6C303C5-C691-6C34-86A2-F1754E57A771}"/>
                    </a:ext>
                  </a:extLst>
                </p14:cNvPr>
                <p14:cNvContentPartPr/>
                <p14:nvPr/>
              </p14:nvContentPartPr>
              <p14:xfrm>
                <a:off x="9166784" y="1124655"/>
                <a:ext cx="116280" cy="990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F6C303C5-C691-6C34-86A2-F1754E57A77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148784" y="1106655"/>
                  <a:ext cx="151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E42A6C2-53EA-B5EA-A706-4869786EACF9}"/>
                    </a:ext>
                  </a:extLst>
                </p14:cNvPr>
                <p14:cNvContentPartPr/>
                <p14:nvPr/>
              </p14:nvContentPartPr>
              <p14:xfrm>
                <a:off x="9174704" y="1162455"/>
                <a:ext cx="106920" cy="644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E42A6C2-53EA-B5EA-A706-4869786EACF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157064" y="1144815"/>
                  <a:ext cx="142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7D028BF-4D0D-1826-80A5-6A6C5ECCAC29}"/>
                    </a:ext>
                  </a:extLst>
                </p14:cNvPr>
                <p14:cNvContentPartPr/>
                <p14:nvPr/>
              </p14:nvContentPartPr>
              <p14:xfrm>
                <a:off x="7872584" y="848175"/>
                <a:ext cx="78120" cy="4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7D028BF-4D0D-1826-80A5-6A6C5ECCAC2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854944" y="830535"/>
                  <a:ext cx="11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D5C5A98-4595-211C-FE39-CC245483A918}"/>
                    </a:ext>
                  </a:extLst>
                </p14:cNvPr>
                <p14:cNvContentPartPr/>
                <p14:nvPr/>
              </p14:nvContentPartPr>
              <p14:xfrm>
                <a:off x="7933064" y="786255"/>
                <a:ext cx="7920" cy="94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D5C5A98-4595-211C-FE39-CC245483A91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915064" y="768615"/>
                  <a:ext cx="43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5D76525-8492-F4E8-5AB7-29416F79B06E}"/>
                    </a:ext>
                  </a:extLst>
                </p14:cNvPr>
                <p14:cNvContentPartPr/>
                <p14:nvPr/>
              </p14:nvContentPartPr>
              <p14:xfrm>
                <a:off x="8039264" y="824415"/>
                <a:ext cx="122760" cy="111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5D76525-8492-F4E8-5AB7-29416F79B06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021624" y="806775"/>
                  <a:ext cx="158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A9233B0-3CFB-D9CE-CB03-E2CF684E6BBA}"/>
                    </a:ext>
                  </a:extLst>
                </p14:cNvPr>
                <p14:cNvContentPartPr/>
                <p14:nvPr/>
              </p14:nvContentPartPr>
              <p14:xfrm>
                <a:off x="8138264" y="751695"/>
                <a:ext cx="31680" cy="1191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A9233B0-3CFB-D9CE-CB03-E2CF684E6BB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120624" y="734055"/>
                  <a:ext cx="67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F5CF48F-D0BC-5FCE-73F6-AA61EF3EE99E}"/>
                    </a:ext>
                  </a:extLst>
                </p14:cNvPr>
                <p14:cNvContentPartPr/>
                <p14:nvPr/>
              </p14:nvContentPartPr>
              <p14:xfrm>
                <a:off x="8011184" y="1022775"/>
                <a:ext cx="81000" cy="21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F5CF48F-D0BC-5FCE-73F6-AA61EF3EE99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993544" y="1004775"/>
                  <a:ext cx="116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DD34E03-2641-E79E-AE3D-3A35EEEC17C6}"/>
                    </a:ext>
                  </a:extLst>
                </p14:cNvPr>
                <p14:cNvContentPartPr/>
                <p14:nvPr/>
              </p14:nvContentPartPr>
              <p14:xfrm>
                <a:off x="8083544" y="966975"/>
                <a:ext cx="14760" cy="107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DD34E03-2641-E79E-AE3D-3A35EEEC17C6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065904" y="948975"/>
                  <a:ext cx="50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F27EA40-0453-CFA9-A4D2-8F62A5849BDF}"/>
                    </a:ext>
                  </a:extLst>
                </p14:cNvPr>
                <p14:cNvContentPartPr/>
                <p14:nvPr/>
              </p14:nvContentPartPr>
              <p14:xfrm>
                <a:off x="8165264" y="1019175"/>
                <a:ext cx="94320" cy="23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F27EA40-0453-CFA9-A4D2-8F62A5849BD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47624" y="1001535"/>
                  <a:ext cx="129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72A710D-93BF-41C8-8054-F636E529997F}"/>
                    </a:ext>
                  </a:extLst>
                </p14:cNvPr>
                <p14:cNvContentPartPr/>
                <p14:nvPr/>
              </p14:nvContentPartPr>
              <p14:xfrm>
                <a:off x="8215304" y="979935"/>
                <a:ext cx="20160" cy="831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72A710D-93BF-41C8-8054-F636E529997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197664" y="962295"/>
                  <a:ext cx="55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21EF06B-E72E-DFF4-D6C0-EA14879261BC}"/>
                    </a:ext>
                  </a:extLst>
                </p14:cNvPr>
                <p14:cNvContentPartPr/>
                <p14:nvPr/>
              </p14:nvContentPartPr>
              <p14:xfrm>
                <a:off x="8362544" y="804615"/>
                <a:ext cx="712080" cy="489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21EF06B-E72E-DFF4-D6C0-EA14879261B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344904" y="786615"/>
                  <a:ext cx="747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641D161-83A0-FAE2-26C9-1C8B74F035CA}"/>
                    </a:ext>
                  </a:extLst>
                </p14:cNvPr>
                <p14:cNvContentPartPr/>
                <p14:nvPr/>
              </p14:nvContentPartPr>
              <p14:xfrm>
                <a:off x="8933504" y="740175"/>
                <a:ext cx="146880" cy="138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641D161-83A0-FAE2-26C9-1C8B74F035C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915864" y="722535"/>
                  <a:ext cx="18252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656493E-626E-1409-766D-5EED872E2952}"/>
              </a:ext>
            </a:extLst>
          </p:cNvPr>
          <p:cNvGrpSpPr/>
          <p:nvPr/>
        </p:nvGrpSpPr>
        <p:grpSpPr>
          <a:xfrm>
            <a:off x="8354984" y="253815"/>
            <a:ext cx="168840" cy="347400"/>
            <a:chOff x="8354984" y="253815"/>
            <a:chExt cx="16884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EB24B3D-FDE9-13D3-5348-E768E25D6105}"/>
                    </a:ext>
                  </a:extLst>
                </p14:cNvPr>
                <p14:cNvContentPartPr/>
                <p14:nvPr/>
              </p14:nvContentPartPr>
              <p14:xfrm>
                <a:off x="8404664" y="253815"/>
                <a:ext cx="84240" cy="332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EB24B3D-FDE9-13D3-5348-E768E25D610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387024" y="235815"/>
                  <a:ext cx="1198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EEB0527-F30B-16E8-E11F-F38C25BF9E5C}"/>
                    </a:ext>
                  </a:extLst>
                </p14:cNvPr>
                <p14:cNvContentPartPr/>
                <p14:nvPr/>
              </p14:nvContentPartPr>
              <p14:xfrm>
                <a:off x="8354984" y="263895"/>
                <a:ext cx="168840" cy="38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EEB0527-F30B-16E8-E11F-F38C25BF9E5C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336984" y="246255"/>
                  <a:ext cx="204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036457F6-F5A1-23B2-5A72-0AAA99F54F54}"/>
                    </a:ext>
                  </a:extLst>
                </p14:cNvPr>
                <p14:cNvContentPartPr/>
                <p14:nvPr/>
              </p14:nvContentPartPr>
              <p14:xfrm>
                <a:off x="8405384" y="565575"/>
                <a:ext cx="86400" cy="35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036457F6-F5A1-23B2-5A72-0AAA99F54F5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387744" y="547575"/>
                  <a:ext cx="122040" cy="7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E7D1FC2-4FAD-0806-0EB3-0CFD98F6BCCB}"/>
                  </a:ext>
                </a:extLst>
              </p14:cNvPr>
              <p14:cNvContentPartPr/>
              <p14:nvPr/>
            </p14:nvContentPartPr>
            <p14:xfrm>
              <a:off x="8821184" y="228255"/>
              <a:ext cx="733680" cy="19836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E7D1FC2-4FAD-0806-0EB3-0CFD98F6BCCB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8803184" y="210255"/>
                <a:ext cx="76932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10CA658-8B7B-D2A3-FE70-9132B7E649EC}"/>
              </a:ext>
            </a:extLst>
          </p:cNvPr>
          <p:cNvGrpSpPr/>
          <p:nvPr/>
        </p:nvGrpSpPr>
        <p:grpSpPr>
          <a:xfrm>
            <a:off x="5817704" y="4696935"/>
            <a:ext cx="738000" cy="226800"/>
            <a:chOff x="5817704" y="4696935"/>
            <a:chExt cx="73800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35285A8-3567-A5BF-5560-7599CF2FC793}"/>
                    </a:ext>
                  </a:extLst>
                </p14:cNvPr>
                <p14:cNvContentPartPr/>
                <p14:nvPr/>
              </p14:nvContentPartPr>
              <p14:xfrm>
                <a:off x="5817704" y="4775055"/>
                <a:ext cx="664560" cy="889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35285A8-3567-A5BF-5560-7599CF2FC79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800064" y="4757055"/>
                  <a:ext cx="700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E92294B-10BB-E7AA-06D6-828B5590078C}"/>
                    </a:ext>
                  </a:extLst>
                </p14:cNvPr>
                <p14:cNvContentPartPr/>
                <p14:nvPr/>
              </p14:nvContentPartPr>
              <p14:xfrm>
                <a:off x="6375704" y="4696935"/>
                <a:ext cx="180000" cy="2268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E92294B-10BB-E7AA-06D6-828B5590078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357704" y="4678935"/>
                  <a:ext cx="21564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3A552759-9CA8-E564-C644-222774A14520}"/>
              </a:ext>
            </a:extLst>
          </p:cNvPr>
          <p:cNvGrpSpPr/>
          <p:nvPr/>
        </p:nvGrpSpPr>
        <p:grpSpPr>
          <a:xfrm>
            <a:off x="6000224" y="4314255"/>
            <a:ext cx="129240" cy="248760"/>
            <a:chOff x="6000224" y="4314255"/>
            <a:chExt cx="12924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8D50450-23D0-BAC6-69CA-F8B837BA9D2A}"/>
                    </a:ext>
                  </a:extLst>
                </p14:cNvPr>
                <p14:cNvContentPartPr/>
                <p14:nvPr/>
              </p14:nvContentPartPr>
              <p14:xfrm>
                <a:off x="6044864" y="4314255"/>
                <a:ext cx="75600" cy="248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8D50450-23D0-BAC6-69CA-F8B837BA9D2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027224" y="4296255"/>
                  <a:ext cx="1112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92655B7-A37C-0FC2-A724-13B4A93E6297}"/>
                    </a:ext>
                  </a:extLst>
                </p14:cNvPr>
                <p14:cNvContentPartPr/>
                <p14:nvPr/>
              </p14:nvContentPartPr>
              <p14:xfrm>
                <a:off x="6000224" y="4334055"/>
                <a:ext cx="95040" cy="586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92655B7-A37C-0FC2-A724-13B4A93E629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982224" y="4316055"/>
                  <a:ext cx="130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261E32F9-0D7E-C9F8-71C9-451A2B77CEC5}"/>
                    </a:ext>
                  </a:extLst>
                </p14:cNvPr>
                <p14:cNvContentPartPr/>
                <p14:nvPr/>
              </p14:nvContentPartPr>
              <p14:xfrm>
                <a:off x="6038384" y="4529175"/>
                <a:ext cx="91080" cy="212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261E32F9-0D7E-C9F8-71C9-451A2B77CEC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020744" y="4511535"/>
                  <a:ext cx="1267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4AE0E8EB-CFFD-265A-6CFA-3978F969ADE4}"/>
              </a:ext>
            </a:extLst>
          </p:cNvPr>
          <p:cNvGrpSpPr/>
          <p:nvPr/>
        </p:nvGrpSpPr>
        <p:grpSpPr>
          <a:xfrm>
            <a:off x="5373824" y="5045055"/>
            <a:ext cx="1754280" cy="1424160"/>
            <a:chOff x="5373824" y="5045055"/>
            <a:chExt cx="1754280" cy="142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0C62326-B57B-F5CB-8247-67533A7A26F7}"/>
                    </a:ext>
                  </a:extLst>
                </p14:cNvPr>
                <p14:cNvContentPartPr/>
                <p14:nvPr/>
              </p14:nvContentPartPr>
              <p14:xfrm>
                <a:off x="6082304" y="5045055"/>
                <a:ext cx="68040" cy="3567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0C62326-B57B-F5CB-8247-67533A7A26F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064664" y="5027055"/>
                  <a:ext cx="1036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7D3ECC3-B7BD-DB67-1C9E-747775AAE6F3}"/>
                    </a:ext>
                  </a:extLst>
                </p14:cNvPr>
                <p14:cNvContentPartPr/>
                <p14:nvPr/>
              </p14:nvContentPartPr>
              <p14:xfrm>
                <a:off x="6072224" y="5052615"/>
                <a:ext cx="312840" cy="396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7D3ECC3-B7BD-DB67-1C9E-747775AAE6F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054224" y="5034615"/>
                  <a:ext cx="3484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7B160E2-89C9-8CA1-FF45-EAB42AA5E07C}"/>
                    </a:ext>
                  </a:extLst>
                </p14:cNvPr>
                <p14:cNvContentPartPr/>
                <p14:nvPr/>
              </p14:nvContentPartPr>
              <p14:xfrm>
                <a:off x="6400544" y="5073855"/>
                <a:ext cx="77400" cy="3736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7B160E2-89C9-8CA1-FF45-EAB42AA5E07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382904" y="5055855"/>
                  <a:ext cx="1130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16AF26D-EE82-19AE-380B-829147A86C75}"/>
                    </a:ext>
                  </a:extLst>
                </p14:cNvPr>
                <p14:cNvContentPartPr/>
                <p14:nvPr/>
              </p14:nvContentPartPr>
              <p14:xfrm>
                <a:off x="6434384" y="5178255"/>
                <a:ext cx="520560" cy="691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16AF26D-EE82-19AE-380B-829147A86C7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16384" y="5160255"/>
                  <a:ext cx="556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9E4FD07-A071-9324-D673-9152B67BF530}"/>
                    </a:ext>
                  </a:extLst>
                </p14:cNvPr>
                <p14:cNvContentPartPr/>
                <p14:nvPr/>
              </p14:nvContentPartPr>
              <p14:xfrm>
                <a:off x="5541584" y="5226495"/>
                <a:ext cx="577080" cy="597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9E4FD07-A071-9324-D673-9152B67BF53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523584" y="5208855"/>
                  <a:ext cx="61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7452D5F-C3F9-AD8B-2601-75BAD90F8AC8}"/>
                    </a:ext>
                  </a:extLst>
                </p14:cNvPr>
                <p14:cNvContentPartPr/>
                <p14:nvPr/>
              </p14:nvContentPartPr>
              <p14:xfrm>
                <a:off x="5516744" y="5291655"/>
                <a:ext cx="70920" cy="5839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7452D5F-C3F9-AD8B-2601-75BAD90F8AC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499104" y="5273655"/>
                  <a:ext cx="10656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D52E3B1-5FA6-E0AE-71A6-18D6471A5E29}"/>
                    </a:ext>
                  </a:extLst>
                </p14:cNvPr>
                <p14:cNvContentPartPr/>
                <p14:nvPr/>
              </p14:nvContentPartPr>
              <p14:xfrm>
                <a:off x="5373824" y="5895735"/>
                <a:ext cx="381240" cy="846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D52E3B1-5FA6-E0AE-71A6-18D6471A5E2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356184" y="5878095"/>
                  <a:ext cx="416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1D26955F-5A90-88D6-69D5-F876CF625C3B}"/>
                    </a:ext>
                  </a:extLst>
                </p14:cNvPr>
                <p14:cNvContentPartPr/>
                <p14:nvPr/>
              </p14:nvContentPartPr>
              <p14:xfrm>
                <a:off x="5581904" y="6028575"/>
                <a:ext cx="102240" cy="493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1D26955F-5A90-88D6-69D5-F876CF625C3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563904" y="6010935"/>
                  <a:ext cx="1378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F45740B-153B-9A29-A726-C1C70ACDA1B3}"/>
                    </a:ext>
                  </a:extLst>
                </p14:cNvPr>
                <p14:cNvContentPartPr/>
                <p14:nvPr/>
              </p14:nvContentPartPr>
              <p14:xfrm>
                <a:off x="5637704" y="6064215"/>
                <a:ext cx="66600" cy="366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F45740B-153B-9A29-A726-C1C70ACDA1B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619704" y="6046575"/>
                  <a:ext cx="1022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CA04F1A2-DBC4-012C-1857-5B80967E2A2F}"/>
                    </a:ext>
                  </a:extLst>
                </p14:cNvPr>
                <p14:cNvContentPartPr/>
                <p14:nvPr/>
              </p14:nvContentPartPr>
              <p14:xfrm>
                <a:off x="5690264" y="6407655"/>
                <a:ext cx="1281960" cy="615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CA04F1A2-DBC4-012C-1857-5B80967E2A2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672624" y="6389655"/>
                  <a:ext cx="1317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0C64DB5-2E5B-4A8E-B485-DE995D2B1757}"/>
                    </a:ext>
                  </a:extLst>
                </p14:cNvPr>
                <p14:cNvContentPartPr/>
                <p14:nvPr/>
              </p14:nvContentPartPr>
              <p14:xfrm>
                <a:off x="6907424" y="5118855"/>
                <a:ext cx="220680" cy="1247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0C64DB5-2E5B-4A8E-B485-DE995D2B1757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889424" y="5100855"/>
                  <a:ext cx="256320" cy="12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25E8139-71FC-AE43-4822-80474B924DDC}"/>
                    </a:ext>
                  </a:extLst>
                </p14:cNvPr>
                <p14:cNvContentPartPr/>
                <p14:nvPr/>
              </p14:nvContentPartPr>
              <p14:xfrm>
                <a:off x="7051784" y="6326655"/>
                <a:ext cx="17640" cy="428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25E8139-71FC-AE43-4822-80474B924DD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034144" y="6309015"/>
                  <a:ext cx="5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E175BBC-1E1D-469D-D330-5C19A50C6B10}"/>
                    </a:ext>
                  </a:extLst>
                </p14:cNvPr>
                <p14:cNvContentPartPr/>
                <p14:nvPr/>
              </p14:nvContentPartPr>
              <p14:xfrm>
                <a:off x="6090584" y="5590815"/>
                <a:ext cx="40320" cy="1800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E175BBC-1E1D-469D-D330-5C19A50C6B1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072584" y="5572815"/>
                  <a:ext cx="75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CF763F8-77AC-2A0F-A05D-A246712449AC}"/>
                    </a:ext>
                  </a:extLst>
                </p14:cNvPr>
                <p14:cNvContentPartPr/>
                <p14:nvPr/>
              </p14:nvContentPartPr>
              <p14:xfrm>
                <a:off x="6085904" y="5553015"/>
                <a:ext cx="92880" cy="67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CF763F8-77AC-2A0F-A05D-A246712449A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067904" y="5535375"/>
                  <a:ext cx="128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65FD879-DE44-5738-B622-85CD9A5C68FB}"/>
                    </a:ext>
                  </a:extLst>
                </p14:cNvPr>
                <p14:cNvContentPartPr/>
                <p14:nvPr/>
              </p14:nvContentPartPr>
              <p14:xfrm>
                <a:off x="6446264" y="5589375"/>
                <a:ext cx="16560" cy="1612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65FD879-DE44-5738-B622-85CD9A5C68F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428264" y="5571375"/>
                  <a:ext cx="52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4E2114D-9973-29A8-CD0C-10DCFA697958}"/>
                    </a:ext>
                  </a:extLst>
                </p14:cNvPr>
                <p14:cNvContentPartPr/>
                <p14:nvPr/>
              </p14:nvContentPartPr>
              <p14:xfrm>
                <a:off x="6436544" y="5531775"/>
                <a:ext cx="130680" cy="106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4E2114D-9973-29A8-CD0C-10DCFA697958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418544" y="5513775"/>
                  <a:ext cx="166320" cy="14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928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97DED-4B62-4B71-242C-C77DF2E6F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329FDC-39D7-BE73-21D4-984AA4D57583}"/>
              </a:ext>
            </a:extLst>
          </p:cNvPr>
          <p:cNvGrpSpPr/>
          <p:nvPr/>
        </p:nvGrpSpPr>
        <p:grpSpPr>
          <a:xfrm>
            <a:off x="937544" y="1470975"/>
            <a:ext cx="8648640" cy="5203800"/>
            <a:chOff x="937544" y="1470975"/>
            <a:chExt cx="8648640" cy="520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3FD4CD-3DF0-4B3E-5143-D9B6399B0ECF}"/>
                    </a:ext>
                  </a:extLst>
                </p14:cNvPr>
                <p14:cNvContentPartPr/>
                <p14:nvPr/>
              </p14:nvContentPartPr>
              <p14:xfrm>
                <a:off x="937544" y="4270695"/>
                <a:ext cx="281160" cy="449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3FD4CD-3DF0-4B3E-5143-D9B6399B0EC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9904" y="4253055"/>
                  <a:ext cx="3168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C17ACE3-DADA-B144-6BD6-9ED7229F1D94}"/>
                    </a:ext>
                  </a:extLst>
                </p14:cNvPr>
                <p14:cNvContentPartPr/>
                <p14:nvPr/>
              </p14:nvContentPartPr>
              <p14:xfrm>
                <a:off x="1294664" y="4162335"/>
                <a:ext cx="201600" cy="29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C17ACE3-DADA-B144-6BD6-9ED7229F1D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6664" y="4144695"/>
                  <a:ext cx="237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304537-4E5D-98C6-B589-DFDCC919A289}"/>
                    </a:ext>
                  </a:extLst>
                </p14:cNvPr>
                <p14:cNvContentPartPr/>
                <p14:nvPr/>
              </p14:nvContentPartPr>
              <p14:xfrm>
                <a:off x="2355224" y="2529735"/>
                <a:ext cx="1229040" cy="3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304537-4E5D-98C6-B589-DFDCC919A2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7224" y="2512095"/>
                  <a:ext cx="1264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86FDD9-9541-306F-13FD-E18679B57964}"/>
                    </a:ext>
                  </a:extLst>
                </p14:cNvPr>
                <p14:cNvContentPartPr/>
                <p14:nvPr/>
              </p14:nvContentPartPr>
              <p14:xfrm>
                <a:off x="2377904" y="2559255"/>
                <a:ext cx="244440" cy="173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86FDD9-9541-306F-13FD-E18679B579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59904" y="2541255"/>
                  <a:ext cx="280080" cy="17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511B7C4-745C-0030-A933-BA80449E9AB2}"/>
                    </a:ext>
                  </a:extLst>
                </p14:cNvPr>
                <p14:cNvContentPartPr/>
                <p14:nvPr/>
              </p14:nvContentPartPr>
              <p14:xfrm>
                <a:off x="1873544" y="4238295"/>
                <a:ext cx="1277280" cy="150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511B7C4-745C-0030-A933-BA80449E9A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5544" y="4220295"/>
                  <a:ext cx="1312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E3E9CE-6A09-A825-087C-350A03904BAF}"/>
                    </a:ext>
                  </a:extLst>
                </p14:cNvPr>
                <p14:cNvContentPartPr/>
                <p14:nvPr/>
              </p14:nvContentPartPr>
              <p14:xfrm>
                <a:off x="2540264" y="4510455"/>
                <a:ext cx="203760" cy="14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E3E9CE-6A09-A825-087C-350A03904B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2264" y="4492815"/>
                  <a:ext cx="239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C69A81C-0448-FE6A-5212-C51AC7C8D7E9}"/>
                    </a:ext>
                  </a:extLst>
                </p14:cNvPr>
                <p14:cNvContentPartPr/>
                <p14:nvPr/>
              </p14:nvContentPartPr>
              <p14:xfrm>
                <a:off x="2715944" y="4497135"/>
                <a:ext cx="247320" cy="1205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C69A81C-0448-FE6A-5212-C51AC7C8D7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97944" y="4479495"/>
                  <a:ext cx="282960" cy="12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D2BCB1-CEAC-B995-D2FC-36F3C24ECB6D}"/>
                    </a:ext>
                  </a:extLst>
                </p14:cNvPr>
                <p14:cNvContentPartPr/>
                <p14:nvPr/>
              </p14:nvContentPartPr>
              <p14:xfrm>
                <a:off x="2964344" y="5392095"/>
                <a:ext cx="5503320" cy="28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D2BCB1-CEAC-B995-D2FC-36F3C24ECB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46344" y="5374455"/>
                  <a:ext cx="5538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9CB63CC-FE76-012B-52D1-92FAF8018D87}"/>
                    </a:ext>
                  </a:extLst>
                </p14:cNvPr>
                <p14:cNvContentPartPr/>
                <p14:nvPr/>
              </p14:nvContentPartPr>
              <p14:xfrm>
                <a:off x="7449944" y="2280255"/>
                <a:ext cx="929160" cy="54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9CB63CC-FE76-012B-52D1-92FAF8018D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31944" y="2262255"/>
                  <a:ext cx="964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5568C0E-840D-32DA-887C-0A1371D25DD5}"/>
                    </a:ext>
                  </a:extLst>
                </p14:cNvPr>
                <p14:cNvContentPartPr/>
                <p14:nvPr/>
              </p14:nvContentPartPr>
              <p14:xfrm>
                <a:off x="8378744" y="2275215"/>
                <a:ext cx="369000" cy="310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5568C0E-840D-32DA-887C-0A1371D25DD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61104" y="2257575"/>
                  <a:ext cx="404640" cy="31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00F136-111A-7C41-B10F-61A02130C3A3}"/>
                    </a:ext>
                  </a:extLst>
                </p14:cNvPr>
                <p14:cNvContentPartPr/>
                <p14:nvPr/>
              </p14:nvContentPartPr>
              <p14:xfrm>
                <a:off x="1576904" y="3636375"/>
                <a:ext cx="467640" cy="59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00F136-111A-7C41-B10F-61A02130C3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59264" y="3618375"/>
                  <a:ext cx="503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0E75A9-A87B-9706-D635-0BB1D6320173}"/>
                    </a:ext>
                  </a:extLst>
                </p14:cNvPr>
                <p14:cNvContentPartPr/>
                <p14:nvPr/>
              </p14:nvContentPartPr>
              <p14:xfrm>
                <a:off x="1841864" y="3426855"/>
                <a:ext cx="86400" cy="499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0E75A9-A87B-9706-D635-0BB1D63201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24224" y="3408855"/>
                  <a:ext cx="1220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76FC04-069F-6322-B2C2-3ADEDCBEAC66}"/>
                    </a:ext>
                  </a:extLst>
                </p14:cNvPr>
                <p14:cNvContentPartPr/>
                <p14:nvPr/>
              </p14:nvContentPartPr>
              <p14:xfrm>
                <a:off x="8240144" y="2027535"/>
                <a:ext cx="363240" cy="28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76FC04-069F-6322-B2C2-3ADEDCBEAC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22504" y="2009535"/>
                  <a:ext cx="398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B898B2-5D8F-9B92-3FD9-25533A9BDE3E}"/>
                    </a:ext>
                  </a:extLst>
                </p14:cNvPr>
                <p14:cNvContentPartPr/>
                <p14:nvPr/>
              </p14:nvContentPartPr>
              <p14:xfrm>
                <a:off x="1456664" y="3201495"/>
                <a:ext cx="840240" cy="980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B898B2-5D8F-9B92-3FD9-25533A9BDE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39024" y="3183495"/>
                  <a:ext cx="875880" cy="10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669093-0414-720F-27BB-61EB15E6BEB3}"/>
                    </a:ext>
                  </a:extLst>
                </p14:cNvPr>
                <p14:cNvContentPartPr/>
                <p14:nvPr/>
              </p14:nvContentPartPr>
              <p14:xfrm>
                <a:off x="1607144" y="1969575"/>
                <a:ext cx="1253520" cy="123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669093-0414-720F-27BB-61EB15E6BE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89144" y="1951935"/>
                  <a:ext cx="1289160" cy="12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95C66F-049F-D176-17D9-4AF6772A4C20}"/>
                    </a:ext>
                  </a:extLst>
                </p14:cNvPr>
                <p14:cNvContentPartPr/>
                <p14:nvPr/>
              </p14:nvContentPartPr>
              <p14:xfrm>
                <a:off x="2755544" y="1884615"/>
                <a:ext cx="163080" cy="27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95C66F-049F-D176-17D9-4AF6772A4C2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7544" y="1866975"/>
                  <a:ext cx="1987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4456079-1AC9-6A7F-2151-E5FBD5CDAF94}"/>
                    </a:ext>
                  </a:extLst>
                </p14:cNvPr>
                <p14:cNvContentPartPr/>
                <p14:nvPr/>
              </p14:nvContentPartPr>
              <p14:xfrm>
                <a:off x="3098264" y="1725135"/>
                <a:ext cx="120960" cy="45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456079-1AC9-6A7F-2151-E5FBD5CDAF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80624" y="1707495"/>
                  <a:ext cx="1566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3BB53B-B81E-B50F-4389-5722B90D7389}"/>
                    </a:ext>
                  </a:extLst>
                </p14:cNvPr>
                <p14:cNvContentPartPr/>
                <p14:nvPr/>
              </p14:nvContentPartPr>
              <p14:xfrm>
                <a:off x="2885864" y="1470975"/>
                <a:ext cx="673200" cy="972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3BB53B-B81E-B50F-4389-5722B90D73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68224" y="1452975"/>
                  <a:ext cx="70884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2437F92-A76B-76CD-18F3-95DDA4D2215E}"/>
                    </a:ext>
                  </a:extLst>
                </p14:cNvPr>
                <p14:cNvContentPartPr/>
                <p14:nvPr/>
              </p14:nvContentPartPr>
              <p14:xfrm>
                <a:off x="2977664" y="1892535"/>
                <a:ext cx="307800" cy="87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2437F92-A76B-76CD-18F3-95DDA4D221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59664" y="1874535"/>
                  <a:ext cx="343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204A20-0D10-D18B-5AE5-0BDD77220FDD}"/>
                    </a:ext>
                  </a:extLst>
                </p14:cNvPr>
                <p14:cNvContentPartPr/>
                <p14:nvPr/>
              </p14:nvContentPartPr>
              <p14:xfrm>
                <a:off x="2248664" y="4899975"/>
                <a:ext cx="185040" cy="40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204A20-0D10-D18B-5AE5-0BDD77220F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0664" y="4881975"/>
                  <a:ext cx="220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38611F3-52C3-9E37-7F63-F87BBD580C6C}"/>
                    </a:ext>
                  </a:extLst>
                </p14:cNvPr>
                <p14:cNvContentPartPr/>
                <p14:nvPr/>
              </p14:nvContentPartPr>
              <p14:xfrm>
                <a:off x="2094584" y="4700175"/>
                <a:ext cx="604080" cy="584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38611F3-52C3-9E37-7F63-F87BBD580C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6944" y="4682175"/>
                  <a:ext cx="63972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6B31D5C-49F1-54EA-3472-16303D58BC35}"/>
                    </a:ext>
                  </a:extLst>
                </p14:cNvPr>
                <p14:cNvContentPartPr/>
                <p14:nvPr/>
              </p14:nvContentPartPr>
              <p14:xfrm>
                <a:off x="2454224" y="1866975"/>
                <a:ext cx="7131960" cy="480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6B31D5C-49F1-54EA-3472-16303D58BC3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36584" y="1848975"/>
                  <a:ext cx="7167600" cy="48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AF5EF23-CAC0-5BE2-116B-DE214061FA9A}"/>
                    </a:ext>
                  </a:extLst>
                </p14:cNvPr>
                <p14:cNvContentPartPr/>
                <p14:nvPr/>
              </p14:nvContentPartPr>
              <p14:xfrm>
                <a:off x="8900024" y="1789935"/>
                <a:ext cx="182160" cy="127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AF5EF23-CAC0-5BE2-116B-DE214061FA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82024" y="1772295"/>
                  <a:ext cx="217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BA27BD-44CB-ABAE-48C0-2B60B200E334}"/>
                    </a:ext>
                  </a:extLst>
                </p14:cNvPr>
                <p14:cNvContentPartPr/>
                <p14:nvPr/>
              </p14:nvContentPartPr>
              <p14:xfrm>
                <a:off x="8918024" y="1833495"/>
                <a:ext cx="231120" cy="218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BA27BD-44CB-ABAE-48C0-2B60B200E3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00384" y="1815495"/>
                  <a:ext cx="266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EE9E9D-DA6B-43D5-769C-D2437746EC53}"/>
                    </a:ext>
                  </a:extLst>
                </p14:cNvPr>
                <p14:cNvContentPartPr/>
                <p14:nvPr/>
              </p14:nvContentPartPr>
              <p14:xfrm>
                <a:off x="7927664" y="1494735"/>
                <a:ext cx="887400" cy="1109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EE9E9D-DA6B-43D5-769C-D2437746EC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09664" y="1476735"/>
                  <a:ext cx="923040" cy="11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B95849C-3933-615B-0DC7-8CD800534407}"/>
              </a:ext>
            </a:extLst>
          </p:cNvPr>
          <p:cNvGrpSpPr/>
          <p:nvPr/>
        </p:nvGrpSpPr>
        <p:grpSpPr>
          <a:xfrm>
            <a:off x="3965864" y="3713055"/>
            <a:ext cx="1637640" cy="516240"/>
            <a:chOff x="3965864" y="3713055"/>
            <a:chExt cx="163764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C9E47C-2752-47AD-1588-748D412E6F30}"/>
                    </a:ext>
                  </a:extLst>
                </p14:cNvPr>
                <p14:cNvContentPartPr/>
                <p14:nvPr/>
              </p14:nvContentPartPr>
              <p14:xfrm>
                <a:off x="4135424" y="3833655"/>
                <a:ext cx="15840" cy="20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C9E47C-2752-47AD-1588-748D412E6F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17784" y="3815655"/>
                  <a:ext cx="51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455E56-039C-91D9-5777-DE9DBF8E666D}"/>
                    </a:ext>
                  </a:extLst>
                </p14:cNvPr>
                <p14:cNvContentPartPr/>
                <p14:nvPr/>
              </p14:nvContentPartPr>
              <p14:xfrm>
                <a:off x="3965864" y="3713055"/>
                <a:ext cx="459720" cy="516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455E56-039C-91D9-5777-DE9DBF8E66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47864" y="3695415"/>
                  <a:ext cx="49536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1B6B756-1860-C721-1351-2097BF0C228B}"/>
                    </a:ext>
                  </a:extLst>
                </p14:cNvPr>
                <p14:cNvContentPartPr/>
                <p14:nvPr/>
              </p14:nvContentPartPr>
              <p14:xfrm>
                <a:off x="4663184" y="3892695"/>
                <a:ext cx="177840" cy="20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1B6B756-1860-C721-1351-2097BF0C228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45184" y="3875055"/>
                  <a:ext cx="213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BC30C4D-AFE3-DDB8-86CF-8474172D8FA3}"/>
                    </a:ext>
                  </a:extLst>
                </p14:cNvPr>
                <p14:cNvContentPartPr/>
                <p14:nvPr/>
              </p14:nvContentPartPr>
              <p14:xfrm>
                <a:off x="4750304" y="3807735"/>
                <a:ext cx="35280" cy="199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BC30C4D-AFE3-DDB8-86CF-8474172D8FA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32304" y="3789735"/>
                  <a:ext cx="70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136ED1-BFB4-1691-BB45-C9592375B83B}"/>
                    </a:ext>
                  </a:extLst>
                </p14:cNvPr>
                <p14:cNvContentPartPr/>
                <p14:nvPr/>
              </p14:nvContentPartPr>
              <p14:xfrm>
                <a:off x="5171144" y="3830415"/>
                <a:ext cx="302400" cy="92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136ED1-BFB4-1691-BB45-C9592375B8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53504" y="3812775"/>
                  <a:ext cx="338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B1B897-13D8-F650-4A4D-D1364EC5A6B2}"/>
                    </a:ext>
                  </a:extLst>
                </p14:cNvPr>
                <p14:cNvContentPartPr/>
                <p14:nvPr/>
              </p14:nvContentPartPr>
              <p14:xfrm>
                <a:off x="5424584" y="3752655"/>
                <a:ext cx="178920" cy="193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B1B897-13D8-F650-4A4D-D1364EC5A6B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06584" y="3735015"/>
                  <a:ext cx="21456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B03305F-A4C2-5B0E-4586-9FB9B8E349A9}"/>
              </a:ext>
            </a:extLst>
          </p:cNvPr>
          <p:cNvGrpSpPr/>
          <p:nvPr/>
        </p:nvGrpSpPr>
        <p:grpSpPr>
          <a:xfrm>
            <a:off x="6047744" y="3742935"/>
            <a:ext cx="901080" cy="217800"/>
            <a:chOff x="6047744" y="3742935"/>
            <a:chExt cx="901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EC10D14-0FA5-3B74-00E5-DF6E4F45D359}"/>
                    </a:ext>
                  </a:extLst>
                </p14:cNvPr>
                <p14:cNvContentPartPr/>
                <p14:nvPr/>
              </p14:nvContentPartPr>
              <p14:xfrm>
                <a:off x="6047744" y="3751575"/>
                <a:ext cx="190080" cy="208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EC10D14-0FA5-3B74-00E5-DF6E4F45D3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30104" y="3733575"/>
                  <a:ext cx="2257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92E1067-BE64-8181-8EB1-3A4FCC862946}"/>
                    </a:ext>
                  </a:extLst>
                </p14:cNvPr>
                <p14:cNvContentPartPr/>
                <p14:nvPr/>
              </p14:nvContentPartPr>
              <p14:xfrm>
                <a:off x="6329984" y="3863535"/>
                <a:ext cx="79560" cy="97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92E1067-BE64-8181-8EB1-3A4FCC86294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11984" y="3845895"/>
                  <a:ext cx="115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A9FFD2-3126-7164-4124-0046B376567F}"/>
                    </a:ext>
                  </a:extLst>
                </p14:cNvPr>
                <p14:cNvContentPartPr/>
                <p14:nvPr/>
              </p14:nvContentPartPr>
              <p14:xfrm>
                <a:off x="6507824" y="3742935"/>
                <a:ext cx="48600" cy="201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A9FFD2-3126-7164-4124-0046B37656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89824" y="3725295"/>
                  <a:ext cx="8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627C5B9-094D-0FAE-4453-801898175D87}"/>
                    </a:ext>
                  </a:extLst>
                </p14:cNvPr>
                <p14:cNvContentPartPr/>
                <p14:nvPr/>
              </p14:nvContentPartPr>
              <p14:xfrm>
                <a:off x="6641744" y="3825735"/>
                <a:ext cx="108360" cy="108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627C5B9-094D-0FAE-4453-801898175D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24104" y="3808095"/>
                  <a:ext cx="144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8751F3-050A-6A9E-BE40-F1FB67765E79}"/>
                    </a:ext>
                  </a:extLst>
                </p14:cNvPr>
                <p14:cNvContentPartPr/>
                <p14:nvPr/>
              </p14:nvContentPartPr>
              <p14:xfrm>
                <a:off x="6855224" y="3788655"/>
                <a:ext cx="93600" cy="170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8751F3-050A-6A9E-BE40-F1FB67765E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37584" y="3771015"/>
                  <a:ext cx="1292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CCA94BA-8B05-CDCA-AB6B-0A306E1F691E}"/>
              </a:ext>
            </a:extLst>
          </p:cNvPr>
          <p:cNvGrpSpPr/>
          <p:nvPr/>
        </p:nvGrpSpPr>
        <p:grpSpPr>
          <a:xfrm>
            <a:off x="7338704" y="3628095"/>
            <a:ext cx="1343880" cy="289080"/>
            <a:chOff x="7338704" y="3628095"/>
            <a:chExt cx="134388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EECE250-9294-2654-5C62-EA56377DB41A}"/>
                    </a:ext>
                  </a:extLst>
                </p14:cNvPr>
                <p14:cNvContentPartPr/>
                <p14:nvPr/>
              </p14:nvContentPartPr>
              <p14:xfrm>
                <a:off x="7338704" y="3777135"/>
                <a:ext cx="252720" cy="112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EECE250-9294-2654-5C62-EA56377DB41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20704" y="3759135"/>
                  <a:ext cx="288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3E8DBA-131A-FFD0-6445-0D4EF0CB829F}"/>
                    </a:ext>
                  </a:extLst>
                </p14:cNvPr>
                <p14:cNvContentPartPr/>
                <p14:nvPr/>
              </p14:nvContentPartPr>
              <p14:xfrm>
                <a:off x="7697984" y="3759855"/>
                <a:ext cx="80640" cy="107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3E8DBA-131A-FFD0-6445-0D4EF0CB829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79984" y="3741855"/>
                  <a:ext cx="116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A1AC988-E8A0-FD8C-86A0-249052AEE1AC}"/>
                    </a:ext>
                  </a:extLst>
                </p14:cNvPr>
                <p14:cNvContentPartPr/>
                <p14:nvPr/>
              </p14:nvContentPartPr>
              <p14:xfrm>
                <a:off x="7909664" y="3720255"/>
                <a:ext cx="52560" cy="71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A1AC988-E8A0-FD8C-86A0-249052AEE1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92024" y="3702255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3C2996-6E80-D4FF-A30B-26FAA53E09C6}"/>
                    </a:ext>
                  </a:extLst>
                </p14:cNvPr>
                <p14:cNvContentPartPr/>
                <p14:nvPr/>
              </p14:nvContentPartPr>
              <p14:xfrm>
                <a:off x="8065184" y="3711255"/>
                <a:ext cx="35640" cy="90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3C2996-6E80-D4FF-A30B-26FAA53E09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47544" y="3693255"/>
                  <a:ext cx="71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9B8174-64C2-DC4A-9809-F7B7CBBF74F3}"/>
                    </a:ext>
                  </a:extLst>
                </p14:cNvPr>
                <p14:cNvContentPartPr/>
                <p14:nvPr/>
              </p14:nvContentPartPr>
              <p14:xfrm>
                <a:off x="8042504" y="3628095"/>
                <a:ext cx="4356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9B8174-64C2-DC4A-9809-F7B7CBBF74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24504" y="3610095"/>
                  <a:ext cx="79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B6AD891-3D02-54EC-F86A-2F91F5A57D78}"/>
                    </a:ext>
                  </a:extLst>
                </p14:cNvPr>
                <p14:cNvContentPartPr/>
                <p14:nvPr/>
              </p14:nvContentPartPr>
              <p14:xfrm>
                <a:off x="8272904" y="3708375"/>
                <a:ext cx="190800" cy="76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B6AD891-3D02-54EC-F86A-2F91F5A57D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54904" y="3690375"/>
                  <a:ext cx="226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CF191CF-FC44-1E6D-7778-100A88A5C348}"/>
                    </a:ext>
                  </a:extLst>
                </p14:cNvPr>
                <p14:cNvContentPartPr/>
                <p14:nvPr/>
              </p14:nvContentPartPr>
              <p14:xfrm>
                <a:off x="8564504" y="3675615"/>
                <a:ext cx="118080" cy="241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CF191CF-FC44-1E6D-7778-100A88A5C3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46864" y="3657975"/>
                  <a:ext cx="15372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EE7DFD3-5A72-8C17-62C0-4EC6CC2FD168}"/>
              </a:ext>
            </a:extLst>
          </p:cNvPr>
          <p:cNvGrpSpPr/>
          <p:nvPr/>
        </p:nvGrpSpPr>
        <p:grpSpPr>
          <a:xfrm>
            <a:off x="5842904" y="4154415"/>
            <a:ext cx="2135160" cy="303120"/>
            <a:chOff x="5842904" y="4154415"/>
            <a:chExt cx="21351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F50FBD-C36E-C5DB-7264-38383086BDAB}"/>
                    </a:ext>
                  </a:extLst>
                </p14:cNvPr>
                <p14:cNvContentPartPr/>
                <p14:nvPr/>
              </p14:nvContentPartPr>
              <p14:xfrm>
                <a:off x="5882864" y="4213095"/>
                <a:ext cx="46080" cy="244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F50FBD-C36E-C5DB-7264-38383086BD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64864" y="4195455"/>
                  <a:ext cx="817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A9ACEF4-A6AC-153A-9504-9A0FEDF2182C}"/>
                    </a:ext>
                  </a:extLst>
                </p14:cNvPr>
                <p14:cNvContentPartPr/>
                <p14:nvPr/>
              </p14:nvContentPartPr>
              <p14:xfrm>
                <a:off x="5842904" y="4316055"/>
                <a:ext cx="117720" cy="55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A9ACEF4-A6AC-153A-9504-9A0FEDF218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24904" y="4298415"/>
                  <a:ext cx="153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4681423-201E-91A4-4C52-C0C700C5F335}"/>
                    </a:ext>
                  </a:extLst>
                </p14:cNvPr>
                <p14:cNvContentPartPr/>
                <p14:nvPr/>
              </p14:nvContentPartPr>
              <p14:xfrm>
                <a:off x="6074744" y="4299135"/>
                <a:ext cx="70200" cy="92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4681423-201E-91A4-4C52-C0C700C5F3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6744" y="4281135"/>
                  <a:ext cx="105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B47657C-F629-E82F-9326-E5FF9D2E1B96}"/>
                    </a:ext>
                  </a:extLst>
                </p14:cNvPr>
                <p14:cNvContentPartPr/>
                <p14:nvPr/>
              </p14:nvContentPartPr>
              <p14:xfrm>
                <a:off x="6267704" y="4304175"/>
                <a:ext cx="47160" cy="87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B47657C-F629-E82F-9326-E5FF9D2E1B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49704" y="4286535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192E491-2809-6F3D-B5C3-730D42DDCB32}"/>
                    </a:ext>
                  </a:extLst>
                </p14:cNvPr>
                <p14:cNvContentPartPr/>
                <p14:nvPr/>
              </p14:nvContentPartPr>
              <p14:xfrm>
                <a:off x="6404504" y="4299855"/>
                <a:ext cx="265680" cy="84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192E491-2809-6F3D-B5C3-730D42DDCB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86864" y="4281855"/>
                  <a:ext cx="301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8169ECA-906D-705F-760A-BF8D2D1C435A}"/>
                    </a:ext>
                  </a:extLst>
                </p14:cNvPr>
                <p14:cNvContentPartPr/>
                <p14:nvPr/>
              </p14:nvContentPartPr>
              <p14:xfrm>
                <a:off x="6981944" y="4188255"/>
                <a:ext cx="62280" cy="18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8169ECA-906D-705F-760A-BF8D2D1C435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64304" y="4170615"/>
                  <a:ext cx="97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A4B176-1782-5FC0-F326-93CA8E3699C9}"/>
                    </a:ext>
                  </a:extLst>
                </p14:cNvPr>
                <p14:cNvContentPartPr/>
                <p14:nvPr/>
              </p14:nvContentPartPr>
              <p14:xfrm>
                <a:off x="7016504" y="4198695"/>
                <a:ext cx="100080" cy="55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A4B176-1782-5FC0-F326-93CA8E3699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98864" y="4180695"/>
                  <a:ext cx="135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041B72-CDD8-4DC5-7554-348C90A24AFA}"/>
                    </a:ext>
                  </a:extLst>
                </p14:cNvPr>
                <p14:cNvContentPartPr/>
                <p14:nvPr/>
              </p14:nvContentPartPr>
              <p14:xfrm>
                <a:off x="7380104" y="4170255"/>
                <a:ext cx="47880" cy="181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041B72-CDD8-4DC5-7554-348C90A24A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62464" y="4152615"/>
                  <a:ext cx="83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039DD8-D5C5-0E7C-6E56-8BF8F7FEEA4E}"/>
                    </a:ext>
                  </a:extLst>
                </p14:cNvPr>
                <p14:cNvContentPartPr/>
                <p14:nvPr/>
              </p14:nvContentPartPr>
              <p14:xfrm>
                <a:off x="7343024" y="4201935"/>
                <a:ext cx="267840" cy="93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039DD8-D5C5-0E7C-6E56-8BF8F7FEEA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25384" y="4184295"/>
                  <a:ext cx="303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CD6289-4815-698C-4493-1281635DE4EC}"/>
                    </a:ext>
                  </a:extLst>
                </p14:cNvPr>
                <p14:cNvContentPartPr/>
                <p14:nvPr/>
              </p14:nvContentPartPr>
              <p14:xfrm>
                <a:off x="7798424" y="4177815"/>
                <a:ext cx="27000" cy="123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CD6289-4815-698C-4493-1281635DE4E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80424" y="4160175"/>
                  <a:ext cx="62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38A4F6-6927-EC92-3A83-BDE60A8D125F}"/>
                    </a:ext>
                  </a:extLst>
                </p14:cNvPr>
                <p14:cNvContentPartPr/>
                <p14:nvPr/>
              </p14:nvContentPartPr>
              <p14:xfrm>
                <a:off x="7820384" y="4154415"/>
                <a:ext cx="157680" cy="126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38A4F6-6927-EC92-3A83-BDE60A8D125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02744" y="4136775"/>
                  <a:ext cx="1933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2C3377E-4FAB-D56C-0917-E12EC155427F}"/>
              </a:ext>
            </a:extLst>
          </p:cNvPr>
          <p:cNvGrpSpPr/>
          <p:nvPr/>
        </p:nvGrpSpPr>
        <p:grpSpPr>
          <a:xfrm>
            <a:off x="3971264" y="4697295"/>
            <a:ext cx="966240" cy="523080"/>
            <a:chOff x="3971264" y="4697295"/>
            <a:chExt cx="96624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D82ECF3-5FF2-2EFA-A16F-2C04ADD7BF4A}"/>
                    </a:ext>
                  </a:extLst>
                </p14:cNvPr>
                <p14:cNvContentPartPr/>
                <p14:nvPr/>
              </p14:nvContentPartPr>
              <p14:xfrm>
                <a:off x="4106984" y="4852095"/>
                <a:ext cx="158040" cy="171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D82ECF3-5FF2-2EFA-A16F-2C04ADD7BF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89344" y="4834095"/>
                  <a:ext cx="193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B257763-2EDA-5401-FA0C-3E4EFAE940DA}"/>
                    </a:ext>
                  </a:extLst>
                </p14:cNvPr>
                <p14:cNvContentPartPr/>
                <p14:nvPr/>
              </p14:nvContentPartPr>
              <p14:xfrm>
                <a:off x="3971264" y="4697295"/>
                <a:ext cx="520560" cy="523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B257763-2EDA-5401-FA0C-3E4EFAE940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53624" y="4679295"/>
                  <a:ext cx="55620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D3771DC-8FF5-5C9A-D601-27082E8804B5}"/>
                    </a:ext>
                  </a:extLst>
                </p14:cNvPr>
                <p14:cNvContentPartPr/>
                <p14:nvPr/>
              </p14:nvContentPartPr>
              <p14:xfrm>
                <a:off x="4785224" y="4997535"/>
                <a:ext cx="152280" cy="118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D3771DC-8FF5-5C9A-D601-27082E8804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67224" y="4979895"/>
                  <a:ext cx="1879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9144728-B82D-531A-1EE0-537114124B1E}"/>
              </a:ext>
            </a:extLst>
          </p:cNvPr>
          <p:cNvGrpSpPr/>
          <p:nvPr/>
        </p:nvGrpSpPr>
        <p:grpSpPr>
          <a:xfrm>
            <a:off x="5347544" y="4905375"/>
            <a:ext cx="430560" cy="160920"/>
            <a:chOff x="5347544" y="4905375"/>
            <a:chExt cx="43056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F7F0BF-C706-F327-1703-20EEF60E2DAA}"/>
                    </a:ext>
                  </a:extLst>
                </p14:cNvPr>
                <p14:cNvContentPartPr/>
                <p14:nvPr/>
              </p14:nvContentPartPr>
              <p14:xfrm>
                <a:off x="5347544" y="4964775"/>
                <a:ext cx="309960" cy="76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F7F0BF-C706-F327-1703-20EEF60E2D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29904" y="4946775"/>
                  <a:ext cx="345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92F523-D32C-1696-C099-AF0B53E374F8}"/>
                    </a:ext>
                  </a:extLst>
                </p14:cNvPr>
                <p14:cNvContentPartPr/>
                <p14:nvPr/>
              </p14:nvContentPartPr>
              <p14:xfrm>
                <a:off x="5603504" y="4905375"/>
                <a:ext cx="174600" cy="160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92F523-D32C-1696-C099-AF0B53E374F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85504" y="4887375"/>
                  <a:ext cx="21024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684CD1C-228E-6C5A-E0DE-E2B5EE243EAC}"/>
              </a:ext>
            </a:extLst>
          </p:cNvPr>
          <p:cNvGrpSpPr/>
          <p:nvPr/>
        </p:nvGrpSpPr>
        <p:grpSpPr>
          <a:xfrm>
            <a:off x="6170144" y="4729335"/>
            <a:ext cx="2610360" cy="297720"/>
            <a:chOff x="6170144" y="4729335"/>
            <a:chExt cx="261036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25B05FF-3A6C-0AF8-C1FA-CE058649DC69}"/>
                    </a:ext>
                  </a:extLst>
                </p14:cNvPr>
                <p14:cNvContentPartPr/>
                <p14:nvPr/>
              </p14:nvContentPartPr>
              <p14:xfrm>
                <a:off x="6170144" y="4876575"/>
                <a:ext cx="162000" cy="150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25B05FF-3A6C-0AF8-C1FA-CE058649DC6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52504" y="4858575"/>
                  <a:ext cx="197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2110D30-BD86-5C1A-A51F-ACEF4690CAAC}"/>
                    </a:ext>
                  </a:extLst>
                </p14:cNvPr>
                <p14:cNvContentPartPr/>
                <p14:nvPr/>
              </p14:nvContentPartPr>
              <p14:xfrm>
                <a:off x="6327104" y="4774695"/>
                <a:ext cx="43920" cy="15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2110D30-BD86-5C1A-A51F-ACEF4690CAA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09464" y="4756695"/>
                  <a:ext cx="79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22835C-2219-763C-678C-235B459728E5}"/>
                    </a:ext>
                  </a:extLst>
                </p14:cNvPr>
                <p14:cNvContentPartPr/>
                <p14:nvPr/>
              </p14:nvContentPartPr>
              <p14:xfrm>
                <a:off x="6706184" y="4849215"/>
                <a:ext cx="284760" cy="108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22835C-2219-763C-678C-235B459728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88184" y="4831575"/>
                  <a:ext cx="32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5E3824-8AB8-3231-F83F-D388E6503AE9}"/>
                    </a:ext>
                  </a:extLst>
                </p14:cNvPr>
                <p14:cNvContentPartPr/>
                <p14:nvPr/>
              </p14:nvContentPartPr>
              <p14:xfrm>
                <a:off x="7068344" y="4862175"/>
                <a:ext cx="81360" cy="82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5E3824-8AB8-3231-F83F-D388E6503AE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50704" y="4844535"/>
                  <a:ext cx="117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2A89D4C-538E-2A44-EC68-A8378E223F2C}"/>
                    </a:ext>
                  </a:extLst>
                </p14:cNvPr>
                <p14:cNvContentPartPr/>
                <p14:nvPr/>
              </p14:nvContentPartPr>
              <p14:xfrm>
                <a:off x="7236104" y="4860375"/>
                <a:ext cx="66600" cy="67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2A89D4C-538E-2A44-EC68-A8378E223F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8464" y="4842375"/>
                  <a:ext cx="102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91C840F-FF2B-918A-5278-F68220858832}"/>
                    </a:ext>
                  </a:extLst>
                </p14:cNvPr>
                <p14:cNvContentPartPr/>
                <p14:nvPr/>
              </p14:nvContentPartPr>
              <p14:xfrm>
                <a:off x="7390904" y="4857855"/>
                <a:ext cx="4680" cy="10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91C840F-FF2B-918A-5278-F6822085883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72904" y="4839855"/>
                  <a:ext cx="40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16CFCCD-B915-14A1-604C-85556E3D36D9}"/>
                    </a:ext>
                  </a:extLst>
                </p14:cNvPr>
                <p14:cNvContentPartPr/>
                <p14:nvPr/>
              </p14:nvContentPartPr>
              <p14:xfrm>
                <a:off x="7397744" y="4730775"/>
                <a:ext cx="12240" cy="3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16CFCCD-B915-14A1-604C-85556E3D36D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79744" y="4713135"/>
                  <a:ext cx="47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9F2A37E-F5C6-7BA2-48CC-EFE5496510D6}"/>
                    </a:ext>
                  </a:extLst>
                </p14:cNvPr>
                <p14:cNvContentPartPr/>
                <p14:nvPr/>
              </p14:nvContentPartPr>
              <p14:xfrm>
                <a:off x="7515104" y="4838415"/>
                <a:ext cx="92160" cy="61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9F2A37E-F5C6-7BA2-48CC-EFE5496510D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97104" y="4820775"/>
                  <a:ext cx="127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985651A-DCDA-BFFE-3049-1EF907E3E105}"/>
                    </a:ext>
                  </a:extLst>
                </p14:cNvPr>
                <p14:cNvContentPartPr/>
                <p14:nvPr/>
              </p14:nvContentPartPr>
              <p14:xfrm>
                <a:off x="7730384" y="4811415"/>
                <a:ext cx="108000" cy="181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985651A-DCDA-BFFE-3049-1EF907E3E10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12744" y="4793415"/>
                  <a:ext cx="143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E0D4FB7-65A1-2560-1FE2-67A0D2F4409A}"/>
                    </a:ext>
                  </a:extLst>
                </p14:cNvPr>
                <p14:cNvContentPartPr/>
                <p14:nvPr/>
              </p14:nvContentPartPr>
              <p14:xfrm>
                <a:off x="8144024" y="4729335"/>
                <a:ext cx="40320" cy="214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E0D4FB7-65A1-2560-1FE2-67A0D2F440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26384" y="4711335"/>
                  <a:ext cx="75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BBA6063-B6D6-DFC3-F2C0-2AA62A94708D}"/>
                    </a:ext>
                  </a:extLst>
                </p14:cNvPr>
                <p14:cNvContentPartPr/>
                <p14:nvPr/>
              </p14:nvContentPartPr>
              <p14:xfrm>
                <a:off x="8111624" y="4843815"/>
                <a:ext cx="98640" cy="37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BBA6063-B6D6-DFC3-F2C0-2AA62A94708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93624" y="4826175"/>
                  <a:ext cx="134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9032507-44CE-9F9F-424B-6E03E556D11D}"/>
                    </a:ext>
                  </a:extLst>
                </p14:cNvPr>
                <p14:cNvContentPartPr/>
                <p14:nvPr/>
              </p14:nvContentPartPr>
              <p14:xfrm>
                <a:off x="8277584" y="4792695"/>
                <a:ext cx="77760" cy="9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9032507-44CE-9F9F-424B-6E03E556D1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9584" y="4775055"/>
                  <a:ext cx="113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F8795C3-67F0-2C4F-919A-FA880A395699}"/>
                    </a:ext>
                  </a:extLst>
                </p14:cNvPr>
                <p14:cNvContentPartPr/>
                <p14:nvPr/>
              </p14:nvContentPartPr>
              <p14:xfrm>
                <a:off x="8470544" y="4809255"/>
                <a:ext cx="59040" cy="76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F8795C3-67F0-2C4F-919A-FA880A3956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52904" y="4791615"/>
                  <a:ext cx="94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EA0C1A-B31C-D2CD-81B2-3B23A41A47EC}"/>
                    </a:ext>
                  </a:extLst>
                </p14:cNvPr>
                <p14:cNvContentPartPr/>
                <p14:nvPr/>
              </p14:nvContentPartPr>
              <p14:xfrm>
                <a:off x="8567384" y="4790175"/>
                <a:ext cx="213120" cy="95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EA0C1A-B31C-D2CD-81B2-3B23A41A47E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49744" y="4772535"/>
                  <a:ext cx="2487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7C4B9F9-AAC8-F6CA-A8E1-AB609A0D5624}"/>
              </a:ext>
            </a:extLst>
          </p:cNvPr>
          <p:cNvGrpSpPr/>
          <p:nvPr/>
        </p:nvGrpSpPr>
        <p:grpSpPr>
          <a:xfrm>
            <a:off x="6649304" y="5221815"/>
            <a:ext cx="616320" cy="176760"/>
            <a:chOff x="6649304" y="5221815"/>
            <a:chExt cx="61632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EB08440-DEAF-349A-DE92-89B71CE4C3E4}"/>
                    </a:ext>
                  </a:extLst>
                </p14:cNvPr>
                <p14:cNvContentPartPr/>
                <p14:nvPr/>
              </p14:nvContentPartPr>
              <p14:xfrm>
                <a:off x="6669824" y="5268975"/>
                <a:ext cx="12600" cy="129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EB08440-DEAF-349A-DE92-89B71CE4C3E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51824" y="5250975"/>
                  <a:ext cx="48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39F317C-A356-8B6F-1503-0FEE081BC193}"/>
                    </a:ext>
                  </a:extLst>
                </p14:cNvPr>
                <p14:cNvContentPartPr/>
                <p14:nvPr/>
              </p14:nvContentPartPr>
              <p14:xfrm>
                <a:off x="6649304" y="5235495"/>
                <a:ext cx="169200" cy="119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39F317C-A356-8B6F-1503-0FEE081BC1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31304" y="5217495"/>
                  <a:ext cx="204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F31C86-F6F6-8EC7-3D62-38349F4B67D0}"/>
                    </a:ext>
                  </a:extLst>
                </p14:cNvPr>
                <p14:cNvContentPartPr/>
                <p14:nvPr/>
              </p14:nvContentPartPr>
              <p14:xfrm>
                <a:off x="7054304" y="5221815"/>
                <a:ext cx="43560" cy="167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F31C86-F6F6-8EC7-3D62-38349F4B67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36664" y="5203815"/>
                  <a:ext cx="79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9E356DC-8E9B-0ED2-29D7-06573C39CC71}"/>
                    </a:ext>
                  </a:extLst>
                </p14:cNvPr>
                <p14:cNvContentPartPr/>
                <p14:nvPr/>
              </p14:nvContentPartPr>
              <p14:xfrm>
                <a:off x="6977264" y="5253135"/>
                <a:ext cx="288360" cy="950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9E356DC-8E9B-0ED2-29D7-06573C39CC7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59264" y="5235135"/>
                  <a:ext cx="32400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7F36F97-224A-25A5-5C03-CB44AE06B7F3}"/>
              </a:ext>
            </a:extLst>
          </p:cNvPr>
          <p:cNvGrpSpPr/>
          <p:nvPr/>
        </p:nvGrpSpPr>
        <p:grpSpPr>
          <a:xfrm>
            <a:off x="7548584" y="5205615"/>
            <a:ext cx="105120" cy="150840"/>
            <a:chOff x="7548584" y="5205615"/>
            <a:chExt cx="10512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A157820-D3DE-FFB0-60A8-26AE3F3FEBC1}"/>
                    </a:ext>
                  </a:extLst>
                </p14:cNvPr>
                <p14:cNvContentPartPr/>
                <p14:nvPr/>
              </p14:nvContentPartPr>
              <p14:xfrm>
                <a:off x="7548584" y="5229375"/>
                <a:ext cx="46080" cy="127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A157820-D3DE-FFB0-60A8-26AE3F3FEBC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30944" y="5211375"/>
                  <a:ext cx="81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B73EE45-298D-CB11-3D81-EDDBBE932999}"/>
                    </a:ext>
                  </a:extLst>
                </p14:cNvPr>
                <p14:cNvContentPartPr/>
                <p14:nvPr/>
              </p14:nvContentPartPr>
              <p14:xfrm>
                <a:off x="7560464" y="5205615"/>
                <a:ext cx="93240" cy="80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B73EE45-298D-CB11-3D81-EDDBBE9329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42824" y="5187975"/>
                  <a:ext cx="1288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6F75C4C-749E-123C-9245-BD90D15416AA}"/>
              </a:ext>
            </a:extLst>
          </p:cNvPr>
          <p:cNvGrpSpPr/>
          <p:nvPr/>
        </p:nvGrpSpPr>
        <p:grpSpPr>
          <a:xfrm>
            <a:off x="8931704" y="3600015"/>
            <a:ext cx="1604880" cy="1623960"/>
            <a:chOff x="8931704" y="3600015"/>
            <a:chExt cx="1604880" cy="16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7562CF5-697E-2BA0-7016-E35D41BBAE7B}"/>
                    </a:ext>
                  </a:extLst>
                </p14:cNvPr>
                <p14:cNvContentPartPr/>
                <p14:nvPr/>
              </p14:nvContentPartPr>
              <p14:xfrm>
                <a:off x="8931704" y="3636015"/>
                <a:ext cx="1130040" cy="1587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7562CF5-697E-2BA0-7016-E35D41BBAE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13704" y="3618015"/>
                  <a:ext cx="1165680" cy="16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F2154FE-A66E-EC04-7016-3DBB7F36B464}"/>
                    </a:ext>
                  </a:extLst>
                </p14:cNvPr>
                <p14:cNvContentPartPr/>
                <p14:nvPr/>
              </p14:nvContentPartPr>
              <p14:xfrm>
                <a:off x="9996584" y="4275735"/>
                <a:ext cx="540000" cy="3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F2154FE-A66E-EC04-7016-3DBB7F36B46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978584" y="4258095"/>
                  <a:ext cx="575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7297425-23B6-DDD4-2AFE-2EB7214A7BC5}"/>
                    </a:ext>
                  </a:extLst>
                </p14:cNvPr>
                <p14:cNvContentPartPr/>
                <p14:nvPr/>
              </p14:nvContentPartPr>
              <p14:xfrm>
                <a:off x="10410584" y="4232175"/>
                <a:ext cx="109800" cy="203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7297425-23B6-DDD4-2AFE-2EB7214A7BC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92944" y="4214535"/>
                  <a:ext cx="145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E05A49C-C3A0-45ED-6E77-BB784359564B}"/>
                    </a:ext>
                  </a:extLst>
                </p14:cNvPr>
                <p14:cNvContentPartPr/>
                <p14:nvPr/>
              </p14:nvContentPartPr>
              <p14:xfrm>
                <a:off x="9975344" y="3664815"/>
                <a:ext cx="159840" cy="179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E05A49C-C3A0-45ED-6E77-BB784359564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7344" y="3647175"/>
                  <a:ext cx="195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A86234E-0537-EB3A-6AAC-FF54D8E4B375}"/>
                    </a:ext>
                  </a:extLst>
                </p14:cNvPr>
                <p14:cNvContentPartPr/>
                <p14:nvPr/>
              </p14:nvContentPartPr>
              <p14:xfrm>
                <a:off x="9849704" y="3797295"/>
                <a:ext cx="130320" cy="104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A86234E-0537-EB3A-6AAC-FF54D8E4B37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31704" y="3779655"/>
                  <a:ext cx="16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34D94E-BC9D-2B27-02D8-5E79CB12DF1F}"/>
                    </a:ext>
                  </a:extLst>
                </p14:cNvPr>
                <p14:cNvContentPartPr/>
                <p14:nvPr/>
              </p14:nvContentPartPr>
              <p14:xfrm>
                <a:off x="10214024" y="3600015"/>
                <a:ext cx="126720" cy="186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34D94E-BC9D-2B27-02D8-5E79CB12DF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96024" y="3582015"/>
                  <a:ext cx="1623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D6099F-6E20-0FF0-6F49-2D722DA4AA05}"/>
                    </a:ext>
                  </a:extLst>
                </p14:cNvPr>
                <p14:cNvContentPartPr/>
                <p14:nvPr/>
              </p14:nvContentPartPr>
              <p14:xfrm>
                <a:off x="10131224" y="3941655"/>
                <a:ext cx="311400" cy="127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D6099F-6E20-0FF0-6F49-2D722DA4AA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13224" y="3923655"/>
                  <a:ext cx="347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168AFC3-A383-3A2F-EE65-77C3FD70CC67}"/>
                    </a:ext>
                  </a:extLst>
                </p14:cNvPr>
                <p14:cNvContentPartPr/>
                <p14:nvPr/>
              </p14:nvContentPartPr>
              <p14:xfrm>
                <a:off x="10360904" y="3926895"/>
                <a:ext cx="75240" cy="46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168AFC3-A383-3A2F-EE65-77C3FD70CC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43264" y="3909255"/>
                  <a:ext cx="11088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176D570-D3D5-EA5A-092E-E3FF2799653D}"/>
              </a:ext>
            </a:extLst>
          </p:cNvPr>
          <p:cNvGrpSpPr/>
          <p:nvPr/>
        </p:nvGrpSpPr>
        <p:grpSpPr>
          <a:xfrm>
            <a:off x="10815224" y="3851655"/>
            <a:ext cx="832680" cy="362520"/>
            <a:chOff x="10815224" y="3851655"/>
            <a:chExt cx="83268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5C16AD8-A04C-7D8D-FE1A-E10D967779E7}"/>
                    </a:ext>
                  </a:extLst>
                </p14:cNvPr>
                <p14:cNvContentPartPr/>
                <p14:nvPr/>
              </p14:nvContentPartPr>
              <p14:xfrm>
                <a:off x="10815224" y="3938775"/>
                <a:ext cx="156960" cy="2754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5C16AD8-A04C-7D8D-FE1A-E10D967779E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797584" y="3921135"/>
                  <a:ext cx="192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CAB2336-D40E-06B5-D63D-14D1DBCF7E3F}"/>
                    </a:ext>
                  </a:extLst>
                </p14:cNvPr>
                <p14:cNvContentPartPr/>
                <p14:nvPr/>
              </p14:nvContentPartPr>
              <p14:xfrm>
                <a:off x="11057504" y="4038855"/>
                <a:ext cx="1008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CAB2336-D40E-06B5-D63D-14D1DBCF7E3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39504" y="4021215"/>
                  <a:ext cx="45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65DB143-6DCF-0A0F-B8AA-24BB3D042B96}"/>
                    </a:ext>
                  </a:extLst>
                </p14:cNvPr>
                <p14:cNvContentPartPr/>
                <p14:nvPr/>
              </p14:nvContentPartPr>
              <p14:xfrm>
                <a:off x="11073344" y="3851655"/>
                <a:ext cx="3960" cy="42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65DB143-6DCF-0A0F-B8AA-24BB3D042B9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55344" y="3834015"/>
                  <a:ext cx="39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CB4A82D-BE9A-0147-FD76-642CAC1325C1}"/>
                    </a:ext>
                  </a:extLst>
                </p14:cNvPr>
                <p14:cNvContentPartPr/>
                <p14:nvPr/>
              </p14:nvContentPartPr>
              <p14:xfrm>
                <a:off x="11170904" y="3954975"/>
                <a:ext cx="125640" cy="160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CB4A82D-BE9A-0147-FD76-642CAC1325C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52904" y="3936975"/>
                  <a:ext cx="161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51A92F2-FD35-7441-B94A-625282E69FA2}"/>
                    </a:ext>
                  </a:extLst>
                </p14:cNvPr>
                <p14:cNvContentPartPr/>
                <p14:nvPr/>
              </p14:nvContentPartPr>
              <p14:xfrm>
                <a:off x="11320304" y="3961095"/>
                <a:ext cx="144000" cy="109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51A92F2-FD35-7441-B94A-625282E69FA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02664" y="3943455"/>
                  <a:ext cx="179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3A056F3-B096-A63C-3197-796E0F1D0154}"/>
                    </a:ext>
                  </a:extLst>
                </p14:cNvPr>
                <p14:cNvContentPartPr/>
                <p14:nvPr/>
              </p14:nvContentPartPr>
              <p14:xfrm>
                <a:off x="11592824" y="3897735"/>
                <a:ext cx="55080" cy="171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3A056F3-B096-A63C-3197-796E0F1D015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74824" y="3880095"/>
                  <a:ext cx="9072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B23318F-A380-41F1-B4F3-093D9E4E96E5}"/>
              </a:ext>
            </a:extLst>
          </p:cNvPr>
          <p:cNvGrpSpPr/>
          <p:nvPr/>
        </p:nvGrpSpPr>
        <p:grpSpPr>
          <a:xfrm>
            <a:off x="10915304" y="4447095"/>
            <a:ext cx="492120" cy="249840"/>
            <a:chOff x="10915304" y="4447095"/>
            <a:chExt cx="49212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531F7BE-7A81-E4C3-F1FD-A38B36047121}"/>
                    </a:ext>
                  </a:extLst>
                </p14:cNvPr>
                <p14:cNvContentPartPr/>
                <p14:nvPr/>
              </p14:nvContentPartPr>
              <p14:xfrm>
                <a:off x="10976144" y="4447095"/>
                <a:ext cx="17280" cy="249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531F7BE-7A81-E4C3-F1FD-A38B3604712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58144" y="4429455"/>
                  <a:ext cx="52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AFFFF3F-B7DF-92AF-4209-AA827D8917D4}"/>
                    </a:ext>
                  </a:extLst>
                </p14:cNvPr>
                <p14:cNvContentPartPr/>
                <p14:nvPr/>
              </p14:nvContentPartPr>
              <p14:xfrm>
                <a:off x="10915304" y="4518375"/>
                <a:ext cx="354600" cy="115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AFFFF3F-B7DF-92AF-4209-AA827D8917D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97304" y="4500735"/>
                  <a:ext cx="390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C45DE76-CED6-B845-DFFF-4B89804EA60D}"/>
                    </a:ext>
                  </a:extLst>
                </p14:cNvPr>
                <p14:cNvContentPartPr/>
                <p14:nvPr/>
              </p14:nvContentPartPr>
              <p14:xfrm>
                <a:off x="11320304" y="4538175"/>
                <a:ext cx="87120" cy="114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C45DE76-CED6-B845-DFFF-4B89804EA60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02664" y="4520535"/>
                  <a:ext cx="12276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EA8B835-4539-BBBA-7F22-09C040E4DD0F}"/>
              </a:ext>
            </a:extLst>
          </p:cNvPr>
          <p:cNvGrpSpPr/>
          <p:nvPr/>
        </p:nvGrpSpPr>
        <p:grpSpPr>
          <a:xfrm>
            <a:off x="10828184" y="4900335"/>
            <a:ext cx="984240" cy="358560"/>
            <a:chOff x="10828184" y="4900335"/>
            <a:chExt cx="98424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09E6E0A-C3AA-C065-480C-EEC01E008242}"/>
                    </a:ext>
                  </a:extLst>
                </p14:cNvPr>
                <p14:cNvContentPartPr/>
                <p14:nvPr/>
              </p14:nvContentPartPr>
              <p14:xfrm>
                <a:off x="10828184" y="4920495"/>
                <a:ext cx="218880" cy="338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09E6E0A-C3AA-C065-480C-EEC01E00824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10544" y="4902855"/>
                  <a:ext cx="2545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AC54078-0F72-26FF-EC59-B9CB01495FC1}"/>
                    </a:ext>
                  </a:extLst>
                </p14:cNvPr>
                <p14:cNvContentPartPr/>
                <p14:nvPr/>
              </p14:nvContentPartPr>
              <p14:xfrm>
                <a:off x="11155424" y="5071695"/>
                <a:ext cx="45000" cy="72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AC54078-0F72-26FF-EC59-B9CB01495FC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37424" y="5054055"/>
                  <a:ext cx="80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643A1A2-EAB1-B76A-470E-90F03277EAEA}"/>
                    </a:ext>
                  </a:extLst>
                </p14:cNvPr>
                <p14:cNvContentPartPr/>
                <p14:nvPr/>
              </p14:nvContentPartPr>
              <p14:xfrm>
                <a:off x="11143184" y="4907895"/>
                <a:ext cx="16560" cy="11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643A1A2-EAB1-B76A-470E-90F03277EAE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25184" y="4889895"/>
                  <a:ext cx="52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ED3BDC4-F8E3-BEB5-3414-1F811E4C6263}"/>
                    </a:ext>
                  </a:extLst>
                </p14:cNvPr>
                <p14:cNvContentPartPr/>
                <p14:nvPr/>
              </p14:nvContentPartPr>
              <p14:xfrm>
                <a:off x="11283224" y="5016255"/>
                <a:ext cx="82440" cy="147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ED3BDC4-F8E3-BEB5-3414-1F811E4C626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65584" y="4998255"/>
                  <a:ext cx="118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0389036-FE23-655E-3956-3209910EE2CF}"/>
                    </a:ext>
                  </a:extLst>
                </p14:cNvPr>
                <p14:cNvContentPartPr/>
                <p14:nvPr/>
              </p14:nvContentPartPr>
              <p14:xfrm>
                <a:off x="11475104" y="4900335"/>
                <a:ext cx="126360" cy="225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0389036-FE23-655E-3956-3209910EE2C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457104" y="4882695"/>
                  <a:ext cx="162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F0E4D46-0F99-A2CC-B7DB-2795D8009088}"/>
                    </a:ext>
                  </a:extLst>
                </p14:cNvPr>
                <p14:cNvContentPartPr/>
                <p14:nvPr/>
              </p14:nvContentPartPr>
              <p14:xfrm>
                <a:off x="11673824" y="5001855"/>
                <a:ext cx="138600" cy="182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F0E4D46-0F99-A2CC-B7DB-2795D80090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656184" y="4984215"/>
                  <a:ext cx="1742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B941F70-155E-9555-9DAC-50BAD7C7EC03}"/>
              </a:ext>
            </a:extLst>
          </p:cNvPr>
          <p:cNvGrpSpPr/>
          <p:nvPr/>
        </p:nvGrpSpPr>
        <p:grpSpPr>
          <a:xfrm>
            <a:off x="10855904" y="5450775"/>
            <a:ext cx="1275840" cy="365040"/>
            <a:chOff x="10855904" y="5450775"/>
            <a:chExt cx="127584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AA8F34A-458A-92A6-1D49-1510D2C3C157}"/>
                    </a:ext>
                  </a:extLst>
                </p14:cNvPr>
                <p14:cNvContentPartPr/>
                <p14:nvPr/>
              </p14:nvContentPartPr>
              <p14:xfrm>
                <a:off x="10855904" y="5613855"/>
                <a:ext cx="82440" cy="172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AA8F34A-458A-92A6-1D49-1510D2C3C1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38264" y="5595855"/>
                  <a:ext cx="118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9A26CAD-7BA8-7AA5-4B03-7EA553EA8F25}"/>
                    </a:ext>
                  </a:extLst>
                </p14:cNvPr>
                <p14:cNvContentPartPr/>
                <p14:nvPr/>
              </p14:nvContentPartPr>
              <p14:xfrm>
                <a:off x="11041664" y="5668575"/>
                <a:ext cx="86400" cy="143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9A26CAD-7BA8-7AA5-4B03-7EA553EA8F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23664" y="5650575"/>
                  <a:ext cx="122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CE76D75-F5C9-B658-BF70-B4ABBB6FA494}"/>
                    </a:ext>
                  </a:extLst>
                </p14:cNvPr>
                <p14:cNvContentPartPr/>
                <p14:nvPr/>
              </p14:nvContentPartPr>
              <p14:xfrm>
                <a:off x="11171624" y="5644455"/>
                <a:ext cx="27720" cy="171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CE76D75-F5C9-B658-BF70-B4ABBB6FA49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53984" y="5626455"/>
                  <a:ext cx="63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4E0D6FD-235C-35BB-DA2D-EF7D74CBCB1A}"/>
                    </a:ext>
                  </a:extLst>
                </p14:cNvPr>
                <p14:cNvContentPartPr/>
                <p14:nvPr/>
              </p14:nvContentPartPr>
              <p14:xfrm>
                <a:off x="11251904" y="5665695"/>
                <a:ext cx="74520" cy="109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4E0D6FD-235C-35BB-DA2D-EF7D74CBCB1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234264" y="5647695"/>
                  <a:ext cx="110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5B04192-698F-4A51-A1A1-F326FCB77691}"/>
                    </a:ext>
                  </a:extLst>
                </p14:cNvPr>
                <p14:cNvContentPartPr/>
                <p14:nvPr/>
              </p14:nvContentPartPr>
              <p14:xfrm>
                <a:off x="11419304" y="5648415"/>
                <a:ext cx="54360" cy="123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5B04192-698F-4A51-A1A1-F326FCB7769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401664" y="5630415"/>
                  <a:ext cx="90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567728-CCCE-516B-FBC7-3A3AAC833C19}"/>
                    </a:ext>
                  </a:extLst>
                </p14:cNvPr>
                <p14:cNvContentPartPr/>
                <p14:nvPr/>
              </p14:nvContentPartPr>
              <p14:xfrm>
                <a:off x="11564024" y="5623215"/>
                <a:ext cx="370440" cy="117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567728-CCCE-516B-FBC7-3A3AAC833C1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46384" y="5605215"/>
                  <a:ext cx="406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5DDBA4B-6301-E6EB-8220-41C574D71A73}"/>
                    </a:ext>
                  </a:extLst>
                </p14:cNvPr>
                <p14:cNvContentPartPr/>
                <p14:nvPr/>
              </p14:nvContentPartPr>
              <p14:xfrm>
                <a:off x="11943464" y="5450775"/>
                <a:ext cx="48600" cy="242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5DDBA4B-6301-E6EB-8220-41C574D71A7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925464" y="5433135"/>
                  <a:ext cx="84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8379D17-DC4B-17CB-7012-7D7E37BDEE37}"/>
                    </a:ext>
                  </a:extLst>
                </p14:cNvPr>
                <p14:cNvContentPartPr/>
                <p14:nvPr/>
              </p14:nvContentPartPr>
              <p14:xfrm>
                <a:off x="11943104" y="5562015"/>
                <a:ext cx="82080" cy="32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8379D17-DC4B-17CB-7012-7D7E37BDEE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925104" y="5544375"/>
                  <a:ext cx="117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27E32E4-E155-6D10-14B3-ACE086D330A7}"/>
                    </a:ext>
                  </a:extLst>
                </p14:cNvPr>
                <p14:cNvContentPartPr/>
                <p14:nvPr/>
              </p14:nvContentPartPr>
              <p14:xfrm>
                <a:off x="12100064" y="5605215"/>
                <a:ext cx="31680" cy="11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27E32E4-E155-6D10-14B3-ACE086D330A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2082064" y="5587215"/>
                  <a:ext cx="6732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82791FF-5456-3CBF-EB22-ED078C1C779C}"/>
              </a:ext>
            </a:extLst>
          </p:cNvPr>
          <p:cNvGrpSpPr/>
          <p:nvPr/>
        </p:nvGrpSpPr>
        <p:grpSpPr>
          <a:xfrm>
            <a:off x="2919704" y="223935"/>
            <a:ext cx="4985280" cy="3274200"/>
            <a:chOff x="2919704" y="223935"/>
            <a:chExt cx="4985280" cy="32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A1A5C2-31CF-502F-893A-27B9680136E8}"/>
                    </a:ext>
                  </a:extLst>
                </p14:cNvPr>
                <p14:cNvContentPartPr/>
                <p14:nvPr/>
              </p14:nvContentPartPr>
              <p14:xfrm>
                <a:off x="3444584" y="1816935"/>
                <a:ext cx="183960" cy="142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A1A5C2-31CF-502F-893A-27B9680136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26944" y="1798935"/>
                  <a:ext cx="21960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A02D3E-A553-5391-BCAF-BB95BBB26463}"/>
                    </a:ext>
                  </a:extLst>
                </p14:cNvPr>
                <p14:cNvContentPartPr/>
                <p14:nvPr/>
              </p14:nvContentPartPr>
              <p14:xfrm>
                <a:off x="3479144" y="1580775"/>
                <a:ext cx="3824640" cy="234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A02D3E-A553-5391-BCAF-BB95BBB2646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461504" y="1563135"/>
                  <a:ext cx="38602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9E4670-0B16-754D-3A86-BB48E8FB0BC4}"/>
                    </a:ext>
                  </a:extLst>
                </p14:cNvPr>
                <p14:cNvContentPartPr/>
                <p14:nvPr/>
              </p14:nvContentPartPr>
              <p14:xfrm>
                <a:off x="3618464" y="1580415"/>
                <a:ext cx="4008240" cy="191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9E4670-0B16-754D-3A86-BB48E8FB0B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00824" y="1562415"/>
                  <a:ext cx="4043880" cy="19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62775D-DA59-C05B-AD1B-378A0377905B}"/>
                    </a:ext>
                  </a:extLst>
                </p14:cNvPr>
                <p14:cNvContentPartPr/>
                <p14:nvPr/>
              </p14:nvContentPartPr>
              <p14:xfrm>
                <a:off x="5384984" y="1721535"/>
                <a:ext cx="170280" cy="172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62775D-DA59-C05B-AD1B-378A037790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367344" y="1703535"/>
                  <a:ext cx="205920" cy="17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6B08314-4364-C85F-62B0-34B4ECCC02A0}"/>
                    </a:ext>
                  </a:extLst>
                </p14:cNvPr>
                <p14:cNvContentPartPr/>
                <p14:nvPr/>
              </p14:nvContentPartPr>
              <p14:xfrm>
                <a:off x="4333064" y="1166055"/>
                <a:ext cx="85680" cy="337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6B08314-4364-C85F-62B0-34B4ECCC02A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315424" y="1148055"/>
                  <a:ext cx="121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06C161-93D0-0912-D595-98F2EF2B6D99}"/>
                    </a:ext>
                  </a:extLst>
                </p14:cNvPr>
                <p14:cNvContentPartPr/>
                <p14:nvPr/>
              </p14:nvContentPartPr>
              <p14:xfrm>
                <a:off x="4329824" y="1107735"/>
                <a:ext cx="203400" cy="22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06C161-93D0-0912-D595-98F2EF2B6D9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11824" y="1090095"/>
                  <a:ext cx="2390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5941F60-DE1A-3B53-D930-D6FCB6B9CB4F}"/>
                    </a:ext>
                  </a:extLst>
                </p14:cNvPr>
                <p14:cNvContentPartPr/>
                <p14:nvPr/>
              </p14:nvContentPartPr>
              <p14:xfrm>
                <a:off x="6208304" y="1087575"/>
                <a:ext cx="33480" cy="32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5941F60-DE1A-3B53-D930-D6FCB6B9CB4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90664" y="1069575"/>
                  <a:ext cx="69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492DCB-917B-FF9F-91E3-0E7493E8BE4A}"/>
                    </a:ext>
                  </a:extLst>
                </p14:cNvPr>
                <p14:cNvContentPartPr/>
                <p14:nvPr/>
              </p14:nvContentPartPr>
              <p14:xfrm>
                <a:off x="6221624" y="1091895"/>
                <a:ext cx="211320" cy="189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492DCB-917B-FF9F-91E3-0E7493E8BE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03624" y="1074255"/>
                  <a:ext cx="246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FB73814-CC29-3CE2-A9D8-E111D6F7A57F}"/>
                    </a:ext>
                  </a:extLst>
                </p14:cNvPr>
                <p14:cNvContentPartPr/>
                <p14:nvPr/>
              </p14:nvContentPartPr>
              <p14:xfrm>
                <a:off x="3903224" y="2147775"/>
                <a:ext cx="226080" cy="2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FB73814-CC29-3CE2-A9D8-E111D6F7A5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85584" y="2130135"/>
                  <a:ext cx="261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896542-B7C7-E065-8633-4403D9B3425F}"/>
                    </a:ext>
                  </a:extLst>
                </p14:cNvPr>
                <p14:cNvContentPartPr/>
                <p14:nvPr/>
              </p14:nvContentPartPr>
              <p14:xfrm>
                <a:off x="4044344" y="2028615"/>
                <a:ext cx="7920" cy="258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896542-B7C7-E065-8633-4403D9B3425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26704" y="2010975"/>
                  <a:ext cx="435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2B5060-8433-9FF1-F423-E63A49EFFCA4}"/>
                    </a:ext>
                  </a:extLst>
                </p14:cNvPr>
                <p14:cNvContentPartPr/>
                <p14:nvPr/>
              </p14:nvContentPartPr>
              <p14:xfrm>
                <a:off x="4440344" y="2122575"/>
                <a:ext cx="233640" cy="3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2B5060-8433-9FF1-F423-E63A49EFFCA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22344" y="2104935"/>
                  <a:ext cx="269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011A55-5BAB-C2C9-3518-3B42A68F0881}"/>
                    </a:ext>
                  </a:extLst>
                </p14:cNvPr>
                <p14:cNvContentPartPr/>
                <p14:nvPr/>
              </p14:nvContentPartPr>
              <p14:xfrm>
                <a:off x="4546184" y="2015295"/>
                <a:ext cx="75240" cy="26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011A55-5BAB-C2C9-3518-3B42A68F088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28184" y="1997295"/>
                  <a:ext cx="110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1A3635-9E74-4D44-F156-553C6C2074C5}"/>
                    </a:ext>
                  </a:extLst>
                </p14:cNvPr>
                <p14:cNvContentPartPr/>
                <p14:nvPr/>
              </p14:nvContentPartPr>
              <p14:xfrm>
                <a:off x="3914744" y="2588415"/>
                <a:ext cx="218520" cy="2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1A3635-9E74-4D44-F156-553C6C2074C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96744" y="2570775"/>
                  <a:ext cx="254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C3E829-B9AA-929B-FFBD-1CBC5E99C475}"/>
                    </a:ext>
                  </a:extLst>
                </p14:cNvPr>
                <p14:cNvContentPartPr/>
                <p14:nvPr/>
              </p14:nvContentPartPr>
              <p14:xfrm>
                <a:off x="4054784" y="2492295"/>
                <a:ext cx="48960" cy="20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C3E829-B9AA-929B-FFBD-1CBC5E99C47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37144" y="2474295"/>
                  <a:ext cx="84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179133-1830-5BB0-8466-EE52784DF49D}"/>
                    </a:ext>
                  </a:extLst>
                </p14:cNvPr>
                <p14:cNvContentPartPr/>
                <p14:nvPr/>
              </p14:nvContentPartPr>
              <p14:xfrm>
                <a:off x="4480304" y="2595255"/>
                <a:ext cx="185760" cy="38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179133-1830-5BB0-8466-EE52784DF4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462664" y="2577255"/>
                  <a:ext cx="221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8A6E8D-8B1D-51ED-AE34-2E3B8E4BFE98}"/>
                    </a:ext>
                  </a:extLst>
                </p14:cNvPr>
                <p14:cNvContentPartPr/>
                <p14:nvPr/>
              </p14:nvContentPartPr>
              <p14:xfrm>
                <a:off x="4570664" y="2511375"/>
                <a:ext cx="19440" cy="14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8A6E8D-8B1D-51ED-AE34-2E3B8E4BFE9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024" y="2493735"/>
                  <a:ext cx="55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0926429-B147-B8BB-26D5-BBE608A24CBE}"/>
                    </a:ext>
                  </a:extLst>
                </p14:cNvPr>
                <p14:cNvContentPartPr/>
                <p14:nvPr/>
              </p14:nvContentPartPr>
              <p14:xfrm>
                <a:off x="4001864" y="3030495"/>
                <a:ext cx="236880" cy="14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0926429-B147-B8BB-26D5-BBE608A24CB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83864" y="3012855"/>
                  <a:ext cx="27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8A7C59-B061-6BE8-1C1E-203F96646E80}"/>
                    </a:ext>
                  </a:extLst>
                </p14:cNvPr>
                <p14:cNvContentPartPr/>
                <p14:nvPr/>
              </p14:nvContentPartPr>
              <p14:xfrm>
                <a:off x="4139024" y="2916015"/>
                <a:ext cx="40320" cy="29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8A7C59-B061-6BE8-1C1E-203F96646E8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121384" y="2898375"/>
                  <a:ext cx="759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BDF5AA-FB57-8740-06DB-A9366162B6F0}"/>
                    </a:ext>
                  </a:extLst>
                </p14:cNvPr>
                <p14:cNvContentPartPr/>
                <p14:nvPr/>
              </p14:nvContentPartPr>
              <p14:xfrm>
                <a:off x="4581824" y="3043095"/>
                <a:ext cx="207720" cy="43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BDF5AA-FB57-8740-06DB-A9366162B6F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63824" y="3025095"/>
                  <a:ext cx="243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70A6AB-91B6-DE5B-8D9F-4A6E181483BB}"/>
                    </a:ext>
                  </a:extLst>
                </p14:cNvPr>
                <p14:cNvContentPartPr/>
                <p14:nvPr/>
              </p14:nvContentPartPr>
              <p14:xfrm>
                <a:off x="4708184" y="2918175"/>
                <a:ext cx="33480" cy="227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70A6AB-91B6-DE5B-8D9F-4A6E181483B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90184" y="2900175"/>
                  <a:ext cx="69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466CF-C11D-819B-1BD2-93C5FA899A22}"/>
                    </a:ext>
                  </a:extLst>
                </p14:cNvPr>
                <p14:cNvContentPartPr/>
                <p14:nvPr/>
              </p14:nvContentPartPr>
              <p14:xfrm>
                <a:off x="5926064" y="2032935"/>
                <a:ext cx="224640" cy="37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466CF-C11D-819B-1BD2-93C5FA899A2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08424" y="2014935"/>
                  <a:ext cx="260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1EEC59-4B06-4B39-FC1A-203CBD236986}"/>
                    </a:ext>
                  </a:extLst>
                </p14:cNvPr>
                <p14:cNvContentPartPr/>
                <p14:nvPr/>
              </p14:nvContentPartPr>
              <p14:xfrm>
                <a:off x="6472904" y="1945815"/>
                <a:ext cx="254880" cy="3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E1EEC59-4B06-4B39-FC1A-203CBD23698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54904" y="1928175"/>
                  <a:ext cx="290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62A553-65A3-A2A0-59E4-751AB5D2FC7F}"/>
                    </a:ext>
                  </a:extLst>
                </p14:cNvPr>
                <p14:cNvContentPartPr/>
                <p14:nvPr/>
              </p14:nvContentPartPr>
              <p14:xfrm>
                <a:off x="5957384" y="2428215"/>
                <a:ext cx="178200" cy="2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62A553-65A3-A2A0-59E4-751AB5D2FC7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39384" y="2410575"/>
                  <a:ext cx="213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6DFC64-F95C-25A2-3E39-52D2FF1DB77E}"/>
                    </a:ext>
                  </a:extLst>
                </p14:cNvPr>
                <p14:cNvContentPartPr/>
                <p14:nvPr/>
              </p14:nvContentPartPr>
              <p14:xfrm>
                <a:off x="6582704" y="2402655"/>
                <a:ext cx="237600" cy="47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6DFC64-F95C-25A2-3E39-52D2FF1DB77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65064" y="2384655"/>
                  <a:ext cx="273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3E82BB-0659-0FE3-5700-5B55AB9439BE}"/>
                    </a:ext>
                  </a:extLst>
                </p14:cNvPr>
                <p14:cNvContentPartPr/>
                <p14:nvPr/>
              </p14:nvContentPartPr>
              <p14:xfrm>
                <a:off x="6015344" y="2745375"/>
                <a:ext cx="239760" cy="2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3E82BB-0659-0FE3-5700-5B55AB9439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97344" y="2727375"/>
                  <a:ext cx="275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A624FA-13E3-F918-FEA5-7738C3187EBA}"/>
                    </a:ext>
                  </a:extLst>
                </p14:cNvPr>
                <p14:cNvContentPartPr/>
                <p14:nvPr/>
              </p14:nvContentPartPr>
              <p14:xfrm>
                <a:off x="6649664" y="2763735"/>
                <a:ext cx="197640" cy="2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A624FA-13E3-F918-FEA5-7738C3187EB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32024" y="2745735"/>
                  <a:ext cx="233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ACB5C9-E290-D7F3-42FF-2BCAC9635FD5}"/>
                    </a:ext>
                  </a:extLst>
                </p14:cNvPr>
                <p14:cNvContentPartPr/>
                <p14:nvPr/>
              </p14:nvContentPartPr>
              <p14:xfrm>
                <a:off x="6058184" y="3159735"/>
                <a:ext cx="303120" cy="34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ACB5C9-E290-D7F3-42FF-2BCAC9635FD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40544" y="3142095"/>
                  <a:ext cx="338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39DCA0-695F-3702-71BC-C7592E5BF2A8}"/>
                    </a:ext>
                  </a:extLst>
                </p14:cNvPr>
                <p14:cNvContentPartPr/>
                <p14:nvPr/>
              </p14:nvContentPartPr>
              <p14:xfrm>
                <a:off x="6673064" y="3085935"/>
                <a:ext cx="315360" cy="4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39DCA0-695F-3702-71BC-C7592E5BF2A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655064" y="3068295"/>
                  <a:ext cx="351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2D811DC-8C22-7AAB-2719-6A4A76FD4F64}"/>
                    </a:ext>
                  </a:extLst>
                </p14:cNvPr>
                <p14:cNvContentPartPr/>
                <p14:nvPr/>
              </p14:nvContentPartPr>
              <p14:xfrm>
                <a:off x="4227944" y="2006295"/>
                <a:ext cx="199800" cy="21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2D811DC-8C22-7AAB-2719-6A4A76FD4F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09944" y="1988655"/>
                  <a:ext cx="235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79E046-F3D4-3666-0CFA-9AF661FD8D28}"/>
                    </a:ext>
                  </a:extLst>
                </p14:cNvPr>
                <p14:cNvContentPartPr/>
                <p14:nvPr/>
              </p14:nvContentPartPr>
              <p14:xfrm>
                <a:off x="4379144" y="1920255"/>
                <a:ext cx="97920" cy="94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79E046-F3D4-3666-0CFA-9AF661FD8D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61144" y="1902255"/>
                  <a:ext cx="133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1FA930A-C58E-E17E-8818-2A5D8A83651A}"/>
                    </a:ext>
                  </a:extLst>
                </p14:cNvPr>
                <p14:cNvContentPartPr/>
                <p14:nvPr/>
              </p14:nvContentPartPr>
              <p14:xfrm>
                <a:off x="4831304" y="2066775"/>
                <a:ext cx="272520" cy="66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1FA930A-C58E-E17E-8818-2A5D8A83651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813304" y="2048775"/>
                  <a:ext cx="308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91E6010-A129-32D9-D4F9-A65B7387DFFF}"/>
                    </a:ext>
                  </a:extLst>
                </p14:cNvPr>
                <p14:cNvContentPartPr/>
                <p14:nvPr/>
              </p14:nvContentPartPr>
              <p14:xfrm>
                <a:off x="5067464" y="1995855"/>
                <a:ext cx="100080" cy="136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91E6010-A129-32D9-D4F9-A65B7387DF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49464" y="1978215"/>
                  <a:ext cx="135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51310B-6A9D-772C-0AB4-4DB10A127AA5}"/>
                    </a:ext>
                  </a:extLst>
                </p14:cNvPr>
                <p14:cNvContentPartPr/>
                <p14:nvPr/>
              </p14:nvContentPartPr>
              <p14:xfrm>
                <a:off x="4302824" y="2542335"/>
                <a:ext cx="123840" cy="12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51310B-6A9D-772C-0AB4-4DB10A127AA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84824" y="2524695"/>
                  <a:ext cx="159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AB36669-4CFF-542F-ABA9-386C0A1A01B5}"/>
                    </a:ext>
                  </a:extLst>
                </p14:cNvPr>
                <p14:cNvContentPartPr/>
                <p14:nvPr/>
              </p14:nvContentPartPr>
              <p14:xfrm>
                <a:off x="4387064" y="2475015"/>
                <a:ext cx="66600" cy="92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AB36669-4CFF-542F-ABA9-386C0A1A01B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69424" y="2457015"/>
                  <a:ext cx="102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0D2B5C9-1FED-8EA2-1B37-BED3D115E866}"/>
                    </a:ext>
                  </a:extLst>
                </p14:cNvPr>
                <p14:cNvContentPartPr/>
                <p14:nvPr/>
              </p14:nvContentPartPr>
              <p14:xfrm>
                <a:off x="4799624" y="2483295"/>
                <a:ext cx="311400" cy="131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0D2B5C9-1FED-8EA2-1B37-BED3D115E86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781984" y="2465655"/>
                  <a:ext cx="347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5F7A204-3070-109A-548D-2295CD37E987}"/>
                    </a:ext>
                  </a:extLst>
                </p14:cNvPr>
                <p14:cNvContentPartPr/>
                <p14:nvPr/>
              </p14:nvContentPartPr>
              <p14:xfrm>
                <a:off x="5055944" y="2446575"/>
                <a:ext cx="138240" cy="118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5F7A204-3070-109A-548D-2295CD37E98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37944" y="2428935"/>
                  <a:ext cx="173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C4B1002-DD93-0776-F165-1E28EC211884}"/>
                    </a:ext>
                  </a:extLst>
                </p14:cNvPr>
                <p14:cNvContentPartPr/>
                <p14:nvPr/>
              </p14:nvContentPartPr>
              <p14:xfrm>
                <a:off x="5019224" y="3012135"/>
                <a:ext cx="172800" cy="63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C4B1002-DD93-0776-F165-1E28EC21188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01224" y="2994495"/>
                  <a:ext cx="208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0A5F6DD-6BD1-9E3C-6905-711175224F3F}"/>
                    </a:ext>
                  </a:extLst>
                </p14:cNvPr>
                <p14:cNvContentPartPr/>
                <p14:nvPr/>
              </p14:nvContentPartPr>
              <p14:xfrm>
                <a:off x="5159264" y="2982615"/>
                <a:ext cx="129960" cy="100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0A5F6DD-6BD1-9E3C-6905-711175224F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41624" y="2964615"/>
                  <a:ext cx="165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BF9DAB1-26C0-19F5-D843-76FBCDCF2F5F}"/>
                    </a:ext>
                  </a:extLst>
                </p14:cNvPr>
                <p14:cNvContentPartPr/>
                <p14:nvPr/>
              </p14:nvContentPartPr>
              <p14:xfrm>
                <a:off x="4329104" y="3069735"/>
                <a:ext cx="135720" cy="3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BF9DAB1-26C0-19F5-D843-76FBCDCF2F5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311464" y="3051735"/>
                  <a:ext cx="171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0BBDD5E-200F-399D-3465-94AB4BD41794}"/>
                    </a:ext>
                  </a:extLst>
                </p14:cNvPr>
                <p14:cNvContentPartPr/>
                <p14:nvPr/>
              </p14:nvContentPartPr>
              <p14:xfrm>
                <a:off x="4444304" y="2998095"/>
                <a:ext cx="90000" cy="15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0BBDD5E-200F-399D-3465-94AB4BD4179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426304" y="2980455"/>
                  <a:ext cx="125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8A4131-15FF-1EB4-F903-2341AEC47ACA}"/>
                    </a:ext>
                  </a:extLst>
                </p14:cNvPr>
                <p14:cNvContentPartPr/>
                <p14:nvPr/>
              </p14:nvContentPartPr>
              <p14:xfrm>
                <a:off x="5770184" y="2193495"/>
                <a:ext cx="332640" cy="10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8A4131-15FF-1EB4-F903-2341AEC47A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52184" y="2175855"/>
                  <a:ext cx="368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DDFCE35-7F30-2572-D080-C29195A3FA05}"/>
                    </a:ext>
                  </a:extLst>
                </p14:cNvPr>
                <p14:cNvContentPartPr/>
                <p14:nvPr/>
              </p14:nvContentPartPr>
              <p14:xfrm>
                <a:off x="5724464" y="2192415"/>
                <a:ext cx="95400" cy="172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DDFCE35-7F30-2572-D080-C29195A3FA0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06824" y="2174415"/>
                  <a:ext cx="131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6A0974-6163-B3A9-C210-7468B8491B57}"/>
                    </a:ext>
                  </a:extLst>
                </p14:cNvPr>
                <p14:cNvContentPartPr/>
                <p14:nvPr/>
              </p14:nvContentPartPr>
              <p14:xfrm>
                <a:off x="5804024" y="2612895"/>
                <a:ext cx="314280" cy="10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6A0974-6163-B3A9-C210-7468B8491B5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86024" y="2595255"/>
                  <a:ext cx="349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5F1E34A-ED51-F934-ECDD-61C81FAA6700}"/>
                    </a:ext>
                  </a:extLst>
                </p14:cNvPr>
                <p14:cNvContentPartPr/>
                <p14:nvPr/>
              </p14:nvContentPartPr>
              <p14:xfrm>
                <a:off x="5774864" y="2618655"/>
                <a:ext cx="64080" cy="136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5F1E34A-ED51-F934-ECDD-61C81FAA670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56864" y="2601015"/>
                  <a:ext cx="99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6AA022-3D40-0762-6ADD-A7623ED92484}"/>
                    </a:ext>
                  </a:extLst>
                </p14:cNvPr>
                <p14:cNvContentPartPr/>
                <p14:nvPr/>
              </p14:nvContentPartPr>
              <p14:xfrm>
                <a:off x="5895824" y="2976135"/>
                <a:ext cx="282960" cy="134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6AA022-3D40-0762-6ADD-A7623ED9248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78184" y="2958495"/>
                  <a:ext cx="318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22911B-D2D7-8470-BA22-D17738C53C51}"/>
                    </a:ext>
                  </a:extLst>
                </p14:cNvPr>
                <p14:cNvContentPartPr/>
                <p14:nvPr/>
              </p14:nvContentPartPr>
              <p14:xfrm>
                <a:off x="5842544" y="3001695"/>
                <a:ext cx="95040" cy="13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22911B-D2D7-8470-BA22-D17738C53C5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824904" y="2984055"/>
                  <a:ext cx="130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C6CCC9-F83C-7507-2376-1EADDB992DD5}"/>
                    </a:ext>
                  </a:extLst>
                </p14:cNvPr>
                <p14:cNvContentPartPr/>
                <p14:nvPr/>
              </p14:nvContentPartPr>
              <p14:xfrm>
                <a:off x="6496304" y="2148855"/>
                <a:ext cx="297000" cy="128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C6CCC9-F83C-7507-2376-1EADDB992D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78304" y="2130855"/>
                  <a:ext cx="332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A561252-6141-2BEC-32A1-D7299774D7C4}"/>
                    </a:ext>
                  </a:extLst>
                </p14:cNvPr>
                <p14:cNvContentPartPr/>
                <p14:nvPr/>
              </p14:nvContentPartPr>
              <p14:xfrm>
                <a:off x="6447344" y="2145975"/>
                <a:ext cx="101880" cy="158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A561252-6141-2BEC-32A1-D7299774D7C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429344" y="2127975"/>
                  <a:ext cx="137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8D72B9B-B70D-6330-66C3-B8F095BB2EFA}"/>
                    </a:ext>
                  </a:extLst>
                </p14:cNvPr>
                <p14:cNvContentPartPr/>
                <p14:nvPr/>
              </p14:nvContentPartPr>
              <p14:xfrm>
                <a:off x="6475424" y="2617575"/>
                <a:ext cx="179640" cy="70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8D72B9B-B70D-6330-66C3-B8F095BB2EF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457424" y="2599575"/>
                  <a:ext cx="215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4B31B7-8F85-3195-5FF7-96FE9E0B9359}"/>
                    </a:ext>
                  </a:extLst>
                </p14:cNvPr>
                <p14:cNvContentPartPr/>
                <p14:nvPr/>
              </p14:nvContentPartPr>
              <p14:xfrm>
                <a:off x="6443744" y="2587335"/>
                <a:ext cx="64800" cy="120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4B31B7-8F85-3195-5FF7-96FE9E0B935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425744" y="2569335"/>
                  <a:ext cx="100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1D07D52-8965-4BFC-CD04-D854152A15BB}"/>
                    </a:ext>
                  </a:extLst>
                </p14:cNvPr>
                <p14:cNvContentPartPr/>
                <p14:nvPr/>
              </p14:nvContentPartPr>
              <p14:xfrm>
                <a:off x="2951384" y="269295"/>
                <a:ext cx="158400" cy="816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1D07D52-8965-4BFC-CD04-D854152A15B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933384" y="251655"/>
                  <a:ext cx="194040" cy="8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9D13D2A-4A75-369A-2F2B-F35E328C2B9A}"/>
                    </a:ext>
                  </a:extLst>
                </p14:cNvPr>
                <p14:cNvContentPartPr/>
                <p14:nvPr/>
              </p14:nvContentPartPr>
              <p14:xfrm>
                <a:off x="2919704" y="355335"/>
                <a:ext cx="389520" cy="152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9D13D2A-4A75-369A-2F2B-F35E328C2B9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902064" y="337335"/>
                  <a:ext cx="42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265D5F9-5468-7F17-337D-8383EB8F0A19}"/>
                    </a:ext>
                  </a:extLst>
                </p14:cNvPr>
                <p14:cNvContentPartPr/>
                <p14:nvPr/>
              </p14:nvContentPartPr>
              <p14:xfrm>
                <a:off x="3089264" y="676815"/>
                <a:ext cx="174960" cy="12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265D5F9-5468-7F17-337D-8383EB8F0A1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071624" y="659175"/>
                  <a:ext cx="210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09D9A96-87A4-8307-3EF8-D83A6FDD2496}"/>
                    </a:ext>
                  </a:extLst>
                </p14:cNvPr>
                <p14:cNvContentPartPr/>
                <p14:nvPr/>
              </p14:nvContentPartPr>
              <p14:xfrm>
                <a:off x="3465104" y="582135"/>
                <a:ext cx="259920" cy="3204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09D9A96-87A4-8307-3EF8-D83A6FDD249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47464" y="564135"/>
                  <a:ext cx="295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4EE527-B4ED-D5BD-51DB-66F8B1820425}"/>
                    </a:ext>
                  </a:extLst>
                </p14:cNvPr>
                <p14:cNvContentPartPr/>
                <p14:nvPr/>
              </p14:nvContentPartPr>
              <p14:xfrm>
                <a:off x="3937784" y="457575"/>
                <a:ext cx="189720" cy="276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4EE527-B4ED-D5BD-51DB-66F8B182042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20144" y="439575"/>
                  <a:ext cx="225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D25C7E7-D3D7-9F45-F97B-84D6D204E77C}"/>
                    </a:ext>
                  </a:extLst>
                </p14:cNvPr>
                <p14:cNvContentPartPr/>
                <p14:nvPr/>
              </p14:nvContentPartPr>
              <p14:xfrm>
                <a:off x="4437464" y="417975"/>
                <a:ext cx="374040" cy="2952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D25C7E7-D3D7-9F45-F97B-84D6D204E77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419464" y="399975"/>
                  <a:ext cx="4096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6248402-963F-7292-FFF4-AE29E89C99B7}"/>
                    </a:ext>
                  </a:extLst>
                </p14:cNvPr>
                <p14:cNvContentPartPr/>
                <p14:nvPr/>
              </p14:nvContentPartPr>
              <p14:xfrm>
                <a:off x="4920584" y="433095"/>
                <a:ext cx="261000" cy="262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6248402-963F-7292-FFF4-AE29E89C99B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02584" y="415455"/>
                  <a:ext cx="296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F34AA64-ADC9-709F-E4D0-10633A64D973}"/>
                    </a:ext>
                  </a:extLst>
                </p14:cNvPr>
                <p14:cNvContentPartPr/>
                <p14:nvPr/>
              </p14:nvContentPartPr>
              <p14:xfrm>
                <a:off x="5222264" y="502935"/>
                <a:ext cx="138600" cy="127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F34AA64-ADC9-709F-E4D0-10633A64D97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204264" y="485295"/>
                  <a:ext cx="174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3E0B3B-A66A-341C-FBC9-9611668D8E24}"/>
                    </a:ext>
                  </a:extLst>
                </p14:cNvPr>
                <p14:cNvContentPartPr/>
                <p14:nvPr/>
              </p14:nvContentPartPr>
              <p14:xfrm>
                <a:off x="5648864" y="236535"/>
                <a:ext cx="181080" cy="444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3E0B3B-A66A-341C-FBC9-9611668D8E2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31224" y="218535"/>
                  <a:ext cx="2167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E9386FA-CA53-3392-3FAC-178804E1ABDE}"/>
                    </a:ext>
                  </a:extLst>
                </p14:cNvPr>
                <p14:cNvContentPartPr/>
                <p14:nvPr/>
              </p14:nvContentPartPr>
              <p14:xfrm>
                <a:off x="6433664" y="223935"/>
                <a:ext cx="120240" cy="551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E9386FA-CA53-3392-3FAC-178804E1ABD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416024" y="205935"/>
                  <a:ext cx="15588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2BECDA3-F3A9-BBC1-6708-18DB53FCDC50}"/>
                    </a:ext>
                  </a:extLst>
                </p14:cNvPr>
                <p14:cNvContentPartPr/>
                <p14:nvPr/>
              </p14:nvContentPartPr>
              <p14:xfrm>
                <a:off x="6412784" y="271815"/>
                <a:ext cx="435240" cy="517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2BECDA3-F3A9-BBC1-6708-18DB53FCDC5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95144" y="253815"/>
                  <a:ext cx="47088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681F7F4-7EA9-BBAF-DBDA-8EC084E57334}"/>
                    </a:ext>
                  </a:extLst>
                </p14:cNvPr>
                <p14:cNvContentPartPr/>
                <p14:nvPr/>
              </p14:nvContentPartPr>
              <p14:xfrm>
                <a:off x="7019024" y="531015"/>
                <a:ext cx="61560" cy="209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681F7F4-7EA9-BBAF-DBDA-8EC084E5733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01384" y="513015"/>
                  <a:ext cx="97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D203B8D-9359-3A56-735D-1D1ABD497C92}"/>
                    </a:ext>
                  </a:extLst>
                </p14:cNvPr>
                <p14:cNvContentPartPr/>
                <p14:nvPr/>
              </p14:nvContentPartPr>
              <p14:xfrm>
                <a:off x="6990944" y="381615"/>
                <a:ext cx="15120" cy="20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D203B8D-9359-3A56-735D-1D1ABD497C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73304" y="363975"/>
                  <a:ext cx="50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3882F3C-9489-53E7-6925-0C4EE7415EC5}"/>
                    </a:ext>
                  </a:extLst>
                </p14:cNvPr>
                <p14:cNvContentPartPr/>
                <p14:nvPr/>
              </p14:nvContentPartPr>
              <p14:xfrm>
                <a:off x="7259504" y="449655"/>
                <a:ext cx="239040" cy="245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3882F3C-9489-53E7-6925-0C4EE7415EC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241504" y="432015"/>
                  <a:ext cx="2746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749D1CB-901E-3178-A208-54C03B857A7E}"/>
                    </a:ext>
                  </a:extLst>
                </p14:cNvPr>
                <p14:cNvContentPartPr/>
                <p14:nvPr/>
              </p14:nvContentPartPr>
              <p14:xfrm>
                <a:off x="7671344" y="440655"/>
                <a:ext cx="233640" cy="300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749D1CB-901E-3178-A208-54C03B857A7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53704" y="422655"/>
                  <a:ext cx="269280" cy="33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47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19C1A-616E-C51C-C4D5-EDF5E1778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D2B9CD-D0FF-9701-0155-B60FCACB7BE4}"/>
              </a:ext>
            </a:extLst>
          </p:cNvPr>
          <p:cNvGrpSpPr/>
          <p:nvPr/>
        </p:nvGrpSpPr>
        <p:grpSpPr>
          <a:xfrm>
            <a:off x="1891544" y="539655"/>
            <a:ext cx="6838560" cy="4883760"/>
            <a:chOff x="1891544" y="539655"/>
            <a:chExt cx="6838560" cy="48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244653-F2E4-4EE1-4659-14584B4602C1}"/>
                    </a:ext>
                  </a:extLst>
                </p14:cNvPr>
                <p14:cNvContentPartPr/>
                <p14:nvPr/>
              </p14:nvContentPartPr>
              <p14:xfrm>
                <a:off x="3936344" y="1013415"/>
                <a:ext cx="3042000" cy="268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244653-F2E4-4EE1-4659-14584B4602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18704" y="995415"/>
                  <a:ext cx="30776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8282F8-6B2F-EB46-C6C2-107BB421FBE5}"/>
                    </a:ext>
                  </a:extLst>
                </p14:cNvPr>
                <p14:cNvContentPartPr/>
                <p14:nvPr/>
              </p14:nvContentPartPr>
              <p14:xfrm>
                <a:off x="3642224" y="987855"/>
                <a:ext cx="3762000" cy="2229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8282F8-6B2F-EB46-C6C2-107BB421FB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24584" y="970215"/>
                  <a:ext cx="3797640" cy="22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4F8698-89A7-ECD5-0552-9AD80AB3D277}"/>
                    </a:ext>
                  </a:extLst>
                </p14:cNvPr>
                <p14:cNvContentPartPr/>
                <p14:nvPr/>
              </p14:nvContentPartPr>
              <p14:xfrm>
                <a:off x="3751304" y="1462335"/>
                <a:ext cx="212760" cy="172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4F8698-89A7-ECD5-0552-9AD80AB3D2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33304" y="1444335"/>
                  <a:ext cx="248400" cy="17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2893DD-22A1-5630-1BA1-866B68B40FD2}"/>
                    </a:ext>
                  </a:extLst>
                </p14:cNvPr>
                <p14:cNvContentPartPr/>
                <p14:nvPr/>
              </p14:nvContentPartPr>
              <p14:xfrm>
                <a:off x="4650224" y="543615"/>
                <a:ext cx="158400" cy="407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2893DD-22A1-5630-1BA1-866B68B40F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2584" y="525975"/>
                  <a:ext cx="1940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85FC47-430F-6F8E-AEBC-04F506706C95}"/>
                    </a:ext>
                  </a:extLst>
                </p14:cNvPr>
                <p14:cNvContentPartPr/>
                <p14:nvPr/>
              </p14:nvContentPartPr>
              <p14:xfrm>
                <a:off x="4680824" y="570615"/>
                <a:ext cx="135720" cy="165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85FC47-430F-6F8E-AEBC-04F506706C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63184" y="552975"/>
                  <a:ext cx="171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0775D0A-5E11-E41C-E2BE-3D9362BC23B7}"/>
                    </a:ext>
                  </a:extLst>
                </p14:cNvPr>
                <p14:cNvContentPartPr/>
                <p14:nvPr/>
              </p14:nvContentPartPr>
              <p14:xfrm>
                <a:off x="5342864" y="1145535"/>
                <a:ext cx="209520" cy="209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0775D0A-5E11-E41C-E2BE-3D9362BC23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25224" y="1127895"/>
                  <a:ext cx="245160" cy="21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52988E-1D47-FA08-6EE5-08EFDB927736}"/>
                    </a:ext>
                  </a:extLst>
                </p14:cNvPr>
                <p14:cNvContentPartPr/>
                <p14:nvPr/>
              </p14:nvContentPartPr>
              <p14:xfrm>
                <a:off x="6002744" y="625335"/>
                <a:ext cx="30240" cy="25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52988E-1D47-FA08-6EE5-08EFDB9277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85104" y="607695"/>
                  <a:ext cx="65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2199A7-3514-C332-4529-46190A24B865}"/>
                    </a:ext>
                  </a:extLst>
                </p14:cNvPr>
                <p14:cNvContentPartPr/>
                <p14:nvPr/>
              </p14:nvContentPartPr>
              <p14:xfrm>
                <a:off x="6002744" y="539655"/>
                <a:ext cx="178560" cy="16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2199A7-3514-C332-4529-46190A24B8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85104" y="522015"/>
                  <a:ext cx="214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D977DED-A13F-1EAA-7C35-ABDA4D4F70C1}"/>
                    </a:ext>
                  </a:extLst>
                </p14:cNvPr>
                <p14:cNvContentPartPr/>
                <p14:nvPr/>
              </p14:nvContentPartPr>
              <p14:xfrm>
                <a:off x="3960104" y="1584015"/>
                <a:ext cx="223200" cy="48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D977DED-A13F-1EAA-7C35-ABDA4D4F70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2464" y="1566015"/>
                  <a:ext cx="258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482087-BCF4-B185-FD77-CA8415204D4E}"/>
                    </a:ext>
                  </a:extLst>
                </p14:cNvPr>
                <p14:cNvContentPartPr/>
                <p14:nvPr/>
              </p14:nvContentPartPr>
              <p14:xfrm>
                <a:off x="4110224" y="1520295"/>
                <a:ext cx="38160" cy="141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482087-BCF4-B185-FD77-CA8415204D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92584" y="1502655"/>
                  <a:ext cx="73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F4B2E3-A4D0-A38D-528D-EDFB8092103D}"/>
                    </a:ext>
                  </a:extLst>
                </p14:cNvPr>
                <p14:cNvContentPartPr/>
                <p14:nvPr/>
              </p14:nvContentPartPr>
              <p14:xfrm>
                <a:off x="4550864" y="1643415"/>
                <a:ext cx="165600" cy="1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F4B2E3-A4D0-A38D-528D-EDFB8092103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33224" y="1625415"/>
                  <a:ext cx="201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F8F6DC3-E7A7-6EC5-9F79-B3CE31C2D2F8}"/>
                    </a:ext>
                  </a:extLst>
                </p14:cNvPr>
                <p14:cNvContentPartPr/>
                <p14:nvPr/>
              </p14:nvContentPartPr>
              <p14:xfrm>
                <a:off x="4581464" y="1551255"/>
                <a:ext cx="27720" cy="15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F8F6DC3-E7A7-6EC5-9F79-B3CE31C2D2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63464" y="1533255"/>
                  <a:ext cx="63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18A06A-09C8-53AF-B455-11B54DF1D03C}"/>
                    </a:ext>
                  </a:extLst>
                </p14:cNvPr>
                <p14:cNvContentPartPr/>
                <p14:nvPr/>
              </p14:nvContentPartPr>
              <p14:xfrm>
                <a:off x="4031744" y="2095575"/>
                <a:ext cx="195120" cy="38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18A06A-09C8-53AF-B455-11B54DF1D0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3744" y="2077935"/>
                  <a:ext cx="230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0705D8-207E-0B71-A183-8D8E05C14EBA}"/>
                    </a:ext>
                  </a:extLst>
                </p14:cNvPr>
                <p14:cNvContentPartPr/>
                <p14:nvPr/>
              </p14:nvContentPartPr>
              <p14:xfrm>
                <a:off x="4149824" y="1990455"/>
                <a:ext cx="75600" cy="20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0705D8-207E-0B71-A183-8D8E05C14E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32184" y="1972815"/>
                  <a:ext cx="111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EBD7C6-7AC5-3C06-876A-20CCE20DD2F0}"/>
                    </a:ext>
                  </a:extLst>
                </p14:cNvPr>
                <p14:cNvContentPartPr/>
                <p14:nvPr/>
              </p14:nvContentPartPr>
              <p14:xfrm>
                <a:off x="4491824" y="2126535"/>
                <a:ext cx="158400" cy="54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EBD7C6-7AC5-3C06-876A-20CCE20DD2F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73824" y="2108895"/>
                  <a:ext cx="19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D5A89F-5BFB-CC5C-1C6F-69B47DE2F8DC}"/>
                    </a:ext>
                  </a:extLst>
                </p14:cNvPr>
                <p14:cNvContentPartPr/>
                <p14:nvPr/>
              </p14:nvContentPartPr>
              <p14:xfrm>
                <a:off x="4534304" y="2064615"/>
                <a:ext cx="51480" cy="11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D5A89F-5BFB-CC5C-1C6F-69B47DE2F8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6304" y="2046615"/>
                  <a:ext cx="87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838EB87-CB6B-1F97-F9E8-0BCB8E411999}"/>
                    </a:ext>
                  </a:extLst>
                </p14:cNvPr>
                <p14:cNvContentPartPr/>
                <p14:nvPr/>
              </p14:nvContentPartPr>
              <p14:xfrm>
                <a:off x="4116704" y="2529015"/>
                <a:ext cx="201960" cy="71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838EB87-CB6B-1F97-F9E8-0BCB8E4119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9064" y="2511015"/>
                  <a:ext cx="237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B47CB0-FA50-F7C8-1132-48D44218B48A}"/>
                    </a:ext>
                  </a:extLst>
                </p14:cNvPr>
                <p14:cNvContentPartPr/>
                <p14:nvPr/>
              </p14:nvContentPartPr>
              <p14:xfrm>
                <a:off x="4247024" y="2463495"/>
                <a:ext cx="75240" cy="21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B47CB0-FA50-F7C8-1132-48D44218B4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29024" y="2445495"/>
                  <a:ext cx="110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9F7C00-1F85-F6B3-CD92-A5B592F57665}"/>
                    </a:ext>
                  </a:extLst>
                </p14:cNvPr>
                <p14:cNvContentPartPr/>
                <p14:nvPr/>
              </p14:nvContentPartPr>
              <p14:xfrm>
                <a:off x="4613864" y="2548815"/>
                <a:ext cx="149400" cy="45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9F7C00-1F85-F6B3-CD92-A5B592F576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96224" y="2530815"/>
                  <a:ext cx="185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E9A227-CD8D-AD3A-A8BA-6BF0C69E0EED}"/>
                    </a:ext>
                  </a:extLst>
                </p14:cNvPr>
                <p14:cNvContentPartPr/>
                <p14:nvPr/>
              </p14:nvContentPartPr>
              <p14:xfrm>
                <a:off x="4648064" y="2521095"/>
                <a:ext cx="46800" cy="183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E9A227-CD8D-AD3A-A8BA-6BF0C69E0EE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30424" y="2503095"/>
                  <a:ext cx="82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647301-7B9C-1604-F8B5-0BBA0C148C1D}"/>
                    </a:ext>
                  </a:extLst>
                </p14:cNvPr>
                <p14:cNvContentPartPr/>
                <p14:nvPr/>
              </p14:nvContentPartPr>
              <p14:xfrm>
                <a:off x="6322064" y="1521015"/>
                <a:ext cx="236520" cy="3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647301-7B9C-1604-F8B5-0BBA0C148C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04064" y="1503015"/>
                  <a:ext cx="272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4A2431-C94D-113E-28C3-402A99956C59}"/>
                    </a:ext>
                  </a:extLst>
                </p14:cNvPr>
                <p14:cNvContentPartPr/>
                <p14:nvPr/>
              </p14:nvContentPartPr>
              <p14:xfrm>
                <a:off x="6827144" y="1466295"/>
                <a:ext cx="14904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4A2431-C94D-113E-28C3-402A99956C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9144" y="1448295"/>
                  <a:ext cx="184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478471-B683-5676-13FF-36D25281313A}"/>
                    </a:ext>
                  </a:extLst>
                </p14:cNvPr>
                <p14:cNvContentPartPr/>
                <p14:nvPr/>
              </p14:nvContentPartPr>
              <p14:xfrm>
                <a:off x="6372464" y="2158215"/>
                <a:ext cx="186480" cy="4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478471-B683-5676-13FF-36D25281313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4464" y="2140575"/>
                  <a:ext cx="22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7F4AC7-49E4-5761-347C-DA64011B25E7}"/>
                    </a:ext>
                  </a:extLst>
                </p14:cNvPr>
                <p14:cNvContentPartPr/>
                <p14:nvPr/>
              </p14:nvContentPartPr>
              <p14:xfrm>
                <a:off x="6807344" y="2090535"/>
                <a:ext cx="157320" cy="3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7F4AC7-49E4-5761-347C-DA64011B25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89344" y="2072535"/>
                  <a:ext cx="192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EA8A99-6F97-B431-975A-7713886E8740}"/>
                    </a:ext>
                  </a:extLst>
                </p14:cNvPr>
                <p14:cNvContentPartPr/>
                <p14:nvPr/>
              </p14:nvContentPartPr>
              <p14:xfrm>
                <a:off x="6389744" y="2654655"/>
                <a:ext cx="171720" cy="50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EA8A99-6F97-B431-975A-7713886E87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71744" y="2637015"/>
                  <a:ext cx="207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17CB25-460C-F977-2FC9-7A305C33D854}"/>
                    </a:ext>
                  </a:extLst>
                </p14:cNvPr>
                <p14:cNvContentPartPr/>
                <p14:nvPr/>
              </p14:nvContentPartPr>
              <p14:xfrm>
                <a:off x="6830384" y="2592375"/>
                <a:ext cx="181800" cy="53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17CB25-460C-F977-2FC9-7A305C33D8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2744" y="2574375"/>
                  <a:ext cx="217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F2078C-43A2-72AC-8F1C-9631F3E69CA8}"/>
                    </a:ext>
                  </a:extLst>
                </p14:cNvPr>
                <p14:cNvContentPartPr/>
                <p14:nvPr/>
              </p14:nvContentPartPr>
              <p14:xfrm>
                <a:off x="2431544" y="2085495"/>
                <a:ext cx="1378080" cy="252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F2078C-43A2-72AC-8F1C-9631F3E69C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3544" y="2067495"/>
                  <a:ext cx="14137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4BE3406-9647-6D9D-8273-1EF3CBB7A9EA}"/>
                    </a:ext>
                  </a:extLst>
                </p14:cNvPr>
                <p14:cNvContentPartPr/>
                <p14:nvPr/>
              </p14:nvContentPartPr>
              <p14:xfrm>
                <a:off x="2473304" y="2266215"/>
                <a:ext cx="131400" cy="190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4BE3406-9647-6D9D-8273-1EF3CBB7A9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55304" y="2248575"/>
                  <a:ext cx="167040" cy="19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5091B9-64CE-524F-6C96-346C743BDB0A}"/>
                    </a:ext>
                  </a:extLst>
                </p14:cNvPr>
                <p14:cNvContentPartPr/>
                <p14:nvPr/>
              </p14:nvContentPartPr>
              <p14:xfrm>
                <a:off x="2354504" y="4147935"/>
                <a:ext cx="484200" cy="54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5091B9-64CE-524F-6C96-346C743BDB0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36504" y="4129935"/>
                  <a:ext cx="519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B25760-B267-5F61-7364-8B269494D61A}"/>
                    </a:ext>
                  </a:extLst>
                </p14:cNvPr>
                <p14:cNvContentPartPr/>
                <p14:nvPr/>
              </p14:nvContentPartPr>
              <p14:xfrm>
                <a:off x="1891544" y="4221735"/>
                <a:ext cx="1640160" cy="241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B25760-B267-5F61-7364-8B269494D61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73544" y="4204095"/>
                  <a:ext cx="1675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938D9B-2067-6278-C74D-5AC74EA43FF9}"/>
                    </a:ext>
                  </a:extLst>
                </p14:cNvPr>
                <p14:cNvContentPartPr/>
                <p14:nvPr/>
              </p14:nvContentPartPr>
              <p14:xfrm>
                <a:off x="2552144" y="4440255"/>
                <a:ext cx="133200" cy="863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938D9B-2067-6278-C74D-5AC74EA43F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34144" y="4422255"/>
                  <a:ext cx="168840" cy="8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9E6C3A-F439-0938-CB5D-302A1E69F526}"/>
                    </a:ext>
                  </a:extLst>
                </p14:cNvPr>
                <p14:cNvContentPartPr/>
                <p14:nvPr/>
              </p14:nvContentPartPr>
              <p14:xfrm>
                <a:off x="2669504" y="1796415"/>
                <a:ext cx="6060600" cy="3627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9E6C3A-F439-0938-CB5D-302A1E69F5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51864" y="1778415"/>
                  <a:ext cx="6096240" cy="36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37F96E-7131-833E-FE93-336B77B59F3E}"/>
                    </a:ext>
                  </a:extLst>
                </p14:cNvPr>
                <p14:cNvContentPartPr/>
                <p14:nvPr/>
              </p14:nvContentPartPr>
              <p14:xfrm>
                <a:off x="7232504" y="1833495"/>
                <a:ext cx="1190880" cy="34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37F96E-7131-833E-FE93-336B77B59F3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14864" y="1815855"/>
                  <a:ext cx="122652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FC1D28F-8548-13DA-4D3D-031879EE76CD}"/>
              </a:ext>
            </a:extLst>
          </p:cNvPr>
          <p:cNvGrpSpPr/>
          <p:nvPr/>
        </p:nvGrpSpPr>
        <p:grpSpPr>
          <a:xfrm>
            <a:off x="1603904" y="785535"/>
            <a:ext cx="8069400" cy="5726880"/>
            <a:chOff x="1603904" y="785535"/>
            <a:chExt cx="8069400" cy="57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4D0FC9-1D64-A856-8EFC-D5C752EFCB4C}"/>
                    </a:ext>
                  </a:extLst>
                </p14:cNvPr>
                <p14:cNvContentPartPr/>
                <p14:nvPr/>
              </p14:nvContentPartPr>
              <p14:xfrm>
                <a:off x="1885784" y="3731415"/>
                <a:ext cx="228600" cy="4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4D0FC9-1D64-A856-8EFC-D5C752EFCB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67784" y="3713775"/>
                  <a:ext cx="264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4A23F5-EAB4-AF63-2984-AD75E6B0E457}"/>
                    </a:ext>
                  </a:extLst>
                </p14:cNvPr>
                <p14:cNvContentPartPr/>
                <p14:nvPr/>
              </p14:nvContentPartPr>
              <p14:xfrm>
                <a:off x="1603904" y="3352695"/>
                <a:ext cx="842040" cy="770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4A23F5-EAB4-AF63-2984-AD75E6B0E4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86264" y="3334695"/>
                  <a:ext cx="8776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6E4ADF-7C9F-A158-84B2-0A97D1D79E57}"/>
                    </a:ext>
                  </a:extLst>
                </p14:cNvPr>
                <p14:cNvContentPartPr/>
                <p14:nvPr/>
              </p14:nvContentPartPr>
              <p14:xfrm>
                <a:off x="2948144" y="1613895"/>
                <a:ext cx="405360" cy="55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6E4ADF-7C9F-A158-84B2-0A97D1D79E5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30144" y="1596255"/>
                  <a:ext cx="441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94A6AD-A3D9-49A3-707F-608F8102CC9A}"/>
                    </a:ext>
                  </a:extLst>
                </p14:cNvPr>
                <p14:cNvContentPartPr/>
                <p14:nvPr/>
              </p14:nvContentPartPr>
              <p14:xfrm>
                <a:off x="2782544" y="1188735"/>
                <a:ext cx="795960" cy="73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94A6AD-A3D9-49A3-707F-608F8102CC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64544" y="1170735"/>
                  <a:ext cx="83160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806EF42-9E60-7421-B068-A2B141A41172}"/>
                    </a:ext>
                  </a:extLst>
                </p14:cNvPr>
                <p14:cNvContentPartPr/>
                <p14:nvPr/>
              </p14:nvContentPartPr>
              <p14:xfrm>
                <a:off x="1707944" y="1782375"/>
                <a:ext cx="889920" cy="1275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806EF42-9E60-7421-B068-A2B141A4117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90304" y="1764375"/>
                  <a:ext cx="925560" cy="13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E92B29-A2FE-A009-8B24-CA2F410CF2D0}"/>
                    </a:ext>
                  </a:extLst>
                </p14:cNvPr>
                <p14:cNvContentPartPr/>
                <p14:nvPr/>
              </p14:nvContentPartPr>
              <p14:xfrm>
                <a:off x="2465024" y="1632975"/>
                <a:ext cx="226800" cy="321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E92B29-A2FE-A009-8B24-CA2F410CF2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47024" y="1614975"/>
                  <a:ext cx="2624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0C7A825-C0F2-E50A-2E72-9305746BED8E}"/>
                    </a:ext>
                  </a:extLst>
                </p14:cNvPr>
                <p14:cNvContentPartPr/>
                <p14:nvPr/>
              </p14:nvContentPartPr>
              <p14:xfrm>
                <a:off x="7366064" y="1251015"/>
                <a:ext cx="327240" cy="8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0C7A825-C0F2-E50A-2E72-9305746BED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48064" y="1233375"/>
                  <a:ext cx="362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9485BD-746E-A4A7-B7B4-982994944A4D}"/>
                    </a:ext>
                  </a:extLst>
                </p14:cNvPr>
                <p14:cNvContentPartPr/>
                <p14:nvPr/>
              </p14:nvContentPartPr>
              <p14:xfrm>
                <a:off x="7511144" y="1132575"/>
                <a:ext cx="72720" cy="32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9485BD-746E-A4A7-B7B4-982994944A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93144" y="1114935"/>
                  <a:ext cx="1083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2AE053E-00B8-4521-0177-E7C174013780}"/>
                    </a:ext>
                  </a:extLst>
                </p14:cNvPr>
                <p14:cNvContentPartPr/>
                <p14:nvPr/>
              </p14:nvContentPartPr>
              <p14:xfrm>
                <a:off x="7272464" y="785535"/>
                <a:ext cx="761760" cy="845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2AE053E-00B8-4521-0177-E7C17401378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54824" y="767535"/>
                  <a:ext cx="79740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A7CAB9-B0ED-D3FC-4352-9FBF7CD2C1FF}"/>
                    </a:ext>
                  </a:extLst>
                </p14:cNvPr>
                <p14:cNvContentPartPr/>
                <p14:nvPr/>
              </p14:nvContentPartPr>
              <p14:xfrm>
                <a:off x="2127704" y="4826535"/>
                <a:ext cx="231120" cy="8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A7CAB9-B0ED-D3FC-4352-9FBF7CD2C1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09704" y="4808895"/>
                  <a:ext cx="266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665026-0BF0-4C08-EB1C-04BCEB6A4033}"/>
                    </a:ext>
                  </a:extLst>
                </p14:cNvPr>
                <p14:cNvContentPartPr/>
                <p14:nvPr/>
              </p14:nvContentPartPr>
              <p14:xfrm>
                <a:off x="2192504" y="4692975"/>
                <a:ext cx="97920" cy="316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665026-0BF0-4C08-EB1C-04BCEB6A40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74864" y="4674975"/>
                  <a:ext cx="1335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D1AB96-5641-55B6-3CFC-467F849A4C82}"/>
                    </a:ext>
                  </a:extLst>
                </p14:cNvPr>
                <p14:cNvContentPartPr/>
                <p14:nvPr/>
              </p14:nvContentPartPr>
              <p14:xfrm>
                <a:off x="1853744" y="4555095"/>
                <a:ext cx="712440" cy="818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D1AB96-5641-55B6-3CFC-467F849A4C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35744" y="4537455"/>
                  <a:ext cx="748080" cy="8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F621A04-4B76-B857-12CE-F45655815AEA}"/>
                    </a:ext>
                  </a:extLst>
                </p14:cNvPr>
                <p14:cNvContentPartPr/>
                <p14:nvPr/>
              </p14:nvContentPartPr>
              <p14:xfrm>
                <a:off x="2331824" y="1226535"/>
                <a:ext cx="7341480" cy="5285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F621A04-4B76-B857-12CE-F45655815AE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13824" y="1208895"/>
                  <a:ext cx="7377120" cy="53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176E08-FA64-5DAF-4E03-0B5AAB916590}"/>
                    </a:ext>
                  </a:extLst>
                </p14:cNvPr>
                <p14:cNvContentPartPr/>
                <p14:nvPr/>
              </p14:nvContentPartPr>
              <p14:xfrm>
                <a:off x="8372624" y="1093695"/>
                <a:ext cx="228960" cy="248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176E08-FA64-5DAF-4E03-0B5AAB9165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4624" y="1075695"/>
                  <a:ext cx="264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9BE470-D242-88F2-6156-E27358D7E4DA}"/>
                    </a:ext>
                  </a:extLst>
                </p14:cNvPr>
                <p14:cNvContentPartPr/>
                <p14:nvPr/>
              </p14:nvContentPartPr>
              <p14:xfrm>
                <a:off x="8516984" y="1141575"/>
                <a:ext cx="64800" cy="42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9BE470-D242-88F2-6156-E27358D7E4D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98984" y="1123575"/>
                  <a:ext cx="1004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1E22CD7-EDC6-386A-27C0-EA80071065A7}"/>
              </a:ext>
            </a:extLst>
          </p:cNvPr>
          <p:cNvGrpSpPr/>
          <p:nvPr/>
        </p:nvGrpSpPr>
        <p:grpSpPr>
          <a:xfrm>
            <a:off x="3064784" y="121335"/>
            <a:ext cx="1900800" cy="496080"/>
            <a:chOff x="3064784" y="121335"/>
            <a:chExt cx="190080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7631665-AD4D-6CB4-7634-183BC05D4A19}"/>
                    </a:ext>
                  </a:extLst>
                </p14:cNvPr>
                <p14:cNvContentPartPr/>
                <p14:nvPr/>
              </p14:nvContentPartPr>
              <p14:xfrm>
                <a:off x="3852464" y="291975"/>
                <a:ext cx="62280" cy="222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7631665-AD4D-6CB4-7634-183BC05D4A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4464" y="274335"/>
                  <a:ext cx="979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DAFCEA-3DCC-F87A-A1D2-230B10E3B51C}"/>
                    </a:ext>
                  </a:extLst>
                </p14:cNvPr>
                <p14:cNvContentPartPr/>
                <p14:nvPr/>
              </p14:nvContentPartPr>
              <p14:xfrm>
                <a:off x="3736184" y="142575"/>
                <a:ext cx="333360" cy="47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DAFCEA-3DCC-F87A-A1D2-230B10E3B51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18184" y="124935"/>
                  <a:ext cx="3690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F5D502B-3C65-6383-9EBB-8EBEF1466238}"/>
                    </a:ext>
                  </a:extLst>
                </p14:cNvPr>
                <p14:cNvContentPartPr/>
                <p14:nvPr/>
              </p14:nvContentPartPr>
              <p14:xfrm>
                <a:off x="4266824" y="227535"/>
                <a:ext cx="150840" cy="145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F5D502B-3C65-6383-9EBB-8EBEF146623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49184" y="209535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7DCF6B-E4CC-0DE1-97EE-7F959D83AF05}"/>
                    </a:ext>
                  </a:extLst>
                </p14:cNvPr>
                <p14:cNvContentPartPr/>
                <p14:nvPr/>
              </p14:nvContentPartPr>
              <p14:xfrm>
                <a:off x="4490024" y="232575"/>
                <a:ext cx="70200" cy="75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7DCF6B-E4CC-0DE1-97EE-7F959D83AF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72024" y="214935"/>
                  <a:ext cx="105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1EF6347-D61E-59E0-D44F-8023F5D678C6}"/>
                    </a:ext>
                  </a:extLst>
                </p14:cNvPr>
                <p14:cNvContentPartPr/>
                <p14:nvPr/>
              </p14:nvContentPartPr>
              <p14:xfrm>
                <a:off x="4639784" y="121335"/>
                <a:ext cx="59760" cy="212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1EF6347-D61E-59E0-D44F-8023F5D678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22144" y="103695"/>
                  <a:ext cx="95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1FB30B-9C50-5DA6-5829-68BCAB9ADF01}"/>
                    </a:ext>
                  </a:extLst>
                </p14:cNvPr>
                <p14:cNvContentPartPr/>
                <p14:nvPr/>
              </p14:nvContentPartPr>
              <p14:xfrm>
                <a:off x="4807184" y="134655"/>
                <a:ext cx="158400" cy="16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1FB30B-9C50-5DA6-5829-68BCAB9ADF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89544" y="116655"/>
                  <a:ext cx="194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0FF61D-EE6E-8AC1-AE96-4DBB47302A1B}"/>
                    </a:ext>
                  </a:extLst>
                </p14:cNvPr>
                <p14:cNvContentPartPr/>
                <p14:nvPr/>
              </p14:nvContentPartPr>
              <p14:xfrm>
                <a:off x="3064784" y="285135"/>
                <a:ext cx="530640" cy="228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0FF61D-EE6E-8AC1-AE96-4DBB47302A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46784" y="267495"/>
                  <a:ext cx="566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C7B4C1-F0E9-8D5A-5EBD-7572A6F4F1E1}"/>
                    </a:ext>
                  </a:extLst>
                </p14:cNvPr>
                <p14:cNvContentPartPr/>
                <p14:nvPr/>
              </p14:nvContentPartPr>
              <p14:xfrm>
                <a:off x="3218504" y="281535"/>
                <a:ext cx="21600" cy="18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C7B4C1-F0E9-8D5A-5EBD-7572A6F4F1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00504" y="263535"/>
                  <a:ext cx="57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44062DB-D208-044D-799C-1FCAC9AB2D15}"/>
                    </a:ext>
                  </a:extLst>
                </p14:cNvPr>
                <p14:cNvContentPartPr/>
                <p14:nvPr/>
              </p14:nvContentPartPr>
              <p14:xfrm>
                <a:off x="3236504" y="357135"/>
                <a:ext cx="359280" cy="70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44062DB-D208-044D-799C-1FCAC9AB2D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218864" y="339135"/>
                  <a:ext cx="3949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3AC2A2C-9255-243A-6A05-9F536A0EF923}"/>
              </a:ext>
            </a:extLst>
          </p:cNvPr>
          <p:cNvGrpSpPr/>
          <p:nvPr/>
        </p:nvGrpSpPr>
        <p:grpSpPr>
          <a:xfrm>
            <a:off x="6614744" y="138255"/>
            <a:ext cx="1857960" cy="498600"/>
            <a:chOff x="6614744" y="138255"/>
            <a:chExt cx="185796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32B87FC-846C-08A5-9962-DE72E2D9FAE9}"/>
                    </a:ext>
                  </a:extLst>
                </p14:cNvPr>
                <p14:cNvContentPartPr/>
                <p14:nvPr/>
              </p14:nvContentPartPr>
              <p14:xfrm>
                <a:off x="6724904" y="219615"/>
                <a:ext cx="113400" cy="181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32B87FC-846C-08A5-9962-DE72E2D9FAE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06904" y="201975"/>
                  <a:ext cx="149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0CFC399-FAAC-B126-EC4D-ED18A0EFD89A}"/>
                    </a:ext>
                  </a:extLst>
                </p14:cNvPr>
                <p14:cNvContentPartPr/>
                <p14:nvPr/>
              </p14:nvContentPartPr>
              <p14:xfrm>
                <a:off x="6614744" y="138255"/>
                <a:ext cx="348120" cy="391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0CFC399-FAAC-B126-EC4D-ED18A0EFD89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96744" y="120615"/>
                  <a:ext cx="3837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EA641A-AE36-0327-ADBB-A2FBD2172B96}"/>
                    </a:ext>
                  </a:extLst>
                </p14:cNvPr>
                <p14:cNvContentPartPr/>
                <p14:nvPr/>
              </p14:nvContentPartPr>
              <p14:xfrm>
                <a:off x="7199024" y="236895"/>
                <a:ext cx="114120" cy="136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EA641A-AE36-0327-ADBB-A2FBD2172B9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81384" y="218895"/>
                  <a:ext cx="149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4AC758D-BB6F-0A03-9A49-ADD92F52DE09}"/>
                    </a:ext>
                  </a:extLst>
                </p14:cNvPr>
                <p14:cNvContentPartPr/>
                <p14:nvPr/>
              </p14:nvContentPartPr>
              <p14:xfrm>
                <a:off x="7393784" y="163095"/>
                <a:ext cx="27720" cy="187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4AC758D-BB6F-0A03-9A49-ADD92F52DE0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76144" y="145455"/>
                  <a:ext cx="63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4A4F16E-722B-1D0A-3B1D-6D4FC6C1F6B3}"/>
                    </a:ext>
                  </a:extLst>
                </p14:cNvPr>
                <p14:cNvContentPartPr/>
                <p14:nvPr/>
              </p14:nvContentPartPr>
              <p14:xfrm>
                <a:off x="7453544" y="229335"/>
                <a:ext cx="99000" cy="119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4A4F16E-722B-1D0A-3B1D-6D4FC6C1F6B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435904" y="211695"/>
                  <a:ext cx="134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92C8061-9C48-F300-830B-B6572A0F88F2}"/>
                    </a:ext>
                  </a:extLst>
                </p14:cNvPr>
                <p14:cNvContentPartPr/>
                <p14:nvPr/>
              </p14:nvContentPartPr>
              <p14:xfrm>
                <a:off x="7640384" y="241215"/>
                <a:ext cx="67680" cy="146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92C8061-9C48-F300-830B-B6572A0F88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622384" y="223215"/>
                  <a:ext cx="103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B933BC-36C7-AD2A-7D7B-27D158B31C87}"/>
                    </a:ext>
                  </a:extLst>
                </p14:cNvPr>
                <p14:cNvContentPartPr/>
                <p14:nvPr/>
              </p14:nvContentPartPr>
              <p14:xfrm>
                <a:off x="7783664" y="179655"/>
                <a:ext cx="34200" cy="191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B933BC-36C7-AD2A-7D7B-27D158B31C8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66024" y="162015"/>
                  <a:ext cx="69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882CC0-1FD8-9E9B-38D5-4069CCAD11EA}"/>
                    </a:ext>
                  </a:extLst>
                </p14:cNvPr>
                <p14:cNvContentPartPr/>
                <p14:nvPr/>
              </p14:nvContentPartPr>
              <p14:xfrm>
                <a:off x="7776464" y="279735"/>
                <a:ext cx="77040" cy="68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882CC0-1FD8-9E9B-38D5-4069CCAD11E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58824" y="261735"/>
                  <a:ext cx="112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81F6C8E-73F3-1D24-DD33-F22028B5BB3A}"/>
                    </a:ext>
                  </a:extLst>
                </p14:cNvPr>
                <p14:cNvContentPartPr/>
                <p14:nvPr/>
              </p14:nvContentPartPr>
              <p14:xfrm>
                <a:off x="7885544" y="237975"/>
                <a:ext cx="108360" cy="114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81F6C8E-73F3-1D24-DD33-F22028B5BB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67544" y="220335"/>
                  <a:ext cx="14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160C3D-30FA-17B3-AEF0-42F2D4F169F4}"/>
                    </a:ext>
                  </a:extLst>
                </p14:cNvPr>
                <p14:cNvContentPartPr/>
                <p14:nvPr/>
              </p14:nvContentPartPr>
              <p14:xfrm>
                <a:off x="8030624" y="269295"/>
                <a:ext cx="77760" cy="8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160C3D-30FA-17B3-AEF0-42F2D4F169F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12624" y="251655"/>
                  <a:ext cx="113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30D437F-842D-E706-71AB-EFA71F3FCAAC}"/>
                    </a:ext>
                  </a:extLst>
                </p14:cNvPr>
                <p14:cNvContentPartPr/>
                <p14:nvPr/>
              </p14:nvContentPartPr>
              <p14:xfrm>
                <a:off x="8172104" y="233295"/>
                <a:ext cx="145440" cy="91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30D437F-842D-E706-71AB-EFA71F3FCAA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54464" y="215655"/>
                  <a:ext cx="181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2869C4-3AF7-DA05-D545-1243533DAE10}"/>
                    </a:ext>
                  </a:extLst>
                </p14:cNvPr>
                <p14:cNvContentPartPr/>
                <p14:nvPr/>
              </p14:nvContentPartPr>
              <p14:xfrm>
                <a:off x="8397104" y="203055"/>
                <a:ext cx="75600" cy="160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2869C4-3AF7-DA05-D545-1243533DAE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79104" y="185415"/>
                  <a:ext cx="111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564A12-ACCF-EAC5-8EA2-424074B0F70A}"/>
                    </a:ext>
                  </a:extLst>
                </p14:cNvPr>
                <p14:cNvContentPartPr/>
                <p14:nvPr/>
              </p14:nvContentPartPr>
              <p14:xfrm>
                <a:off x="7411424" y="507615"/>
                <a:ext cx="876960" cy="83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564A12-ACCF-EAC5-8EA2-424074B0F70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93784" y="489615"/>
                  <a:ext cx="912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D2201EC-CC5D-03FC-260E-07226FF5679A}"/>
                    </a:ext>
                  </a:extLst>
                </p14:cNvPr>
                <p14:cNvContentPartPr/>
                <p14:nvPr/>
              </p14:nvContentPartPr>
              <p14:xfrm>
                <a:off x="8097944" y="439575"/>
                <a:ext cx="85320" cy="62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D2201EC-CC5D-03FC-260E-07226FF5679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80304" y="421935"/>
                  <a:ext cx="120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77C5A2-56CA-9E9C-B0C8-A6701F0ED426}"/>
                    </a:ext>
                  </a:extLst>
                </p14:cNvPr>
                <p14:cNvContentPartPr/>
                <p14:nvPr/>
              </p14:nvContentPartPr>
              <p14:xfrm>
                <a:off x="8160944" y="460455"/>
                <a:ext cx="159480" cy="176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77C5A2-56CA-9E9C-B0C8-A6701F0ED42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42944" y="442815"/>
                  <a:ext cx="195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00E3A79-C2EA-B798-2175-1D7C34C26C7D}"/>
                    </a:ext>
                  </a:extLst>
                </p14:cNvPr>
                <p14:cNvContentPartPr/>
                <p14:nvPr/>
              </p14:nvContentPartPr>
              <p14:xfrm>
                <a:off x="7403144" y="574935"/>
                <a:ext cx="251640" cy="2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00E3A79-C2EA-B798-2175-1D7C34C26C7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85504" y="557295"/>
                  <a:ext cx="2872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D141336-8D6C-28F4-1431-7AB033B0FD80}"/>
              </a:ext>
            </a:extLst>
          </p:cNvPr>
          <p:cNvGrpSpPr/>
          <p:nvPr/>
        </p:nvGrpSpPr>
        <p:grpSpPr>
          <a:xfrm>
            <a:off x="4730504" y="1268295"/>
            <a:ext cx="1426680" cy="1735920"/>
            <a:chOff x="4730504" y="1268295"/>
            <a:chExt cx="1426680" cy="173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A781F3-1E70-D9FB-A72A-AE95C929AA26}"/>
                    </a:ext>
                  </a:extLst>
                </p14:cNvPr>
                <p14:cNvContentPartPr/>
                <p14:nvPr/>
              </p14:nvContentPartPr>
              <p14:xfrm>
                <a:off x="4730504" y="1354695"/>
                <a:ext cx="207720" cy="24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A781F3-1E70-D9FB-A72A-AE95C929AA2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12504" y="1337055"/>
                  <a:ext cx="243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C62515-2B96-09CB-3457-5F42C21DD825}"/>
                    </a:ext>
                  </a:extLst>
                </p14:cNvPr>
                <p14:cNvContentPartPr/>
                <p14:nvPr/>
              </p14:nvContentPartPr>
              <p14:xfrm>
                <a:off x="4990064" y="1306455"/>
                <a:ext cx="217440" cy="230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C62515-2B96-09CB-3457-5F42C21DD82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72424" y="1288455"/>
                  <a:ext cx="253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AFFF585-2370-8BB1-39A9-88EB0E309639}"/>
                    </a:ext>
                  </a:extLst>
                </p14:cNvPr>
                <p14:cNvContentPartPr/>
                <p14:nvPr/>
              </p14:nvContentPartPr>
              <p14:xfrm>
                <a:off x="4779824" y="1689495"/>
                <a:ext cx="225720" cy="263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AFFF585-2370-8BB1-39A9-88EB0E3096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61824" y="1671855"/>
                  <a:ext cx="2613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9AD546-849B-1918-ECD5-4009C8EC9D72}"/>
                    </a:ext>
                  </a:extLst>
                </p14:cNvPr>
                <p14:cNvContentPartPr/>
                <p14:nvPr/>
              </p14:nvContentPartPr>
              <p14:xfrm>
                <a:off x="5038664" y="1668255"/>
                <a:ext cx="203760" cy="251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9AD546-849B-1918-ECD5-4009C8EC9D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21024" y="1650615"/>
                  <a:ext cx="239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88CCB9-3BEB-6641-C0BE-B60466934C45}"/>
                    </a:ext>
                  </a:extLst>
                </p14:cNvPr>
                <p14:cNvContentPartPr/>
                <p14:nvPr/>
              </p14:nvContentPartPr>
              <p14:xfrm>
                <a:off x="4805744" y="1986855"/>
                <a:ext cx="217800" cy="303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88CCB9-3BEB-6641-C0BE-B60466934C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87744" y="1969215"/>
                  <a:ext cx="253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4998FCC-2F3F-CE23-B0C4-9D9BCFEDB67F}"/>
                    </a:ext>
                  </a:extLst>
                </p14:cNvPr>
                <p14:cNvContentPartPr/>
                <p14:nvPr/>
              </p14:nvContentPartPr>
              <p14:xfrm>
                <a:off x="5024264" y="2027895"/>
                <a:ext cx="214560" cy="241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4998FCC-2F3F-CE23-B0C4-9D9BCFEDB6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06264" y="2009895"/>
                  <a:ext cx="250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1DE3476-D109-2B84-7606-C5FA7A577957}"/>
                    </a:ext>
                  </a:extLst>
                </p14:cNvPr>
                <p14:cNvContentPartPr/>
                <p14:nvPr/>
              </p14:nvContentPartPr>
              <p14:xfrm>
                <a:off x="4812944" y="2365935"/>
                <a:ext cx="242280" cy="287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1DE3476-D109-2B84-7606-C5FA7A5779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94944" y="2348295"/>
                  <a:ext cx="277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A98359-3F57-B17E-35E2-5AD6C9F38B2C}"/>
                    </a:ext>
                  </a:extLst>
                </p14:cNvPr>
                <p14:cNvContentPartPr/>
                <p14:nvPr/>
              </p14:nvContentPartPr>
              <p14:xfrm>
                <a:off x="5102744" y="2338935"/>
                <a:ext cx="182520" cy="278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A98359-3F57-B17E-35E2-5AD6C9F38B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85104" y="2321295"/>
                  <a:ext cx="2181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9A79F1-288A-CEB2-EE94-0D8189B6E8ED}"/>
                    </a:ext>
                  </a:extLst>
                </p14:cNvPr>
                <p14:cNvContentPartPr/>
                <p14:nvPr/>
              </p14:nvContentPartPr>
              <p14:xfrm>
                <a:off x="4871264" y="2741055"/>
                <a:ext cx="292680" cy="263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9A79F1-288A-CEB2-EE94-0D8189B6E8E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53264" y="2723055"/>
                  <a:ext cx="3283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8514368-FD67-15B0-6DE8-0E4B024243F8}"/>
                    </a:ext>
                  </a:extLst>
                </p14:cNvPr>
                <p14:cNvContentPartPr/>
                <p14:nvPr/>
              </p14:nvContentPartPr>
              <p14:xfrm>
                <a:off x="5229824" y="2692095"/>
                <a:ext cx="161280" cy="259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8514368-FD67-15B0-6DE8-0E4B024243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11824" y="2674455"/>
                  <a:ext cx="196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D73A1EA-F6B5-A9DB-3147-BB99D1BEB26A}"/>
                    </a:ext>
                  </a:extLst>
                </p14:cNvPr>
                <p14:cNvContentPartPr/>
                <p14:nvPr/>
              </p14:nvContentPartPr>
              <p14:xfrm>
                <a:off x="4800344" y="1456935"/>
                <a:ext cx="109800" cy="21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D73A1EA-F6B5-A9DB-3147-BB99D1BEB2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82344" y="1439295"/>
                  <a:ext cx="145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0B0FD93-230D-6751-6E7E-B4916DCC9261}"/>
                    </a:ext>
                  </a:extLst>
                </p14:cNvPr>
                <p14:cNvContentPartPr/>
                <p14:nvPr/>
              </p14:nvContentPartPr>
              <p14:xfrm>
                <a:off x="5072144" y="1428855"/>
                <a:ext cx="84240" cy="7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0B0FD93-230D-6751-6E7E-B4916DCC92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54144" y="1410855"/>
                  <a:ext cx="119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1363E0D-A9E2-CDFD-B58B-1CFBB94788A9}"/>
                    </a:ext>
                  </a:extLst>
                </p14:cNvPr>
                <p14:cNvContentPartPr/>
                <p14:nvPr/>
              </p14:nvContentPartPr>
              <p14:xfrm>
                <a:off x="4865144" y="1845735"/>
                <a:ext cx="54360" cy="5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1363E0D-A9E2-CDFD-B58B-1CFBB94788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47504" y="1828095"/>
                  <a:ext cx="90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CC5BEDA-2B2F-F7B6-BBF3-9C7B77CD5168}"/>
                    </a:ext>
                  </a:extLst>
                </p14:cNvPr>
                <p14:cNvContentPartPr/>
                <p14:nvPr/>
              </p14:nvContentPartPr>
              <p14:xfrm>
                <a:off x="5103464" y="1792455"/>
                <a:ext cx="95760" cy="11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CC5BEDA-2B2F-F7B6-BBF3-9C7B77CD516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85824" y="1774455"/>
                  <a:ext cx="131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ACBFC6B-E113-3E28-0854-0893E5590667}"/>
                    </a:ext>
                  </a:extLst>
                </p14:cNvPr>
                <p14:cNvContentPartPr/>
                <p14:nvPr/>
              </p14:nvContentPartPr>
              <p14:xfrm>
                <a:off x="4862984" y="2195655"/>
                <a:ext cx="71640" cy="11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ACBFC6B-E113-3E28-0854-0893E559066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45344" y="2178015"/>
                  <a:ext cx="107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3C4499-16E7-A707-C907-8605B07D9747}"/>
                    </a:ext>
                  </a:extLst>
                </p14:cNvPr>
                <p14:cNvContentPartPr/>
                <p14:nvPr/>
              </p14:nvContentPartPr>
              <p14:xfrm>
                <a:off x="5106704" y="2129775"/>
                <a:ext cx="65880" cy="21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3C4499-16E7-A707-C907-8605B07D97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89064" y="2111775"/>
                  <a:ext cx="101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342A05-781A-A25D-921B-DE3E382585BD}"/>
                    </a:ext>
                  </a:extLst>
                </p14:cNvPr>
                <p14:cNvContentPartPr/>
                <p14:nvPr/>
              </p14:nvContentPartPr>
              <p14:xfrm>
                <a:off x="4925984" y="2526495"/>
                <a:ext cx="79560" cy="79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342A05-781A-A25D-921B-DE3E382585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08344" y="2508495"/>
                  <a:ext cx="115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025910-3E79-4ED1-10F4-65B5A4CBFFDF}"/>
                    </a:ext>
                  </a:extLst>
                </p14:cNvPr>
                <p14:cNvContentPartPr/>
                <p14:nvPr/>
              </p14:nvContentPartPr>
              <p14:xfrm>
                <a:off x="5175824" y="2489415"/>
                <a:ext cx="54720" cy="2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025910-3E79-4ED1-10F4-65B5A4CBFFD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57824" y="2471415"/>
                  <a:ext cx="90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488F22-A2F2-AAC3-C28F-F92161387D7E}"/>
                    </a:ext>
                  </a:extLst>
                </p14:cNvPr>
                <p14:cNvContentPartPr/>
                <p14:nvPr/>
              </p14:nvContentPartPr>
              <p14:xfrm>
                <a:off x="5010944" y="2885415"/>
                <a:ext cx="84240" cy="5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488F22-A2F2-AAC3-C28F-F92161387D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92944" y="2867775"/>
                  <a:ext cx="119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1D12F0-8316-2513-B161-6402077A77A4}"/>
                    </a:ext>
                  </a:extLst>
                </p14:cNvPr>
                <p14:cNvContentPartPr/>
                <p14:nvPr/>
              </p14:nvContentPartPr>
              <p14:xfrm>
                <a:off x="5320904" y="2820615"/>
                <a:ext cx="84600" cy="20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1D12F0-8316-2513-B161-6402077A77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02904" y="2802615"/>
                  <a:ext cx="120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663C28-79A8-9FEB-CAB1-6E95ACFF46DD}"/>
                    </a:ext>
                  </a:extLst>
                </p14:cNvPr>
                <p14:cNvContentPartPr/>
                <p14:nvPr/>
              </p14:nvContentPartPr>
              <p14:xfrm>
                <a:off x="5512064" y="1389255"/>
                <a:ext cx="104400" cy="1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663C28-79A8-9FEB-CAB1-6E95ACFF46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94064" y="1371255"/>
                  <a:ext cx="140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EB82160-A764-508C-AE03-D8C6B99516CD}"/>
                    </a:ext>
                  </a:extLst>
                </p14:cNvPr>
                <p14:cNvContentPartPr/>
                <p14:nvPr/>
              </p14:nvContentPartPr>
              <p14:xfrm>
                <a:off x="5510264" y="1379175"/>
                <a:ext cx="172440" cy="25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EB82160-A764-508C-AE03-D8C6B99516C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92264" y="1361535"/>
                  <a:ext cx="208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EBC36B0-842D-7AA8-C7F9-6C2894511512}"/>
                    </a:ext>
                  </a:extLst>
                </p14:cNvPr>
                <p14:cNvContentPartPr/>
                <p14:nvPr/>
              </p14:nvContentPartPr>
              <p14:xfrm>
                <a:off x="5567864" y="1345335"/>
                <a:ext cx="36000" cy="134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EBC36B0-842D-7AA8-C7F9-6C289451151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50224" y="1327695"/>
                  <a:ext cx="71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6AE1A6-D0FD-8BB0-97BE-46DF2C19E272}"/>
                    </a:ext>
                  </a:extLst>
                </p14:cNvPr>
                <p14:cNvContentPartPr/>
                <p14:nvPr/>
              </p14:nvContentPartPr>
              <p14:xfrm>
                <a:off x="5749304" y="1366935"/>
                <a:ext cx="109440" cy="22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6AE1A6-D0FD-8BB0-97BE-46DF2C19E2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31304" y="1348935"/>
                  <a:ext cx="145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0F3F96C-6C36-5EED-70C7-BEAFC77A5E06}"/>
                    </a:ext>
                  </a:extLst>
                </p14:cNvPr>
                <p14:cNvContentPartPr/>
                <p14:nvPr/>
              </p14:nvContentPartPr>
              <p14:xfrm>
                <a:off x="5812304" y="1314375"/>
                <a:ext cx="16560" cy="132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0F3F96C-6C36-5EED-70C7-BEAFC77A5E0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794664" y="1296735"/>
                  <a:ext cx="52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95C9CC-A8C2-75CF-22BD-EA19ED0C47FF}"/>
                    </a:ext>
                  </a:extLst>
                </p14:cNvPr>
                <p14:cNvContentPartPr/>
                <p14:nvPr/>
              </p14:nvContentPartPr>
              <p14:xfrm>
                <a:off x="5460224" y="1276215"/>
                <a:ext cx="217440" cy="309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95C9CC-A8C2-75CF-22BD-EA19ED0C47F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42224" y="1258575"/>
                  <a:ext cx="2530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717C4B7-5AF9-8F14-50EF-01841B41E349}"/>
                    </a:ext>
                  </a:extLst>
                </p14:cNvPr>
                <p14:cNvContentPartPr/>
                <p14:nvPr/>
              </p14:nvContentPartPr>
              <p14:xfrm>
                <a:off x="5706464" y="1268295"/>
                <a:ext cx="217080" cy="227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717C4B7-5AF9-8F14-50EF-01841B41E34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88824" y="1250295"/>
                  <a:ext cx="252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7DB10E2-A594-782F-B454-6FC777A69AE7}"/>
                    </a:ext>
                  </a:extLst>
                </p14:cNvPr>
                <p14:cNvContentPartPr/>
                <p14:nvPr/>
              </p14:nvContentPartPr>
              <p14:xfrm>
                <a:off x="5568944" y="1774095"/>
                <a:ext cx="96840" cy="11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7DB10E2-A594-782F-B454-6FC777A69A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51304" y="1756095"/>
                  <a:ext cx="132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B0E0632-AF49-AD50-6A91-3C66895DA6CC}"/>
                    </a:ext>
                  </a:extLst>
                </p14:cNvPr>
                <p14:cNvContentPartPr/>
                <p14:nvPr/>
              </p14:nvContentPartPr>
              <p14:xfrm>
                <a:off x="5604584" y="1730535"/>
                <a:ext cx="46440" cy="165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B0E0632-AF49-AD50-6A91-3C66895DA6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86584" y="1712535"/>
                  <a:ext cx="820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9F3C520-C726-6C84-C3A1-97E26C40AE6A}"/>
                    </a:ext>
                  </a:extLst>
                </p14:cNvPr>
                <p14:cNvContentPartPr/>
                <p14:nvPr/>
              </p14:nvContentPartPr>
              <p14:xfrm>
                <a:off x="5478224" y="1669335"/>
                <a:ext cx="266400" cy="288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9F3C520-C726-6C84-C3A1-97E26C40AE6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60224" y="1651335"/>
                  <a:ext cx="3020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AA46516-B79C-D859-F0E2-3D89C3481BEA}"/>
                    </a:ext>
                  </a:extLst>
                </p14:cNvPr>
                <p14:cNvContentPartPr/>
                <p14:nvPr/>
              </p14:nvContentPartPr>
              <p14:xfrm>
                <a:off x="5774504" y="1791735"/>
                <a:ext cx="103320" cy="11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AA46516-B79C-D859-F0E2-3D89C3481BE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56864" y="1774095"/>
                  <a:ext cx="138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541323F-A0F8-B728-04F7-DF47CA2AFC81}"/>
                    </a:ext>
                  </a:extLst>
                </p14:cNvPr>
                <p14:cNvContentPartPr/>
                <p14:nvPr/>
              </p14:nvContentPartPr>
              <p14:xfrm>
                <a:off x="5825264" y="1734855"/>
                <a:ext cx="32400" cy="149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541323F-A0F8-B728-04F7-DF47CA2AFC8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7264" y="1717215"/>
                  <a:ext cx="68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F36026A-CB5B-51E3-8420-DEFE4EE3E989}"/>
                    </a:ext>
                  </a:extLst>
                </p14:cNvPr>
                <p14:cNvContentPartPr/>
                <p14:nvPr/>
              </p14:nvContentPartPr>
              <p14:xfrm>
                <a:off x="5755424" y="1665735"/>
                <a:ext cx="281520" cy="293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F36026A-CB5B-51E3-8420-DEFE4EE3E98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37784" y="1647735"/>
                  <a:ext cx="3171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4111810-53AD-49D4-C1A0-B193C5CC5AE0}"/>
                    </a:ext>
                  </a:extLst>
                </p14:cNvPr>
                <p14:cNvContentPartPr/>
                <p14:nvPr/>
              </p14:nvContentPartPr>
              <p14:xfrm>
                <a:off x="5618624" y="2210055"/>
                <a:ext cx="77400" cy="7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4111810-53AD-49D4-C1A0-B193C5CC5A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00624" y="2192415"/>
                  <a:ext cx="113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141D158-25E3-9464-9D39-1DCEA0E2557E}"/>
                    </a:ext>
                  </a:extLst>
                </p14:cNvPr>
                <p14:cNvContentPartPr/>
                <p14:nvPr/>
              </p14:nvContentPartPr>
              <p14:xfrm>
                <a:off x="5625824" y="2156055"/>
                <a:ext cx="34560" cy="177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141D158-25E3-9464-9D39-1DCEA0E255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08184" y="2138055"/>
                  <a:ext cx="70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C69EBE4-C289-0EEA-9C71-70308F1EB4CC}"/>
                    </a:ext>
                  </a:extLst>
                </p14:cNvPr>
                <p14:cNvContentPartPr/>
                <p14:nvPr/>
              </p14:nvContentPartPr>
              <p14:xfrm>
                <a:off x="5497664" y="2103495"/>
                <a:ext cx="300960" cy="256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C69EBE4-C289-0EEA-9C71-70308F1EB4C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80024" y="2085495"/>
                  <a:ext cx="336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B2026E-048A-0CAE-BB18-6D085E07FF16}"/>
                    </a:ext>
                  </a:extLst>
                </p14:cNvPr>
                <p14:cNvContentPartPr/>
                <p14:nvPr/>
              </p14:nvContentPartPr>
              <p14:xfrm>
                <a:off x="5834984" y="2229855"/>
                <a:ext cx="129600" cy="4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B2026E-048A-0CAE-BB18-6D085E07FF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16984" y="2211855"/>
                  <a:ext cx="165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518601C-B0CE-4525-76B3-0FAC6250361E}"/>
                    </a:ext>
                  </a:extLst>
                </p14:cNvPr>
                <p14:cNvContentPartPr/>
                <p14:nvPr/>
              </p14:nvContentPartPr>
              <p14:xfrm>
                <a:off x="5926064" y="2148135"/>
                <a:ext cx="46440" cy="131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518601C-B0CE-4525-76B3-0FAC6250361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08064" y="2130135"/>
                  <a:ext cx="82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CE5D9EF-E17D-EB6F-A9D0-FCF5CC4B6342}"/>
                    </a:ext>
                  </a:extLst>
                </p14:cNvPr>
                <p14:cNvContentPartPr/>
                <p14:nvPr/>
              </p14:nvContentPartPr>
              <p14:xfrm>
                <a:off x="5818784" y="2039415"/>
                <a:ext cx="255960" cy="290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CE5D9EF-E17D-EB6F-A9D0-FCF5CC4B634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01144" y="2021775"/>
                  <a:ext cx="2916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B05D7A9-74D9-F2D7-4D2B-60A1AE458DDF}"/>
                    </a:ext>
                  </a:extLst>
                </p14:cNvPr>
                <p14:cNvContentPartPr/>
                <p14:nvPr/>
              </p14:nvContentPartPr>
              <p14:xfrm>
                <a:off x="5633024" y="2521815"/>
                <a:ext cx="133200" cy="19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B05D7A9-74D9-F2D7-4D2B-60A1AE458DD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615024" y="2504175"/>
                  <a:ext cx="168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7F1D17B-3FD9-F670-8797-4AC72717EC14}"/>
                    </a:ext>
                  </a:extLst>
                </p14:cNvPr>
                <p14:cNvContentPartPr/>
                <p14:nvPr/>
              </p14:nvContentPartPr>
              <p14:xfrm>
                <a:off x="5649224" y="2471055"/>
                <a:ext cx="27360" cy="176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7F1D17B-3FD9-F670-8797-4AC72717EC1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631584" y="2453055"/>
                  <a:ext cx="63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1F786B9-C75A-89D1-F94C-F73F3CA322B4}"/>
                    </a:ext>
                  </a:extLst>
                </p14:cNvPr>
                <p14:cNvContentPartPr/>
                <p14:nvPr/>
              </p14:nvContentPartPr>
              <p14:xfrm>
                <a:off x="5480744" y="2413815"/>
                <a:ext cx="337680" cy="312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1F786B9-C75A-89D1-F94C-F73F3CA322B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62744" y="2396175"/>
                  <a:ext cx="373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B476E99-EFBD-0522-513B-2934859CA563}"/>
                    </a:ext>
                  </a:extLst>
                </p14:cNvPr>
                <p14:cNvContentPartPr/>
                <p14:nvPr/>
              </p14:nvContentPartPr>
              <p14:xfrm>
                <a:off x="5921744" y="2535855"/>
                <a:ext cx="78480" cy="11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B476E99-EFBD-0522-513B-2934859CA5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03744" y="2517855"/>
                  <a:ext cx="114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EB3E0C-3F90-C95B-8599-59AE56FABAA4}"/>
                    </a:ext>
                  </a:extLst>
                </p14:cNvPr>
                <p14:cNvContentPartPr/>
                <p14:nvPr/>
              </p14:nvContentPartPr>
              <p14:xfrm>
                <a:off x="5990864" y="2467815"/>
                <a:ext cx="12960" cy="9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EB3E0C-3F90-C95B-8599-59AE56FABAA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972864" y="2450175"/>
                  <a:ext cx="48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D5A8D3E-4CA4-4F3F-243D-226FFF57E789}"/>
                    </a:ext>
                  </a:extLst>
                </p14:cNvPr>
                <p14:cNvContentPartPr/>
                <p14:nvPr/>
              </p14:nvContentPartPr>
              <p14:xfrm>
                <a:off x="5824904" y="2373855"/>
                <a:ext cx="332280" cy="340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D5A8D3E-4CA4-4F3F-243D-226FFF57E78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07264" y="2355855"/>
                  <a:ext cx="36792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B692046-68E0-FD63-436E-8375F846E0DB}"/>
                  </a:ext>
                </a:extLst>
              </p14:cNvPr>
              <p14:cNvContentPartPr/>
              <p14:nvPr/>
            </p14:nvContentPartPr>
            <p14:xfrm>
              <a:off x="4529984" y="1949415"/>
              <a:ext cx="1966680" cy="67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B692046-68E0-FD63-436E-8375F846E0D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475984" y="1841415"/>
                <a:ext cx="207432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4571F73-190A-108E-14EF-9B0508346A97}"/>
                  </a:ext>
                </a:extLst>
              </p14:cNvPr>
              <p14:cNvContentPartPr/>
              <p14:nvPr/>
            </p14:nvContentPartPr>
            <p14:xfrm>
              <a:off x="4475624" y="1739175"/>
              <a:ext cx="359640" cy="5616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4571F73-190A-108E-14EF-9B0508346A97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4421624" y="1631535"/>
                <a:ext cx="467280" cy="77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5B7E1E4B-39E2-B952-F88A-6027D17C92A1}"/>
                  </a:ext>
                </a:extLst>
              </p14:cNvPr>
              <p14:cNvContentPartPr/>
              <p14:nvPr/>
            </p14:nvContentPartPr>
            <p14:xfrm>
              <a:off x="4539344" y="2483295"/>
              <a:ext cx="2000160" cy="2149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5B7E1E4B-39E2-B952-F88A-6027D17C92A1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485704" y="2375295"/>
                <a:ext cx="21078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E5F4C0E-D19A-89AD-2754-58B31AE595DA}"/>
                  </a:ext>
                </a:extLst>
              </p14:cNvPr>
              <p14:cNvContentPartPr/>
              <p14:nvPr/>
            </p14:nvContentPartPr>
            <p14:xfrm>
              <a:off x="6267704" y="2244975"/>
              <a:ext cx="381240" cy="5259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E5F4C0E-D19A-89AD-2754-58B31AE595D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214064" y="2136975"/>
                <a:ext cx="48888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7C77F10-35B4-7C09-A4F2-B65BFE2A67A4}"/>
                  </a:ext>
                </a:extLst>
              </p14:cNvPr>
              <p14:cNvContentPartPr/>
              <p14:nvPr/>
            </p14:nvContentPartPr>
            <p14:xfrm>
              <a:off x="4977104" y="1286655"/>
              <a:ext cx="1087560" cy="2458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7C77F10-35B4-7C09-A4F2-B65BFE2A67A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923464" y="1179015"/>
                <a:ext cx="1195200" cy="267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34D0EE1-8D3E-23B4-0DAB-F1067FB68C6B}"/>
              </a:ext>
            </a:extLst>
          </p:cNvPr>
          <p:cNvGrpSpPr/>
          <p:nvPr/>
        </p:nvGrpSpPr>
        <p:grpSpPr>
          <a:xfrm>
            <a:off x="3227144" y="3222735"/>
            <a:ext cx="4768200" cy="2388600"/>
            <a:chOff x="3227144" y="3222735"/>
            <a:chExt cx="4768200" cy="23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EB9E141-99DB-16AF-2A3B-3DD6D97F7332}"/>
                    </a:ext>
                  </a:extLst>
                </p14:cNvPr>
                <p14:cNvContentPartPr/>
                <p14:nvPr/>
              </p14:nvContentPartPr>
              <p14:xfrm>
                <a:off x="5375984" y="3313095"/>
                <a:ext cx="117720" cy="538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EB9E141-99DB-16AF-2A3B-3DD6D97F73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7984" y="3295095"/>
                  <a:ext cx="15336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47D4A5F-A884-A99B-A096-999FD12177FC}"/>
                    </a:ext>
                  </a:extLst>
                </p14:cNvPr>
                <p14:cNvContentPartPr/>
                <p14:nvPr/>
              </p14:nvContentPartPr>
              <p14:xfrm>
                <a:off x="5300024" y="3327855"/>
                <a:ext cx="192600" cy="118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47D4A5F-A884-A99B-A096-999FD12177F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82024" y="3310215"/>
                  <a:ext cx="228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1691249-63DE-AE24-3D19-78C5E279D5F3}"/>
                    </a:ext>
                  </a:extLst>
                </p14:cNvPr>
                <p14:cNvContentPartPr/>
                <p14:nvPr/>
              </p14:nvContentPartPr>
              <p14:xfrm>
                <a:off x="5165744" y="4165215"/>
                <a:ext cx="28440" cy="199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1691249-63DE-AE24-3D19-78C5E279D5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148104" y="4147215"/>
                  <a:ext cx="64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71F1ACB-0B0F-3B34-55BF-1F494B72644C}"/>
                    </a:ext>
                  </a:extLst>
                </p14:cNvPr>
                <p14:cNvContentPartPr/>
                <p14:nvPr/>
              </p14:nvContentPartPr>
              <p14:xfrm>
                <a:off x="5132624" y="4060455"/>
                <a:ext cx="29520" cy="30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71F1ACB-0B0F-3B34-55BF-1F494B72644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114624" y="4042455"/>
                  <a:ext cx="65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755F8EA-D3C0-1864-7EF2-DB69DBD88925}"/>
                    </a:ext>
                  </a:extLst>
                </p14:cNvPr>
                <p14:cNvContentPartPr/>
                <p14:nvPr/>
              </p14:nvContentPartPr>
              <p14:xfrm>
                <a:off x="5350424" y="4174935"/>
                <a:ext cx="192600" cy="113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755F8EA-D3C0-1864-7EF2-DB69DBD8892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32784" y="4157295"/>
                  <a:ext cx="2282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294E44B-04A8-C898-24AC-1C5528A60DB3}"/>
                    </a:ext>
                  </a:extLst>
                </p14:cNvPr>
                <p14:cNvContentPartPr/>
                <p14:nvPr/>
              </p14:nvContentPartPr>
              <p14:xfrm>
                <a:off x="5592704" y="4131375"/>
                <a:ext cx="182160" cy="102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294E44B-04A8-C898-24AC-1C5528A60DB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75064" y="4113375"/>
                  <a:ext cx="217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0F89736-6139-7F48-4558-84B420CA5546}"/>
                    </a:ext>
                  </a:extLst>
                </p14:cNvPr>
                <p14:cNvContentPartPr/>
                <p14:nvPr/>
              </p14:nvContentPartPr>
              <p14:xfrm>
                <a:off x="5772704" y="4139655"/>
                <a:ext cx="50400" cy="93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0F89736-6139-7F48-4558-84B420CA55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754704" y="4122015"/>
                  <a:ext cx="86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F3A6510-E898-AE53-6208-5A1DDCCB47C4}"/>
                    </a:ext>
                  </a:extLst>
                </p14:cNvPr>
                <p14:cNvContentPartPr/>
                <p14:nvPr/>
              </p14:nvContentPartPr>
              <p14:xfrm>
                <a:off x="5901944" y="4131375"/>
                <a:ext cx="91440" cy="86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F3A6510-E898-AE53-6208-5A1DDCCB47C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83944" y="4113375"/>
                  <a:ext cx="127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9FDECF9-44B9-978F-D853-0CDFE6B5F846}"/>
                    </a:ext>
                  </a:extLst>
                </p14:cNvPr>
                <p14:cNvContentPartPr/>
                <p14:nvPr/>
              </p14:nvContentPartPr>
              <p14:xfrm>
                <a:off x="6027944" y="3997095"/>
                <a:ext cx="17280" cy="18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9FDECF9-44B9-978F-D853-0CDFE6B5F8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10304" y="3979095"/>
                  <a:ext cx="52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D9645C6-3FA3-6EF4-6232-2D3F66691D0F}"/>
                    </a:ext>
                  </a:extLst>
                </p14:cNvPr>
                <p14:cNvContentPartPr/>
                <p14:nvPr/>
              </p14:nvContentPartPr>
              <p14:xfrm>
                <a:off x="6065384" y="4025535"/>
                <a:ext cx="91080" cy="168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D9645C6-3FA3-6EF4-6232-2D3F66691D0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47384" y="4007895"/>
                  <a:ext cx="126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C4B03EF-9FF5-29EA-175A-FDCAC07D4DF8}"/>
                    </a:ext>
                  </a:extLst>
                </p14:cNvPr>
                <p14:cNvContentPartPr/>
                <p14:nvPr/>
              </p14:nvContentPartPr>
              <p14:xfrm>
                <a:off x="6216224" y="4104375"/>
                <a:ext cx="15120" cy="92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C4B03EF-9FF5-29EA-175A-FDCAC07D4D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198584" y="4086735"/>
                  <a:ext cx="50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107A83-8519-422D-A2A4-04ACB087EF9A}"/>
                    </a:ext>
                  </a:extLst>
                </p14:cNvPr>
                <p14:cNvContentPartPr/>
                <p14:nvPr/>
              </p14:nvContentPartPr>
              <p14:xfrm>
                <a:off x="6209744" y="4011855"/>
                <a:ext cx="15120" cy="442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107A83-8519-422D-A2A4-04ACB087EF9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92104" y="3994215"/>
                  <a:ext cx="50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C8E584C-0049-2B25-735F-15654D3D4A68}"/>
                    </a:ext>
                  </a:extLst>
                </p14:cNvPr>
                <p14:cNvContentPartPr/>
                <p14:nvPr/>
              </p14:nvContentPartPr>
              <p14:xfrm>
                <a:off x="6319184" y="3976935"/>
                <a:ext cx="56160" cy="216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C8E584C-0049-2B25-735F-15654D3D4A6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301544" y="3959295"/>
                  <a:ext cx="91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90680A-EC96-1319-CFFA-31E3B1F7DE60}"/>
                    </a:ext>
                  </a:extLst>
                </p14:cNvPr>
                <p14:cNvContentPartPr/>
                <p14:nvPr/>
              </p14:nvContentPartPr>
              <p14:xfrm>
                <a:off x="6469664" y="4057215"/>
                <a:ext cx="156600" cy="90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90680A-EC96-1319-CFFA-31E3B1F7DE6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451664" y="4039215"/>
                  <a:ext cx="192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ED7C76C-69C7-2F9E-5329-A222C9579D8E}"/>
                    </a:ext>
                  </a:extLst>
                </p14:cNvPr>
                <p14:cNvContentPartPr/>
                <p14:nvPr/>
              </p14:nvContentPartPr>
              <p14:xfrm>
                <a:off x="5388584" y="4535295"/>
                <a:ext cx="141480" cy="21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ED7C76C-69C7-2F9E-5329-A222C9579D8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370944" y="4517655"/>
                  <a:ext cx="17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1DBF42D-A080-6849-D268-C4375F569F7E}"/>
                    </a:ext>
                  </a:extLst>
                </p14:cNvPr>
                <p14:cNvContentPartPr/>
                <p14:nvPr/>
              </p14:nvContentPartPr>
              <p14:xfrm>
                <a:off x="5574344" y="4521255"/>
                <a:ext cx="119880" cy="172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1DBF42D-A080-6849-D268-C4375F569F7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56704" y="4503615"/>
                  <a:ext cx="155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05D80C4-54DA-B3A9-3B80-7FAE03C7F512}"/>
                    </a:ext>
                  </a:extLst>
                </p14:cNvPr>
                <p14:cNvContentPartPr/>
                <p14:nvPr/>
              </p14:nvContentPartPr>
              <p14:xfrm>
                <a:off x="5750024" y="4588215"/>
                <a:ext cx="138960" cy="1188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05D80C4-54DA-B3A9-3B80-7FAE03C7F51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32024" y="4570575"/>
                  <a:ext cx="174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DB5AE65-0D8F-921F-F88A-1B728A32B72A}"/>
                    </a:ext>
                  </a:extLst>
                </p14:cNvPr>
                <p14:cNvContentPartPr/>
                <p14:nvPr/>
              </p14:nvContentPartPr>
              <p14:xfrm>
                <a:off x="5882144" y="4537455"/>
                <a:ext cx="100440" cy="129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DB5AE65-0D8F-921F-F88A-1B728A32B7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864144" y="4519815"/>
                  <a:ext cx="136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F19B9D6-EFFE-9E9B-ACA8-C0DADDFAECFC}"/>
                    </a:ext>
                  </a:extLst>
                </p14:cNvPr>
                <p14:cNvContentPartPr/>
                <p14:nvPr/>
              </p14:nvContentPartPr>
              <p14:xfrm>
                <a:off x="6071864" y="4520175"/>
                <a:ext cx="75960" cy="275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F19B9D6-EFFE-9E9B-ACA8-C0DADDFAECF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053864" y="4502535"/>
                  <a:ext cx="111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4A9FD34-7842-84A6-55C8-7BF122FAE5D4}"/>
                    </a:ext>
                  </a:extLst>
                </p14:cNvPr>
                <p14:cNvContentPartPr/>
                <p14:nvPr/>
              </p14:nvContentPartPr>
              <p14:xfrm>
                <a:off x="6223424" y="4529535"/>
                <a:ext cx="120600" cy="138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4A9FD34-7842-84A6-55C8-7BF122FAE5D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205784" y="4511895"/>
                  <a:ext cx="156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81F0B69-D1CE-C93B-AD31-83DBDBD1888D}"/>
                    </a:ext>
                  </a:extLst>
                </p14:cNvPr>
                <p14:cNvContentPartPr/>
                <p14:nvPr/>
              </p14:nvContentPartPr>
              <p14:xfrm>
                <a:off x="6563624" y="4491735"/>
                <a:ext cx="170640" cy="153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81F0B69-D1CE-C93B-AD31-83DBDBD1888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545984" y="4474095"/>
                  <a:ext cx="206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099D48-0EF2-9496-BBA1-7687A873DE6D}"/>
                    </a:ext>
                  </a:extLst>
                </p14:cNvPr>
                <p14:cNvContentPartPr/>
                <p14:nvPr/>
              </p14:nvContentPartPr>
              <p14:xfrm>
                <a:off x="6805544" y="4439175"/>
                <a:ext cx="145800" cy="124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099D48-0EF2-9496-BBA1-7687A873DE6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87904" y="4421175"/>
                  <a:ext cx="181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BE55AB2-8923-7BB5-E094-26ED1AD99B45}"/>
                    </a:ext>
                  </a:extLst>
                </p14:cNvPr>
                <p14:cNvContentPartPr/>
                <p14:nvPr/>
              </p14:nvContentPartPr>
              <p14:xfrm>
                <a:off x="7018664" y="4347735"/>
                <a:ext cx="60840" cy="230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BE55AB2-8923-7BB5-E094-26ED1AD99B4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01024" y="4329735"/>
                  <a:ext cx="96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63B2FF1-7745-10B6-86A8-D36D8BC36A1B}"/>
                    </a:ext>
                  </a:extLst>
                </p14:cNvPr>
                <p14:cNvContentPartPr/>
                <p14:nvPr/>
              </p14:nvContentPartPr>
              <p14:xfrm>
                <a:off x="7156184" y="4361055"/>
                <a:ext cx="65880" cy="186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63B2FF1-7745-10B6-86A8-D36D8BC36A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8544" y="4343055"/>
                  <a:ext cx="101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4DE2B04-C72D-B025-B2AC-30545AED15CB}"/>
                    </a:ext>
                  </a:extLst>
                </p14:cNvPr>
                <p14:cNvContentPartPr/>
                <p14:nvPr/>
              </p14:nvContentPartPr>
              <p14:xfrm>
                <a:off x="5608184" y="4978095"/>
                <a:ext cx="71280" cy="270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4DE2B04-C72D-B025-B2AC-30545AED15C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590544" y="4960095"/>
                  <a:ext cx="106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444E1E-989F-773B-CAB6-C854B47AD517}"/>
                    </a:ext>
                  </a:extLst>
                </p14:cNvPr>
                <p14:cNvContentPartPr/>
                <p14:nvPr/>
              </p14:nvContentPartPr>
              <p14:xfrm>
                <a:off x="5596304" y="5087895"/>
                <a:ext cx="317520" cy="114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444E1E-989F-773B-CAB6-C854B47AD51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78304" y="5070255"/>
                  <a:ext cx="35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631BE15-9992-0D10-6926-48F3F1A50F46}"/>
                    </a:ext>
                  </a:extLst>
                </p14:cNvPr>
                <p14:cNvContentPartPr/>
                <p14:nvPr/>
              </p14:nvContentPartPr>
              <p14:xfrm>
                <a:off x="6011384" y="5042175"/>
                <a:ext cx="137880" cy="141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631BE15-9992-0D10-6926-48F3F1A50F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93384" y="5024535"/>
                  <a:ext cx="17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7B1C48-A287-E8CC-2F2F-8F93603A3CF7}"/>
                    </a:ext>
                  </a:extLst>
                </p14:cNvPr>
                <p14:cNvContentPartPr/>
                <p14:nvPr/>
              </p14:nvContentPartPr>
              <p14:xfrm>
                <a:off x="6217304" y="4932375"/>
                <a:ext cx="59400" cy="198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7B1C48-A287-E8CC-2F2F-8F93603A3C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99664" y="4914735"/>
                  <a:ext cx="95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6720DC5-7B1D-DDF2-7B91-548285EFC3C8}"/>
                    </a:ext>
                  </a:extLst>
                </p14:cNvPr>
                <p14:cNvContentPartPr/>
                <p14:nvPr/>
              </p14:nvContentPartPr>
              <p14:xfrm>
                <a:off x="6215504" y="5017335"/>
                <a:ext cx="108000" cy="36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6720DC5-7B1D-DDF2-7B91-548285EFC3C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197504" y="4999335"/>
                  <a:ext cx="143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63E5895-68E2-1251-29EF-E89F53F1DCB4}"/>
                    </a:ext>
                  </a:extLst>
                </p14:cNvPr>
                <p14:cNvContentPartPr/>
                <p14:nvPr/>
              </p14:nvContentPartPr>
              <p14:xfrm>
                <a:off x="6606824" y="5000775"/>
                <a:ext cx="14760" cy="91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63E5895-68E2-1251-29EF-E89F53F1DCB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89184" y="4983135"/>
                  <a:ext cx="50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7E1DB23-577B-8DCE-00C6-CAB4BEC86595}"/>
                    </a:ext>
                  </a:extLst>
                </p14:cNvPr>
                <p14:cNvContentPartPr/>
                <p14:nvPr/>
              </p14:nvContentPartPr>
              <p14:xfrm>
                <a:off x="6585224" y="4901775"/>
                <a:ext cx="16560" cy="37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7E1DB23-577B-8DCE-00C6-CAB4BEC8659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567584" y="4884135"/>
                  <a:ext cx="52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5243E81-DB45-F702-82C1-5DF315ADDC94}"/>
                    </a:ext>
                  </a:extLst>
                </p14:cNvPr>
                <p14:cNvContentPartPr/>
                <p14:nvPr/>
              </p14:nvContentPartPr>
              <p14:xfrm>
                <a:off x="6722024" y="4959735"/>
                <a:ext cx="118800" cy="74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5243E81-DB45-F702-82C1-5DF315ADDC9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704024" y="4942095"/>
                  <a:ext cx="154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E6DCE95-B86F-2CF6-7385-55CC34F38AE0}"/>
                    </a:ext>
                  </a:extLst>
                </p14:cNvPr>
                <p14:cNvContentPartPr/>
                <p14:nvPr/>
              </p14:nvContentPartPr>
              <p14:xfrm>
                <a:off x="6918584" y="4921215"/>
                <a:ext cx="83160" cy="129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E6DCE95-B86F-2CF6-7385-55CC34F38AE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900944" y="4903575"/>
                  <a:ext cx="118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6C8AA02-3317-8798-69BD-B81CD3FCD32F}"/>
                    </a:ext>
                  </a:extLst>
                </p14:cNvPr>
                <p14:cNvContentPartPr/>
                <p14:nvPr/>
              </p14:nvContentPartPr>
              <p14:xfrm>
                <a:off x="7021904" y="4890975"/>
                <a:ext cx="70920" cy="123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6C8AA02-3317-8798-69BD-B81CD3FCD32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4264" y="4872975"/>
                  <a:ext cx="106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E8F1503-66F9-92EE-4C3F-BAB6DAF2681D}"/>
                    </a:ext>
                  </a:extLst>
                </p14:cNvPr>
                <p14:cNvContentPartPr/>
                <p14:nvPr/>
              </p14:nvContentPartPr>
              <p14:xfrm>
                <a:off x="7166264" y="4858575"/>
                <a:ext cx="72000" cy="84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E8F1503-66F9-92EE-4C3F-BAB6DAF2681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48624" y="4840575"/>
                  <a:ext cx="107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F309025-E013-5F09-BBAC-D2C6D091A8B3}"/>
                    </a:ext>
                  </a:extLst>
                </p14:cNvPr>
                <p14:cNvContentPartPr/>
                <p14:nvPr/>
              </p14:nvContentPartPr>
              <p14:xfrm>
                <a:off x="7327904" y="4826895"/>
                <a:ext cx="119880" cy="98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F309025-E013-5F09-BBAC-D2C6D091A8B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10264" y="4808895"/>
                  <a:ext cx="155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A89F4A5-C1A0-1117-6702-13E231F060BA}"/>
                    </a:ext>
                  </a:extLst>
                </p14:cNvPr>
                <p14:cNvContentPartPr/>
                <p14:nvPr/>
              </p14:nvContentPartPr>
              <p14:xfrm>
                <a:off x="7532384" y="4730415"/>
                <a:ext cx="91800" cy="198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A89F4A5-C1A0-1117-6702-13E231F060B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514744" y="4712775"/>
                  <a:ext cx="127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C084731-2AC9-6F95-A4C2-09C264CC8A9B}"/>
                    </a:ext>
                  </a:extLst>
                </p14:cNvPr>
                <p14:cNvContentPartPr/>
                <p14:nvPr/>
              </p14:nvContentPartPr>
              <p14:xfrm>
                <a:off x="7710944" y="4752375"/>
                <a:ext cx="95040" cy="120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C084731-2AC9-6F95-A4C2-09C264CC8A9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693304" y="4734735"/>
                  <a:ext cx="130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BBDD0A8-7A44-39E0-D1C5-E861716F411E}"/>
                    </a:ext>
                  </a:extLst>
                </p14:cNvPr>
                <p14:cNvContentPartPr/>
                <p14:nvPr/>
              </p14:nvContentPartPr>
              <p14:xfrm>
                <a:off x="7860704" y="4711695"/>
                <a:ext cx="67320" cy="14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BBDD0A8-7A44-39E0-D1C5-E861716F411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43064" y="4693695"/>
                  <a:ext cx="102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D58E9A6-30A0-D835-9C05-5B9857BD9A83}"/>
                    </a:ext>
                  </a:extLst>
                </p14:cNvPr>
                <p14:cNvContentPartPr/>
                <p14:nvPr/>
              </p14:nvContentPartPr>
              <p14:xfrm>
                <a:off x="6416024" y="5440335"/>
                <a:ext cx="110160" cy="171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D58E9A6-30A0-D835-9C05-5B9857BD9A8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398024" y="5422695"/>
                  <a:ext cx="145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A9FC412-6635-C664-35B3-71A3E5FAA2E8}"/>
                    </a:ext>
                  </a:extLst>
                </p14:cNvPr>
                <p14:cNvContentPartPr/>
                <p14:nvPr/>
              </p14:nvContentPartPr>
              <p14:xfrm>
                <a:off x="6610424" y="5439255"/>
                <a:ext cx="56160" cy="102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A9FC412-6635-C664-35B3-71A3E5FAA2E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592784" y="5421255"/>
                  <a:ext cx="91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3D4020F-D5F7-1BF7-8035-84F9A3442E51}"/>
                    </a:ext>
                  </a:extLst>
                </p14:cNvPr>
                <p14:cNvContentPartPr/>
                <p14:nvPr/>
              </p14:nvContentPartPr>
              <p14:xfrm>
                <a:off x="6782144" y="5374095"/>
                <a:ext cx="72720" cy="163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3D4020F-D5F7-1BF7-8035-84F9A3442E5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764504" y="5356095"/>
                  <a:ext cx="108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560419C-B9D0-A7CB-0492-8F29A9C5FB93}"/>
                    </a:ext>
                  </a:extLst>
                </p14:cNvPr>
                <p14:cNvContentPartPr/>
                <p14:nvPr/>
              </p14:nvContentPartPr>
              <p14:xfrm>
                <a:off x="6958184" y="5378775"/>
                <a:ext cx="16560" cy="76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560419C-B9D0-A7CB-0492-8F29A9C5FB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940544" y="5360775"/>
                  <a:ext cx="52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5E81C27-7C29-37F1-59DD-E30CEDC1D5CD}"/>
                    </a:ext>
                  </a:extLst>
                </p14:cNvPr>
                <p14:cNvContentPartPr/>
                <p14:nvPr/>
              </p14:nvContentPartPr>
              <p14:xfrm>
                <a:off x="6911384" y="5263935"/>
                <a:ext cx="36360" cy="7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5E81C27-7C29-37F1-59DD-E30CEDC1D5C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893384" y="5245935"/>
                  <a:ext cx="72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B54C59B-0AA4-B535-9A56-4FCE92CE862E}"/>
                    </a:ext>
                  </a:extLst>
                </p14:cNvPr>
                <p14:cNvContentPartPr/>
                <p14:nvPr/>
              </p14:nvContentPartPr>
              <p14:xfrm>
                <a:off x="7071584" y="5340615"/>
                <a:ext cx="97200" cy="151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B54C59B-0AA4-B535-9A56-4FCE92CE86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53944" y="5322975"/>
                  <a:ext cx="132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399ADF-B36A-4F0F-5DE5-47A643E60609}"/>
                    </a:ext>
                  </a:extLst>
                </p14:cNvPr>
                <p14:cNvContentPartPr/>
                <p14:nvPr/>
              </p14:nvContentPartPr>
              <p14:xfrm>
                <a:off x="7201904" y="5302095"/>
                <a:ext cx="84240" cy="1767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399ADF-B36A-4F0F-5DE5-47A643E6060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184264" y="5284095"/>
                  <a:ext cx="119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EF5E5F-5763-892B-402D-98E007D671F6}"/>
                    </a:ext>
                  </a:extLst>
                </p14:cNvPr>
                <p14:cNvContentPartPr/>
                <p14:nvPr/>
              </p14:nvContentPartPr>
              <p14:xfrm>
                <a:off x="7230344" y="5323695"/>
                <a:ext cx="142920" cy="60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EF5E5F-5763-892B-402D-98E007D671F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212344" y="5306055"/>
                  <a:ext cx="178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600D967-7924-DE48-01CE-BFAC92CC5EBE}"/>
                    </a:ext>
                  </a:extLst>
                </p14:cNvPr>
                <p14:cNvContentPartPr/>
                <p14:nvPr/>
              </p14:nvContentPartPr>
              <p14:xfrm>
                <a:off x="7366064" y="5311815"/>
                <a:ext cx="342000" cy="1224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600D967-7924-DE48-01CE-BFAC92CC5EB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348064" y="5294175"/>
                  <a:ext cx="377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2E0A9CB-FBD0-7FE6-1DC7-6B8C6D553FF7}"/>
                    </a:ext>
                  </a:extLst>
                </p14:cNvPr>
                <p14:cNvContentPartPr/>
                <p14:nvPr/>
              </p14:nvContentPartPr>
              <p14:xfrm>
                <a:off x="7787984" y="5117055"/>
                <a:ext cx="53280" cy="113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2E0A9CB-FBD0-7FE6-1DC7-6B8C6D553F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69984" y="5099415"/>
                  <a:ext cx="88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A97DF5A-23D3-AFF0-D6F3-4BB5442B1DF4}"/>
                    </a:ext>
                  </a:extLst>
                </p14:cNvPr>
                <p14:cNvContentPartPr/>
                <p14:nvPr/>
              </p14:nvContentPartPr>
              <p14:xfrm>
                <a:off x="7766024" y="5218935"/>
                <a:ext cx="98280" cy="147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A97DF5A-23D3-AFF0-D6F3-4BB5442B1DF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748384" y="5200935"/>
                  <a:ext cx="133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4D47645-204D-8323-3515-4858C1089968}"/>
                    </a:ext>
                  </a:extLst>
                </p14:cNvPr>
                <p14:cNvContentPartPr/>
                <p14:nvPr/>
              </p14:nvContentPartPr>
              <p14:xfrm>
                <a:off x="7940264" y="5211015"/>
                <a:ext cx="55080" cy="77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4D47645-204D-8323-3515-4858C108996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22624" y="5193375"/>
                  <a:ext cx="90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E7BB6BA-AB12-3305-A868-C67ABDE9134B}"/>
                    </a:ext>
                  </a:extLst>
                </p14:cNvPr>
                <p14:cNvContentPartPr/>
                <p14:nvPr/>
              </p14:nvContentPartPr>
              <p14:xfrm>
                <a:off x="3469424" y="3494535"/>
                <a:ext cx="164880" cy="188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E7BB6BA-AB12-3305-A868-C67ABDE9134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51784" y="3476535"/>
                  <a:ext cx="200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4DF4B74-589A-4C92-48CA-923FB468D04D}"/>
                    </a:ext>
                  </a:extLst>
                </p14:cNvPr>
                <p14:cNvContentPartPr/>
                <p14:nvPr/>
              </p14:nvContentPartPr>
              <p14:xfrm>
                <a:off x="3685784" y="3518295"/>
                <a:ext cx="144360" cy="162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4DF4B74-589A-4C92-48CA-923FB468D04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668144" y="3500295"/>
                  <a:ext cx="180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0733833-B39F-E158-3686-CDAA60BAA355}"/>
                    </a:ext>
                  </a:extLst>
                </p14:cNvPr>
                <p14:cNvContentPartPr/>
                <p14:nvPr/>
              </p14:nvContentPartPr>
              <p14:xfrm>
                <a:off x="3841304" y="3502095"/>
                <a:ext cx="86400" cy="101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0733833-B39F-E158-3686-CDAA60BAA3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823664" y="3484455"/>
                  <a:ext cx="122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10A6C31-D7BB-6C01-CBC7-928AC02CFEC2}"/>
                    </a:ext>
                  </a:extLst>
                </p14:cNvPr>
                <p14:cNvContentPartPr/>
                <p14:nvPr/>
              </p14:nvContentPartPr>
              <p14:xfrm>
                <a:off x="4033904" y="3468255"/>
                <a:ext cx="135000" cy="213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10A6C31-D7BB-6C01-CBC7-928AC02CFEC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016264" y="3450615"/>
                  <a:ext cx="170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1497D97-9A40-50E2-AECB-E3B3CC455662}"/>
                    </a:ext>
                  </a:extLst>
                </p14:cNvPr>
                <p14:cNvContentPartPr/>
                <p14:nvPr/>
              </p14:nvContentPartPr>
              <p14:xfrm>
                <a:off x="3832304" y="3829335"/>
                <a:ext cx="98640" cy="198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1497D97-9A40-50E2-AECB-E3B3CC45566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814304" y="3811695"/>
                  <a:ext cx="134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49902D5-8D87-BC8C-65CC-A9D617B9B251}"/>
                    </a:ext>
                  </a:extLst>
                </p14:cNvPr>
                <p14:cNvContentPartPr/>
                <p14:nvPr/>
              </p14:nvContentPartPr>
              <p14:xfrm>
                <a:off x="4000424" y="3858135"/>
                <a:ext cx="234720" cy="87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49902D5-8D87-BC8C-65CC-A9D617B9B25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982424" y="3840495"/>
                  <a:ext cx="270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D4D97E-84D4-B5B1-99D9-5A8BEC2BEC8D}"/>
                    </a:ext>
                  </a:extLst>
                </p14:cNvPr>
                <p14:cNvContentPartPr/>
                <p14:nvPr/>
              </p14:nvContentPartPr>
              <p14:xfrm>
                <a:off x="4288784" y="3843375"/>
                <a:ext cx="120600" cy="88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D4D97E-84D4-B5B1-99D9-5A8BEC2BEC8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271144" y="3825735"/>
                  <a:ext cx="156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9B738CF-EF7C-0791-BD6A-E6E3A25FF7C1}"/>
                    </a:ext>
                  </a:extLst>
                </p14:cNvPr>
                <p14:cNvContentPartPr/>
                <p14:nvPr/>
              </p14:nvContentPartPr>
              <p14:xfrm>
                <a:off x="4430624" y="3697935"/>
                <a:ext cx="88200" cy="155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9B738CF-EF7C-0791-BD6A-E6E3A25FF7C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12984" y="3679935"/>
                  <a:ext cx="12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0570A30-DDE2-1193-93EB-CC2939788E51}"/>
                    </a:ext>
                  </a:extLst>
                </p14:cNvPr>
                <p14:cNvContentPartPr/>
                <p14:nvPr/>
              </p14:nvContentPartPr>
              <p14:xfrm>
                <a:off x="4543664" y="3641775"/>
                <a:ext cx="65160" cy="190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0570A30-DDE2-1193-93EB-CC2939788E5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526024" y="3624135"/>
                  <a:ext cx="100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36EC444-2D22-72C0-6C54-E00E7DDD2EE4}"/>
                    </a:ext>
                  </a:extLst>
                </p14:cNvPr>
                <p14:cNvContentPartPr/>
                <p14:nvPr/>
              </p14:nvContentPartPr>
              <p14:xfrm>
                <a:off x="3982784" y="4239015"/>
                <a:ext cx="250200" cy="150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36EC444-2D22-72C0-6C54-E00E7DDD2EE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65144" y="4221015"/>
                  <a:ext cx="285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F7D317B-08C4-2A1F-4492-C44191B991DD}"/>
                    </a:ext>
                  </a:extLst>
                </p14:cNvPr>
                <p14:cNvContentPartPr/>
                <p14:nvPr/>
              </p14:nvContentPartPr>
              <p14:xfrm>
                <a:off x="4204904" y="4231095"/>
                <a:ext cx="40320" cy="136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F7D317B-08C4-2A1F-4492-C44191B991D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87264" y="4213455"/>
                  <a:ext cx="75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A1B3985-D667-26B7-E087-893AF0CFB40F}"/>
                    </a:ext>
                  </a:extLst>
                </p14:cNvPr>
                <p14:cNvContentPartPr/>
                <p14:nvPr/>
              </p14:nvContentPartPr>
              <p14:xfrm>
                <a:off x="4320464" y="4188615"/>
                <a:ext cx="48960" cy="91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A1B3985-D667-26B7-E087-893AF0CFB40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302464" y="4170615"/>
                  <a:ext cx="84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C2071B-9E99-7F00-9A34-210E357340AD}"/>
                    </a:ext>
                  </a:extLst>
                </p14:cNvPr>
                <p14:cNvContentPartPr/>
                <p14:nvPr/>
              </p14:nvContentPartPr>
              <p14:xfrm>
                <a:off x="4433144" y="4113735"/>
                <a:ext cx="47880" cy="103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C2071B-9E99-7F00-9A34-210E357340AD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15504" y="4096095"/>
                  <a:ext cx="83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C5CFBFF-1728-6422-5C8C-81832516B7C9}"/>
                    </a:ext>
                  </a:extLst>
                </p14:cNvPr>
                <p14:cNvContentPartPr/>
                <p14:nvPr/>
              </p14:nvContentPartPr>
              <p14:xfrm>
                <a:off x="4564184" y="4035615"/>
                <a:ext cx="249480" cy="128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C5CFBFF-1728-6422-5C8C-81832516B7C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546184" y="4017615"/>
                  <a:ext cx="285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709F257-061D-5C5A-AED8-45195F4C2C07}"/>
                    </a:ext>
                  </a:extLst>
                </p14:cNvPr>
                <p14:cNvContentPartPr/>
                <p14:nvPr/>
              </p14:nvContentPartPr>
              <p14:xfrm>
                <a:off x="4839944" y="3861015"/>
                <a:ext cx="74520" cy="145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709F257-061D-5C5A-AED8-45195F4C2C0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21944" y="3843375"/>
                  <a:ext cx="110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ED8CE64-1AA0-6D24-8A88-3A760FCB2F22}"/>
                    </a:ext>
                  </a:extLst>
                </p14:cNvPr>
                <p14:cNvContentPartPr/>
                <p14:nvPr/>
              </p14:nvContentPartPr>
              <p14:xfrm>
                <a:off x="4843184" y="3875415"/>
                <a:ext cx="104760" cy="70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ED8CE64-1AA0-6D24-8A88-3A760FCB2F2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25184" y="3857775"/>
                  <a:ext cx="140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CCFCCCC-FF08-8ED9-5204-FA3428A503CA}"/>
                    </a:ext>
                  </a:extLst>
                </p14:cNvPr>
                <p14:cNvContentPartPr/>
                <p14:nvPr/>
              </p14:nvContentPartPr>
              <p14:xfrm>
                <a:off x="5055944" y="3883335"/>
                <a:ext cx="8280" cy="97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CCFCCCC-FF08-8ED9-5204-FA3428A503C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037944" y="3865695"/>
                  <a:ext cx="43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B5DD348-BF41-E374-EFAA-5D5EA5F301FB}"/>
                    </a:ext>
                  </a:extLst>
                </p14:cNvPr>
                <p14:cNvContentPartPr/>
                <p14:nvPr/>
              </p14:nvContentPartPr>
              <p14:xfrm>
                <a:off x="3756344" y="3222735"/>
                <a:ext cx="1459080" cy="1326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B5DD348-BF41-E374-EFAA-5D5EA5F301F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738344" y="3205095"/>
                  <a:ext cx="1494720" cy="13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B0ED7E6-1005-4DF2-2A20-E6ABA15BC563}"/>
                    </a:ext>
                  </a:extLst>
                </p14:cNvPr>
                <p14:cNvContentPartPr/>
                <p14:nvPr/>
              </p14:nvContentPartPr>
              <p14:xfrm>
                <a:off x="3227144" y="3524415"/>
                <a:ext cx="476640" cy="1042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B0ED7E6-1005-4DF2-2A20-E6ABA15BC56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209504" y="3506415"/>
                  <a:ext cx="512280" cy="10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0E0E2CD-C606-8D0E-86DF-7F1A7EC27817}"/>
                    </a:ext>
                  </a:extLst>
                </p14:cNvPr>
                <p14:cNvContentPartPr/>
                <p14:nvPr/>
              </p14:nvContentPartPr>
              <p14:xfrm>
                <a:off x="3299504" y="3249735"/>
                <a:ext cx="1524600" cy="354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0E0E2CD-C606-8D0E-86DF-7F1A7EC2781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281864" y="3231735"/>
                  <a:ext cx="15602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311DE15-4254-C072-AAA5-8D16BDCD00C7}"/>
                    </a:ext>
                  </a:extLst>
                </p14:cNvPr>
                <p14:cNvContentPartPr/>
                <p14:nvPr/>
              </p14:nvContentPartPr>
              <p14:xfrm>
                <a:off x="4621064" y="4385895"/>
                <a:ext cx="516240" cy="484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311DE15-4254-C072-AAA5-8D16BDCD00C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603424" y="4367895"/>
                  <a:ext cx="55188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B55F338-751E-2DA0-178F-31341D64FEC5}"/>
                    </a:ext>
                  </a:extLst>
                </p14:cNvPr>
                <p14:cNvContentPartPr/>
                <p14:nvPr/>
              </p14:nvContentPartPr>
              <p14:xfrm>
                <a:off x="5073584" y="4753095"/>
                <a:ext cx="151560" cy="195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B55F338-751E-2DA0-178F-31341D64FEC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055944" y="4735455"/>
                  <a:ext cx="187200" cy="23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427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6037C-80EB-DBB1-789E-48E49D31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F4D50-0B76-7D95-AC6F-4253BF8D7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7896875-810B-E0E0-D90C-9539A6311FE2}"/>
              </a:ext>
            </a:extLst>
          </p:cNvPr>
          <p:cNvGrpSpPr/>
          <p:nvPr/>
        </p:nvGrpSpPr>
        <p:grpSpPr>
          <a:xfrm>
            <a:off x="2903144" y="1512375"/>
            <a:ext cx="5050080" cy="5220000"/>
            <a:chOff x="2903144" y="1512375"/>
            <a:chExt cx="5050080" cy="522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DD1E73-B8CD-C784-5A34-FBA1A922119F}"/>
                    </a:ext>
                  </a:extLst>
                </p14:cNvPr>
                <p14:cNvContentPartPr/>
                <p14:nvPr/>
              </p14:nvContentPartPr>
              <p14:xfrm>
                <a:off x="5476424" y="1531455"/>
                <a:ext cx="62280" cy="511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DD1E73-B8CD-C784-5A34-FBA1A922119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58424" y="1513455"/>
                  <a:ext cx="979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5DB496A-1108-AD0F-0ECA-092B45F5027A}"/>
                    </a:ext>
                  </a:extLst>
                </p14:cNvPr>
                <p14:cNvContentPartPr/>
                <p14:nvPr/>
              </p14:nvContentPartPr>
              <p14:xfrm>
                <a:off x="5499824" y="1602735"/>
                <a:ext cx="367920" cy="419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5DB496A-1108-AD0F-0ECA-092B45F502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1824" y="1584735"/>
                  <a:ext cx="4035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918927-7760-F926-2A2E-F7273B78C9A6}"/>
                    </a:ext>
                  </a:extLst>
                </p14:cNvPr>
                <p14:cNvContentPartPr/>
                <p14:nvPr/>
              </p14:nvContentPartPr>
              <p14:xfrm>
                <a:off x="5912024" y="1512375"/>
                <a:ext cx="73800" cy="544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918927-7760-F926-2A2E-F7273B78C9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94024" y="1494735"/>
                  <a:ext cx="10944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90ACA3-F3E3-557A-2B54-99FEB46813FF}"/>
                    </a:ext>
                  </a:extLst>
                </p14:cNvPr>
                <p14:cNvContentPartPr/>
                <p14:nvPr/>
              </p14:nvContentPartPr>
              <p14:xfrm>
                <a:off x="5978624" y="1723695"/>
                <a:ext cx="898560" cy="32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90ACA3-F3E3-557A-2B54-99FEB46813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60984" y="1705695"/>
                  <a:ext cx="934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3EDC9C-5DB6-B277-BDB4-E4004E48CA2C}"/>
                    </a:ext>
                  </a:extLst>
                </p14:cNvPr>
                <p14:cNvContentPartPr/>
                <p14:nvPr/>
              </p14:nvContentPartPr>
              <p14:xfrm>
                <a:off x="4787024" y="1799295"/>
                <a:ext cx="720360" cy="67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3EDC9C-5DB6-B277-BDB4-E4004E48CA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9024" y="1781655"/>
                  <a:ext cx="756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D8034E-55D0-0EFB-6FD2-06D085AC5FF5}"/>
                    </a:ext>
                  </a:extLst>
                </p14:cNvPr>
                <p14:cNvContentPartPr/>
                <p14:nvPr/>
              </p14:nvContentPartPr>
              <p14:xfrm>
                <a:off x="4769384" y="1839975"/>
                <a:ext cx="41760" cy="634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D8034E-55D0-0EFB-6FD2-06D085AC5F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51384" y="1821975"/>
                  <a:ext cx="7740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223962-C19D-4092-9626-B63D775A7C3C}"/>
                    </a:ext>
                  </a:extLst>
                </p14:cNvPr>
                <p14:cNvContentPartPr/>
                <p14:nvPr/>
              </p14:nvContentPartPr>
              <p14:xfrm>
                <a:off x="4862264" y="2362335"/>
                <a:ext cx="1260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223962-C19D-4092-9626-B63D775A7C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44264" y="2344335"/>
                  <a:ext cx="48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6FE203-74BD-61BD-DF96-4500BDBE0CF8}"/>
                    </a:ext>
                  </a:extLst>
                </p14:cNvPr>
                <p14:cNvContentPartPr/>
                <p14:nvPr/>
              </p14:nvContentPartPr>
              <p14:xfrm>
                <a:off x="4839944" y="2387175"/>
                <a:ext cx="16560" cy="31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6FE203-74BD-61BD-DF96-4500BDBE0C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22304" y="2369535"/>
                  <a:ext cx="522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379191-5113-B909-7292-0109927C38C7}"/>
                    </a:ext>
                  </a:extLst>
                </p14:cNvPr>
                <p14:cNvContentPartPr/>
                <p14:nvPr/>
              </p14:nvContentPartPr>
              <p14:xfrm>
                <a:off x="4400024" y="2635935"/>
                <a:ext cx="878040" cy="13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379191-5113-B909-7292-0109927C38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82024" y="2617935"/>
                  <a:ext cx="913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93E6CF-9956-881B-C93D-F3920AEBA212}"/>
                    </a:ext>
                  </a:extLst>
                </p14:cNvPr>
                <p14:cNvContentPartPr/>
                <p14:nvPr/>
              </p14:nvContentPartPr>
              <p14:xfrm>
                <a:off x="4781624" y="2792535"/>
                <a:ext cx="2109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93E6CF-9956-881B-C93D-F3920AEBA2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63624" y="2774535"/>
                  <a:ext cx="246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376BC48-C1C1-7F1B-9256-012CC8363708}"/>
                    </a:ext>
                  </a:extLst>
                </p14:cNvPr>
                <p14:cNvContentPartPr/>
                <p14:nvPr/>
              </p14:nvContentPartPr>
              <p14:xfrm>
                <a:off x="4860824" y="2873535"/>
                <a:ext cx="99000" cy="671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376BC48-C1C1-7F1B-9256-012CC83637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2824" y="2855895"/>
                  <a:ext cx="13464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8104A3-EDF3-63ED-1F00-0C18DB293466}"/>
                    </a:ext>
                  </a:extLst>
                </p14:cNvPr>
                <p14:cNvContentPartPr/>
                <p14:nvPr/>
              </p14:nvContentPartPr>
              <p14:xfrm>
                <a:off x="4938944" y="3418935"/>
                <a:ext cx="2090160" cy="97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8104A3-EDF3-63ED-1F00-0C18DB2934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20944" y="3401295"/>
                  <a:ext cx="2125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A28199A-01D2-2E81-23C5-3B2D9559FB28}"/>
                    </a:ext>
                  </a:extLst>
                </p14:cNvPr>
                <p14:cNvContentPartPr/>
                <p14:nvPr/>
              </p14:nvContentPartPr>
              <p14:xfrm>
                <a:off x="6883304" y="1679775"/>
                <a:ext cx="163800" cy="1932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A28199A-01D2-2E81-23C5-3B2D9559FB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65304" y="1662135"/>
                  <a:ext cx="199440" cy="19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C69723-E4CF-1A88-93E6-BBDE89958237}"/>
                    </a:ext>
                  </a:extLst>
                </p14:cNvPr>
                <p14:cNvContentPartPr/>
                <p14:nvPr/>
              </p14:nvContentPartPr>
              <p14:xfrm>
                <a:off x="4456184" y="2322375"/>
                <a:ext cx="671760" cy="1080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C69723-E4CF-1A88-93E6-BBDE899582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38544" y="2304375"/>
                  <a:ext cx="707400" cy="11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A7BAF5-F5D1-360F-FE3E-D44A306EDA48}"/>
                    </a:ext>
                  </a:extLst>
                </p14:cNvPr>
                <p14:cNvContentPartPr/>
                <p14:nvPr/>
              </p14:nvContentPartPr>
              <p14:xfrm>
                <a:off x="4993664" y="2268015"/>
                <a:ext cx="192240" cy="17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A7BAF5-F5D1-360F-FE3E-D44A306EDA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75664" y="2250015"/>
                  <a:ext cx="227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EB2E39-6DDB-161F-0C25-BD9440A33341}"/>
                    </a:ext>
                  </a:extLst>
                </p14:cNvPr>
                <p14:cNvContentPartPr/>
                <p14:nvPr/>
              </p14:nvContentPartPr>
              <p14:xfrm>
                <a:off x="2903144" y="2790015"/>
                <a:ext cx="227520" cy="271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EB2E39-6DDB-161F-0C25-BD9440A333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85144" y="2772015"/>
                  <a:ext cx="263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AAC9F2-4B4A-8EA2-C127-65BC6FF76C8A}"/>
                    </a:ext>
                  </a:extLst>
                </p14:cNvPr>
                <p14:cNvContentPartPr/>
                <p14:nvPr/>
              </p14:nvContentPartPr>
              <p14:xfrm>
                <a:off x="3208424" y="2881815"/>
                <a:ext cx="172800" cy="109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AAC9F2-4B4A-8EA2-C127-65BC6FF76C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90424" y="2864175"/>
                  <a:ext cx="208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E3B8D55-BDB6-2F43-469F-7016E07D2CA0}"/>
                    </a:ext>
                  </a:extLst>
                </p14:cNvPr>
                <p14:cNvContentPartPr/>
                <p14:nvPr/>
              </p14:nvContentPartPr>
              <p14:xfrm>
                <a:off x="3415064" y="2762295"/>
                <a:ext cx="72000" cy="10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E3B8D55-BDB6-2F43-469F-7016E07D2C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97064" y="2744295"/>
                  <a:ext cx="107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0E0629-E307-493D-48D3-DE6A952EA83D}"/>
                    </a:ext>
                  </a:extLst>
                </p14:cNvPr>
                <p14:cNvContentPartPr/>
                <p14:nvPr/>
              </p14:nvContentPartPr>
              <p14:xfrm>
                <a:off x="3552944" y="2733855"/>
                <a:ext cx="71640" cy="84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0E0629-E307-493D-48D3-DE6A952EA8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35304" y="2716215"/>
                  <a:ext cx="107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5609B0D-0BAB-8F41-D24B-77D945DFD5EF}"/>
                    </a:ext>
                  </a:extLst>
                </p14:cNvPr>
                <p14:cNvContentPartPr/>
                <p14:nvPr/>
              </p14:nvContentPartPr>
              <p14:xfrm>
                <a:off x="3520904" y="2597055"/>
                <a:ext cx="4680" cy="3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5609B0D-0BAB-8F41-D24B-77D945DFD5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03264" y="2579415"/>
                  <a:ext cx="40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63A70D-C38D-43AE-E0F4-34C6016703BB}"/>
                    </a:ext>
                  </a:extLst>
                </p14:cNvPr>
                <p14:cNvContentPartPr/>
                <p14:nvPr/>
              </p14:nvContentPartPr>
              <p14:xfrm>
                <a:off x="3735464" y="2507415"/>
                <a:ext cx="210600" cy="249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63A70D-C38D-43AE-E0F4-34C6016703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17464" y="2489415"/>
                  <a:ext cx="246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EAD74E-2DFB-C50C-DDAC-78052D8C76BA}"/>
                    </a:ext>
                  </a:extLst>
                </p14:cNvPr>
                <p14:cNvContentPartPr/>
                <p14:nvPr/>
              </p14:nvContentPartPr>
              <p14:xfrm>
                <a:off x="3979904" y="2412015"/>
                <a:ext cx="133560" cy="19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EAD74E-2DFB-C50C-DDAC-78052D8C76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61904" y="2394015"/>
                  <a:ext cx="169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072B74-5D15-22BD-B387-B907A402C346}"/>
                    </a:ext>
                  </a:extLst>
                </p14:cNvPr>
                <p14:cNvContentPartPr/>
                <p14:nvPr/>
              </p14:nvContentPartPr>
              <p14:xfrm>
                <a:off x="4151264" y="2406615"/>
                <a:ext cx="76320" cy="132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072B74-5D15-22BD-B387-B907A402C3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33624" y="2388615"/>
                  <a:ext cx="111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8107CC-ED7F-A6DE-5B6E-FCBCBA9D7913}"/>
                    </a:ext>
                  </a:extLst>
                </p14:cNvPr>
                <p14:cNvContentPartPr/>
                <p14:nvPr/>
              </p14:nvContentPartPr>
              <p14:xfrm>
                <a:off x="3248024" y="3272415"/>
                <a:ext cx="168840" cy="13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8107CC-ED7F-A6DE-5B6E-FCBCBA9D79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30024" y="3254415"/>
                  <a:ext cx="204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1090EDB-84D4-4DA2-484E-B21FCE8950D1}"/>
                    </a:ext>
                  </a:extLst>
                </p14:cNvPr>
                <p14:cNvContentPartPr/>
                <p14:nvPr/>
              </p14:nvContentPartPr>
              <p14:xfrm>
                <a:off x="3519824" y="3313455"/>
                <a:ext cx="79560" cy="75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1090EDB-84D4-4DA2-484E-B21FCE8950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02184" y="3295455"/>
                  <a:ext cx="115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FB6CD8-8D21-68C5-37E1-5180A21E5828}"/>
                    </a:ext>
                  </a:extLst>
                </p14:cNvPr>
                <p14:cNvContentPartPr/>
                <p14:nvPr/>
              </p14:nvContentPartPr>
              <p14:xfrm>
                <a:off x="3654824" y="3166575"/>
                <a:ext cx="83520" cy="15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FB6CD8-8D21-68C5-37E1-5180A21E58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36824" y="3148575"/>
                  <a:ext cx="119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1159BF3-CDA0-0802-9A6A-43110E070647}"/>
                    </a:ext>
                  </a:extLst>
                </p14:cNvPr>
                <p14:cNvContentPartPr/>
                <p14:nvPr/>
              </p14:nvContentPartPr>
              <p14:xfrm>
                <a:off x="3836984" y="3132015"/>
                <a:ext cx="71640" cy="13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1159BF3-CDA0-0802-9A6A-43110E0706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18984" y="3114015"/>
                  <a:ext cx="107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15E071-B918-B227-50D5-C2A62A1B6976}"/>
                    </a:ext>
                  </a:extLst>
                </p14:cNvPr>
                <p14:cNvContentPartPr/>
                <p14:nvPr/>
              </p14:nvContentPartPr>
              <p14:xfrm>
                <a:off x="3829424" y="3130215"/>
                <a:ext cx="233280" cy="13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15E071-B918-B227-50D5-C2A62A1B69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11784" y="3112575"/>
                  <a:ext cx="268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679BC3-8124-F961-FDB7-8394D3E6D4D8}"/>
                    </a:ext>
                  </a:extLst>
                </p14:cNvPr>
                <p14:cNvContentPartPr/>
                <p14:nvPr/>
              </p14:nvContentPartPr>
              <p14:xfrm>
                <a:off x="4095464" y="3073695"/>
                <a:ext cx="138960" cy="13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679BC3-8124-F961-FDB7-8394D3E6D4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77824" y="3055695"/>
                  <a:ext cx="174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78970A-30F6-81AE-1CE3-42B2DA1B4405}"/>
                    </a:ext>
                  </a:extLst>
                </p14:cNvPr>
                <p14:cNvContentPartPr/>
                <p14:nvPr/>
              </p14:nvContentPartPr>
              <p14:xfrm>
                <a:off x="4261784" y="2952375"/>
                <a:ext cx="134640" cy="118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78970A-30F6-81AE-1CE3-42B2DA1B44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43784" y="2934375"/>
                  <a:ext cx="170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6CDB6A-2B50-7558-BA4A-D3661DAA8F99}"/>
                    </a:ext>
                  </a:extLst>
                </p14:cNvPr>
                <p14:cNvContentPartPr/>
                <p14:nvPr/>
              </p14:nvContentPartPr>
              <p14:xfrm>
                <a:off x="3451784" y="3799455"/>
                <a:ext cx="114840" cy="19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6CDB6A-2B50-7558-BA4A-D3661DAA8F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33784" y="3781455"/>
                  <a:ext cx="150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C5973F-3A43-0002-0C77-E4D23BA2C638}"/>
                    </a:ext>
                  </a:extLst>
                </p14:cNvPr>
                <p14:cNvContentPartPr/>
                <p14:nvPr/>
              </p14:nvContentPartPr>
              <p14:xfrm>
                <a:off x="3587864" y="3814215"/>
                <a:ext cx="75600" cy="77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C5973F-3A43-0002-0C77-E4D23BA2C6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69864" y="3796575"/>
                  <a:ext cx="111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6C3AF5-D4DF-0CFD-E96C-21E7B235FC1C}"/>
                    </a:ext>
                  </a:extLst>
                </p14:cNvPr>
                <p14:cNvContentPartPr/>
                <p14:nvPr/>
              </p14:nvContentPartPr>
              <p14:xfrm>
                <a:off x="3712424" y="3712335"/>
                <a:ext cx="153720" cy="104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6C3AF5-D4DF-0CFD-E96C-21E7B235FC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94784" y="3694335"/>
                  <a:ext cx="189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6B5C25-A137-F355-A34A-A05987D0B830}"/>
                    </a:ext>
                  </a:extLst>
                </p14:cNvPr>
                <p14:cNvContentPartPr/>
                <p14:nvPr/>
              </p14:nvContentPartPr>
              <p14:xfrm>
                <a:off x="3900344" y="3571575"/>
                <a:ext cx="52200" cy="10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6B5C25-A137-F355-A34A-A05987D0B8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82344" y="3553935"/>
                  <a:ext cx="87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AC098D-FBDD-507B-A453-3C8DD5DE00A1}"/>
                    </a:ext>
                  </a:extLst>
                </p14:cNvPr>
                <p14:cNvContentPartPr/>
                <p14:nvPr/>
              </p14:nvContentPartPr>
              <p14:xfrm>
                <a:off x="4054784" y="3516495"/>
                <a:ext cx="47880" cy="11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AC098D-FBDD-507B-A453-3C8DD5DE00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36784" y="3498495"/>
                  <a:ext cx="83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6CC1FF-E149-611F-840C-D586F9093020}"/>
                    </a:ext>
                  </a:extLst>
                </p14:cNvPr>
                <p14:cNvContentPartPr/>
                <p14:nvPr/>
              </p14:nvContentPartPr>
              <p14:xfrm>
                <a:off x="4168904" y="3495255"/>
                <a:ext cx="104400" cy="124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6CC1FF-E149-611F-840C-D586F90930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50904" y="3477615"/>
                  <a:ext cx="140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32C85C-986D-75E3-7C5C-D7001C42267B}"/>
                    </a:ext>
                  </a:extLst>
                </p14:cNvPr>
                <p14:cNvContentPartPr/>
                <p14:nvPr/>
              </p14:nvContentPartPr>
              <p14:xfrm>
                <a:off x="5582264" y="4193655"/>
                <a:ext cx="142920" cy="2156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32C85C-986D-75E3-7C5C-D7001C4226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64264" y="4175655"/>
                  <a:ext cx="178560" cy="21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3F3DFC9-22B5-41FA-2445-488587AF9A87}"/>
                    </a:ext>
                  </a:extLst>
                </p14:cNvPr>
                <p14:cNvContentPartPr/>
                <p14:nvPr/>
              </p14:nvContentPartPr>
              <p14:xfrm>
                <a:off x="4150184" y="5733735"/>
                <a:ext cx="2798280" cy="95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3F3DFC9-22B5-41FA-2445-488587AF9A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32184" y="5716095"/>
                  <a:ext cx="2833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81790F-9AD3-C6F6-BBFE-8D535DFCB637}"/>
                    </a:ext>
                  </a:extLst>
                </p14:cNvPr>
                <p14:cNvContentPartPr/>
                <p14:nvPr/>
              </p14:nvContentPartPr>
              <p14:xfrm>
                <a:off x="5675864" y="4218135"/>
                <a:ext cx="52560" cy="2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81790F-9AD3-C6F6-BBFE-8D535DFCB6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57864" y="4200495"/>
                  <a:ext cx="88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78F1D7A-F56B-EE85-A65E-A42C5E27343C}"/>
                    </a:ext>
                  </a:extLst>
                </p14:cNvPr>
                <p14:cNvContentPartPr/>
                <p14:nvPr/>
              </p14:nvContentPartPr>
              <p14:xfrm>
                <a:off x="5318024" y="3956775"/>
                <a:ext cx="77400" cy="244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78F1D7A-F56B-EE85-A65E-A42C5E2734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00384" y="3939135"/>
                  <a:ext cx="113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567857-6EF4-AF5C-C088-C3E8143ABE4D}"/>
                    </a:ext>
                  </a:extLst>
                </p14:cNvPr>
                <p14:cNvContentPartPr/>
                <p14:nvPr/>
              </p14:nvContentPartPr>
              <p14:xfrm>
                <a:off x="5262224" y="3928335"/>
                <a:ext cx="121680" cy="50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567857-6EF4-AF5C-C088-C3E8143ABE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44584" y="3910695"/>
                  <a:ext cx="157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988DBC-9D0E-8A12-35E2-B7BD07059DC0}"/>
                    </a:ext>
                  </a:extLst>
                </p14:cNvPr>
                <p14:cNvContentPartPr/>
                <p14:nvPr/>
              </p14:nvContentPartPr>
              <p14:xfrm>
                <a:off x="5332064" y="4152975"/>
                <a:ext cx="118080" cy="5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988DBC-9D0E-8A12-35E2-B7BD07059D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14424" y="4135335"/>
                  <a:ext cx="153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3D09A29-09D9-C4AA-2816-9CB46F099D13}"/>
                    </a:ext>
                  </a:extLst>
                </p14:cNvPr>
                <p14:cNvContentPartPr/>
                <p14:nvPr/>
              </p14:nvContentPartPr>
              <p14:xfrm>
                <a:off x="6149264" y="6121455"/>
                <a:ext cx="161280" cy="192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3D09A29-09D9-C4AA-2816-9CB46F099D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31624" y="6103815"/>
                  <a:ext cx="196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A711F43-EC09-2A76-B9BB-BA8EC7051BD8}"/>
                    </a:ext>
                  </a:extLst>
                </p14:cNvPr>
                <p14:cNvContentPartPr/>
                <p14:nvPr/>
              </p14:nvContentPartPr>
              <p14:xfrm>
                <a:off x="6484424" y="6240975"/>
                <a:ext cx="461520" cy="1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A711F43-EC09-2A76-B9BB-BA8EC7051B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66424" y="6223335"/>
                  <a:ext cx="497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21DAE79-AFD0-F108-29B0-0FA1C83555E4}"/>
                    </a:ext>
                  </a:extLst>
                </p14:cNvPr>
                <p14:cNvContentPartPr/>
                <p14:nvPr/>
              </p14:nvContentPartPr>
              <p14:xfrm>
                <a:off x="6833984" y="6176175"/>
                <a:ext cx="104040" cy="158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21DAE79-AFD0-F108-29B0-0FA1C83555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16344" y="6158535"/>
                  <a:ext cx="139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953454-382C-3E90-30D1-528986F54F9A}"/>
                    </a:ext>
                  </a:extLst>
                </p14:cNvPr>
                <p14:cNvContentPartPr/>
                <p14:nvPr/>
              </p14:nvContentPartPr>
              <p14:xfrm>
                <a:off x="6954944" y="5784495"/>
                <a:ext cx="27360" cy="11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953454-382C-3E90-30D1-528986F54F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37304" y="5766855"/>
                  <a:ext cx="63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F8AF24-831D-4404-BD08-D4050F14D64B}"/>
                    </a:ext>
                  </a:extLst>
                </p14:cNvPr>
                <p14:cNvContentPartPr/>
                <p14:nvPr/>
              </p14:nvContentPartPr>
              <p14:xfrm>
                <a:off x="6966824" y="5793855"/>
                <a:ext cx="214920" cy="12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F8AF24-831D-4404-BD08-D4050F14D6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48824" y="5775855"/>
                  <a:ext cx="250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25813CD-59C6-C09C-C999-87AB25749679}"/>
                    </a:ext>
                  </a:extLst>
                </p14:cNvPr>
                <p14:cNvContentPartPr/>
                <p14:nvPr/>
              </p14:nvContentPartPr>
              <p14:xfrm>
                <a:off x="6832904" y="6456975"/>
                <a:ext cx="169920" cy="265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25813CD-59C6-C09C-C999-87AB2574967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15264" y="6439335"/>
                  <a:ext cx="205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852A74-FAE0-B817-029B-F5136E081939}"/>
                    </a:ext>
                  </a:extLst>
                </p14:cNvPr>
                <p14:cNvContentPartPr/>
                <p14:nvPr/>
              </p14:nvContentPartPr>
              <p14:xfrm>
                <a:off x="7100744" y="6607455"/>
                <a:ext cx="70560" cy="12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852A74-FAE0-B817-029B-F5136E0819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83104" y="6589815"/>
                  <a:ext cx="106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B75B35A-DF5A-77D1-FAFA-6721D5802529}"/>
                    </a:ext>
                  </a:extLst>
                </p14:cNvPr>
                <p14:cNvContentPartPr/>
                <p14:nvPr/>
              </p14:nvContentPartPr>
              <p14:xfrm>
                <a:off x="7213784" y="6494055"/>
                <a:ext cx="55440" cy="192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B75B35A-DF5A-77D1-FAFA-6721D58025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95784" y="6476415"/>
                  <a:ext cx="91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F27D67-8F26-F789-B15A-10EDF4B2DECB}"/>
                    </a:ext>
                  </a:extLst>
                </p14:cNvPr>
                <p14:cNvContentPartPr/>
                <p14:nvPr/>
              </p14:nvContentPartPr>
              <p14:xfrm>
                <a:off x="7352384" y="6454095"/>
                <a:ext cx="57960" cy="204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F27D67-8F26-F789-B15A-10EDF4B2DE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34744" y="6436095"/>
                  <a:ext cx="93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09A8F6-09CA-F6C6-9CC9-682211FFDBB5}"/>
                    </a:ext>
                  </a:extLst>
                </p14:cNvPr>
                <p14:cNvContentPartPr/>
                <p14:nvPr/>
              </p14:nvContentPartPr>
              <p14:xfrm>
                <a:off x="7348064" y="6497655"/>
                <a:ext cx="203400" cy="9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09A8F6-09CA-F6C6-9CC9-682211FFDB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30424" y="6479655"/>
                  <a:ext cx="239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9746EB-C1B4-434A-A7CF-2176042E1106}"/>
                    </a:ext>
                  </a:extLst>
                </p14:cNvPr>
                <p14:cNvContentPartPr/>
                <p14:nvPr/>
              </p14:nvContentPartPr>
              <p14:xfrm>
                <a:off x="7514024" y="6495855"/>
                <a:ext cx="66960" cy="114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9746EB-C1B4-434A-A7CF-2176042E110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96024" y="6478215"/>
                  <a:ext cx="102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4DE37E5-D6E1-2ECE-3726-51207CFFC8C7}"/>
                    </a:ext>
                  </a:extLst>
                </p14:cNvPr>
                <p14:cNvContentPartPr/>
                <p14:nvPr/>
              </p14:nvContentPartPr>
              <p14:xfrm>
                <a:off x="7678544" y="6467775"/>
                <a:ext cx="83160" cy="201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4DE37E5-D6E1-2ECE-3726-51207CFFC8C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60544" y="6449775"/>
                  <a:ext cx="118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01CC201-787E-771A-2F9D-AB162F63510E}"/>
                    </a:ext>
                  </a:extLst>
                </p14:cNvPr>
                <p14:cNvContentPartPr/>
                <p14:nvPr/>
              </p14:nvContentPartPr>
              <p14:xfrm>
                <a:off x="7817144" y="6419535"/>
                <a:ext cx="136080" cy="126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01CC201-787E-771A-2F9D-AB162F6351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9144" y="6401535"/>
                  <a:ext cx="171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CF16640-0482-77B5-AF11-E424739D5B65}"/>
                    </a:ext>
                  </a:extLst>
                </p14:cNvPr>
                <p14:cNvContentPartPr/>
                <p14:nvPr/>
              </p14:nvContentPartPr>
              <p14:xfrm>
                <a:off x="5276624" y="4428030"/>
                <a:ext cx="38880" cy="65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CF16640-0482-77B5-AF11-E424739D5B6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58624" y="4410030"/>
                  <a:ext cx="7452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DF5F08-8103-704C-94F0-7DBCB9676FE3}"/>
                    </a:ext>
                  </a:extLst>
                </p14:cNvPr>
                <p14:cNvContentPartPr/>
                <p14:nvPr/>
              </p14:nvContentPartPr>
              <p14:xfrm>
                <a:off x="5193464" y="4426950"/>
                <a:ext cx="162360" cy="172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DF5F08-8103-704C-94F0-7DBCB9676F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75824" y="4408950"/>
                  <a:ext cx="198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11EFA0-884C-573A-2AAB-8ED964431BDF}"/>
                    </a:ext>
                  </a:extLst>
                </p14:cNvPr>
                <p14:cNvContentPartPr/>
                <p14:nvPr/>
              </p14:nvContentPartPr>
              <p14:xfrm>
                <a:off x="4209584" y="4357110"/>
                <a:ext cx="141120" cy="135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11EFA0-884C-573A-2AAB-8ED964431B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91944" y="4339110"/>
                  <a:ext cx="176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918B64A-1076-F23F-96C8-56E1CAAE2426}"/>
                    </a:ext>
                  </a:extLst>
                </p14:cNvPr>
                <p14:cNvContentPartPr/>
                <p14:nvPr/>
              </p14:nvContentPartPr>
              <p14:xfrm>
                <a:off x="4357184" y="4250910"/>
                <a:ext cx="156240" cy="114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918B64A-1076-F23F-96C8-56E1CAAE242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339184" y="4232910"/>
                  <a:ext cx="191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F39344-542F-96A5-A680-485F63BDCF7B}"/>
                    </a:ext>
                  </a:extLst>
                </p14:cNvPr>
                <p14:cNvContentPartPr/>
                <p14:nvPr/>
              </p14:nvContentPartPr>
              <p14:xfrm>
                <a:off x="4499024" y="4106910"/>
                <a:ext cx="97920" cy="95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F39344-542F-96A5-A680-485F63BDCF7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481384" y="4089270"/>
                  <a:ext cx="133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306E164-8C9E-AD14-D164-BB536C1DD4AE}"/>
                    </a:ext>
                  </a:extLst>
                </p14:cNvPr>
                <p14:cNvContentPartPr/>
                <p14:nvPr/>
              </p14:nvContentPartPr>
              <p14:xfrm>
                <a:off x="4593704" y="3973710"/>
                <a:ext cx="83520" cy="135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306E164-8C9E-AD14-D164-BB536C1DD4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76064" y="3956070"/>
                  <a:ext cx="119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A96C87-4B6E-C93C-02BD-908822DC9AB1}"/>
                    </a:ext>
                  </a:extLst>
                </p14:cNvPr>
                <p14:cNvContentPartPr/>
                <p14:nvPr/>
              </p14:nvContentPartPr>
              <p14:xfrm>
                <a:off x="4744184" y="3853470"/>
                <a:ext cx="284760" cy="210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A96C87-4B6E-C93C-02BD-908822DC9A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726544" y="3835830"/>
                  <a:ext cx="320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DA5F64-6D9A-0A11-2C17-5AAE054A85C6}"/>
                    </a:ext>
                  </a:extLst>
                </p14:cNvPr>
                <p14:cNvContentPartPr/>
                <p14:nvPr/>
              </p14:nvContentPartPr>
              <p14:xfrm>
                <a:off x="4991864" y="3681030"/>
                <a:ext cx="144360" cy="17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DA5F64-6D9A-0A11-2C17-5AAE054A85C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74224" y="3663390"/>
                  <a:ext cx="180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E587B2-EAC0-BB6F-1101-47CB1A5D98B3}"/>
                    </a:ext>
                  </a:extLst>
                </p14:cNvPr>
                <p14:cNvContentPartPr/>
                <p14:nvPr/>
              </p14:nvContentPartPr>
              <p14:xfrm>
                <a:off x="5028224" y="3724230"/>
                <a:ext cx="52200" cy="79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E587B2-EAC0-BB6F-1101-47CB1A5D98B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10224" y="3706230"/>
                  <a:ext cx="8784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7F8A44D-654F-9D61-7F7D-2A7B137D8E98}"/>
                  </a:ext>
                </a:extLst>
              </p14:cNvPr>
              <p14:cNvContentPartPr/>
              <p14:nvPr/>
            </p14:nvContentPartPr>
            <p14:xfrm>
              <a:off x="5580824" y="5710710"/>
              <a:ext cx="543600" cy="45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7F8A44D-654F-9D61-7F7D-2A7B137D8E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563184" y="5693070"/>
                <a:ext cx="579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4EE3E8B-FEE2-3031-61DE-6EFB07C85929}"/>
                  </a:ext>
                </a:extLst>
              </p14:cNvPr>
              <p14:cNvContentPartPr/>
              <p14:nvPr/>
            </p14:nvContentPartPr>
            <p14:xfrm>
              <a:off x="6144944" y="3861750"/>
              <a:ext cx="1115280" cy="1837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4EE3E8B-FEE2-3031-61DE-6EFB07C8592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127304" y="3844110"/>
                <a:ext cx="1150920" cy="18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7E2C9B88-3347-C227-4E5C-880CD0C7BDB8}"/>
              </a:ext>
            </a:extLst>
          </p:cNvPr>
          <p:cNvGrpSpPr/>
          <p:nvPr/>
        </p:nvGrpSpPr>
        <p:grpSpPr>
          <a:xfrm>
            <a:off x="7200824" y="4273230"/>
            <a:ext cx="1380600" cy="954360"/>
            <a:chOff x="7200824" y="4273230"/>
            <a:chExt cx="1380600" cy="9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34CEC9-829C-9280-7405-122E5F48AE9D}"/>
                    </a:ext>
                  </a:extLst>
                </p14:cNvPr>
                <p14:cNvContentPartPr/>
                <p14:nvPr/>
              </p14:nvContentPartPr>
              <p14:xfrm>
                <a:off x="7211624" y="4622070"/>
                <a:ext cx="50400" cy="331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34CEC9-829C-9280-7405-122E5F48AE9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93624" y="4604430"/>
                  <a:ext cx="86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95A02B-0000-1447-1CB9-9E1D7436FD64}"/>
                    </a:ext>
                  </a:extLst>
                </p14:cNvPr>
                <p14:cNvContentPartPr/>
                <p14:nvPr/>
              </p14:nvContentPartPr>
              <p14:xfrm>
                <a:off x="7200824" y="4599390"/>
                <a:ext cx="88200" cy="9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95A02B-0000-1447-1CB9-9E1D7436FD6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83184" y="4581390"/>
                  <a:ext cx="123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100C944-D5D1-3A58-0D42-FF00184A0422}"/>
                    </a:ext>
                  </a:extLst>
                </p14:cNvPr>
                <p14:cNvContentPartPr/>
                <p14:nvPr/>
              </p14:nvContentPartPr>
              <p14:xfrm>
                <a:off x="7242584" y="4728630"/>
                <a:ext cx="79560" cy="58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100C944-D5D1-3A58-0D42-FF00184A04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24944" y="4710990"/>
                  <a:ext cx="115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37F5DC-A097-07D3-7ABE-DBD23E4B94EF}"/>
                    </a:ext>
                  </a:extLst>
                </p14:cNvPr>
                <p14:cNvContentPartPr/>
                <p14:nvPr/>
              </p14:nvContentPartPr>
              <p14:xfrm>
                <a:off x="7430864" y="4653750"/>
                <a:ext cx="109080" cy="177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37F5DC-A097-07D3-7ABE-DBD23E4B94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12864" y="4635750"/>
                  <a:ext cx="144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2CA865D-BF29-36E8-AD2E-9AC20331C3DC}"/>
                    </a:ext>
                  </a:extLst>
                </p14:cNvPr>
                <p14:cNvContentPartPr/>
                <p14:nvPr/>
              </p14:nvContentPartPr>
              <p14:xfrm>
                <a:off x="7570904" y="4571670"/>
                <a:ext cx="93600" cy="175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2CA865D-BF29-36E8-AD2E-9AC20331C3D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53264" y="4553670"/>
                  <a:ext cx="129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75B3E1A-4B9C-CE39-1D5E-53B760DE4ABD}"/>
                    </a:ext>
                  </a:extLst>
                </p14:cNvPr>
                <p14:cNvContentPartPr/>
                <p14:nvPr/>
              </p14:nvContentPartPr>
              <p14:xfrm>
                <a:off x="7766384" y="4533150"/>
                <a:ext cx="199080" cy="171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75B3E1A-4B9C-CE39-1D5E-53B760DE4A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48744" y="4515150"/>
                  <a:ext cx="234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E9A4C0-CC1B-D2CE-D85A-7F34185D93F8}"/>
                    </a:ext>
                  </a:extLst>
                </p14:cNvPr>
                <p14:cNvContentPartPr/>
                <p14:nvPr/>
              </p14:nvContentPartPr>
              <p14:xfrm>
                <a:off x="8023424" y="4488870"/>
                <a:ext cx="156240" cy="157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E9A4C0-CC1B-D2CE-D85A-7F34185D93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05424" y="4471230"/>
                  <a:ext cx="191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A89AE6-C75E-8ED6-75AC-096B93E5E06D}"/>
                    </a:ext>
                  </a:extLst>
                </p14:cNvPr>
                <p14:cNvContentPartPr/>
                <p14:nvPr/>
              </p14:nvContentPartPr>
              <p14:xfrm>
                <a:off x="8204144" y="4428030"/>
                <a:ext cx="105840" cy="131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A89AE6-C75E-8ED6-75AC-096B93E5E0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86144" y="4410030"/>
                  <a:ext cx="141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7B4A111-0FA7-D911-989B-0B98752AAF97}"/>
                    </a:ext>
                  </a:extLst>
                </p14:cNvPr>
                <p14:cNvContentPartPr/>
                <p14:nvPr/>
              </p14:nvContentPartPr>
              <p14:xfrm>
                <a:off x="8434904" y="4273230"/>
                <a:ext cx="146520" cy="31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7B4A111-0FA7-D911-989B-0B98752AAF9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17264" y="4255230"/>
                  <a:ext cx="182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45425A-F654-F9A9-A695-BFE4E75D61E5}"/>
                    </a:ext>
                  </a:extLst>
                </p14:cNvPr>
                <p14:cNvContentPartPr/>
                <p14:nvPr/>
              </p14:nvContentPartPr>
              <p14:xfrm>
                <a:off x="7739024" y="5082870"/>
                <a:ext cx="96120" cy="144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45425A-F654-F9A9-A695-BFE4E75D61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21024" y="5064870"/>
                  <a:ext cx="131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82DF06B-5F52-29C0-A684-F30670C54F19}"/>
                    </a:ext>
                  </a:extLst>
                </p14:cNvPr>
                <p14:cNvContentPartPr/>
                <p14:nvPr/>
              </p14:nvContentPartPr>
              <p14:xfrm>
                <a:off x="7937744" y="5065590"/>
                <a:ext cx="11880" cy="1126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82DF06B-5F52-29C0-A684-F30670C54F1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20104" y="5047590"/>
                  <a:ext cx="47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20A8C1E-9AC9-261A-33EB-E10BAC05614E}"/>
                    </a:ext>
                  </a:extLst>
                </p14:cNvPr>
                <p14:cNvContentPartPr/>
                <p14:nvPr/>
              </p14:nvContentPartPr>
              <p14:xfrm>
                <a:off x="7913264" y="4930590"/>
                <a:ext cx="14400" cy="49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20A8C1E-9AC9-261A-33EB-E10BAC05614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95264" y="4912950"/>
                  <a:ext cx="50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AE42326-B17D-0D2E-BB3A-C7F62C474C7C}"/>
                    </a:ext>
                  </a:extLst>
                </p14:cNvPr>
                <p14:cNvContentPartPr/>
                <p14:nvPr/>
              </p14:nvContentPartPr>
              <p14:xfrm>
                <a:off x="8077064" y="5005830"/>
                <a:ext cx="118440" cy="128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AE42326-B17D-0D2E-BB3A-C7F62C474C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59064" y="4987830"/>
                  <a:ext cx="154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7F9E62-B851-D06E-6CBD-3D2B16E79A31}"/>
                    </a:ext>
                  </a:extLst>
                </p14:cNvPr>
                <p14:cNvContentPartPr/>
                <p14:nvPr/>
              </p14:nvContentPartPr>
              <p14:xfrm>
                <a:off x="8297024" y="4944630"/>
                <a:ext cx="106920" cy="221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7F9E62-B851-D06E-6CBD-3D2B16E79A3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279384" y="4926990"/>
                  <a:ext cx="1425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23AC496-8D54-F2EA-0A2B-643F3E702B7B}"/>
              </a:ext>
            </a:extLst>
          </p:cNvPr>
          <p:cNvGrpSpPr/>
          <p:nvPr/>
        </p:nvGrpSpPr>
        <p:grpSpPr>
          <a:xfrm>
            <a:off x="3195104" y="4918710"/>
            <a:ext cx="1416600" cy="687600"/>
            <a:chOff x="3195104" y="4918710"/>
            <a:chExt cx="1416600" cy="68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D3CD48C-0987-5EF0-E7B4-94335A30334B}"/>
                    </a:ext>
                  </a:extLst>
                </p14:cNvPr>
                <p14:cNvContentPartPr/>
                <p14:nvPr/>
              </p14:nvContentPartPr>
              <p14:xfrm>
                <a:off x="3253424" y="5118870"/>
                <a:ext cx="67320" cy="264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D3CD48C-0987-5EF0-E7B4-94335A30334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35424" y="5100870"/>
                  <a:ext cx="102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053007A-8673-BD32-DDFE-3FF28D773D23}"/>
                    </a:ext>
                  </a:extLst>
                </p14:cNvPr>
                <p14:cNvContentPartPr/>
                <p14:nvPr/>
              </p14:nvContentPartPr>
              <p14:xfrm>
                <a:off x="3195104" y="5015910"/>
                <a:ext cx="238680" cy="237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053007A-8673-BD32-DDFE-3FF28D773D2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77104" y="4998270"/>
                  <a:ext cx="274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DEA84E5-0FF8-6918-8851-8167FF0DACCB}"/>
                    </a:ext>
                  </a:extLst>
                </p14:cNvPr>
                <p14:cNvContentPartPr/>
                <p14:nvPr/>
              </p14:nvContentPartPr>
              <p14:xfrm>
                <a:off x="3494984" y="5146590"/>
                <a:ext cx="148320" cy="160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DEA84E5-0FF8-6918-8851-8167FF0DACC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77344" y="5128590"/>
                  <a:ext cx="183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094ABCE-8894-CBA0-0505-A603D58DCB8D}"/>
                    </a:ext>
                  </a:extLst>
                </p14:cNvPr>
                <p14:cNvContentPartPr/>
                <p14:nvPr/>
              </p14:nvContentPartPr>
              <p14:xfrm>
                <a:off x="3659504" y="5079990"/>
                <a:ext cx="87840" cy="126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094ABCE-8894-CBA0-0505-A603D58DCB8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41504" y="5061990"/>
                  <a:ext cx="123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24397C-0EAA-0BB6-8EF7-BEB55AC482D7}"/>
                    </a:ext>
                  </a:extLst>
                </p14:cNvPr>
                <p14:cNvContentPartPr/>
                <p14:nvPr/>
              </p14:nvContentPartPr>
              <p14:xfrm>
                <a:off x="3836624" y="5039670"/>
                <a:ext cx="123840" cy="147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24397C-0EAA-0BB6-8EF7-BEB55AC482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18624" y="5022030"/>
                  <a:ext cx="159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2A6461-1C81-F72A-424A-57382E6A7489}"/>
                    </a:ext>
                  </a:extLst>
                </p14:cNvPr>
                <p14:cNvContentPartPr/>
                <p14:nvPr/>
              </p14:nvContentPartPr>
              <p14:xfrm>
                <a:off x="3994304" y="4970190"/>
                <a:ext cx="62280" cy="92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2A6461-1C81-F72A-424A-57382E6A74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976664" y="4952550"/>
                  <a:ext cx="97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B7A7AAE-1DBB-2B74-1867-08CFE1DB3285}"/>
                    </a:ext>
                  </a:extLst>
                </p14:cNvPr>
                <p14:cNvContentPartPr/>
                <p14:nvPr/>
              </p14:nvContentPartPr>
              <p14:xfrm>
                <a:off x="4185104" y="4918710"/>
                <a:ext cx="99720" cy="208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B7A7AAE-1DBB-2B74-1867-08CFE1DB32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67104" y="4900710"/>
                  <a:ext cx="135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610FF5C-90C2-C93A-3478-C39E395E929E}"/>
                    </a:ext>
                  </a:extLst>
                </p14:cNvPr>
                <p14:cNvContentPartPr/>
                <p14:nvPr/>
              </p14:nvContentPartPr>
              <p14:xfrm>
                <a:off x="4298144" y="4924470"/>
                <a:ext cx="211680" cy="141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610FF5C-90C2-C93A-3478-C39E395E929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80144" y="4906830"/>
                  <a:ext cx="2473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CC30543-58DF-FBD4-53D1-5D36FE3C9B3E}"/>
                    </a:ext>
                  </a:extLst>
                </p14:cNvPr>
                <p14:cNvContentPartPr/>
                <p14:nvPr/>
              </p14:nvContentPartPr>
              <p14:xfrm>
                <a:off x="4020944" y="5490750"/>
                <a:ext cx="133920" cy="115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CC30543-58DF-FBD4-53D1-5D36FE3C9B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03304" y="5472750"/>
                  <a:ext cx="169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3030D3-F77F-EFEF-F7C4-D4F4886CB659}"/>
                    </a:ext>
                  </a:extLst>
                </p14:cNvPr>
                <p14:cNvContentPartPr/>
                <p14:nvPr/>
              </p14:nvContentPartPr>
              <p14:xfrm>
                <a:off x="4253864" y="5490030"/>
                <a:ext cx="39960" cy="76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3030D3-F77F-EFEF-F7C4-D4F4886CB6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36224" y="5472030"/>
                  <a:ext cx="75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F5C8642-0708-2F6F-C019-02ACC482C3BF}"/>
                    </a:ext>
                  </a:extLst>
                </p14:cNvPr>
                <p14:cNvContentPartPr/>
                <p14:nvPr/>
              </p14:nvContentPartPr>
              <p14:xfrm>
                <a:off x="4224344" y="5351070"/>
                <a:ext cx="42120" cy="30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F5C8642-0708-2F6F-C019-02ACC482C3B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06344" y="5333430"/>
                  <a:ext cx="77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8913402-FC7A-5F00-02B7-248B265FA7F8}"/>
                    </a:ext>
                  </a:extLst>
                </p14:cNvPr>
                <p14:cNvContentPartPr/>
                <p14:nvPr/>
              </p14:nvContentPartPr>
              <p14:xfrm>
                <a:off x="4353224" y="5398230"/>
                <a:ext cx="140040" cy="90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8913402-FC7A-5F00-02B7-248B265FA7F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35584" y="5380590"/>
                  <a:ext cx="175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C2DA139-85F4-B530-12A5-A71093F58E72}"/>
                    </a:ext>
                  </a:extLst>
                </p14:cNvPr>
                <p14:cNvContentPartPr/>
                <p14:nvPr/>
              </p14:nvContentPartPr>
              <p14:xfrm>
                <a:off x="4556264" y="5315070"/>
                <a:ext cx="55440" cy="148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C2DA139-85F4-B530-12A5-A71093F58E7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38264" y="5297070"/>
                  <a:ext cx="9108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BBB3C3A-D9E3-C7DE-2120-D84DF8199B64}"/>
              </a:ext>
            </a:extLst>
          </p:cNvPr>
          <p:cNvGrpSpPr/>
          <p:nvPr/>
        </p:nvGrpSpPr>
        <p:grpSpPr>
          <a:xfrm>
            <a:off x="3672464" y="5736270"/>
            <a:ext cx="2183040" cy="1312200"/>
            <a:chOff x="3672464" y="5736270"/>
            <a:chExt cx="2183040" cy="131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78F2AC-DC22-DA53-29B5-074BB740C6AD}"/>
                    </a:ext>
                  </a:extLst>
                </p14:cNvPr>
                <p14:cNvContentPartPr/>
                <p14:nvPr/>
              </p14:nvContentPartPr>
              <p14:xfrm>
                <a:off x="4406144" y="5747430"/>
                <a:ext cx="1169640" cy="62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78F2AC-DC22-DA53-29B5-074BB740C6A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388144" y="5729790"/>
                  <a:ext cx="12052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284F697-7FC1-A6D9-F3F8-7DA295EB9DD8}"/>
                    </a:ext>
                  </a:extLst>
                </p14:cNvPr>
                <p14:cNvContentPartPr/>
                <p14:nvPr/>
              </p14:nvContentPartPr>
              <p14:xfrm>
                <a:off x="3672464" y="5736270"/>
                <a:ext cx="479160" cy="42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284F697-7FC1-A6D9-F3F8-7DA295EB9DD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54824" y="5718270"/>
                  <a:ext cx="514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E5922D2-2686-4C41-3919-EA4951F005FA}"/>
                    </a:ext>
                  </a:extLst>
                </p14:cNvPr>
                <p14:cNvContentPartPr/>
                <p14:nvPr/>
              </p14:nvContentPartPr>
              <p14:xfrm>
                <a:off x="4208864" y="5793510"/>
                <a:ext cx="225720" cy="1254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E5922D2-2686-4C41-3919-EA4951F005F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90864" y="5775510"/>
                  <a:ext cx="261360" cy="12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C316697-8F45-2507-C81A-B65A44BE91E5}"/>
                    </a:ext>
                  </a:extLst>
                </p14:cNvPr>
                <p14:cNvContentPartPr/>
                <p14:nvPr/>
              </p14:nvContentPartPr>
              <p14:xfrm>
                <a:off x="4367984" y="6056310"/>
                <a:ext cx="221400" cy="231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C316697-8F45-2507-C81A-B65A44BE91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50344" y="6038310"/>
                  <a:ext cx="257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5122484-2F24-6061-0BD9-59E370205A0E}"/>
                    </a:ext>
                  </a:extLst>
                </p14:cNvPr>
                <p14:cNvContentPartPr/>
                <p14:nvPr/>
              </p14:nvContentPartPr>
              <p14:xfrm>
                <a:off x="4366184" y="5979630"/>
                <a:ext cx="104760" cy="163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5122484-2F24-6061-0BD9-59E370205A0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48184" y="5961630"/>
                  <a:ext cx="140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ABB8493-9DD5-A1E4-D2FA-31D2AC089BA2}"/>
                    </a:ext>
                  </a:extLst>
                </p14:cNvPr>
                <p14:cNvContentPartPr/>
                <p14:nvPr/>
              </p14:nvContentPartPr>
              <p14:xfrm>
                <a:off x="4621424" y="6527910"/>
                <a:ext cx="143640" cy="119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ABB8493-9DD5-A1E4-D2FA-31D2AC089BA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03784" y="6510270"/>
                  <a:ext cx="179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430FA14-BAA5-58F9-9DF9-139CEFBE6915}"/>
                    </a:ext>
                  </a:extLst>
                </p14:cNvPr>
                <p14:cNvContentPartPr/>
                <p14:nvPr/>
              </p14:nvContentPartPr>
              <p14:xfrm>
                <a:off x="4809344" y="6460230"/>
                <a:ext cx="63720" cy="84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430FA14-BAA5-58F9-9DF9-139CEFBE691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91344" y="6442230"/>
                  <a:ext cx="99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349C53E-AB28-3AB7-C486-353870094BD9}"/>
                    </a:ext>
                  </a:extLst>
                </p14:cNvPr>
                <p14:cNvContentPartPr/>
                <p14:nvPr/>
              </p14:nvContentPartPr>
              <p14:xfrm>
                <a:off x="4925264" y="6376710"/>
                <a:ext cx="63360" cy="131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349C53E-AB28-3AB7-C486-353870094BD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07624" y="6358710"/>
                  <a:ext cx="99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BE1F2E1-16FE-8FCD-AB6E-884D07856551}"/>
                    </a:ext>
                  </a:extLst>
                </p14:cNvPr>
                <p14:cNvContentPartPr/>
                <p14:nvPr/>
              </p14:nvContentPartPr>
              <p14:xfrm>
                <a:off x="5015984" y="6350430"/>
                <a:ext cx="108720" cy="120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BE1F2E1-16FE-8FCD-AB6E-884D0785655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997984" y="6332790"/>
                  <a:ext cx="14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009965A-852D-E173-FFAF-E165B9CFE60A}"/>
                    </a:ext>
                  </a:extLst>
                </p14:cNvPr>
                <p14:cNvContentPartPr/>
                <p14:nvPr/>
              </p14:nvContentPartPr>
              <p14:xfrm>
                <a:off x="5086184" y="6275190"/>
                <a:ext cx="110520" cy="89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009965A-852D-E173-FFAF-E165B9CFE60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068544" y="6257550"/>
                  <a:ext cx="146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2F7085C-9A56-981E-F78C-A3D82274D3E8}"/>
                    </a:ext>
                  </a:extLst>
                </p14:cNvPr>
                <p14:cNvContentPartPr/>
                <p14:nvPr/>
              </p14:nvContentPartPr>
              <p14:xfrm>
                <a:off x="5186264" y="6241350"/>
                <a:ext cx="65880" cy="68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2F7085C-9A56-981E-F78C-A3D82274D3E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68624" y="6223350"/>
                  <a:ext cx="101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0D74746-93BD-A28F-268B-62DB40FD43CA}"/>
                    </a:ext>
                  </a:extLst>
                </p14:cNvPr>
                <p14:cNvContentPartPr/>
                <p14:nvPr/>
              </p14:nvContentPartPr>
              <p14:xfrm>
                <a:off x="5305064" y="6097710"/>
                <a:ext cx="127080" cy="174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0D74746-93BD-A28F-268B-62DB40FD43C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87064" y="6080070"/>
                  <a:ext cx="162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BA08B61-3DFE-1DDE-DC4C-2A9AC5B93BB6}"/>
                    </a:ext>
                  </a:extLst>
                </p14:cNvPr>
                <p14:cNvContentPartPr/>
                <p14:nvPr/>
              </p14:nvContentPartPr>
              <p14:xfrm>
                <a:off x="5455184" y="6073950"/>
                <a:ext cx="105840" cy="95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BA08B61-3DFE-1DDE-DC4C-2A9AC5B93BB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37544" y="6055950"/>
                  <a:ext cx="1414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2FCD09-D95E-51C2-F1AC-004732E40249}"/>
                    </a:ext>
                  </a:extLst>
                </p14:cNvPr>
                <p14:cNvContentPartPr/>
                <p14:nvPr/>
              </p14:nvContentPartPr>
              <p14:xfrm>
                <a:off x="5624384" y="5985390"/>
                <a:ext cx="106560" cy="106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2FCD09-D95E-51C2-F1AC-004732E4024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06744" y="5967390"/>
                  <a:ext cx="142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AF22E95-754E-8E71-C659-5EB9392AEBBD}"/>
                    </a:ext>
                  </a:extLst>
                </p14:cNvPr>
                <p14:cNvContentPartPr/>
                <p14:nvPr/>
              </p14:nvContentPartPr>
              <p14:xfrm>
                <a:off x="5747504" y="5891070"/>
                <a:ext cx="108000" cy="63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AF22E95-754E-8E71-C659-5EB9392AEB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29864" y="5873070"/>
                  <a:ext cx="143640" cy="9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280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23F5AAF-922D-DA2A-7C01-C6F8279C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664B1F05-04DC-B651-276F-26A1E125455D}"/>
              </a:ext>
            </a:extLst>
          </p:cNvPr>
          <p:cNvGrpSpPr/>
          <p:nvPr/>
        </p:nvGrpSpPr>
        <p:grpSpPr>
          <a:xfrm>
            <a:off x="7251573" y="3875587"/>
            <a:ext cx="3937680" cy="2972880"/>
            <a:chOff x="7251573" y="3875587"/>
            <a:chExt cx="3937680" cy="29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E8E1063-024B-3BD5-DBBE-1ECEDAB8232F}"/>
                    </a:ext>
                  </a:extLst>
                </p14:cNvPr>
                <p14:cNvContentPartPr/>
                <p14:nvPr/>
              </p14:nvContentPartPr>
              <p14:xfrm>
                <a:off x="7746933" y="4377067"/>
                <a:ext cx="105120" cy="98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E8E1063-024B-3BD5-DBBE-1ECEDAB823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9293" y="4359067"/>
                  <a:ext cx="14076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568792-D50B-AE73-C088-16811CBD2715}"/>
                    </a:ext>
                  </a:extLst>
                </p14:cNvPr>
                <p14:cNvContentPartPr/>
                <p14:nvPr/>
              </p14:nvContentPartPr>
              <p14:xfrm>
                <a:off x="7742253" y="4215787"/>
                <a:ext cx="2492640" cy="17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568792-D50B-AE73-C088-16811CBD27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4253" y="4197787"/>
                  <a:ext cx="2528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BE7F1C-9536-28E7-FB9E-46D27C765019}"/>
                    </a:ext>
                  </a:extLst>
                </p14:cNvPr>
                <p14:cNvContentPartPr/>
                <p14:nvPr/>
              </p14:nvContentPartPr>
              <p14:xfrm>
                <a:off x="8149413" y="4239187"/>
                <a:ext cx="2414880" cy="131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BE7F1C-9536-28E7-FB9E-46D27C7650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1413" y="4221547"/>
                  <a:ext cx="2450520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6E0ED39-4AD7-402C-9225-FCB88F0B7F2F}"/>
                    </a:ext>
                  </a:extLst>
                </p14:cNvPr>
                <p14:cNvContentPartPr/>
                <p14:nvPr/>
              </p14:nvContentPartPr>
              <p14:xfrm>
                <a:off x="9020613" y="4284187"/>
                <a:ext cx="156240" cy="127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6E0ED39-4AD7-402C-9225-FCB88F0B7F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2973" y="4266547"/>
                  <a:ext cx="191880" cy="13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FBE1BB-A8EE-1511-4712-30BB374BEA26}"/>
                    </a:ext>
                  </a:extLst>
                </p14:cNvPr>
                <p14:cNvContentPartPr/>
                <p14:nvPr/>
              </p14:nvContentPartPr>
              <p14:xfrm>
                <a:off x="8246613" y="4041187"/>
                <a:ext cx="63360" cy="25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FBE1BB-A8EE-1511-4712-30BB374BEA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8973" y="4023547"/>
                  <a:ext cx="99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841EEA-3DA5-39CC-BD80-228618A4E13E}"/>
                    </a:ext>
                  </a:extLst>
                </p14:cNvPr>
                <p14:cNvContentPartPr/>
                <p14:nvPr/>
              </p14:nvContentPartPr>
              <p14:xfrm>
                <a:off x="8232573" y="3995107"/>
                <a:ext cx="17784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841EEA-3DA5-39CC-BD80-228618A4E1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14933" y="3977107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0DE532-BF3E-140A-4E11-CCBE38B5CC72}"/>
                    </a:ext>
                  </a:extLst>
                </p14:cNvPr>
                <p14:cNvContentPartPr/>
                <p14:nvPr/>
              </p14:nvContentPartPr>
              <p14:xfrm>
                <a:off x="9618933" y="3919867"/>
                <a:ext cx="21240" cy="24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0DE532-BF3E-140A-4E11-CCBE38B5CC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0933" y="3902227"/>
                  <a:ext cx="56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82F2467-DD6B-2D32-CD5C-A2A2ECB4BE33}"/>
                    </a:ext>
                  </a:extLst>
                </p14:cNvPr>
                <p14:cNvContentPartPr/>
                <p14:nvPr/>
              </p14:nvContentPartPr>
              <p14:xfrm>
                <a:off x="9590493" y="3875587"/>
                <a:ext cx="194040" cy="21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82F2467-DD6B-2D32-CD5C-A2A2ECB4BE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2493" y="3857587"/>
                  <a:ext cx="229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F7632F-DAF6-A043-E0B1-D82F55FA07B5}"/>
                    </a:ext>
                  </a:extLst>
                </p14:cNvPr>
                <p14:cNvContentPartPr/>
                <p14:nvPr/>
              </p14:nvContentPartPr>
              <p14:xfrm>
                <a:off x="8061573" y="4548067"/>
                <a:ext cx="17280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F7632F-DAF6-A043-E0B1-D82F55FA07B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3573" y="4530427"/>
                  <a:ext cx="20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B9D9FEC-7CD5-ECA5-67D2-4A3679C78938}"/>
                    </a:ext>
                  </a:extLst>
                </p14:cNvPr>
                <p14:cNvContentPartPr/>
                <p14:nvPr/>
              </p14:nvContentPartPr>
              <p14:xfrm>
                <a:off x="8138973" y="4453387"/>
                <a:ext cx="51840" cy="14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B9D9FEC-7CD5-ECA5-67D2-4A3679C7893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1333" y="4435747"/>
                  <a:ext cx="87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D23DA9-DA82-9BC6-DF52-873A01EEE5A4}"/>
                    </a:ext>
                  </a:extLst>
                </p14:cNvPr>
                <p14:cNvContentPartPr/>
                <p14:nvPr/>
              </p14:nvContentPartPr>
              <p14:xfrm>
                <a:off x="8132493" y="4772707"/>
                <a:ext cx="13068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D23DA9-DA82-9BC6-DF52-873A01EEE5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14493" y="4754707"/>
                  <a:ext cx="166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B2161C-C455-FB70-923E-DF657D84978B}"/>
                    </a:ext>
                  </a:extLst>
                </p14:cNvPr>
                <p14:cNvContentPartPr/>
                <p14:nvPr/>
              </p14:nvContentPartPr>
              <p14:xfrm>
                <a:off x="8174253" y="4734907"/>
                <a:ext cx="27720" cy="10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B2161C-C455-FB70-923E-DF657D8497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56613" y="4716907"/>
                  <a:ext cx="6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5C0F8B-F178-298C-5816-3E5E6967F557}"/>
                    </a:ext>
                  </a:extLst>
                </p14:cNvPr>
                <p14:cNvContentPartPr/>
                <p14:nvPr/>
              </p14:nvContentPartPr>
              <p14:xfrm>
                <a:off x="8172453" y="4968907"/>
                <a:ext cx="10620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5C0F8B-F178-298C-5816-3E5E6967F5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54813" y="4951267"/>
                  <a:ext cx="141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154D23-9413-B439-8E0B-C065C83D3FE8}"/>
                    </a:ext>
                  </a:extLst>
                </p14:cNvPr>
                <p14:cNvContentPartPr/>
                <p14:nvPr/>
              </p14:nvContentPartPr>
              <p14:xfrm>
                <a:off x="8189013" y="4924987"/>
                <a:ext cx="2412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154D23-9413-B439-8E0B-C065C83D3F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1013" y="4906987"/>
                  <a:ext cx="597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7F2C54-9B22-C2D4-5A62-E63D7ED4E034}"/>
                    </a:ext>
                  </a:extLst>
                </p14:cNvPr>
                <p14:cNvContentPartPr/>
                <p14:nvPr/>
              </p14:nvContentPartPr>
              <p14:xfrm>
                <a:off x="8187213" y="5168347"/>
                <a:ext cx="138600" cy="3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7F2C54-9B22-C2D4-5A62-E63D7ED4E0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69213" y="5150707"/>
                  <a:ext cx="174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B0E547-C58C-7FA1-1A12-25E2BA091584}"/>
                    </a:ext>
                  </a:extLst>
                </p14:cNvPr>
                <p14:cNvContentPartPr/>
                <p14:nvPr/>
              </p14:nvContentPartPr>
              <p14:xfrm>
                <a:off x="8262813" y="5145667"/>
                <a:ext cx="1512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B0E547-C58C-7FA1-1A12-25E2BA0915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5173" y="5128027"/>
                  <a:ext cx="50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DBFEF6-6C1F-DCDD-28FE-9DD97E91D6CB}"/>
                    </a:ext>
                  </a:extLst>
                </p14:cNvPr>
                <p14:cNvContentPartPr/>
                <p14:nvPr/>
              </p14:nvContentPartPr>
              <p14:xfrm>
                <a:off x="8254533" y="5365627"/>
                <a:ext cx="8244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DBFEF6-6C1F-DCDD-28FE-9DD97E91D6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36533" y="5347987"/>
                  <a:ext cx="118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2D841F-21B4-554E-1B69-019B1FE15335}"/>
                    </a:ext>
                  </a:extLst>
                </p14:cNvPr>
                <p14:cNvContentPartPr/>
                <p14:nvPr/>
              </p14:nvContentPartPr>
              <p14:xfrm>
                <a:off x="8315013" y="5353387"/>
                <a:ext cx="16560" cy="11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2D841F-21B4-554E-1B69-019B1FE153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97373" y="5335747"/>
                  <a:ext cx="5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C6FB18-95DE-7969-12E2-408D7CB3827E}"/>
                    </a:ext>
                  </a:extLst>
                </p14:cNvPr>
                <p14:cNvContentPartPr/>
                <p14:nvPr/>
              </p14:nvContentPartPr>
              <p14:xfrm>
                <a:off x="10078653" y="4364827"/>
                <a:ext cx="72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C6FB18-95DE-7969-12E2-408D7CB382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0653" y="4347187"/>
                  <a:ext cx="10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80775C-DE91-1C16-133B-9BDD7E06EE89}"/>
                    </a:ext>
                  </a:extLst>
                </p14:cNvPr>
                <p14:cNvContentPartPr/>
                <p14:nvPr/>
              </p14:nvContentPartPr>
              <p14:xfrm>
                <a:off x="10023933" y="4532227"/>
                <a:ext cx="95040" cy="3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80775C-DE91-1C16-133B-9BDD7E06EE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6293" y="4514587"/>
                  <a:ext cx="130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EE8D1F-C461-0153-0A1C-B8FF4307501C}"/>
                    </a:ext>
                  </a:extLst>
                </p14:cNvPr>
                <p14:cNvContentPartPr/>
                <p14:nvPr/>
              </p14:nvContentPartPr>
              <p14:xfrm>
                <a:off x="10089813" y="4728427"/>
                <a:ext cx="63000" cy="1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EE8D1F-C461-0153-0A1C-B8FF430750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2173" y="4710787"/>
                  <a:ext cx="98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378980-F3C8-4DF8-5423-AD47B7F7BF0B}"/>
                    </a:ext>
                  </a:extLst>
                </p14:cNvPr>
                <p14:cNvContentPartPr/>
                <p14:nvPr/>
              </p14:nvContentPartPr>
              <p14:xfrm>
                <a:off x="10110693" y="4869907"/>
                <a:ext cx="103320" cy="2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378980-F3C8-4DF8-5423-AD47B7F7BF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3053" y="4852267"/>
                  <a:ext cx="138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B2F245-232E-0B56-5141-22D46CBAC69F}"/>
                    </a:ext>
                  </a:extLst>
                </p14:cNvPr>
                <p14:cNvContentPartPr/>
                <p14:nvPr/>
              </p14:nvContentPartPr>
              <p14:xfrm>
                <a:off x="10150653" y="5004907"/>
                <a:ext cx="83520" cy="1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B2F245-232E-0B56-5141-22D46CBAC6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3013" y="4986907"/>
                  <a:ext cx="119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BD51AF-BB7A-201C-2239-8C04B9F5C7BD}"/>
                    </a:ext>
                  </a:extLst>
                </p14:cNvPr>
                <p14:cNvContentPartPr/>
                <p14:nvPr/>
              </p14:nvContentPartPr>
              <p14:xfrm>
                <a:off x="10158573" y="5123707"/>
                <a:ext cx="9648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BD51AF-BB7A-201C-2239-8C04B9F5C7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0573" y="5105707"/>
                  <a:ext cx="132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7E3DDB-C7D9-64E8-4C27-CEBD0C2C3EF4}"/>
                    </a:ext>
                  </a:extLst>
                </p14:cNvPr>
                <p14:cNvContentPartPr/>
                <p14:nvPr/>
              </p14:nvContentPartPr>
              <p14:xfrm>
                <a:off x="10212933" y="5292547"/>
                <a:ext cx="50760" cy="13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7E3DDB-C7D9-64E8-4C27-CEBD0C2C3E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95293" y="5274547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24FEA0-7DFE-975D-C8D4-87CB79B47009}"/>
                    </a:ext>
                  </a:extLst>
                </p14:cNvPr>
                <p14:cNvContentPartPr/>
                <p14:nvPr/>
              </p14:nvContentPartPr>
              <p14:xfrm>
                <a:off x="9110613" y="4291387"/>
                <a:ext cx="270000" cy="271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24FEA0-7DFE-975D-C8D4-87CB79B470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92613" y="4273387"/>
                  <a:ext cx="305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31AF6E-A1EF-8B23-B936-5987063435BD}"/>
                    </a:ext>
                  </a:extLst>
                </p14:cNvPr>
                <p14:cNvContentPartPr/>
                <p14:nvPr/>
              </p14:nvContentPartPr>
              <p14:xfrm>
                <a:off x="9160293" y="4570387"/>
                <a:ext cx="263520" cy="26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31AF6E-A1EF-8B23-B936-5987063435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2293" y="4552747"/>
                  <a:ext cx="299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19AFA0-7EB2-1D94-0C08-D0CA6CE89E86}"/>
                    </a:ext>
                  </a:extLst>
                </p14:cNvPr>
                <p14:cNvContentPartPr/>
                <p14:nvPr/>
              </p14:nvContentPartPr>
              <p14:xfrm>
                <a:off x="9196293" y="4856227"/>
                <a:ext cx="190440" cy="29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19AFA0-7EB2-1D94-0C08-D0CA6CE89E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78653" y="4838587"/>
                  <a:ext cx="2260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5F4BCF-1AA8-414B-5702-996D0EAA3896}"/>
                    </a:ext>
                  </a:extLst>
                </p14:cNvPr>
                <p14:cNvContentPartPr/>
                <p14:nvPr/>
              </p14:nvContentPartPr>
              <p14:xfrm>
                <a:off x="9248133" y="5198947"/>
                <a:ext cx="224640" cy="21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5F4BCF-1AA8-414B-5702-996D0EAA38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0493" y="5181307"/>
                  <a:ext cx="260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DA1B30-2E1C-B1E7-4EC6-9C88DDD9FCE8}"/>
                    </a:ext>
                  </a:extLst>
                </p14:cNvPr>
                <p14:cNvContentPartPr/>
                <p14:nvPr/>
              </p14:nvContentPartPr>
              <p14:xfrm>
                <a:off x="9155253" y="4414507"/>
                <a:ext cx="10944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DA1B30-2E1C-B1E7-4EC6-9C88DDD9FC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37613" y="4396507"/>
                  <a:ext cx="145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06A753-608D-29EC-B067-9BE92B3F238A}"/>
                    </a:ext>
                  </a:extLst>
                </p14:cNvPr>
                <p14:cNvContentPartPr/>
                <p14:nvPr/>
              </p14:nvContentPartPr>
              <p14:xfrm>
                <a:off x="9204573" y="4382827"/>
                <a:ext cx="23760" cy="73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06A753-608D-29EC-B067-9BE92B3F23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86573" y="4365187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8ABC79-1C81-79FC-AA42-319D28417BB9}"/>
                    </a:ext>
                  </a:extLst>
                </p14:cNvPr>
                <p14:cNvContentPartPr/>
                <p14:nvPr/>
              </p14:nvContentPartPr>
              <p14:xfrm>
                <a:off x="9253173" y="4695667"/>
                <a:ext cx="86040" cy="7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8ABC79-1C81-79FC-AA42-319D28417B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5173" y="4677667"/>
                  <a:ext cx="12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EE561D3-B788-E724-2906-8D0084647A3B}"/>
                    </a:ext>
                  </a:extLst>
                </p14:cNvPr>
                <p14:cNvContentPartPr/>
                <p14:nvPr/>
              </p14:nvContentPartPr>
              <p14:xfrm>
                <a:off x="9299253" y="4647067"/>
                <a:ext cx="19440" cy="10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EE561D3-B788-E724-2906-8D0084647A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81613" y="4629067"/>
                  <a:ext cx="5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CA059E-C8C9-2BB3-8097-A7B573A563A7}"/>
                    </a:ext>
                  </a:extLst>
                </p14:cNvPr>
                <p14:cNvContentPartPr/>
                <p14:nvPr/>
              </p14:nvContentPartPr>
              <p14:xfrm>
                <a:off x="9269373" y="4963867"/>
                <a:ext cx="120240" cy="1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CA059E-C8C9-2BB3-8097-A7B573A563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1373" y="4946227"/>
                  <a:ext cx="155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BA8A9B-B396-B6F9-942A-0A1D4B3DA8F3}"/>
                    </a:ext>
                  </a:extLst>
                </p14:cNvPr>
                <p14:cNvContentPartPr/>
                <p14:nvPr/>
              </p14:nvContentPartPr>
              <p14:xfrm>
                <a:off x="9308253" y="4923187"/>
                <a:ext cx="12600" cy="19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BA8A9B-B396-B6F9-942A-0A1D4B3DA8F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90613" y="4905547"/>
                  <a:ext cx="48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D707BF-8EDA-D959-4F8A-A6504FB8D94D}"/>
                    </a:ext>
                  </a:extLst>
                </p14:cNvPr>
                <p14:cNvContentPartPr/>
                <p14:nvPr/>
              </p14:nvContentPartPr>
              <p14:xfrm>
                <a:off x="9335253" y="5296507"/>
                <a:ext cx="81360" cy="2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D707BF-8EDA-D959-4F8A-A6504FB8D9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17253" y="5278507"/>
                  <a:ext cx="117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8DC826-2480-D111-951E-C134E9BF89C1}"/>
                    </a:ext>
                  </a:extLst>
                </p14:cNvPr>
                <p14:cNvContentPartPr/>
                <p14:nvPr/>
              </p14:nvContentPartPr>
              <p14:xfrm>
                <a:off x="9380973" y="5274187"/>
                <a:ext cx="9000" cy="10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8DC826-2480-D111-951E-C134E9BF89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63333" y="5256187"/>
                  <a:ext cx="44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C570E6-D726-D188-A467-248781AF07E8}"/>
                    </a:ext>
                  </a:extLst>
                </p14:cNvPr>
                <p14:cNvContentPartPr/>
                <p14:nvPr/>
              </p14:nvContentPartPr>
              <p14:xfrm>
                <a:off x="8728293" y="4314067"/>
                <a:ext cx="294840" cy="26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C570E6-D726-D188-A467-248781AF07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10293" y="4296427"/>
                  <a:ext cx="330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94A045-6671-7030-95A4-03D3E8F091D2}"/>
                    </a:ext>
                  </a:extLst>
                </p14:cNvPr>
                <p14:cNvContentPartPr/>
                <p14:nvPr/>
              </p14:nvContentPartPr>
              <p14:xfrm>
                <a:off x="8818653" y="4406947"/>
                <a:ext cx="87840" cy="52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94A045-6671-7030-95A4-03D3E8F091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1013" y="4388947"/>
                  <a:ext cx="123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464BC0-0BD1-C7B9-327A-7DC6B2AF4B57}"/>
                    </a:ext>
                  </a:extLst>
                </p14:cNvPr>
                <p14:cNvContentPartPr/>
                <p14:nvPr/>
              </p14:nvContentPartPr>
              <p14:xfrm>
                <a:off x="8895333" y="4716187"/>
                <a:ext cx="56160" cy="1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464BC0-0BD1-C7B9-327A-7DC6B2AF4B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7693" y="4698187"/>
                  <a:ext cx="91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D5E797D-046B-C77E-6619-4F3C3CAC249B}"/>
                    </a:ext>
                  </a:extLst>
                </p14:cNvPr>
                <p14:cNvContentPartPr/>
                <p14:nvPr/>
              </p14:nvContentPartPr>
              <p14:xfrm>
                <a:off x="8828733" y="4620787"/>
                <a:ext cx="253080" cy="22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D5E797D-046B-C77E-6619-4F3C3CAC24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11093" y="4603147"/>
                  <a:ext cx="288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774D30-A20D-E1C4-CC2E-6C5F941D80AF}"/>
                    </a:ext>
                  </a:extLst>
                </p14:cNvPr>
                <p14:cNvContentPartPr/>
                <p14:nvPr/>
              </p14:nvContentPartPr>
              <p14:xfrm>
                <a:off x="8871573" y="4926427"/>
                <a:ext cx="198360" cy="21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774D30-A20D-E1C4-CC2E-6C5F941D80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3573" y="4908427"/>
                  <a:ext cx="234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18E7F9-A651-ACC6-DBA2-9A0C7AFEECBD}"/>
                    </a:ext>
                  </a:extLst>
                </p14:cNvPr>
                <p14:cNvContentPartPr/>
                <p14:nvPr/>
              </p14:nvContentPartPr>
              <p14:xfrm>
                <a:off x="8942853" y="4999867"/>
                <a:ext cx="86040" cy="5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18E7F9-A651-ACC6-DBA2-9A0C7AFEEC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5213" y="4982227"/>
                  <a:ext cx="121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E4887F-06A6-3BA6-CFA9-5A21D1C98EB1}"/>
                    </a:ext>
                  </a:extLst>
                </p14:cNvPr>
                <p14:cNvContentPartPr/>
                <p14:nvPr/>
              </p14:nvContentPartPr>
              <p14:xfrm>
                <a:off x="8877333" y="5156107"/>
                <a:ext cx="204120" cy="25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E4887F-06A6-3BA6-CFA9-5A21D1C98E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59693" y="5138467"/>
                  <a:ext cx="23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97241BB-6B12-940B-9ADC-09953050A6E5}"/>
                    </a:ext>
                  </a:extLst>
                </p14:cNvPr>
                <p14:cNvContentPartPr/>
                <p14:nvPr/>
              </p14:nvContentPartPr>
              <p14:xfrm>
                <a:off x="8952213" y="5260147"/>
                <a:ext cx="51480" cy="1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97241BB-6B12-940B-9ADC-09953050A6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4573" y="5242507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BE0EF1C-104B-5FA4-16F3-D6BE76AF9AA2}"/>
                    </a:ext>
                  </a:extLst>
                </p14:cNvPr>
                <p14:cNvContentPartPr/>
                <p14:nvPr/>
              </p14:nvContentPartPr>
              <p14:xfrm>
                <a:off x="7275693" y="4871347"/>
                <a:ext cx="549000" cy="5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BE0EF1C-104B-5FA4-16F3-D6BE76AF9A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57693" y="4853347"/>
                  <a:ext cx="584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39EA160-4653-230C-D8AC-F4E743892802}"/>
                    </a:ext>
                  </a:extLst>
                </p14:cNvPr>
                <p14:cNvContentPartPr/>
                <p14:nvPr/>
              </p14:nvContentPartPr>
              <p14:xfrm>
                <a:off x="7251573" y="4958107"/>
                <a:ext cx="134640" cy="124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39EA160-4653-230C-D8AC-F4E7438928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3573" y="4940467"/>
                  <a:ext cx="170280" cy="12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40B4CB-9B25-5CF6-73CA-EB5158A5C459}"/>
                    </a:ext>
                  </a:extLst>
                </p14:cNvPr>
                <p14:cNvContentPartPr/>
                <p14:nvPr/>
              </p14:nvContentPartPr>
              <p14:xfrm>
                <a:off x="7388013" y="6161947"/>
                <a:ext cx="29880" cy="18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40B4CB-9B25-5CF6-73CA-EB5158A5C4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70373" y="6143947"/>
                  <a:ext cx="65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46B29D4-B10E-1D7B-0065-ACCB0DF95631}"/>
                    </a:ext>
                  </a:extLst>
                </p14:cNvPr>
                <p14:cNvContentPartPr/>
                <p14:nvPr/>
              </p14:nvContentPartPr>
              <p14:xfrm>
                <a:off x="7421133" y="6299107"/>
                <a:ext cx="64404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46B29D4-B10E-1D7B-0065-ACCB0DF956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03133" y="6281107"/>
                  <a:ext cx="679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556714-DD2E-DD63-991C-23F40368D925}"/>
                    </a:ext>
                  </a:extLst>
                </p14:cNvPr>
                <p14:cNvContentPartPr/>
                <p14:nvPr/>
              </p14:nvContentPartPr>
              <p14:xfrm>
                <a:off x="8078853" y="6147187"/>
                <a:ext cx="31320" cy="275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556714-DD2E-DD63-991C-23F40368D9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61213" y="6129547"/>
                  <a:ext cx="66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500BAEA-358C-8EA6-48AF-BF120B37A5BA}"/>
                    </a:ext>
                  </a:extLst>
                </p14:cNvPr>
                <p14:cNvContentPartPr/>
                <p14:nvPr/>
              </p14:nvContentPartPr>
              <p14:xfrm>
                <a:off x="8194053" y="5961067"/>
                <a:ext cx="105480" cy="88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500BAEA-358C-8EA6-48AF-BF120B37A5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76413" y="5943067"/>
                  <a:ext cx="14112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FF8E4F-A7DC-B500-FDDE-9DD89BE69564}"/>
                    </a:ext>
                  </a:extLst>
                </p14:cNvPr>
                <p14:cNvContentPartPr/>
                <p14:nvPr/>
              </p14:nvContentPartPr>
              <p14:xfrm>
                <a:off x="8296653" y="6175267"/>
                <a:ext cx="2436480" cy="14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FF8E4F-A7DC-B500-FDDE-9DD89BE695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8653" y="6157627"/>
                  <a:ext cx="2472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D0559EE-A671-3087-4D4A-9A63EA8232A3}"/>
                    </a:ext>
                  </a:extLst>
                </p14:cNvPr>
                <p14:cNvContentPartPr/>
                <p14:nvPr/>
              </p14:nvContentPartPr>
              <p14:xfrm>
                <a:off x="10445853" y="4517827"/>
                <a:ext cx="743400" cy="1782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D0559EE-A671-3087-4D4A-9A63EA8232A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28213" y="4499827"/>
                  <a:ext cx="779040" cy="18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43DD9A6-09B2-A23A-0A35-F794CFE96DD1}"/>
                  </a:ext>
                </a:extLst>
              </p14:cNvPr>
              <p14:cNvContentPartPr/>
              <p14:nvPr/>
            </p14:nvContentPartPr>
            <p14:xfrm>
              <a:off x="7306293" y="4027507"/>
              <a:ext cx="321840" cy="63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43DD9A6-09B2-A23A-0A35-F794CFE96DD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288653" y="4009867"/>
                <a:ext cx="35748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0293E066-3256-52A4-CA19-F7F6CEB3B115}"/>
              </a:ext>
            </a:extLst>
          </p:cNvPr>
          <p:cNvGrpSpPr/>
          <p:nvPr/>
        </p:nvGrpSpPr>
        <p:grpSpPr>
          <a:xfrm>
            <a:off x="10306893" y="3624307"/>
            <a:ext cx="432360" cy="398520"/>
            <a:chOff x="10306893" y="3624307"/>
            <a:chExt cx="432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7B6C176-B430-8D9C-D1C2-06DDA97EE221}"/>
                    </a:ext>
                  </a:extLst>
                </p14:cNvPr>
                <p14:cNvContentPartPr/>
                <p14:nvPr/>
              </p14:nvContentPartPr>
              <p14:xfrm>
                <a:off x="10306893" y="3848947"/>
                <a:ext cx="43236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7B6C176-B430-8D9C-D1C2-06DDA97EE2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89253" y="3830947"/>
                  <a:ext cx="468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799054-53C3-A73A-CDBB-8F602728BBF0}"/>
                    </a:ext>
                  </a:extLst>
                </p14:cNvPr>
                <p14:cNvContentPartPr/>
                <p14:nvPr/>
              </p14:nvContentPartPr>
              <p14:xfrm>
                <a:off x="10544133" y="3624307"/>
                <a:ext cx="87840" cy="39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799054-53C3-A73A-CDBB-8F602728BB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26493" y="3606667"/>
                  <a:ext cx="123480" cy="43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9ABF881-F8C1-4884-C1E9-B02758462431}"/>
              </a:ext>
            </a:extLst>
          </p:cNvPr>
          <p:cNvGrpSpPr/>
          <p:nvPr/>
        </p:nvGrpSpPr>
        <p:grpSpPr>
          <a:xfrm>
            <a:off x="7841973" y="4471387"/>
            <a:ext cx="316440" cy="1027440"/>
            <a:chOff x="7841973" y="4471387"/>
            <a:chExt cx="316440" cy="10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03E3B3C-A949-7121-677D-57DE9A364542}"/>
                    </a:ext>
                  </a:extLst>
                </p14:cNvPr>
                <p14:cNvContentPartPr/>
                <p14:nvPr/>
              </p14:nvContentPartPr>
              <p14:xfrm>
                <a:off x="7841973" y="4563907"/>
                <a:ext cx="127800" cy="1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03E3B3C-A949-7121-677D-57DE9A36454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3973" y="4545907"/>
                  <a:ext cx="163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A7E1C5-CF5A-213F-7167-53515E942F71}"/>
                    </a:ext>
                  </a:extLst>
                </p14:cNvPr>
                <p14:cNvContentPartPr/>
                <p14:nvPr/>
              </p14:nvContentPartPr>
              <p14:xfrm>
                <a:off x="7904973" y="4471387"/>
                <a:ext cx="33840" cy="15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A7E1C5-CF5A-213F-7167-53515E942F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7333" y="4453747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1A6571-1B5D-02CC-7A37-DA4BE7A01A5B}"/>
                    </a:ext>
                  </a:extLst>
                </p14:cNvPr>
                <p14:cNvContentPartPr/>
                <p14:nvPr/>
              </p14:nvContentPartPr>
              <p14:xfrm>
                <a:off x="7905333" y="4827067"/>
                <a:ext cx="148320" cy="26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1A6571-1B5D-02CC-7A37-DA4BE7A01A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87693" y="4809067"/>
                  <a:ext cx="183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4385278-7BE6-FA0F-D3EF-16656A38CB21}"/>
                    </a:ext>
                  </a:extLst>
                </p14:cNvPr>
                <p14:cNvContentPartPr/>
                <p14:nvPr/>
              </p14:nvContentPartPr>
              <p14:xfrm>
                <a:off x="7984893" y="4745347"/>
                <a:ext cx="12960" cy="16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4385278-7BE6-FA0F-D3EF-16656A38CB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67253" y="4727707"/>
                  <a:ext cx="4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0E55600-CCB7-43B0-55A3-4CA91C3870E8}"/>
                    </a:ext>
                  </a:extLst>
                </p14:cNvPr>
                <p14:cNvContentPartPr/>
                <p14:nvPr/>
              </p14:nvContentPartPr>
              <p14:xfrm>
                <a:off x="7975173" y="5058187"/>
                <a:ext cx="114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0E55600-CCB7-43B0-55A3-4CA91C3870E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57533" y="5040547"/>
                  <a:ext cx="149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B99069C-05DA-5D4E-6167-B5484C25181B}"/>
                    </a:ext>
                  </a:extLst>
                </p14:cNvPr>
                <p14:cNvContentPartPr/>
                <p14:nvPr/>
              </p14:nvContentPartPr>
              <p14:xfrm>
                <a:off x="8021613" y="5010667"/>
                <a:ext cx="29520" cy="13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B99069C-05DA-5D4E-6167-B5484C25181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03973" y="4992667"/>
                  <a:ext cx="65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A66D0A-F41E-BC28-05A3-47DFD902499C}"/>
                    </a:ext>
                  </a:extLst>
                </p14:cNvPr>
                <p14:cNvContentPartPr/>
                <p14:nvPr/>
              </p14:nvContentPartPr>
              <p14:xfrm>
                <a:off x="8003253" y="5274187"/>
                <a:ext cx="107280" cy="3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A66D0A-F41E-BC28-05A3-47DFD902499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85253" y="5256187"/>
                  <a:ext cx="14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6A95B16-33CC-5126-17F7-93D64FDBB31F}"/>
                    </a:ext>
                  </a:extLst>
                </p14:cNvPr>
                <p14:cNvContentPartPr/>
                <p14:nvPr/>
              </p14:nvContentPartPr>
              <p14:xfrm>
                <a:off x="8045373" y="5256547"/>
                <a:ext cx="31320" cy="12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6A95B16-33CC-5126-17F7-93D64FDBB3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27733" y="5238547"/>
                  <a:ext cx="669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857C26A-1DC3-2F77-FDB7-522A5F246E91}"/>
                    </a:ext>
                  </a:extLst>
                </p14:cNvPr>
                <p14:cNvContentPartPr/>
                <p14:nvPr/>
              </p14:nvContentPartPr>
              <p14:xfrm>
                <a:off x="8075973" y="5459587"/>
                <a:ext cx="82440" cy="39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857C26A-1DC3-2F77-FDB7-522A5F246E9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57973" y="5441947"/>
                  <a:ext cx="1180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D5F388F-DCAE-2EB5-4B57-E96C690521F2}"/>
                  </a:ext>
                </a:extLst>
              </p14:cNvPr>
              <p14:cNvContentPartPr/>
              <p14:nvPr/>
            </p14:nvContentPartPr>
            <p14:xfrm>
              <a:off x="10251453" y="4384987"/>
              <a:ext cx="77400" cy="14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D5F388F-DCAE-2EB5-4B57-E96C690521F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33813" y="4366987"/>
                <a:ext cx="1130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0C99C074-CAC4-E286-F0DA-A40A368BF755}"/>
              </a:ext>
            </a:extLst>
          </p:cNvPr>
          <p:cNvGrpSpPr/>
          <p:nvPr/>
        </p:nvGrpSpPr>
        <p:grpSpPr>
          <a:xfrm>
            <a:off x="10273053" y="4568227"/>
            <a:ext cx="94320" cy="165600"/>
            <a:chOff x="10273053" y="4568227"/>
            <a:chExt cx="9432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19587C-C4A5-8D7C-EA1B-202540838CF2}"/>
                    </a:ext>
                  </a:extLst>
                </p14:cNvPr>
                <p14:cNvContentPartPr/>
                <p14:nvPr/>
              </p14:nvContentPartPr>
              <p14:xfrm>
                <a:off x="10273053" y="4568227"/>
                <a:ext cx="5868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19587C-C4A5-8D7C-EA1B-202540838C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55053" y="4550227"/>
                  <a:ext cx="94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8B707D-FD85-2538-6616-DE76FDE90547}"/>
                    </a:ext>
                  </a:extLst>
                </p14:cNvPr>
                <p14:cNvContentPartPr/>
                <p14:nvPr/>
              </p14:nvContentPartPr>
              <p14:xfrm>
                <a:off x="10313373" y="4714747"/>
                <a:ext cx="54000" cy="1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8B707D-FD85-2538-6616-DE76FDE905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95373" y="4696747"/>
                  <a:ext cx="89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02D6EC4-0CC8-79F0-07E5-481CE53F05FF}"/>
              </a:ext>
            </a:extLst>
          </p:cNvPr>
          <p:cNvGrpSpPr/>
          <p:nvPr/>
        </p:nvGrpSpPr>
        <p:grpSpPr>
          <a:xfrm>
            <a:off x="9406173" y="4278427"/>
            <a:ext cx="427320" cy="1189440"/>
            <a:chOff x="9406173" y="4278427"/>
            <a:chExt cx="42732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8EC2853-0C94-3C6E-A7C7-8110963F6588}"/>
                    </a:ext>
                  </a:extLst>
                </p14:cNvPr>
                <p14:cNvContentPartPr/>
                <p14:nvPr/>
              </p14:nvContentPartPr>
              <p14:xfrm>
                <a:off x="9406173" y="4278427"/>
                <a:ext cx="220680" cy="28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8EC2853-0C94-3C6E-A7C7-8110963F65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88173" y="4260787"/>
                  <a:ext cx="256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1CF1AB-B41C-D913-904E-7AC6D8966CBF}"/>
                    </a:ext>
                  </a:extLst>
                </p14:cNvPr>
                <p14:cNvContentPartPr/>
                <p14:nvPr/>
              </p14:nvContentPartPr>
              <p14:xfrm>
                <a:off x="9491133" y="4402267"/>
                <a:ext cx="114840" cy="33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1CF1AB-B41C-D913-904E-7AC6D8966C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3133" y="4384267"/>
                  <a:ext cx="150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189518-F742-2E5D-F99F-41DE8E3FC855}"/>
                    </a:ext>
                  </a:extLst>
                </p14:cNvPr>
                <p14:cNvContentPartPr/>
                <p14:nvPr/>
              </p14:nvContentPartPr>
              <p14:xfrm>
                <a:off x="9537933" y="4363747"/>
                <a:ext cx="19440" cy="112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189518-F742-2E5D-F99F-41DE8E3FC8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9933" y="4345747"/>
                  <a:ext cx="55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C2BE6F-F535-D585-8410-F14FDC1E8971}"/>
                    </a:ext>
                  </a:extLst>
                </p14:cNvPr>
                <p14:cNvContentPartPr/>
                <p14:nvPr/>
              </p14:nvContentPartPr>
              <p14:xfrm>
                <a:off x="9457653" y="4642027"/>
                <a:ext cx="244080" cy="24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C2BE6F-F535-D585-8410-F14FDC1E897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39653" y="4624387"/>
                  <a:ext cx="279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853E2A5-8831-2A5D-5289-CF71F5ADC677}"/>
                    </a:ext>
                  </a:extLst>
                </p14:cNvPr>
                <p14:cNvContentPartPr/>
                <p14:nvPr/>
              </p14:nvContentPartPr>
              <p14:xfrm>
                <a:off x="9579333" y="4760107"/>
                <a:ext cx="86760" cy="36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853E2A5-8831-2A5D-5289-CF71F5ADC6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61693" y="4742107"/>
                  <a:ext cx="122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CF0F00-07AC-06F6-D280-803C5588E8FA}"/>
                    </a:ext>
                  </a:extLst>
                </p14:cNvPr>
                <p14:cNvContentPartPr/>
                <p14:nvPr/>
              </p14:nvContentPartPr>
              <p14:xfrm>
                <a:off x="9543693" y="4733827"/>
                <a:ext cx="25920" cy="4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CF0F00-07AC-06F6-D280-803C5588E8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25693" y="4715827"/>
                  <a:ext cx="615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3B2C0B-7DE7-D228-FD95-AB9B115B019B}"/>
                    </a:ext>
                  </a:extLst>
                </p14:cNvPr>
                <p14:cNvContentPartPr/>
                <p14:nvPr/>
              </p14:nvContentPartPr>
              <p14:xfrm>
                <a:off x="9503373" y="4930387"/>
                <a:ext cx="181440" cy="216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3B2C0B-7DE7-D228-FD95-AB9B115B019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85733" y="4912747"/>
                  <a:ext cx="217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5D59C6-80EA-91DD-076B-DAC0D2358777}"/>
                    </a:ext>
                  </a:extLst>
                </p14:cNvPr>
                <p14:cNvContentPartPr/>
                <p14:nvPr/>
              </p14:nvContentPartPr>
              <p14:xfrm>
                <a:off x="9572853" y="5048827"/>
                <a:ext cx="84600" cy="49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5D59C6-80EA-91DD-076B-DAC0D23587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55213" y="5030827"/>
                  <a:ext cx="120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F507FC2-77FE-475E-7EEA-1F9B00093937}"/>
                    </a:ext>
                  </a:extLst>
                </p14:cNvPr>
                <p14:cNvContentPartPr/>
                <p14:nvPr/>
              </p14:nvContentPartPr>
              <p14:xfrm>
                <a:off x="9591213" y="5038387"/>
                <a:ext cx="35280" cy="123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F507FC2-77FE-475E-7EEA-1F9B000939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73213" y="5020747"/>
                  <a:ext cx="7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A61B488-3AE1-CD0E-FBC5-206B73AF180F}"/>
                    </a:ext>
                  </a:extLst>
                </p14:cNvPr>
                <p14:cNvContentPartPr/>
                <p14:nvPr/>
              </p14:nvContentPartPr>
              <p14:xfrm>
                <a:off x="9562413" y="5215147"/>
                <a:ext cx="271080" cy="252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A61B488-3AE1-CD0E-FBC5-206B73AF18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44773" y="5197507"/>
                  <a:ext cx="306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3D29FC1-0150-2D1C-ED36-1044B3EE501C}"/>
                    </a:ext>
                  </a:extLst>
                </p14:cNvPr>
                <p14:cNvContentPartPr/>
                <p14:nvPr/>
              </p14:nvContentPartPr>
              <p14:xfrm>
                <a:off x="9694533" y="5305867"/>
                <a:ext cx="81360" cy="3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3D29FC1-0150-2D1C-ED36-1044B3EE501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76533" y="5288227"/>
                  <a:ext cx="11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9E2B01-0EDD-2964-7A76-CD69E8E3EDF1}"/>
                    </a:ext>
                  </a:extLst>
                </p14:cNvPr>
                <p14:cNvContentPartPr/>
                <p14:nvPr/>
              </p14:nvContentPartPr>
              <p14:xfrm>
                <a:off x="9721173" y="5279947"/>
                <a:ext cx="21960" cy="91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9E2B01-0EDD-2964-7A76-CD69E8E3ED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03533" y="5262307"/>
                  <a:ext cx="576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708DEE8-B351-02A3-2EB3-9007769F8EB3}"/>
              </a:ext>
            </a:extLst>
          </p:cNvPr>
          <p:cNvGrpSpPr/>
          <p:nvPr/>
        </p:nvGrpSpPr>
        <p:grpSpPr>
          <a:xfrm>
            <a:off x="8459013" y="4352227"/>
            <a:ext cx="460080" cy="1141560"/>
            <a:chOff x="8459013" y="4352227"/>
            <a:chExt cx="460080" cy="11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BF7EFF-7CEF-8DB1-E1A7-264CF708B490}"/>
                    </a:ext>
                  </a:extLst>
                </p14:cNvPr>
                <p14:cNvContentPartPr/>
                <p14:nvPr/>
              </p14:nvContentPartPr>
              <p14:xfrm>
                <a:off x="8459013" y="4352227"/>
                <a:ext cx="240480" cy="29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BF7EFF-7CEF-8DB1-E1A7-264CF708B4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41373" y="4334587"/>
                  <a:ext cx="276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4077B7-DDE7-FA3F-6957-9107109ED2A4}"/>
                    </a:ext>
                  </a:extLst>
                </p14:cNvPr>
                <p14:cNvContentPartPr/>
                <p14:nvPr/>
              </p14:nvContentPartPr>
              <p14:xfrm>
                <a:off x="8552613" y="4697827"/>
                <a:ext cx="23832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4077B7-DDE7-FA3F-6957-9107109ED2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4613" y="4679827"/>
                  <a:ext cx="273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50F71CD-431B-6AF9-9764-7E7749A78EDE}"/>
                    </a:ext>
                  </a:extLst>
                </p14:cNvPr>
                <p14:cNvContentPartPr/>
                <p14:nvPr/>
              </p14:nvContentPartPr>
              <p14:xfrm>
                <a:off x="8620293" y="4946227"/>
                <a:ext cx="253080" cy="238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50F71CD-431B-6AF9-9764-7E7749A78ED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02653" y="4928227"/>
                  <a:ext cx="288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C1544D-55CD-3FC7-2AF5-C898F6940ED9}"/>
                    </a:ext>
                  </a:extLst>
                </p14:cNvPr>
                <p14:cNvContentPartPr/>
                <p14:nvPr/>
              </p14:nvContentPartPr>
              <p14:xfrm>
                <a:off x="8662413" y="5204347"/>
                <a:ext cx="256680" cy="289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DC1544D-55CD-3FC7-2AF5-C898F6940E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44413" y="5186707"/>
                  <a:ext cx="292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318FDCC-7CD8-6880-D3AA-18F50355CF59}"/>
                    </a:ext>
                  </a:extLst>
                </p14:cNvPr>
                <p14:cNvContentPartPr/>
                <p14:nvPr/>
              </p14:nvContentPartPr>
              <p14:xfrm>
                <a:off x="8586093" y="4481107"/>
                <a:ext cx="71280" cy="12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318FDCC-7CD8-6880-D3AA-18F50355CF5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8093" y="4463107"/>
                  <a:ext cx="106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7E7B24-8600-4DE2-00A8-A4CD815526E6}"/>
                    </a:ext>
                  </a:extLst>
                </p14:cNvPr>
                <p14:cNvContentPartPr/>
                <p14:nvPr/>
              </p14:nvContentPartPr>
              <p14:xfrm>
                <a:off x="8686533" y="4820227"/>
                <a:ext cx="67320" cy="1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7E7B24-8600-4DE2-00A8-A4CD815526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68533" y="4802587"/>
                  <a:ext cx="102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47B4A8-5858-4D81-1277-431014CC32FC}"/>
                    </a:ext>
                  </a:extLst>
                </p14:cNvPr>
                <p14:cNvContentPartPr/>
                <p14:nvPr/>
              </p14:nvContentPartPr>
              <p14:xfrm>
                <a:off x="8758173" y="5052067"/>
                <a:ext cx="44640" cy="2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47B4A8-5858-4D81-1277-431014CC32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40533" y="5034427"/>
                  <a:ext cx="80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9B0FA0-F405-64B0-2D12-64028437EBFA}"/>
                    </a:ext>
                  </a:extLst>
                </p14:cNvPr>
                <p14:cNvContentPartPr/>
                <p14:nvPr/>
              </p14:nvContentPartPr>
              <p14:xfrm>
                <a:off x="8774373" y="5341147"/>
                <a:ext cx="73080" cy="36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9B0FA0-F405-64B0-2D12-64028437EBF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56373" y="5323147"/>
                  <a:ext cx="1087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E894B69-5E4E-E0AF-3B0B-96EBC0A2CEBC}"/>
              </a:ext>
            </a:extLst>
          </p:cNvPr>
          <p:cNvGrpSpPr/>
          <p:nvPr/>
        </p:nvGrpSpPr>
        <p:grpSpPr>
          <a:xfrm>
            <a:off x="8676813" y="3498667"/>
            <a:ext cx="738000" cy="395640"/>
            <a:chOff x="8676813" y="3498667"/>
            <a:chExt cx="7380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32FD4-3344-80E1-95A4-CF8BC3AD54F3}"/>
                    </a:ext>
                  </a:extLst>
                </p14:cNvPr>
                <p14:cNvContentPartPr/>
                <p14:nvPr/>
              </p14:nvContentPartPr>
              <p14:xfrm>
                <a:off x="8676813" y="3572827"/>
                <a:ext cx="279720" cy="32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32FD4-3344-80E1-95A4-CF8BC3AD54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8813" y="3554827"/>
                  <a:ext cx="315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D76AED5-83D7-0F36-3549-A035DEB767C9}"/>
                    </a:ext>
                  </a:extLst>
                </p14:cNvPr>
                <p14:cNvContentPartPr/>
                <p14:nvPr/>
              </p14:nvContentPartPr>
              <p14:xfrm>
                <a:off x="9020613" y="3685507"/>
                <a:ext cx="160920" cy="155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D76AED5-83D7-0F36-3549-A035DEB767C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02973" y="3667507"/>
                  <a:ext cx="19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ABB46DC-A651-5177-E11F-32187F616129}"/>
                    </a:ext>
                  </a:extLst>
                </p14:cNvPr>
                <p14:cNvContentPartPr/>
                <p14:nvPr/>
              </p14:nvContentPartPr>
              <p14:xfrm>
                <a:off x="9243813" y="3498667"/>
                <a:ext cx="94320" cy="244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ABB46DC-A651-5177-E11F-32187F6161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25813" y="3480667"/>
                  <a:ext cx="129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6775D3-253E-7B05-7E86-96A526D0CE89}"/>
                    </a:ext>
                  </a:extLst>
                </p14:cNvPr>
                <p14:cNvContentPartPr/>
                <p14:nvPr/>
              </p14:nvContentPartPr>
              <p14:xfrm>
                <a:off x="9378093" y="3517387"/>
                <a:ext cx="36720" cy="19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6775D3-253E-7B05-7E86-96A526D0CE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60093" y="3499747"/>
                  <a:ext cx="7236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433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B30F-89EC-B7AD-79D6-C76EDD0E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1F3D-7421-4CE2-4BF5-3376EB38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376FD29D-381F-4BA5-9578-16A4DFECC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2F42E-AC7D-98E8-F4CC-73BF440B5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3CAF7B9-1919-79E9-59E6-C10681ECA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D2CF64E8-19C4-721D-9DA8-3128995F993F}"/>
              </a:ext>
            </a:extLst>
          </p:cNvPr>
          <p:cNvGrpSpPr/>
          <p:nvPr/>
        </p:nvGrpSpPr>
        <p:grpSpPr>
          <a:xfrm>
            <a:off x="7251573" y="3875587"/>
            <a:ext cx="3937680" cy="2972880"/>
            <a:chOff x="7251573" y="3875587"/>
            <a:chExt cx="3937680" cy="29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799755-3293-E1C7-103E-398C16F5D707}"/>
                    </a:ext>
                  </a:extLst>
                </p14:cNvPr>
                <p14:cNvContentPartPr/>
                <p14:nvPr/>
              </p14:nvContentPartPr>
              <p14:xfrm>
                <a:off x="7746933" y="4377067"/>
                <a:ext cx="105120" cy="98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799755-3293-E1C7-103E-398C16F5D7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28871" y="4359067"/>
                  <a:ext cx="140882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2E9918-0BE7-4E4F-C704-32E73098FDAA}"/>
                    </a:ext>
                  </a:extLst>
                </p14:cNvPr>
                <p14:cNvContentPartPr/>
                <p14:nvPr/>
              </p14:nvContentPartPr>
              <p14:xfrm>
                <a:off x="7742253" y="4215787"/>
                <a:ext cx="2492640" cy="17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2E9918-0BE7-4E4F-C704-32E73098FD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24253" y="4197787"/>
                  <a:ext cx="2528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C9CC88-0324-BCDF-9B34-A9CD934859DC}"/>
                    </a:ext>
                  </a:extLst>
                </p14:cNvPr>
                <p14:cNvContentPartPr/>
                <p14:nvPr/>
              </p14:nvContentPartPr>
              <p14:xfrm>
                <a:off x="8149413" y="4239187"/>
                <a:ext cx="2414880" cy="131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C9CC88-0324-BCDF-9B34-A9CD934859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1416" y="4221187"/>
                  <a:ext cx="2450515" cy="13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4BBFEB-DA91-063B-C63B-14C8EE564009}"/>
                    </a:ext>
                  </a:extLst>
                </p14:cNvPr>
                <p14:cNvContentPartPr/>
                <p14:nvPr/>
              </p14:nvContentPartPr>
              <p14:xfrm>
                <a:off x="9020613" y="4284187"/>
                <a:ext cx="156240" cy="1272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4BBFEB-DA91-063B-C63B-14C8EE5640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2613" y="4266187"/>
                  <a:ext cx="191880" cy="13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ED7B1B-D21C-BD4A-85A3-30AD4B6B7ECA}"/>
                    </a:ext>
                  </a:extLst>
                </p14:cNvPr>
                <p14:cNvContentPartPr/>
                <p14:nvPr/>
              </p14:nvContentPartPr>
              <p14:xfrm>
                <a:off x="8246613" y="4041187"/>
                <a:ext cx="63360" cy="252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ED7B1B-D21C-BD4A-85A3-30AD4B6B7E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28613" y="4023187"/>
                  <a:ext cx="99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B7FC79-F098-5A9E-5BD4-636C204AE139}"/>
                    </a:ext>
                  </a:extLst>
                </p14:cNvPr>
                <p14:cNvContentPartPr/>
                <p14:nvPr/>
              </p14:nvContentPartPr>
              <p14:xfrm>
                <a:off x="8232573" y="3995107"/>
                <a:ext cx="17784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B7FC79-F098-5A9E-5BD4-636C204AE1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14573" y="3977107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820E5B-E5A6-1DC8-B2FE-495C33A78D9F}"/>
                    </a:ext>
                  </a:extLst>
                </p14:cNvPr>
                <p14:cNvContentPartPr/>
                <p14:nvPr/>
              </p14:nvContentPartPr>
              <p14:xfrm>
                <a:off x="9618933" y="3919867"/>
                <a:ext cx="21240" cy="24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820E5B-E5A6-1DC8-B2FE-495C33A78D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00933" y="3901867"/>
                  <a:ext cx="56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D5C9F5-7573-84E7-27A6-362634A0C694}"/>
                    </a:ext>
                  </a:extLst>
                </p14:cNvPr>
                <p14:cNvContentPartPr/>
                <p14:nvPr/>
              </p14:nvContentPartPr>
              <p14:xfrm>
                <a:off x="9590493" y="3875587"/>
                <a:ext cx="194040" cy="21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D5C9F5-7573-84E7-27A6-362634A0C6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2493" y="3857587"/>
                  <a:ext cx="229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134002-05F5-636B-AA8F-2CBA150BF1C8}"/>
                    </a:ext>
                  </a:extLst>
                </p14:cNvPr>
                <p14:cNvContentPartPr/>
                <p14:nvPr/>
              </p14:nvContentPartPr>
              <p14:xfrm>
                <a:off x="8061573" y="4548067"/>
                <a:ext cx="172800" cy="2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134002-05F5-636B-AA8F-2CBA150BF1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43573" y="4530067"/>
                  <a:ext cx="20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DCEDC0-4D88-6E1D-E205-1FA9F0193E68}"/>
                    </a:ext>
                  </a:extLst>
                </p14:cNvPr>
                <p14:cNvContentPartPr/>
                <p14:nvPr/>
              </p14:nvContentPartPr>
              <p14:xfrm>
                <a:off x="8138973" y="4453387"/>
                <a:ext cx="51840" cy="149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DCEDC0-4D88-6E1D-E205-1FA9F0193E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20847" y="4435387"/>
                  <a:ext cx="87729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C48C67-D16F-D820-062B-2627D049578A}"/>
                    </a:ext>
                  </a:extLst>
                </p14:cNvPr>
                <p14:cNvContentPartPr/>
                <p14:nvPr/>
              </p14:nvContentPartPr>
              <p14:xfrm>
                <a:off x="8132493" y="4772707"/>
                <a:ext cx="130680" cy="2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1C48C67-D16F-D820-062B-2627D04957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14493" y="4754957"/>
                  <a:ext cx="166320" cy="60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421336-C434-0CFF-A7B3-30D673FF3622}"/>
                    </a:ext>
                  </a:extLst>
                </p14:cNvPr>
                <p14:cNvContentPartPr/>
                <p14:nvPr/>
              </p14:nvContentPartPr>
              <p14:xfrm>
                <a:off x="8174253" y="4734907"/>
                <a:ext cx="27720" cy="10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421336-C434-0CFF-A7B3-30D673FF36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56253" y="4716907"/>
                  <a:ext cx="6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94BE05-D723-E150-16D5-EBC9389CE1E8}"/>
                    </a:ext>
                  </a:extLst>
                </p14:cNvPr>
                <p14:cNvContentPartPr/>
                <p14:nvPr/>
              </p14:nvContentPartPr>
              <p14:xfrm>
                <a:off x="8172453" y="4968907"/>
                <a:ext cx="10620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194BE05-D723-E150-16D5-EBC9389CE1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54392" y="4950707"/>
                  <a:ext cx="141961" cy="687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3DBC9BD-99C6-1446-4694-015F829A9A7E}"/>
                    </a:ext>
                  </a:extLst>
                </p14:cNvPr>
                <p14:cNvContentPartPr/>
                <p14:nvPr/>
              </p14:nvContentPartPr>
              <p14:xfrm>
                <a:off x="8189013" y="4924987"/>
                <a:ext cx="24120" cy="9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3DBC9BD-99C6-1446-4694-015F829A9A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1278" y="4907055"/>
                  <a:ext cx="59236" cy="1305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AB610-4D97-FCA5-5DA2-0C81FDDF3444}"/>
                    </a:ext>
                  </a:extLst>
                </p14:cNvPr>
                <p14:cNvContentPartPr/>
                <p14:nvPr/>
              </p14:nvContentPartPr>
              <p14:xfrm>
                <a:off x="8187213" y="5168347"/>
                <a:ext cx="138600" cy="34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AB610-4D97-FCA5-5DA2-0C81FDDF34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69213" y="5150347"/>
                  <a:ext cx="174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CCE42D-C2E6-A0E5-C9AE-281E3D01F701}"/>
                    </a:ext>
                  </a:extLst>
                </p14:cNvPr>
                <p14:cNvContentPartPr/>
                <p14:nvPr/>
              </p14:nvContentPartPr>
              <p14:xfrm>
                <a:off x="8262813" y="5145667"/>
                <a:ext cx="1512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CCE42D-C2E6-A0E5-C9AE-281E3D01F7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4813" y="5127667"/>
                  <a:ext cx="50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C53535-0DAD-9E64-1C4E-9BE99F746F1C}"/>
                    </a:ext>
                  </a:extLst>
                </p14:cNvPr>
                <p14:cNvContentPartPr/>
                <p14:nvPr/>
              </p14:nvContentPartPr>
              <p14:xfrm>
                <a:off x="8254533" y="5365627"/>
                <a:ext cx="82440" cy="1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C53535-0DAD-9E64-1C4E-9BE99F746F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36611" y="5347627"/>
                  <a:ext cx="117925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ACC220-E057-AD40-597C-1547610D8203}"/>
                    </a:ext>
                  </a:extLst>
                </p14:cNvPr>
                <p14:cNvContentPartPr/>
                <p14:nvPr/>
              </p14:nvContentPartPr>
              <p14:xfrm>
                <a:off x="8315013" y="5353387"/>
                <a:ext cx="16560" cy="117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ACC220-E057-AD40-597C-1547610D82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97013" y="5335387"/>
                  <a:ext cx="52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750D74-7D9D-8C33-5C73-F4654E8A0D4E}"/>
                    </a:ext>
                  </a:extLst>
                </p14:cNvPr>
                <p14:cNvContentPartPr/>
                <p14:nvPr/>
              </p14:nvContentPartPr>
              <p14:xfrm>
                <a:off x="10078653" y="4364827"/>
                <a:ext cx="7272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750D74-7D9D-8C33-5C73-F4654E8A0D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0653" y="4346827"/>
                  <a:ext cx="108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CC6B07-318D-72ED-CF22-9D35E8A846DD}"/>
                    </a:ext>
                  </a:extLst>
                </p14:cNvPr>
                <p14:cNvContentPartPr/>
                <p14:nvPr/>
              </p14:nvContentPartPr>
              <p14:xfrm>
                <a:off x="10023933" y="4532227"/>
                <a:ext cx="95040" cy="3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CC6B07-318D-72ED-CF22-9D35E8A846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5933" y="4514041"/>
                  <a:ext cx="130680" cy="712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D6EA58-5335-073E-1D0C-B8AF725FC6C7}"/>
                    </a:ext>
                  </a:extLst>
                </p14:cNvPr>
                <p14:cNvContentPartPr/>
                <p14:nvPr/>
              </p14:nvContentPartPr>
              <p14:xfrm>
                <a:off x="10089813" y="4728427"/>
                <a:ext cx="63000" cy="1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D6EA58-5335-073E-1D0C-B8AF725FC6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71813" y="4710060"/>
                  <a:ext cx="986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016E13B-52FE-0E44-1C7A-6278A804F3D9}"/>
                    </a:ext>
                  </a:extLst>
                </p14:cNvPr>
                <p14:cNvContentPartPr/>
                <p14:nvPr/>
              </p14:nvContentPartPr>
              <p14:xfrm>
                <a:off x="10110693" y="4869907"/>
                <a:ext cx="103320" cy="2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016E13B-52FE-0E44-1C7A-6278A804F3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92630" y="4851907"/>
                  <a:ext cx="139085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923041-AB44-8794-01A5-212D10A9217F}"/>
                    </a:ext>
                  </a:extLst>
                </p14:cNvPr>
                <p14:cNvContentPartPr/>
                <p14:nvPr/>
              </p14:nvContentPartPr>
              <p14:xfrm>
                <a:off x="10150653" y="5004907"/>
                <a:ext cx="83520" cy="1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923041-AB44-8794-01A5-212D10A921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2653" y="4986907"/>
                  <a:ext cx="119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640E2C-E4DD-680D-6914-F1F09E2006CA}"/>
                    </a:ext>
                  </a:extLst>
                </p14:cNvPr>
                <p14:cNvContentPartPr/>
                <p14:nvPr/>
              </p14:nvContentPartPr>
              <p14:xfrm>
                <a:off x="10158573" y="5123707"/>
                <a:ext cx="9648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640E2C-E4DD-680D-6914-F1F09E2006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0573" y="5105893"/>
                  <a:ext cx="132120" cy="698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984F24-9817-DC4E-BA85-6B826A636BDC}"/>
                    </a:ext>
                  </a:extLst>
                </p14:cNvPr>
                <p14:cNvContentPartPr/>
                <p14:nvPr/>
              </p14:nvContentPartPr>
              <p14:xfrm>
                <a:off x="10212933" y="5292547"/>
                <a:ext cx="50760" cy="13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984F24-9817-DC4E-BA85-6B826A636BD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94933" y="5274547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635545-B570-110D-A4CF-33290E3F4EFD}"/>
                    </a:ext>
                  </a:extLst>
                </p14:cNvPr>
                <p14:cNvContentPartPr/>
                <p14:nvPr/>
              </p14:nvContentPartPr>
              <p14:xfrm>
                <a:off x="9110613" y="4291387"/>
                <a:ext cx="270000" cy="271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635545-B570-110D-A4CF-33290E3F4E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92637" y="4273411"/>
                  <a:ext cx="305593" cy="306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F79E76-B118-51CA-C2A5-60EE39766B23}"/>
                    </a:ext>
                  </a:extLst>
                </p14:cNvPr>
                <p14:cNvContentPartPr/>
                <p14:nvPr/>
              </p14:nvContentPartPr>
              <p14:xfrm>
                <a:off x="9160293" y="4570387"/>
                <a:ext cx="263520" cy="26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F79E76-B118-51CA-C2A5-60EE39766B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2293" y="4552387"/>
                  <a:ext cx="299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E0F2A0-2AA2-BBBD-B404-14A6FAB13581}"/>
                    </a:ext>
                  </a:extLst>
                </p14:cNvPr>
                <p14:cNvContentPartPr/>
                <p14:nvPr/>
              </p14:nvContentPartPr>
              <p14:xfrm>
                <a:off x="9196293" y="4856227"/>
                <a:ext cx="190440" cy="29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E0F2A0-2AA2-BBBD-B404-14A6FAB135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78293" y="4838205"/>
                  <a:ext cx="226080" cy="331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49C275-8043-EE7A-F359-68AFC4A23C66}"/>
                    </a:ext>
                  </a:extLst>
                </p14:cNvPr>
                <p14:cNvContentPartPr/>
                <p14:nvPr/>
              </p14:nvContentPartPr>
              <p14:xfrm>
                <a:off x="9248133" y="5198947"/>
                <a:ext cx="224640" cy="21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49C275-8043-EE7A-F359-68AFC4A23C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0133" y="5180917"/>
                  <a:ext cx="260280" cy="254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55E52F-396D-262F-9124-5FA5050336FD}"/>
                    </a:ext>
                  </a:extLst>
                </p14:cNvPr>
                <p14:cNvContentPartPr/>
                <p14:nvPr/>
              </p14:nvContentPartPr>
              <p14:xfrm>
                <a:off x="9155253" y="4414507"/>
                <a:ext cx="109440" cy="23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55E52F-396D-262F-9124-5FA5050336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37253" y="4396776"/>
                  <a:ext cx="145080" cy="58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093828-B7B8-2A3B-9B9F-1B210175E6BC}"/>
                    </a:ext>
                  </a:extLst>
                </p14:cNvPr>
                <p14:cNvContentPartPr/>
                <p14:nvPr/>
              </p14:nvContentPartPr>
              <p14:xfrm>
                <a:off x="9204573" y="4382827"/>
                <a:ext cx="23760" cy="73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093828-B7B8-2A3B-9B9F-1B210175E6B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86842" y="4364739"/>
                  <a:ext cx="58868" cy="1096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F75D659-69A2-3FBA-3F4C-CB124BFC1487}"/>
                    </a:ext>
                  </a:extLst>
                </p14:cNvPr>
                <p14:cNvContentPartPr/>
                <p14:nvPr/>
              </p14:nvContentPartPr>
              <p14:xfrm>
                <a:off x="9253173" y="4695667"/>
                <a:ext cx="86040" cy="7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F75D659-69A2-3FBA-3F4C-CB124BFC14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35248" y="4677667"/>
                  <a:ext cx="121532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791211-7A52-4EF7-249A-18CBFA285A8F}"/>
                    </a:ext>
                  </a:extLst>
                </p14:cNvPr>
                <p14:cNvContentPartPr/>
                <p14:nvPr/>
              </p14:nvContentPartPr>
              <p14:xfrm>
                <a:off x="9299253" y="4647067"/>
                <a:ext cx="19440" cy="109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791211-7A52-4EF7-249A-18CBFA285A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81253" y="4629067"/>
                  <a:ext cx="5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7352D4-73C8-B69B-6C34-3CF5F937D05C}"/>
                    </a:ext>
                  </a:extLst>
                </p14:cNvPr>
                <p14:cNvContentPartPr/>
                <p14:nvPr/>
              </p14:nvContentPartPr>
              <p14:xfrm>
                <a:off x="9269373" y="4963867"/>
                <a:ext cx="120240" cy="16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7352D4-73C8-B69B-6C34-3CF5F937D05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51373" y="4945867"/>
                  <a:ext cx="155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3266818-0167-69D1-63A2-2054646B7F7B}"/>
                    </a:ext>
                  </a:extLst>
                </p14:cNvPr>
                <p14:cNvContentPartPr/>
                <p14:nvPr/>
              </p14:nvContentPartPr>
              <p14:xfrm>
                <a:off x="9308253" y="4923187"/>
                <a:ext cx="12600" cy="192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3266818-0167-69D1-63A2-2054646B7F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90253" y="4905187"/>
                  <a:ext cx="48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C8BF0C-AFA3-79D8-4047-FF1160C2B751}"/>
                    </a:ext>
                  </a:extLst>
                </p14:cNvPr>
                <p14:cNvContentPartPr/>
                <p14:nvPr/>
              </p14:nvContentPartPr>
              <p14:xfrm>
                <a:off x="9335253" y="5296507"/>
                <a:ext cx="81360" cy="20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C8BF0C-AFA3-79D8-4047-FF1160C2B7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17253" y="5278507"/>
                  <a:ext cx="117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FC73FF-384E-9037-DF54-EB0D10C97FDC}"/>
                    </a:ext>
                  </a:extLst>
                </p14:cNvPr>
                <p14:cNvContentPartPr/>
                <p14:nvPr/>
              </p14:nvContentPartPr>
              <p14:xfrm>
                <a:off x="9380973" y="5274187"/>
                <a:ext cx="9000" cy="10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FC73FF-384E-9037-DF54-EB0D10C97F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62973" y="5256249"/>
                  <a:ext cx="44640" cy="140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7081062-2FF8-BF9A-894D-3AE29197C589}"/>
                    </a:ext>
                  </a:extLst>
                </p14:cNvPr>
                <p14:cNvContentPartPr/>
                <p14:nvPr/>
              </p14:nvContentPartPr>
              <p14:xfrm>
                <a:off x="8728293" y="4314067"/>
                <a:ext cx="294840" cy="26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7081062-2FF8-BF9A-894D-3AE29197C58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710293" y="4296067"/>
                  <a:ext cx="3304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1409AA-FE0B-B831-75EB-7AA1F32E6E4E}"/>
                    </a:ext>
                  </a:extLst>
                </p14:cNvPr>
                <p14:cNvContentPartPr/>
                <p14:nvPr/>
              </p14:nvContentPartPr>
              <p14:xfrm>
                <a:off x="8818653" y="4406947"/>
                <a:ext cx="87840" cy="52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1409AA-FE0B-B831-75EB-7AA1F32E6E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0579" y="4388947"/>
                  <a:ext cx="123627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DDC52F-37B1-B9DC-9485-0F7E66A07D5C}"/>
                    </a:ext>
                  </a:extLst>
                </p14:cNvPr>
                <p14:cNvContentPartPr/>
                <p14:nvPr/>
              </p14:nvContentPartPr>
              <p14:xfrm>
                <a:off x="8895333" y="4716187"/>
                <a:ext cx="56160" cy="1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DDC52F-37B1-B9DC-9485-0F7E66A07D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7217" y="4698187"/>
                  <a:ext cx="9203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3C2E05-28B4-23D1-E07C-CC2217B6810C}"/>
                    </a:ext>
                  </a:extLst>
                </p14:cNvPr>
                <p14:cNvContentPartPr/>
                <p14:nvPr/>
              </p14:nvContentPartPr>
              <p14:xfrm>
                <a:off x="8828733" y="4620787"/>
                <a:ext cx="253080" cy="221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3C2E05-28B4-23D1-E07C-CC2217B681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10733" y="4602787"/>
                  <a:ext cx="288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4DBABD-9678-C0AC-A593-31F7EA4615F9}"/>
                    </a:ext>
                  </a:extLst>
                </p14:cNvPr>
                <p14:cNvContentPartPr/>
                <p14:nvPr/>
              </p14:nvContentPartPr>
              <p14:xfrm>
                <a:off x="8871573" y="4926427"/>
                <a:ext cx="198360" cy="21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4DBABD-9678-C0AC-A593-31F7EA4615F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53573" y="4908427"/>
                  <a:ext cx="234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E8B34A-8D0F-431D-67DF-C6D8A445D521}"/>
                    </a:ext>
                  </a:extLst>
                </p14:cNvPr>
                <p14:cNvContentPartPr/>
                <p14:nvPr/>
              </p14:nvContentPartPr>
              <p14:xfrm>
                <a:off x="8942853" y="4999867"/>
                <a:ext cx="86040" cy="5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E8B34A-8D0F-431D-67DF-C6D8A445D52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24853" y="4981867"/>
                  <a:ext cx="121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8CA91B-7929-393C-21FE-F059058B300E}"/>
                    </a:ext>
                  </a:extLst>
                </p14:cNvPr>
                <p14:cNvContentPartPr/>
                <p14:nvPr/>
              </p14:nvContentPartPr>
              <p14:xfrm>
                <a:off x="8877333" y="5156107"/>
                <a:ext cx="204120" cy="25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8CA91B-7929-393C-21FE-F059058B30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59333" y="5138107"/>
                  <a:ext cx="23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2F1A55-D433-72E2-85F8-FE31B0ADAC63}"/>
                    </a:ext>
                  </a:extLst>
                </p14:cNvPr>
                <p14:cNvContentPartPr/>
                <p14:nvPr/>
              </p14:nvContentPartPr>
              <p14:xfrm>
                <a:off x="8952213" y="5260147"/>
                <a:ext cx="51480" cy="1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2F1A55-D433-72E2-85F8-FE31B0ADAC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34213" y="5242147"/>
                  <a:ext cx="87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4670DF-FA54-FC27-ACD4-F9548BF267C5}"/>
                    </a:ext>
                  </a:extLst>
                </p14:cNvPr>
                <p14:cNvContentPartPr/>
                <p14:nvPr/>
              </p14:nvContentPartPr>
              <p14:xfrm>
                <a:off x="7275693" y="4871347"/>
                <a:ext cx="549000" cy="57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4670DF-FA54-FC27-ACD4-F9548BF267C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57693" y="4853347"/>
                  <a:ext cx="584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12D588-7F74-137A-1482-47952AEBE5B5}"/>
                    </a:ext>
                  </a:extLst>
                </p14:cNvPr>
                <p14:cNvContentPartPr/>
                <p14:nvPr/>
              </p14:nvContentPartPr>
              <p14:xfrm>
                <a:off x="7251573" y="4958107"/>
                <a:ext cx="134640" cy="1244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12D588-7F74-137A-1482-47952AEBE5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3573" y="4940107"/>
                  <a:ext cx="170280" cy="12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4A5AEE-469A-8543-6C13-47ECAD46DF96}"/>
                    </a:ext>
                  </a:extLst>
                </p14:cNvPr>
                <p14:cNvContentPartPr/>
                <p14:nvPr/>
              </p14:nvContentPartPr>
              <p14:xfrm>
                <a:off x="7388013" y="6161947"/>
                <a:ext cx="29880" cy="18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4A5AEE-469A-8543-6C13-47ECAD46DF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9793" y="6143947"/>
                  <a:ext cx="65955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C90F6B6-5634-1B84-F49E-490B5583C2F9}"/>
                    </a:ext>
                  </a:extLst>
                </p14:cNvPr>
                <p14:cNvContentPartPr/>
                <p14:nvPr/>
              </p14:nvContentPartPr>
              <p14:xfrm>
                <a:off x="7421133" y="6299107"/>
                <a:ext cx="64404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C90F6B6-5634-1B84-F49E-490B5583C2F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03133" y="6281107"/>
                  <a:ext cx="679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9E9B53-7ECF-9626-2E7D-637CF5FF1A1E}"/>
                    </a:ext>
                  </a:extLst>
                </p14:cNvPr>
                <p14:cNvContentPartPr/>
                <p14:nvPr/>
              </p14:nvContentPartPr>
              <p14:xfrm>
                <a:off x="8078853" y="6147187"/>
                <a:ext cx="31320" cy="2754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9E9B53-7ECF-9626-2E7D-637CF5FF1A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60853" y="6129163"/>
                  <a:ext cx="66960" cy="3110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3FBDB3-8096-8BBB-1C0D-95D0E81287AF}"/>
                    </a:ext>
                  </a:extLst>
                </p14:cNvPr>
                <p14:cNvContentPartPr/>
                <p14:nvPr/>
              </p14:nvContentPartPr>
              <p14:xfrm>
                <a:off x="8194053" y="5961067"/>
                <a:ext cx="105480" cy="887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3FBDB3-8096-8BBB-1C0D-95D0E81287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75991" y="5943067"/>
                  <a:ext cx="141242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2A75B44-4066-55D6-A977-A896CF675DB8}"/>
                    </a:ext>
                  </a:extLst>
                </p14:cNvPr>
                <p14:cNvContentPartPr/>
                <p14:nvPr/>
              </p14:nvContentPartPr>
              <p14:xfrm>
                <a:off x="8296653" y="6175267"/>
                <a:ext cx="2436480" cy="14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2A75B44-4066-55D6-A977-A896CF675D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8653" y="6157224"/>
                  <a:ext cx="2472120" cy="18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DB2289-A94A-9679-7FF0-531EE35BA643}"/>
                    </a:ext>
                  </a:extLst>
                </p14:cNvPr>
                <p14:cNvContentPartPr/>
                <p14:nvPr/>
              </p14:nvContentPartPr>
              <p14:xfrm>
                <a:off x="10445853" y="4517827"/>
                <a:ext cx="743400" cy="1782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DB2289-A94A-9679-7FF0-531EE35BA6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27853" y="4499831"/>
                  <a:ext cx="779040" cy="181763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45E353A-B8C4-8509-4E94-11C502592E7E}"/>
                  </a:ext>
                </a:extLst>
              </p14:cNvPr>
              <p14:cNvContentPartPr/>
              <p14:nvPr/>
            </p14:nvContentPartPr>
            <p14:xfrm>
              <a:off x="7306293" y="4027507"/>
              <a:ext cx="321840" cy="63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45E353A-B8C4-8509-4E94-11C502592E7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288293" y="4009507"/>
                <a:ext cx="35748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2F93670-1E72-6D8C-82FC-978D1C2925A1}"/>
              </a:ext>
            </a:extLst>
          </p:cNvPr>
          <p:cNvGrpSpPr/>
          <p:nvPr/>
        </p:nvGrpSpPr>
        <p:grpSpPr>
          <a:xfrm>
            <a:off x="10306893" y="3624307"/>
            <a:ext cx="432360" cy="398520"/>
            <a:chOff x="10306893" y="3624307"/>
            <a:chExt cx="4323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4DE63A-8021-A4EF-BA79-4E80BA301331}"/>
                    </a:ext>
                  </a:extLst>
                </p14:cNvPr>
                <p14:cNvContentPartPr/>
                <p14:nvPr/>
              </p14:nvContentPartPr>
              <p14:xfrm>
                <a:off x="10306893" y="3848947"/>
                <a:ext cx="432360" cy="67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84DE63A-8021-A4EF-BA79-4E80BA30133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88893" y="3831042"/>
                  <a:ext cx="468000" cy="103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FACA4A-4A12-2051-2068-19887E2E976D}"/>
                    </a:ext>
                  </a:extLst>
                </p14:cNvPr>
                <p14:cNvContentPartPr/>
                <p14:nvPr/>
              </p14:nvContentPartPr>
              <p14:xfrm>
                <a:off x="10544133" y="3624307"/>
                <a:ext cx="87840" cy="39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FACA4A-4A12-2051-2068-19887E2E97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26059" y="3606291"/>
                  <a:ext cx="123627" cy="43419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53DD61F-BD8A-C992-68E9-3F6B1A8C0976}"/>
              </a:ext>
            </a:extLst>
          </p:cNvPr>
          <p:cNvGrpSpPr/>
          <p:nvPr/>
        </p:nvGrpSpPr>
        <p:grpSpPr>
          <a:xfrm>
            <a:off x="7841973" y="4471387"/>
            <a:ext cx="316440" cy="1027440"/>
            <a:chOff x="7841973" y="4471387"/>
            <a:chExt cx="316440" cy="10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1FB147-BDA1-AF1A-69E2-8F5A285B6FF7}"/>
                    </a:ext>
                  </a:extLst>
                </p14:cNvPr>
                <p14:cNvContentPartPr/>
                <p14:nvPr/>
              </p14:nvContentPartPr>
              <p14:xfrm>
                <a:off x="7841973" y="4563907"/>
                <a:ext cx="127800" cy="1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1FB147-BDA1-AF1A-69E2-8F5A285B6F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3973" y="4545907"/>
                  <a:ext cx="163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802B620-A49C-36C9-8CDD-66565AA1C292}"/>
                    </a:ext>
                  </a:extLst>
                </p14:cNvPr>
                <p14:cNvContentPartPr/>
                <p14:nvPr/>
              </p14:nvContentPartPr>
              <p14:xfrm>
                <a:off x="7904973" y="4471387"/>
                <a:ext cx="33840" cy="15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802B620-A49C-36C9-8CDD-66565AA1C2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86973" y="4453387"/>
                  <a:ext cx="69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450630-5F1B-B437-E98A-AE3CD5024F04}"/>
                    </a:ext>
                  </a:extLst>
                </p14:cNvPr>
                <p14:cNvContentPartPr/>
                <p14:nvPr/>
              </p14:nvContentPartPr>
              <p14:xfrm>
                <a:off x="7905333" y="4827067"/>
                <a:ext cx="148320" cy="26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450630-5F1B-B437-E98A-AE3CD5024F0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87333" y="4809310"/>
                  <a:ext cx="183960" cy="61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C7416EC-910A-B573-9C4C-550651CF7BC6}"/>
                    </a:ext>
                  </a:extLst>
                </p14:cNvPr>
                <p14:cNvContentPartPr/>
                <p14:nvPr/>
              </p14:nvContentPartPr>
              <p14:xfrm>
                <a:off x="7984893" y="4745347"/>
                <a:ext cx="12960" cy="16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C7416EC-910A-B573-9C4C-550651CF7B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66893" y="4727347"/>
                  <a:ext cx="4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C5D607-BDCE-F0F5-D914-FC3FE40A320D}"/>
                    </a:ext>
                  </a:extLst>
                </p14:cNvPr>
                <p14:cNvContentPartPr/>
                <p14:nvPr/>
              </p14:nvContentPartPr>
              <p14:xfrm>
                <a:off x="7975173" y="5058187"/>
                <a:ext cx="114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C5D607-BDCE-F0F5-D914-FC3FE40A32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57173" y="5039787"/>
                  <a:ext cx="149760" cy="52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32631C7-D850-6355-393E-47936B62E93C}"/>
                    </a:ext>
                  </a:extLst>
                </p14:cNvPr>
                <p14:cNvContentPartPr/>
                <p14:nvPr/>
              </p14:nvContentPartPr>
              <p14:xfrm>
                <a:off x="8021613" y="5010667"/>
                <a:ext cx="29520" cy="13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32631C7-D850-6355-393E-47936B62E9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03391" y="4992667"/>
                  <a:ext cx="65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42E3A5-0CC3-10B0-C335-32F12343B1D7}"/>
                    </a:ext>
                  </a:extLst>
                </p14:cNvPr>
                <p14:cNvContentPartPr/>
                <p14:nvPr/>
              </p14:nvContentPartPr>
              <p14:xfrm>
                <a:off x="8003253" y="5274187"/>
                <a:ext cx="107280" cy="3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42E3A5-0CC3-10B0-C335-32F12343B1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85253" y="5256187"/>
                  <a:ext cx="14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D47EBF6-E0DC-77E1-D739-E4C75DD89BC2}"/>
                    </a:ext>
                  </a:extLst>
                </p14:cNvPr>
                <p14:cNvContentPartPr/>
                <p14:nvPr/>
              </p14:nvContentPartPr>
              <p14:xfrm>
                <a:off x="8045373" y="5256547"/>
                <a:ext cx="31320" cy="12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47EBF6-E0DC-77E1-D739-E4C75DD89B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27164" y="5238547"/>
                  <a:ext cx="67374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337D18-1E29-94B5-F3AD-92F865B0A7BE}"/>
                    </a:ext>
                  </a:extLst>
                </p14:cNvPr>
                <p14:cNvContentPartPr/>
                <p14:nvPr/>
              </p14:nvContentPartPr>
              <p14:xfrm>
                <a:off x="8075973" y="5459587"/>
                <a:ext cx="82440" cy="39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337D18-1E29-94B5-F3AD-92F865B0A7B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57973" y="5441587"/>
                  <a:ext cx="11808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3BECB54-B399-7712-90D0-64F97A138BA0}"/>
                  </a:ext>
                </a:extLst>
              </p14:cNvPr>
              <p14:cNvContentPartPr/>
              <p14:nvPr/>
            </p14:nvContentPartPr>
            <p14:xfrm>
              <a:off x="10251453" y="4384987"/>
              <a:ext cx="77400" cy="14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3BECB54-B399-7712-90D0-64F97A138BA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233453" y="4366987"/>
                <a:ext cx="11304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C32BCB8-6B59-0B28-8B69-3B30437B1C77}"/>
              </a:ext>
            </a:extLst>
          </p:cNvPr>
          <p:cNvGrpSpPr/>
          <p:nvPr/>
        </p:nvGrpSpPr>
        <p:grpSpPr>
          <a:xfrm>
            <a:off x="10273053" y="4568227"/>
            <a:ext cx="94320" cy="165600"/>
            <a:chOff x="10273053" y="4568227"/>
            <a:chExt cx="9432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77A371-7574-3C6A-8926-0EFD896189EB}"/>
                    </a:ext>
                  </a:extLst>
                </p14:cNvPr>
                <p14:cNvContentPartPr/>
                <p14:nvPr/>
              </p14:nvContentPartPr>
              <p14:xfrm>
                <a:off x="10273053" y="4568227"/>
                <a:ext cx="5868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77A371-7574-3C6A-8926-0EFD896189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55163" y="4550227"/>
                  <a:ext cx="94103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56D221-B356-7F4E-6143-A926C6FBE45D}"/>
                    </a:ext>
                  </a:extLst>
                </p14:cNvPr>
                <p14:cNvContentPartPr/>
                <p14:nvPr/>
              </p14:nvContentPartPr>
              <p14:xfrm>
                <a:off x="10313373" y="4714747"/>
                <a:ext cx="54000" cy="19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56D221-B356-7F4E-6143-A926C6FBE4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95373" y="4696747"/>
                  <a:ext cx="89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7D62831-3E4C-59F4-ADC7-925506EB694D}"/>
              </a:ext>
            </a:extLst>
          </p:cNvPr>
          <p:cNvGrpSpPr/>
          <p:nvPr/>
        </p:nvGrpSpPr>
        <p:grpSpPr>
          <a:xfrm>
            <a:off x="9406173" y="4278427"/>
            <a:ext cx="427320" cy="1189440"/>
            <a:chOff x="9406173" y="4278427"/>
            <a:chExt cx="427320" cy="11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34084D-B777-04F8-F395-25C484B5C4DC}"/>
                    </a:ext>
                  </a:extLst>
                </p14:cNvPr>
                <p14:cNvContentPartPr/>
                <p14:nvPr/>
              </p14:nvContentPartPr>
              <p14:xfrm>
                <a:off x="9406173" y="4278427"/>
                <a:ext cx="220680" cy="28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34084D-B777-04F8-F395-25C484B5C4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388173" y="4260427"/>
                  <a:ext cx="256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A0D123D-5EDA-DDC1-0587-476344E62DDE}"/>
                    </a:ext>
                  </a:extLst>
                </p14:cNvPr>
                <p14:cNvContentPartPr/>
                <p14:nvPr/>
              </p14:nvContentPartPr>
              <p14:xfrm>
                <a:off x="9491133" y="4402267"/>
                <a:ext cx="114840" cy="33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A0D123D-5EDA-DDC1-0587-476344E62DD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473189" y="4384267"/>
                  <a:ext cx="150369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C7F2BF-0E1F-167A-2A69-83D74DECA1BF}"/>
                    </a:ext>
                  </a:extLst>
                </p14:cNvPr>
                <p14:cNvContentPartPr/>
                <p14:nvPr/>
              </p14:nvContentPartPr>
              <p14:xfrm>
                <a:off x="9537933" y="4363747"/>
                <a:ext cx="19440" cy="112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C7F2BF-0E1F-167A-2A69-83D74DECA1B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9933" y="4345747"/>
                  <a:ext cx="55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332B8F-AB59-B32E-FB77-1BD92458FB23}"/>
                    </a:ext>
                  </a:extLst>
                </p14:cNvPr>
                <p14:cNvContentPartPr/>
                <p14:nvPr/>
              </p14:nvContentPartPr>
              <p14:xfrm>
                <a:off x="9457653" y="4642027"/>
                <a:ext cx="244080" cy="240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332B8F-AB59-B32E-FB77-1BD92458FB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39653" y="4624027"/>
                  <a:ext cx="279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350421-685B-543E-A4A8-31E6DEB38ED5}"/>
                    </a:ext>
                  </a:extLst>
                </p14:cNvPr>
                <p14:cNvContentPartPr/>
                <p14:nvPr/>
              </p14:nvContentPartPr>
              <p14:xfrm>
                <a:off x="9579333" y="4760107"/>
                <a:ext cx="86760" cy="36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350421-685B-543E-A4A8-31E6DEB38E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61258" y="4742107"/>
                  <a:ext cx="122549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811C03-7BE2-0229-14E7-38079A226D93}"/>
                    </a:ext>
                  </a:extLst>
                </p14:cNvPr>
                <p14:cNvContentPartPr/>
                <p14:nvPr/>
              </p14:nvContentPartPr>
              <p14:xfrm>
                <a:off x="9543693" y="4733827"/>
                <a:ext cx="25920" cy="4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811C03-7BE2-0229-14E7-38079A226D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25693" y="4715971"/>
                  <a:ext cx="61560" cy="79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5FC491-89BA-21C4-081D-8EC522124B54}"/>
                    </a:ext>
                  </a:extLst>
                </p14:cNvPr>
                <p14:cNvContentPartPr/>
                <p14:nvPr/>
              </p14:nvContentPartPr>
              <p14:xfrm>
                <a:off x="9503373" y="4930387"/>
                <a:ext cx="181440" cy="216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5FC491-89BA-21C4-081D-8EC522124B5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85337" y="4912387"/>
                  <a:ext cx="217151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E69CADE-8D7C-2331-AA4E-6E9FC2BF8C94}"/>
                    </a:ext>
                  </a:extLst>
                </p14:cNvPr>
                <p14:cNvContentPartPr/>
                <p14:nvPr/>
              </p14:nvContentPartPr>
              <p14:xfrm>
                <a:off x="9572853" y="5048827"/>
                <a:ext cx="84600" cy="49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E69CADE-8D7C-2331-AA4E-6E9FC2BF8C9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54776" y="5030827"/>
                  <a:ext cx="120392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07A81D-0B5C-FD15-7F9E-D02469C9BADD}"/>
                    </a:ext>
                  </a:extLst>
                </p14:cNvPr>
                <p14:cNvContentPartPr/>
                <p14:nvPr/>
              </p14:nvContentPartPr>
              <p14:xfrm>
                <a:off x="9591213" y="5038387"/>
                <a:ext cx="35280" cy="123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07A81D-0B5C-FD15-7F9E-D02469C9BA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73213" y="5020387"/>
                  <a:ext cx="7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B296EC-C305-F680-DFF8-22E0D9E06198}"/>
                    </a:ext>
                  </a:extLst>
                </p14:cNvPr>
                <p14:cNvContentPartPr/>
                <p14:nvPr/>
              </p14:nvContentPartPr>
              <p14:xfrm>
                <a:off x="9562413" y="5215147"/>
                <a:ext cx="271080" cy="252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B296EC-C305-F680-DFF8-22E0D9E061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44413" y="5197147"/>
                  <a:ext cx="306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BEFAA2-C1DC-05BD-B409-8EF93D46C447}"/>
                    </a:ext>
                  </a:extLst>
                </p14:cNvPr>
                <p14:cNvContentPartPr/>
                <p14:nvPr/>
              </p14:nvContentPartPr>
              <p14:xfrm>
                <a:off x="9694533" y="5305867"/>
                <a:ext cx="81360" cy="3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BEFAA2-C1DC-05BD-B409-8EF93D46C44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76533" y="5287867"/>
                  <a:ext cx="11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604394-7E06-0258-0694-1753657B7A8D}"/>
                    </a:ext>
                  </a:extLst>
                </p14:cNvPr>
                <p14:cNvContentPartPr/>
                <p14:nvPr/>
              </p14:nvContentPartPr>
              <p14:xfrm>
                <a:off x="9721173" y="5279947"/>
                <a:ext cx="21960" cy="91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604394-7E06-0258-0694-1753657B7A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02873" y="5261947"/>
                  <a:ext cx="58194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C2E84B1-37FD-2022-0458-7FDB31958B37}"/>
              </a:ext>
            </a:extLst>
          </p:cNvPr>
          <p:cNvGrpSpPr/>
          <p:nvPr/>
        </p:nvGrpSpPr>
        <p:grpSpPr>
          <a:xfrm>
            <a:off x="8459013" y="4352227"/>
            <a:ext cx="460080" cy="1141560"/>
            <a:chOff x="8459013" y="4352227"/>
            <a:chExt cx="460080" cy="11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ACFD45F-1678-5C8D-0FA4-9B863C88CA31}"/>
                    </a:ext>
                  </a:extLst>
                </p14:cNvPr>
                <p14:cNvContentPartPr/>
                <p14:nvPr/>
              </p14:nvContentPartPr>
              <p14:xfrm>
                <a:off x="8459013" y="4352227"/>
                <a:ext cx="240480" cy="29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ACFD45F-1678-5C8D-0FA4-9B863C88CA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41013" y="4334227"/>
                  <a:ext cx="2761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BC75D43-DFED-E36E-82D5-6BC59BBC04B0}"/>
                    </a:ext>
                  </a:extLst>
                </p14:cNvPr>
                <p14:cNvContentPartPr/>
                <p14:nvPr/>
              </p14:nvContentPartPr>
              <p14:xfrm>
                <a:off x="8552613" y="4697827"/>
                <a:ext cx="238320" cy="24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BC75D43-DFED-E36E-82D5-6BC59BBC04B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534613" y="4679827"/>
                  <a:ext cx="273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41D860-C480-F3DF-CD92-DF2E6CAFA079}"/>
                    </a:ext>
                  </a:extLst>
                </p14:cNvPr>
                <p14:cNvContentPartPr/>
                <p14:nvPr/>
              </p14:nvContentPartPr>
              <p14:xfrm>
                <a:off x="8620293" y="4946227"/>
                <a:ext cx="253080" cy="238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41D860-C480-F3DF-CD92-DF2E6CAFA0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02293" y="4928227"/>
                  <a:ext cx="2887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842127-D8CB-5DFD-8135-9D264393C14C}"/>
                    </a:ext>
                  </a:extLst>
                </p14:cNvPr>
                <p14:cNvContentPartPr/>
                <p14:nvPr/>
              </p14:nvContentPartPr>
              <p14:xfrm>
                <a:off x="8662413" y="5204347"/>
                <a:ext cx="256680" cy="289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842127-D8CB-5DFD-8135-9D264393C1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44413" y="5186347"/>
                  <a:ext cx="2923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3359F2-FD2E-CBCB-F494-BF4FCC8EB075}"/>
                    </a:ext>
                  </a:extLst>
                </p14:cNvPr>
                <p14:cNvContentPartPr/>
                <p14:nvPr/>
              </p14:nvContentPartPr>
              <p14:xfrm>
                <a:off x="8586093" y="4481107"/>
                <a:ext cx="71280" cy="12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3359F2-FD2E-CBCB-F494-BF4FCC8EB07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68093" y="4463593"/>
                  <a:ext cx="106920" cy="47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C14F12B-7865-B7C2-4BF4-700DF38B8306}"/>
                    </a:ext>
                  </a:extLst>
                </p14:cNvPr>
                <p14:cNvContentPartPr/>
                <p14:nvPr/>
              </p14:nvContentPartPr>
              <p14:xfrm>
                <a:off x="8686533" y="4820227"/>
                <a:ext cx="67320" cy="1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C14F12B-7865-B7C2-4BF4-700DF38B830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68533" y="4802227"/>
                  <a:ext cx="102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A01852C-9628-8DC0-1678-141BCABB64CD}"/>
                    </a:ext>
                  </a:extLst>
                </p14:cNvPr>
                <p14:cNvContentPartPr/>
                <p14:nvPr/>
              </p14:nvContentPartPr>
              <p14:xfrm>
                <a:off x="8758173" y="5052067"/>
                <a:ext cx="44640" cy="2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A01852C-9628-8DC0-1678-141BCABB64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40173" y="5034067"/>
                  <a:ext cx="80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1CF799C-9F8D-2693-B202-644ECC0F918B}"/>
                    </a:ext>
                  </a:extLst>
                </p14:cNvPr>
                <p14:cNvContentPartPr/>
                <p14:nvPr/>
              </p14:nvContentPartPr>
              <p14:xfrm>
                <a:off x="8774373" y="5341147"/>
                <a:ext cx="73080" cy="36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1CF799C-9F8D-2693-B202-644ECC0F91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56461" y="5323322"/>
                  <a:ext cx="108545" cy="720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95A24E-44BA-D64A-BDE6-A3C2DA055712}"/>
              </a:ext>
            </a:extLst>
          </p:cNvPr>
          <p:cNvGrpSpPr/>
          <p:nvPr/>
        </p:nvGrpSpPr>
        <p:grpSpPr>
          <a:xfrm>
            <a:off x="8676813" y="3498667"/>
            <a:ext cx="738000" cy="395640"/>
            <a:chOff x="8676813" y="3498667"/>
            <a:chExt cx="7380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CA8320-0049-CFF1-68C7-74CF54510124}"/>
                    </a:ext>
                  </a:extLst>
                </p14:cNvPr>
                <p14:cNvContentPartPr/>
                <p14:nvPr/>
              </p14:nvContentPartPr>
              <p14:xfrm>
                <a:off x="8676813" y="3572827"/>
                <a:ext cx="279720" cy="32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CA8320-0049-CFF1-68C7-74CF545101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8813" y="3554827"/>
                  <a:ext cx="315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2A0A5C-D61D-5E9B-2E2F-CD3FE67A852A}"/>
                    </a:ext>
                  </a:extLst>
                </p14:cNvPr>
                <p14:cNvContentPartPr/>
                <p14:nvPr/>
              </p14:nvContentPartPr>
              <p14:xfrm>
                <a:off x="9020613" y="3685507"/>
                <a:ext cx="160920" cy="155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2A0A5C-D61D-5E9B-2E2F-CD3FE67A85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02613" y="3667507"/>
                  <a:ext cx="19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DE372D-92A5-BBE0-AEA8-036CFC4C9C17}"/>
                    </a:ext>
                  </a:extLst>
                </p14:cNvPr>
                <p14:cNvContentPartPr/>
                <p14:nvPr/>
              </p14:nvContentPartPr>
              <p14:xfrm>
                <a:off x="9243813" y="3498667"/>
                <a:ext cx="94320" cy="244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DE372D-92A5-BBE0-AEA8-036CFC4C9C1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25881" y="3480667"/>
                  <a:ext cx="129824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819EEA-E735-4DD1-F823-8ABDD293DB41}"/>
                    </a:ext>
                  </a:extLst>
                </p14:cNvPr>
                <p14:cNvContentPartPr/>
                <p14:nvPr/>
              </p14:nvContentPartPr>
              <p14:xfrm>
                <a:off x="9378093" y="3517387"/>
                <a:ext cx="36720" cy="19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819EEA-E735-4DD1-F823-8ABDD293DB4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60093" y="3499387"/>
                  <a:ext cx="72360" cy="23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558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A569-6F6E-81A2-41A8-955FE7AD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characterization</a:t>
            </a:r>
          </a:p>
        </p:txBody>
      </p:sp>
      <p:pic>
        <p:nvPicPr>
          <p:cNvPr id="6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ED4D7E1-ACE2-5ABD-3D87-11DFEB9D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52" y="1966845"/>
            <a:ext cx="8620236" cy="32253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3A67-1C12-4F23-D4F1-BCD8DFEBE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DAC3CF-7BA5-220F-C84C-EB48FCA98821}"/>
              </a:ext>
            </a:extLst>
          </p:cNvPr>
          <p:cNvGrpSpPr/>
          <p:nvPr/>
        </p:nvGrpSpPr>
        <p:grpSpPr>
          <a:xfrm>
            <a:off x="7994984" y="4560870"/>
            <a:ext cx="160920" cy="553680"/>
            <a:chOff x="7994984" y="4560870"/>
            <a:chExt cx="16092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80E912C-C60A-7528-89E8-EDFED2A31EB1}"/>
                    </a:ext>
                  </a:extLst>
                </p14:cNvPr>
                <p14:cNvContentPartPr/>
                <p14:nvPr/>
              </p14:nvContentPartPr>
              <p14:xfrm>
                <a:off x="8000024" y="4578870"/>
                <a:ext cx="127440" cy="535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80E912C-C60A-7528-89E8-EDFED2A31E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82024" y="4560870"/>
                  <a:ext cx="1630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F399E7-66B0-3FE1-C003-8A1698B40DD9}"/>
                    </a:ext>
                  </a:extLst>
                </p14:cNvPr>
                <p14:cNvContentPartPr/>
                <p14:nvPr/>
              </p14:nvContentPartPr>
              <p14:xfrm>
                <a:off x="7994984" y="4560870"/>
                <a:ext cx="160920" cy="171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F399E7-66B0-3FE1-C003-8A1698B40D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76984" y="4542870"/>
                  <a:ext cx="1965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7F44E4-62DF-67BA-A6C9-08EFD636F975}"/>
              </a:ext>
            </a:extLst>
          </p:cNvPr>
          <p:cNvGrpSpPr/>
          <p:nvPr/>
        </p:nvGrpSpPr>
        <p:grpSpPr>
          <a:xfrm>
            <a:off x="8028824" y="5310750"/>
            <a:ext cx="1736640" cy="1055160"/>
            <a:chOff x="8028824" y="5310750"/>
            <a:chExt cx="1736640" cy="10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1A6BDE-56A0-F132-CB49-A09404702E3E}"/>
                    </a:ext>
                  </a:extLst>
                </p14:cNvPr>
                <p14:cNvContentPartPr/>
                <p14:nvPr/>
              </p14:nvContentPartPr>
              <p14:xfrm>
                <a:off x="8028824" y="5397150"/>
                <a:ext cx="200880" cy="121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1A6BDE-56A0-F132-CB49-A09404702E3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10824" y="5379510"/>
                  <a:ext cx="236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3303FE-EFE5-A1A0-EE43-6C3C66A5D5CC}"/>
                    </a:ext>
                  </a:extLst>
                </p14:cNvPr>
                <p14:cNvContentPartPr/>
                <p14:nvPr/>
              </p14:nvContentPartPr>
              <p14:xfrm>
                <a:off x="8186504" y="5469870"/>
                <a:ext cx="69840" cy="209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3303FE-EFE5-A1A0-EE43-6C3C66A5D5C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68864" y="5451870"/>
                  <a:ext cx="105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CA98B9-B5C5-78CB-C758-D8FF56B8EFD8}"/>
                    </a:ext>
                  </a:extLst>
                </p14:cNvPr>
                <p14:cNvContentPartPr/>
                <p14:nvPr/>
              </p14:nvContentPartPr>
              <p14:xfrm>
                <a:off x="8345624" y="5488950"/>
                <a:ext cx="181800" cy="162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CA98B9-B5C5-78CB-C758-D8FF56B8EF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7984" y="5470950"/>
                  <a:ext cx="217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6D52FC-ABF3-A020-A637-D0D97B188A67}"/>
                    </a:ext>
                  </a:extLst>
                </p14:cNvPr>
                <p14:cNvContentPartPr/>
                <p14:nvPr/>
              </p14:nvContentPartPr>
              <p14:xfrm>
                <a:off x="8563064" y="5360790"/>
                <a:ext cx="57960" cy="13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6D52FC-ABF3-A020-A637-D0D97B188A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5064" y="5342790"/>
                  <a:ext cx="93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D6799F-5016-E6B3-0D4D-D00E2CECF130}"/>
                    </a:ext>
                  </a:extLst>
                </p14:cNvPr>
                <p14:cNvContentPartPr/>
                <p14:nvPr/>
              </p14:nvContentPartPr>
              <p14:xfrm>
                <a:off x="8729024" y="5310750"/>
                <a:ext cx="221400" cy="151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D6799F-5016-E6B3-0D4D-D00E2CECF1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11024" y="5293110"/>
                  <a:ext cx="2570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027D06-3D8C-B3A1-F560-CAD980EC6E28}"/>
                    </a:ext>
                  </a:extLst>
                </p14:cNvPr>
                <p14:cNvContentPartPr/>
                <p14:nvPr/>
              </p14:nvContentPartPr>
              <p14:xfrm>
                <a:off x="8531024" y="5802150"/>
                <a:ext cx="106200" cy="165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027D06-3D8C-B3A1-F560-CAD980EC6E2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13024" y="5784150"/>
                  <a:ext cx="141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B869B4-71CF-6837-E438-5A11C87FFC1D}"/>
                    </a:ext>
                  </a:extLst>
                </p14:cNvPr>
                <p14:cNvContentPartPr/>
                <p14:nvPr/>
              </p14:nvContentPartPr>
              <p14:xfrm>
                <a:off x="8681504" y="5681910"/>
                <a:ext cx="219240" cy="167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B869B4-71CF-6837-E438-5A11C87FFC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63504" y="5664270"/>
                  <a:ext cx="2548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8994CC-A160-1F5D-AB5F-9528E685D60C}"/>
                    </a:ext>
                  </a:extLst>
                </p14:cNvPr>
                <p14:cNvContentPartPr/>
                <p14:nvPr/>
              </p14:nvContentPartPr>
              <p14:xfrm>
                <a:off x="8628584" y="6158190"/>
                <a:ext cx="135000" cy="20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8994CC-A160-1F5D-AB5F-9528E685D6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10584" y="6140190"/>
                  <a:ext cx="170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B9E41D-EC92-ECFE-E174-64DE1D866183}"/>
                    </a:ext>
                  </a:extLst>
                </p14:cNvPr>
                <p14:cNvContentPartPr/>
                <p14:nvPr/>
              </p14:nvContentPartPr>
              <p14:xfrm>
                <a:off x="8834864" y="6179790"/>
                <a:ext cx="93600" cy="144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B9E41D-EC92-ECFE-E174-64DE1D8661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17224" y="6161790"/>
                  <a:ext cx="129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1BA4CF1-691C-44C2-9EEF-7A745559F39C}"/>
                    </a:ext>
                  </a:extLst>
                </p14:cNvPr>
                <p14:cNvContentPartPr/>
                <p14:nvPr/>
              </p14:nvContentPartPr>
              <p14:xfrm>
                <a:off x="8950064" y="6017430"/>
                <a:ext cx="110520" cy="21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1BA4CF1-691C-44C2-9EEF-7A745559F3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32424" y="5999790"/>
                  <a:ext cx="146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6158C7-C1C8-EA97-2473-F17359E93340}"/>
                    </a:ext>
                  </a:extLst>
                </p14:cNvPr>
                <p14:cNvContentPartPr/>
                <p14:nvPr/>
              </p14:nvContentPartPr>
              <p14:xfrm>
                <a:off x="9127184" y="5983590"/>
                <a:ext cx="75600" cy="158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6158C7-C1C8-EA97-2473-F17359E9334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09544" y="5965950"/>
                  <a:ext cx="111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3AD0D6-6251-636D-448B-706049AD93A0}"/>
                    </a:ext>
                  </a:extLst>
                </p14:cNvPr>
                <p14:cNvContentPartPr/>
                <p14:nvPr/>
              </p14:nvContentPartPr>
              <p14:xfrm>
                <a:off x="9092984" y="5952630"/>
                <a:ext cx="270720" cy="148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3AD0D6-6251-636D-448B-706049AD93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75344" y="5934990"/>
                  <a:ext cx="306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6DEDC0-5B5E-0915-3196-124A1B4A9C01}"/>
                    </a:ext>
                  </a:extLst>
                </p14:cNvPr>
                <p14:cNvContentPartPr/>
                <p14:nvPr/>
              </p14:nvContentPartPr>
              <p14:xfrm>
                <a:off x="9469544" y="5875950"/>
                <a:ext cx="127440" cy="29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6DEDC0-5B5E-0915-3196-124A1B4A9C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451904" y="5857950"/>
                  <a:ext cx="1630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8E9F82-3B80-B910-CB28-94A5088D7047}"/>
                    </a:ext>
                  </a:extLst>
                </p14:cNvPr>
                <p14:cNvContentPartPr/>
                <p14:nvPr/>
              </p14:nvContentPartPr>
              <p14:xfrm>
                <a:off x="9612824" y="5772630"/>
                <a:ext cx="152640" cy="17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8E9F82-3B80-B910-CB28-94A5088D70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595184" y="5754630"/>
                  <a:ext cx="18828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76F8665-346F-9DE9-8204-6458BC341062}"/>
                  </a:ext>
                </a:extLst>
              </p14:cNvPr>
              <p14:cNvContentPartPr/>
              <p14:nvPr/>
            </p14:nvContentPartPr>
            <p14:xfrm>
              <a:off x="9947984" y="5816910"/>
              <a:ext cx="21600" cy="14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76F8665-346F-9DE9-8204-6458BC34106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929984" y="5798910"/>
                <a:ext cx="57240" cy="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560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2B31-1D96-5409-6B09-E6F1AA96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analogy</a:t>
            </a:r>
          </a:p>
        </p:txBody>
      </p:sp>
      <p:pic>
        <p:nvPicPr>
          <p:cNvPr id="6" name="Content Placeholder 5" descr="Diagram of a diagram of a diode&#10;&#10;Description automatically generated">
            <a:extLst>
              <a:ext uri="{FF2B5EF4-FFF2-40B4-BE49-F238E27FC236}">
                <a16:creationId xmlns:a16="http://schemas.microsoft.com/office/drawing/2014/main" id="{A2BB5761-A167-1814-8B3E-9C7997D9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95" y="1750086"/>
            <a:ext cx="9102205" cy="303406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7950-FE4F-483F-AC28-1207C718A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95C8B7-4DB3-A0A1-8E8A-D93A93183A4A}"/>
              </a:ext>
            </a:extLst>
          </p:cNvPr>
          <p:cNvGrpSpPr/>
          <p:nvPr/>
        </p:nvGrpSpPr>
        <p:grpSpPr>
          <a:xfrm>
            <a:off x="8522744" y="4236510"/>
            <a:ext cx="213840" cy="347040"/>
            <a:chOff x="8522744" y="4236510"/>
            <a:chExt cx="21384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8ADC09C-783D-803B-04C2-2B75A0C93386}"/>
                    </a:ext>
                  </a:extLst>
                </p14:cNvPr>
                <p14:cNvContentPartPr/>
                <p14:nvPr/>
              </p14:nvContentPartPr>
              <p14:xfrm>
                <a:off x="8594384" y="4325790"/>
                <a:ext cx="20160" cy="257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8ADC09C-783D-803B-04C2-2B75A0C933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576384" y="4307790"/>
                  <a:ext cx="55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A84294-5FE6-7D00-FCE6-C180BC576917}"/>
                    </a:ext>
                  </a:extLst>
                </p14:cNvPr>
                <p14:cNvContentPartPr/>
                <p14:nvPr/>
              </p14:nvContentPartPr>
              <p14:xfrm>
                <a:off x="8522744" y="4236510"/>
                <a:ext cx="213840" cy="18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A84294-5FE6-7D00-FCE6-C180BC5769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05104" y="4218510"/>
                  <a:ext cx="2494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0DA8C8-52FE-1DCD-63AB-49D60C6DBF3F}"/>
              </a:ext>
            </a:extLst>
          </p:cNvPr>
          <p:cNvGrpSpPr/>
          <p:nvPr/>
        </p:nvGrpSpPr>
        <p:grpSpPr>
          <a:xfrm>
            <a:off x="8498264" y="4980990"/>
            <a:ext cx="1233000" cy="445320"/>
            <a:chOff x="8498264" y="4980990"/>
            <a:chExt cx="123300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706BA7-2FA7-65D5-59CE-1DA8C9AA7116}"/>
                    </a:ext>
                  </a:extLst>
                </p14:cNvPr>
                <p14:cNvContentPartPr/>
                <p14:nvPr/>
              </p14:nvContentPartPr>
              <p14:xfrm>
                <a:off x="8498264" y="5068110"/>
                <a:ext cx="41760" cy="27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706BA7-2FA7-65D5-59CE-1DA8C9AA711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80264" y="5050110"/>
                  <a:ext cx="774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8305D4-726E-BDAE-A559-25FFEA931E8E}"/>
                    </a:ext>
                  </a:extLst>
                </p14:cNvPr>
                <p14:cNvContentPartPr/>
                <p14:nvPr/>
              </p14:nvContentPartPr>
              <p14:xfrm>
                <a:off x="8506544" y="5223270"/>
                <a:ext cx="116280" cy="20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8305D4-726E-BDAE-A559-25FFEA931E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88904" y="5205270"/>
                  <a:ext cx="151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5216AC-7E58-295F-F0B7-C5A12C845BA9}"/>
                    </a:ext>
                  </a:extLst>
                </p14:cNvPr>
                <p14:cNvContentPartPr/>
                <p14:nvPr/>
              </p14:nvContentPartPr>
              <p14:xfrm>
                <a:off x="8709224" y="5223270"/>
                <a:ext cx="70560" cy="11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5216AC-7E58-295F-F0B7-C5A12C845B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91224" y="5205630"/>
                  <a:ext cx="106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F166AD-4025-441D-5839-FF79A6D1D385}"/>
                    </a:ext>
                  </a:extLst>
                </p14:cNvPr>
                <p14:cNvContentPartPr/>
                <p14:nvPr/>
              </p14:nvContentPartPr>
              <p14:xfrm>
                <a:off x="8855744" y="5167110"/>
                <a:ext cx="104760" cy="168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F166AD-4025-441D-5839-FF79A6D1D3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38104" y="5149470"/>
                  <a:ext cx="140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53767B-ED7B-4293-E9CE-FCD874F26A8E}"/>
                    </a:ext>
                  </a:extLst>
                </p14:cNvPr>
                <p14:cNvContentPartPr/>
                <p14:nvPr/>
              </p14:nvContentPartPr>
              <p14:xfrm>
                <a:off x="8958704" y="5182230"/>
                <a:ext cx="61560" cy="77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53767B-ED7B-4293-E9CE-FCD874F26A8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41064" y="5164230"/>
                  <a:ext cx="97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EBA7C8-6BB9-CC96-327B-B6122695B1A4}"/>
                    </a:ext>
                  </a:extLst>
                </p14:cNvPr>
                <p14:cNvContentPartPr/>
                <p14:nvPr/>
              </p14:nvContentPartPr>
              <p14:xfrm>
                <a:off x="9050504" y="5026710"/>
                <a:ext cx="80280" cy="222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EBA7C8-6BB9-CC96-327B-B6122695B1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32504" y="5009070"/>
                  <a:ext cx="1159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6A74D40-DE1C-B99B-DBA4-2EF5B3E2DB2E}"/>
                    </a:ext>
                  </a:extLst>
                </p14:cNvPr>
                <p14:cNvContentPartPr/>
                <p14:nvPr/>
              </p14:nvContentPartPr>
              <p14:xfrm>
                <a:off x="9107024" y="5108430"/>
                <a:ext cx="67320" cy="67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6A74D40-DE1C-B99B-DBA4-2EF5B3E2DB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89384" y="5090790"/>
                  <a:ext cx="102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48C38A-A57D-5D43-035A-8BABF42F3BDE}"/>
                    </a:ext>
                  </a:extLst>
                </p14:cNvPr>
                <p14:cNvContentPartPr/>
                <p14:nvPr/>
              </p14:nvContentPartPr>
              <p14:xfrm>
                <a:off x="9206024" y="5023830"/>
                <a:ext cx="102960" cy="218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48C38A-A57D-5D43-035A-8BABF42F3B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88384" y="5005830"/>
                  <a:ext cx="138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9B0E3D-DCDA-07B7-9262-3CEE4B12AE75}"/>
                    </a:ext>
                  </a:extLst>
                </p14:cNvPr>
                <p14:cNvContentPartPr/>
                <p14:nvPr/>
              </p14:nvContentPartPr>
              <p14:xfrm>
                <a:off x="9347504" y="5031750"/>
                <a:ext cx="207720" cy="16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9B0E3D-DCDA-07B7-9262-3CEE4B12AE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29864" y="5014110"/>
                  <a:ext cx="243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973F68-8C16-C4A3-3A3C-80AB72F15617}"/>
                    </a:ext>
                  </a:extLst>
                </p14:cNvPr>
                <p14:cNvContentPartPr/>
                <p14:nvPr/>
              </p14:nvContentPartPr>
              <p14:xfrm>
                <a:off x="9597704" y="4980990"/>
                <a:ext cx="133560" cy="81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973F68-8C16-C4A3-3A3C-80AB72F1561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79704" y="4962990"/>
                  <a:ext cx="16920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A1AE459-E2A3-BD3A-4DFE-3B4424B38BB6}"/>
                  </a:ext>
                </a:extLst>
              </p14:cNvPr>
              <p14:cNvContentPartPr/>
              <p14:nvPr/>
            </p14:nvContentPartPr>
            <p14:xfrm>
              <a:off x="9112784" y="3841230"/>
              <a:ext cx="842760" cy="54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A1AE459-E2A3-BD3A-4DFE-3B4424B38BB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95144" y="3823230"/>
                <a:ext cx="8784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64657F-DF55-B083-10D1-9D5392ACD611}"/>
                  </a:ext>
                </a:extLst>
              </p14:cNvPr>
              <p14:cNvContentPartPr/>
              <p14:nvPr/>
            </p14:nvContentPartPr>
            <p14:xfrm>
              <a:off x="9088664" y="3956070"/>
              <a:ext cx="896400" cy="86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64657F-DF55-B083-10D1-9D5392ACD61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70664" y="3938070"/>
                <a:ext cx="9320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6E32E9-D4C6-11B1-0245-20635A0BD83E}"/>
                  </a:ext>
                </a:extLst>
              </p14:cNvPr>
              <p14:cNvContentPartPr/>
              <p14:nvPr/>
            </p14:nvContentPartPr>
            <p14:xfrm>
              <a:off x="9099464" y="4154070"/>
              <a:ext cx="1069560" cy="50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6E32E9-D4C6-11B1-0245-20635A0BD83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081824" y="4136430"/>
                <a:ext cx="1105200" cy="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277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59E5-3175-5523-5CA9-A51A635B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5A40-9CEB-70E6-C4AA-0E026068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73749"/>
            <a:ext cx="10515600" cy="1454792"/>
          </a:xfrm>
        </p:spPr>
        <p:txBody>
          <a:bodyPr/>
          <a:lstStyle/>
          <a:p>
            <a:r>
              <a:rPr lang="en-US" dirty="0"/>
              <a:t>This equation partially describes the behavior of a non-ideal 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0F462-6614-D344-B6E3-310E878E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/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𝑞𝑉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𝑛𝑘𝑇</m:t>
                              </m:r>
                            </m:den>
                          </m:f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600" dirty="0">
                  <a:latin typeface="PT Sans" panose="020B05030202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8F96496-BDF3-4C6A-B6C8-0741A0C764E8}"/>
                  </a:ext>
                </a:extLst>
              </p14:cNvPr>
              <p14:cNvContentPartPr/>
              <p14:nvPr/>
            </p14:nvContentPartPr>
            <p14:xfrm>
              <a:off x="7456424" y="1929990"/>
              <a:ext cx="91080" cy="867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8F96496-BDF3-4C6A-B6C8-0741A0C764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8784" y="1911990"/>
                <a:ext cx="126720" cy="12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49CC1CD-091F-3C95-3EB8-16CACD471B5A}"/>
              </a:ext>
            </a:extLst>
          </p:cNvPr>
          <p:cNvGrpSpPr/>
          <p:nvPr/>
        </p:nvGrpSpPr>
        <p:grpSpPr>
          <a:xfrm>
            <a:off x="5557424" y="216030"/>
            <a:ext cx="2814840" cy="2522160"/>
            <a:chOff x="5557424" y="216030"/>
            <a:chExt cx="2814840" cy="25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44A3F3-AE64-0276-C95A-67DA46CEF2EB}"/>
                    </a:ext>
                  </a:extLst>
                </p14:cNvPr>
                <p14:cNvContentPartPr/>
                <p14:nvPr/>
              </p14:nvContentPartPr>
              <p14:xfrm>
                <a:off x="6796544" y="660990"/>
                <a:ext cx="98280" cy="1803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44A3F3-AE64-0276-C95A-67DA46CEF2E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78904" y="642990"/>
                  <a:ext cx="133920" cy="18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E03AE4-B916-B75F-07FC-27610877C74A}"/>
                    </a:ext>
                  </a:extLst>
                </p14:cNvPr>
                <p14:cNvContentPartPr/>
                <p14:nvPr/>
              </p14:nvContentPartPr>
              <p14:xfrm>
                <a:off x="5846864" y="1585470"/>
                <a:ext cx="2053440" cy="11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E03AE4-B916-B75F-07FC-27610877C7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29224" y="1567830"/>
                  <a:ext cx="2089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EA6D4C-790B-B400-4937-0A2CEDD88CE1}"/>
                    </a:ext>
                  </a:extLst>
                </p14:cNvPr>
                <p14:cNvContentPartPr/>
                <p14:nvPr/>
              </p14:nvContentPartPr>
              <p14:xfrm>
                <a:off x="6840104" y="408990"/>
                <a:ext cx="873000" cy="1185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EA6D4C-790B-B400-4937-0A2CEDD88CE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22104" y="391350"/>
                  <a:ext cx="908640" cy="12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C1CC860-0792-D36D-1DB4-32D4278B8DC2}"/>
                    </a:ext>
                  </a:extLst>
                </p14:cNvPr>
                <p14:cNvContentPartPr/>
                <p14:nvPr/>
              </p14:nvContentPartPr>
              <p14:xfrm>
                <a:off x="6799424" y="1604550"/>
                <a:ext cx="47880" cy="5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1CC860-0792-D36D-1DB4-32D4278B8D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81424" y="1586910"/>
                  <a:ext cx="83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B355E9-80F3-A5B0-A90C-E46B89F5C2AD}"/>
                    </a:ext>
                  </a:extLst>
                </p14:cNvPr>
                <p14:cNvContentPartPr/>
                <p14:nvPr/>
              </p14:nvContentPartPr>
              <p14:xfrm>
                <a:off x="6656144" y="1614630"/>
                <a:ext cx="147600" cy="23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B355E9-80F3-A5B0-A90C-E46B89F5C2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38144" y="1596630"/>
                  <a:ext cx="183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4BE19E-FCD9-A832-DB67-12B2D858C15F}"/>
                    </a:ext>
                  </a:extLst>
                </p14:cNvPr>
                <p14:cNvContentPartPr/>
                <p14:nvPr/>
              </p14:nvContentPartPr>
              <p14:xfrm>
                <a:off x="5998784" y="1626870"/>
                <a:ext cx="842040" cy="1111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4BE19E-FCD9-A832-DB67-12B2D858C1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81144" y="1609230"/>
                  <a:ext cx="877680" cy="11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3FC6A3-2356-1CE7-A9EA-3590306DE024}"/>
                    </a:ext>
                  </a:extLst>
                </p14:cNvPr>
                <p14:cNvContentPartPr/>
                <p14:nvPr/>
              </p14:nvContentPartPr>
              <p14:xfrm>
                <a:off x="6891584" y="2408790"/>
                <a:ext cx="13320" cy="269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3FC6A3-2356-1CE7-A9EA-3590306DE0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73584" y="2390790"/>
                  <a:ext cx="48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293968-9190-25AF-4498-2C63AEDF46AF}"/>
                    </a:ext>
                  </a:extLst>
                </p14:cNvPr>
                <p14:cNvContentPartPr/>
                <p14:nvPr/>
              </p14:nvContentPartPr>
              <p14:xfrm>
                <a:off x="6433664" y="713550"/>
                <a:ext cx="62280" cy="266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293968-9190-25AF-4498-2C63AEDF46A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15664" y="695550"/>
                  <a:ext cx="979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BDFA10-6842-29DD-4064-6C89DF44F24A}"/>
                    </a:ext>
                  </a:extLst>
                </p14:cNvPr>
                <p14:cNvContentPartPr/>
                <p14:nvPr/>
              </p14:nvContentPartPr>
              <p14:xfrm>
                <a:off x="6386144" y="731550"/>
                <a:ext cx="70560" cy="51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BDFA10-6842-29DD-4064-6C89DF44F2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68504" y="713910"/>
                  <a:ext cx="106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33378B-CE1A-F031-EAEB-04848F8D282C}"/>
                    </a:ext>
                  </a:extLst>
                </p14:cNvPr>
                <p14:cNvContentPartPr/>
                <p14:nvPr/>
              </p14:nvContentPartPr>
              <p14:xfrm>
                <a:off x="6434384" y="977430"/>
                <a:ext cx="92880" cy="22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33378B-CE1A-F031-EAEB-04848F8D282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416384" y="959430"/>
                  <a:ext cx="128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ABB81D-2398-F913-E2AE-565104E395CB}"/>
                    </a:ext>
                  </a:extLst>
                </p14:cNvPr>
                <p14:cNvContentPartPr/>
                <p14:nvPr/>
              </p14:nvContentPartPr>
              <p14:xfrm>
                <a:off x="7168424" y="1848630"/>
                <a:ext cx="152280" cy="198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ABB81D-2398-F913-E2AE-565104E395C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50424" y="1830630"/>
                  <a:ext cx="187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B53458-EE70-AD55-2D90-CD6A53B0C84E}"/>
                    </a:ext>
                  </a:extLst>
                </p14:cNvPr>
                <p14:cNvContentPartPr/>
                <p14:nvPr/>
              </p14:nvContentPartPr>
              <p14:xfrm>
                <a:off x="7112624" y="1852950"/>
                <a:ext cx="69840" cy="2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B53458-EE70-AD55-2D90-CD6A53B0C84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94984" y="1834950"/>
                  <a:ext cx="105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3F5D56-030E-0303-FFDC-EE9312B0C2DA}"/>
                    </a:ext>
                  </a:extLst>
                </p14:cNvPr>
                <p14:cNvContentPartPr/>
                <p14:nvPr/>
              </p14:nvContentPartPr>
              <p14:xfrm>
                <a:off x="7317464" y="1838550"/>
                <a:ext cx="30240" cy="6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3F5D56-030E-0303-FFDC-EE9312B0C2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9464" y="1820910"/>
                  <a:ext cx="65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535AD5-3697-D157-0F15-2BE220780ACF}"/>
                    </a:ext>
                  </a:extLst>
                </p14:cNvPr>
                <p14:cNvContentPartPr/>
                <p14:nvPr/>
              </p14:nvContentPartPr>
              <p14:xfrm>
                <a:off x="7645424" y="1830990"/>
                <a:ext cx="62640" cy="197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535AD5-3697-D157-0F15-2BE220780AC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27784" y="1813350"/>
                  <a:ext cx="98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25FA5D-5037-366C-32BC-24EAA12BA4E3}"/>
                    </a:ext>
                  </a:extLst>
                </p14:cNvPr>
                <p14:cNvContentPartPr/>
                <p14:nvPr/>
              </p14:nvContentPartPr>
              <p14:xfrm>
                <a:off x="7788344" y="1842870"/>
                <a:ext cx="80280" cy="184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25FA5D-5037-366C-32BC-24EAA12BA4E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70704" y="1825230"/>
                  <a:ext cx="11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59FFBB-42B2-7673-AA38-ABCBD8564747}"/>
                    </a:ext>
                  </a:extLst>
                </p14:cNvPr>
                <p14:cNvContentPartPr/>
                <p14:nvPr/>
              </p14:nvContentPartPr>
              <p14:xfrm>
                <a:off x="7781504" y="1882110"/>
                <a:ext cx="231120" cy="9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59FFBB-42B2-7673-AA38-ABCBD856474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63864" y="1864470"/>
                  <a:ext cx="266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55FF9B-7A20-1C5D-988F-65214B3AB015}"/>
                    </a:ext>
                  </a:extLst>
                </p14:cNvPr>
                <p14:cNvContentPartPr/>
                <p14:nvPr/>
              </p14:nvContentPartPr>
              <p14:xfrm>
                <a:off x="8092184" y="1891110"/>
                <a:ext cx="88200" cy="168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55FF9B-7A20-1C5D-988F-65214B3AB01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74184" y="1873470"/>
                  <a:ext cx="123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DACFD5-1660-3859-7BEB-14FFCA678A0C}"/>
                    </a:ext>
                  </a:extLst>
                </p14:cNvPr>
                <p14:cNvContentPartPr/>
                <p14:nvPr/>
              </p14:nvContentPartPr>
              <p14:xfrm>
                <a:off x="8252024" y="1868430"/>
                <a:ext cx="120240" cy="8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DACFD5-1660-3859-7BEB-14FFCA678A0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4024" y="1850430"/>
                  <a:ext cx="155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3F3E29-290C-111F-0936-19EDCF94BB09}"/>
                    </a:ext>
                  </a:extLst>
                </p14:cNvPr>
                <p14:cNvContentPartPr/>
                <p14:nvPr/>
              </p14:nvContentPartPr>
              <p14:xfrm>
                <a:off x="5557424" y="603750"/>
                <a:ext cx="110520" cy="163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3F3E29-290C-111F-0936-19EDCF94BB0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39424" y="586110"/>
                  <a:ext cx="146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DE471F-4BF6-5780-40EA-E7412113EBBC}"/>
                    </a:ext>
                  </a:extLst>
                </p14:cNvPr>
                <p14:cNvContentPartPr/>
                <p14:nvPr/>
              </p14:nvContentPartPr>
              <p14:xfrm>
                <a:off x="5706824" y="612030"/>
                <a:ext cx="133560" cy="73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DE471F-4BF6-5780-40EA-E7412113EB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89184" y="594030"/>
                  <a:ext cx="169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158759-3E99-0C49-DDC0-6A4E1EC88E97}"/>
                    </a:ext>
                  </a:extLst>
                </p14:cNvPr>
                <p14:cNvContentPartPr/>
                <p14:nvPr/>
              </p14:nvContentPartPr>
              <p14:xfrm>
                <a:off x="5859104" y="489270"/>
                <a:ext cx="72360" cy="10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158759-3E99-0C49-DDC0-6A4E1EC88E9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41464" y="471270"/>
                  <a:ext cx="10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B4E1D03-5DBA-9688-09F2-FA921B9C71B5}"/>
                    </a:ext>
                  </a:extLst>
                </p14:cNvPr>
                <p14:cNvContentPartPr/>
                <p14:nvPr/>
              </p14:nvContentPartPr>
              <p14:xfrm>
                <a:off x="6009944" y="397830"/>
                <a:ext cx="93600" cy="12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B4E1D03-5DBA-9688-09F2-FA921B9C71B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91944" y="379830"/>
                  <a:ext cx="129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62640C8-EA41-F70F-F141-A81CA65252D9}"/>
                    </a:ext>
                  </a:extLst>
                </p14:cNvPr>
                <p14:cNvContentPartPr/>
                <p14:nvPr/>
              </p14:nvContentPartPr>
              <p14:xfrm>
                <a:off x="6196784" y="362190"/>
                <a:ext cx="198360" cy="11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62640C8-EA41-F70F-F141-A81CA65252D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78784" y="344550"/>
                  <a:ext cx="234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111F905-C744-509A-9F5B-2AA0CA85FE79}"/>
                    </a:ext>
                  </a:extLst>
                </p14:cNvPr>
                <p14:cNvContentPartPr/>
                <p14:nvPr/>
              </p14:nvContentPartPr>
              <p14:xfrm>
                <a:off x="6419264" y="216030"/>
                <a:ext cx="77760" cy="12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111F905-C744-509A-9F5B-2AA0CA85FE7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01624" y="198030"/>
                  <a:ext cx="113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00CBCF2-6FE3-E3B3-B9F7-BD0C9132A4CA}"/>
                    </a:ext>
                  </a:extLst>
                </p14:cNvPr>
                <p14:cNvContentPartPr/>
                <p14:nvPr/>
              </p14:nvContentPartPr>
              <p14:xfrm>
                <a:off x="6447704" y="227550"/>
                <a:ext cx="110160" cy="66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00CBCF2-6FE3-E3B3-B9F7-BD0C9132A4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29704" y="209550"/>
                  <a:ext cx="1458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66F20E-2ACA-BF68-BC5D-65C881E4F1AA}"/>
              </a:ext>
            </a:extLst>
          </p:cNvPr>
          <p:cNvGrpSpPr/>
          <p:nvPr/>
        </p:nvGrpSpPr>
        <p:grpSpPr>
          <a:xfrm>
            <a:off x="8670060" y="561850"/>
            <a:ext cx="3316680" cy="1333080"/>
            <a:chOff x="4916624" y="3044910"/>
            <a:chExt cx="3316680" cy="13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DC51C4-112B-3CF4-C423-3C5F91D1F6E7}"/>
                    </a:ext>
                  </a:extLst>
                </p14:cNvPr>
                <p14:cNvContentPartPr/>
                <p14:nvPr/>
              </p14:nvContentPartPr>
              <p14:xfrm>
                <a:off x="4976744" y="3986670"/>
                <a:ext cx="65880" cy="315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DC51C4-112B-3CF4-C423-3C5F91D1F6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58744" y="3969030"/>
                  <a:ext cx="1015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C173DE-0240-BB87-4254-AD07B02A1426}"/>
                    </a:ext>
                  </a:extLst>
                </p14:cNvPr>
                <p14:cNvContentPartPr/>
                <p14:nvPr/>
              </p14:nvContentPartPr>
              <p14:xfrm>
                <a:off x="4916624" y="3961110"/>
                <a:ext cx="136080" cy="6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C173DE-0240-BB87-4254-AD07B02A14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98984" y="3943470"/>
                  <a:ext cx="171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2BAD91-3F59-3CF9-773C-B0E89DA10330}"/>
                    </a:ext>
                  </a:extLst>
                </p14:cNvPr>
                <p14:cNvContentPartPr/>
                <p14:nvPr/>
              </p14:nvContentPartPr>
              <p14:xfrm>
                <a:off x="4990784" y="4261710"/>
                <a:ext cx="104400" cy="3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2BAD91-3F59-3CF9-773C-B0E89DA1033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73144" y="4243710"/>
                  <a:ext cx="140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61C052-B101-B4E1-E737-38751795975F}"/>
                    </a:ext>
                  </a:extLst>
                </p14:cNvPr>
                <p14:cNvContentPartPr/>
                <p14:nvPr/>
              </p14:nvContentPartPr>
              <p14:xfrm>
                <a:off x="5310824" y="4149030"/>
                <a:ext cx="67320" cy="19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61C052-B101-B4E1-E737-38751795975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93184" y="4131390"/>
                  <a:ext cx="102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382C9DC-2734-D039-13FD-EFDED99828B7}"/>
                    </a:ext>
                  </a:extLst>
                </p14:cNvPr>
                <p14:cNvContentPartPr/>
                <p14:nvPr/>
              </p14:nvContentPartPr>
              <p14:xfrm>
                <a:off x="5377784" y="4237950"/>
                <a:ext cx="77040" cy="21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382C9DC-2734-D039-13FD-EFDED99828B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59784" y="4219950"/>
                  <a:ext cx="112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B72F69C-527F-CC2E-FEF4-D93F9E69EC7F}"/>
                    </a:ext>
                  </a:extLst>
                </p14:cNvPr>
                <p14:cNvContentPartPr/>
                <p14:nvPr/>
              </p14:nvContentPartPr>
              <p14:xfrm>
                <a:off x="5620424" y="4022310"/>
                <a:ext cx="30960" cy="22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B72F69C-527F-CC2E-FEF4-D93F9E69EC7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02784" y="4004670"/>
                  <a:ext cx="66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D928E2-04BC-21FE-E069-15291F2C003C}"/>
                    </a:ext>
                  </a:extLst>
                </p14:cNvPr>
                <p14:cNvContentPartPr/>
                <p14:nvPr/>
              </p14:nvContentPartPr>
              <p14:xfrm>
                <a:off x="5560664" y="4008630"/>
                <a:ext cx="108720" cy="46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D928E2-04BC-21FE-E069-15291F2C003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42664" y="3990990"/>
                  <a:ext cx="144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43170D-5FBE-D771-D3CE-06709C9B17BC}"/>
                    </a:ext>
                  </a:extLst>
                </p14:cNvPr>
                <p14:cNvContentPartPr/>
                <p14:nvPr/>
              </p14:nvContentPartPr>
              <p14:xfrm>
                <a:off x="5615024" y="4272150"/>
                <a:ext cx="71640" cy="5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43170D-5FBE-D771-D3CE-06709C9B17B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97384" y="4254150"/>
                  <a:ext cx="107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D08F1C-3819-24FA-120F-DB531B81AD16}"/>
                    </a:ext>
                  </a:extLst>
                </p14:cNvPr>
                <p14:cNvContentPartPr/>
                <p14:nvPr/>
              </p14:nvContentPartPr>
              <p14:xfrm>
                <a:off x="5843624" y="4245870"/>
                <a:ext cx="121320" cy="127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D08F1C-3819-24FA-120F-DB531B81AD1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25984" y="4228230"/>
                  <a:ext cx="156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F73455-CFBA-B08E-B117-980F148FC788}"/>
                    </a:ext>
                  </a:extLst>
                </p14:cNvPr>
                <p14:cNvContentPartPr/>
                <p14:nvPr/>
              </p14:nvContentPartPr>
              <p14:xfrm>
                <a:off x="6273824" y="4093950"/>
                <a:ext cx="18072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F73455-CFBA-B08E-B117-980F148FC78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55824" y="4076310"/>
                  <a:ext cx="216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D20483-8769-E936-63DB-21204C289169}"/>
                    </a:ext>
                  </a:extLst>
                </p14:cNvPr>
                <p14:cNvContentPartPr/>
                <p14:nvPr/>
              </p14:nvContentPartPr>
              <p14:xfrm>
                <a:off x="6339344" y="4038870"/>
                <a:ext cx="14148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D20483-8769-E936-63DB-21204C28916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21704" y="4020870"/>
                  <a:ext cx="177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01E3DD-A4A1-C79F-1F9A-C5AE22145718}"/>
                    </a:ext>
                  </a:extLst>
                </p14:cNvPr>
                <p14:cNvContentPartPr/>
                <p14:nvPr/>
              </p14:nvContentPartPr>
              <p14:xfrm>
                <a:off x="6558584" y="3341910"/>
                <a:ext cx="192240" cy="158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01E3DD-A4A1-C79F-1F9A-C5AE2214571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540584" y="3323910"/>
                  <a:ext cx="227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1FEF2C-89F6-BC07-9805-6C4B95F09034}"/>
                    </a:ext>
                  </a:extLst>
                </p14:cNvPr>
                <p14:cNvContentPartPr/>
                <p14:nvPr/>
              </p14:nvContentPartPr>
              <p14:xfrm>
                <a:off x="6837944" y="3044910"/>
                <a:ext cx="185040" cy="320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1FEF2C-89F6-BC07-9805-6C4B95F0903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19944" y="3027270"/>
                  <a:ext cx="220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E6C524A-8AD4-FA01-A6DD-A88591016043}"/>
                    </a:ext>
                  </a:extLst>
                </p14:cNvPr>
                <p14:cNvContentPartPr/>
                <p14:nvPr/>
              </p14:nvContentPartPr>
              <p14:xfrm>
                <a:off x="6610784" y="3446310"/>
                <a:ext cx="653040" cy="140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E6C524A-8AD4-FA01-A6DD-A8859101604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93144" y="3428670"/>
                  <a:ext cx="688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0750B3-15FC-88DE-36D4-1A1597E41C20}"/>
                    </a:ext>
                  </a:extLst>
                </p14:cNvPr>
                <p14:cNvContentPartPr/>
                <p14:nvPr/>
              </p14:nvContentPartPr>
              <p14:xfrm>
                <a:off x="6777464" y="3685350"/>
                <a:ext cx="204840" cy="97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0750B3-15FC-88DE-36D4-1A1597E41C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59824" y="3667350"/>
                  <a:ext cx="240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CA526C8-8785-E4CC-AF80-5B0F10383565}"/>
                    </a:ext>
                  </a:extLst>
                </p14:cNvPr>
                <p14:cNvContentPartPr/>
                <p14:nvPr/>
              </p14:nvContentPartPr>
              <p14:xfrm>
                <a:off x="7063664" y="3614430"/>
                <a:ext cx="85680" cy="178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CA526C8-8785-E4CC-AF80-5B0F103835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45664" y="3596430"/>
                  <a:ext cx="121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6AFF31-81FF-AA97-80B1-9136FD72B264}"/>
                    </a:ext>
                  </a:extLst>
                </p14:cNvPr>
                <p14:cNvContentPartPr/>
                <p14:nvPr/>
              </p14:nvContentPartPr>
              <p14:xfrm>
                <a:off x="7129184" y="3633150"/>
                <a:ext cx="71640" cy="100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6AFF31-81FF-AA97-80B1-9136FD72B26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11184" y="3615150"/>
                  <a:ext cx="107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CE05F4-4707-4552-44F6-F49F7E878D32}"/>
                    </a:ext>
                  </a:extLst>
                </p14:cNvPr>
                <p14:cNvContentPartPr/>
                <p14:nvPr/>
              </p14:nvContentPartPr>
              <p14:xfrm>
                <a:off x="7248704" y="3610110"/>
                <a:ext cx="132480" cy="42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CE05F4-4707-4552-44F6-F49F7E878D3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31064" y="3592470"/>
                  <a:ext cx="168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91C9E87-94B9-E541-5CCD-F33F608C73B2}"/>
                    </a:ext>
                  </a:extLst>
                </p14:cNvPr>
                <p14:cNvContentPartPr/>
                <p14:nvPr/>
              </p14:nvContentPartPr>
              <p14:xfrm>
                <a:off x="7331144" y="3595710"/>
                <a:ext cx="21600" cy="9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91C9E87-94B9-E541-5CCD-F33F608C73B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13504" y="3578070"/>
                  <a:ext cx="57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EA9D0B4-610B-471C-09FB-CFD4F21737AD}"/>
                    </a:ext>
                  </a:extLst>
                </p14:cNvPr>
                <p14:cNvContentPartPr/>
                <p14:nvPr/>
              </p14:nvContentPartPr>
              <p14:xfrm>
                <a:off x="7516904" y="4007550"/>
                <a:ext cx="121320" cy="25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EA9D0B4-610B-471C-09FB-CFD4F21737A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499264" y="3989910"/>
                  <a:ext cx="156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E6B94F-D6D0-7195-A49E-8525861022AB}"/>
                    </a:ext>
                  </a:extLst>
                </p14:cNvPr>
                <p14:cNvContentPartPr/>
                <p14:nvPr/>
              </p14:nvContentPartPr>
              <p14:xfrm>
                <a:off x="7866104" y="3880470"/>
                <a:ext cx="50760" cy="171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E6B94F-D6D0-7195-A49E-8525861022A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48464" y="3862470"/>
                  <a:ext cx="86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6D66D01-7933-0816-2EE8-E65946A861BA}"/>
                    </a:ext>
                  </a:extLst>
                </p14:cNvPr>
                <p14:cNvContentPartPr/>
                <p14:nvPr/>
              </p14:nvContentPartPr>
              <p14:xfrm>
                <a:off x="6075464" y="3804870"/>
                <a:ext cx="364680" cy="57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6D66D01-7933-0816-2EE8-E65946A861B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57824" y="3787230"/>
                  <a:ext cx="40032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EF9AD9-2A75-89A5-3271-EBF5A6FE0477}"/>
                    </a:ext>
                  </a:extLst>
                </p14:cNvPr>
                <p14:cNvContentPartPr/>
                <p14:nvPr/>
              </p14:nvContentPartPr>
              <p14:xfrm>
                <a:off x="7957904" y="3587070"/>
                <a:ext cx="275400" cy="568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EF9AD9-2A75-89A5-3271-EBF5A6FE047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40264" y="3569070"/>
                  <a:ext cx="311040" cy="60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4BC795C-0BFD-BDA4-3E21-8AAEDA8911E0}"/>
              </a:ext>
            </a:extLst>
          </p:cNvPr>
          <p:cNvGrpSpPr/>
          <p:nvPr/>
        </p:nvGrpSpPr>
        <p:grpSpPr>
          <a:xfrm>
            <a:off x="7826580" y="2573890"/>
            <a:ext cx="638280" cy="354960"/>
            <a:chOff x="5953064" y="4638990"/>
            <a:chExt cx="63828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7E69185-0504-AEAF-20EE-B47DE17F985E}"/>
                    </a:ext>
                  </a:extLst>
                </p14:cNvPr>
                <p14:cNvContentPartPr/>
                <p14:nvPr/>
              </p14:nvContentPartPr>
              <p14:xfrm>
                <a:off x="5953064" y="4638990"/>
                <a:ext cx="87840" cy="325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7E69185-0504-AEAF-20EE-B47DE17F985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935064" y="4621350"/>
                  <a:ext cx="123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85CDE3E-31D9-C379-2F64-19C719F8B168}"/>
                    </a:ext>
                  </a:extLst>
                </p14:cNvPr>
                <p14:cNvContentPartPr/>
                <p14:nvPr/>
              </p14:nvContentPartPr>
              <p14:xfrm>
                <a:off x="5955224" y="4961550"/>
                <a:ext cx="93960" cy="32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85CDE3E-31D9-C379-2F64-19C719F8B1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37224" y="4943550"/>
                  <a:ext cx="129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B273E27-4E63-9439-70BF-7240E8D5B105}"/>
                    </a:ext>
                  </a:extLst>
                </p14:cNvPr>
                <p14:cNvContentPartPr/>
                <p14:nvPr/>
              </p14:nvContentPartPr>
              <p14:xfrm>
                <a:off x="6227744" y="4876590"/>
                <a:ext cx="96120" cy="112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B273E27-4E63-9439-70BF-7240E8D5B10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10104" y="4858950"/>
                  <a:ext cx="13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4F11B7-9BBE-27D6-82D7-8C8FB8984E8C}"/>
                    </a:ext>
                  </a:extLst>
                </p14:cNvPr>
                <p14:cNvContentPartPr/>
                <p14:nvPr/>
              </p14:nvContentPartPr>
              <p14:xfrm>
                <a:off x="6489824" y="4882710"/>
                <a:ext cx="71640" cy="14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4F11B7-9BBE-27D6-82D7-8C8FB8984E8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71824" y="4865070"/>
                  <a:ext cx="107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119C1C-4130-E19D-C2FB-BF9EE9888424}"/>
                    </a:ext>
                  </a:extLst>
                </p14:cNvPr>
                <p14:cNvContentPartPr/>
                <p14:nvPr/>
              </p14:nvContentPartPr>
              <p14:xfrm>
                <a:off x="6528704" y="4929870"/>
                <a:ext cx="62640" cy="29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119C1C-4130-E19D-C2FB-BF9EE988842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11064" y="4911870"/>
                  <a:ext cx="982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8BEE68-3F75-4406-2BD3-FD207ABD85F8}"/>
              </a:ext>
            </a:extLst>
          </p:cNvPr>
          <p:cNvGrpSpPr/>
          <p:nvPr/>
        </p:nvGrpSpPr>
        <p:grpSpPr>
          <a:xfrm>
            <a:off x="8739180" y="2685130"/>
            <a:ext cx="1266120" cy="197640"/>
            <a:chOff x="6865664" y="4750230"/>
            <a:chExt cx="126612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7A2E4B4-2DB5-2594-CE8F-7AF9C9F9E933}"/>
                    </a:ext>
                  </a:extLst>
                </p14:cNvPr>
                <p14:cNvContentPartPr/>
                <p14:nvPr/>
              </p14:nvContentPartPr>
              <p14:xfrm>
                <a:off x="6865664" y="4750230"/>
                <a:ext cx="133200" cy="19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7A2E4B4-2DB5-2594-CE8F-7AF9C9F9E93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848024" y="4732590"/>
                  <a:ext cx="168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F77379-3867-E3A4-CAB2-EC4CBA13E54F}"/>
                    </a:ext>
                  </a:extLst>
                </p14:cNvPr>
                <p14:cNvContentPartPr/>
                <p14:nvPr/>
              </p14:nvContentPartPr>
              <p14:xfrm>
                <a:off x="7065824" y="4772550"/>
                <a:ext cx="104040" cy="144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F77379-3867-E3A4-CAB2-EC4CBA13E5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47824" y="4754910"/>
                  <a:ext cx="139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4E08F75-CD9C-175E-7140-3B51778BEFAD}"/>
                    </a:ext>
                  </a:extLst>
                </p14:cNvPr>
                <p14:cNvContentPartPr/>
                <p14:nvPr/>
              </p14:nvContentPartPr>
              <p14:xfrm>
                <a:off x="7235024" y="4775790"/>
                <a:ext cx="122040" cy="115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4E08F75-CD9C-175E-7140-3B51778BEFA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217384" y="4757790"/>
                  <a:ext cx="157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3C46AC6-3195-E1DC-6E0B-3D820A7AFBAA}"/>
                    </a:ext>
                  </a:extLst>
                </p14:cNvPr>
                <p14:cNvContentPartPr/>
                <p14:nvPr/>
              </p14:nvContentPartPr>
              <p14:xfrm>
                <a:off x="7417544" y="4764990"/>
                <a:ext cx="147960" cy="139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3C46AC6-3195-E1DC-6E0B-3D820A7AFBA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99544" y="4746990"/>
                  <a:ext cx="183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AB8631-D3FF-763F-0304-F92B06210141}"/>
                    </a:ext>
                  </a:extLst>
                </p14:cNvPr>
                <p14:cNvContentPartPr/>
                <p14:nvPr/>
              </p14:nvContentPartPr>
              <p14:xfrm>
                <a:off x="7604024" y="4767870"/>
                <a:ext cx="130680" cy="130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AB8631-D3FF-763F-0304-F92B0621014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86384" y="4750230"/>
                  <a:ext cx="166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5012B1-2594-DF9E-FBFD-2D10B81EC2AE}"/>
                    </a:ext>
                  </a:extLst>
                </p14:cNvPr>
                <p14:cNvContentPartPr/>
                <p14:nvPr/>
              </p14:nvContentPartPr>
              <p14:xfrm>
                <a:off x="7866464" y="4807470"/>
                <a:ext cx="74160" cy="140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5012B1-2594-DF9E-FBFD-2D10B81EC2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48464" y="4789830"/>
                  <a:ext cx="109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335AC07-9A45-2A5D-7C52-C4575F91DEA4}"/>
                    </a:ext>
                  </a:extLst>
                </p14:cNvPr>
                <p14:cNvContentPartPr/>
                <p14:nvPr/>
              </p14:nvContentPartPr>
              <p14:xfrm>
                <a:off x="8010104" y="4805310"/>
                <a:ext cx="121680" cy="12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335AC07-9A45-2A5D-7C52-C4575F91DEA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92464" y="4787310"/>
                  <a:ext cx="15732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893D61-8FA7-C02F-38AD-708AD8EA1047}"/>
              </a:ext>
            </a:extLst>
          </p:cNvPr>
          <p:cNvGrpSpPr/>
          <p:nvPr/>
        </p:nvGrpSpPr>
        <p:grpSpPr>
          <a:xfrm>
            <a:off x="10416420" y="2599810"/>
            <a:ext cx="1379520" cy="284400"/>
            <a:chOff x="8542904" y="4664910"/>
            <a:chExt cx="137952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3D2DA1-1842-1722-D1FE-55DDA535D470}"/>
                    </a:ext>
                  </a:extLst>
                </p14:cNvPr>
                <p14:cNvContentPartPr/>
                <p14:nvPr/>
              </p14:nvContentPartPr>
              <p14:xfrm>
                <a:off x="8542904" y="4809630"/>
                <a:ext cx="89640" cy="139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3D2DA1-1842-1722-D1FE-55DDA535D47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24904" y="4791990"/>
                  <a:ext cx="125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B8D7F0-55CA-A589-0225-2D2FDE945A66}"/>
                    </a:ext>
                  </a:extLst>
                </p14:cNvPr>
                <p14:cNvContentPartPr/>
                <p14:nvPr/>
              </p14:nvContentPartPr>
              <p14:xfrm>
                <a:off x="8709224" y="4833390"/>
                <a:ext cx="136800" cy="92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B8D7F0-55CA-A589-0225-2D2FDE945A6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91224" y="4815390"/>
                  <a:ext cx="172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0D46318-49E5-A2E8-1865-E03FFFA86D15}"/>
                    </a:ext>
                  </a:extLst>
                </p14:cNvPr>
                <p14:cNvContentPartPr/>
                <p14:nvPr/>
              </p14:nvContentPartPr>
              <p14:xfrm>
                <a:off x="8925944" y="4797030"/>
                <a:ext cx="102600" cy="122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0D46318-49E5-A2E8-1865-E03FFFA86D1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908304" y="4779390"/>
                  <a:ext cx="138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A66D89B-1191-0157-F802-45FD1DEBD49A}"/>
                    </a:ext>
                  </a:extLst>
                </p14:cNvPr>
                <p14:cNvContentPartPr/>
                <p14:nvPr/>
              </p14:nvContentPartPr>
              <p14:xfrm>
                <a:off x="9152024" y="4805310"/>
                <a:ext cx="110880" cy="116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A66D89B-1191-0157-F802-45FD1DEBD49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134024" y="4787670"/>
                  <a:ext cx="14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8BB9AA0-2D48-5692-84DF-42C2B640725E}"/>
                    </a:ext>
                  </a:extLst>
                </p14:cNvPr>
                <p14:cNvContentPartPr/>
                <p14:nvPr/>
              </p14:nvContentPartPr>
              <p14:xfrm>
                <a:off x="9348224" y="4807830"/>
                <a:ext cx="329040" cy="92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8BB9AA0-2D48-5692-84DF-42C2B640725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330224" y="4789830"/>
                  <a:ext cx="364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B217FBE-2D91-1271-336F-7D0409327D05}"/>
                    </a:ext>
                  </a:extLst>
                </p14:cNvPr>
                <p14:cNvContentPartPr/>
                <p14:nvPr/>
              </p14:nvContentPartPr>
              <p14:xfrm>
                <a:off x="9757544" y="4664910"/>
                <a:ext cx="99720" cy="270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B217FBE-2D91-1271-336F-7D0409327D0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739904" y="4646910"/>
                  <a:ext cx="135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627AB99-FE2C-EA7E-7DB0-54EA71237921}"/>
                    </a:ext>
                  </a:extLst>
                </p14:cNvPr>
                <p14:cNvContentPartPr/>
                <p14:nvPr/>
              </p14:nvContentPartPr>
              <p14:xfrm>
                <a:off x="9797144" y="4764270"/>
                <a:ext cx="125280" cy="42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627AB99-FE2C-EA7E-7DB0-54EA7123792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779504" y="4746630"/>
                  <a:ext cx="16092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ACB9DB0-32A4-D227-6A6A-60B216E1B82A}"/>
                  </a:ext>
                </a:extLst>
              </p14:cNvPr>
              <p14:cNvContentPartPr/>
              <p14:nvPr/>
            </p14:nvContentPartPr>
            <p14:xfrm>
              <a:off x="13859820" y="2295250"/>
              <a:ext cx="11880" cy="1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ACB9DB0-32A4-D227-6A6A-60B216E1B82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3841820" y="2277250"/>
                <a:ext cx="475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4390313-B448-1A1F-4C8F-0FC80A933711}"/>
                  </a:ext>
                </a:extLst>
              </p14:cNvPr>
              <p14:cNvContentPartPr/>
              <p14:nvPr/>
            </p14:nvContentPartPr>
            <p14:xfrm>
              <a:off x="9270399" y="1293870"/>
              <a:ext cx="608400" cy="7714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4390313-B448-1A1F-4C8F-0FC80A933711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252399" y="1275870"/>
                <a:ext cx="644040" cy="80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DEF6DA6-4C8D-A8BC-5096-1476C6138CED}"/>
              </a:ext>
            </a:extLst>
          </p:cNvPr>
          <p:cNvGrpSpPr/>
          <p:nvPr/>
        </p:nvGrpSpPr>
        <p:grpSpPr>
          <a:xfrm>
            <a:off x="7772799" y="3335790"/>
            <a:ext cx="1006560" cy="682920"/>
            <a:chOff x="7772799" y="3335790"/>
            <a:chExt cx="1006560" cy="68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32C10A5-2556-06B7-BE46-AFE6B5E41B11}"/>
                    </a:ext>
                  </a:extLst>
                </p14:cNvPr>
                <p14:cNvContentPartPr/>
                <p14:nvPr/>
              </p14:nvContentPartPr>
              <p14:xfrm>
                <a:off x="8001759" y="3335790"/>
                <a:ext cx="213120" cy="181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32C10A5-2556-06B7-BE46-AFE6B5E41B1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83759" y="3317790"/>
                  <a:ext cx="248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EBE72E-99E6-7E3C-90BC-998E41AA8DD1}"/>
                    </a:ext>
                  </a:extLst>
                </p14:cNvPr>
                <p14:cNvContentPartPr/>
                <p14:nvPr/>
              </p14:nvContentPartPr>
              <p14:xfrm>
                <a:off x="7772799" y="3659430"/>
                <a:ext cx="666000" cy="128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EBE72E-99E6-7E3C-90BC-998E41AA8DD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755159" y="3641430"/>
                  <a:ext cx="701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A8661EA-6A4C-B598-9090-A821616A23AE}"/>
                    </a:ext>
                  </a:extLst>
                </p14:cNvPr>
                <p14:cNvContentPartPr/>
                <p14:nvPr/>
              </p14:nvContentPartPr>
              <p14:xfrm>
                <a:off x="8051079" y="3849510"/>
                <a:ext cx="75240" cy="169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A8661EA-6A4C-B598-9090-A821616A23A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033439" y="3831510"/>
                  <a:ext cx="110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5527D2-D2CD-98FE-C2D3-8D432E66A37E}"/>
                    </a:ext>
                  </a:extLst>
                </p14:cNvPr>
                <p14:cNvContentPartPr/>
                <p14:nvPr/>
              </p14:nvContentPartPr>
              <p14:xfrm>
                <a:off x="8110479" y="3885510"/>
                <a:ext cx="112680" cy="65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5527D2-D2CD-98FE-C2D3-8D432E66A37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92839" y="3867870"/>
                  <a:ext cx="148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8F45A0E-5070-5C81-5094-2BB9BA7F2D79}"/>
                    </a:ext>
                  </a:extLst>
                </p14:cNvPr>
                <p14:cNvContentPartPr/>
                <p14:nvPr/>
              </p14:nvContentPartPr>
              <p14:xfrm>
                <a:off x="8265279" y="3852390"/>
                <a:ext cx="165960" cy="30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8F45A0E-5070-5C81-5094-2BB9BA7F2D7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247639" y="3834390"/>
                  <a:ext cx="201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B52D75D-7AF7-FBC5-C598-B1B274ED0552}"/>
                    </a:ext>
                  </a:extLst>
                </p14:cNvPr>
                <p14:cNvContentPartPr/>
                <p14:nvPr/>
              </p14:nvContentPartPr>
              <p14:xfrm>
                <a:off x="8358519" y="3853830"/>
                <a:ext cx="47520" cy="123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B52D75D-7AF7-FBC5-C598-B1B274ED055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340519" y="3836190"/>
                  <a:ext cx="83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3C9262-CA35-B05F-7872-B8D6417C257F}"/>
                    </a:ext>
                  </a:extLst>
                </p14:cNvPr>
                <p14:cNvContentPartPr/>
                <p14:nvPr/>
              </p14:nvContentPartPr>
              <p14:xfrm>
                <a:off x="8670639" y="3612990"/>
                <a:ext cx="69480" cy="18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3C9262-CA35-B05F-7872-B8D6417C257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52639" y="3594990"/>
                  <a:ext cx="105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C4F183-90C3-B578-C337-B2EE63EAD89C}"/>
                    </a:ext>
                  </a:extLst>
                </p14:cNvPr>
                <p14:cNvContentPartPr/>
                <p14:nvPr/>
              </p14:nvContentPartPr>
              <p14:xfrm>
                <a:off x="8712399" y="3661230"/>
                <a:ext cx="66960" cy="1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C4F183-90C3-B578-C337-B2EE63EAD89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694399" y="3643590"/>
                  <a:ext cx="1026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1160445-92A4-6579-4796-607D7F0681AE}"/>
              </a:ext>
            </a:extLst>
          </p:cNvPr>
          <p:cNvGrpSpPr/>
          <p:nvPr/>
        </p:nvGrpSpPr>
        <p:grpSpPr>
          <a:xfrm>
            <a:off x="9069879" y="3391230"/>
            <a:ext cx="1760040" cy="296280"/>
            <a:chOff x="9069879" y="3391230"/>
            <a:chExt cx="176004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C1B1D85-BD31-C65B-0906-EA9090C45B3B}"/>
                    </a:ext>
                  </a:extLst>
                </p14:cNvPr>
                <p14:cNvContentPartPr/>
                <p14:nvPr/>
              </p14:nvContentPartPr>
              <p14:xfrm>
                <a:off x="9069879" y="3452430"/>
                <a:ext cx="70560" cy="227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C1B1D85-BD31-C65B-0906-EA9090C45B3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051879" y="3434790"/>
                  <a:ext cx="106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4300138-3C36-7CD2-24C3-7AA111F86C9C}"/>
                    </a:ext>
                  </a:extLst>
                </p14:cNvPr>
                <p14:cNvContentPartPr/>
                <p14:nvPr/>
              </p14:nvContentPartPr>
              <p14:xfrm>
                <a:off x="9223959" y="3554670"/>
                <a:ext cx="91440" cy="132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4300138-3C36-7CD2-24C3-7AA111F86C9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205959" y="3537030"/>
                  <a:ext cx="127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D1DB453-DD8B-5444-DAAD-E1B8454C73BB}"/>
                    </a:ext>
                  </a:extLst>
                </p14:cNvPr>
                <p14:cNvContentPartPr/>
                <p14:nvPr/>
              </p14:nvContentPartPr>
              <p14:xfrm>
                <a:off x="9402879" y="3572670"/>
                <a:ext cx="144000" cy="77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D1DB453-DD8B-5444-DAAD-E1B8454C73B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385239" y="3554670"/>
                  <a:ext cx="179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8BBDCDE-B70D-8E89-A5D4-193F1257BB0C}"/>
                    </a:ext>
                  </a:extLst>
                </p14:cNvPr>
                <p14:cNvContentPartPr/>
                <p14:nvPr/>
              </p14:nvContentPartPr>
              <p14:xfrm>
                <a:off x="9680799" y="3543870"/>
                <a:ext cx="42120" cy="11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8BBDCDE-B70D-8E89-A5D4-193F1257BB0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663159" y="3526230"/>
                  <a:ext cx="77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89B7134-FBC4-15CF-7D82-D2BA4CC57EBD}"/>
                    </a:ext>
                  </a:extLst>
                </p14:cNvPr>
                <p14:cNvContentPartPr/>
                <p14:nvPr/>
              </p14:nvContentPartPr>
              <p14:xfrm>
                <a:off x="9867279" y="3451350"/>
                <a:ext cx="50400" cy="195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89B7134-FBC4-15CF-7D82-D2BA4CC57EB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49279" y="3433350"/>
                  <a:ext cx="86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7875298-FB4F-B103-4011-9D3EA5F90C5C}"/>
                    </a:ext>
                  </a:extLst>
                </p14:cNvPr>
                <p14:cNvContentPartPr/>
                <p14:nvPr/>
              </p14:nvContentPartPr>
              <p14:xfrm>
                <a:off x="9910119" y="3550350"/>
                <a:ext cx="65880" cy="23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7875298-FB4F-B103-4011-9D3EA5F90C5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892479" y="3532350"/>
                  <a:ext cx="101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4933005-FB6D-1D26-B684-218FE36CA8C9}"/>
                    </a:ext>
                  </a:extLst>
                </p14:cNvPr>
                <p14:cNvContentPartPr/>
                <p14:nvPr/>
              </p14:nvContentPartPr>
              <p14:xfrm>
                <a:off x="10087239" y="3537390"/>
                <a:ext cx="226440" cy="68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4933005-FB6D-1D26-B684-218FE36CA8C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69599" y="3519750"/>
                  <a:ext cx="262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AE59DBA-9ECD-BA81-FCD8-4E0093155824}"/>
                    </a:ext>
                  </a:extLst>
                </p14:cNvPr>
                <p14:cNvContentPartPr/>
                <p14:nvPr/>
              </p14:nvContentPartPr>
              <p14:xfrm>
                <a:off x="10319439" y="3534150"/>
                <a:ext cx="86040" cy="82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AE59DBA-9ECD-BA81-FCD8-4E009315582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301439" y="3516150"/>
                  <a:ext cx="121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5061534-D2F4-C457-FC91-AE9645DBC404}"/>
                    </a:ext>
                  </a:extLst>
                </p14:cNvPr>
                <p14:cNvContentPartPr/>
                <p14:nvPr/>
              </p14:nvContentPartPr>
              <p14:xfrm>
                <a:off x="10524279" y="3391230"/>
                <a:ext cx="71280" cy="167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5061534-D2F4-C457-FC91-AE9645DBC40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506639" y="3373590"/>
                  <a:ext cx="106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8D02A0-AC2D-25F6-6A31-BBB4667A91ED}"/>
                    </a:ext>
                  </a:extLst>
                </p14:cNvPr>
                <p14:cNvContentPartPr/>
                <p14:nvPr/>
              </p14:nvContentPartPr>
              <p14:xfrm>
                <a:off x="10508079" y="3438390"/>
                <a:ext cx="129960" cy="51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8D02A0-AC2D-25F6-6A31-BBB4667A91E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90079" y="3420750"/>
                  <a:ext cx="165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561FA5A-9067-4DE9-BE34-CA7F88662FCD}"/>
                    </a:ext>
                  </a:extLst>
                </p14:cNvPr>
                <p14:cNvContentPartPr/>
                <p14:nvPr/>
              </p14:nvContentPartPr>
              <p14:xfrm>
                <a:off x="10818039" y="3460710"/>
                <a:ext cx="11880" cy="3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561FA5A-9067-4DE9-BE34-CA7F88662F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800399" y="3442710"/>
                  <a:ext cx="475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FA438CB-5FC8-B97D-55F7-8EEF287032DF}"/>
              </a:ext>
            </a:extLst>
          </p:cNvPr>
          <p:cNvGrpSpPr/>
          <p:nvPr/>
        </p:nvGrpSpPr>
        <p:grpSpPr>
          <a:xfrm>
            <a:off x="8216319" y="4341990"/>
            <a:ext cx="540360" cy="255600"/>
            <a:chOff x="8216319" y="4341990"/>
            <a:chExt cx="54036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521E5DD-3096-0F05-6A68-37B8B46C0155}"/>
                    </a:ext>
                  </a:extLst>
                </p14:cNvPr>
                <p14:cNvContentPartPr/>
                <p14:nvPr/>
              </p14:nvContentPartPr>
              <p14:xfrm>
                <a:off x="8216319" y="4341990"/>
                <a:ext cx="202320" cy="255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521E5DD-3096-0F05-6A68-37B8B46C015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98319" y="4323990"/>
                  <a:ext cx="2379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7DB6FCF-0DCA-7F32-15A9-4D34D5CAC002}"/>
                    </a:ext>
                  </a:extLst>
                </p14:cNvPr>
                <p14:cNvContentPartPr/>
                <p14:nvPr/>
              </p14:nvContentPartPr>
              <p14:xfrm>
                <a:off x="8610159" y="4437750"/>
                <a:ext cx="97560" cy="28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7DB6FCF-0DCA-7F32-15A9-4D34D5CAC00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592159" y="4420110"/>
                  <a:ext cx="133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A625C59-28AB-1792-EBAB-F533DF5957C6}"/>
                    </a:ext>
                  </a:extLst>
                </p14:cNvPr>
                <p14:cNvContentPartPr/>
                <p14:nvPr/>
              </p14:nvContentPartPr>
              <p14:xfrm>
                <a:off x="8682879" y="4506870"/>
                <a:ext cx="73800" cy="38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A625C59-28AB-1792-EBAB-F533DF5957C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64879" y="4488870"/>
                  <a:ext cx="109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134DB81-3522-00E8-6AB6-D67DCD1B5E2F}"/>
              </a:ext>
            </a:extLst>
          </p:cNvPr>
          <p:cNvGrpSpPr/>
          <p:nvPr/>
        </p:nvGrpSpPr>
        <p:grpSpPr>
          <a:xfrm>
            <a:off x="9083919" y="4240110"/>
            <a:ext cx="1286280" cy="322920"/>
            <a:chOff x="9083919" y="4240110"/>
            <a:chExt cx="128628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E3E7A1E-FD0B-DEF9-78EA-A25E9C8EC789}"/>
                    </a:ext>
                  </a:extLst>
                </p14:cNvPr>
                <p14:cNvContentPartPr/>
                <p14:nvPr/>
              </p14:nvContentPartPr>
              <p14:xfrm>
                <a:off x="9083919" y="4388790"/>
                <a:ext cx="164520" cy="150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E3E7A1E-FD0B-DEF9-78EA-A25E9C8EC78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65919" y="4371150"/>
                  <a:ext cx="200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9EA9D5D-858C-AA2A-6A26-1F3F61652D3E}"/>
                    </a:ext>
                  </a:extLst>
                </p14:cNvPr>
                <p14:cNvContentPartPr/>
                <p14:nvPr/>
              </p14:nvContentPartPr>
              <p14:xfrm>
                <a:off x="9303879" y="4428390"/>
                <a:ext cx="42480" cy="134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9EA9D5D-858C-AA2A-6A26-1F3F61652D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286239" y="4410390"/>
                  <a:ext cx="78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48C31DD-2D06-74D0-A36B-42DBE82FB78C}"/>
                    </a:ext>
                  </a:extLst>
                </p14:cNvPr>
                <p14:cNvContentPartPr/>
                <p14:nvPr/>
              </p14:nvContentPartPr>
              <p14:xfrm>
                <a:off x="9316839" y="4394910"/>
                <a:ext cx="96840" cy="80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48C31DD-2D06-74D0-A36B-42DBE82FB7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298839" y="4376910"/>
                  <a:ext cx="132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C36A77C-EEBA-B6D6-E040-5724615D790A}"/>
                    </a:ext>
                  </a:extLst>
                </p14:cNvPr>
                <p14:cNvContentPartPr/>
                <p14:nvPr/>
              </p14:nvContentPartPr>
              <p14:xfrm>
                <a:off x="9482439" y="4395630"/>
                <a:ext cx="36720" cy="125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C36A77C-EEBA-B6D6-E040-5724615D790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64439" y="4377990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9FB9EF0-5591-1F1C-B21D-6B22BAF08915}"/>
                    </a:ext>
                  </a:extLst>
                </p14:cNvPr>
                <p14:cNvContentPartPr/>
                <p14:nvPr/>
              </p14:nvContentPartPr>
              <p14:xfrm>
                <a:off x="9512319" y="4341990"/>
                <a:ext cx="85320" cy="74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9FB9EF0-5591-1F1C-B21D-6B22BAF0891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94679" y="4323990"/>
                  <a:ext cx="120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F06857-7D61-518E-59CB-203F952FC0CD}"/>
                    </a:ext>
                  </a:extLst>
                </p14:cNvPr>
                <p14:cNvContentPartPr/>
                <p14:nvPr/>
              </p14:nvContentPartPr>
              <p14:xfrm>
                <a:off x="9690159" y="4254870"/>
                <a:ext cx="56880" cy="199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F06857-7D61-518E-59CB-203F952FC0C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672519" y="4236870"/>
                  <a:ext cx="92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0E3E89-799B-A573-4B1E-4F0105279A57}"/>
                    </a:ext>
                  </a:extLst>
                </p14:cNvPr>
                <p14:cNvContentPartPr/>
                <p14:nvPr/>
              </p14:nvContentPartPr>
              <p14:xfrm>
                <a:off x="9849639" y="4395270"/>
                <a:ext cx="33120" cy="66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0E3E89-799B-A573-4B1E-4F0105279A5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31999" y="4377630"/>
                  <a:ext cx="68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7BDAE2E-DCFD-A082-0972-F85B81E9D084}"/>
                    </a:ext>
                  </a:extLst>
                </p14:cNvPr>
                <p14:cNvContentPartPr/>
                <p14:nvPr/>
              </p14:nvContentPartPr>
              <p14:xfrm>
                <a:off x="9864759" y="4240110"/>
                <a:ext cx="6480" cy="6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7BDAE2E-DCFD-A082-0972-F85B81E9D08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46759" y="4222470"/>
                  <a:ext cx="42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2F9A67-798A-BC54-0A1B-B57B44B5BBF2}"/>
                    </a:ext>
                  </a:extLst>
                </p14:cNvPr>
                <p14:cNvContentPartPr/>
                <p14:nvPr/>
              </p14:nvContentPartPr>
              <p14:xfrm>
                <a:off x="10001199" y="4349190"/>
                <a:ext cx="77760" cy="9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2F9A67-798A-BC54-0A1B-B57B44B5BBF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983559" y="4331550"/>
                  <a:ext cx="113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CF87753-65AD-CDD1-2430-2A13EE0C7704}"/>
                    </a:ext>
                  </a:extLst>
                </p14:cNvPr>
                <p14:cNvContentPartPr/>
                <p14:nvPr/>
              </p14:nvContentPartPr>
              <p14:xfrm>
                <a:off x="10235199" y="4240470"/>
                <a:ext cx="135000" cy="199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CF87753-65AD-CDD1-2430-2A13EE0C770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17559" y="4222830"/>
                  <a:ext cx="1706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8681BAC-7F04-641E-7A14-47EE2FB72207}"/>
              </a:ext>
            </a:extLst>
          </p:cNvPr>
          <p:cNvGrpSpPr/>
          <p:nvPr/>
        </p:nvGrpSpPr>
        <p:grpSpPr>
          <a:xfrm>
            <a:off x="10709679" y="4137870"/>
            <a:ext cx="1384560" cy="266760"/>
            <a:chOff x="10709679" y="4137870"/>
            <a:chExt cx="138456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7D4A07-AA25-8343-9122-FB22BBD65C7D}"/>
                    </a:ext>
                  </a:extLst>
                </p14:cNvPr>
                <p14:cNvContentPartPr/>
                <p14:nvPr/>
              </p14:nvContentPartPr>
              <p14:xfrm>
                <a:off x="10709679" y="4263510"/>
                <a:ext cx="122760" cy="98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7D4A07-AA25-8343-9122-FB22BBD65C7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91679" y="4245870"/>
                  <a:ext cx="158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4D0930A-3D64-DD82-9274-54918C5AB32B}"/>
                    </a:ext>
                  </a:extLst>
                </p14:cNvPr>
                <p14:cNvContentPartPr/>
                <p14:nvPr/>
              </p14:nvContentPartPr>
              <p14:xfrm>
                <a:off x="10953399" y="4258110"/>
                <a:ext cx="63000" cy="106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4D0930A-3D64-DD82-9274-54918C5AB32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35759" y="4240110"/>
                  <a:ext cx="98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E72B936-7705-B713-0D9E-8A50179E627D}"/>
                    </a:ext>
                  </a:extLst>
                </p14:cNvPr>
                <p14:cNvContentPartPr/>
                <p14:nvPr/>
              </p14:nvContentPartPr>
              <p14:xfrm>
                <a:off x="11153919" y="4151190"/>
                <a:ext cx="28080" cy="22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E72B936-7705-B713-0D9E-8A50179E627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136279" y="4133190"/>
                  <a:ext cx="63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3A717D2-E4D7-9500-AC9F-3CA8E7BDA6FC}"/>
                    </a:ext>
                  </a:extLst>
                </p14:cNvPr>
                <p14:cNvContentPartPr/>
                <p14:nvPr/>
              </p14:nvContentPartPr>
              <p14:xfrm>
                <a:off x="11327799" y="4137870"/>
                <a:ext cx="57600" cy="207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3A717D2-E4D7-9500-AC9F-3CA8E7BDA6F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09799" y="4119870"/>
                  <a:ext cx="93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4637B83-2DC8-225B-6523-04E6A893F145}"/>
                    </a:ext>
                  </a:extLst>
                </p14:cNvPr>
                <p14:cNvContentPartPr/>
                <p14:nvPr/>
              </p14:nvContentPartPr>
              <p14:xfrm>
                <a:off x="11332119" y="4247670"/>
                <a:ext cx="137160" cy="48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4637B83-2DC8-225B-6523-04E6A893F14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14479" y="4230030"/>
                  <a:ext cx="172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F48E196-A279-CAF3-600B-9B6A3A8857D4}"/>
                    </a:ext>
                  </a:extLst>
                </p14:cNvPr>
                <p14:cNvContentPartPr/>
                <p14:nvPr/>
              </p14:nvContentPartPr>
              <p14:xfrm>
                <a:off x="11509959" y="4215990"/>
                <a:ext cx="123840" cy="96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F48E196-A279-CAF3-600B-9B6A3A8857D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491959" y="4197990"/>
                  <a:ext cx="159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71E1B50-70A6-29D4-3BF7-24859B11DAEB}"/>
                    </a:ext>
                  </a:extLst>
                </p14:cNvPr>
                <p14:cNvContentPartPr/>
                <p14:nvPr/>
              </p14:nvContentPartPr>
              <p14:xfrm>
                <a:off x="11684919" y="4168470"/>
                <a:ext cx="107640" cy="236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71E1B50-70A6-29D4-3BF7-24859B11DAE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667279" y="4150470"/>
                  <a:ext cx="143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8FB6ECC-33E8-C5CE-B71A-E0ADD993C987}"/>
                    </a:ext>
                  </a:extLst>
                </p14:cNvPr>
                <p14:cNvContentPartPr/>
                <p14:nvPr/>
              </p14:nvContentPartPr>
              <p14:xfrm>
                <a:off x="11864199" y="4162350"/>
                <a:ext cx="79560" cy="132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8FB6ECC-33E8-C5CE-B71A-E0ADD993C98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846199" y="4144710"/>
                  <a:ext cx="115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CB4848D-D079-B915-1709-BCBC511202E0}"/>
                    </a:ext>
                  </a:extLst>
                </p14:cNvPr>
                <p14:cNvContentPartPr/>
                <p14:nvPr/>
              </p14:nvContentPartPr>
              <p14:xfrm>
                <a:off x="12074079" y="4266030"/>
                <a:ext cx="20160" cy="9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CB4848D-D079-B915-1709-BCBC511202E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2056439" y="4248030"/>
                  <a:ext cx="558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65BEF537-F946-B59E-24AF-1EAB3CBC42E9}"/>
              </a:ext>
            </a:extLst>
          </p:cNvPr>
          <p:cNvGrpSpPr/>
          <p:nvPr/>
        </p:nvGrpSpPr>
        <p:grpSpPr>
          <a:xfrm>
            <a:off x="8272479" y="5004390"/>
            <a:ext cx="450360" cy="138240"/>
            <a:chOff x="8272479" y="5004390"/>
            <a:chExt cx="450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5D61940-34BB-443B-2B5A-31ED425B3D02}"/>
                    </a:ext>
                  </a:extLst>
                </p14:cNvPr>
                <p14:cNvContentPartPr/>
                <p14:nvPr/>
              </p14:nvContentPartPr>
              <p14:xfrm>
                <a:off x="8272479" y="5011950"/>
                <a:ext cx="190440" cy="130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5D61940-34BB-443B-2B5A-31ED425B3D0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254839" y="4994310"/>
                  <a:ext cx="226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F20A19-9AF8-DF2F-BFA7-AD7D12DC4233}"/>
                    </a:ext>
                  </a:extLst>
                </p14:cNvPr>
                <p14:cNvContentPartPr/>
                <p14:nvPr/>
              </p14:nvContentPartPr>
              <p14:xfrm>
                <a:off x="8630319" y="5004390"/>
                <a:ext cx="92520" cy="86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F20A19-9AF8-DF2F-BFA7-AD7D12DC423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612679" y="4986750"/>
                  <a:ext cx="12816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081103D-472D-7A90-3983-BB642107B3CB}"/>
              </a:ext>
            </a:extLst>
          </p:cNvPr>
          <p:cNvGrpSpPr/>
          <p:nvPr/>
        </p:nvGrpSpPr>
        <p:grpSpPr>
          <a:xfrm>
            <a:off x="9068799" y="4874430"/>
            <a:ext cx="1042920" cy="255960"/>
            <a:chOff x="9068799" y="4874430"/>
            <a:chExt cx="104292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8E2059F-2191-4343-F63E-BE9532CA5CA5}"/>
                    </a:ext>
                  </a:extLst>
                </p14:cNvPr>
                <p14:cNvContentPartPr/>
                <p14:nvPr/>
              </p14:nvContentPartPr>
              <p14:xfrm>
                <a:off x="9068799" y="5002230"/>
                <a:ext cx="259920" cy="116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8E2059F-2191-4343-F63E-BE9532CA5CA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50799" y="4984230"/>
                  <a:ext cx="295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425813E-CA66-C481-108F-AC5FDFD3DA58}"/>
                    </a:ext>
                  </a:extLst>
                </p14:cNvPr>
                <p14:cNvContentPartPr/>
                <p14:nvPr/>
              </p14:nvContentPartPr>
              <p14:xfrm>
                <a:off x="9417639" y="4986750"/>
                <a:ext cx="136080" cy="137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425813E-CA66-C481-108F-AC5FDFD3DA5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99999" y="4968750"/>
                  <a:ext cx="171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9952CD-39C0-DA1B-19DC-BE1060B48CE7}"/>
                    </a:ext>
                  </a:extLst>
                </p14:cNvPr>
                <p14:cNvContentPartPr/>
                <p14:nvPr/>
              </p14:nvContentPartPr>
              <p14:xfrm>
                <a:off x="9699159" y="4874430"/>
                <a:ext cx="35640" cy="255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9952CD-39C0-DA1B-19DC-BE1060B48CE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681519" y="4856790"/>
                  <a:ext cx="712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D45F489-C367-77B0-0F81-98CB068BA395}"/>
                    </a:ext>
                  </a:extLst>
                </p14:cNvPr>
                <p14:cNvContentPartPr/>
                <p14:nvPr/>
              </p14:nvContentPartPr>
              <p14:xfrm>
                <a:off x="9642279" y="4980990"/>
                <a:ext cx="142200" cy="43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D45F489-C367-77B0-0F81-98CB068BA39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24639" y="4963350"/>
                  <a:ext cx="177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47C1598-7441-6D5A-3AD5-61C8F89908EC}"/>
                    </a:ext>
                  </a:extLst>
                </p14:cNvPr>
                <p14:cNvContentPartPr/>
                <p14:nvPr/>
              </p14:nvContentPartPr>
              <p14:xfrm>
                <a:off x="9866919" y="5006550"/>
                <a:ext cx="74880" cy="109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47C1598-7441-6D5A-3AD5-61C8F89908E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48919" y="4988550"/>
                  <a:ext cx="110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5FF9065-A41B-6A21-0038-47A7F09CADAF}"/>
                    </a:ext>
                  </a:extLst>
                </p14:cNvPr>
                <p14:cNvContentPartPr/>
                <p14:nvPr/>
              </p14:nvContentPartPr>
              <p14:xfrm>
                <a:off x="10035039" y="4972350"/>
                <a:ext cx="76680" cy="93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5FF9065-A41B-6A21-0038-47A7F09CADA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017399" y="4954350"/>
                  <a:ext cx="11232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4A2E33B-BB27-BF79-D790-60212DFB2460}"/>
              </a:ext>
            </a:extLst>
          </p:cNvPr>
          <p:cNvGrpSpPr/>
          <p:nvPr/>
        </p:nvGrpSpPr>
        <p:grpSpPr>
          <a:xfrm>
            <a:off x="10301799" y="4804950"/>
            <a:ext cx="392400" cy="233280"/>
            <a:chOff x="10301799" y="4804950"/>
            <a:chExt cx="39240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634A76-5B79-B791-BC1B-A5AFB495087F}"/>
                    </a:ext>
                  </a:extLst>
                </p14:cNvPr>
                <p14:cNvContentPartPr/>
                <p14:nvPr/>
              </p14:nvContentPartPr>
              <p14:xfrm>
                <a:off x="10311519" y="4965510"/>
                <a:ext cx="13320" cy="72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634A76-5B79-B791-BC1B-A5AFB495087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93879" y="4947510"/>
                  <a:ext cx="48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A80E7B2-5F2A-B7EA-2E6B-C2C0E6A808FF}"/>
                    </a:ext>
                  </a:extLst>
                </p14:cNvPr>
                <p14:cNvContentPartPr/>
                <p14:nvPr/>
              </p14:nvContentPartPr>
              <p14:xfrm>
                <a:off x="10301799" y="4848150"/>
                <a:ext cx="22680" cy="64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A80E7B2-5F2A-B7EA-2E6B-C2C0E6A808F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283799" y="4830510"/>
                  <a:ext cx="58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36F0C28-EA37-9989-6313-24EC1CFCD977}"/>
                    </a:ext>
                  </a:extLst>
                </p14:cNvPr>
                <p14:cNvContentPartPr/>
                <p14:nvPr/>
              </p14:nvContentPartPr>
              <p14:xfrm>
                <a:off x="10472799" y="4916190"/>
                <a:ext cx="126360" cy="119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36F0C28-EA37-9989-6313-24EC1CFCD97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454799" y="4898550"/>
                  <a:ext cx="162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F9A9FD4-8CAE-0BCD-9357-143B3D0FC863}"/>
                    </a:ext>
                  </a:extLst>
                </p14:cNvPr>
                <p14:cNvContentPartPr/>
                <p14:nvPr/>
              </p14:nvContentPartPr>
              <p14:xfrm>
                <a:off x="10657479" y="4804950"/>
                <a:ext cx="36720" cy="212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F9A9FD4-8CAE-0BCD-9357-143B3D0FC86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639479" y="4787310"/>
                  <a:ext cx="723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092ED3C-BB36-28C5-642D-56BE7D6D8164}"/>
              </a:ext>
            </a:extLst>
          </p:cNvPr>
          <p:cNvGrpSpPr/>
          <p:nvPr/>
        </p:nvGrpSpPr>
        <p:grpSpPr>
          <a:xfrm>
            <a:off x="10987599" y="4908630"/>
            <a:ext cx="384840" cy="202680"/>
            <a:chOff x="10987599" y="4908630"/>
            <a:chExt cx="38484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23F2BF3-438B-CF1A-5E4A-DD33D43B35D0}"/>
                    </a:ext>
                  </a:extLst>
                </p14:cNvPr>
                <p14:cNvContentPartPr/>
                <p14:nvPr/>
              </p14:nvContentPartPr>
              <p14:xfrm>
                <a:off x="10987599" y="4908630"/>
                <a:ext cx="90720" cy="136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23F2BF3-438B-CF1A-5E4A-DD33D43B35D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969959" y="4890990"/>
                  <a:ext cx="126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160AEF6-7B54-D273-D66D-CFD3D085C1BC}"/>
                    </a:ext>
                  </a:extLst>
                </p14:cNvPr>
                <p14:cNvContentPartPr/>
                <p14:nvPr/>
              </p14:nvContentPartPr>
              <p14:xfrm>
                <a:off x="11173359" y="4936710"/>
                <a:ext cx="23400" cy="174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160AEF6-7B54-D273-D66D-CFD3D085C1B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155359" y="4918710"/>
                  <a:ext cx="59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4C81B7F-8CEB-2FE0-7C24-32815BE6538F}"/>
                    </a:ext>
                  </a:extLst>
                </p14:cNvPr>
                <p14:cNvContentPartPr/>
                <p14:nvPr/>
              </p14:nvContentPartPr>
              <p14:xfrm>
                <a:off x="11162919" y="4929150"/>
                <a:ext cx="91440" cy="75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4C81B7F-8CEB-2FE0-7C24-32815BE6538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144919" y="4911510"/>
                  <a:ext cx="127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F2E004C-3285-531A-BD32-EF8435858A3E}"/>
                    </a:ext>
                  </a:extLst>
                </p14:cNvPr>
                <p14:cNvContentPartPr/>
                <p14:nvPr/>
              </p14:nvContentPartPr>
              <p14:xfrm>
                <a:off x="11298639" y="4928430"/>
                <a:ext cx="73800" cy="82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F2E004C-3285-531A-BD32-EF8435858A3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280639" y="4910430"/>
                  <a:ext cx="1094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64EF7DD-3EE1-5191-432C-A193E373D176}"/>
              </a:ext>
            </a:extLst>
          </p:cNvPr>
          <p:cNvGrpSpPr/>
          <p:nvPr/>
        </p:nvGrpSpPr>
        <p:grpSpPr>
          <a:xfrm>
            <a:off x="11547039" y="4734030"/>
            <a:ext cx="537480" cy="309240"/>
            <a:chOff x="11547039" y="4734030"/>
            <a:chExt cx="5374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B3EF304-1FB1-E9B0-C36E-80928DA2AEFE}"/>
                    </a:ext>
                  </a:extLst>
                </p14:cNvPr>
                <p14:cNvContentPartPr/>
                <p14:nvPr/>
              </p14:nvContentPartPr>
              <p14:xfrm>
                <a:off x="11547039" y="4925910"/>
                <a:ext cx="9720" cy="90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B3EF304-1FB1-E9B0-C36E-80928DA2AEF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529399" y="4907910"/>
                  <a:ext cx="45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BD00B46-DE56-CA38-CEF6-A828E4E938D1}"/>
                    </a:ext>
                  </a:extLst>
                </p14:cNvPr>
                <p14:cNvContentPartPr/>
                <p14:nvPr/>
              </p14:nvContentPartPr>
              <p14:xfrm>
                <a:off x="11630199" y="4960470"/>
                <a:ext cx="31680" cy="25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BD00B46-DE56-CA38-CEF6-A828E4E938D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612559" y="4942470"/>
                  <a:ext cx="67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4F05FF3-B64E-BFA5-FBA6-72FA70188142}"/>
                    </a:ext>
                  </a:extLst>
                </p14:cNvPr>
                <p14:cNvContentPartPr/>
                <p14:nvPr/>
              </p14:nvContentPartPr>
              <p14:xfrm>
                <a:off x="11548479" y="4893150"/>
                <a:ext cx="93600" cy="136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4F05FF3-B64E-BFA5-FBA6-72FA7018814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530479" y="4875510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563DD47-021A-67D1-DCE6-3E670EA98F7A}"/>
                    </a:ext>
                  </a:extLst>
                </p14:cNvPr>
                <p14:cNvContentPartPr/>
                <p14:nvPr/>
              </p14:nvContentPartPr>
              <p14:xfrm>
                <a:off x="11678439" y="4955070"/>
                <a:ext cx="6480" cy="56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563DD47-021A-67D1-DCE6-3E670EA98F7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660439" y="4937070"/>
                  <a:ext cx="42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853714A-5A95-9DC3-AC4C-34F1CAA6A788}"/>
                    </a:ext>
                  </a:extLst>
                </p14:cNvPr>
                <p14:cNvContentPartPr/>
                <p14:nvPr/>
              </p14:nvContentPartPr>
              <p14:xfrm>
                <a:off x="11715519" y="4803150"/>
                <a:ext cx="10800" cy="1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853714A-5A95-9DC3-AC4C-34F1CAA6A78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697519" y="4785510"/>
                  <a:ext cx="46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E6B985-02FF-4126-979F-E1326533CC5D}"/>
                    </a:ext>
                  </a:extLst>
                </p14:cNvPr>
                <p14:cNvContentPartPr/>
                <p14:nvPr/>
              </p14:nvContentPartPr>
              <p14:xfrm>
                <a:off x="11790759" y="4734030"/>
                <a:ext cx="63720" cy="309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E6B985-02FF-4126-979F-E1326533CC5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773119" y="4716030"/>
                  <a:ext cx="99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28E8B9C-6D01-EE22-3E26-C56EBE6F5AE3}"/>
                    </a:ext>
                  </a:extLst>
                </p14:cNvPr>
                <p14:cNvContentPartPr/>
                <p14:nvPr/>
              </p14:nvContentPartPr>
              <p14:xfrm>
                <a:off x="11757279" y="4924110"/>
                <a:ext cx="76680" cy="28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28E8B9C-6D01-EE22-3E26-C56EBE6F5AE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739279" y="4906470"/>
                  <a:ext cx="1123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087F23C-48A3-FA04-D025-534CE1818239}"/>
                    </a:ext>
                  </a:extLst>
                </p14:cNvPr>
                <p14:cNvContentPartPr/>
                <p14:nvPr/>
              </p14:nvContentPartPr>
              <p14:xfrm>
                <a:off x="11892279" y="4905390"/>
                <a:ext cx="10440" cy="90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087F23C-48A3-FA04-D025-534CE181823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874639" y="4887750"/>
                  <a:ext cx="46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949C5B9-BC8A-93BD-CAB5-F330FD76EA1F}"/>
                    </a:ext>
                  </a:extLst>
                </p14:cNvPr>
                <p14:cNvContentPartPr/>
                <p14:nvPr/>
              </p14:nvContentPartPr>
              <p14:xfrm>
                <a:off x="11921439" y="4798470"/>
                <a:ext cx="14400" cy="10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949C5B9-BC8A-93BD-CAB5-F330FD76EA1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903799" y="4780830"/>
                  <a:ext cx="50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E25676C-56D2-9EF3-F4F2-A7B6DCA33DCA}"/>
                    </a:ext>
                  </a:extLst>
                </p14:cNvPr>
                <p14:cNvContentPartPr/>
                <p14:nvPr/>
              </p14:nvContentPartPr>
              <p14:xfrm>
                <a:off x="12022959" y="4858230"/>
                <a:ext cx="61560" cy="112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E25676C-56D2-9EF3-F4F2-A7B6DCA33DC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2004959" y="4840590"/>
                  <a:ext cx="9720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80B637C-8C60-B52B-35DE-F6F287A24BF0}"/>
                  </a:ext>
                </a:extLst>
              </p14:cNvPr>
              <p14:cNvContentPartPr/>
              <p14:nvPr/>
            </p14:nvContentPartPr>
            <p14:xfrm>
              <a:off x="10254279" y="894630"/>
              <a:ext cx="266760" cy="1224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80B637C-8C60-B52B-35DE-F6F287A24BF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0200279" y="786990"/>
                <a:ext cx="3744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891FBBB-212D-C077-5D85-32035435F974}"/>
                  </a:ext>
                </a:extLst>
              </p14:cNvPr>
              <p14:cNvContentPartPr/>
              <p14:nvPr/>
            </p14:nvContentPartPr>
            <p14:xfrm>
              <a:off x="10811919" y="1081110"/>
              <a:ext cx="332640" cy="196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891FBBB-212D-C077-5D85-32035435F97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0758279" y="973110"/>
                <a:ext cx="44028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B05AB6B-F7EE-612A-B6B5-14B8D4742535}"/>
                  </a:ext>
                </a:extLst>
              </p14:cNvPr>
              <p14:cNvContentPartPr/>
              <p14:nvPr/>
            </p14:nvContentPartPr>
            <p14:xfrm>
              <a:off x="7912119" y="3296910"/>
              <a:ext cx="495720" cy="7815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B05AB6B-F7EE-612A-B6B5-14B8D4742535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7858479" y="3189270"/>
                <a:ext cx="603360" cy="9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EBE1550-BF3E-CB2B-2848-CFDD795EC881}"/>
                  </a:ext>
                </a:extLst>
              </p14:cNvPr>
              <p14:cNvContentPartPr/>
              <p14:nvPr/>
            </p14:nvContentPartPr>
            <p14:xfrm>
              <a:off x="10508439" y="1170390"/>
              <a:ext cx="199080" cy="2419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EBE1550-BF3E-CB2B-2848-CFDD795EC881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0454439" y="1062750"/>
                <a:ext cx="30672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909E5F8-AE20-D041-7547-42C3348E411A}"/>
                  </a:ext>
                </a:extLst>
              </p14:cNvPr>
              <p14:cNvContentPartPr/>
              <p14:nvPr/>
            </p14:nvContentPartPr>
            <p14:xfrm>
              <a:off x="8175279" y="4928070"/>
              <a:ext cx="322920" cy="3196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909E5F8-AE20-D041-7547-42C3348E411A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8121279" y="4820070"/>
                <a:ext cx="43056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B504C8FC-22E8-030E-792C-E3F647C49E06}"/>
                  </a:ext>
                </a:extLst>
              </p14:cNvPr>
              <p14:cNvContentPartPr/>
              <p14:nvPr/>
            </p14:nvContentPartPr>
            <p14:xfrm>
              <a:off x="8016519" y="4174950"/>
              <a:ext cx="560160" cy="485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B504C8FC-22E8-030E-792C-E3F647C49E06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7962879" y="4066950"/>
                <a:ext cx="66780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4369C89B-BBA3-7BCC-1AAF-05D1C78426E2}"/>
                  </a:ext>
                </a:extLst>
              </p14:cNvPr>
              <p14:cNvContentPartPr/>
              <p14:nvPr/>
            </p14:nvContentPartPr>
            <p14:xfrm>
              <a:off x="10581519" y="467670"/>
              <a:ext cx="396360" cy="4503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4369C89B-BBA3-7BCC-1AAF-05D1C78426E2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0527879" y="360030"/>
                <a:ext cx="504000" cy="66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3A11CC38-F2DE-516F-4200-E50F82622AC1}"/>
              </a:ext>
            </a:extLst>
          </p:cNvPr>
          <p:cNvGrpSpPr/>
          <p:nvPr/>
        </p:nvGrpSpPr>
        <p:grpSpPr>
          <a:xfrm>
            <a:off x="8191479" y="2162550"/>
            <a:ext cx="168120" cy="276480"/>
            <a:chOff x="8191479" y="2162550"/>
            <a:chExt cx="1681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47F65D3-C25F-5230-DB2C-9CF089915992}"/>
                    </a:ext>
                  </a:extLst>
                </p14:cNvPr>
                <p14:cNvContentPartPr/>
                <p14:nvPr/>
              </p14:nvContentPartPr>
              <p14:xfrm>
                <a:off x="8200119" y="2162550"/>
                <a:ext cx="85680" cy="276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47F65D3-C25F-5230-DB2C-9CF08991599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82119" y="2144910"/>
                  <a:ext cx="121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E12F9F5-E307-0015-754B-BCCFF64F5CB9}"/>
                    </a:ext>
                  </a:extLst>
                </p14:cNvPr>
                <p14:cNvContentPartPr/>
                <p14:nvPr/>
              </p14:nvContentPartPr>
              <p14:xfrm>
                <a:off x="8191479" y="2198190"/>
                <a:ext cx="81000" cy="74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E12F9F5-E307-0015-754B-BCCFF64F5CB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173839" y="2180550"/>
                  <a:ext cx="116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7B7E9F4-E21A-D10E-C4EF-E306A3689BB5}"/>
                    </a:ext>
                  </a:extLst>
                </p14:cNvPr>
                <p14:cNvContentPartPr/>
                <p14:nvPr/>
              </p14:nvContentPartPr>
              <p14:xfrm>
                <a:off x="8256639" y="2385030"/>
                <a:ext cx="102960" cy="42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7B7E9F4-E21A-D10E-C4EF-E306A3689BB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38999" y="2367030"/>
                  <a:ext cx="1386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5E1E9E-5A6C-9CCD-B453-D0B68EFF48C4}"/>
              </a:ext>
            </a:extLst>
          </p:cNvPr>
          <p:cNvGrpSpPr/>
          <p:nvPr/>
        </p:nvGrpSpPr>
        <p:grpSpPr>
          <a:xfrm>
            <a:off x="8575239" y="2342190"/>
            <a:ext cx="74880" cy="73080"/>
            <a:chOff x="8575239" y="2342190"/>
            <a:chExt cx="74880" cy="7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1622338-AF9F-F931-3EFD-00A04C3960CD}"/>
                    </a:ext>
                  </a:extLst>
                </p14:cNvPr>
                <p14:cNvContentPartPr/>
                <p14:nvPr/>
              </p14:nvContentPartPr>
              <p14:xfrm>
                <a:off x="8575239" y="2342190"/>
                <a:ext cx="29160" cy="1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1622338-AF9F-F931-3EFD-00A04C3960C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557599" y="2324550"/>
                  <a:ext cx="64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C2E1482-A01D-990B-3486-B3A0C4FB174A}"/>
                    </a:ext>
                  </a:extLst>
                </p14:cNvPr>
                <p14:cNvContentPartPr/>
                <p14:nvPr/>
              </p14:nvContentPartPr>
              <p14:xfrm>
                <a:off x="8598279" y="2404110"/>
                <a:ext cx="51840" cy="111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C2E1482-A01D-990B-3486-B3A0C4FB174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580279" y="2386470"/>
                  <a:ext cx="874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B917C65-1599-FC57-B345-A1037515FB85}"/>
              </a:ext>
            </a:extLst>
          </p:cNvPr>
          <p:cNvGrpSpPr/>
          <p:nvPr/>
        </p:nvGrpSpPr>
        <p:grpSpPr>
          <a:xfrm>
            <a:off x="8879799" y="2185590"/>
            <a:ext cx="929520" cy="254520"/>
            <a:chOff x="8879799" y="2185590"/>
            <a:chExt cx="92952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52FF230-5CC9-A30D-5693-36016F39FE9A}"/>
                    </a:ext>
                  </a:extLst>
                </p14:cNvPr>
                <p14:cNvContentPartPr/>
                <p14:nvPr/>
              </p14:nvContentPartPr>
              <p14:xfrm>
                <a:off x="8879799" y="2185590"/>
                <a:ext cx="180720" cy="2545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52FF230-5CC9-A30D-5693-36016F39FE9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862159" y="2167590"/>
                  <a:ext cx="216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8B8CB24-1D18-95A5-1244-3C3B143A764E}"/>
                    </a:ext>
                  </a:extLst>
                </p14:cNvPr>
                <p14:cNvContentPartPr/>
                <p14:nvPr/>
              </p14:nvContentPartPr>
              <p14:xfrm>
                <a:off x="9112359" y="2301510"/>
                <a:ext cx="34560" cy="86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8B8CB24-1D18-95A5-1244-3C3B143A764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094359" y="2283870"/>
                  <a:ext cx="70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94D3252-807B-B714-EA1E-CBAC9FB940DA}"/>
                    </a:ext>
                  </a:extLst>
                </p14:cNvPr>
                <p14:cNvContentPartPr/>
                <p14:nvPr/>
              </p14:nvContentPartPr>
              <p14:xfrm>
                <a:off x="9142599" y="2208270"/>
                <a:ext cx="18720" cy="37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94D3252-807B-B714-EA1E-CBAC9FB940D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124599" y="2190270"/>
                  <a:ext cx="54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9CCFAC1-CF2B-5407-D425-0B9223B4B577}"/>
                    </a:ext>
                  </a:extLst>
                </p14:cNvPr>
                <p14:cNvContentPartPr/>
                <p14:nvPr/>
              </p14:nvContentPartPr>
              <p14:xfrm>
                <a:off x="9275439" y="2305110"/>
                <a:ext cx="110880" cy="820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9CCFAC1-CF2B-5407-D425-0B9223B4B57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257439" y="2287470"/>
                  <a:ext cx="146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14EF14B-944E-B284-8EEB-3D2AABBF4E4C}"/>
                    </a:ext>
                  </a:extLst>
                </p14:cNvPr>
                <p14:cNvContentPartPr/>
                <p14:nvPr/>
              </p14:nvContentPartPr>
              <p14:xfrm>
                <a:off x="9484239" y="2190630"/>
                <a:ext cx="134280" cy="201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14EF14B-944E-B284-8EEB-3D2AABBF4E4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466599" y="2172630"/>
                  <a:ext cx="169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8A2119A-30F1-CBF6-F2DC-BAB60978511B}"/>
                    </a:ext>
                  </a:extLst>
                </p14:cNvPr>
                <p14:cNvContentPartPr/>
                <p14:nvPr/>
              </p14:nvContentPartPr>
              <p14:xfrm>
                <a:off x="9711759" y="2264070"/>
                <a:ext cx="97560" cy="1346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8A2119A-30F1-CBF6-F2DC-BAB60978511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693759" y="2246070"/>
                  <a:ext cx="1332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52B1D15-6793-7E36-F4A0-39AF492AD32F}"/>
              </a:ext>
            </a:extLst>
          </p:cNvPr>
          <p:cNvGrpSpPr/>
          <p:nvPr/>
        </p:nvGrpSpPr>
        <p:grpSpPr>
          <a:xfrm>
            <a:off x="10234839" y="2095950"/>
            <a:ext cx="1432080" cy="285480"/>
            <a:chOff x="10234839" y="2095950"/>
            <a:chExt cx="143208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A0FC7BD-1A98-2F1B-51AE-CE8AAAAE9A40}"/>
                    </a:ext>
                  </a:extLst>
                </p14:cNvPr>
                <p14:cNvContentPartPr/>
                <p14:nvPr/>
              </p14:nvContentPartPr>
              <p14:xfrm>
                <a:off x="10234839" y="2234910"/>
                <a:ext cx="80640" cy="133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A0FC7BD-1A98-2F1B-51AE-CE8AAAAE9A4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216839" y="2217270"/>
                  <a:ext cx="116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1B53DC7-2848-F453-A7B6-7220285E7E07}"/>
                    </a:ext>
                  </a:extLst>
                </p14:cNvPr>
                <p14:cNvContentPartPr/>
                <p14:nvPr/>
              </p14:nvContentPartPr>
              <p14:xfrm>
                <a:off x="10419519" y="2266230"/>
                <a:ext cx="84600" cy="97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1B53DC7-2848-F453-A7B6-7220285E7E0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401519" y="2248590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9B1F430-1472-B6DB-8197-C2D7062AF093}"/>
                    </a:ext>
                  </a:extLst>
                </p14:cNvPr>
                <p14:cNvContentPartPr/>
                <p14:nvPr/>
              </p14:nvContentPartPr>
              <p14:xfrm>
                <a:off x="10509519" y="2245710"/>
                <a:ext cx="87480" cy="135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9B1F430-1472-B6DB-8197-C2D7062AF09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491519" y="2228070"/>
                  <a:ext cx="12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CDFE373-B9B4-4D38-499D-40F8F061C417}"/>
                    </a:ext>
                  </a:extLst>
                </p14:cNvPr>
                <p14:cNvContentPartPr/>
                <p14:nvPr/>
              </p14:nvContentPartPr>
              <p14:xfrm>
                <a:off x="10674759" y="2236350"/>
                <a:ext cx="102960" cy="93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CDFE373-B9B4-4D38-499D-40F8F061C41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657119" y="2218350"/>
                  <a:ext cx="138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E44DE96-5E90-6B45-7351-9DBAB85DD732}"/>
                    </a:ext>
                  </a:extLst>
                </p14:cNvPr>
                <p14:cNvContentPartPr/>
                <p14:nvPr/>
              </p14:nvContentPartPr>
              <p14:xfrm>
                <a:off x="10888959" y="2211510"/>
                <a:ext cx="132120" cy="123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E44DE96-5E90-6B45-7351-9DBAB85DD73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870959" y="2193870"/>
                  <a:ext cx="167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4E4AE89-F926-403D-0BBF-29258FA4E5CB}"/>
                    </a:ext>
                  </a:extLst>
                </p14:cNvPr>
                <p14:cNvContentPartPr/>
                <p14:nvPr/>
              </p14:nvContentPartPr>
              <p14:xfrm>
                <a:off x="11111439" y="2215110"/>
                <a:ext cx="237600" cy="87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4E4AE89-F926-403D-0BBF-29258FA4E5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093439" y="2197110"/>
                  <a:ext cx="273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4315498-03FB-DFB2-C422-B5B2AA19916E}"/>
                    </a:ext>
                  </a:extLst>
                </p14:cNvPr>
                <p14:cNvContentPartPr/>
                <p14:nvPr/>
              </p14:nvContentPartPr>
              <p14:xfrm>
                <a:off x="11442999" y="2095950"/>
                <a:ext cx="58320" cy="210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4315498-03FB-DFB2-C422-B5B2AA19916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425359" y="2077950"/>
                  <a:ext cx="93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7FD827B-CEF1-8224-8D30-82393D659DB1}"/>
                    </a:ext>
                  </a:extLst>
                </p14:cNvPr>
                <p14:cNvContentPartPr/>
                <p14:nvPr/>
              </p14:nvContentPartPr>
              <p14:xfrm>
                <a:off x="11463879" y="2188830"/>
                <a:ext cx="86040" cy="29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7FD827B-CEF1-8224-8D30-82393D659DB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446239" y="2170830"/>
                  <a:ext cx="121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809BBE1-E34C-5D58-8F56-DF9FE2618E87}"/>
                    </a:ext>
                  </a:extLst>
                </p14:cNvPr>
                <p14:cNvContentPartPr/>
                <p14:nvPr/>
              </p14:nvContentPartPr>
              <p14:xfrm>
                <a:off x="11652519" y="2207910"/>
                <a:ext cx="14400" cy="1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809BBE1-E34C-5D58-8F56-DF9FE2618E8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634879" y="2190270"/>
                  <a:ext cx="5004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E6C98BE-AF9B-3480-48CC-4F5B120E76E4}"/>
                  </a:ext>
                </a:extLst>
              </p14:cNvPr>
              <p14:cNvContentPartPr/>
              <p14:nvPr/>
            </p14:nvContentPartPr>
            <p14:xfrm>
              <a:off x="8554359" y="1272630"/>
              <a:ext cx="320760" cy="6314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E6C98BE-AF9B-3480-48CC-4F5B120E76E4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8500719" y="1164630"/>
                <a:ext cx="428400" cy="84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AE27EB5-AB68-6374-F8DF-87BE0E908F86}"/>
                  </a:ext>
                </a:extLst>
              </p14:cNvPr>
              <p14:cNvContentPartPr/>
              <p14:nvPr/>
            </p14:nvContentPartPr>
            <p14:xfrm>
              <a:off x="8133159" y="2069310"/>
              <a:ext cx="272880" cy="4968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AE27EB5-AB68-6374-F8DF-87BE0E908F86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079159" y="1961670"/>
                <a:ext cx="380520" cy="71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946D9DD-F768-24F4-3A7B-0A000EC0CE54}"/>
              </a:ext>
            </a:extLst>
          </p:cNvPr>
          <p:cNvGrpSpPr/>
          <p:nvPr/>
        </p:nvGrpSpPr>
        <p:grpSpPr>
          <a:xfrm>
            <a:off x="655959" y="2040870"/>
            <a:ext cx="4659120" cy="1822320"/>
            <a:chOff x="655959" y="2040870"/>
            <a:chExt cx="4659120" cy="182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4155546-E3BC-A21F-4062-EC5FF61D7DD9}"/>
                    </a:ext>
                  </a:extLst>
                </p14:cNvPr>
                <p14:cNvContentPartPr/>
                <p14:nvPr/>
              </p14:nvContentPartPr>
              <p14:xfrm>
                <a:off x="684759" y="2167590"/>
                <a:ext cx="65520" cy="1695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4155546-E3BC-A21F-4062-EC5FF61D7DD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67119" y="2149590"/>
                  <a:ext cx="101160" cy="17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DE616A6-9941-9997-5916-A80CCBADF654}"/>
                    </a:ext>
                  </a:extLst>
                </p14:cNvPr>
                <p14:cNvContentPartPr/>
                <p14:nvPr/>
              </p14:nvContentPartPr>
              <p14:xfrm>
                <a:off x="655959" y="2040870"/>
                <a:ext cx="4659120" cy="1715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DE616A6-9941-9997-5916-A80CCBADF65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38319" y="2023230"/>
                  <a:ext cx="4694760" cy="175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713612B-9E96-9A65-333E-94A42B9A2103}"/>
              </a:ext>
            </a:extLst>
          </p:cNvPr>
          <p:cNvGrpSpPr/>
          <p:nvPr/>
        </p:nvGrpSpPr>
        <p:grpSpPr>
          <a:xfrm>
            <a:off x="1167159" y="4004670"/>
            <a:ext cx="1086480" cy="381240"/>
            <a:chOff x="1167159" y="4004670"/>
            <a:chExt cx="108648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E6ABA68-06EA-E9B7-1F86-B18B585CA219}"/>
                    </a:ext>
                  </a:extLst>
                </p14:cNvPr>
                <p14:cNvContentPartPr/>
                <p14:nvPr/>
              </p14:nvContentPartPr>
              <p14:xfrm>
                <a:off x="1167159" y="4093230"/>
                <a:ext cx="261360" cy="292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E6ABA68-06EA-E9B7-1F86-B18B585CA21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49159" y="4075230"/>
                  <a:ext cx="2970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BF488DA-3CC5-B3BC-F0ED-61EF4619D698}"/>
                    </a:ext>
                  </a:extLst>
                </p14:cNvPr>
                <p14:cNvContentPartPr/>
                <p14:nvPr/>
              </p14:nvContentPartPr>
              <p14:xfrm>
                <a:off x="1516359" y="4118790"/>
                <a:ext cx="220320" cy="159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BF488DA-3CC5-B3BC-F0ED-61EF4619D69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498719" y="4101150"/>
                  <a:ext cx="255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CE29FCD-1C9E-B685-254E-20AC8E279ACE}"/>
                    </a:ext>
                  </a:extLst>
                </p14:cNvPr>
                <p14:cNvContentPartPr/>
                <p14:nvPr/>
              </p14:nvContentPartPr>
              <p14:xfrm>
                <a:off x="1826319" y="4084950"/>
                <a:ext cx="124200" cy="163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CE29FCD-1C9E-B685-254E-20AC8E279AC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808679" y="4067310"/>
                  <a:ext cx="159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12051F3-8E80-9A80-5CF1-3E6B6C75E828}"/>
                    </a:ext>
                  </a:extLst>
                </p14:cNvPr>
                <p14:cNvContentPartPr/>
                <p14:nvPr/>
              </p14:nvContentPartPr>
              <p14:xfrm>
                <a:off x="1997679" y="4022670"/>
                <a:ext cx="103320" cy="157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12051F3-8E80-9A80-5CF1-3E6B6C75E82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980039" y="4005030"/>
                  <a:ext cx="138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DF5290E-7DAD-F10A-E738-66B748BA67EB}"/>
                    </a:ext>
                  </a:extLst>
                </p14:cNvPr>
                <p14:cNvContentPartPr/>
                <p14:nvPr/>
              </p14:nvContentPartPr>
              <p14:xfrm>
                <a:off x="2168679" y="4004670"/>
                <a:ext cx="84960" cy="170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DF5290E-7DAD-F10A-E738-66B748BA67E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151039" y="3986670"/>
                  <a:ext cx="1206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7F9EC9E-3DD0-AE54-ADAC-720AFC870317}"/>
              </a:ext>
            </a:extLst>
          </p:cNvPr>
          <p:cNvGrpSpPr/>
          <p:nvPr/>
        </p:nvGrpSpPr>
        <p:grpSpPr>
          <a:xfrm>
            <a:off x="2709759" y="4026990"/>
            <a:ext cx="669600" cy="394200"/>
            <a:chOff x="2709759" y="4026990"/>
            <a:chExt cx="66960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79497B0-41CB-3E0A-886D-1E6D64EFBCBC}"/>
                    </a:ext>
                  </a:extLst>
                </p14:cNvPr>
                <p14:cNvContentPartPr/>
                <p14:nvPr/>
              </p14:nvContentPartPr>
              <p14:xfrm>
                <a:off x="2709759" y="4026990"/>
                <a:ext cx="212400" cy="394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79497B0-41CB-3E0A-886D-1E6D64EFBCB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691759" y="4008990"/>
                  <a:ext cx="2480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8E43853-8D30-5EB0-939C-FA6A98698E7E}"/>
                    </a:ext>
                  </a:extLst>
                </p14:cNvPr>
                <p14:cNvContentPartPr/>
                <p14:nvPr/>
              </p14:nvContentPartPr>
              <p14:xfrm>
                <a:off x="3092799" y="4075230"/>
                <a:ext cx="59400" cy="141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8E43853-8D30-5EB0-939C-FA6A98698E7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074799" y="4057590"/>
                  <a:ext cx="95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741B2FE-54E3-1182-D292-B66FAE794CA6}"/>
                    </a:ext>
                  </a:extLst>
                </p14:cNvPr>
                <p14:cNvContentPartPr/>
                <p14:nvPr/>
              </p14:nvContentPartPr>
              <p14:xfrm>
                <a:off x="3092799" y="4130310"/>
                <a:ext cx="360" cy="3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741B2FE-54E3-1182-D292-B66FAE794CA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075159" y="41126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F4E551-878E-A55B-4D3C-B6C1BBDDE9DA}"/>
                    </a:ext>
                  </a:extLst>
                </p14:cNvPr>
                <p14:cNvContentPartPr/>
                <p14:nvPr/>
              </p14:nvContentPartPr>
              <p14:xfrm>
                <a:off x="3238959" y="4076670"/>
                <a:ext cx="140400" cy="756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F4E551-878E-A55B-4D3C-B6C1BBDDE9D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221319" y="4059030"/>
                  <a:ext cx="1760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56E28B4-FBE0-30B0-4285-DB4EF814A1A6}"/>
              </a:ext>
            </a:extLst>
          </p:cNvPr>
          <p:cNvGrpSpPr/>
          <p:nvPr/>
        </p:nvGrpSpPr>
        <p:grpSpPr>
          <a:xfrm>
            <a:off x="3808839" y="3954990"/>
            <a:ext cx="1413000" cy="392760"/>
            <a:chOff x="3808839" y="3954990"/>
            <a:chExt cx="1413000" cy="39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E1B002A-2F54-6CC5-9D18-B8A65CB4CB36}"/>
                    </a:ext>
                  </a:extLst>
                </p14:cNvPr>
                <p14:cNvContentPartPr/>
                <p14:nvPr/>
              </p14:nvContentPartPr>
              <p14:xfrm>
                <a:off x="3808839" y="3954990"/>
                <a:ext cx="384480" cy="2628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E1B002A-2F54-6CC5-9D18-B8A65CB4CB3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790839" y="3936990"/>
                  <a:ext cx="420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AD2A0AB-D20E-B1B8-4E33-E73EB5D8A9F0}"/>
                    </a:ext>
                  </a:extLst>
                </p14:cNvPr>
                <p14:cNvContentPartPr/>
                <p14:nvPr/>
              </p14:nvContentPartPr>
              <p14:xfrm>
                <a:off x="4255239" y="4034550"/>
                <a:ext cx="161640" cy="1324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AD2A0AB-D20E-B1B8-4E33-E73EB5D8A9F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237599" y="4016910"/>
                  <a:ext cx="197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9428F71-7097-B6C3-583C-2271689718A8}"/>
                    </a:ext>
                  </a:extLst>
                </p14:cNvPr>
                <p14:cNvContentPartPr/>
                <p14:nvPr/>
              </p14:nvContentPartPr>
              <p14:xfrm>
                <a:off x="4484559" y="4038510"/>
                <a:ext cx="155160" cy="120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9428F71-7097-B6C3-583C-2271689718A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466919" y="4020870"/>
                  <a:ext cx="190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A391D60-662F-A4A7-FF69-1212D2FE6DDB}"/>
                    </a:ext>
                  </a:extLst>
                </p14:cNvPr>
                <p14:cNvContentPartPr/>
                <p14:nvPr/>
              </p14:nvContentPartPr>
              <p14:xfrm>
                <a:off x="4746279" y="4031310"/>
                <a:ext cx="112320" cy="316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A391D60-662F-A4A7-FF69-1212D2FE6DD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728279" y="4013310"/>
                  <a:ext cx="1479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32286E9-6F2B-2CD9-903F-273E90CA7FBF}"/>
                    </a:ext>
                  </a:extLst>
                </p14:cNvPr>
                <p14:cNvContentPartPr/>
                <p14:nvPr/>
              </p14:nvContentPartPr>
              <p14:xfrm>
                <a:off x="5080719" y="4026990"/>
                <a:ext cx="141120" cy="138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32286E9-6F2B-2CD9-903F-273E90CA7FB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062719" y="4008990"/>
                  <a:ext cx="1767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5543AC75-F5E2-3C71-76F3-B8D437E128F9}"/>
              </a:ext>
            </a:extLst>
          </p:cNvPr>
          <p:cNvGrpSpPr/>
          <p:nvPr/>
        </p:nvGrpSpPr>
        <p:grpSpPr>
          <a:xfrm>
            <a:off x="1383159" y="4673190"/>
            <a:ext cx="1496160" cy="411120"/>
            <a:chOff x="1383159" y="4673190"/>
            <a:chExt cx="149616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8D1713E-AE70-9BD7-07D2-210316E13AE8}"/>
                    </a:ext>
                  </a:extLst>
                </p14:cNvPr>
                <p14:cNvContentPartPr/>
                <p14:nvPr/>
              </p14:nvContentPartPr>
              <p14:xfrm>
                <a:off x="1383159" y="4796310"/>
                <a:ext cx="175680" cy="194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8D1713E-AE70-9BD7-07D2-210316E13AE8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365519" y="4778670"/>
                  <a:ext cx="211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8462B22-5807-0896-089A-FB9964F70018}"/>
                    </a:ext>
                  </a:extLst>
                </p14:cNvPr>
                <p14:cNvContentPartPr/>
                <p14:nvPr/>
              </p14:nvContentPartPr>
              <p14:xfrm>
                <a:off x="1732719" y="4849590"/>
                <a:ext cx="94320" cy="119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8462B22-5807-0896-089A-FB9964F7001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714719" y="4831950"/>
                  <a:ext cx="129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D76014C-E36B-F747-3305-0C58EC7DB087}"/>
                    </a:ext>
                  </a:extLst>
                </p14:cNvPr>
                <p14:cNvContentPartPr/>
                <p14:nvPr/>
              </p14:nvContentPartPr>
              <p14:xfrm>
                <a:off x="1945479" y="4673190"/>
                <a:ext cx="46440" cy="390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D76014C-E36B-F747-3305-0C58EC7DB08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927479" y="4655550"/>
                  <a:ext cx="820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89744A2-C23A-7187-8AE0-225950A5C17F}"/>
                    </a:ext>
                  </a:extLst>
                </p14:cNvPr>
                <p14:cNvContentPartPr/>
                <p14:nvPr/>
              </p14:nvContentPartPr>
              <p14:xfrm>
                <a:off x="2156439" y="4696950"/>
                <a:ext cx="90360" cy="297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89744A2-C23A-7187-8AE0-225950A5C17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138439" y="4678950"/>
                  <a:ext cx="126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8B8B81C-9AE5-4181-D7D4-0822AA1385F3}"/>
                    </a:ext>
                  </a:extLst>
                </p14:cNvPr>
                <p14:cNvContentPartPr/>
                <p14:nvPr/>
              </p14:nvContentPartPr>
              <p14:xfrm>
                <a:off x="2117559" y="4765710"/>
                <a:ext cx="361800" cy="115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8B8B81C-9AE5-4181-D7D4-0822AA1385F3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099919" y="4748070"/>
                  <a:ext cx="397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7115B3E-AFE1-B0CB-04A1-ECDBE3411AAF}"/>
                    </a:ext>
                  </a:extLst>
                </p14:cNvPr>
                <p14:cNvContentPartPr/>
                <p14:nvPr/>
              </p14:nvContentPartPr>
              <p14:xfrm>
                <a:off x="2542359" y="4752030"/>
                <a:ext cx="132480" cy="332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7115B3E-AFE1-B0CB-04A1-ECDBE3411AA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524719" y="4734030"/>
                  <a:ext cx="1681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E4881B3-CD03-3323-2A93-EECA207CD6B5}"/>
                    </a:ext>
                  </a:extLst>
                </p14:cNvPr>
                <p14:cNvContentPartPr/>
                <p14:nvPr/>
              </p14:nvContentPartPr>
              <p14:xfrm>
                <a:off x="2744319" y="4788390"/>
                <a:ext cx="135000" cy="155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E4881B3-CD03-3323-2A93-EECA207CD6B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726319" y="4770390"/>
                  <a:ext cx="1706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2D260FE-1566-831A-1F1F-EBEFDCB488B5}"/>
              </a:ext>
            </a:extLst>
          </p:cNvPr>
          <p:cNvGrpSpPr/>
          <p:nvPr/>
        </p:nvGrpSpPr>
        <p:grpSpPr>
          <a:xfrm>
            <a:off x="3346599" y="4625310"/>
            <a:ext cx="355320" cy="324000"/>
            <a:chOff x="3346599" y="4625310"/>
            <a:chExt cx="35532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BCA4095-D8DA-721F-5910-CE440EEAAFBE}"/>
                    </a:ext>
                  </a:extLst>
                </p14:cNvPr>
                <p14:cNvContentPartPr/>
                <p14:nvPr/>
              </p14:nvContentPartPr>
              <p14:xfrm>
                <a:off x="3420399" y="4625310"/>
                <a:ext cx="41400" cy="324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BCA4095-D8DA-721F-5910-CE440EEAAFB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402399" y="4607670"/>
                  <a:ext cx="77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21B8365-7B34-AD6E-9F99-F4AB3111948F}"/>
                    </a:ext>
                  </a:extLst>
                </p14:cNvPr>
                <p14:cNvContentPartPr/>
                <p14:nvPr/>
              </p14:nvContentPartPr>
              <p14:xfrm>
                <a:off x="3346599" y="4734750"/>
                <a:ext cx="185040" cy="46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21B8365-7B34-AD6E-9F99-F4AB3111948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328599" y="4716750"/>
                  <a:ext cx="220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278099A-ED7B-9A31-BE27-8D69EF90548D}"/>
                    </a:ext>
                  </a:extLst>
                </p14:cNvPr>
                <p14:cNvContentPartPr/>
                <p14:nvPr/>
              </p14:nvContentPartPr>
              <p14:xfrm>
                <a:off x="3569439" y="4726470"/>
                <a:ext cx="132480" cy="1706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278099A-ED7B-9A31-BE27-8D69EF90548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551439" y="4708830"/>
                  <a:ext cx="16812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115D1F5-FB21-0F1E-E346-0DB58B754113}"/>
              </a:ext>
            </a:extLst>
          </p:cNvPr>
          <p:cNvGrpSpPr/>
          <p:nvPr/>
        </p:nvGrpSpPr>
        <p:grpSpPr>
          <a:xfrm>
            <a:off x="4084599" y="4549350"/>
            <a:ext cx="2428560" cy="755280"/>
            <a:chOff x="4084599" y="4549350"/>
            <a:chExt cx="242856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FFF5603-58ED-CDA3-DF1D-54A7A4041D5B}"/>
                    </a:ext>
                  </a:extLst>
                </p14:cNvPr>
                <p14:cNvContentPartPr/>
                <p14:nvPr/>
              </p14:nvContentPartPr>
              <p14:xfrm>
                <a:off x="4129239" y="4549350"/>
                <a:ext cx="32040" cy="413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FFF5603-58ED-CDA3-DF1D-54A7A4041D5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111239" y="4531350"/>
                  <a:ext cx="67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A418024-1C17-5C0E-B324-29F51E20B12D}"/>
                    </a:ext>
                  </a:extLst>
                </p14:cNvPr>
                <p14:cNvContentPartPr/>
                <p14:nvPr/>
              </p14:nvContentPartPr>
              <p14:xfrm>
                <a:off x="4084599" y="4765710"/>
                <a:ext cx="199080" cy="123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A418024-1C17-5C0E-B324-29F51E20B12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066599" y="4747710"/>
                  <a:ext cx="234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CB115E7-6EBD-1AFF-34CD-36BAD51A0039}"/>
                    </a:ext>
                  </a:extLst>
                </p14:cNvPr>
                <p14:cNvContentPartPr/>
                <p14:nvPr/>
              </p14:nvContentPartPr>
              <p14:xfrm>
                <a:off x="4224639" y="4632510"/>
                <a:ext cx="34200" cy="42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CB115E7-6EBD-1AFF-34CD-36BAD51A003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206999" y="4614870"/>
                  <a:ext cx="69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1778DC7-15AB-616D-CF66-511C7680EFB9}"/>
                    </a:ext>
                  </a:extLst>
                </p14:cNvPr>
                <p14:cNvContentPartPr/>
                <p14:nvPr/>
              </p14:nvContentPartPr>
              <p14:xfrm>
                <a:off x="4452159" y="4706310"/>
                <a:ext cx="149040" cy="165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1778DC7-15AB-616D-CF66-511C7680EFB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434159" y="4688670"/>
                  <a:ext cx="184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B04EA5E-20A2-86D2-C3EE-4DC9E0A28423}"/>
                    </a:ext>
                  </a:extLst>
                </p14:cNvPr>
                <p14:cNvContentPartPr/>
                <p14:nvPr/>
              </p14:nvContentPartPr>
              <p14:xfrm>
                <a:off x="4686519" y="4653390"/>
                <a:ext cx="140040" cy="228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B04EA5E-20A2-86D2-C3EE-4DC9E0A2842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668519" y="4635750"/>
                  <a:ext cx="175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C229359-276D-55B0-F4CD-A007A170BD73}"/>
                    </a:ext>
                  </a:extLst>
                </p14:cNvPr>
                <p14:cNvContentPartPr/>
                <p14:nvPr/>
              </p14:nvContentPartPr>
              <p14:xfrm>
                <a:off x="5292759" y="4604790"/>
                <a:ext cx="334800" cy="307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C229359-276D-55B0-F4CD-A007A170BD7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275119" y="4586790"/>
                  <a:ext cx="370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759CE17-74E7-99FB-1316-842D3FA876CA}"/>
                    </a:ext>
                  </a:extLst>
                </p14:cNvPr>
                <p14:cNvContentPartPr/>
                <p14:nvPr/>
              </p14:nvContentPartPr>
              <p14:xfrm>
                <a:off x="5589759" y="4566990"/>
                <a:ext cx="29520" cy="23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759CE17-74E7-99FB-1316-842D3FA876C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571759" y="4549350"/>
                  <a:ext cx="65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AA787AA-A54C-1EAD-DAB6-17A9F968DDB6}"/>
                    </a:ext>
                  </a:extLst>
                </p14:cNvPr>
                <p14:cNvContentPartPr/>
                <p14:nvPr/>
              </p14:nvContentPartPr>
              <p14:xfrm>
                <a:off x="5751039" y="4675710"/>
                <a:ext cx="95040" cy="1818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AA787AA-A54C-1EAD-DAB6-17A9F968DDB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733399" y="4657710"/>
                  <a:ext cx="130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058C2CF-3675-05EA-1476-39C75F5D9B58}"/>
                    </a:ext>
                  </a:extLst>
                </p14:cNvPr>
                <p14:cNvContentPartPr/>
                <p14:nvPr/>
              </p14:nvContentPartPr>
              <p14:xfrm>
                <a:off x="5899359" y="4590030"/>
                <a:ext cx="137520" cy="279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058C2CF-3675-05EA-1476-39C75F5D9B58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881359" y="4572390"/>
                  <a:ext cx="173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4FF478D-63F0-CB10-A48A-DC1DEEBAE386}"/>
                    </a:ext>
                  </a:extLst>
                </p14:cNvPr>
                <p14:cNvContentPartPr/>
                <p14:nvPr/>
              </p14:nvContentPartPr>
              <p14:xfrm>
                <a:off x="6172599" y="4660230"/>
                <a:ext cx="155520" cy="213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4FF478D-63F0-CB10-A48A-DC1DEEBAE38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154959" y="4642230"/>
                  <a:ext cx="191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1713F5B-07EA-0EE7-33B1-20CF6B46184D}"/>
                    </a:ext>
                  </a:extLst>
                </p14:cNvPr>
                <p14:cNvContentPartPr/>
                <p14:nvPr/>
              </p14:nvContentPartPr>
              <p14:xfrm>
                <a:off x="4914039" y="5131110"/>
                <a:ext cx="113400" cy="173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1713F5B-07EA-0EE7-33B1-20CF6B46184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896399" y="5113110"/>
                  <a:ext cx="149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ED06D9C-C134-CD49-F679-231081B79B87}"/>
                    </a:ext>
                  </a:extLst>
                </p14:cNvPr>
                <p14:cNvContentPartPr/>
                <p14:nvPr/>
              </p14:nvContentPartPr>
              <p14:xfrm>
                <a:off x="5112039" y="5187630"/>
                <a:ext cx="152640" cy="1090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ED06D9C-C134-CD49-F679-231081B79B8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094399" y="5169990"/>
                  <a:ext cx="1882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230D6E3-C951-77C1-EC27-2134794B6CA8}"/>
                    </a:ext>
                  </a:extLst>
                </p14:cNvPr>
                <p14:cNvContentPartPr/>
                <p14:nvPr/>
              </p14:nvContentPartPr>
              <p14:xfrm>
                <a:off x="5279799" y="5121030"/>
                <a:ext cx="146520" cy="156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230D6E3-C951-77C1-EC27-2134794B6CA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261799" y="5103030"/>
                  <a:ext cx="182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9E07079-3E41-CA8D-1168-7D74E4143A44}"/>
                    </a:ext>
                  </a:extLst>
                </p14:cNvPr>
                <p14:cNvContentPartPr/>
                <p14:nvPr/>
              </p14:nvContentPartPr>
              <p14:xfrm>
                <a:off x="5537199" y="5135430"/>
                <a:ext cx="85680" cy="101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9E07079-3E41-CA8D-1168-7D74E4143A4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519559" y="5117430"/>
                  <a:ext cx="121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A95041F-61A4-CCAF-8E87-50EF4A7A680F}"/>
                    </a:ext>
                  </a:extLst>
                </p14:cNvPr>
                <p14:cNvContentPartPr/>
                <p14:nvPr/>
              </p14:nvContentPartPr>
              <p14:xfrm>
                <a:off x="5725839" y="5091870"/>
                <a:ext cx="277200" cy="109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A95041F-61A4-CCAF-8E87-50EF4A7A680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707839" y="5074230"/>
                  <a:ext cx="312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9E0049F-FE27-BC1D-5EA2-BED7445A6DF5}"/>
                    </a:ext>
                  </a:extLst>
                </p14:cNvPr>
                <p14:cNvContentPartPr/>
                <p14:nvPr/>
              </p14:nvContentPartPr>
              <p14:xfrm>
                <a:off x="6036879" y="4998630"/>
                <a:ext cx="114840" cy="2440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9E0049F-FE27-BC1D-5EA2-BED7445A6DF5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019239" y="4980630"/>
                  <a:ext cx="150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2CB172E-AC18-FCA6-8F0A-EFE08B5FDFF1}"/>
                    </a:ext>
                  </a:extLst>
                </p14:cNvPr>
                <p14:cNvContentPartPr/>
                <p14:nvPr/>
              </p14:nvContentPartPr>
              <p14:xfrm>
                <a:off x="6111399" y="5097990"/>
                <a:ext cx="149400" cy="26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2CB172E-AC18-FCA6-8F0A-EFE08B5FDFF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093399" y="5080350"/>
                  <a:ext cx="185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2F4FE57-C508-0E6C-43B8-EDA260AFDFCB}"/>
                    </a:ext>
                  </a:extLst>
                </p14:cNvPr>
                <p14:cNvContentPartPr/>
                <p14:nvPr/>
              </p14:nvContentPartPr>
              <p14:xfrm>
                <a:off x="6494079" y="5168550"/>
                <a:ext cx="19080" cy="12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2F4FE57-C508-0E6C-43B8-EDA260AFDFC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476439" y="5150550"/>
                  <a:ext cx="54720" cy="4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3920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E756-2339-B07D-1B88-8F840CA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33D3-256E-9764-E714-3CEB9BCA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B1C9D33C-8697-A070-83B9-FDB0CA548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0" y="924215"/>
            <a:ext cx="5788116" cy="556866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6E5C67A-EC8F-4402-167F-A75E68BAEDF2}"/>
              </a:ext>
            </a:extLst>
          </p:cNvPr>
          <p:cNvGrpSpPr/>
          <p:nvPr/>
        </p:nvGrpSpPr>
        <p:grpSpPr>
          <a:xfrm>
            <a:off x="6757653" y="1720987"/>
            <a:ext cx="156240" cy="595800"/>
            <a:chOff x="6757653" y="1720987"/>
            <a:chExt cx="15624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14:cNvPr>
                <p14:cNvContentPartPr/>
                <p14:nvPr/>
              </p14:nvContentPartPr>
              <p14:xfrm>
                <a:off x="6849093" y="1720987"/>
                <a:ext cx="53280" cy="595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993594C-0BCE-6172-83A6-2FA212D0C2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1453" y="1702987"/>
                  <a:ext cx="889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14:cNvPr>
                <p14:cNvContentPartPr/>
                <p14:nvPr/>
              </p14:nvContentPartPr>
              <p14:xfrm>
                <a:off x="6761253" y="2272507"/>
                <a:ext cx="105840" cy="20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4D297D-F28E-4646-2C05-A92B99FAC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43613" y="2254507"/>
                  <a:ext cx="141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14:cNvPr>
                <p14:cNvContentPartPr/>
                <p14:nvPr/>
              </p14:nvContentPartPr>
              <p14:xfrm>
                <a:off x="6757653" y="1752307"/>
                <a:ext cx="15624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78080C-5435-B70D-0D88-41DC5512E57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39653" y="1734307"/>
                  <a:ext cx="1918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60795D-B586-1D41-0929-E8EB3D6FFE81}"/>
              </a:ext>
            </a:extLst>
          </p:cNvPr>
          <p:cNvGrpSpPr/>
          <p:nvPr/>
        </p:nvGrpSpPr>
        <p:grpSpPr>
          <a:xfrm>
            <a:off x="7234653" y="1949587"/>
            <a:ext cx="101520" cy="107640"/>
            <a:chOff x="7234653" y="1949587"/>
            <a:chExt cx="10152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14:cNvPr>
                <p14:cNvContentPartPr/>
                <p14:nvPr/>
              </p14:nvContentPartPr>
              <p14:xfrm>
                <a:off x="7234653" y="1949587"/>
                <a:ext cx="67320" cy="1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851079-6806-DDCE-DC56-DBA082384E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16653" y="1931947"/>
                  <a:ext cx="102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14:cNvPr>
                <p14:cNvContentPartPr/>
                <p14:nvPr/>
              </p14:nvContentPartPr>
              <p14:xfrm>
                <a:off x="7283973" y="2040307"/>
                <a:ext cx="5220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47825-AC3A-C011-EF7D-35F490D5CE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66333" y="2022667"/>
                  <a:ext cx="878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EB2E38-EF68-7F83-A58D-60FE32DB1AF6}"/>
              </a:ext>
            </a:extLst>
          </p:cNvPr>
          <p:cNvGrpSpPr/>
          <p:nvPr/>
        </p:nvGrpSpPr>
        <p:grpSpPr>
          <a:xfrm>
            <a:off x="7562973" y="1743307"/>
            <a:ext cx="538920" cy="581040"/>
            <a:chOff x="7562973" y="1743307"/>
            <a:chExt cx="53892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14:cNvPr>
                <p14:cNvContentPartPr/>
                <p14:nvPr/>
              </p14:nvContentPartPr>
              <p14:xfrm>
                <a:off x="7562973" y="1759147"/>
                <a:ext cx="297360" cy="23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9BFB79-F2BA-2BEF-7D89-BCB26BC7B5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44973" y="1741507"/>
                  <a:ext cx="333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14:cNvPr>
                <p14:cNvContentPartPr/>
                <p14:nvPr/>
              </p14:nvContentPartPr>
              <p14:xfrm>
                <a:off x="7699053" y="1743307"/>
                <a:ext cx="73440" cy="47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1B88A6-34C8-E3EB-78EF-A22D4FDE17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1053" y="1725307"/>
                  <a:ext cx="1090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14:cNvPr>
                <p14:cNvContentPartPr/>
                <p14:nvPr/>
              </p14:nvContentPartPr>
              <p14:xfrm>
                <a:off x="7641093" y="2289427"/>
                <a:ext cx="114120" cy="2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4CACCA-7263-1F8A-71D3-F6D6D6354F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23453" y="2271787"/>
                  <a:ext cx="149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14:cNvPr>
                <p14:cNvContentPartPr/>
                <p14:nvPr/>
              </p14:nvContentPartPr>
              <p14:xfrm>
                <a:off x="7962213" y="2136427"/>
                <a:ext cx="139680" cy="18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5A184D-19A9-CA42-F35D-02AF0640327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44573" y="2118787"/>
                  <a:ext cx="17532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1AA9F-295C-8713-1152-83885C86A7CC}"/>
              </a:ext>
            </a:extLst>
          </p:cNvPr>
          <p:cNvGrpSpPr/>
          <p:nvPr/>
        </p:nvGrpSpPr>
        <p:grpSpPr>
          <a:xfrm>
            <a:off x="8435253" y="1157227"/>
            <a:ext cx="1410840" cy="1177560"/>
            <a:chOff x="8435253" y="1157227"/>
            <a:chExt cx="1410840" cy="11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14:cNvPr>
                <p14:cNvContentPartPr/>
                <p14:nvPr/>
              </p14:nvContentPartPr>
              <p14:xfrm>
                <a:off x="8435253" y="1642507"/>
                <a:ext cx="351360" cy="69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253769-FEA3-51C6-1A4B-A6F8F99ED8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17253" y="1624867"/>
                  <a:ext cx="38700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14:cNvPr>
                <p14:cNvContentPartPr/>
                <p14:nvPr/>
              </p14:nvContentPartPr>
              <p14:xfrm>
                <a:off x="8846013" y="1908547"/>
                <a:ext cx="270000" cy="201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F6D53A-B679-B95B-1AED-6A63118549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28013" y="1890547"/>
                  <a:ext cx="305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14:cNvPr>
                <p14:cNvContentPartPr/>
                <p14:nvPr/>
              </p14:nvContentPartPr>
              <p14:xfrm>
                <a:off x="9220413" y="1157227"/>
                <a:ext cx="194400" cy="24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CFAAE6-B0FD-9566-662E-7942C50C0D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02413" y="1139227"/>
                  <a:ext cx="230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14:cNvPr>
                <p14:cNvContentPartPr/>
                <p14:nvPr/>
              </p14:nvContentPartPr>
              <p14:xfrm>
                <a:off x="9127893" y="1420387"/>
                <a:ext cx="579960" cy="94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30EE75-9CD5-4AEC-B4C0-FA9E7702FE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09893" y="1402747"/>
                  <a:ext cx="61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14:cNvPr>
                <p14:cNvContentPartPr/>
                <p14:nvPr/>
              </p14:nvContentPartPr>
              <p14:xfrm>
                <a:off x="9482133" y="1503907"/>
                <a:ext cx="181080" cy="24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03B657-A933-8B64-2477-7FDDA5BCDB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64133" y="1486267"/>
                  <a:ext cx="216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14:cNvPr>
                <p14:cNvContentPartPr/>
                <p14:nvPr/>
              </p14:nvContentPartPr>
              <p14:xfrm>
                <a:off x="9726213" y="1609387"/>
                <a:ext cx="119880" cy="49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5A9E44-5745-AABC-6DA1-167381897E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08213" y="1591747"/>
                  <a:ext cx="155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14:cNvPr>
                <p14:cNvContentPartPr/>
                <p14:nvPr/>
              </p14:nvContentPartPr>
              <p14:xfrm>
                <a:off x="9792093" y="1642507"/>
                <a:ext cx="35640" cy="7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4AADBF-6AC7-2EBC-68D6-B7EAA0198C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4093" y="1624507"/>
                  <a:ext cx="71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14:cNvPr>
                <p14:cNvContentPartPr/>
                <p14:nvPr/>
              </p14:nvContentPartPr>
              <p14:xfrm>
                <a:off x="9170373" y="1667707"/>
                <a:ext cx="179640" cy="12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7E71FE-DC7A-EC73-B4D5-A1E29D6E0F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52373" y="1650067"/>
                  <a:ext cx="215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E675D60-7247-B559-FA51-D97E1F8563BA}"/>
              </a:ext>
            </a:extLst>
          </p:cNvPr>
          <p:cNvGrpSpPr/>
          <p:nvPr/>
        </p:nvGrpSpPr>
        <p:grpSpPr>
          <a:xfrm>
            <a:off x="10277733" y="1677787"/>
            <a:ext cx="610200" cy="488880"/>
            <a:chOff x="10277733" y="1677787"/>
            <a:chExt cx="61020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14:cNvPr>
                <p14:cNvContentPartPr/>
                <p14:nvPr/>
              </p14:nvContentPartPr>
              <p14:xfrm>
                <a:off x="10277733" y="1889827"/>
                <a:ext cx="20880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AE5F64-A000-F0E8-EF7C-E9B2591D2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260093" y="1872187"/>
                  <a:ext cx="244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14:cNvPr>
                <p14:cNvContentPartPr/>
                <p14:nvPr/>
              </p14:nvContentPartPr>
              <p14:xfrm>
                <a:off x="10583013" y="1741147"/>
                <a:ext cx="59760" cy="238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F8A1C3-7D97-013C-E08C-422903BD7DF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565373" y="1723147"/>
                  <a:ext cx="95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14:cNvPr>
                <p14:cNvContentPartPr/>
                <p14:nvPr/>
              </p14:nvContentPartPr>
              <p14:xfrm>
                <a:off x="10706493" y="1677787"/>
                <a:ext cx="181440" cy="488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583139-7B72-1C7C-7F91-9ACAF9D079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88853" y="1660147"/>
                  <a:ext cx="217080" cy="52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2260FB-727F-34C5-8802-32795BD26DF1}"/>
              </a:ext>
            </a:extLst>
          </p:cNvPr>
          <p:cNvGrpSpPr/>
          <p:nvPr/>
        </p:nvGrpSpPr>
        <p:grpSpPr>
          <a:xfrm>
            <a:off x="7629933" y="3043987"/>
            <a:ext cx="371880" cy="309240"/>
            <a:chOff x="7629933" y="3043987"/>
            <a:chExt cx="37188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14:cNvPr>
                <p14:cNvContentPartPr/>
                <p14:nvPr/>
              </p14:nvContentPartPr>
              <p14:xfrm>
                <a:off x="7739013" y="3043987"/>
                <a:ext cx="65520" cy="29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5BAE43-D600-4088-AB06-AAFE00484E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21013" y="3025987"/>
                  <a:ext cx="1011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14:cNvPr>
                <p14:cNvContentPartPr/>
                <p14:nvPr/>
              </p14:nvContentPartPr>
              <p14:xfrm>
                <a:off x="7755573" y="3328747"/>
                <a:ext cx="28800" cy="2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C80B7F-092A-C656-5AE6-0249E8510A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37573" y="3310747"/>
                  <a:ext cx="64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14:cNvPr>
                <p14:cNvContentPartPr/>
                <p14:nvPr/>
              </p14:nvContentPartPr>
              <p14:xfrm>
                <a:off x="7629933" y="3089707"/>
                <a:ext cx="114480" cy="36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21DCB97-7155-E45B-F923-A0DAAFCAC3E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2293" y="3071707"/>
                  <a:ext cx="1501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14:cNvPr>
                <p14:cNvContentPartPr/>
                <p14:nvPr/>
              </p14:nvContentPartPr>
              <p14:xfrm>
                <a:off x="7938093" y="3208147"/>
                <a:ext cx="63720" cy="142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553674-72D7-E336-CB83-8CC0A24F7D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20453" y="3190147"/>
                  <a:ext cx="9936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E7055-84EC-8F9F-AC58-8AF8924E6038}"/>
              </a:ext>
            </a:extLst>
          </p:cNvPr>
          <p:cNvGrpSpPr/>
          <p:nvPr/>
        </p:nvGrpSpPr>
        <p:grpSpPr>
          <a:xfrm>
            <a:off x="8228613" y="3019507"/>
            <a:ext cx="524160" cy="239400"/>
            <a:chOff x="8228613" y="3019507"/>
            <a:chExt cx="52416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14:cNvPr>
                <p14:cNvContentPartPr/>
                <p14:nvPr/>
              </p14:nvContentPartPr>
              <p14:xfrm>
                <a:off x="8228613" y="3162787"/>
                <a:ext cx="34200" cy="1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18EC5C-4CCC-B7C8-A169-96AD89E7C4B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0613" y="3144787"/>
                  <a:ext cx="69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14:cNvPr>
                <p14:cNvContentPartPr/>
                <p14:nvPr/>
              </p14:nvContentPartPr>
              <p14:xfrm>
                <a:off x="8283693" y="3195187"/>
                <a:ext cx="55080" cy="2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930096-C093-29E7-69D8-28FFC90D53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5693" y="3177547"/>
                  <a:ext cx="90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14:cNvPr>
                <p14:cNvContentPartPr/>
                <p14:nvPr/>
              </p14:nvContentPartPr>
              <p14:xfrm>
                <a:off x="8461173" y="3061627"/>
                <a:ext cx="33120" cy="197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303A81-59E0-75CA-E585-622CF743CE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3173" y="3043627"/>
                  <a:ext cx="68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14:cNvPr>
                <p14:cNvContentPartPr/>
                <p14:nvPr/>
              </p14:nvContentPartPr>
              <p14:xfrm>
                <a:off x="8584293" y="3019507"/>
                <a:ext cx="168480" cy="171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FCFB12-E7D7-7CEB-84BB-EE4DA3F5F5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66653" y="3001867"/>
                  <a:ext cx="2041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E3B746-5618-4EF9-136E-D4DDA89CCDDE}"/>
              </a:ext>
            </a:extLst>
          </p:cNvPr>
          <p:cNvGrpSpPr/>
          <p:nvPr/>
        </p:nvGrpSpPr>
        <p:grpSpPr>
          <a:xfrm>
            <a:off x="8773653" y="2742307"/>
            <a:ext cx="444960" cy="149760"/>
            <a:chOff x="8773653" y="2742307"/>
            <a:chExt cx="44496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14:cNvPr>
                <p14:cNvContentPartPr/>
                <p14:nvPr/>
              </p14:nvContentPartPr>
              <p14:xfrm>
                <a:off x="8773653" y="2877307"/>
                <a:ext cx="67680" cy="1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27435F-ED80-122A-AC77-85161A66D43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56013" y="2859307"/>
                  <a:ext cx="103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14:cNvPr>
                <p14:cNvContentPartPr/>
                <p14:nvPr/>
              </p14:nvContentPartPr>
              <p14:xfrm>
                <a:off x="8979213" y="2748067"/>
                <a:ext cx="10080" cy="110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20D3B1-35F5-6B70-5C90-A9FD5D9E30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61573" y="2730067"/>
                  <a:ext cx="45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14:cNvPr>
                <p14:cNvContentPartPr/>
                <p14:nvPr/>
              </p14:nvContentPartPr>
              <p14:xfrm>
                <a:off x="9068133" y="2742307"/>
                <a:ext cx="150480" cy="130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B25887C-9F0E-47B6-DF2A-DF7BB91EF8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50493" y="2724667"/>
                  <a:ext cx="1861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74AADC1-D47D-E027-BC16-DDE37A3C1AFC}"/>
              </a:ext>
            </a:extLst>
          </p:cNvPr>
          <p:cNvGrpSpPr/>
          <p:nvPr/>
        </p:nvGrpSpPr>
        <p:grpSpPr>
          <a:xfrm>
            <a:off x="9482133" y="2740147"/>
            <a:ext cx="586080" cy="573480"/>
            <a:chOff x="9482133" y="2740147"/>
            <a:chExt cx="58608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14:cNvPr>
                <p14:cNvContentPartPr/>
                <p14:nvPr/>
              </p14:nvContentPartPr>
              <p14:xfrm>
                <a:off x="9482133" y="2740147"/>
                <a:ext cx="232560" cy="573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2A7C67-540A-6473-C00C-D856E289676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64493" y="2722507"/>
                  <a:ext cx="2682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14:cNvPr>
                <p14:cNvContentPartPr/>
                <p14:nvPr/>
              </p14:nvContentPartPr>
              <p14:xfrm>
                <a:off x="9847893" y="2935987"/>
                <a:ext cx="220320" cy="17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834C5-CC24-16DD-5C0A-45B6CAB414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30253" y="2918347"/>
                  <a:ext cx="25596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14:cNvPr>
              <p14:cNvContentPartPr/>
              <p14:nvPr/>
            </p14:nvContentPartPr>
            <p14:xfrm>
              <a:off x="10193493" y="2651227"/>
              <a:ext cx="387720" cy="75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CBC6498-9D18-9BC4-9B9A-A1C276E4CA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175493" y="2633587"/>
                <a:ext cx="42336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1F256EC-C3E1-F2CA-BAB8-3B3B57AB2865}"/>
              </a:ext>
            </a:extLst>
          </p:cNvPr>
          <p:cNvGrpSpPr/>
          <p:nvPr/>
        </p:nvGrpSpPr>
        <p:grpSpPr>
          <a:xfrm>
            <a:off x="10326693" y="2640427"/>
            <a:ext cx="518400" cy="281160"/>
            <a:chOff x="10326693" y="2640427"/>
            <a:chExt cx="5184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14:cNvPr>
                <p14:cNvContentPartPr/>
                <p14:nvPr/>
              </p14:nvContentPartPr>
              <p14:xfrm>
                <a:off x="10326693" y="2798107"/>
                <a:ext cx="3960" cy="15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A0CC5F-4B73-F0AB-3AA1-21654D4EAC5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308693" y="2780467"/>
                  <a:ext cx="39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14:cNvPr>
                <p14:cNvContentPartPr/>
                <p14:nvPr/>
              </p14:nvContentPartPr>
              <p14:xfrm>
                <a:off x="10424253" y="2781547"/>
                <a:ext cx="96840" cy="140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1CBC02-6922-064D-2894-0AB0DF8063C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406253" y="2763547"/>
                  <a:ext cx="132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14:cNvPr>
                <p14:cNvContentPartPr/>
                <p14:nvPr/>
              </p14:nvContentPartPr>
              <p14:xfrm>
                <a:off x="10576533" y="2779027"/>
                <a:ext cx="110880" cy="113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FC7C74-DA5F-778F-F307-8FEC301D782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58893" y="2761027"/>
                  <a:ext cx="146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14:cNvPr>
                <p14:cNvContentPartPr/>
                <p14:nvPr/>
              </p14:nvContentPartPr>
              <p14:xfrm>
                <a:off x="10741413" y="2726467"/>
                <a:ext cx="103680" cy="150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31E2B3-6828-DE12-49AE-824F2861DA4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23773" y="2708467"/>
                  <a:ext cx="139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14:cNvPr>
                <p14:cNvContentPartPr/>
                <p14:nvPr/>
              </p14:nvContentPartPr>
              <p14:xfrm>
                <a:off x="10610373" y="2640427"/>
                <a:ext cx="159120" cy="3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5438FA-6712-13DF-1DF9-30DD2FAF73B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92373" y="2622427"/>
                  <a:ext cx="1947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2E98870-FD56-2DF3-2E97-8957490595C6}"/>
              </a:ext>
            </a:extLst>
          </p:cNvPr>
          <p:cNvGrpSpPr/>
          <p:nvPr/>
        </p:nvGrpSpPr>
        <p:grpSpPr>
          <a:xfrm>
            <a:off x="10324893" y="2303467"/>
            <a:ext cx="294120" cy="204840"/>
            <a:chOff x="10324893" y="2303467"/>
            <a:chExt cx="29412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14:cNvPr>
                <p14:cNvContentPartPr/>
                <p14:nvPr/>
              </p14:nvContentPartPr>
              <p14:xfrm>
                <a:off x="10324893" y="2448547"/>
                <a:ext cx="19080" cy="11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6F3FD4B-9EC5-F62D-CA89-17951D8191B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07253" y="2430547"/>
                  <a:ext cx="54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14:cNvPr>
                <p14:cNvContentPartPr/>
                <p14:nvPr/>
              </p14:nvContentPartPr>
              <p14:xfrm>
                <a:off x="10429653" y="2303467"/>
                <a:ext cx="128160" cy="204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54BCC2-DD4E-C701-302C-123EB44230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11653" y="2285827"/>
                  <a:ext cx="163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14:cNvPr>
                <p14:cNvContentPartPr/>
                <p14:nvPr/>
              </p14:nvContentPartPr>
              <p14:xfrm>
                <a:off x="10485453" y="2386627"/>
                <a:ext cx="13356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892F971-D0BF-C95A-AA3F-DD88DF9BC07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467453" y="2368627"/>
                  <a:ext cx="1692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7FDA6D-44EB-BBED-3D42-A8C0F2DBE3E4}"/>
              </a:ext>
            </a:extLst>
          </p:cNvPr>
          <p:cNvGrpSpPr/>
          <p:nvPr/>
        </p:nvGrpSpPr>
        <p:grpSpPr>
          <a:xfrm>
            <a:off x="11141373" y="2641507"/>
            <a:ext cx="579240" cy="491400"/>
            <a:chOff x="11141373" y="2641507"/>
            <a:chExt cx="57924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14:cNvPr>
                <p14:cNvContentPartPr/>
                <p14:nvPr/>
              </p14:nvContentPartPr>
              <p14:xfrm>
                <a:off x="11141373" y="2969467"/>
                <a:ext cx="1292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0EFF28-609D-4FCC-8FF7-F2C3F9CFDC4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23373" y="2951467"/>
                  <a:ext cx="164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14:cNvPr>
                <p14:cNvContentPartPr/>
                <p14:nvPr/>
              </p14:nvContentPartPr>
              <p14:xfrm>
                <a:off x="11402373" y="2818267"/>
                <a:ext cx="36360" cy="20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B5C9903-DC78-0691-4603-C8A045CDEE9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84373" y="2800627"/>
                  <a:ext cx="72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14:cNvPr>
                <p14:cNvContentPartPr/>
                <p14:nvPr/>
              </p14:nvContentPartPr>
              <p14:xfrm>
                <a:off x="11553933" y="2641507"/>
                <a:ext cx="166680" cy="491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1538029-DF46-E7ED-CC55-93216122ED7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536293" y="2623867"/>
                  <a:ext cx="202320" cy="52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BCC5AC-93A0-BCF4-351A-E0F94B061CC2}"/>
                  </a:ext>
                </a:extLst>
              </p14:cNvPr>
              <p14:cNvContentPartPr/>
              <p14:nvPr/>
            </p14:nvContentPartPr>
            <p14:xfrm>
              <a:off x="764744" y="2177670"/>
              <a:ext cx="40860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BCC5AC-93A0-BCF4-351A-E0F94B061CC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46744" y="2160030"/>
                <a:ext cx="4442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EF8BBEF-A4D6-28D8-CAAD-D32D4B6C907D}"/>
                  </a:ext>
                </a:extLst>
              </p14:cNvPr>
              <p14:cNvContentPartPr/>
              <p14:nvPr/>
            </p14:nvContentPartPr>
            <p14:xfrm>
              <a:off x="3729704" y="1083990"/>
              <a:ext cx="233280" cy="311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EF8BBEF-A4D6-28D8-CAAD-D32D4B6C907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676064" y="975990"/>
                <a:ext cx="34092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12A631A-8F72-ACF3-A5BD-7F3DB731CDB2}"/>
                  </a:ext>
                </a:extLst>
              </p14:cNvPr>
              <p14:cNvContentPartPr/>
              <p14:nvPr/>
            </p14:nvContentPartPr>
            <p14:xfrm>
              <a:off x="829904" y="1951950"/>
              <a:ext cx="237960" cy="251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12A631A-8F72-ACF3-A5BD-7F3DB731CDB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76264" y="1844310"/>
                <a:ext cx="345600" cy="46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6187B2F4-6DE8-7432-8B5B-B7E582B1DC88}"/>
              </a:ext>
            </a:extLst>
          </p:cNvPr>
          <p:cNvGrpSpPr/>
          <p:nvPr/>
        </p:nvGrpSpPr>
        <p:grpSpPr>
          <a:xfrm>
            <a:off x="2285024" y="1812270"/>
            <a:ext cx="987120" cy="443880"/>
            <a:chOff x="2285024" y="1812270"/>
            <a:chExt cx="98712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DD1DF6-98D6-757F-FFE0-FE70862FAD66}"/>
                    </a:ext>
                  </a:extLst>
                </p14:cNvPr>
                <p14:cNvContentPartPr/>
                <p14:nvPr/>
              </p14:nvContentPartPr>
              <p14:xfrm>
                <a:off x="2285024" y="1812270"/>
                <a:ext cx="169920" cy="443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DD1DF6-98D6-757F-FFE0-FE70862FAD6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67384" y="1794630"/>
                  <a:ext cx="2055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B3F8949-2C06-A24E-7026-66FDAF464558}"/>
                    </a:ext>
                  </a:extLst>
                </p14:cNvPr>
                <p14:cNvContentPartPr/>
                <p14:nvPr/>
              </p14:nvContentPartPr>
              <p14:xfrm>
                <a:off x="2505344" y="1972110"/>
                <a:ext cx="238680" cy="163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B3F8949-2C06-A24E-7026-66FDAF4645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487344" y="1954470"/>
                  <a:ext cx="274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CFFAE35-55CF-13E5-C59E-10065CB7A26D}"/>
                    </a:ext>
                  </a:extLst>
                </p14:cNvPr>
                <p14:cNvContentPartPr/>
                <p14:nvPr/>
              </p14:nvContentPartPr>
              <p14:xfrm>
                <a:off x="2834024" y="1952670"/>
                <a:ext cx="169920" cy="179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CFFAE35-55CF-13E5-C59E-10065CB7A2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816024" y="1934670"/>
                  <a:ext cx="205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9FC85-BA58-E34E-6643-8CEAF7C552D3}"/>
                    </a:ext>
                  </a:extLst>
                </p14:cNvPr>
                <p14:cNvContentPartPr/>
                <p14:nvPr/>
              </p14:nvContentPartPr>
              <p14:xfrm>
                <a:off x="3032384" y="2042670"/>
                <a:ext cx="88560" cy="6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9FC85-BA58-E34E-6643-8CEAF7C552D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014384" y="2025030"/>
                  <a:ext cx="124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D07A6F8-6314-B6EE-154C-E72551316CD8}"/>
                    </a:ext>
                  </a:extLst>
                </p14:cNvPr>
                <p14:cNvContentPartPr/>
                <p14:nvPr/>
              </p14:nvContentPartPr>
              <p14:xfrm>
                <a:off x="3168824" y="1942590"/>
                <a:ext cx="103320" cy="149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D07A6F8-6314-B6EE-154C-E72551316C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50824" y="1924950"/>
                  <a:ext cx="138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CB7A4A-5003-64C3-0A31-616D9275379A}"/>
                    </a:ext>
                  </a:extLst>
                </p14:cNvPr>
                <p14:cNvContentPartPr/>
                <p14:nvPr/>
              </p14:nvContentPartPr>
              <p14:xfrm>
                <a:off x="3179264" y="2001990"/>
                <a:ext cx="82800" cy="1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CB7A4A-5003-64C3-0A31-616D9275379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161624" y="1984350"/>
                  <a:ext cx="11844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726D785-E8D3-0DFD-D86C-E1D5BFC52FA5}"/>
                  </a:ext>
                </a:extLst>
              </p14:cNvPr>
              <p14:cNvContentPartPr/>
              <p14:nvPr/>
            </p14:nvContentPartPr>
            <p14:xfrm>
              <a:off x="3630704" y="1896510"/>
              <a:ext cx="32400" cy="196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726D785-E8D3-0DFD-D86C-E1D5BFC52FA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613064" y="1878870"/>
                <a:ext cx="6804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67D3E8E1-883E-9C7F-672E-50E9E2109372}"/>
              </a:ext>
            </a:extLst>
          </p:cNvPr>
          <p:cNvGrpSpPr/>
          <p:nvPr/>
        </p:nvGrpSpPr>
        <p:grpSpPr>
          <a:xfrm>
            <a:off x="3856784" y="1932870"/>
            <a:ext cx="648000" cy="240120"/>
            <a:chOff x="3856784" y="1932870"/>
            <a:chExt cx="64800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E3A6E49-995B-28B7-A7B3-151BA8AEB950}"/>
                    </a:ext>
                  </a:extLst>
                </p14:cNvPr>
                <p14:cNvContentPartPr/>
                <p14:nvPr/>
              </p14:nvContentPartPr>
              <p14:xfrm>
                <a:off x="3856784" y="2021070"/>
                <a:ext cx="182520" cy="151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E3A6E49-995B-28B7-A7B3-151BA8AEB95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38784" y="2003430"/>
                  <a:ext cx="218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DC7C5D-08D5-2566-8F4E-F9F979288009}"/>
                    </a:ext>
                  </a:extLst>
                </p14:cNvPr>
                <p14:cNvContentPartPr/>
                <p14:nvPr/>
              </p14:nvContentPartPr>
              <p14:xfrm>
                <a:off x="4060904" y="2012070"/>
                <a:ext cx="132120" cy="138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DC7C5D-08D5-2566-8F4E-F9F97928800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042904" y="1994430"/>
                  <a:ext cx="167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9B2DC2-DF37-FC17-8602-ED71BC003719}"/>
                    </a:ext>
                  </a:extLst>
                </p14:cNvPr>
                <p14:cNvContentPartPr/>
                <p14:nvPr/>
              </p14:nvContentPartPr>
              <p14:xfrm>
                <a:off x="4228664" y="2027190"/>
                <a:ext cx="99360" cy="115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9B2DC2-DF37-FC17-8602-ED71BC0037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11024" y="2009190"/>
                  <a:ext cx="135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8123F2-E16D-84CF-61A7-F2567FB573CA}"/>
                    </a:ext>
                  </a:extLst>
                </p14:cNvPr>
                <p14:cNvContentPartPr/>
                <p14:nvPr/>
              </p14:nvContentPartPr>
              <p14:xfrm>
                <a:off x="4388144" y="1932870"/>
                <a:ext cx="116640" cy="185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8123F2-E16D-84CF-61A7-F2567FB573C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370504" y="1915230"/>
                  <a:ext cx="1522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533D5BB-DD81-9FC8-D78A-1A7E0A283387}"/>
              </a:ext>
            </a:extLst>
          </p:cNvPr>
          <p:cNvGrpSpPr/>
          <p:nvPr/>
        </p:nvGrpSpPr>
        <p:grpSpPr>
          <a:xfrm>
            <a:off x="4717544" y="1871310"/>
            <a:ext cx="275400" cy="199440"/>
            <a:chOff x="4717544" y="1871310"/>
            <a:chExt cx="27540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8CA28D-EFFB-20EE-7980-49470C6059D9}"/>
                    </a:ext>
                  </a:extLst>
                </p14:cNvPr>
                <p14:cNvContentPartPr/>
                <p14:nvPr/>
              </p14:nvContentPartPr>
              <p14:xfrm>
                <a:off x="4717544" y="1871310"/>
                <a:ext cx="89280" cy="19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8CA28D-EFFB-20EE-7980-49470C6059D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699904" y="1853310"/>
                  <a:ext cx="124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DB2E9EF-67C7-BA13-446F-CA4E42842BCB}"/>
                    </a:ext>
                  </a:extLst>
                </p14:cNvPr>
                <p14:cNvContentPartPr/>
                <p14:nvPr/>
              </p14:nvContentPartPr>
              <p14:xfrm>
                <a:off x="4724024" y="1971390"/>
                <a:ext cx="96840" cy="32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DB2E9EF-67C7-BA13-446F-CA4E42842BC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06024" y="1953390"/>
                  <a:ext cx="1324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736E2B9-B77E-F24E-54CE-985FF27B162D}"/>
                    </a:ext>
                  </a:extLst>
                </p14:cNvPr>
                <p14:cNvContentPartPr/>
                <p14:nvPr/>
              </p14:nvContentPartPr>
              <p14:xfrm>
                <a:off x="4905464" y="1947630"/>
                <a:ext cx="87480" cy="9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736E2B9-B77E-F24E-54CE-985FF27B162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887464" y="1929630"/>
                  <a:ext cx="1231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5921B48-3A09-BDB5-DA95-0955983D37DC}"/>
              </a:ext>
            </a:extLst>
          </p:cNvPr>
          <p:cNvGrpSpPr/>
          <p:nvPr/>
        </p:nvGrpSpPr>
        <p:grpSpPr>
          <a:xfrm>
            <a:off x="5249984" y="1759350"/>
            <a:ext cx="699120" cy="370080"/>
            <a:chOff x="5249984" y="1759350"/>
            <a:chExt cx="69912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804C18-4E4E-C248-5727-4FF6DF9373E5}"/>
                    </a:ext>
                  </a:extLst>
                </p14:cNvPr>
                <p14:cNvContentPartPr/>
                <p14:nvPr/>
              </p14:nvContentPartPr>
              <p14:xfrm>
                <a:off x="5249984" y="1829550"/>
                <a:ext cx="69120" cy="299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804C18-4E4E-C248-5727-4FF6DF9373E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232344" y="1811910"/>
                  <a:ext cx="1047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F8E1CC3-FD4E-A97C-1D59-F590DF64555B}"/>
                    </a:ext>
                  </a:extLst>
                </p14:cNvPr>
                <p14:cNvContentPartPr/>
                <p14:nvPr/>
              </p14:nvContentPartPr>
              <p14:xfrm>
                <a:off x="5292104" y="1948710"/>
                <a:ext cx="104040" cy="47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F8E1CC3-FD4E-A97C-1D59-F590DF64555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74104" y="1930710"/>
                  <a:ext cx="139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414698-7E91-CD36-555F-6221323FBB77}"/>
                    </a:ext>
                  </a:extLst>
                </p14:cNvPr>
                <p14:cNvContentPartPr/>
                <p14:nvPr/>
              </p14:nvContentPartPr>
              <p14:xfrm>
                <a:off x="5383904" y="1873110"/>
                <a:ext cx="16560" cy="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414698-7E91-CD36-555F-6221323FBB7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65904" y="1855470"/>
                  <a:ext cx="52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CFD829-B20C-599A-56E7-B66C42A31F3B}"/>
                    </a:ext>
                  </a:extLst>
                </p14:cNvPr>
                <p14:cNvContentPartPr/>
                <p14:nvPr/>
              </p14:nvContentPartPr>
              <p14:xfrm>
                <a:off x="5484704" y="1903350"/>
                <a:ext cx="116280" cy="86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CFD829-B20C-599A-56E7-B66C42A31F3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67064" y="1885710"/>
                  <a:ext cx="151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339E7E2-5C3E-0F16-2955-FF724BF47A73}"/>
                    </a:ext>
                  </a:extLst>
                </p14:cNvPr>
                <p14:cNvContentPartPr/>
                <p14:nvPr/>
              </p14:nvContentPartPr>
              <p14:xfrm>
                <a:off x="5692784" y="1761150"/>
                <a:ext cx="114840" cy="283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339E7E2-5C3E-0F16-2955-FF724BF47A7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4784" y="1743150"/>
                  <a:ext cx="1504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F1C136-FA9A-4FFE-9D10-78760CFF96C9}"/>
                    </a:ext>
                  </a:extLst>
                </p14:cNvPr>
                <p14:cNvContentPartPr/>
                <p14:nvPr/>
              </p14:nvContentPartPr>
              <p14:xfrm>
                <a:off x="5865944" y="1759350"/>
                <a:ext cx="83160" cy="344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F1C136-FA9A-4FFE-9D10-78760CFF96C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47944" y="1741350"/>
                  <a:ext cx="118800" cy="38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936C736-E1FC-536F-A2FD-96A721DB8452}"/>
                  </a:ext>
                </a:extLst>
              </p14:cNvPr>
              <p14:cNvContentPartPr/>
              <p14:nvPr/>
            </p14:nvContentPartPr>
            <p14:xfrm>
              <a:off x="4102664" y="1059150"/>
              <a:ext cx="211680" cy="3812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936C736-E1FC-536F-A2FD-96A721DB845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048664" y="951150"/>
                <a:ext cx="31932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95F693B-D93D-3B54-C54C-60C0A6BA407F}"/>
                  </a:ext>
                </a:extLst>
              </p14:cNvPr>
              <p14:cNvContentPartPr/>
              <p14:nvPr/>
            </p14:nvContentPartPr>
            <p14:xfrm>
              <a:off x="830984" y="2245710"/>
              <a:ext cx="257760" cy="245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95F693B-D93D-3B54-C54C-60C0A6BA407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76984" y="2137710"/>
                <a:ext cx="36540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384BBA4-ED17-5373-A622-47A510C76CC6}"/>
                  </a:ext>
                </a:extLst>
              </p14:cNvPr>
              <p14:cNvContentPartPr/>
              <p14:nvPr/>
            </p14:nvContentPartPr>
            <p14:xfrm>
              <a:off x="4276184" y="2274870"/>
              <a:ext cx="820440" cy="162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384BBA4-ED17-5373-A622-47A510C76CC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222544" y="2167230"/>
                <a:ext cx="9280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486B38F-8302-2E15-7239-83E4950B4A9A}"/>
                  </a:ext>
                </a:extLst>
              </p14:cNvPr>
              <p14:cNvContentPartPr/>
              <p14:nvPr/>
            </p14:nvContentPartPr>
            <p14:xfrm>
              <a:off x="757544" y="2851950"/>
              <a:ext cx="2638440" cy="2300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486B38F-8302-2E15-7239-83E4950B4A9A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03544" y="2744310"/>
                <a:ext cx="27460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D32BDEB-B946-9263-7C00-103FF6C93AF8}"/>
                  </a:ext>
                </a:extLst>
              </p14:cNvPr>
              <p14:cNvContentPartPr/>
              <p14:nvPr/>
            </p14:nvContentPartPr>
            <p14:xfrm>
              <a:off x="4598744" y="1302150"/>
              <a:ext cx="2520" cy="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D32BDEB-B946-9263-7C00-103FF6C93AF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544744" y="1194510"/>
                <a:ext cx="1101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FF7824F-7AD3-C156-8EB1-26B6E0037B13}"/>
                  </a:ext>
                </a:extLst>
              </p14:cNvPr>
              <p14:cNvContentPartPr/>
              <p14:nvPr/>
            </p14:nvContentPartPr>
            <p14:xfrm>
              <a:off x="4541504" y="1082190"/>
              <a:ext cx="206280" cy="201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FF7824F-7AD3-C156-8EB1-26B6E0037B1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487504" y="974190"/>
                <a:ext cx="31392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818E9A0-CE3B-37AB-2BF3-FD986C38EEE2}"/>
                  </a:ext>
                </a:extLst>
              </p14:cNvPr>
              <p14:cNvContentPartPr/>
              <p14:nvPr/>
            </p14:nvContentPartPr>
            <p14:xfrm>
              <a:off x="886424" y="3163710"/>
              <a:ext cx="751320" cy="2214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818E9A0-CE3B-37AB-2BF3-FD986C38EEE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32424" y="3055710"/>
                <a:ext cx="85896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D44CB92B-5732-8C22-999F-CD0D296C505A}"/>
                  </a:ext>
                </a:extLst>
              </p14:cNvPr>
              <p14:cNvContentPartPr/>
              <p14:nvPr/>
            </p14:nvContentPartPr>
            <p14:xfrm>
              <a:off x="1228064" y="4883430"/>
              <a:ext cx="717480" cy="53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D44CB92B-5732-8C22-999F-CD0D296C505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210424" y="4865430"/>
                <a:ext cx="75312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6F05F8-5D2D-C774-27E3-815E9E5C30DE}"/>
              </a:ext>
            </a:extLst>
          </p:cNvPr>
          <p:cNvGrpSpPr/>
          <p:nvPr/>
        </p:nvGrpSpPr>
        <p:grpSpPr>
          <a:xfrm>
            <a:off x="5101664" y="5934270"/>
            <a:ext cx="1089720" cy="592200"/>
            <a:chOff x="5101664" y="5934270"/>
            <a:chExt cx="1089720" cy="59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E6361C-DBFC-CCBD-FDB5-49555CA18270}"/>
                    </a:ext>
                  </a:extLst>
                </p14:cNvPr>
                <p14:cNvContentPartPr/>
                <p14:nvPr/>
              </p14:nvContentPartPr>
              <p14:xfrm>
                <a:off x="5101664" y="6435390"/>
                <a:ext cx="1002240" cy="91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E6361C-DBFC-CCBD-FDB5-49555CA1827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083664" y="6417750"/>
                  <a:ext cx="103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478FDD2-D7C4-BC12-4095-383C8493EC4F}"/>
                    </a:ext>
                  </a:extLst>
                </p14:cNvPr>
                <p14:cNvContentPartPr/>
                <p14:nvPr/>
              </p14:nvContentPartPr>
              <p14:xfrm>
                <a:off x="6086264" y="5934270"/>
                <a:ext cx="105120" cy="424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478FDD2-D7C4-BC12-4095-383C8493EC4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68624" y="5916630"/>
                  <a:ext cx="1407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E6537B0-0941-BBA6-B7AD-B77F29D6FFD3}"/>
                    </a:ext>
                  </a:extLst>
                </p14:cNvPr>
                <p14:cNvContentPartPr/>
                <p14:nvPr/>
              </p14:nvContentPartPr>
              <p14:xfrm>
                <a:off x="5356544" y="5983230"/>
                <a:ext cx="767160" cy="73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E6537B0-0941-BBA6-B7AD-B77F29D6FFD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38904" y="5965230"/>
                  <a:ext cx="802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17DCFBF-42F0-C5DB-C0BC-EEF227A03A58}"/>
                    </a:ext>
                  </a:extLst>
                </p14:cNvPr>
                <p14:cNvContentPartPr/>
                <p14:nvPr/>
              </p14:nvContentPartPr>
              <p14:xfrm>
                <a:off x="5158544" y="6037230"/>
                <a:ext cx="133560" cy="354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17DCFBF-42F0-C5DB-C0BC-EEF227A03A5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40544" y="6019590"/>
                  <a:ext cx="169200" cy="38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712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0B73-C5A1-A0C7-4E88-23389974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DF47-BF2F-7570-11E8-3EF29F7C8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90A4B7-684A-2E81-D56F-AFA95C192CA3}"/>
              </a:ext>
            </a:extLst>
          </p:cNvPr>
          <p:cNvGrpSpPr/>
          <p:nvPr/>
        </p:nvGrpSpPr>
        <p:grpSpPr>
          <a:xfrm>
            <a:off x="3519824" y="1092270"/>
            <a:ext cx="5253840" cy="5104440"/>
            <a:chOff x="3519824" y="1092270"/>
            <a:chExt cx="5253840" cy="510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D2DD3D-09ED-3ACC-5FC8-6CD38838D233}"/>
                    </a:ext>
                  </a:extLst>
                </p14:cNvPr>
                <p14:cNvContentPartPr/>
                <p14:nvPr/>
              </p14:nvContentPartPr>
              <p14:xfrm>
                <a:off x="5621144" y="1146270"/>
                <a:ext cx="307080" cy="5050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D2DD3D-09ED-3ACC-5FC8-6CD38838D23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03144" y="1128270"/>
                  <a:ext cx="342720" cy="50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85EF40-8BD2-AC1C-9890-B03BB247F693}"/>
                    </a:ext>
                  </a:extLst>
                </p14:cNvPr>
                <p14:cNvContentPartPr/>
                <p14:nvPr/>
              </p14:nvContentPartPr>
              <p14:xfrm>
                <a:off x="3519824" y="4114470"/>
                <a:ext cx="5253840" cy="203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85EF40-8BD2-AC1C-9890-B03BB247F6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02184" y="4096470"/>
                  <a:ext cx="5289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5D8E91-4096-240A-71B6-9571994137C6}"/>
                    </a:ext>
                  </a:extLst>
                </p14:cNvPr>
                <p14:cNvContentPartPr/>
                <p14:nvPr/>
              </p14:nvContentPartPr>
              <p14:xfrm>
                <a:off x="8585384" y="4039230"/>
                <a:ext cx="157320" cy="181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5D8E91-4096-240A-71B6-9571994137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67744" y="4021230"/>
                  <a:ext cx="192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B5F040-0A67-6308-53CB-A04A2661E6E2}"/>
                    </a:ext>
                  </a:extLst>
                </p14:cNvPr>
                <p14:cNvContentPartPr/>
                <p14:nvPr/>
              </p14:nvContentPartPr>
              <p14:xfrm>
                <a:off x="5558144" y="1144110"/>
                <a:ext cx="130680" cy="140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B5F040-0A67-6308-53CB-A04A2661E6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40144" y="1126470"/>
                  <a:ext cx="166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ED99A9-7D13-E1BB-4B7C-48E6949F2631}"/>
                    </a:ext>
                  </a:extLst>
                </p14:cNvPr>
                <p14:cNvContentPartPr/>
                <p14:nvPr/>
              </p14:nvContentPartPr>
              <p14:xfrm>
                <a:off x="4880984" y="1179750"/>
                <a:ext cx="132840" cy="34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ED99A9-7D13-E1BB-4B7C-48E6949F26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63344" y="1162110"/>
                  <a:ext cx="168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7EB53A-AF2F-8569-12E7-804E15438946}"/>
                    </a:ext>
                  </a:extLst>
                </p14:cNvPr>
                <p14:cNvContentPartPr/>
                <p14:nvPr/>
              </p14:nvContentPartPr>
              <p14:xfrm>
                <a:off x="4864784" y="1092270"/>
                <a:ext cx="90000" cy="95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7EB53A-AF2F-8569-12E7-804E154389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46784" y="1074270"/>
                  <a:ext cx="125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1678A6-ED66-C3CE-4732-CFA3DEE31864}"/>
                    </a:ext>
                  </a:extLst>
                </p14:cNvPr>
                <p14:cNvContentPartPr/>
                <p14:nvPr/>
              </p14:nvContentPartPr>
              <p14:xfrm>
                <a:off x="4905824" y="1437870"/>
                <a:ext cx="159840" cy="7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1678A6-ED66-C3CE-4732-CFA3DEE318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87824" y="1420230"/>
                  <a:ext cx="19548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D7D6616-96B6-316F-919D-2CD59EC12370}"/>
                  </a:ext>
                </a:extLst>
              </p14:cNvPr>
              <p14:cNvContentPartPr/>
              <p14:nvPr/>
            </p14:nvContentPartPr>
            <p14:xfrm>
              <a:off x="9071744" y="4467270"/>
              <a:ext cx="243720" cy="282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D7D6616-96B6-316F-919D-2CD59EC1237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54104" y="4449270"/>
                <a:ext cx="27936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C6A8A70-D897-AED4-B22A-43F7EB2D701C}"/>
              </a:ext>
            </a:extLst>
          </p:cNvPr>
          <p:cNvGrpSpPr/>
          <p:nvPr/>
        </p:nvGrpSpPr>
        <p:grpSpPr>
          <a:xfrm>
            <a:off x="6958904" y="4016190"/>
            <a:ext cx="38520" cy="257400"/>
            <a:chOff x="6958904" y="4016190"/>
            <a:chExt cx="3852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9EDDFB-B781-705B-5BFF-E6BCAD947B39}"/>
                    </a:ext>
                  </a:extLst>
                </p14:cNvPr>
                <p14:cNvContentPartPr/>
                <p14:nvPr/>
              </p14:nvContentPartPr>
              <p14:xfrm>
                <a:off x="6989864" y="406659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9EDDFB-B781-705B-5BFF-E6BCAD947B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72224" y="404859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270E4B-06CC-965A-EAFB-241064CACF32}"/>
                    </a:ext>
                  </a:extLst>
                </p14:cNvPr>
                <p14:cNvContentPartPr/>
                <p14:nvPr/>
              </p14:nvContentPartPr>
              <p14:xfrm>
                <a:off x="6958904" y="4016190"/>
                <a:ext cx="38520" cy="257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270E4B-06CC-965A-EAFB-241064CACF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0904" y="3998190"/>
                  <a:ext cx="741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134103-CC8F-2A54-82DF-7DD4FB8407BA}"/>
              </a:ext>
            </a:extLst>
          </p:cNvPr>
          <p:cNvGrpSpPr/>
          <p:nvPr/>
        </p:nvGrpSpPr>
        <p:grpSpPr>
          <a:xfrm>
            <a:off x="4875224" y="1841070"/>
            <a:ext cx="892440" cy="321120"/>
            <a:chOff x="4875224" y="1841070"/>
            <a:chExt cx="89244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6F4C2A5-86D7-0CF9-345B-33F38F52E921}"/>
                    </a:ext>
                  </a:extLst>
                </p14:cNvPr>
                <p14:cNvContentPartPr/>
                <p14:nvPr/>
              </p14:nvContentPartPr>
              <p14:xfrm>
                <a:off x="5557424" y="2074350"/>
                <a:ext cx="210240" cy="13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6F4C2A5-86D7-0CF9-345B-33F38F52E9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39784" y="2056350"/>
                  <a:ext cx="245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609E20D-C217-5C61-2B8B-43352B41C2AE}"/>
                    </a:ext>
                  </a:extLst>
                </p14:cNvPr>
                <p14:cNvContentPartPr/>
                <p14:nvPr/>
              </p14:nvContentPartPr>
              <p14:xfrm>
                <a:off x="4875224" y="2083710"/>
                <a:ext cx="43920" cy="4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609E20D-C217-5C61-2B8B-43352B41C2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57584" y="2066070"/>
                  <a:ext cx="79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B43F107-FAD7-82D6-015A-19C58A1B3C1A}"/>
                    </a:ext>
                  </a:extLst>
                </p14:cNvPr>
                <p14:cNvContentPartPr/>
                <p14:nvPr/>
              </p14:nvContentPartPr>
              <p14:xfrm>
                <a:off x="5062424" y="1962750"/>
                <a:ext cx="97560" cy="6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B43F107-FAD7-82D6-015A-19C58A1B3C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44424" y="1945110"/>
                  <a:ext cx="133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B1DC68-475B-C18A-D75C-7D9AE3DC13FE}"/>
                    </a:ext>
                  </a:extLst>
                </p14:cNvPr>
                <p14:cNvContentPartPr/>
                <p14:nvPr/>
              </p14:nvContentPartPr>
              <p14:xfrm>
                <a:off x="5088344" y="2031150"/>
                <a:ext cx="97920" cy="131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B1DC68-475B-C18A-D75C-7D9AE3DC13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70344" y="2013510"/>
                  <a:ext cx="13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8F569F-3DD0-B8CD-AB21-2C444DA4D8CA}"/>
                    </a:ext>
                  </a:extLst>
                </p14:cNvPr>
                <p14:cNvContentPartPr/>
                <p14:nvPr/>
              </p14:nvContentPartPr>
              <p14:xfrm>
                <a:off x="5274464" y="1931070"/>
                <a:ext cx="120960" cy="19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8F569F-3DD0-B8CD-AB21-2C444DA4D8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56464" y="1913430"/>
                  <a:ext cx="156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A7547A-2C2A-6695-6FB4-195194538484}"/>
                    </a:ext>
                  </a:extLst>
                </p14:cNvPr>
                <p14:cNvContentPartPr/>
                <p14:nvPr/>
              </p14:nvContentPartPr>
              <p14:xfrm>
                <a:off x="5475704" y="1872750"/>
                <a:ext cx="24120" cy="146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A7547A-2C2A-6695-6FB4-1951945384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58064" y="1855110"/>
                  <a:ext cx="597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015F77-1201-6EDE-84B1-F0DC937D0C39}"/>
                    </a:ext>
                  </a:extLst>
                </p14:cNvPr>
                <p14:cNvContentPartPr/>
                <p14:nvPr/>
              </p14:nvContentPartPr>
              <p14:xfrm>
                <a:off x="5465624" y="1841070"/>
                <a:ext cx="141840" cy="90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015F77-1201-6EDE-84B1-F0DC937D0C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47984" y="1823430"/>
                  <a:ext cx="177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30279A-112C-3D41-D6BC-C38899B507C3}"/>
                    </a:ext>
                  </a:extLst>
                </p14:cNvPr>
                <p14:cNvContentPartPr/>
                <p14:nvPr/>
              </p14:nvContentPartPr>
              <p14:xfrm>
                <a:off x="5479664" y="1867710"/>
                <a:ext cx="137160" cy="112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30279A-112C-3D41-D6BC-C38899B507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62024" y="1850070"/>
                  <a:ext cx="1728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9AC4E6-DF43-EF8F-405D-47579FEFDD2E}"/>
              </a:ext>
            </a:extLst>
          </p:cNvPr>
          <p:cNvGrpSpPr/>
          <p:nvPr/>
        </p:nvGrpSpPr>
        <p:grpSpPr>
          <a:xfrm>
            <a:off x="6815984" y="4355670"/>
            <a:ext cx="493920" cy="334800"/>
            <a:chOff x="6815984" y="4355670"/>
            <a:chExt cx="49392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7EB87C-4637-E616-5D3F-53F8157BE982}"/>
                    </a:ext>
                  </a:extLst>
                </p14:cNvPr>
                <p14:cNvContentPartPr/>
                <p14:nvPr/>
              </p14:nvContentPartPr>
              <p14:xfrm>
                <a:off x="6815984" y="4514430"/>
                <a:ext cx="26640" cy="71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7EB87C-4637-E616-5D3F-53F8157BE9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98344" y="4496790"/>
                  <a:ext cx="62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BB0AB1-64D2-7296-82EB-42CEDF795033}"/>
                    </a:ext>
                  </a:extLst>
                </p14:cNvPr>
                <p14:cNvContentPartPr/>
                <p14:nvPr/>
              </p14:nvContentPartPr>
              <p14:xfrm>
                <a:off x="6916784" y="4429110"/>
                <a:ext cx="133920" cy="261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BB0AB1-64D2-7296-82EB-42CEDF7950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99144" y="4411470"/>
                  <a:ext cx="169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5D344B-C29A-8AAD-0D77-01ACC69C29AD}"/>
                    </a:ext>
                  </a:extLst>
                </p14:cNvPr>
                <p14:cNvContentPartPr/>
                <p14:nvPr/>
              </p14:nvContentPartPr>
              <p14:xfrm>
                <a:off x="6959624" y="4505430"/>
                <a:ext cx="147600" cy="8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5D344B-C29A-8AAD-0D77-01ACC69C29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41624" y="4487790"/>
                  <a:ext cx="183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2DFEB1-6442-7B3A-479F-06BFA89857F0}"/>
                    </a:ext>
                  </a:extLst>
                </p14:cNvPr>
                <p14:cNvContentPartPr/>
                <p14:nvPr/>
              </p14:nvContentPartPr>
              <p14:xfrm>
                <a:off x="7157984" y="4355670"/>
                <a:ext cx="151920" cy="21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2DFEB1-6442-7B3A-479F-06BFA89857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40344" y="4338030"/>
                  <a:ext cx="1875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5468254-A25A-2F62-4212-E6B40E934144}"/>
              </a:ext>
            </a:extLst>
          </p:cNvPr>
          <p:cNvGrpSpPr/>
          <p:nvPr/>
        </p:nvGrpSpPr>
        <p:grpSpPr>
          <a:xfrm>
            <a:off x="6659744" y="1913790"/>
            <a:ext cx="315360" cy="552960"/>
            <a:chOff x="6659744" y="1913790"/>
            <a:chExt cx="31536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49EFC1-B122-C912-E69F-3F3FF7DBB086}"/>
                    </a:ext>
                  </a:extLst>
                </p14:cNvPr>
                <p14:cNvContentPartPr/>
                <p14:nvPr/>
              </p14:nvContentPartPr>
              <p14:xfrm>
                <a:off x="6825344" y="2162190"/>
                <a:ext cx="15480" cy="30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49EFC1-B122-C912-E69F-3F3FF7DBB0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07704" y="2144190"/>
                  <a:ext cx="51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3DDCCE-54E4-D2FF-01BE-C8395020B441}"/>
                    </a:ext>
                  </a:extLst>
                </p14:cNvPr>
                <p14:cNvContentPartPr/>
                <p14:nvPr/>
              </p14:nvContentPartPr>
              <p14:xfrm>
                <a:off x="6790064" y="2005230"/>
                <a:ext cx="37440" cy="4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3DDCCE-54E4-D2FF-01BE-C8395020B4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72424" y="1987230"/>
                  <a:ext cx="73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4A2CB5-BA45-F8EC-0682-8274B772BB1A}"/>
                    </a:ext>
                  </a:extLst>
                </p14:cNvPr>
                <p14:cNvContentPartPr/>
                <p14:nvPr/>
              </p14:nvContentPartPr>
              <p14:xfrm>
                <a:off x="6659744" y="1922430"/>
                <a:ext cx="315360" cy="218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4A2CB5-BA45-F8EC-0682-8274B772BB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41744" y="1904430"/>
                  <a:ext cx="351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7F248FD-2F19-D866-5CCC-037BD01E2DD0}"/>
                    </a:ext>
                  </a:extLst>
                </p14:cNvPr>
                <p14:cNvContentPartPr/>
                <p14:nvPr/>
              </p14:nvContentPartPr>
              <p14:xfrm>
                <a:off x="6697904" y="1913790"/>
                <a:ext cx="244440" cy="273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7F248FD-2F19-D866-5CCC-037BD01E2D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79904" y="1895790"/>
                  <a:ext cx="280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C05585-7CF9-F8C3-99DF-5BE47A4E6525}"/>
                    </a:ext>
                  </a:extLst>
                </p14:cNvPr>
                <p14:cNvContentPartPr/>
                <p14:nvPr/>
              </p14:nvContentPartPr>
              <p14:xfrm>
                <a:off x="6773504" y="1949070"/>
                <a:ext cx="91440" cy="13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C05585-7CF9-F8C3-99DF-5BE47A4E65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55864" y="1931070"/>
                  <a:ext cx="12708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A8E30A5-2E43-0D4B-4CF8-0EABA6779C0B}"/>
                  </a:ext>
                </a:extLst>
              </p14:cNvPr>
              <p14:cNvContentPartPr/>
              <p14:nvPr/>
            </p14:nvContentPartPr>
            <p14:xfrm>
              <a:off x="6689624" y="4025190"/>
              <a:ext cx="31680" cy="239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A8E30A5-2E43-0D4B-4CF8-0EABA6779C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71984" y="4007190"/>
                <a:ext cx="6732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A17D6A3B-5BA5-746C-2FE0-0526D7115F19}"/>
              </a:ext>
            </a:extLst>
          </p:cNvPr>
          <p:cNvGrpSpPr/>
          <p:nvPr/>
        </p:nvGrpSpPr>
        <p:grpSpPr>
          <a:xfrm>
            <a:off x="6494144" y="4906110"/>
            <a:ext cx="425880" cy="184320"/>
            <a:chOff x="6494144" y="4906110"/>
            <a:chExt cx="42588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1293F4-CA53-6EB7-CFD8-CB15AC8FBC8A}"/>
                    </a:ext>
                  </a:extLst>
                </p14:cNvPr>
                <p14:cNvContentPartPr/>
                <p14:nvPr/>
              </p14:nvContentPartPr>
              <p14:xfrm>
                <a:off x="6494144" y="4939590"/>
                <a:ext cx="5400" cy="18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1293F4-CA53-6EB7-CFD8-CB15AC8FBC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76504" y="4921950"/>
                  <a:ext cx="41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46EC6CE-F81F-949E-DD3E-62C93CA5E4C3}"/>
                    </a:ext>
                  </a:extLst>
                </p14:cNvPr>
                <p14:cNvContentPartPr/>
                <p14:nvPr/>
              </p14:nvContentPartPr>
              <p14:xfrm>
                <a:off x="6640304" y="4906110"/>
                <a:ext cx="105480" cy="184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46EC6CE-F81F-949E-DD3E-62C93CA5E4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2304" y="4888110"/>
                  <a:ext cx="141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2810F9-68D7-C2CB-73E1-B87191CCF299}"/>
                    </a:ext>
                  </a:extLst>
                </p14:cNvPr>
                <p14:cNvContentPartPr/>
                <p14:nvPr/>
              </p14:nvContentPartPr>
              <p14:xfrm>
                <a:off x="6812024" y="4906470"/>
                <a:ext cx="108000" cy="10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2810F9-68D7-C2CB-73E1-B87191CCF2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94384" y="4888470"/>
                  <a:ext cx="1436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91A64AD-499A-7D30-1133-A630D63E368E}"/>
              </a:ext>
            </a:extLst>
          </p:cNvPr>
          <p:cNvGrpSpPr/>
          <p:nvPr/>
        </p:nvGrpSpPr>
        <p:grpSpPr>
          <a:xfrm>
            <a:off x="4968104" y="3025110"/>
            <a:ext cx="909360" cy="639000"/>
            <a:chOff x="4968104" y="3025110"/>
            <a:chExt cx="909360" cy="6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879670-BCF4-FEE8-D68C-EC0731B2CD5C}"/>
                    </a:ext>
                  </a:extLst>
                </p14:cNvPr>
                <p14:cNvContentPartPr/>
                <p14:nvPr/>
              </p14:nvContentPartPr>
              <p14:xfrm>
                <a:off x="4968104" y="3530550"/>
                <a:ext cx="58320" cy="133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879670-BCF4-FEE8-D68C-EC0731B2CD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50464" y="3512910"/>
                  <a:ext cx="93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A28834-6D23-9A03-199E-DDFFA453A974}"/>
                    </a:ext>
                  </a:extLst>
                </p14:cNvPr>
                <p14:cNvContentPartPr/>
                <p14:nvPr/>
              </p14:nvContentPartPr>
              <p14:xfrm>
                <a:off x="5071784" y="3520470"/>
                <a:ext cx="60840" cy="116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A28834-6D23-9A03-199E-DDFFA453A9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53784" y="3502830"/>
                  <a:ext cx="9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350F278-00F1-355C-7DBB-C0D367D8BC6A}"/>
                    </a:ext>
                  </a:extLst>
                </p14:cNvPr>
                <p14:cNvContentPartPr/>
                <p14:nvPr/>
              </p14:nvContentPartPr>
              <p14:xfrm>
                <a:off x="5181224" y="3517230"/>
                <a:ext cx="102960" cy="48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350F278-00F1-355C-7DBB-C0D367D8BC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63224" y="3499230"/>
                  <a:ext cx="138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029313-3B43-890D-7EF0-1A71A46BD90A}"/>
                    </a:ext>
                  </a:extLst>
                </p14:cNvPr>
                <p14:cNvContentPartPr/>
                <p14:nvPr/>
              </p14:nvContentPartPr>
              <p14:xfrm>
                <a:off x="5257544" y="3485190"/>
                <a:ext cx="29160" cy="99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029313-3B43-890D-7EF0-1A71A46BD9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9544" y="3467190"/>
                  <a:ext cx="64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9D34A95-F6F6-10AA-455C-B5F847EE3106}"/>
                    </a:ext>
                  </a:extLst>
                </p14:cNvPr>
                <p14:cNvContentPartPr/>
                <p14:nvPr/>
              </p14:nvContentPartPr>
              <p14:xfrm>
                <a:off x="5333144" y="3439470"/>
                <a:ext cx="45360" cy="158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9D34A95-F6F6-10AA-455C-B5F847EE31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15144" y="3421470"/>
                  <a:ext cx="81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4915BE-6631-B55E-C588-6BF214D24F5E}"/>
                    </a:ext>
                  </a:extLst>
                </p14:cNvPr>
                <p14:cNvContentPartPr/>
                <p14:nvPr/>
              </p14:nvContentPartPr>
              <p14:xfrm>
                <a:off x="5410544" y="3372510"/>
                <a:ext cx="113400" cy="15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4915BE-6631-B55E-C588-6BF214D24F5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92544" y="3354870"/>
                  <a:ext cx="149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9269161-A7FC-22EC-28BB-860BCA7651C9}"/>
                    </a:ext>
                  </a:extLst>
                </p14:cNvPr>
                <p14:cNvContentPartPr/>
                <p14:nvPr/>
              </p14:nvContentPartPr>
              <p14:xfrm>
                <a:off x="5487944" y="3173790"/>
                <a:ext cx="108000" cy="6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9269161-A7FC-22EC-28BB-860BCA7651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70304" y="3156150"/>
                  <a:ext cx="143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18DF1C-8937-0F16-DE17-0D905F1CCA5B}"/>
                    </a:ext>
                  </a:extLst>
                </p14:cNvPr>
                <p14:cNvContentPartPr/>
                <p14:nvPr/>
              </p14:nvContentPartPr>
              <p14:xfrm>
                <a:off x="5593424" y="3025110"/>
                <a:ext cx="122040" cy="148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18DF1C-8937-0F16-DE17-0D905F1CCA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75424" y="3007470"/>
                  <a:ext cx="157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588384-51BB-5CC1-4BA5-DCD7D3A9CCEB}"/>
                    </a:ext>
                  </a:extLst>
                </p14:cNvPr>
                <p14:cNvContentPartPr/>
                <p14:nvPr/>
              </p14:nvContentPartPr>
              <p14:xfrm>
                <a:off x="5734544" y="3345870"/>
                <a:ext cx="44280" cy="12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588384-51BB-5CC1-4BA5-DCD7D3A9CC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16544" y="3327870"/>
                  <a:ext cx="79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4DC4CB-60CF-F448-E3F3-8902A03D8788}"/>
                    </a:ext>
                  </a:extLst>
                </p14:cNvPr>
                <p14:cNvContentPartPr/>
                <p14:nvPr/>
              </p14:nvContentPartPr>
              <p14:xfrm>
                <a:off x="5737784" y="3315630"/>
                <a:ext cx="139680" cy="113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4DC4CB-60CF-F448-E3F3-8902A03D878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19784" y="3297990"/>
                  <a:ext cx="175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A024F64-1254-B420-FD3A-50CF041CC681}"/>
                    </a:ext>
                  </a:extLst>
                </p14:cNvPr>
                <p14:cNvContentPartPr/>
                <p14:nvPr/>
              </p14:nvContentPartPr>
              <p14:xfrm>
                <a:off x="5773784" y="3409230"/>
                <a:ext cx="99360" cy="40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A024F64-1254-B420-FD3A-50CF041CC6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56144" y="3391230"/>
                  <a:ext cx="1350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DB1A048-E86D-B305-BB3D-7253AD898F36}"/>
              </a:ext>
            </a:extLst>
          </p:cNvPr>
          <p:cNvGrpSpPr/>
          <p:nvPr/>
        </p:nvGrpSpPr>
        <p:grpSpPr>
          <a:xfrm>
            <a:off x="6587384" y="3421830"/>
            <a:ext cx="167760" cy="313560"/>
            <a:chOff x="6587384" y="3421830"/>
            <a:chExt cx="1677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E7A91E-2758-17B1-06F1-422077BC7229}"/>
                    </a:ext>
                  </a:extLst>
                </p14:cNvPr>
                <p14:cNvContentPartPr/>
                <p14:nvPr/>
              </p14:nvContentPartPr>
              <p14:xfrm>
                <a:off x="6683504" y="3723510"/>
                <a:ext cx="2520" cy="1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E7A91E-2758-17B1-06F1-422077BC72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65504" y="3705870"/>
                  <a:ext cx="38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CAA1DBA-80BF-22EA-4D43-643937930044}"/>
                    </a:ext>
                  </a:extLst>
                </p14:cNvPr>
                <p14:cNvContentPartPr/>
                <p14:nvPr/>
              </p14:nvContentPartPr>
              <p14:xfrm>
                <a:off x="6649664" y="3498150"/>
                <a:ext cx="11160" cy="29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CAA1DBA-80BF-22EA-4D43-6439379300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2024" y="3480510"/>
                  <a:ext cx="46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E49B5C5-6382-6B57-4046-343E9F95C9C2}"/>
                    </a:ext>
                  </a:extLst>
                </p14:cNvPr>
                <p14:cNvContentPartPr/>
                <p14:nvPr/>
              </p14:nvContentPartPr>
              <p14:xfrm>
                <a:off x="6587384" y="3479790"/>
                <a:ext cx="167760" cy="124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E49B5C5-6382-6B57-4046-343E9F95C9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69384" y="3462150"/>
                  <a:ext cx="203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E67630-3346-0365-8E83-D3B85E2AF869}"/>
                    </a:ext>
                  </a:extLst>
                </p14:cNvPr>
                <p14:cNvContentPartPr/>
                <p14:nvPr/>
              </p14:nvContentPartPr>
              <p14:xfrm>
                <a:off x="6624464" y="3483030"/>
                <a:ext cx="53640" cy="113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E67630-3346-0365-8E83-D3B85E2AF8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06464" y="3465030"/>
                  <a:ext cx="89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35B068-83F9-403B-A892-B1EF2A2F941A}"/>
                    </a:ext>
                  </a:extLst>
                </p14:cNvPr>
                <p14:cNvContentPartPr/>
                <p14:nvPr/>
              </p14:nvContentPartPr>
              <p14:xfrm>
                <a:off x="6612224" y="3421830"/>
                <a:ext cx="95760" cy="19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35B068-83F9-403B-A892-B1EF2A2F941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94224" y="3403830"/>
                  <a:ext cx="131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2C9B92B-F3A5-0EC4-EEE1-55EBBC1EED34}"/>
                    </a:ext>
                  </a:extLst>
                </p14:cNvPr>
                <p14:cNvContentPartPr/>
                <p14:nvPr/>
              </p14:nvContentPartPr>
              <p14:xfrm>
                <a:off x="6642464" y="3497790"/>
                <a:ext cx="6120" cy="20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2C9B92B-F3A5-0EC4-EEE1-55EBBC1EED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24824" y="3479790"/>
                  <a:ext cx="417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E50135B-F349-0B47-FB5E-F22BAB4FBFF5}"/>
              </a:ext>
            </a:extLst>
          </p:cNvPr>
          <p:cNvGrpSpPr/>
          <p:nvPr/>
        </p:nvGrpSpPr>
        <p:grpSpPr>
          <a:xfrm>
            <a:off x="2080904" y="4003590"/>
            <a:ext cx="1427760" cy="363240"/>
            <a:chOff x="2080904" y="4003590"/>
            <a:chExt cx="142776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40420E6-5B81-ECA9-22D5-931845EAE94C}"/>
                    </a:ext>
                  </a:extLst>
                </p14:cNvPr>
                <p14:cNvContentPartPr/>
                <p14:nvPr/>
              </p14:nvContentPartPr>
              <p14:xfrm>
                <a:off x="2704784" y="4324350"/>
                <a:ext cx="803880" cy="4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40420E6-5B81-ECA9-22D5-931845EAE94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86784" y="4306350"/>
                  <a:ext cx="839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77A30A-422F-6057-5A9C-0876B79B3B87}"/>
                    </a:ext>
                  </a:extLst>
                </p14:cNvPr>
                <p14:cNvContentPartPr/>
                <p14:nvPr/>
              </p14:nvContentPartPr>
              <p14:xfrm>
                <a:off x="2080904" y="4154430"/>
                <a:ext cx="206280" cy="14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77A30A-422F-6057-5A9C-0876B79B3B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63264" y="4136790"/>
                  <a:ext cx="241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D60A298-1822-3156-AD6E-A1E7A6184C5D}"/>
                    </a:ext>
                  </a:extLst>
                </p14:cNvPr>
                <p14:cNvContentPartPr/>
                <p14:nvPr/>
              </p14:nvContentPartPr>
              <p14:xfrm>
                <a:off x="2348384" y="4047510"/>
                <a:ext cx="124200" cy="22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D60A298-1822-3156-AD6E-A1E7A6184C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30744" y="4029870"/>
                  <a:ext cx="159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B48B146-4E38-FAB4-571B-9C533F3602E9}"/>
                    </a:ext>
                  </a:extLst>
                </p14:cNvPr>
                <p14:cNvContentPartPr/>
                <p14:nvPr/>
              </p14:nvContentPartPr>
              <p14:xfrm>
                <a:off x="2408864" y="4065870"/>
                <a:ext cx="109080" cy="149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B48B146-4E38-FAB4-571B-9C533F3602E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91224" y="4048230"/>
                  <a:ext cx="144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E7AE62-1885-0706-0051-FA38499C5AF0}"/>
                    </a:ext>
                  </a:extLst>
                </p14:cNvPr>
                <p14:cNvContentPartPr/>
                <p14:nvPr/>
              </p14:nvContentPartPr>
              <p14:xfrm>
                <a:off x="2601824" y="4003590"/>
                <a:ext cx="97920" cy="156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E7AE62-1885-0706-0051-FA38499C5A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83824" y="3985590"/>
                  <a:ext cx="13356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AA19CE7-7D11-1E3E-F4B9-E7CC8DC8DD26}"/>
              </a:ext>
            </a:extLst>
          </p:cNvPr>
          <p:cNvGrpSpPr/>
          <p:nvPr/>
        </p:nvGrpSpPr>
        <p:grpSpPr>
          <a:xfrm>
            <a:off x="2188904" y="4444590"/>
            <a:ext cx="887040" cy="482760"/>
            <a:chOff x="2188904" y="4444590"/>
            <a:chExt cx="88704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BE2643-FA64-335B-26CF-1746F0922847}"/>
                    </a:ext>
                  </a:extLst>
                </p14:cNvPr>
                <p14:cNvContentPartPr/>
                <p14:nvPr/>
              </p14:nvContentPartPr>
              <p14:xfrm>
                <a:off x="2687864" y="4444590"/>
                <a:ext cx="43200" cy="48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BE2643-FA64-335B-26CF-1746F09228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69864" y="4426590"/>
                  <a:ext cx="78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856844-28D8-286E-D897-700C570431CC}"/>
                    </a:ext>
                  </a:extLst>
                </p14:cNvPr>
                <p14:cNvContentPartPr/>
                <p14:nvPr/>
              </p14:nvContentPartPr>
              <p14:xfrm>
                <a:off x="2188904" y="4782630"/>
                <a:ext cx="110880" cy="16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856844-28D8-286E-D897-700C570431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171264" y="4764630"/>
                  <a:ext cx="146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6ADBF7B-E49E-5C42-E575-D9640CF51F2D}"/>
                    </a:ext>
                  </a:extLst>
                </p14:cNvPr>
                <p14:cNvContentPartPr/>
                <p14:nvPr/>
              </p14:nvContentPartPr>
              <p14:xfrm>
                <a:off x="2431544" y="4726110"/>
                <a:ext cx="23400" cy="20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6ADBF7B-E49E-5C42-E575-D9640CF51F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13904" y="4708110"/>
                  <a:ext cx="59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5825C0-0847-4340-602D-31FB5947F4A0}"/>
                    </a:ext>
                  </a:extLst>
                </p14:cNvPr>
                <p14:cNvContentPartPr/>
                <p14:nvPr/>
              </p14:nvContentPartPr>
              <p14:xfrm>
                <a:off x="2521184" y="4768230"/>
                <a:ext cx="138600" cy="15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05825C0-0847-4340-602D-31FB5947F4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03184" y="4750590"/>
                  <a:ext cx="174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A76777-6284-9AC2-8B57-0ACD4D2DD546}"/>
                    </a:ext>
                  </a:extLst>
                </p14:cNvPr>
                <p14:cNvContentPartPr/>
                <p14:nvPr/>
              </p14:nvContentPartPr>
              <p14:xfrm>
                <a:off x="2677424" y="4700910"/>
                <a:ext cx="63360" cy="20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A76777-6284-9AC2-8B57-0ACD4D2DD5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59424" y="4682910"/>
                  <a:ext cx="99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B2253A1-130C-00FB-9859-C660444E9B08}"/>
                    </a:ext>
                  </a:extLst>
                </p14:cNvPr>
                <p14:cNvContentPartPr/>
                <p14:nvPr/>
              </p14:nvContentPartPr>
              <p14:xfrm>
                <a:off x="2828984" y="4602990"/>
                <a:ext cx="8280" cy="119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B2253A1-130C-00FB-9859-C660444E9B0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10984" y="4584990"/>
                  <a:ext cx="43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1B75C97-AD58-01FA-6EE3-EB957F30BA8F}"/>
                    </a:ext>
                  </a:extLst>
                </p14:cNvPr>
                <p14:cNvContentPartPr/>
                <p14:nvPr/>
              </p14:nvContentPartPr>
              <p14:xfrm>
                <a:off x="2908184" y="4597230"/>
                <a:ext cx="167760" cy="144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1B75C97-AD58-01FA-6EE3-EB957F30BA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0544" y="4579590"/>
                  <a:ext cx="2034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F7D3121-F7A2-54EA-A743-D49C2769FAB0}"/>
              </a:ext>
            </a:extLst>
          </p:cNvPr>
          <p:cNvGrpSpPr/>
          <p:nvPr/>
        </p:nvGrpSpPr>
        <p:grpSpPr>
          <a:xfrm>
            <a:off x="6016064" y="4382670"/>
            <a:ext cx="155520" cy="155160"/>
            <a:chOff x="6016064" y="4382670"/>
            <a:chExt cx="155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96C9A3-C043-AF39-90F2-6F75A497928F}"/>
                    </a:ext>
                  </a:extLst>
                </p14:cNvPr>
                <p14:cNvContentPartPr/>
                <p14:nvPr/>
              </p14:nvContentPartPr>
              <p14:xfrm>
                <a:off x="6016064" y="4421550"/>
                <a:ext cx="5760" cy="42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96C9A3-C043-AF39-90F2-6F75A49792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8424" y="4403910"/>
                  <a:ext cx="41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F8B438-581D-0CA9-D2EC-41CF15E9924C}"/>
                    </a:ext>
                  </a:extLst>
                </p14:cNvPr>
                <p14:cNvContentPartPr/>
                <p14:nvPr/>
              </p14:nvContentPartPr>
              <p14:xfrm>
                <a:off x="6132704" y="4382670"/>
                <a:ext cx="38880" cy="155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F8B438-581D-0CA9-D2EC-41CF15E992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14704" y="4364670"/>
                  <a:ext cx="745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5FCF359-A8FB-5287-4494-831ED0D27604}"/>
              </a:ext>
            </a:extLst>
          </p:cNvPr>
          <p:cNvGrpSpPr/>
          <p:nvPr/>
        </p:nvGrpSpPr>
        <p:grpSpPr>
          <a:xfrm>
            <a:off x="5189144" y="3574110"/>
            <a:ext cx="861480" cy="631440"/>
            <a:chOff x="5189144" y="3574110"/>
            <a:chExt cx="861480" cy="63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A80D2C0-0475-0A4A-20E3-16D613D265EA}"/>
                    </a:ext>
                  </a:extLst>
                </p14:cNvPr>
                <p14:cNvContentPartPr/>
                <p14:nvPr/>
              </p14:nvContentPartPr>
              <p14:xfrm>
                <a:off x="6038024" y="4066950"/>
                <a:ext cx="10080" cy="31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A80D2C0-0475-0A4A-20E3-16D613D265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20384" y="4048950"/>
                  <a:ext cx="45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C27BD7A-630B-6EAC-4DA5-ED265AD58A30}"/>
                    </a:ext>
                  </a:extLst>
                </p14:cNvPr>
                <p14:cNvContentPartPr/>
                <p14:nvPr/>
              </p14:nvContentPartPr>
              <p14:xfrm>
                <a:off x="6027584" y="4026270"/>
                <a:ext cx="23040" cy="179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C27BD7A-630B-6EAC-4DA5-ED265AD58A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09944" y="4008630"/>
                  <a:ext cx="58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6613439-EA3E-A603-15E4-4F3206C2EE1C}"/>
                    </a:ext>
                  </a:extLst>
                </p14:cNvPr>
                <p14:cNvContentPartPr/>
                <p14:nvPr/>
              </p14:nvContentPartPr>
              <p14:xfrm>
                <a:off x="6027944" y="4017990"/>
                <a:ext cx="15840" cy="42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6613439-EA3E-A603-15E4-4F3206C2EE1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10304" y="3999990"/>
                  <a:ext cx="51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198807-8988-7D9F-432F-6DB81E9881BB}"/>
                    </a:ext>
                  </a:extLst>
                </p14:cNvPr>
                <p14:cNvContentPartPr/>
                <p14:nvPr/>
              </p14:nvContentPartPr>
              <p14:xfrm>
                <a:off x="5680544" y="4009710"/>
                <a:ext cx="232920" cy="4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198807-8988-7D9F-432F-6DB81E9881B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62904" y="3991710"/>
                  <a:ext cx="268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B0C6FA-088E-FE46-02A0-D886AEA511D5}"/>
                    </a:ext>
                  </a:extLst>
                </p14:cNvPr>
                <p14:cNvContentPartPr/>
                <p14:nvPr/>
              </p14:nvContentPartPr>
              <p14:xfrm>
                <a:off x="5189144" y="3863190"/>
                <a:ext cx="100800" cy="107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B0C6FA-088E-FE46-02A0-D886AEA511D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71144" y="3845550"/>
                  <a:ext cx="136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BA727BB-EF16-5F37-61F7-2A13FF76A0E9}"/>
                    </a:ext>
                  </a:extLst>
                </p14:cNvPr>
                <p14:cNvContentPartPr/>
                <p14:nvPr/>
              </p14:nvContentPartPr>
              <p14:xfrm>
                <a:off x="5272664" y="3900630"/>
                <a:ext cx="40680" cy="97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BA727BB-EF16-5F37-61F7-2A13FF76A0E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54664" y="3882630"/>
                  <a:ext cx="76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31295D-1B37-55E7-3E4A-6AE623682AA5}"/>
                    </a:ext>
                  </a:extLst>
                </p14:cNvPr>
                <p14:cNvContentPartPr/>
                <p14:nvPr/>
              </p14:nvContentPartPr>
              <p14:xfrm>
                <a:off x="5333504" y="3856350"/>
                <a:ext cx="95040" cy="64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31295D-1B37-55E7-3E4A-6AE623682A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15864" y="3838710"/>
                  <a:ext cx="130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C50671-4D3B-EDFD-7DCE-10012B64DB5D}"/>
                    </a:ext>
                  </a:extLst>
                </p14:cNvPr>
                <p14:cNvContentPartPr/>
                <p14:nvPr/>
              </p14:nvContentPartPr>
              <p14:xfrm>
                <a:off x="5414504" y="3821790"/>
                <a:ext cx="10440" cy="133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C50671-4D3B-EDFD-7DCE-10012B64DB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96864" y="3803790"/>
                  <a:ext cx="46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9BE1CB-FA0B-7288-61FA-DC4A8548D5B8}"/>
                    </a:ext>
                  </a:extLst>
                </p14:cNvPr>
                <p14:cNvContentPartPr/>
                <p14:nvPr/>
              </p14:nvContentPartPr>
              <p14:xfrm>
                <a:off x="5487584" y="3799470"/>
                <a:ext cx="52560" cy="99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9BE1CB-FA0B-7288-61FA-DC4A8548D5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69584" y="3781470"/>
                  <a:ext cx="882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9099B93-FDBA-2527-EB24-D1532739F581}"/>
                    </a:ext>
                  </a:extLst>
                </p14:cNvPr>
                <p14:cNvContentPartPr/>
                <p14:nvPr/>
              </p14:nvContentPartPr>
              <p14:xfrm>
                <a:off x="5558864" y="3779310"/>
                <a:ext cx="69840" cy="9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9099B93-FDBA-2527-EB24-D1532739F58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41224" y="3761310"/>
                  <a:ext cx="105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658D04-9613-DDBA-954F-204CD60C610E}"/>
                    </a:ext>
                  </a:extLst>
                </p14:cNvPr>
                <p14:cNvContentPartPr/>
                <p14:nvPr/>
              </p14:nvContentPartPr>
              <p14:xfrm>
                <a:off x="5592344" y="3642510"/>
                <a:ext cx="57960" cy="31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658D04-9613-DDBA-954F-204CD60C61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74344" y="3624510"/>
                  <a:ext cx="93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C893E52-F727-DF83-FBF0-7C23C7996708}"/>
                    </a:ext>
                  </a:extLst>
                </p14:cNvPr>
                <p14:cNvContentPartPr/>
                <p14:nvPr/>
              </p14:nvContentPartPr>
              <p14:xfrm>
                <a:off x="5679464" y="3574110"/>
                <a:ext cx="24840" cy="97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C893E52-F727-DF83-FBF0-7C23C79967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61464" y="3556110"/>
                  <a:ext cx="60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DFF36D1-BC02-FBA9-B0A0-8B4CD7DE7355}"/>
                    </a:ext>
                  </a:extLst>
                </p14:cNvPr>
                <p14:cNvContentPartPr/>
                <p14:nvPr/>
              </p14:nvContentPartPr>
              <p14:xfrm>
                <a:off x="5751464" y="3578070"/>
                <a:ext cx="29520" cy="69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DFF36D1-BC02-FBA9-B0A0-8B4CD7DE73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33464" y="3560430"/>
                  <a:ext cx="65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99E144-08EF-A834-9C7F-3C854A1BAA27}"/>
                    </a:ext>
                  </a:extLst>
                </p14:cNvPr>
                <p14:cNvContentPartPr/>
                <p14:nvPr/>
              </p14:nvContentPartPr>
              <p14:xfrm>
                <a:off x="5911664" y="3627750"/>
                <a:ext cx="23040" cy="190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99E144-08EF-A834-9C7F-3C854A1BAA2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94024" y="3610110"/>
                  <a:ext cx="58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8E969F-3D0B-F75D-E552-F6D82A7063EC}"/>
                    </a:ext>
                  </a:extLst>
                </p14:cNvPr>
                <p14:cNvContentPartPr/>
                <p14:nvPr/>
              </p14:nvContentPartPr>
              <p14:xfrm>
                <a:off x="5939024" y="3620550"/>
                <a:ext cx="90000" cy="76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8E969F-3D0B-F75D-E552-F6D82A7063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21024" y="3602910"/>
                  <a:ext cx="125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2A48F24-5011-FF6D-0AB4-D9C4D362169E}"/>
                    </a:ext>
                  </a:extLst>
                </p14:cNvPr>
                <p14:cNvContentPartPr/>
                <p14:nvPr/>
              </p14:nvContentPartPr>
              <p14:xfrm>
                <a:off x="5948744" y="3693990"/>
                <a:ext cx="46440" cy="33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2A48F24-5011-FF6D-0AB4-D9C4D36216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31104" y="3675990"/>
                  <a:ext cx="820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24D4397-58F7-B648-6AAB-99049B2B606C}"/>
                  </a:ext>
                </a:extLst>
              </p14:cNvPr>
              <p14:cNvContentPartPr/>
              <p14:nvPr/>
            </p14:nvContentPartPr>
            <p14:xfrm>
              <a:off x="5736704" y="797430"/>
              <a:ext cx="1509840" cy="3375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24D4397-58F7-B648-6AAB-99049B2B60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718704" y="779790"/>
                <a:ext cx="1545480" cy="341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05F52B4-57BC-54DD-9576-FA195D049BE1}"/>
              </a:ext>
            </a:extLst>
          </p:cNvPr>
          <p:cNvGrpSpPr/>
          <p:nvPr/>
        </p:nvGrpSpPr>
        <p:grpSpPr>
          <a:xfrm>
            <a:off x="2700104" y="4155510"/>
            <a:ext cx="3070080" cy="323640"/>
            <a:chOff x="2700104" y="4155510"/>
            <a:chExt cx="307008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DFF7C9F-0547-EF43-FC1E-2533FF838030}"/>
                    </a:ext>
                  </a:extLst>
                </p14:cNvPr>
                <p14:cNvContentPartPr/>
                <p14:nvPr/>
              </p14:nvContentPartPr>
              <p14:xfrm>
                <a:off x="2700104" y="4155510"/>
                <a:ext cx="3070080" cy="323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DFF7C9F-0547-EF43-FC1E-2533FF8380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82464" y="4137870"/>
                  <a:ext cx="31057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E6D75AF-CBAB-B78B-1C84-1B2DF3E6E21A}"/>
                    </a:ext>
                  </a:extLst>
                </p14:cNvPr>
                <p14:cNvContentPartPr/>
                <p14:nvPr/>
              </p14:nvContentPartPr>
              <p14:xfrm>
                <a:off x="4779104" y="4232190"/>
                <a:ext cx="402480" cy="56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E6D75AF-CBAB-B78B-1C84-1B2DF3E6E21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61104" y="4214550"/>
                  <a:ext cx="438120" cy="9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68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3962-0BD4-9299-3BB5-0B45B9BB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pic>
        <p:nvPicPr>
          <p:cNvPr id="6" name="Content Placeholder 5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693B1EEE-AD05-9F60-C272-DF837EC9F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1114487"/>
            <a:ext cx="4629992" cy="1511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B3F8-12AF-F379-2B14-7706F55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19CDF6BA-E172-ED71-31A8-086DBE250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2891743"/>
            <a:ext cx="4578368" cy="1626070"/>
          </a:xfrm>
          <a:prstGeom prst="rect">
            <a:avLst/>
          </a:prstGeom>
        </p:spPr>
      </p:pic>
      <p:pic>
        <p:nvPicPr>
          <p:cNvPr id="10" name="Picture 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56007D77-624E-5CC7-7414-4952BE8B1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4599093"/>
            <a:ext cx="5250527" cy="17542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61CABB-34ED-AEF8-58DF-5D8AF7282048}"/>
                  </a:ext>
                </a:extLst>
              </p14:cNvPr>
              <p14:cNvContentPartPr/>
              <p14:nvPr/>
            </p14:nvContentPartPr>
            <p14:xfrm>
              <a:off x="4454384" y="2573310"/>
              <a:ext cx="600120" cy="5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61CABB-34ED-AEF8-58DF-5D8AF72820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6744" y="2555670"/>
                <a:ext cx="635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EDAA26-5DBF-B288-98C7-7C4F06521721}"/>
                  </a:ext>
                </a:extLst>
              </p14:cNvPr>
              <p14:cNvContentPartPr/>
              <p14:nvPr/>
            </p14:nvContentPartPr>
            <p14:xfrm>
              <a:off x="2470784" y="3156870"/>
              <a:ext cx="401400" cy="76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EDAA26-5DBF-B288-98C7-7C4F065217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53144" y="3139230"/>
                <a:ext cx="43704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B27156-16DA-B91D-88B5-3812B191AB86}"/>
                  </a:ext>
                </a:extLst>
              </p14:cNvPr>
              <p14:cNvContentPartPr/>
              <p14:nvPr/>
            </p14:nvContentPartPr>
            <p14:xfrm>
              <a:off x="3649784" y="4437390"/>
              <a:ext cx="762120" cy="65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B27156-16DA-B91D-88B5-3812B191AB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2144" y="4419750"/>
                <a:ext cx="7977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3FCB6E3-5AC8-7D9A-C526-2111E46F269C}"/>
                  </a:ext>
                </a:extLst>
              </p14:cNvPr>
              <p14:cNvContentPartPr/>
              <p14:nvPr/>
            </p14:nvContentPartPr>
            <p14:xfrm>
              <a:off x="2469344" y="4847430"/>
              <a:ext cx="686160" cy="104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3FCB6E3-5AC8-7D9A-C526-2111E46F26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51344" y="4829430"/>
                <a:ext cx="721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93249A-3723-75D0-F110-0BD351C8637C}"/>
                  </a:ext>
                </a:extLst>
              </p14:cNvPr>
              <p14:cNvContentPartPr/>
              <p14:nvPr/>
            </p14:nvContentPartPr>
            <p14:xfrm>
              <a:off x="4414424" y="6310830"/>
              <a:ext cx="1356120" cy="67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93249A-3723-75D0-F110-0BD351C8637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96784" y="6293190"/>
                <a:ext cx="1391760" cy="10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66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CF9C05-2D78-1D6A-D3E6-1EEB4831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70245"/>
            <a:ext cx="7772400" cy="1143000"/>
          </a:xfrm>
        </p:spPr>
        <p:txBody>
          <a:bodyPr/>
          <a:lstStyle/>
          <a:p>
            <a:r>
              <a:rPr lang="en-US" altLang="en-US" dirty="0"/>
              <a:t>The First Transistor</a:t>
            </a:r>
          </a:p>
        </p:txBody>
      </p:sp>
      <p:pic>
        <p:nvPicPr>
          <p:cNvPr id="18435" name="Picture 4" descr="1947 First point contact transistor-1">
            <a:extLst>
              <a:ext uri="{FF2B5EF4-FFF2-40B4-BE49-F238E27FC236}">
                <a16:creationId xmlns:a16="http://schemas.microsoft.com/office/drawing/2014/main" id="{37497411-10C9-F0E1-F10B-A626BF317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4" y="1177926"/>
            <a:ext cx="3157537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AFFDD9-1CE8-1395-1FE6-1C7BCBCBB4A4}"/>
              </a:ext>
            </a:extLst>
          </p:cNvPr>
          <p:cNvSpPr txBox="1"/>
          <p:nvPr/>
        </p:nvSpPr>
        <p:spPr>
          <a:xfrm>
            <a:off x="8148319" y="1177926"/>
            <a:ext cx="391667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PT Sans" panose="020B0503020203020204" pitchFamily="34" charset="0"/>
              </a:rPr>
              <a:t>December 16, 1947</a:t>
            </a:r>
            <a:r>
              <a:rPr lang="en-US" dirty="0">
                <a:latin typeface="PT Sans" panose="020B0503020203020204" pitchFamily="34" charset="0"/>
              </a:rPr>
              <a:t>: John Bardeen and Walter Brattain successfully demonstrated the </a:t>
            </a:r>
            <a:r>
              <a:rPr lang="en-US" b="1" dirty="0">
                <a:latin typeface="PT Sans" panose="020B0503020203020204" pitchFamily="34" charset="0"/>
              </a:rPr>
              <a:t>first working transistor</a:t>
            </a:r>
            <a:r>
              <a:rPr lang="en-US" dirty="0">
                <a:latin typeface="PT Sans" panose="020B0503020203020204" pitchFamily="34" charset="0"/>
              </a:rPr>
              <a:t> at Bell Labs.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It was a </a:t>
            </a:r>
            <a:r>
              <a:rPr lang="en-US" b="1" dirty="0">
                <a:latin typeface="PT Sans" panose="020B0503020203020204" pitchFamily="34" charset="0"/>
              </a:rPr>
              <a:t>point-contact transistor</a:t>
            </a:r>
            <a:r>
              <a:rPr lang="en-US" dirty="0">
                <a:latin typeface="PT Sans" panose="020B0503020203020204" pitchFamily="34" charset="0"/>
              </a:rPr>
              <a:t> made of a small slab of germanium with two closely spaced gold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PT Sans" panose="020B0503020203020204" pitchFamily="34" charset="0"/>
              </a:rPr>
              <a:t>When input current was applied to one contact, it modulated the conductivity of the germanium, amplifying the signal seen at the other contact.</a:t>
            </a:r>
          </a:p>
          <a:p>
            <a:pPr>
              <a:buNone/>
            </a:pPr>
            <a:r>
              <a:rPr lang="en-US" b="1" dirty="0">
                <a:latin typeface="PT Sans" panose="020B0503020203020204" pitchFamily="34" charset="0"/>
              </a:rPr>
              <a:t>Key outcome:</a:t>
            </a:r>
            <a:r>
              <a:rPr lang="en-US" dirty="0">
                <a:latin typeface="PT Sans" panose="020B0503020203020204" pitchFamily="34" charset="0"/>
              </a:rPr>
              <a:t> It could amplify electrical signals like a vacuum tube, but in a device only a few millimeters wide.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58B8EE-A986-DF2A-F963-194AEB13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" y="1528862"/>
            <a:ext cx="34848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Bell Telephone Laboratories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, research was focused on finding a solid-state amplifier for telephone signal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The three key scientists were: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John Bardeen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(theorist)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Walter Brattain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(experimentalist)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William Shockley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ans" panose="020B0503020203020204" pitchFamily="34" charset="0"/>
              </a:rPr>
              <a:t> (team leader, physicist)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5F76DD-764D-8FD4-A6EE-4AB4158C8D3F}"/>
                  </a:ext>
                </a:extLst>
              </p14:cNvPr>
              <p14:cNvContentPartPr/>
              <p14:nvPr/>
            </p14:nvContentPartPr>
            <p14:xfrm>
              <a:off x="9684597" y="1437194"/>
              <a:ext cx="740520" cy="4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5F76DD-764D-8FD4-A6EE-4AB4158C8D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0277" y="1432874"/>
                <a:ext cx="74916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56A7837-538F-1129-C877-4EC8DC9F8488}"/>
              </a:ext>
            </a:extLst>
          </p:cNvPr>
          <p:cNvGrpSpPr/>
          <p:nvPr/>
        </p:nvGrpSpPr>
        <p:grpSpPr>
          <a:xfrm>
            <a:off x="1253037" y="4590794"/>
            <a:ext cx="1788120" cy="1051200"/>
            <a:chOff x="1253037" y="4590794"/>
            <a:chExt cx="1788120" cy="10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7547C8-0945-875F-30B3-994860371F53}"/>
                    </a:ext>
                  </a:extLst>
                </p14:cNvPr>
                <p14:cNvContentPartPr/>
                <p14:nvPr/>
              </p14:nvContentPartPr>
              <p14:xfrm>
                <a:off x="1253037" y="4946474"/>
                <a:ext cx="1788120" cy="119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7547C8-0945-875F-30B3-994860371F5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35397" y="4928474"/>
                  <a:ext cx="1823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A3F51F-410B-E383-8E01-BCCCEDC188D5}"/>
                    </a:ext>
                  </a:extLst>
                </p14:cNvPr>
                <p14:cNvContentPartPr/>
                <p14:nvPr/>
              </p14:nvContentPartPr>
              <p14:xfrm>
                <a:off x="1496037" y="5035034"/>
                <a:ext cx="333000" cy="606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A3F51F-410B-E383-8E01-BCCCEDC188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78037" y="5017034"/>
                  <a:ext cx="36864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822E00B-FE92-613A-6526-3098CE3F7D90}"/>
                    </a:ext>
                  </a:extLst>
                </p14:cNvPr>
                <p14:cNvContentPartPr/>
                <p14:nvPr/>
              </p14:nvContentPartPr>
              <p14:xfrm>
                <a:off x="2377677" y="4996874"/>
                <a:ext cx="422280" cy="58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822E00B-FE92-613A-6526-3098CE3F7D9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60037" y="4979234"/>
                  <a:ext cx="4579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8CC1FE-FE16-A40B-2283-73AF66CF5D17}"/>
                    </a:ext>
                  </a:extLst>
                </p14:cNvPr>
                <p14:cNvContentPartPr/>
                <p14:nvPr/>
              </p14:nvContentPartPr>
              <p14:xfrm>
                <a:off x="1357077" y="5194874"/>
                <a:ext cx="119160" cy="21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8CC1FE-FE16-A40B-2283-73AF66CF5D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39437" y="5177234"/>
                  <a:ext cx="154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F7BB55-24C6-E003-4D21-59BE432A47EB}"/>
                    </a:ext>
                  </a:extLst>
                </p14:cNvPr>
                <p14:cNvContentPartPr/>
                <p14:nvPr/>
              </p14:nvContentPartPr>
              <p14:xfrm>
                <a:off x="2674317" y="5132234"/>
                <a:ext cx="79200" cy="238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F7BB55-24C6-E003-4D21-59BE432A47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56317" y="5114234"/>
                  <a:ext cx="114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291303-9DEE-8160-E4DE-FB8423834848}"/>
                    </a:ext>
                  </a:extLst>
                </p14:cNvPr>
                <p14:cNvContentPartPr/>
                <p14:nvPr/>
              </p14:nvContentPartPr>
              <p14:xfrm>
                <a:off x="2686197" y="5130434"/>
                <a:ext cx="167400" cy="216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291303-9DEE-8160-E4DE-FB84238348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68557" y="5112434"/>
                  <a:ext cx="203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B7CAE6-017C-0441-DE17-9FD63725EE58}"/>
                    </a:ext>
                  </a:extLst>
                </p14:cNvPr>
                <p14:cNvContentPartPr/>
                <p14:nvPr/>
              </p14:nvContentPartPr>
              <p14:xfrm>
                <a:off x="1778997" y="4909394"/>
                <a:ext cx="14040" cy="73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B7CAE6-017C-0441-DE17-9FD63725EE5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60997" y="4891394"/>
                  <a:ext cx="49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1514CD-A364-C74A-6D20-B9F8DDE904D0}"/>
                    </a:ext>
                  </a:extLst>
                </p14:cNvPr>
                <p14:cNvContentPartPr/>
                <p14:nvPr/>
              </p14:nvContentPartPr>
              <p14:xfrm>
                <a:off x="1798437" y="4883474"/>
                <a:ext cx="588960" cy="46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1514CD-A364-C74A-6D20-B9F8DDE904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80797" y="4865834"/>
                  <a:ext cx="624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E5E1AD-1455-1BC0-3247-69A0435980F5}"/>
                    </a:ext>
                  </a:extLst>
                </p14:cNvPr>
                <p14:cNvContentPartPr/>
                <p14:nvPr/>
              </p14:nvContentPartPr>
              <p14:xfrm>
                <a:off x="2392797" y="4875914"/>
                <a:ext cx="15480" cy="6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E5E1AD-1455-1BC0-3247-69A0435980F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75157" y="4858274"/>
                  <a:ext cx="51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CE2180-4150-87F1-080C-98BAC9F4628C}"/>
                    </a:ext>
                  </a:extLst>
                </p14:cNvPr>
                <p14:cNvContentPartPr/>
                <p14:nvPr/>
              </p14:nvContentPartPr>
              <p14:xfrm>
                <a:off x="1784037" y="4710314"/>
                <a:ext cx="29880" cy="149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CE2180-4150-87F1-080C-98BAC9F462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66037" y="4692314"/>
                  <a:ext cx="65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ECA3558-DD8F-C33A-9F0A-B6A6A6014B50}"/>
                    </a:ext>
                  </a:extLst>
                </p14:cNvPr>
                <p14:cNvContentPartPr/>
                <p14:nvPr/>
              </p14:nvContentPartPr>
              <p14:xfrm>
                <a:off x="1790877" y="4590794"/>
                <a:ext cx="718560" cy="10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ECA3558-DD8F-C33A-9F0A-B6A6A6014B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2877" y="4572794"/>
                  <a:ext cx="75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9C98C7-80D6-7B73-6970-66D0DD34B4C4}"/>
                    </a:ext>
                  </a:extLst>
                </p14:cNvPr>
                <p14:cNvContentPartPr/>
                <p14:nvPr/>
              </p14:nvContentPartPr>
              <p14:xfrm>
                <a:off x="2336997" y="4618874"/>
                <a:ext cx="70200" cy="222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9C98C7-80D6-7B73-6970-66D0DD34B4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19357" y="4601234"/>
                  <a:ext cx="1058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FB4D58-10A6-3688-80D5-ED33A82B2AD6}"/>
                    </a:ext>
                  </a:extLst>
                </p14:cNvPr>
                <p14:cNvContentPartPr/>
                <p14:nvPr/>
              </p14:nvContentPartPr>
              <p14:xfrm>
                <a:off x="2015877" y="4676114"/>
                <a:ext cx="163080" cy="142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FB4D58-10A6-3688-80D5-ED33A82B2A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98237" y="4658114"/>
                  <a:ext cx="1987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682F54-E7B4-4263-9775-5D44DBA7C425}"/>
              </a:ext>
            </a:extLst>
          </p:cNvPr>
          <p:cNvGrpSpPr/>
          <p:nvPr/>
        </p:nvGrpSpPr>
        <p:grpSpPr>
          <a:xfrm>
            <a:off x="6440637" y="1389314"/>
            <a:ext cx="965880" cy="354960"/>
            <a:chOff x="6440637" y="1389314"/>
            <a:chExt cx="9658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733C1C-6AC4-1EED-DD49-16F73C188325}"/>
                    </a:ext>
                  </a:extLst>
                </p14:cNvPr>
                <p14:cNvContentPartPr/>
                <p14:nvPr/>
              </p14:nvContentPartPr>
              <p14:xfrm>
                <a:off x="6440637" y="1389314"/>
                <a:ext cx="229680" cy="294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733C1C-6AC4-1EED-DD49-16F73C1883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22637" y="1371314"/>
                  <a:ext cx="2653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226F29-3B13-DA72-AFBA-99576C26D413}"/>
                    </a:ext>
                  </a:extLst>
                </p14:cNvPr>
                <p14:cNvContentPartPr/>
                <p14:nvPr/>
              </p14:nvContentPartPr>
              <p14:xfrm>
                <a:off x="6755637" y="1526474"/>
                <a:ext cx="185400" cy="141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226F29-3B13-DA72-AFBA-99576C26D41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37637" y="1508834"/>
                  <a:ext cx="221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253F6A-6BB2-20F4-7290-3DB598F367D7}"/>
                    </a:ext>
                  </a:extLst>
                </p14:cNvPr>
                <p14:cNvContentPartPr/>
                <p14:nvPr/>
              </p14:nvContentPartPr>
              <p14:xfrm>
                <a:off x="7024557" y="1428914"/>
                <a:ext cx="55440" cy="315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253F6A-6BB2-20F4-7290-3DB598F367D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06917" y="1410914"/>
                  <a:ext cx="91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2841FB-F07D-65E1-0FBF-4BB16BE78721}"/>
                    </a:ext>
                  </a:extLst>
                </p14:cNvPr>
                <p14:cNvContentPartPr/>
                <p14:nvPr/>
              </p14:nvContentPartPr>
              <p14:xfrm>
                <a:off x="6968397" y="1562834"/>
                <a:ext cx="87480" cy="61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2841FB-F07D-65E1-0FBF-4BB16BE7872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50397" y="1545194"/>
                  <a:ext cx="123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88C8EC-4513-4F51-29EB-8052B9FF7A74}"/>
                    </a:ext>
                  </a:extLst>
                </p14:cNvPr>
                <p14:cNvContentPartPr/>
                <p14:nvPr/>
              </p14:nvContentPartPr>
              <p14:xfrm>
                <a:off x="7149477" y="1509914"/>
                <a:ext cx="257040" cy="171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88C8EC-4513-4F51-29EB-8052B9FF7A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31837" y="1491914"/>
                  <a:ext cx="29268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0D5081-D2F0-D09A-90EA-D19DBC9584DF}"/>
              </a:ext>
            </a:extLst>
          </p:cNvPr>
          <p:cNvGrpSpPr/>
          <p:nvPr/>
        </p:nvGrpSpPr>
        <p:grpSpPr>
          <a:xfrm>
            <a:off x="4573317" y="3299834"/>
            <a:ext cx="890280" cy="330120"/>
            <a:chOff x="4573317" y="3299834"/>
            <a:chExt cx="89028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69B461-051E-B242-DE10-5E977B232E37}"/>
                    </a:ext>
                  </a:extLst>
                </p14:cNvPr>
                <p14:cNvContentPartPr/>
                <p14:nvPr/>
              </p14:nvContentPartPr>
              <p14:xfrm>
                <a:off x="4573317" y="3391274"/>
                <a:ext cx="113400" cy="238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69B461-051E-B242-DE10-5E977B232E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55317" y="3373634"/>
                  <a:ext cx="1490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4BB2E9-324C-3E7A-F8E7-097292506FC6}"/>
                    </a:ext>
                  </a:extLst>
                </p14:cNvPr>
                <p14:cNvContentPartPr/>
                <p14:nvPr/>
              </p14:nvContentPartPr>
              <p14:xfrm>
                <a:off x="4744677" y="3498194"/>
                <a:ext cx="80640" cy="83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4BB2E9-324C-3E7A-F8E7-097292506FC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27037" y="3480194"/>
                  <a:ext cx="116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12045C-A878-9B6F-C023-AF1587408B83}"/>
                    </a:ext>
                  </a:extLst>
                </p14:cNvPr>
                <p14:cNvContentPartPr/>
                <p14:nvPr/>
              </p14:nvContentPartPr>
              <p14:xfrm>
                <a:off x="4796157" y="3503594"/>
                <a:ext cx="28800" cy="2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12045C-A878-9B6F-C023-AF1587408B8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78157" y="3485954"/>
                  <a:ext cx="64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7EC374-8193-B25B-26D6-C858969888ED}"/>
                    </a:ext>
                  </a:extLst>
                </p14:cNvPr>
                <p14:cNvContentPartPr/>
                <p14:nvPr/>
              </p14:nvContentPartPr>
              <p14:xfrm>
                <a:off x="4935477" y="3460754"/>
                <a:ext cx="129600" cy="90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7EC374-8193-B25B-26D6-C858969888E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7837" y="3442754"/>
                  <a:ext cx="165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B2DF54-E871-44AF-5A5A-AC490E8086DE}"/>
                    </a:ext>
                  </a:extLst>
                </p14:cNvPr>
                <p14:cNvContentPartPr/>
                <p14:nvPr/>
              </p14:nvContentPartPr>
              <p14:xfrm>
                <a:off x="5114757" y="3432314"/>
                <a:ext cx="58320" cy="39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B2DF54-E871-44AF-5A5A-AC490E8086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96757" y="3414314"/>
                  <a:ext cx="93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B68E9C-140C-0165-B8A6-123ABFD17115}"/>
                    </a:ext>
                  </a:extLst>
                </p14:cNvPr>
                <p14:cNvContentPartPr/>
                <p14:nvPr/>
              </p14:nvContentPartPr>
              <p14:xfrm>
                <a:off x="5267037" y="3362474"/>
                <a:ext cx="62640" cy="81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B68E9C-140C-0165-B8A6-123ABFD1711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49037" y="3344474"/>
                  <a:ext cx="98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59477B-5D07-2ED6-3BDE-705E1FCCD594}"/>
                    </a:ext>
                  </a:extLst>
                </p14:cNvPr>
                <p14:cNvContentPartPr/>
                <p14:nvPr/>
              </p14:nvContentPartPr>
              <p14:xfrm>
                <a:off x="5400237" y="3299834"/>
                <a:ext cx="63360" cy="155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59477B-5D07-2ED6-3BDE-705E1FCCD59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82237" y="3282194"/>
                  <a:ext cx="990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644D4B-27F7-267A-029E-FEE2080CB901}"/>
              </a:ext>
            </a:extLst>
          </p:cNvPr>
          <p:cNvGrpSpPr/>
          <p:nvPr/>
        </p:nvGrpSpPr>
        <p:grpSpPr>
          <a:xfrm>
            <a:off x="6777957" y="3512594"/>
            <a:ext cx="950040" cy="567720"/>
            <a:chOff x="6777957" y="3512594"/>
            <a:chExt cx="950040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412249-82E8-5C04-6C88-83CCF13483BD}"/>
                    </a:ext>
                  </a:extLst>
                </p14:cNvPr>
                <p14:cNvContentPartPr/>
                <p14:nvPr/>
              </p14:nvContentPartPr>
              <p14:xfrm>
                <a:off x="6797757" y="3680714"/>
                <a:ext cx="57240" cy="232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412249-82E8-5C04-6C88-83CCF13483B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80117" y="3662714"/>
                  <a:ext cx="928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35B52F-6B1D-5F73-2811-04E482722542}"/>
                    </a:ext>
                  </a:extLst>
                </p14:cNvPr>
                <p14:cNvContentPartPr/>
                <p14:nvPr/>
              </p14:nvContentPartPr>
              <p14:xfrm>
                <a:off x="6777957" y="3674234"/>
                <a:ext cx="111600" cy="230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35B52F-6B1D-5F73-2811-04E4827225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59957" y="3656594"/>
                  <a:ext cx="1472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F8C688-B6FD-5DE3-F912-DE4296039604}"/>
                    </a:ext>
                  </a:extLst>
                </p14:cNvPr>
                <p14:cNvContentPartPr/>
                <p14:nvPr/>
              </p14:nvContentPartPr>
              <p14:xfrm>
                <a:off x="6991077" y="3718514"/>
                <a:ext cx="68040" cy="106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F8C688-B6FD-5DE3-F912-DE429603960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73437" y="3700514"/>
                  <a:ext cx="103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6C875D-468E-8A45-E374-146546854F8B}"/>
                    </a:ext>
                  </a:extLst>
                </p14:cNvPr>
                <p14:cNvContentPartPr/>
                <p14:nvPr/>
              </p14:nvContentPartPr>
              <p14:xfrm>
                <a:off x="7178637" y="3612314"/>
                <a:ext cx="266760" cy="144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6C875D-468E-8A45-E374-146546854F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60997" y="3594674"/>
                  <a:ext cx="3024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761AF52-6279-7CD7-7037-EBD65F9228FB}"/>
                    </a:ext>
                  </a:extLst>
                </p14:cNvPr>
                <p14:cNvContentPartPr/>
                <p14:nvPr/>
              </p14:nvContentPartPr>
              <p14:xfrm>
                <a:off x="7396437" y="3512594"/>
                <a:ext cx="20520" cy="18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761AF52-6279-7CD7-7037-EBD65F9228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78437" y="3494594"/>
                  <a:ext cx="56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D0C75E-D533-6F9C-39A1-0D53B29B9ED1}"/>
                    </a:ext>
                  </a:extLst>
                </p14:cNvPr>
                <p14:cNvContentPartPr/>
                <p14:nvPr/>
              </p14:nvContentPartPr>
              <p14:xfrm>
                <a:off x="7518477" y="3592154"/>
                <a:ext cx="119880" cy="81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D0C75E-D533-6F9C-39A1-0D53B29B9ED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500477" y="3574514"/>
                  <a:ext cx="155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B7D61A-2ABC-507E-F561-ED6A0D0AF8E9}"/>
                    </a:ext>
                  </a:extLst>
                </p14:cNvPr>
                <p14:cNvContentPartPr/>
                <p14:nvPr/>
              </p14:nvContentPartPr>
              <p14:xfrm>
                <a:off x="7721517" y="3617354"/>
                <a:ext cx="6480" cy="1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B7D61A-2ABC-507E-F561-ED6A0D0AF8E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03877" y="3599714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C8122DE-475B-AF2F-F8CC-10F380C55D71}"/>
                    </a:ext>
                  </a:extLst>
                </p14:cNvPr>
                <p14:cNvContentPartPr/>
                <p14:nvPr/>
              </p14:nvContentPartPr>
              <p14:xfrm>
                <a:off x="7028517" y="3978794"/>
                <a:ext cx="638280" cy="10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C8122DE-475B-AF2F-F8CC-10F380C55D7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10877" y="3961154"/>
                  <a:ext cx="673920" cy="13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EDE-3CAE-335B-7A50-1E821AE0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amplification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F0D0F-86F7-A8CE-89D0-D396DBB91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14:cNvPr>
              <p14:cNvContentPartPr/>
              <p14:nvPr/>
            </p14:nvContentPartPr>
            <p14:xfrm>
              <a:off x="1841144" y="3043746"/>
              <a:ext cx="8146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C4A26D-E4C5-2902-D129-AED3324483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3504" y="3025746"/>
                <a:ext cx="85032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14:cNvPr>
              <p14:cNvContentPartPr/>
              <p14:nvPr/>
            </p14:nvContentPartPr>
            <p14:xfrm>
              <a:off x="5017064" y="2017746"/>
              <a:ext cx="3781080" cy="200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B9B903-5BBA-A5B8-B01B-66FD67C106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9424" y="2000106"/>
                <a:ext cx="3816720" cy="20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6C00FC0-CAD4-C58D-B30F-B94BB7E770A5}"/>
              </a:ext>
            </a:extLst>
          </p:cNvPr>
          <p:cNvGrpSpPr/>
          <p:nvPr/>
        </p:nvGrpSpPr>
        <p:grpSpPr>
          <a:xfrm>
            <a:off x="1218704" y="2351106"/>
            <a:ext cx="713520" cy="539640"/>
            <a:chOff x="1218704" y="2351106"/>
            <a:chExt cx="71352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14:cNvPr>
                <p14:cNvContentPartPr/>
                <p14:nvPr/>
              </p14:nvContentPartPr>
              <p14:xfrm>
                <a:off x="1218704" y="2700306"/>
                <a:ext cx="136440" cy="19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3B569E-3DBE-642C-2359-CB7D976D48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1064" y="2682666"/>
                  <a:ext cx="172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14:cNvPr>
                <p14:cNvContentPartPr/>
                <p14:nvPr/>
              </p14:nvContentPartPr>
              <p14:xfrm>
                <a:off x="1369184" y="2630826"/>
                <a:ext cx="219240" cy="15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BB3E63-E83B-901A-F753-53FA0E0A1D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544" y="2612826"/>
                  <a:ext cx="254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14:cNvPr>
                <p14:cNvContentPartPr/>
                <p14:nvPr/>
              </p14:nvContentPartPr>
              <p14:xfrm>
                <a:off x="1654304" y="2528946"/>
                <a:ext cx="123840" cy="15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483B23-D805-681C-7A38-F3F39BDAD2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36664" y="2511306"/>
                  <a:ext cx="159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14:cNvPr>
                <p14:cNvContentPartPr/>
                <p14:nvPr/>
              </p14:nvContentPartPr>
              <p14:xfrm>
                <a:off x="1724864" y="2397906"/>
                <a:ext cx="100080" cy="13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DB96A4-EE3F-D2C5-778A-B348C8FC69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7224" y="2380266"/>
                  <a:ext cx="135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14:cNvPr>
                <p14:cNvContentPartPr/>
                <p14:nvPr/>
              </p14:nvContentPartPr>
              <p14:xfrm>
                <a:off x="1815584" y="2351106"/>
                <a:ext cx="116640" cy="20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E2F299-87CB-BEEE-C160-5DC272B63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7944" y="2333106"/>
                  <a:ext cx="152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840985-676A-3913-D5A3-BB5087EC5ABF}"/>
              </a:ext>
            </a:extLst>
          </p:cNvPr>
          <p:cNvGrpSpPr/>
          <p:nvPr/>
        </p:nvGrpSpPr>
        <p:grpSpPr>
          <a:xfrm>
            <a:off x="7802384" y="1600146"/>
            <a:ext cx="750240" cy="267120"/>
            <a:chOff x="7802384" y="1600146"/>
            <a:chExt cx="7502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14:cNvPr>
                <p14:cNvContentPartPr/>
                <p14:nvPr/>
              </p14:nvContentPartPr>
              <p14:xfrm>
                <a:off x="7802384" y="1600146"/>
                <a:ext cx="23724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9F1A24-5AE3-5EE9-DAD2-7B4C2FFE0A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84384" y="1582506"/>
                  <a:ext cx="272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14:cNvPr>
                <p14:cNvContentPartPr/>
                <p14:nvPr/>
              </p14:nvContentPartPr>
              <p14:xfrm>
                <a:off x="8056544" y="1744146"/>
                <a:ext cx="191880" cy="93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DCEDCE-651E-C39B-18BB-37120B12A9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8544" y="1726146"/>
                  <a:ext cx="227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14:cNvPr>
                <p14:cNvContentPartPr/>
                <p14:nvPr/>
              </p14:nvContentPartPr>
              <p14:xfrm>
                <a:off x="8261744" y="1685466"/>
                <a:ext cx="71280" cy="6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68A57EB-2A35-5DFC-5E86-ABCA4D210E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4104" y="1667466"/>
                  <a:ext cx="106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14:cNvPr>
                <p14:cNvContentPartPr/>
                <p14:nvPr/>
              </p14:nvContentPartPr>
              <p14:xfrm>
                <a:off x="8433824" y="1641906"/>
                <a:ext cx="118800" cy="22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03E9D9-DB06-2979-6456-FC10C61513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16184" y="1624266"/>
                  <a:ext cx="15444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14:cNvPr>
              <p14:cNvContentPartPr/>
              <p14:nvPr/>
            </p14:nvContentPartPr>
            <p14:xfrm>
              <a:off x="8651264" y="1593306"/>
              <a:ext cx="130680" cy="141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F70109F-62B8-66E3-6C96-72C5E11394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33264" y="1575666"/>
                <a:ext cx="16632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FDAAEDC-2F40-541C-F9E7-E0BDC13170C7}"/>
              </a:ext>
            </a:extLst>
          </p:cNvPr>
          <p:cNvGrpSpPr/>
          <p:nvPr/>
        </p:nvGrpSpPr>
        <p:grpSpPr>
          <a:xfrm>
            <a:off x="8819744" y="1837026"/>
            <a:ext cx="957240" cy="389520"/>
            <a:chOff x="8819744" y="1837026"/>
            <a:chExt cx="95724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14:cNvPr>
                <p14:cNvContentPartPr/>
                <p14:nvPr/>
              </p14:nvContentPartPr>
              <p14:xfrm>
                <a:off x="8819744" y="1964106"/>
                <a:ext cx="234360" cy="25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0BED32-DBA8-380E-8805-84FECC621C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02104" y="1946466"/>
                  <a:ext cx="270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14:cNvPr>
                <p14:cNvContentPartPr/>
                <p14:nvPr/>
              </p14:nvContentPartPr>
              <p14:xfrm>
                <a:off x="9009464" y="1986786"/>
                <a:ext cx="20520" cy="47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33A5D0-0536-E05D-6890-2EC9FC2204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91464" y="1968786"/>
                  <a:ext cx="56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14:cNvPr>
                <p14:cNvContentPartPr/>
                <p14:nvPr/>
              </p14:nvContentPartPr>
              <p14:xfrm>
                <a:off x="9145184" y="2053386"/>
                <a:ext cx="102960" cy="17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3E1BA7-5C27-03B0-296C-47AAAFFDA7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27544" y="2035386"/>
                  <a:ext cx="138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14:cNvPr>
                <p14:cNvContentPartPr/>
                <p14:nvPr/>
              </p14:nvContentPartPr>
              <p14:xfrm>
                <a:off x="9326264" y="2042226"/>
                <a:ext cx="8640" cy="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049172-CDEE-D8C5-A3AD-48B9B575C0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08624" y="2024586"/>
                  <a:ext cx="44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14:cNvPr>
                <p14:cNvContentPartPr/>
                <p14:nvPr/>
              </p14:nvContentPartPr>
              <p14:xfrm>
                <a:off x="9356144" y="2020986"/>
                <a:ext cx="143640" cy="96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3341A3-E34B-4FF9-4DBA-8392C22182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38504" y="2003346"/>
                  <a:ext cx="179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14:cNvPr>
                <p14:cNvContentPartPr/>
                <p14:nvPr/>
              </p14:nvContentPartPr>
              <p14:xfrm>
                <a:off x="9546584" y="1837026"/>
                <a:ext cx="230400" cy="274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D77723-A07B-D168-C4DB-5CCBBECE27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28584" y="1819026"/>
                  <a:ext cx="26604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14:cNvPr>
              <p14:cNvContentPartPr/>
              <p14:nvPr/>
            </p14:nvContentPartPr>
            <p14:xfrm>
              <a:off x="9966704" y="2001906"/>
              <a:ext cx="12240" cy="11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28BAE01-874C-3030-62F8-4E04A5A9B4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48704" y="1983906"/>
                <a:ext cx="4788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76922E47-112B-FBAF-2D16-9BA2CBBB4F5E}"/>
              </a:ext>
            </a:extLst>
          </p:cNvPr>
          <p:cNvGrpSpPr/>
          <p:nvPr/>
        </p:nvGrpSpPr>
        <p:grpSpPr>
          <a:xfrm>
            <a:off x="2956424" y="960426"/>
            <a:ext cx="2128320" cy="3963960"/>
            <a:chOff x="2956424" y="960426"/>
            <a:chExt cx="2128320" cy="39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14:cNvPr>
                <p14:cNvContentPartPr/>
                <p14:nvPr/>
              </p14:nvContentPartPr>
              <p14:xfrm>
                <a:off x="4371224" y="1632906"/>
                <a:ext cx="98640" cy="104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0A37E4-5B4F-93F9-D03D-74D6F00507F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53584" y="1614906"/>
                  <a:ext cx="13428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14:cNvPr>
                <p14:cNvContentPartPr/>
                <p14:nvPr/>
              </p14:nvContentPartPr>
              <p14:xfrm>
                <a:off x="3670304" y="2582946"/>
                <a:ext cx="76608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405EC1-07BA-672E-933F-27C2C13378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52304" y="2564946"/>
                  <a:ext cx="801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14:cNvPr>
                <p14:cNvContentPartPr/>
                <p14:nvPr/>
              </p14:nvContentPartPr>
              <p14:xfrm>
                <a:off x="3816104" y="2724426"/>
                <a:ext cx="64080" cy="764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A36A40-837D-EA5F-306D-CD1E579A8F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98464" y="2706786"/>
                  <a:ext cx="9972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14:cNvPr>
                <p14:cNvContentPartPr/>
                <p14:nvPr/>
              </p14:nvContentPartPr>
              <p14:xfrm>
                <a:off x="3838784" y="3465666"/>
                <a:ext cx="622440" cy="3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81E4BA-0BD9-34AC-D729-BEFEF363CD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1144" y="3447666"/>
                  <a:ext cx="658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14:cNvPr>
                <p14:cNvContentPartPr/>
                <p14:nvPr/>
              </p14:nvContentPartPr>
              <p14:xfrm>
                <a:off x="4481744" y="3357666"/>
                <a:ext cx="173160" cy="142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AC2AA2-BF96-AAA8-5AA6-0E21C7F2B7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64104" y="3339666"/>
                  <a:ext cx="208800" cy="14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14:cNvPr>
                <p14:cNvContentPartPr/>
                <p14:nvPr/>
              </p14:nvContentPartPr>
              <p14:xfrm>
                <a:off x="3492104" y="2760786"/>
                <a:ext cx="156960" cy="734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4A49E6-3962-9B62-051B-700E412844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74464" y="2742786"/>
                  <a:ext cx="1926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14:cNvPr>
                <p14:cNvContentPartPr/>
                <p14:nvPr/>
              </p14:nvContentPartPr>
              <p14:xfrm>
                <a:off x="3011864" y="3078666"/>
                <a:ext cx="568800" cy="28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6FE5CA-1AAE-CA5A-86AC-E585371DBD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93864" y="3061026"/>
                  <a:ext cx="604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14:cNvPr>
                <p14:cNvContentPartPr/>
                <p14:nvPr/>
              </p14:nvContentPartPr>
              <p14:xfrm>
                <a:off x="2956424" y="3071106"/>
                <a:ext cx="102240" cy="9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73E9C8-F539-6034-BA34-542610E613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38424" y="3053106"/>
                  <a:ext cx="137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14:cNvPr>
                <p14:cNvContentPartPr/>
                <p14:nvPr/>
              </p14:nvContentPartPr>
              <p14:xfrm>
                <a:off x="2959304" y="2475306"/>
                <a:ext cx="26388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C77619-B9C6-2FBE-45AA-B6E936627F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41304" y="2457306"/>
                  <a:ext cx="299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14:cNvPr>
                <p14:cNvContentPartPr/>
                <p14:nvPr/>
              </p14:nvContentPartPr>
              <p14:xfrm>
                <a:off x="4526384" y="1748106"/>
                <a:ext cx="150120" cy="26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E6AC06-478A-109E-4C2B-71CC87377B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08744" y="1730466"/>
                  <a:ext cx="185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14:cNvPr>
                <p14:cNvContentPartPr/>
                <p14:nvPr/>
              </p14:nvContentPartPr>
              <p14:xfrm>
                <a:off x="4687664" y="4115106"/>
                <a:ext cx="201960" cy="9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896DA6-9C6D-7AAE-05CE-D2C005B438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0024" y="4097466"/>
                  <a:ext cx="237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14:cNvPr>
                <p14:cNvContentPartPr/>
                <p14:nvPr/>
              </p14:nvContentPartPr>
              <p14:xfrm>
                <a:off x="4679384" y="3997386"/>
                <a:ext cx="113040" cy="27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64FDBE-8F08-CE19-50A1-C3EAD68302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61744" y="3979746"/>
                  <a:ext cx="148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14:cNvPr>
                <p14:cNvContentPartPr/>
                <p14:nvPr/>
              </p14:nvContentPartPr>
              <p14:xfrm>
                <a:off x="4691984" y="4052466"/>
                <a:ext cx="17820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D08925-6FB3-70D6-5BE4-15BDA6AC3A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73984" y="4034826"/>
                  <a:ext cx="21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14:cNvPr>
                <p14:cNvContentPartPr/>
                <p14:nvPr/>
              </p14:nvContentPartPr>
              <p14:xfrm>
                <a:off x="4865144" y="4219506"/>
                <a:ext cx="576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ADDD1D-A6FD-B36A-E253-8C3C4E57E5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47504" y="4201506"/>
                  <a:ext cx="4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14:cNvPr>
                <p14:cNvContentPartPr/>
                <p14:nvPr/>
              </p14:nvContentPartPr>
              <p14:xfrm>
                <a:off x="4254584" y="1180386"/>
                <a:ext cx="116640" cy="48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5181D-00AA-6976-CAE8-CB11A14C8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6584" y="1162386"/>
                  <a:ext cx="1522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14:cNvPr>
                <p14:cNvContentPartPr/>
                <p14:nvPr/>
              </p14:nvContentPartPr>
              <p14:xfrm>
                <a:off x="3836624" y="960426"/>
                <a:ext cx="954720" cy="253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E90620-66C8-9994-8E02-F60D40D114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18624" y="942426"/>
                  <a:ext cx="990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14:cNvPr>
                <p14:cNvContentPartPr/>
                <p14:nvPr/>
              </p14:nvContentPartPr>
              <p14:xfrm>
                <a:off x="4676864" y="4752306"/>
                <a:ext cx="42840" cy="17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23E172-7721-937E-0F5B-D41F3E9056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59224" y="4734306"/>
                  <a:ext cx="784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14:cNvPr>
                <p14:cNvContentPartPr/>
                <p14:nvPr/>
              </p14:nvContentPartPr>
              <p14:xfrm>
                <a:off x="4478504" y="3366666"/>
                <a:ext cx="606240" cy="1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788E93-C342-25FA-0ADC-46ECF4D2A33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60504" y="3348666"/>
                  <a:ext cx="6418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0671994-741F-1B54-E223-02D080D66A6E}"/>
              </a:ext>
            </a:extLst>
          </p:cNvPr>
          <p:cNvGrpSpPr/>
          <p:nvPr/>
        </p:nvGrpSpPr>
        <p:grpSpPr>
          <a:xfrm>
            <a:off x="4631144" y="4858146"/>
            <a:ext cx="482760" cy="1199880"/>
            <a:chOff x="4631144" y="4858146"/>
            <a:chExt cx="482760" cy="11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14:cNvPr>
                <p14:cNvContentPartPr/>
                <p14:nvPr/>
              </p14:nvContentPartPr>
              <p14:xfrm>
                <a:off x="4631144" y="4858146"/>
                <a:ext cx="156600" cy="509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131C5ED-7F93-6538-0193-1999D8CB8C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13144" y="4840506"/>
                  <a:ext cx="1922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14:cNvPr>
                <p14:cNvContentPartPr/>
                <p14:nvPr/>
              </p14:nvContentPartPr>
              <p14:xfrm>
                <a:off x="4781624" y="5353146"/>
                <a:ext cx="105480" cy="405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2CDA4B-191F-7566-B710-696D88FCC2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3624" y="5335146"/>
                  <a:ext cx="14112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14:cNvPr>
                <p14:cNvContentPartPr/>
                <p14:nvPr/>
              </p14:nvContentPartPr>
              <p14:xfrm>
                <a:off x="4724384" y="5829066"/>
                <a:ext cx="319320" cy="30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96CA5C-8700-6B77-7AEF-258396867E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6384" y="5811066"/>
                  <a:ext cx="354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14:cNvPr>
                <p14:cNvContentPartPr/>
                <p14:nvPr/>
              </p14:nvContentPartPr>
              <p14:xfrm>
                <a:off x="4752104" y="5859306"/>
                <a:ext cx="233640" cy="166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C9CAA5-577A-3994-86AD-66BBC3524E7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34464" y="5841306"/>
                  <a:ext cx="2692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14:cNvPr>
                <p14:cNvContentPartPr/>
                <p14:nvPr/>
              </p14:nvContentPartPr>
              <p14:xfrm>
                <a:off x="4990784" y="5829786"/>
                <a:ext cx="123120" cy="228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7F4CF1-7AE0-1BB1-60C4-E3ADF9D8344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73144" y="5812146"/>
                  <a:ext cx="15876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6BF671B-9593-1260-CBA7-A1E1A2D0C210}"/>
                  </a:ext>
                </a:extLst>
              </p14:cNvPr>
              <p14:cNvContentPartPr/>
              <p14:nvPr/>
            </p14:nvContentPartPr>
            <p14:xfrm>
              <a:off x="2822277" y="2957972"/>
              <a:ext cx="230400" cy="424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6BF671B-9593-1260-CBA7-A1E1A2D0C21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68277" y="2850332"/>
                <a:ext cx="338040" cy="63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586ABC92-58F8-5EEC-8CF2-82089690515F}"/>
              </a:ext>
            </a:extLst>
          </p:cNvPr>
          <p:cNvGrpSpPr/>
          <p:nvPr/>
        </p:nvGrpSpPr>
        <p:grpSpPr>
          <a:xfrm>
            <a:off x="1665237" y="3160652"/>
            <a:ext cx="2204280" cy="1807200"/>
            <a:chOff x="1665237" y="3160652"/>
            <a:chExt cx="2204280" cy="180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47FB97-6F08-C93D-3BA5-FEFD4AB81B62}"/>
                    </a:ext>
                  </a:extLst>
                </p14:cNvPr>
                <p14:cNvContentPartPr/>
                <p14:nvPr/>
              </p14:nvContentPartPr>
              <p14:xfrm>
                <a:off x="1665237" y="4548812"/>
                <a:ext cx="197640" cy="167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47FB97-6F08-C93D-3BA5-FEFD4AB81B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47597" y="4531172"/>
                  <a:ext cx="233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51694D-3618-D31A-A807-B1BCD2D657B0}"/>
                    </a:ext>
                  </a:extLst>
                </p14:cNvPr>
                <p14:cNvContentPartPr/>
                <p14:nvPr/>
              </p14:nvContentPartPr>
              <p14:xfrm>
                <a:off x="1891677" y="4462412"/>
                <a:ext cx="162000" cy="270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51694D-3618-D31A-A807-B1BCD2D657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74037" y="4444772"/>
                  <a:ext cx="1976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043FC5-734D-4BB5-764E-9FFBF5F94CEF}"/>
                    </a:ext>
                  </a:extLst>
                </p14:cNvPr>
                <p14:cNvContentPartPr/>
                <p14:nvPr/>
              </p14:nvContentPartPr>
              <p14:xfrm>
                <a:off x="2028117" y="4288532"/>
                <a:ext cx="75240" cy="154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043FC5-734D-4BB5-764E-9FFBF5F94C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10117" y="4270532"/>
                  <a:ext cx="110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AFFFC0-4B59-DE37-7D51-6FFA4BCCE400}"/>
                    </a:ext>
                  </a:extLst>
                </p14:cNvPr>
                <p14:cNvContentPartPr/>
                <p14:nvPr/>
              </p14:nvContentPartPr>
              <p14:xfrm>
                <a:off x="2123517" y="4206452"/>
                <a:ext cx="197280" cy="238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AFFFC0-4B59-DE37-7D51-6FFA4BCCE4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05877" y="4188452"/>
                  <a:ext cx="232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F370527-E4D4-E871-2193-1429B3D11C02}"/>
                    </a:ext>
                  </a:extLst>
                </p14:cNvPr>
                <p14:cNvContentPartPr/>
                <p14:nvPr/>
              </p14:nvContentPartPr>
              <p14:xfrm>
                <a:off x="2252037" y="4658612"/>
                <a:ext cx="170640" cy="217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F370527-E4D4-E871-2193-1429B3D11C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34037" y="4640612"/>
                  <a:ext cx="206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DCC148-3B91-E364-C558-0215259F11C1}"/>
                    </a:ext>
                  </a:extLst>
                </p14:cNvPr>
                <p14:cNvContentPartPr/>
                <p14:nvPr/>
              </p14:nvContentPartPr>
              <p14:xfrm>
                <a:off x="2418357" y="4533332"/>
                <a:ext cx="191880" cy="20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DCC148-3B91-E364-C558-0215259F11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00717" y="4515692"/>
                  <a:ext cx="227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0CC3BE2-0737-06A0-8000-B103D3BFFE8D}"/>
                    </a:ext>
                  </a:extLst>
                </p14:cNvPr>
                <p14:cNvContentPartPr/>
                <p14:nvPr/>
              </p14:nvContentPartPr>
              <p14:xfrm>
                <a:off x="2675397" y="4403012"/>
                <a:ext cx="15840" cy="37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0CC3BE2-0737-06A0-8000-B103D3BFFE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57397" y="4385012"/>
                  <a:ext cx="51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4B0E9B3-7A82-ADBA-8AC9-D5DA0F33CDE6}"/>
                    </a:ext>
                  </a:extLst>
                </p14:cNvPr>
                <p14:cNvContentPartPr/>
                <p14:nvPr/>
              </p14:nvContentPartPr>
              <p14:xfrm>
                <a:off x="2655957" y="4376372"/>
                <a:ext cx="114840" cy="163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4B0E9B3-7A82-ADBA-8AC9-D5DA0F33CD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37957" y="4358372"/>
                  <a:ext cx="150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6C30BC-A491-F5FC-18A2-3148BBA44F27}"/>
                    </a:ext>
                  </a:extLst>
                </p14:cNvPr>
                <p14:cNvContentPartPr/>
                <p14:nvPr/>
              </p14:nvContentPartPr>
              <p14:xfrm>
                <a:off x="2768997" y="4397612"/>
                <a:ext cx="77760" cy="10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6C30BC-A491-F5FC-18A2-3148BBA44F2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50997" y="4379612"/>
                  <a:ext cx="113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79FE10E-1D6E-7211-0806-E7FF3FB8BD0F}"/>
                    </a:ext>
                  </a:extLst>
                </p14:cNvPr>
                <p14:cNvContentPartPr/>
                <p14:nvPr/>
              </p14:nvContentPartPr>
              <p14:xfrm>
                <a:off x="2720037" y="4232372"/>
                <a:ext cx="28080" cy="39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79FE10E-1D6E-7211-0806-E7FF3FB8BD0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02397" y="4214732"/>
                  <a:ext cx="63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C902C98-F869-D49B-23C4-66DB23527C7C}"/>
                    </a:ext>
                  </a:extLst>
                </p14:cNvPr>
                <p14:cNvContentPartPr/>
                <p14:nvPr/>
              </p14:nvContentPartPr>
              <p14:xfrm>
                <a:off x="2798517" y="4213652"/>
                <a:ext cx="137160" cy="15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C902C98-F869-D49B-23C4-66DB23527C7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80877" y="4195652"/>
                  <a:ext cx="172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57A762B-4BF3-0B5B-5EAF-1C6127D57D5E}"/>
                    </a:ext>
                  </a:extLst>
                </p14:cNvPr>
                <p14:cNvContentPartPr/>
                <p14:nvPr/>
              </p14:nvContentPartPr>
              <p14:xfrm>
                <a:off x="2842797" y="4176932"/>
                <a:ext cx="171360" cy="113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57A762B-4BF3-0B5B-5EAF-1C6127D57D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24797" y="4159292"/>
                  <a:ext cx="207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8D20F5-BC1D-63C4-40F6-7322E85276DE}"/>
                    </a:ext>
                  </a:extLst>
                </p14:cNvPr>
                <p14:cNvContentPartPr/>
                <p14:nvPr/>
              </p14:nvContentPartPr>
              <p14:xfrm>
                <a:off x="2880237" y="4030412"/>
                <a:ext cx="36000" cy="60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8D20F5-BC1D-63C4-40F6-7322E85276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62597" y="4012772"/>
                  <a:ext cx="7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C45233-EDDE-910E-277A-72917CFCCD30}"/>
                    </a:ext>
                  </a:extLst>
                </p14:cNvPr>
                <p14:cNvContentPartPr/>
                <p14:nvPr/>
              </p14:nvContentPartPr>
              <p14:xfrm>
                <a:off x="3005157" y="3961652"/>
                <a:ext cx="57240" cy="133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C45233-EDDE-910E-277A-72917CFCCD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87517" y="3944012"/>
                  <a:ext cx="92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997C332-6867-1D66-D45B-0810FB030C4A}"/>
                    </a:ext>
                  </a:extLst>
                </p14:cNvPr>
                <p14:cNvContentPartPr/>
                <p14:nvPr/>
              </p14:nvContentPartPr>
              <p14:xfrm>
                <a:off x="3139797" y="3911612"/>
                <a:ext cx="174960" cy="127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997C332-6867-1D66-D45B-0810FB030C4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21797" y="3893972"/>
                  <a:ext cx="210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D8299F-203D-92DD-078F-55E13D95EC06}"/>
                    </a:ext>
                  </a:extLst>
                </p14:cNvPr>
                <p14:cNvContentPartPr/>
                <p14:nvPr/>
              </p14:nvContentPartPr>
              <p14:xfrm>
                <a:off x="2749557" y="4884692"/>
                <a:ext cx="186120" cy="83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D8299F-203D-92DD-078F-55E13D95EC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31917" y="4866692"/>
                  <a:ext cx="221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65770F-E607-62E9-3A96-FCFFCAD343CD}"/>
                    </a:ext>
                  </a:extLst>
                </p14:cNvPr>
                <p14:cNvContentPartPr/>
                <p14:nvPr/>
              </p14:nvContentPartPr>
              <p14:xfrm>
                <a:off x="2963757" y="4809452"/>
                <a:ext cx="22320" cy="34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65770F-E607-62E9-3A96-FCFFCAD343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45757" y="4791812"/>
                  <a:ext cx="57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DDD276-10EF-F72E-2781-3E200BFC77AE}"/>
                    </a:ext>
                  </a:extLst>
                </p14:cNvPr>
                <p14:cNvContentPartPr/>
                <p14:nvPr/>
              </p14:nvContentPartPr>
              <p14:xfrm>
                <a:off x="2884197" y="4708292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DDD276-10EF-F72E-2781-3E200BFC77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66557" y="469065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F59F5C-1DD5-19F2-A404-FB6637FA86CB}"/>
                    </a:ext>
                  </a:extLst>
                </p14:cNvPr>
                <p14:cNvContentPartPr/>
                <p14:nvPr/>
              </p14:nvContentPartPr>
              <p14:xfrm>
                <a:off x="2890317" y="4729532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F59F5C-1DD5-19F2-A404-FB6637FA86C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72677" y="471153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77C4AB-D320-4F9F-FA26-C703BCB407AB}"/>
                    </a:ext>
                  </a:extLst>
                </p14:cNvPr>
                <p14:cNvContentPartPr/>
                <p14:nvPr/>
              </p14:nvContentPartPr>
              <p14:xfrm>
                <a:off x="3000117" y="4653572"/>
                <a:ext cx="83880" cy="95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77C4AB-D320-4F9F-FA26-C703BCB407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82477" y="4635932"/>
                  <a:ext cx="119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399204B-E179-FD5F-A345-11F2737B4C17}"/>
                    </a:ext>
                  </a:extLst>
                </p14:cNvPr>
                <p14:cNvContentPartPr/>
                <p14:nvPr/>
              </p14:nvContentPartPr>
              <p14:xfrm>
                <a:off x="3163197" y="4410572"/>
                <a:ext cx="92160" cy="120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399204B-E179-FD5F-A345-11F2737B4C1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45557" y="4392572"/>
                  <a:ext cx="127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FC642B5-CBE5-F95D-BE74-960CBA7A49D7}"/>
                    </a:ext>
                  </a:extLst>
                </p14:cNvPr>
                <p14:cNvContentPartPr/>
                <p14:nvPr/>
              </p14:nvContentPartPr>
              <p14:xfrm>
                <a:off x="3266877" y="4251452"/>
                <a:ext cx="131040" cy="201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FC642B5-CBE5-F95D-BE74-960CBA7A49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49237" y="4233452"/>
                  <a:ext cx="166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0274AE-6967-4C50-99A3-8987F81DBDE5}"/>
                    </a:ext>
                  </a:extLst>
                </p14:cNvPr>
                <p14:cNvContentPartPr/>
                <p14:nvPr/>
              </p14:nvContentPartPr>
              <p14:xfrm>
                <a:off x="3375597" y="4052012"/>
                <a:ext cx="364320" cy="260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0274AE-6967-4C50-99A3-8987F81DBDE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57597" y="4034012"/>
                  <a:ext cx="399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D409CD-8721-D10C-7BC5-C5049D960940}"/>
                    </a:ext>
                  </a:extLst>
                </p14:cNvPr>
                <p14:cNvContentPartPr/>
                <p14:nvPr/>
              </p14:nvContentPartPr>
              <p14:xfrm>
                <a:off x="3571077" y="3997292"/>
                <a:ext cx="66600" cy="78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D409CD-8721-D10C-7BC5-C5049D96094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553077" y="3979292"/>
                  <a:ext cx="102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262765E-365B-B0F4-F7B1-70DA2EB0CEAD}"/>
                    </a:ext>
                  </a:extLst>
                </p14:cNvPr>
                <p14:cNvContentPartPr/>
                <p14:nvPr/>
              </p14:nvContentPartPr>
              <p14:xfrm>
                <a:off x="3574677" y="3824852"/>
                <a:ext cx="173520" cy="157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262765E-365B-B0F4-F7B1-70DA2EB0CEA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57037" y="3806852"/>
                  <a:ext cx="209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6228CBE-8232-3666-1CCE-0B123B918741}"/>
                    </a:ext>
                  </a:extLst>
                </p14:cNvPr>
                <p14:cNvContentPartPr/>
                <p14:nvPr/>
              </p14:nvContentPartPr>
              <p14:xfrm>
                <a:off x="3648837" y="3825932"/>
                <a:ext cx="146520" cy="62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6228CBE-8232-3666-1CCE-0B123B91874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31197" y="3807932"/>
                  <a:ext cx="182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94AD396-D60B-CA56-A194-84F1803D47F9}"/>
                    </a:ext>
                  </a:extLst>
                </p14:cNvPr>
                <p14:cNvContentPartPr/>
                <p14:nvPr/>
              </p14:nvContentPartPr>
              <p14:xfrm>
                <a:off x="3823437" y="3643772"/>
                <a:ext cx="46080" cy="134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94AD396-D60B-CA56-A194-84F1803D47F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05437" y="3625772"/>
                  <a:ext cx="81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645B608-787B-5390-59BE-DE165BEDFB80}"/>
                    </a:ext>
                  </a:extLst>
                </p14:cNvPr>
                <p14:cNvContentPartPr/>
                <p14:nvPr/>
              </p14:nvContentPartPr>
              <p14:xfrm>
                <a:off x="2444277" y="3259652"/>
                <a:ext cx="304920" cy="762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645B608-787B-5390-59BE-DE165BEDFB8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26637" y="3241652"/>
                  <a:ext cx="34056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E6CFA05-DD08-A488-85F7-1602442ECF6C}"/>
                    </a:ext>
                  </a:extLst>
                </p14:cNvPr>
                <p14:cNvContentPartPr/>
                <p14:nvPr/>
              </p14:nvContentPartPr>
              <p14:xfrm>
                <a:off x="2666037" y="3160652"/>
                <a:ext cx="195120" cy="194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E6CFA05-DD08-A488-85F7-1602442ECF6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648037" y="3142652"/>
                  <a:ext cx="230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9B646B5-EDF9-A619-B824-98B6A227D08F}"/>
              </a:ext>
            </a:extLst>
          </p:cNvPr>
          <p:cNvGrpSpPr/>
          <p:nvPr/>
        </p:nvGrpSpPr>
        <p:grpSpPr>
          <a:xfrm>
            <a:off x="5897037" y="4596692"/>
            <a:ext cx="743400" cy="285840"/>
            <a:chOff x="5897037" y="4596692"/>
            <a:chExt cx="74340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42627D3-B34F-59CA-BDF4-DAB487CE0EA8}"/>
                    </a:ext>
                  </a:extLst>
                </p14:cNvPr>
                <p14:cNvContentPartPr/>
                <p14:nvPr/>
              </p14:nvContentPartPr>
              <p14:xfrm>
                <a:off x="5897037" y="4596692"/>
                <a:ext cx="276480" cy="91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42627D3-B34F-59CA-BDF4-DAB487CE0EA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79397" y="4578692"/>
                  <a:ext cx="312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D24E7C-12EB-34B6-7096-1BBE641F7C42}"/>
                    </a:ext>
                  </a:extLst>
                </p14:cNvPr>
                <p14:cNvContentPartPr/>
                <p14:nvPr/>
              </p14:nvContentPartPr>
              <p14:xfrm>
                <a:off x="6077037" y="4601012"/>
                <a:ext cx="46800" cy="281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D24E7C-12EB-34B6-7096-1BBE641F7C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59397" y="4583372"/>
                  <a:ext cx="82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6DCFDB4-622F-EEBE-A627-2B23557E1DA0}"/>
                    </a:ext>
                  </a:extLst>
                </p14:cNvPr>
                <p14:cNvContentPartPr/>
                <p14:nvPr/>
              </p14:nvContentPartPr>
              <p14:xfrm>
                <a:off x="6247677" y="4598132"/>
                <a:ext cx="212040" cy="197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6DCFDB4-622F-EEBE-A627-2B23557E1DA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30037" y="4580132"/>
                  <a:ext cx="247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F5CCF84-4B1A-7681-3318-4D182324C882}"/>
                    </a:ext>
                  </a:extLst>
                </p14:cNvPr>
                <p14:cNvContentPartPr/>
                <p14:nvPr/>
              </p14:nvContentPartPr>
              <p14:xfrm>
                <a:off x="6521997" y="4628372"/>
                <a:ext cx="118440" cy="167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F5CCF84-4B1A-7681-3318-4D182324C88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503997" y="4610372"/>
                  <a:ext cx="15408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95C08BE-57B4-3FD0-8423-7CA7BF88A522}"/>
              </a:ext>
            </a:extLst>
          </p:cNvPr>
          <p:cNvGrpSpPr/>
          <p:nvPr/>
        </p:nvGrpSpPr>
        <p:grpSpPr>
          <a:xfrm>
            <a:off x="6998277" y="4407332"/>
            <a:ext cx="1838880" cy="364320"/>
            <a:chOff x="6998277" y="4407332"/>
            <a:chExt cx="183888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DC932B0-499D-03A4-B8CE-89E57200368E}"/>
                    </a:ext>
                  </a:extLst>
                </p14:cNvPr>
                <p14:cNvContentPartPr/>
                <p14:nvPr/>
              </p14:nvContentPartPr>
              <p14:xfrm>
                <a:off x="6998277" y="4617212"/>
                <a:ext cx="257400" cy="147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DC932B0-499D-03A4-B8CE-89E57200368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80637" y="4599212"/>
                  <a:ext cx="293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E1BF1FB-827F-02AF-437D-867BB9EF52B7}"/>
                    </a:ext>
                  </a:extLst>
                </p14:cNvPr>
                <p14:cNvContentPartPr/>
                <p14:nvPr/>
              </p14:nvContentPartPr>
              <p14:xfrm>
                <a:off x="7283397" y="4721252"/>
                <a:ext cx="36000" cy="50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E1BF1FB-827F-02AF-437D-867BB9EF52B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265757" y="4703612"/>
                  <a:ext cx="71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43CF82-18B5-981A-8033-96B38EC75D00}"/>
                    </a:ext>
                  </a:extLst>
                </p14:cNvPr>
                <p14:cNvContentPartPr/>
                <p14:nvPr/>
              </p14:nvContentPartPr>
              <p14:xfrm>
                <a:off x="7252437" y="4609292"/>
                <a:ext cx="151560" cy="160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43CF82-18B5-981A-8033-96B38EC75D0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34797" y="4591292"/>
                  <a:ext cx="187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E2098A-D24E-CDE0-0608-F81DD189BFD1}"/>
                    </a:ext>
                  </a:extLst>
                </p14:cNvPr>
                <p14:cNvContentPartPr/>
                <p14:nvPr/>
              </p14:nvContentPartPr>
              <p14:xfrm>
                <a:off x="7453677" y="4606052"/>
                <a:ext cx="128160" cy="155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E2098A-D24E-CDE0-0608-F81DD189BFD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436037" y="4588052"/>
                  <a:ext cx="163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DA1BB1-A181-1423-9942-FCBAD24769E3}"/>
                    </a:ext>
                  </a:extLst>
                </p14:cNvPr>
                <p14:cNvContentPartPr/>
                <p14:nvPr/>
              </p14:nvContentPartPr>
              <p14:xfrm>
                <a:off x="7623237" y="4592372"/>
                <a:ext cx="142560" cy="163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DA1BB1-A181-1423-9942-FCBAD24769E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05237" y="4574372"/>
                  <a:ext cx="178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5D425E9-2E8E-11BF-744D-DBBB870EEF7F}"/>
                    </a:ext>
                  </a:extLst>
                </p14:cNvPr>
                <p14:cNvContentPartPr/>
                <p14:nvPr/>
              </p14:nvContentPartPr>
              <p14:xfrm>
                <a:off x="7861197" y="4582652"/>
                <a:ext cx="70920" cy="177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5D425E9-2E8E-11BF-744D-DBBB870EEF7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43197" y="4564652"/>
                  <a:ext cx="106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81824A-EB0B-0E22-0668-315FCF77E3D3}"/>
                    </a:ext>
                  </a:extLst>
                </p14:cNvPr>
                <p14:cNvContentPartPr/>
                <p14:nvPr/>
              </p14:nvContentPartPr>
              <p14:xfrm>
                <a:off x="8029317" y="4618652"/>
                <a:ext cx="180360" cy="104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81824A-EB0B-0E22-0668-315FCF77E3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11317" y="4600652"/>
                  <a:ext cx="216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3D2F66-1CD0-6E26-D744-20900924B781}"/>
                    </a:ext>
                  </a:extLst>
                </p14:cNvPr>
                <p14:cNvContentPartPr/>
                <p14:nvPr/>
              </p14:nvContentPartPr>
              <p14:xfrm>
                <a:off x="8286717" y="4584812"/>
                <a:ext cx="105840" cy="102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3D2F66-1CD0-6E26-D744-20900924B78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68717" y="4567172"/>
                  <a:ext cx="141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D3CB734-CF6E-4F40-F107-DD088C0737A4}"/>
                    </a:ext>
                  </a:extLst>
                </p14:cNvPr>
                <p14:cNvContentPartPr/>
                <p14:nvPr/>
              </p14:nvContentPartPr>
              <p14:xfrm>
                <a:off x="8477517" y="4569692"/>
                <a:ext cx="88560" cy="96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D3CB734-CF6E-4F40-F107-DD088C0737A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59517" y="4551692"/>
                  <a:ext cx="12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D4A7E5D-92DC-2E76-DEC1-5F2AD6C79DD5}"/>
                    </a:ext>
                  </a:extLst>
                </p14:cNvPr>
                <p14:cNvContentPartPr/>
                <p14:nvPr/>
              </p14:nvContentPartPr>
              <p14:xfrm>
                <a:off x="8683797" y="4407332"/>
                <a:ext cx="153360" cy="284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D4A7E5D-92DC-2E76-DEC1-5F2AD6C79DD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66157" y="4389332"/>
                  <a:ext cx="18900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54DBA6-05DC-575A-F086-DAD8F8CCE660}"/>
              </a:ext>
            </a:extLst>
          </p:cNvPr>
          <p:cNvGrpSpPr/>
          <p:nvPr/>
        </p:nvGrpSpPr>
        <p:grpSpPr>
          <a:xfrm>
            <a:off x="9315957" y="4419212"/>
            <a:ext cx="1096200" cy="370440"/>
            <a:chOff x="9315957" y="4419212"/>
            <a:chExt cx="109620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4AAE08-A9AF-4631-4F22-8DD41B9A30F4}"/>
                    </a:ext>
                  </a:extLst>
                </p14:cNvPr>
                <p14:cNvContentPartPr/>
                <p14:nvPr/>
              </p14:nvContentPartPr>
              <p14:xfrm>
                <a:off x="9315957" y="4520732"/>
                <a:ext cx="166680" cy="230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4AAE08-A9AF-4631-4F22-8DD41B9A30F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98317" y="4503092"/>
                  <a:ext cx="2023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F3C9A25-BBE6-EF75-096C-FB35188D049D}"/>
                    </a:ext>
                  </a:extLst>
                </p14:cNvPr>
                <p14:cNvContentPartPr/>
                <p14:nvPr/>
              </p14:nvContentPartPr>
              <p14:xfrm>
                <a:off x="9523317" y="4511372"/>
                <a:ext cx="51480" cy="145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F3C9A25-BBE6-EF75-096C-FB35188D049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505317" y="4493372"/>
                  <a:ext cx="87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747541-3161-332E-96E3-2FD04D35446A}"/>
                    </a:ext>
                  </a:extLst>
                </p14:cNvPr>
                <p14:cNvContentPartPr/>
                <p14:nvPr/>
              </p14:nvContentPartPr>
              <p14:xfrm>
                <a:off x="9513957" y="4419212"/>
                <a:ext cx="8640" cy="20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747541-3161-332E-96E3-2FD04D35446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496317" y="4401212"/>
                  <a:ext cx="442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861FFB6-BE89-07B3-E26D-C968E73B64F1}"/>
                    </a:ext>
                  </a:extLst>
                </p14:cNvPr>
                <p14:cNvContentPartPr/>
                <p14:nvPr/>
              </p14:nvContentPartPr>
              <p14:xfrm>
                <a:off x="9643197" y="4504892"/>
                <a:ext cx="145080" cy="284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861FFB6-BE89-07B3-E26D-C968E73B64F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25557" y="4486892"/>
                  <a:ext cx="180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A3E5B6-E0FD-9F67-F327-3F61B0781842}"/>
                    </a:ext>
                  </a:extLst>
                </p14:cNvPr>
                <p14:cNvContentPartPr/>
                <p14:nvPr/>
              </p14:nvContentPartPr>
              <p14:xfrm>
                <a:off x="9854877" y="4547732"/>
                <a:ext cx="164520" cy="129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A3E5B6-E0FD-9F67-F327-3F61B078184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37237" y="4530092"/>
                  <a:ext cx="200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DD6A314-FD14-66AF-C609-F3CE513476B3}"/>
                    </a:ext>
                  </a:extLst>
                </p14:cNvPr>
                <p14:cNvContentPartPr/>
                <p14:nvPr/>
              </p14:nvContentPartPr>
              <p14:xfrm>
                <a:off x="10085997" y="4465292"/>
                <a:ext cx="326160" cy="236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DD6A314-FD14-66AF-C609-F3CE513476B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67997" y="4447652"/>
                  <a:ext cx="36180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5EA524A-CD7A-CE93-1C47-ADDE9ECF0C4B}"/>
              </a:ext>
            </a:extLst>
          </p:cNvPr>
          <p:cNvGrpSpPr/>
          <p:nvPr/>
        </p:nvGrpSpPr>
        <p:grpSpPr>
          <a:xfrm>
            <a:off x="6551157" y="5174852"/>
            <a:ext cx="307800" cy="260280"/>
            <a:chOff x="6551157" y="5174852"/>
            <a:chExt cx="30780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F85A1BE-16F1-B84F-9FDA-70DE84CDA4F2}"/>
                    </a:ext>
                  </a:extLst>
                </p14:cNvPr>
                <p14:cNvContentPartPr/>
                <p14:nvPr/>
              </p14:nvContentPartPr>
              <p14:xfrm>
                <a:off x="6551157" y="5236052"/>
                <a:ext cx="150120" cy="194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F85A1BE-16F1-B84F-9FDA-70DE84CDA4F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33157" y="5218412"/>
                  <a:ext cx="185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2210991-96DE-6E06-68D6-398A1CB836F8}"/>
                    </a:ext>
                  </a:extLst>
                </p14:cNvPr>
                <p14:cNvContentPartPr/>
                <p14:nvPr/>
              </p14:nvContentPartPr>
              <p14:xfrm>
                <a:off x="6720357" y="5174852"/>
                <a:ext cx="105840" cy="260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2210991-96DE-6E06-68D6-398A1CB836F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702717" y="5156852"/>
                  <a:ext cx="141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2C3FE15-8862-3264-7F5B-3A9F64D1C094}"/>
                    </a:ext>
                  </a:extLst>
                </p14:cNvPr>
                <p14:cNvContentPartPr/>
                <p14:nvPr/>
              </p14:nvContentPartPr>
              <p14:xfrm>
                <a:off x="6741597" y="5252612"/>
                <a:ext cx="117360" cy="66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2C3FE15-8862-3264-7F5B-3A9F64D1C09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723597" y="5234612"/>
                  <a:ext cx="1530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C86477-7890-1840-9B17-7939B5DD3E22}"/>
              </a:ext>
            </a:extLst>
          </p:cNvPr>
          <p:cNvGrpSpPr/>
          <p:nvPr/>
        </p:nvGrpSpPr>
        <p:grpSpPr>
          <a:xfrm>
            <a:off x="7161357" y="5051012"/>
            <a:ext cx="977040" cy="319320"/>
            <a:chOff x="7161357" y="5051012"/>
            <a:chExt cx="97704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56FB9F-C59C-6B74-7168-C5B9BD1B8EDD}"/>
                    </a:ext>
                  </a:extLst>
                </p14:cNvPr>
                <p14:cNvContentPartPr/>
                <p14:nvPr/>
              </p14:nvContentPartPr>
              <p14:xfrm>
                <a:off x="7161357" y="5133452"/>
                <a:ext cx="142200" cy="236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56FB9F-C59C-6B74-7168-C5B9BD1B8ED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43717" y="5115812"/>
                  <a:ext cx="177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6F127AE-F646-57D2-D706-FEA00FCAD5E0}"/>
                    </a:ext>
                  </a:extLst>
                </p14:cNvPr>
                <p14:cNvContentPartPr/>
                <p14:nvPr/>
              </p14:nvContentPartPr>
              <p14:xfrm>
                <a:off x="7361877" y="5177012"/>
                <a:ext cx="83520" cy="127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6F127AE-F646-57D2-D706-FEA00FCAD5E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44237" y="5159372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46BC993-E35F-63D7-C9C4-70C3680CCF74}"/>
                    </a:ext>
                  </a:extLst>
                </p14:cNvPr>
                <p14:cNvContentPartPr/>
                <p14:nvPr/>
              </p14:nvContentPartPr>
              <p14:xfrm>
                <a:off x="7562037" y="5165492"/>
                <a:ext cx="187920" cy="158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46BC993-E35F-63D7-C9C4-70C3680CCF7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544037" y="5147492"/>
                  <a:ext cx="223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FE7766-DC35-4C17-3BA9-8C5C383618F1}"/>
                    </a:ext>
                  </a:extLst>
                </p14:cNvPr>
                <p14:cNvContentPartPr/>
                <p14:nvPr/>
              </p14:nvContentPartPr>
              <p14:xfrm>
                <a:off x="7837797" y="5178812"/>
                <a:ext cx="34560" cy="120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FE7766-DC35-4C17-3BA9-8C5C383618F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20157" y="5160812"/>
                  <a:ext cx="70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0AB982D-0F67-9456-A410-F18264F39509}"/>
                    </a:ext>
                  </a:extLst>
                </p14:cNvPr>
                <p14:cNvContentPartPr/>
                <p14:nvPr/>
              </p14:nvContentPartPr>
              <p14:xfrm>
                <a:off x="7819077" y="5051012"/>
                <a:ext cx="23040" cy="20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0AB982D-0F67-9456-A410-F18264F3950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801077" y="5033372"/>
                  <a:ext cx="58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D61E0D-F64B-95BF-1B0E-618DA1728357}"/>
                    </a:ext>
                  </a:extLst>
                </p14:cNvPr>
                <p14:cNvContentPartPr/>
                <p14:nvPr/>
              </p14:nvContentPartPr>
              <p14:xfrm>
                <a:off x="7955877" y="5171972"/>
                <a:ext cx="182520" cy="116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D61E0D-F64B-95BF-1B0E-618DA172835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938237" y="5154332"/>
                  <a:ext cx="2181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5A84CD8-6E0D-AF40-9587-81B9242B4D08}"/>
              </a:ext>
            </a:extLst>
          </p:cNvPr>
          <p:cNvGrpSpPr/>
          <p:nvPr/>
        </p:nvGrpSpPr>
        <p:grpSpPr>
          <a:xfrm>
            <a:off x="8625477" y="4983332"/>
            <a:ext cx="1658880" cy="379080"/>
            <a:chOff x="8625477" y="4983332"/>
            <a:chExt cx="16588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E12F8DC-9C8D-730F-16E5-0A5CA0F6028E}"/>
                    </a:ext>
                  </a:extLst>
                </p14:cNvPr>
                <p14:cNvContentPartPr/>
                <p14:nvPr/>
              </p14:nvContentPartPr>
              <p14:xfrm>
                <a:off x="8661117" y="5059292"/>
                <a:ext cx="63720" cy="303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E12F8DC-9C8D-730F-16E5-0A5CA0F6028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643117" y="5041652"/>
                  <a:ext cx="993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F2DA1D6-3FA0-2749-38CA-37B4C100B162}"/>
                    </a:ext>
                  </a:extLst>
                </p14:cNvPr>
                <p14:cNvContentPartPr/>
                <p14:nvPr/>
              </p14:nvContentPartPr>
              <p14:xfrm>
                <a:off x="8625477" y="5179172"/>
                <a:ext cx="133200" cy="82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F2DA1D6-3FA0-2749-38CA-37B4C100B16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607837" y="5161532"/>
                  <a:ext cx="168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5B123F-36FC-C942-F094-26E3EDCDBE5C}"/>
                    </a:ext>
                  </a:extLst>
                </p14:cNvPr>
                <p14:cNvContentPartPr/>
                <p14:nvPr/>
              </p14:nvContentPartPr>
              <p14:xfrm>
                <a:off x="8861277" y="5165852"/>
                <a:ext cx="111240" cy="137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5B123F-36FC-C942-F094-26E3EDCDBE5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43277" y="5148212"/>
                  <a:ext cx="146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B509B08-A199-97C5-D197-7D63CD55AF40}"/>
                    </a:ext>
                  </a:extLst>
                </p14:cNvPr>
                <p14:cNvContentPartPr/>
                <p14:nvPr/>
              </p14:nvContentPartPr>
              <p14:xfrm>
                <a:off x="9020757" y="5132732"/>
                <a:ext cx="76680" cy="127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B509B08-A199-97C5-D197-7D63CD55AF4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002757" y="5114732"/>
                  <a:ext cx="112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B4421E6-063E-D353-4195-6FE2FE030218}"/>
                    </a:ext>
                  </a:extLst>
                </p14:cNvPr>
                <p14:cNvContentPartPr/>
                <p14:nvPr/>
              </p14:nvContentPartPr>
              <p14:xfrm>
                <a:off x="9221277" y="5138132"/>
                <a:ext cx="466560" cy="138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B4421E6-063E-D353-4195-6FE2FE03021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03277" y="5120492"/>
                  <a:ext cx="502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FA9855B-62D8-7B0B-02FE-3DDF2DA370AE}"/>
                    </a:ext>
                  </a:extLst>
                </p14:cNvPr>
                <p14:cNvContentPartPr/>
                <p14:nvPr/>
              </p14:nvContentPartPr>
              <p14:xfrm>
                <a:off x="9689997" y="4983332"/>
                <a:ext cx="9000" cy="13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FA9855B-62D8-7B0B-02FE-3DDF2DA370A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671997" y="4965332"/>
                  <a:ext cx="44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4CCB229-7875-99EE-9954-5B1377245369}"/>
                    </a:ext>
                  </a:extLst>
                </p14:cNvPr>
                <p14:cNvContentPartPr/>
                <p14:nvPr/>
              </p14:nvContentPartPr>
              <p14:xfrm>
                <a:off x="9822837" y="5122652"/>
                <a:ext cx="155520" cy="122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4CCB229-7875-99EE-9954-5B137724536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805197" y="5104652"/>
                  <a:ext cx="191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DFA888-3649-7F4E-1DD2-5E656E1F86FF}"/>
                    </a:ext>
                  </a:extLst>
                </p14:cNvPr>
                <p14:cNvContentPartPr/>
                <p14:nvPr/>
              </p14:nvContentPartPr>
              <p14:xfrm>
                <a:off x="10036317" y="5040212"/>
                <a:ext cx="248040" cy="245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DFA888-3649-7F4E-1DD2-5E656E1F86F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018317" y="5022572"/>
                  <a:ext cx="2836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AC496CF-3681-A34C-2347-C4E3B295E497}"/>
              </a:ext>
            </a:extLst>
          </p:cNvPr>
          <p:cNvGrpSpPr/>
          <p:nvPr/>
        </p:nvGrpSpPr>
        <p:grpSpPr>
          <a:xfrm>
            <a:off x="7587237" y="5564732"/>
            <a:ext cx="681480" cy="304200"/>
            <a:chOff x="7587237" y="5564732"/>
            <a:chExt cx="6814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5966EB-242F-3AA5-DC64-DCB95F822BE5}"/>
                    </a:ext>
                  </a:extLst>
                </p14:cNvPr>
                <p14:cNvContentPartPr/>
                <p14:nvPr/>
              </p14:nvContentPartPr>
              <p14:xfrm>
                <a:off x="7587237" y="5758772"/>
                <a:ext cx="3960" cy="7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5966EB-242F-3AA5-DC64-DCB95F822BE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569237" y="5741132"/>
                  <a:ext cx="39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F85D7B-EB41-1401-19B1-F4164DEC6CC2}"/>
                    </a:ext>
                  </a:extLst>
                </p14:cNvPr>
                <p14:cNvContentPartPr/>
                <p14:nvPr/>
              </p14:nvContentPartPr>
              <p14:xfrm>
                <a:off x="7600917" y="5706932"/>
                <a:ext cx="235080" cy="162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F85D7B-EB41-1401-19B1-F4164DEC6CC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583277" y="5689292"/>
                  <a:ext cx="270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8118126-0FB7-5E24-E2CF-EC9E91D367A0}"/>
                    </a:ext>
                  </a:extLst>
                </p14:cNvPr>
                <p14:cNvContentPartPr/>
                <p14:nvPr/>
              </p14:nvContentPartPr>
              <p14:xfrm>
                <a:off x="7927797" y="5734292"/>
                <a:ext cx="50400" cy="111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8118126-0FB7-5E24-E2CF-EC9E91D367A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09797" y="5716292"/>
                  <a:ext cx="86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7833A6E-7AD1-384A-81C7-7E362F7435E7}"/>
                    </a:ext>
                  </a:extLst>
                </p14:cNvPr>
                <p14:cNvContentPartPr/>
                <p14:nvPr/>
              </p14:nvContentPartPr>
              <p14:xfrm>
                <a:off x="7926357" y="5596412"/>
                <a:ext cx="25200" cy="76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7833A6E-7AD1-384A-81C7-7E362F7435E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908357" y="5578412"/>
                  <a:ext cx="60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D357A06-A90E-8326-1457-74576ECCEC38}"/>
                    </a:ext>
                  </a:extLst>
                </p14:cNvPr>
                <p14:cNvContentPartPr/>
                <p14:nvPr/>
              </p14:nvContentPartPr>
              <p14:xfrm>
                <a:off x="8036517" y="5630612"/>
                <a:ext cx="49680" cy="186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D357A06-A90E-8326-1457-74576ECCEC3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018517" y="5612972"/>
                  <a:ext cx="85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8956228-F4F3-E037-08E4-225C61CAF997}"/>
                    </a:ext>
                  </a:extLst>
                </p14:cNvPr>
                <p14:cNvContentPartPr/>
                <p14:nvPr/>
              </p14:nvContentPartPr>
              <p14:xfrm>
                <a:off x="8243157" y="5564732"/>
                <a:ext cx="25560" cy="255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8956228-F4F3-E037-08E4-225C61CAF9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25157" y="5547092"/>
                  <a:ext cx="6120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AF1389A-8380-3A38-CD59-DD6061B8316F}"/>
              </a:ext>
            </a:extLst>
          </p:cNvPr>
          <p:cNvGrpSpPr/>
          <p:nvPr/>
        </p:nvGrpSpPr>
        <p:grpSpPr>
          <a:xfrm>
            <a:off x="8628357" y="5619812"/>
            <a:ext cx="295560" cy="207360"/>
            <a:chOff x="8628357" y="5619812"/>
            <a:chExt cx="29556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48C96D1-7BF5-09EE-0347-FAEB49B12976}"/>
                    </a:ext>
                  </a:extLst>
                </p14:cNvPr>
                <p14:cNvContentPartPr/>
                <p14:nvPr/>
              </p14:nvContentPartPr>
              <p14:xfrm>
                <a:off x="8628357" y="5619812"/>
                <a:ext cx="89640" cy="207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48C96D1-7BF5-09EE-0347-FAEB49B1297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10357" y="5601812"/>
                  <a:ext cx="125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78643BE-42E2-2EBF-0A77-97250BFCA560}"/>
                    </a:ext>
                  </a:extLst>
                </p14:cNvPr>
                <p14:cNvContentPartPr/>
                <p14:nvPr/>
              </p14:nvContentPartPr>
              <p14:xfrm>
                <a:off x="8796477" y="5697572"/>
                <a:ext cx="127440" cy="122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78643BE-42E2-2EBF-0A77-97250BFCA56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778477" y="5679932"/>
                  <a:ext cx="1630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9A76A28-232D-5E9C-8D56-EBB4B7EA9689}"/>
              </a:ext>
            </a:extLst>
          </p:cNvPr>
          <p:cNvGrpSpPr/>
          <p:nvPr/>
        </p:nvGrpSpPr>
        <p:grpSpPr>
          <a:xfrm>
            <a:off x="9281037" y="5657612"/>
            <a:ext cx="1029240" cy="219960"/>
            <a:chOff x="9281037" y="5657612"/>
            <a:chExt cx="102924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1D70C0D-ED08-636E-B634-9B96AB733196}"/>
                    </a:ext>
                  </a:extLst>
                </p14:cNvPr>
                <p14:cNvContentPartPr/>
                <p14:nvPr/>
              </p14:nvContentPartPr>
              <p14:xfrm>
                <a:off x="9281037" y="5711252"/>
                <a:ext cx="345240" cy="161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1D70C0D-ED08-636E-B634-9B96AB73319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63037" y="5693612"/>
                  <a:ext cx="380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6AF8ADC-93FB-DD9F-C9E6-BD0D146B9F3C}"/>
                    </a:ext>
                  </a:extLst>
                </p14:cNvPr>
                <p14:cNvContentPartPr/>
                <p14:nvPr/>
              </p14:nvContentPartPr>
              <p14:xfrm>
                <a:off x="9714837" y="5760212"/>
                <a:ext cx="133560" cy="84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6AF8ADC-93FB-DD9F-C9E6-BD0D146B9F3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97197" y="5742572"/>
                  <a:ext cx="169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4DF4ADF-EFD7-1C75-1E56-27223CF0113E}"/>
                    </a:ext>
                  </a:extLst>
                </p14:cNvPr>
                <p14:cNvContentPartPr/>
                <p14:nvPr/>
              </p14:nvContentPartPr>
              <p14:xfrm>
                <a:off x="9998157" y="5657612"/>
                <a:ext cx="312120" cy="219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4DF4ADF-EFD7-1C75-1E56-27223CF0113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980517" y="5639972"/>
                  <a:ext cx="3477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817C2DA-B5B0-9448-D824-09067192FCC5}"/>
              </a:ext>
            </a:extLst>
          </p:cNvPr>
          <p:cNvGrpSpPr/>
          <p:nvPr/>
        </p:nvGrpSpPr>
        <p:grpSpPr>
          <a:xfrm>
            <a:off x="8610357" y="6178172"/>
            <a:ext cx="1257840" cy="394920"/>
            <a:chOff x="8610357" y="6178172"/>
            <a:chExt cx="12578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375AD92-B68E-E22A-9288-977ED5DD4F8B}"/>
                    </a:ext>
                  </a:extLst>
                </p14:cNvPr>
                <p14:cNvContentPartPr/>
                <p14:nvPr/>
              </p14:nvContentPartPr>
              <p14:xfrm>
                <a:off x="8610357" y="6178172"/>
                <a:ext cx="170640" cy="341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375AD92-B68E-E22A-9288-977ED5DD4F8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592357" y="6160172"/>
                  <a:ext cx="2062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99629B-5DA3-BB3F-D579-A642F1D282E5}"/>
                    </a:ext>
                  </a:extLst>
                </p14:cNvPr>
                <p14:cNvContentPartPr/>
                <p14:nvPr/>
              </p14:nvContentPartPr>
              <p14:xfrm>
                <a:off x="8842557" y="6290132"/>
                <a:ext cx="163080" cy="142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99629B-5DA3-BB3F-D579-A642F1D282E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824917" y="6272492"/>
                  <a:ext cx="198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0CAEC20-3D4E-3BE1-F80F-8FC2E2FAF82D}"/>
                    </a:ext>
                  </a:extLst>
                </p14:cNvPr>
                <p14:cNvContentPartPr/>
                <p14:nvPr/>
              </p14:nvContentPartPr>
              <p14:xfrm>
                <a:off x="9061077" y="6316772"/>
                <a:ext cx="83160" cy="74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0CAEC20-3D4E-3BE1-F80F-8FC2E2FAF82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043077" y="6298772"/>
                  <a:ext cx="118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CC99868-8F79-62C7-5E19-239ADF9F7A43}"/>
                    </a:ext>
                  </a:extLst>
                </p14:cNvPr>
                <p14:cNvContentPartPr/>
                <p14:nvPr/>
              </p14:nvContentPartPr>
              <p14:xfrm>
                <a:off x="9260877" y="6286532"/>
                <a:ext cx="129600" cy="28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CC99868-8F79-62C7-5E19-239ADF9F7A4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42877" y="6268532"/>
                  <a:ext cx="165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FF0CBDC-D8FE-4D16-8E43-A6BBC13E110F}"/>
                    </a:ext>
                  </a:extLst>
                </p14:cNvPr>
                <p14:cNvContentPartPr/>
                <p14:nvPr/>
              </p14:nvContentPartPr>
              <p14:xfrm>
                <a:off x="9469317" y="6274292"/>
                <a:ext cx="115560" cy="146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FF0CBDC-D8FE-4D16-8E43-A6BBC13E110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451677" y="6256652"/>
                  <a:ext cx="151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2B79B9E-9F76-6231-304D-544C59820D2A}"/>
                    </a:ext>
                  </a:extLst>
                </p14:cNvPr>
                <p14:cNvContentPartPr/>
                <p14:nvPr/>
              </p14:nvContentPartPr>
              <p14:xfrm>
                <a:off x="9639237" y="6305972"/>
                <a:ext cx="74880" cy="88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2B79B9E-9F76-6231-304D-544C59820D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21237" y="6288332"/>
                  <a:ext cx="110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06D89A1-7B3A-BC2C-9F6A-026336C3C031}"/>
                    </a:ext>
                  </a:extLst>
                </p14:cNvPr>
                <p14:cNvContentPartPr/>
                <p14:nvPr/>
              </p14:nvContentPartPr>
              <p14:xfrm>
                <a:off x="9843357" y="6321452"/>
                <a:ext cx="24840" cy="50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06D89A1-7B3A-BC2C-9F6A-026336C3C03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825357" y="6303452"/>
                  <a:ext cx="60480" cy="8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30556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3EECE2-2EBA-E4B9-6F2F-75A01843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98893"/>
            <a:ext cx="7772400" cy="1143000"/>
          </a:xfrm>
        </p:spPr>
        <p:txBody>
          <a:bodyPr/>
          <a:lstStyle/>
          <a:p>
            <a:r>
              <a:rPr lang="en-US" altLang="en-US" dirty="0"/>
              <a:t>1956 Physics Nobel Prize</a:t>
            </a:r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C8DD5538-76D2-FC1E-8C10-81BF2EE4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t="11806" r="42578" b="23958"/>
          <a:stretch>
            <a:fillRect/>
          </a:stretch>
        </p:blipFill>
        <p:spPr bwMode="auto">
          <a:xfrm>
            <a:off x="3644900" y="1244600"/>
            <a:ext cx="51562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>
            <a:extLst>
              <a:ext uri="{FF2B5EF4-FFF2-40B4-BE49-F238E27FC236}">
                <a16:creationId xmlns:a16="http://schemas.microsoft.com/office/drawing/2014/main" id="{1BA4A615-D947-DC3D-C951-71ADBBBD1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917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Invention of the Field-Effect Transistor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A5A3157-6C38-FDCB-2DDC-34ACFF5E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943" y="5491717"/>
            <a:ext cx="69476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In 1935, a British patent was issued to Oskar Heil.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 working MOSFET was not demonstrated until 1955.</a:t>
            </a:r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F7E4066F-8503-1554-E4DB-AF9AE9AF7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160463"/>
            <a:ext cx="5667375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24F425A-30BB-AFD0-24C6-B8865DF850D2}"/>
              </a:ext>
            </a:extLst>
          </p:cNvPr>
          <p:cNvGrpSpPr/>
          <p:nvPr/>
        </p:nvGrpSpPr>
        <p:grpSpPr>
          <a:xfrm>
            <a:off x="8167557" y="1016821"/>
            <a:ext cx="1008360" cy="351360"/>
            <a:chOff x="8167557" y="1016821"/>
            <a:chExt cx="10083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EC79F8F-FB60-DAD3-A3AA-67DB4B3C5732}"/>
                    </a:ext>
                  </a:extLst>
                </p14:cNvPr>
                <p14:cNvContentPartPr/>
                <p14:nvPr/>
              </p14:nvContentPartPr>
              <p14:xfrm>
                <a:off x="8167557" y="1016821"/>
                <a:ext cx="241920" cy="351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EC79F8F-FB60-DAD3-A3AA-67DB4B3C57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49917" y="998821"/>
                  <a:ext cx="2775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17CBDF-F572-61B6-A2D6-8E56D8A36CAA}"/>
                    </a:ext>
                  </a:extLst>
                </p14:cNvPr>
                <p14:cNvContentPartPr/>
                <p14:nvPr/>
              </p14:nvContentPartPr>
              <p14:xfrm>
                <a:off x="8494797" y="1187821"/>
                <a:ext cx="198000" cy="15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17CBDF-F572-61B6-A2D6-8E56D8A36C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76797" y="1170181"/>
                  <a:ext cx="233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5BA274-5263-B217-3553-5244688E1B54}"/>
                    </a:ext>
                  </a:extLst>
                </p14:cNvPr>
                <p14:cNvContentPartPr/>
                <p14:nvPr/>
              </p14:nvContentPartPr>
              <p14:xfrm>
                <a:off x="8701797" y="1061461"/>
                <a:ext cx="93600" cy="256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5BA274-5263-B217-3553-5244688E1B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83797" y="1043461"/>
                  <a:ext cx="129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6B826D-1EF3-D88A-B214-71428AA3B2EF}"/>
                    </a:ext>
                  </a:extLst>
                </p14:cNvPr>
                <p14:cNvContentPartPr/>
                <p14:nvPr/>
              </p14:nvContentPartPr>
              <p14:xfrm>
                <a:off x="8659317" y="1196101"/>
                <a:ext cx="106920" cy="65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6B826D-1EF3-D88A-B214-71428AA3B2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41317" y="1178101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EADF30-915D-D035-5349-C8888ECD6B6C}"/>
                    </a:ext>
                  </a:extLst>
                </p14:cNvPr>
                <p14:cNvContentPartPr/>
                <p14:nvPr/>
              </p14:nvContentPartPr>
              <p14:xfrm>
                <a:off x="8912397" y="1136701"/>
                <a:ext cx="263520" cy="147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EADF30-915D-D035-5349-C8888ECD6B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94397" y="1119061"/>
                  <a:ext cx="2991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E17235-C340-525B-62EB-E8A5A85F244B}"/>
              </a:ext>
            </a:extLst>
          </p:cNvPr>
          <p:cNvGrpSpPr/>
          <p:nvPr/>
        </p:nvGrpSpPr>
        <p:grpSpPr>
          <a:xfrm>
            <a:off x="8293917" y="2355301"/>
            <a:ext cx="1145880" cy="342360"/>
            <a:chOff x="8293917" y="2355301"/>
            <a:chExt cx="114588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AFCA85-6F4B-50C8-4EF7-9F0FD388A6DC}"/>
                    </a:ext>
                  </a:extLst>
                </p14:cNvPr>
                <p14:cNvContentPartPr/>
                <p14:nvPr/>
              </p14:nvContentPartPr>
              <p14:xfrm>
                <a:off x="8293917" y="2383021"/>
                <a:ext cx="131400" cy="314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AFCA85-6F4B-50C8-4EF7-9F0FD388A6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75917" y="2365021"/>
                  <a:ext cx="167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118C3D-A723-39ED-F5FA-40DCA5B2D71E}"/>
                    </a:ext>
                  </a:extLst>
                </p14:cNvPr>
                <p14:cNvContentPartPr/>
                <p14:nvPr/>
              </p14:nvContentPartPr>
              <p14:xfrm>
                <a:off x="8526477" y="2489221"/>
                <a:ext cx="117360" cy="132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118C3D-A723-39ED-F5FA-40DCA5B2D71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08837" y="2471581"/>
                  <a:ext cx="153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A58FEC6-8AC4-2685-922A-BEFD5BF27E8D}"/>
                    </a:ext>
                  </a:extLst>
                </p14:cNvPr>
                <p14:cNvContentPartPr/>
                <p14:nvPr/>
              </p14:nvContentPartPr>
              <p14:xfrm>
                <a:off x="8721957" y="2472301"/>
                <a:ext cx="163080" cy="10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A58FEC6-8AC4-2685-922A-BEFD5BF27E8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04317" y="2454661"/>
                  <a:ext cx="198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D2B3C5-9E0C-77CF-E38A-A1F25AFEA226}"/>
                    </a:ext>
                  </a:extLst>
                </p14:cNvPr>
                <p14:cNvContentPartPr/>
                <p14:nvPr/>
              </p14:nvContentPartPr>
              <p14:xfrm>
                <a:off x="8904117" y="2403541"/>
                <a:ext cx="112320" cy="107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D2B3C5-9E0C-77CF-E38A-A1F25AFEA2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86477" y="2385901"/>
                  <a:ext cx="147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C05257-70A2-D6D3-FFEF-05AD3849A2EA}"/>
                    </a:ext>
                  </a:extLst>
                </p14:cNvPr>
                <p14:cNvContentPartPr/>
                <p14:nvPr/>
              </p14:nvContentPartPr>
              <p14:xfrm>
                <a:off x="9095637" y="2408941"/>
                <a:ext cx="102240" cy="11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C05257-70A2-D6D3-FFEF-05AD3849A2E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77997" y="2391301"/>
                  <a:ext cx="137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52EE97-FC1E-3E3E-181C-4A224F09E9D8}"/>
                    </a:ext>
                  </a:extLst>
                </p14:cNvPr>
                <p14:cNvContentPartPr/>
                <p14:nvPr/>
              </p14:nvContentPartPr>
              <p14:xfrm>
                <a:off x="9286077" y="2355301"/>
                <a:ext cx="153720" cy="158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52EE97-FC1E-3E3E-181C-4A224F09E9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68437" y="2337661"/>
                  <a:ext cx="18936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39772D-A4D3-F013-94AA-8EF80F95F2D5}"/>
              </a:ext>
            </a:extLst>
          </p:cNvPr>
          <p:cNvGrpSpPr/>
          <p:nvPr/>
        </p:nvGrpSpPr>
        <p:grpSpPr>
          <a:xfrm>
            <a:off x="5022237" y="2374381"/>
            <a:ext cx="1000800" cy="384840"/>
            <a:chOff x="5022237" y="2374381"/>
            <a:chExt cx="10008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BF8E8D-585D-3BFA-666E-E08FBA163B56}"/>
                    </a:ext>
                  </a:extLst>
                </p14:cNvPr>
                <p14:cNvContentPartPr/>
                <p14:nvPr/>
              </p14:nvContentPartPr>
              <p14:xfrm>
                <a:off x="5025837" y="2483821"/>
                <a:ext cx="86400" cy="244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BF8E8D-585D-3BFA-666E-E08FBA163B5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08197" y="2465821"/>
                  <a:ext cx="122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BE28EF-5EC4-25AB-B3A3-B6129C9A16CC}"/>
                    </a:ext>
                  </a:extLst>
                </p14:cNvPr>
                <p14:cNvContentPartPr/>
                <p14:nvPr/>
              </p14:nvContentPartPr>
              <p14:xfrm>
                <a:off x="5022237" y="2478781"/>
                <a:ext cx="167760" cy="28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BE28EF-5EC4-25AB-B3A3-B6129C9A16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04237" y="2460781"/>
                  <a:ext cx="203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84B9892-B77C-BE63-7B14-7D799ACFC08C}"/>
                    </a:ext>
                  </a:extLst>
                </p14:cNvPr>
                <p14:cNvContentPartPr/>
                <p14:nvPr/>
              </p14:nvContentPartPr>
              <p14:xfrm>
                <a:off x="5303397" y="2473021"/>
                <a:ext cx="99360" cy="150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84B9892-B77C-BE63-7B14-7D799ACFC08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85397" y="2455021"/>
                  <a:ext cx="135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D14655-0F12-8B8B-3EA1-1DD4F55C1263}"/>
                    </a:ext>
                  </a:extLst>
                </p14:cNvPr>
                <p14:cNvContentPartPr/>
                <p14:nvPr/>
              </p14:nvContentPartPr>
              <p14:xfrm>
                <a:off x="5486997" y="2503621"/>
                <a:ext cx="198360" cy="12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D14655-0F12-8B8B-3EA1-1DD4F55C126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69357" y="2485621"/>
                  <a:ext cx="234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5EE4FB1-1684-7BFF-9266-A1032D2D7243}"/>
                    </a:ext>
                  </a:extLst>
                </p14:cNvPr>
                <p14:cNvContentPartPr/>
                <p14:nvPr/>
              </p14:nvContentPartPr>
              <p14:xfrm>
                <a:off x="5736837" y="2519461"/>
                <a:ext cx="57240" cy="91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5EE4FB1-1684-7BFF-9266-A1032D2D72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18837" y="2501461"/>
                  <a:ext cx="92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57F753-394B-055E-95DE-9A905C880699}"/>
                    </a:ext>
                  </a:extLst>
                </p14:cNvPr>
                <p14:cNvContentPartPr/>
                <p14:nvPr/>
              </p14:nvContentPartPr>
              <p14:xfrm>
                <a:off x="5715237" y="2374381"/>
                <a:ext cx="28440" cy="59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57F753-394B-055E-95DE-9A905C8806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697237" y="2356741"/>
                  <a:ext cx="64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0A0CCD-44CC-C231-59BD-596C085DD727}"/>
                    </a:ext>
                  </a:extLst>
                </p14:cNvPr>
                <p14:cNvContentPartPr/>
                <p14:nvPr/>
              </p14:nvContentPartPr>
              <p14:xfrm>
                <a:off x="5846637" y="2462221"/>
                <a:ext cx="176400" cy="101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0A0CCD-44CC-C231-59BD-596C085DD72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28637" y="2444581"/>
                  <a:ext cx="212040" cy="137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31D76BB7-4D15-A550-83C1-4C341AE1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0"/>
          <a:stretch>
            <a:fillRect/>
          </a:stretch>
        </p:blipFill>
        <p:spPr bwMode="auto">
          <a:xfrm>
            <a:off x="502919" y="300990"/>
            <a:ext cx="9517897" cy="625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E9E1581-E150-5656-948A-28D3B36A3FD9}"/>
              </a:ext>
            </a:extLst>
          </p:cNvPr>
          <p:cNvGrpSpPr/>
          <p:nvPr/>
        </p:nvGrpSpPr>
        <p:grpSpPr>
          <a:xfrm>
            <a:off x="1069664" y="73169"/>
            <a:ext cx="1968840" cy="1329120"/>
            <a:chOff x="1069664" y="73169"/>
            <a:chExt cx="1968840" cy="13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14:cNvPr>
                <p14:cNvContentPartPr/>
                <p14:nvPr/>
              </p14:nvContentPartPr>
              <p14:xfrm>
                <a:off x="1069664" y="191609"/>
                <a:ext cx="1968840" cy="1024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CB083B0-4474-BAAB-22E3-9219A59A7D6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2024" y="173609"/>
                  <a:ext cx="200448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14:cNvPr>
                <p14:cNvContentPartPr/>
                <p14:nvPr/>
              </p14:nvContentPartPr>
              <p14:xfrm>
                <a:off x="1603544" y="73169"/>
                <a:ext cx="1181520" cy="1098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250ACBF-778F-3C9C-CF9C-93A9068DE6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85904" y="55169"/>
                  <a:ext cx="121716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14:cNvPr>
                <p14:cNvContentPartPr/>
                <p14:nvPr/>
              </p14:nvContentPartPr>
              <p14:xfrm>
                <a:off x="1516424" y="150209"/>
                <a:ext cx="1307520" cy="1252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A56A2EC-E1B1-39ED-AACC-6AC707B345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98784" y="132209"/>
                  <a:ext cx="1343160" cy="12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14:cNvPr>
              <p14:cNvContentPartPr/>
              <p14:nvPr/>
            </p14:nvContentPartPr>
            <p14:xfrm>
              <a:off x="9605624" y="2999249"/>
              <a:ext cx="2062800" cy="24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D5D251-E2A4-EC1F-8E10-F463925062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87984" y="2981609"/>
                <a:ext cx="209844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976D9-4E01-3F9F-0F39-20F68895D9FB}"/>
              </a:ext>
            </a:extLst>
          </p:cNvPr>
          <p:cNvGrpSpPr/>
          <p:nvPr/>
        </p:nvGrpSpPr>
        <p:grpSpPr>
          <a:xfrm>
            <a:off x="10388624" y="4330169"/>
            <a:ext cx="1076400" cy="284040"/>
            <a:chOff x="10388624" y="4330169"/>
            <a:chExt cx="10764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14:cNvPr>
                <p14:cNvContentPartPr/>
                <p14:nvPr/>
              </p14:nvContentPartPr>
              <p14:xfrm>
                <a:off x="10388624" y="4378049"/>
                <a:ext cx="116280" cy="236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51CCB4-E642-0D1A-D54E-A10B68CBDE3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0984" y="4360409"/>
                  <a:ext cx="151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14:cNvPr>
                <p14:cNvContentPartPr/>
                <p14:nvPr/>
              </p14:nvContentPartPr>
              <p14:xfrm>
                <a:off x="10585904" y="4486769"/>
                <a:ext cx="12600" cy="9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676EC1-8A47-9947-5D78-30A6CCC2F5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67904" y="4468769"/>
                  <a:ext cx="48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14:cNvPr>
                <p14:cNvContentPartPr/>
                <p14:nvPr/>
              </p14:nvContentPartPr>
              <p14:xfrm>
                <a:off x="10590944" y="4344569"/>
                <a:ext cx="29160" cy="1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D911E9A-5545-2348-AB73-70C9276AF53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72944" y="4326569"/>
                  <a:ext cx="64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14:cNvPr>
                <p14:cNvContentPartPr/>
                <p14:nvPr/>
              </p14:nvContentPartPr>
              <p14:xfrm>
                <a:off x="10705424" y="4330529"/>
                <a:ext cx="50760" cy="22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95CF76-E99F-C920-8A12-42C9929E6E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87784" y="4312889"/>
                  <a:ext cx="86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14:cNvPr>
                <p14:cNvContentPartPr/>
                <p14:nvPr/>
              </p14:nvContentPartPr>
              <p14:xfrm>
                <a:off x="10835384" y="4460849"/>
                <a:ext cx="34920" cy="96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0F6-B460-5605-1182-B44494721D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17744" y="4443209"/>
                  <a:ext cx="70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14:cNvPr>
                <p14:cNvContentPartPr/>
                <p14:nvPr/>
              </p14:nvContentPartPr>
              <p14:xfrm>
                <a:off x="10854104" y="4330169"/>
                <a:ext cx="25200" cy="57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4B2531-2364-5B62-CDCB-7E40749486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36464" y="4312169"/>
                  <a:ext cx="60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14:cNvPr>
                <p14:cNvContentPartPr/>
                <p14:nvPr/>
              </p14:nvContentPartPr>
              <p14:xfrm>
                <a:off x="11000264" y="4433129"/>
                <a:ext cx="41760" cy="12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68F2B4-5B6A-1820-3E08-37F0035C881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982624" y="4415129"/>
                  <a:ext cx="77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14:cNvPr>
                <p14:cNvContentPartPr/>
                <p14:nvPr/>
              </p14:nvContentPartPr>
              <p14:xfrm>
                <a:off x="11146064" y="4459049"/>
                <a:ext cx="115200" cy="12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012F48-D30F-046C-7A14-B732C5E62F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28424" y="4441049"/>
                  <a:ext cx="150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14:cNvPr>
                <p14:cNvContentPartPr/>
                <p14:nvPr/>
              </p14:nvContentPartPr>
              <p14:xfrm>
                <a:off x="11309504" y="4421969"/>
                <a:ext cx="155520" cy="96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F337EF-6C8B-25ED-5B64-4B5E593642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91504" y="4404329"/>
                  <a:ext cx="191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35A87E-39AF-90DB-6CBD-4046E7C6A3C8}"/>
              </a:ext>
            </a:extLst>
          </p:cNvPr>
          <p:cNvGrpSpPr/>
          <p:nvPr/>
        </p:nvGrpSpPr>
        <p:grpSpPr>
          <a:xfrm>
            <a:off x="9789224" y="2248289"/>
            <a:ext cx="2363760" cy="1437480"/>
            <a:chOff x="9789224" y="2248289"/>
            <a:chExt cx="2363760" cy="14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14:cNvPr>
                <p14:cNvContentPartPr/>
                <p14:nvPr/>
              </p14:nvContentPartPr>
              <p14:xfrm>
                <a:off x="9857984" y="3025169"/>
                <a:ext cx="407880" cy="660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715FA2-161B-C32D-5D48-83FAD11457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9984" y="3007169"/>
                  <a:ext cx="4435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14:cNvPr>
                <p14:cNvContentPartPr/>
                <p14:nvPr/>
              </p14:nvContentPartPr>
              <p14:xfrm>
                <a:off x="9789224" y="3159809"/>
                <a:ext cx="156960" cy="25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151CE8-11E1-8EF8-C93F-9D2A544D0B7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71584" y="3141809"/>
                  <a:ext cx="1926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14:cNvPr>
                <p14:cNvContentPartPr/>
                <p14:nvPr/>
              </p14:nvContentPartPr>
              <p14:xfrm>
                <a:off x="11125184" y="3031649"/>
                <a:ext cx="623880" cy="54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446C18-7B81-FFA1-DFB5-0D5080FE03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07544" y="3013649"/>
                  <a:ext cx="6595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14:cNvPr>
                <p14:cNvContentPartPr/>
                <p14:nvPr/>
              </p14:nvContentPartPr>
              <p14:xfrm>
                <a:off x="11399504" y="3147929"/>
                <a:ext cx="98280" cy="235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3A5CB2-72C0-51F5-314F-04BD0FD170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381864" y="3129929"/>
                  <a:ext cx="133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14:cNvPr>
                <p14:cNvContentPartPr/>
                <p14:nvPr/>
              </p14:nvContentPartPr>
              <p14:xfrm>
                <a:off x="11450264" y="3158369"/>
                <a:ext cx="167400" cy="20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FBC540-5B0A-DC06-CFDE-6C8C2817CA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32264" y="3140369"/>
                  <a:ext cx="203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14:cNvPr>
                <p14:cNvContentPartPr/>
                <p14:nvPr/>
              </p14:nvContentPartPr>
              <p14:xfrm>
                <a:off x="10220144" y="2843729"/>
                <a:ext cx="16920" cy="18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F73318-64C9-8882-8120-9AA93B1847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02504" y="2826089"/>
                  <a:ext cx="52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14:cNvPr>
                <p14:cNvContentPartPr/>
                <p14:nvPr/>
              </p14:nvContentPartPr>
              <p14:xfrm>
                <a:off x="10189544" y="2832929"/>
                <a:ext cx="934200" cy="3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C8DA72-4A9F-37AB-B4FB-6956BD4792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71544" y="2814929"/>
                  <a:ext cx="969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14:cNvPr>
                <p14:cNvContentPartPr/>
                <p14:nvPr/>
              </p14:nvContentPartPr>
              <p14:xfrm>
                <a:off x="11092424" y="2842289"/>
                <a:ext cx="54000" cy="163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C065CE-82D9-E5C8-A5DA-002AF5297C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74784" y="2824289"/>
                  <a:ext cx="89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14:cNvPr>
                <p14:cNvContentPartPr/>
                <p14:nvPr/>
              </p14:nvContentPartPr>
              <p14:xfrm>
                <a:off x="11282144" y="2750489"/>
                <a:ext cx="279720" cy="13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1CA398-074E-514E-698B-7517C313A3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264504" y="2732849"/>
                  <a:ext cx="315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14:cNvPr>
                <p14:cNvContentPartPr/>
                <p14:nvPr/>
              </p14:nvContentPartPr>
              <p14:xfrm>
                <a:off x="11655464" y="2593529"/>
                <a:ext cx="11808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78411B-9345-840B-0C7B-95958C073D7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37464" y="2575889"/>
                  <a:ext cx="153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14:cNvPr>
                <p14:cNvContentPartPr/>
                <p14:nvPr/>
              </p14:nvContentPartPr>
              <p14:xfrm>
                <a:off x="11795504" y="2627369"/>
                <a:ext cx="123480" cy="26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5A544E-5FC3-F023-81C0-83AF848C30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77504" y="2609369"/>
                  <a:ext cx="159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14:cNvPr>
                <p14:cNvContentPartPr/>
                <p14:nvPr/>
              </p14:nvContentPartPr>
              <p14:xfrm>
                <a:off x="11869664" y="2585609"/>
                <a:ext cx="1440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7E2CCE-B9AF-E7EA-8CBF-8B58F4390F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851664" y="2567609"/>
                  <a:ext cx="50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14:cNvPr>
                <p14:cNvContentPartPr/>
                <p14:nvPr/>
              </p14:nvContentPartPr>
              <p14:xfrm>
                <a:off x="11922224" y="2566889"/>
                <a:ext cx="41400" cy="46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643538-7ED7-9536-7E57-93451BF400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904224" y="2548889"/>
                  <a:ext cx="77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14:cNvPr>
                <p14:cNvContentPartPr/>
                <p14:nvPr/>
              </p14:nvContentPartPr>
              <p14:xfrm>
                <a:off x="11914304" y="2517209"/>
                <a:ext cx="14760" cy="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E26A4BC-15F0-D927-AD39-E0F2CE0E11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896304" y="2499569"/>
                  <a:ext cx="5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14:cNvPr>
                <p14:cNvContentPartPr/>
                <p14:nvPr/>
              </p14:nvContentPartPr>
              <p14:xfrm>
                <a:off x="12000344" y="2464289"/>
                <a:ext cx="73080" cy="13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C619E-4CFE-6789-A9E6-B611AF65BB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982704" y="2446649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14:cNvPr>
                <p14:cNvContentPartPr/>
                <p14:nvPr/>
              </p14:nvContentPartPr>
              <p14:xfrm>
                <a:off x="12105104" y="2495249"/>
                <a:ext cx="47880" cy="8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3D6CD4-CB1E-81CD-9176-7D3AD67674C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087104" y="2477249"/>
                  <a:ext cx="83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14:cNvPr>
                <p14:cNvContentPartPr/>
                <p14:nvPr/>
              </p14:nvContentPartPr>
              <p14:xfrm>
                <a:off x="10180184" y="2248289"/>
                <a:ext cx="949320" cy="596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0CF6D5-C8D5-B29E-B7D6-71A1647A74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162544" y="2230649"/>
                  <a:ext cx="98496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790097-0D14-E8CC-B5A3-EEF8A230ADA0}"/>
              </a:ext>
            </a:extLst>
          </p:cNvPr>
          <p:cNvGrpSpPr/>
          <p:nvPr/>
        </p:nvGrpSpPr>
        <p:grpSpPr>
          <a:xfrm>
            <a:off x="10180184" y="2262689"/>
            <a:ext cx="979920" cy="585000"/>
            <a:chOff x="10180184" y="2262689"/>
            <a:chExt cx="97992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14:cNvPr>
                <p14:cNvContentPartPr/>
                <p14:nvPr/>
              </p14:nvContentPartPr>
              <p14:xfrm>
                <a:off x="10180184" y="2369609"/>
                <a:ext cx="75240" cy="443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52BC9D-C5C2-9659-C19E-ACFAAA1A7E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62544" y="2351969"/>
                  <a:ext cx="110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14:cNvPr>
                <p14:cNvContentPartPr/>
                <p14:nvPr/>
              </p14:nvContentPartPr>
              <p14:xfrm>
                <a:off x="10211864" y="2262689"/>
                <a:ext cx="948240" cy="585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887D01B-794D-F9CA-BB77-06AE025373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193864" y="2245049"/>
                  <a:ext cx="9838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14:cNvPr>
                <p14:cNvContentPartPr/>
                <p14:nvPr/>
              </p14:nvContentPartPr>
              <p14:xfrm>
                <a:off x="10193144" y="2285369"/>
                <a:ext cx="138960" cy="20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58EE31-ED38-76FA-84BE-EF9F17DE39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175144" y="2267369"/>
                  <a:ext cx="174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14:cNvPr>
                <p14:cNvContentPartPr/>
                <p14:nvPr/>
              </p14:nvContentPartPr>
              <p14:xfrm>
                <a:off x="10235984" y="2287889"/>
                <a:ext cx="19584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42AE43-C379-BC1C-6D7C-3BE325062E9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218344" y="2270249"/>
                  <a:ext cx="231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14:cNvPr>
                <p14:cNvContentPartPr/>
                <p14:nvPr/>
              </p14:nvContentPartPr>
              <p14:xfrm>
                <a:off x="10276304" y="2276369"/>
                <a:ext cx="254880" cy="33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230D47-F792-40D7-D4D0-02D449A555A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58304" y="2258369"/>
                  <a:ext cx="2905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14:cNvPr>
                <p14:cNvContentPartPr/>
                <p14:nvPr/>
              </p14:nvContentPartPr>
              <p14:xfrm>
                <a:off x="10342184" y="2268089"/>
                <a:ext cx="293400" cy="350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F85566-271B-0F92-F959-B409E56F311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24184" y="2250449"/>
                  <a:ext cx="329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14:cNvPr>
                <p14:cNvContentPartPr/>
                <p14:nvPr/>
              </p14:nvContentPartPr>
              <p14:xfrm>
                <a:off x="10412024" y="2272409"/>
                <a:ext cx="298080" cy="377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E7DCB2-E78A-14BD-4785-2AD13C0A8D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94024" y="2254409"/>
                  <a:ext cx="333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14:cNvPr>
                <p14:cNvContentPartPr/>
                <p14:nvPr/>
              </p14:nvContentPartPr>
              <p14:xfrm>
                <a:off x="10521824" y="2294009"/>
                <a:ext cx="316800" cy="409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0508117-3D93-D80E-2FCB-CD7C00F6597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04184" y="2276369"/>
                  <a:ext cx="3524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14:cNvPr>
                <p14:cNvContentPartPr/>
                <p14:nvPr/>
              </p14:nvContentPartPr>
              <p14:xfrm>
                <a:off x="10655744" y="2322809"/>
                <a:ext cx="244800" cy="30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07A44-45A0-76A4-D618-66180E6C4D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37744" y="2305169"/>
                  <a:ext cx="280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14:cNvPr>
                <p14:cNvContentPartPr/>
                <p14:nvPr/>
              </p14:nvContentPartPr>
              <p14:xfrm>
                <a:off x="10710464" y="2399129"/>
                <a:ext cx="248400" cy="291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B5B433-551F-19A5-4DF2-4B2C102CA7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92824" y="2381129"/>
                  <a:ext cx="284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14:cNvPr>
                <p14:cNvContentPartPr/>
                <p14:nvPr/>
              </p14:nvContentPartPr>
              <p14:xfrm>
                <a:off x="10777064" y="2526209"/>
                <a:ext cx="176040" cy="181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A85D79-5514-70F7-0B1E-5141BD58E68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59064" y="2508569"/>
                  <a:ext cx="211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14:cNvPr>
                <p14:cNvContentPartPr/>
                <p14:nvPr/>
              </p14:nvContentPartPr>
              <p14:xfrm>
                <a:off x="10906304" y="2575169"/>
                <a:ext cx="127800" cy="146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FC5DCC-3B99-29B9-BE23-5ABAFC82F0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88304" y="2557169"/>
                  <a:ext cx="163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14:cNvPr>
                <p14:cNvContentPartPr/>
                <p14:nvPr/>
              </p14:nvContentPartPr>
              <p14:xfrm>
                <a:off x="11002424" y="2681369"/>
                <a:ext cx="43560" cy="59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3A0D816-33EE-91F4-E037-5A1B5639A8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84424" y="2663369"/>
                  <a:ext cx="792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F438E25-A597-DF66-5ABD-CB7BC6CDEB97}"/>
              </a:ext>
            </a:extLst>
          </p:cNvPr>
          <p:cNvGrpSpPr/>
          <p:nvPr/>
        </p:nvGrpSpPr>
        <p:grpSpPr>
          <a:xfrm>
            <a:off x="10468544" y="1875329"/>
            <a:ext cx="732240" cy="240120"/>
            <a:chOff x="10468544" y="1875329"/>
            <a:chExt cx="73224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14:cNvPr>
                <p14:cNvContentPartPr/>
                <p14:nvPr/>
              </p14:nvContentPartPr>
              <p14:xfrm>
                <a:off x="10468544" y="1875329"/>
                <a:ext cx="205200" cy="240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F44B5D-400A-47EE-6245-B6D07793D86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450904" y="1857689"/>
                  <a:ext cx="240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14:cNvPr>
                <p14:cNvContentPartPr/>
                <p14:nvPr/>
              </p14:nvContentPartPr>
              <p14:xfrm>
                <a:off x="10738904" y="1991249"/>
                <a:ext cx="149760" cy="100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0D8B80-360E-9D01-F92F-2BC84F33C7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721264" y="1973249"/>
                  <a:ext cx="185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14:cNvPr>
                <p14:cNvContentPartPr/>
                <p14:nvPr/>
              </p14:nvContentPartPr>
              <p14:xfrm>
                <a:off x="10947704" y="1895849"/>
                <a:ext cx="68040" cy="210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573EC7-77FF-39D9-4AE9-785358C5E74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29704" y="1878209"/>
                  <a:ext cx="103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14:cNvPr>
                <p14:cNvContentPartPr/>
                <p14:nvPr/>
              </p14:nvContentPartPr>
              <p14:xfrm>
                <a:off x="10919624" y="2005289"/>
                <a:ext cx="120240" cy="45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478445-A551-FC48-8142-7263BFABF85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01624" y="1987289"/>
                  <a:ext cx="155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14:cNvPr>
                <p14:cNvContentPartPr/>
                <p14:nvPr/>
              </p14:nvContentPartPr>
              <p14:xfrm>
                <a:off x="11107184" y="1954889"/>
                <a:ext cx="93600" cy="13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75BCC6B-BDF6-6F13-A381-903EC7AD826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89544" y="1937249"/>
                  <a:ext cx="129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14:cNvPr>
              <p14:cNvContentPartPr/>
              <p14:nvPr/>
            </p14:nvContentPartPr>
            <p14:xfrm>
              <a:off x="10238504" y="3096449"/>
              <a:ext cx="910440" cy="40680"/>
            </p14:xfrm>
          </p:contentPart>
        </mc:Choice>
        <mc:Fallback xmlns="">
          <p:pic>
            <p:nvPicPr>
              <p:cNvPr id="21504" name="Ink 21503">
                <a:extLst>
                  <a:ext uri="{FF2B5EF4-FFF2-40B4-BE49-F238E27FC236}">
                    <a16:creationId xmlns:a16="http://schemas.microsoft.com/office/drawing/2014/main" id="{2F34935A-8AE5-DD0E-3065-9E1E3E49250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84864" y="2988449"/>
                <a:ext cx="1018080" cy="25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16" name="Group 21515">
            <a:extLst>
              <a:ext uri="{FF2B5EF4-FFF2-40B4-BE49-F238E27FC236}">
                <a16:creationId xmlns:a16="http://schemas.microsoft.com/office/drawing/2014/main" id="{7B14CC8B-91D3-2A21-F4BE-743A14F52300}"/>
              </a:ext>
            </a:extLst>
          </p:cNvPr>
          <p:cNvGrpSpPr/>
          <p:nvPr/>
        </p:nvGrpSpPr>
        <p:grpSpPr>
          <a:xfrm>
            <a:off x="9328064" y="3003929"/>
            <a:ext cx="2624400" cy="2587680"/>
            <a:chOff x="9328064" y="3003929"/>
            <a:chExt cx="2624400" cy="25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14:cNvPr>
                <p14:cNvContentPartPr/>
                <p14:nvPr/>
              </p14:nvContentPartPr>
              <p14:xfrm>
                <a:off x="9609224" y="3038849"/>
                <a:ext cx="101880" cy="1221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E5F7F7-2A19-0986-721F-71B7C43FC95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91584" y="3021209"/>
                  <a:ext cx="137520" cy="12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14:cNvPr>
                <p14:cNvContentPartPr/>
                <p14:nvPr/>
              </p14:nvContentPartPr>
              <p14:xfrm>
                <a:off x="9615704" y="4144409"/>
                <a:ext cx="2336760" cy="206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DE9FF8-3346-8D94-A3FD-E08CFD4E1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97704" y="4126769"/>
                  <a:ext cx="23724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14:cNvPr>
                <p14:cNvContentPartPr/>
                <p14:nvPr/>
              </p14:nvContentPartPr>
              <p14:xfrm>
                <a:off x="11676704" y="3015089"/>
                <a:ext cx="18396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DD47D8-2B75-AAC1-5285-73A6B65BD5A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58704" y="2997089"/>
                  <a:ext cx="21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14:cNvPr>
                <p14:cNvContentPartPr/>
                <p14:nvPr/>
              </p14:nvContentPartPr>
              <p14:xfrm>
                <a:off x="11773184" y="3003929"/>
                <a:ext cx="77040" cy="122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5D0426-AC78-A216-BB0E-BC367E1BAC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755184" y="2986289"/>
                  <a:ext cx="112680" cy="12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14:cNvPr>
                <p14:cNvContentPartPr/>
                <p14:nvPr/>
              </p14:nvContentPartPr>
              <p14:xfrm>
                <a:off x="9558464" y="3130649"/>
                <a:ext cx="1099440" cy="1972800"/>
              </p14:xfrm>
            </p:contentPart>
          </mc:Choice>
          <mc:Fallback xmlns="">
            <p:pic>
              <p:nvPicPr>
                <p:cNvPr id="21505" name="Ink 21504">
                  <a:extLst>
                    <a:ext uri="{FF2B5EF4-FFF2-40B4-BE49-F238E27FC236}">
                      <a16:creationId xmlns:a16="http://schemas.microsoft.com/office/drawing/2014/main" id="{1FC4F19A-90E9-46B0-E10C-C38872F23C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40824" y="3112649"/>
                  <a:ext cx="113508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14:cNvPr>
                <p14:cNvContentPartPr/>
                <p14:nvPr/>
              </p14:nvContentPartPr>
              <p14:xfrm>
                <a:off x="9328064" y="5404049"/>
                <a:ext cx="170640" cy="187560"/>
              </p14:xfrm>
            </p:contentPart>
          </mc:Choice>
          <mc:Fallback xmlns="">
            <p:pic>
              <p:nvPicPr>
                <p:cNvPr id="21507" name="Ink 21506">
                  <a:extLst>
                    <a:ext uri="{FF2B5EF4-FFF2-40B4-BE49-F238E27FC236}">
                      <a16:creationId xmlns:a16="http://schemas.microsoft.com/office/drawing/2014/main" id="{6FD3E32E-4333-8B46-CD00-22D7564899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10064" y="5386049"/>
                  <a:ext cx="20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14:cNvPr>
                <p14:cNvContentPartPr/>
                <p14:nvPr/>
              </p14:nvContentPartPr>
              <p14:xfrm>
                <a:off x="9522464" y="5377049"/>
                <a:ext cx="173520" cy="158760"/>
              </p14:xfrm>
            </p:contentPart>
          </mc:Choice>
          <mc:Fallback xmlns="">
            <p:pic>
              <p:nvPicPr>
                <p:cNvPr id="21508" name="Ink 21507">
                  <a:extLst>
                    <a:ext uri="{FF2B5EF4-FFF2-40B4-BE49-F238E27FC236}">
                      <a16:creationId xmlns:a16="http://schemas.microsoft.com/office/drawing/2014/main" id="{20453EF0-3746-4DF2-EF2E-526EAD010F7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04464" y="5359409"/>
                  <a:ext cx="209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14:cNvPr>
                <p14:cNvContentPartPr/>
                <p14:nvPr/>
              </p14:nvContentPartPr>
              <p14:xfrm>
                <a:off x="9742784" y="5380649"/>
                <a:ext cx="127440" cy="97200"/>
              </p14:xfrm>
            </p:contentPart>
          </mc:Choice>
          <mc:Fallback xmlns="">
            <p:pic>
              <p:nvPicPr>
                <p:cNvPr id="21509" name="Ink 21508">
                  <a:extLst>
                    <a:ext uri="{FF2B5EF4-FFF2-40B4-BE49-F238E27FC236}">
                      <a16:creationId xmlns:a16="http://schemas.microsoft.com/office/drawing/2014/main" id="{65AEDA9F-0A69-0BD6-37EE-D71B18AC9C0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25144" y="5363009"/>
                  <a:ext cx="163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14:cNvPr>
                <p14:cNvContentPartPr/>
                <p14:nvPr/>
              </p14:nvContentPartPr>
              <p14:xfrm>
                <a:off x="9868424" y="5354729"/>
                <a:ext cx="145440" cy="109440"/>
              </p14:xfrm>
            </p:contentPart>
          </mc:Choice>
          <mc:Fallback xmlns="">
            <p:pic>
              <p:nvPicPr>
                <p:cNvPr id="21510" name="Ink 21509">
                  <a:extLst>
                    <a:ext uri="{FF2B5EF4-FFF2-40B4-BE49-F238E27FC236}">
                      <a16:creationId xmlns:a16="http://schemas.microsoft.com/office/drawing/2014/main" id="{EFC5D9F1-BDCA-1BBA-ECA3-62BD03A32B7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850784" y="5336729"/>
                  <a:ext cx="181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14:cNvPr>
                <p14:cNvContentPartPr/>
                <p14:nvPr/>
              </p14:nvContentPartPr>
              <p14:xfrm>
                <a:off x="10052384" y="5341769"/>
                <a:ext cx="146520" cy="104400"/>
              </p14:xfrm>
            </p:contentPart>
          </mc:Choice>
          <mc:Fallback xmlns="">
            <p:pic>
              <p:nvPicPr>
                <p:cNvPr id="21511" name="Ink 21510">
                  <a:extLst>
                    <a:ext uri="{FF2B5EF4-FFF2-40B4-BE49-F238E27FC236}">
                      <a16:creationId xmlns:a16="http://schemas.microsoft.com/office/drawing/2014/main" id="{1196960F-BB2A-A58F-6379-CA03872192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034384" y="5323769"/>
                  <a:ext cx="182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14:cNvPr>
                <p14:cNvContentPartPr/>
                <p14:nvPr/>
              </p14:nvContentPartPr>
              <p14:xfrm>
                <a:off x="10268744" y="5228729"/>
                <a:ext cx="193680" cy="207720"/>
              </p14:xfrm>
            </p:contentPart>
          </mc:Choice>
          <mc:Fallback xmlns="">
            <p:pic>
              <p:nvPicPr>
                <p:cNvPr id="21514" name="Ink 21513">
                  <a:extLst>
                    <a:ext uri="{FF2B5EF4-FFF2-40B4-BE49-F238E27FC236}">
                      <a16:creationId xmlns:a16="http://schemas.microsoft.com/office/drawing/2014/main" id="{7534B7E6-CBFB-F44C-D5BC-5BC4C200ED9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50744" y="5210729"/>
                  <a:ext cx="229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14:cNvPr>
                <p14:cNvContentPartPr/>
                <p14:nvPr/>
              </p14:nvContentPartPr>
              <p14:xfrm>
                <a:off x="10512104" y="5390369"/>
                <a:ext cx="2520" cy="6840"/>
              </p14:xfrm>
            </p:contentPart>
          </mc:Choice>
          <mc:Fallback xmlns="">
            <p:pic>
              <p:nvPicPr>
                <p:cNvPr id="21515" name="Ink 21514">
                  <a:extLst>
                    <a:ext uri="{FF2B5EF4-FFF2-40B4-BE49-F238E27FC236}">
                      <a16:creationId xmlns:a16="http://schemas.microsoft.com/office/drawing/2014/main" id="{D321FE3A-CF0F-2D3F-66EA-53840C2DC23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94104" y="5372729"/>
                  <a:ext cx="38160" cy="42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E303B-74F0-241B-A683-A6DDBBEB7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38B3A96-EE71-63A9-EBB0-5A456FC66E63}"/>
                  </a:ext>
                </a:extLst>
              </p14:cNvPr>
              <p14:cNvContentPartPr/>
              <p14:nvPr/>
            </p14:nvContentPartPr>
            <p14:xfrm>
              <a:off x="1984583" y="1764541"/>
              <a:ext cx="2623320" cy="1921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38B3A96-EE71-63A9-EBB0-5A456FC66E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0943" y="1656541"/>
                <a:ext cx="2730960" cy="21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DDA9018-951B-63CC-B23F-59406691227F}"/>
              </a:ext>
            </a:extLst>
          </p:cNvPr>
          <p:cNvGrpSpPr/>
          <p:nvPr/>
        </p:nvGrpSpPr>
        <p:grpSpPr>
          <a:xfrm>
            <a:off x="2676863" y="3034981"/>
            <a:ext cx="1242720" cy="358200"/>
            <a:chOff x="2676863" y="3034981"/>
            <a:chExt cx="124272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AE495F-3FEB-0918-7D72-39F275091477}"/>
                    </a:ext>
                  </a:extLst>
                </p14:cNvPr>
                <p14:cNvContentPartPr/>
                <p14:nvPr/>
              </p14:nvContentPartPr>
              <p14:xfrm>
                <a:off x="2676863" y="3072781"/>
                <a:ext cx="169560" cy="320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AE495F-3FEB-0918-7D72-39F2750914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9223" y="3055141"/>
                  <a:ext cx="2052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185C10-17A3-1A15-1E92-D92178627EA0}"/>
                    </a:ext>
                  </a:extLst>
                </p14:cNvPr>
                <p14:cNvContentPartPr/>
                <p14:nvPr/>
              </p14:nvContentPartPr>
              <p14:xfrm>
                <a:off x="2924903" y="3223261"/>
                <a:ext cx="52200" cy="94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185C10-17A3-1A15-1E92-D92178627EA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06903" y="3205261"/>
                  <a:ext cx="87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F2D190-2794-3920-BE8D-97BB1182B83B}"/>
                    </a:ext>
                  </a:extLst>
                </p14:cNvPr>
                <p14:cNvContentPartPr/>
                <p14:nvPr/>
              </p14:nvContentPartPr>
              <p14:xfrm>
                <a:off x="2948303" y="3088981"/>
                <a:ext cx="21240" cy="87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F2D190-2794-3920-BE8D-97BB1182B8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0663" y="3070981"/>
                  <a:ext cx="56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127E75-5822-0056-C03A-8F3193AE6261}"/>
                    </a:ext>
                  </a:extLst>
                </p14:cNvPr>
                <p14:cNvContentPartPr/>
                <p14:nvPr/>
              </p14:nvContentPartPr>
              <p14:xfrm>
                <a:off x="3109583" y="3075661"/>
                <a:ext cx="55800" cy="23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127E75-5822-0056-C03A-8F3193AE626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91583" y="3057661"/>
                  <a:ext cx="91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C554C8-B93A-F37B-F787-FCF04300FAD8}"/>
                    </a:ext>
                  </a:extLst>
                </p14:cNvPr>
                <p14:cNvContentPartPr/>
                <p14:nvPr/>
              </p14:nvContentPartPr>
              <p14:xfrm>
                <a:off x="3258263" y="3172861"/>
                <a:ext cx="23760" cy="7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C554C8-B93A-F37B-F787-FCF04300FA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40263" y="3155221"/>
                  <a:ext cx="59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8C6C65-3506-FADD-B809-3DB9863E6254}"/>
                    </a:ext>
                  </a:extLst>
                </p14:cNvPr>
                <p14:cNvContentPartPr/>
                <p14:nvPr/>
              </p14:nvContentPartPr>
              <p14:xfrm>
                <a:off x="3242783" y="3034981"/>
                <a:ext cx="9000" cy="4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8C6C65-3506-FADD-B809-3DB9863E62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25143" y="3017341"/>
                  <a:ext cx="44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09809C-853B-661C-1F82-54518633C636}"/>
                    </a:ext>
                  </a:extLst>
                </p14:cNvPr>
                <p14:cNvContentPartPr/>
                <p14:nvPr/>
              </p14:nvContentPartPr>
              <p14:xfrm>
                <a:off x="3400463" y="3124261"/>
                <a:ext cx="56160" cy="14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09809C-853B-661C-1F82-54518633C63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82463" y="3106621"/>
                  <a:ext cx="91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AED1FA-B64B-2A76-8C60-A4E9F6DB11E3}"/>
                    </a:ext>
                  </a:extLst>
                </p14:cNvPr>
                <p14:cNvContentPartPr/>
                <p14:nvPr/>
              </p14:nvContentPartPr>
              <p14:xfrm>
                <a:off x="3552383" y="3103381"/>
                <a:ext cx="96120" cy="138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AED1FA-B64B-2A76-8C60-A4E9F6DB11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4383" y="3085381"/>
                  <a:ext cx="131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64579A-02A7-39E3-33CC-1E457C320FF8}"/>
                    </a:ext>
                  </a:extLst>
                </p14:cNvPr>
                <p14:cNvContentPartPr/>
                <p14:nvPr/>
              </p14:nvContentPartPr>
              <p14:xfrm>
                <a:off x="3748583" y="3049381"/>
                <a:ext cx="171000" cy="109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64579A-02A7-39E3-33CC-1E457C320F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30583" y="3031741"/>
                  <a:ext cx="20664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F6AD7A6-EBE9-30FC-1A58-4CB30C8BD129}"/>
                  </a:ext>
                </a:extLst>
              </p14:cNvPr>
              <p14:cNvContentPartPr/>
              <p14:nvPr/>
            </p14:nvContentPartPr>
            <p14:xfrm>
              <a:off x="1855703" y="1862461"/>
              <a:ext cx="733680" cy="630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F6AD7A6-EBE9-30FC-1A58-4CB30C8BD1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02063" y="1754461"/>
                <a:ext cx="841320" cy="8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3E8E549-A5AA-DC4C-4949-BD6F4B075921}"/>
                  </a:ext>
                </a:extLst>
              </p14:cNvPr>
              <p14:cNvContentPartPr/>
              <p14:nvPr/>
            </p14:nvContentPartPr>
            <p14:xfrm>
              <a:off x="3618263" y="1697941"/>
              <a:ext cx="996120" cy="623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3E8E549-A5AA-DC4C-4949-BD6F4B07592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64623" y="1590301"/>
                <a:ext cx="1103760" cy="83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38FAAAC9-B049-3DE2-263D-5269FFAF10D8}"/>
              </a:ext>
            </a:extLst>
          </p:cNvPr>
          <p:cNvGrpSpPr/>
          <p:nvPr/>
        </p:nvGrpSpPr>
        <p:grpSpPr>
          <a:xfrm>
            <a:off x="4524383" y="1936981"/>
            <a:ext cx="906480" cy="258840"/>
            <a:chOff x="4524383" y="1936981"/>
            <a:chExt cx="9064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0E6F4C-63A9-030B-2E52-726E9986F538}"/>
                    </a:ext>
                  </a:extLst>
                </p14:cNvPr>
                <p14:cNvContentPartPr/>
                <p14:nvPr/>
              </p14:nvContentPartPr>
              <p14:xfrm>
                <a:off x="4524383" y="2028781"/>
                <a:ext cx="874800" cy="1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0E6F4C-63A9-030B-2E52-726E9986F5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06743" y="2010781"/>
                  <a:ext cx="910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597C29-2749-60D7-B5B1-B30CAD7587F8}"/>
                    </a:ext>
                  </a:extLst>
                </p14:cNvPr>
                <p14:cNvContentPartPr/>
                <p14:nvPr/>
              </p14:nvContentPartPr>
              <p14:xfrm>
                <a:off x="5283263" y="1936981"/>
                <a:ext cx="147600" cy="25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597C29-2749-60D7-B5B1-B30CAD7587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65263" y="1919341"/>
                  <a:ext cx="18324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F126B1A-1D65-6143-4875-D933D9838C88}"/>
              </a:ext>
            </a:extLst>
          </p:cNvPr>
          <p:cNvGrpSpPr/>
          <p:nvPr/>
        </p:nvGrpSpPr>
        <p:grpSpPr>
          <a:xfrm>
            <a:off x="5701223" y="1967941"/>
            <a:ext cx="1113840" cy="920880"/>
            <a:chOff x="5701223" y="1967941"/>
            <a:chExt cx="1113840" cy="9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4E333E-373B-C7B5-DF8D-F377881A240A}"/>
                    </a:ext>
                  </a:extLst>
                </p14:cNvPr>
                <p14:cNvContentPartPr/>
                <p14:nvPr/>
              </p14:nvContentPartPr>
              <p14:xfrm>
                <a:off x="5701223" y="1967941"/>
                <a:ext cx="44640" cy="276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4E333E-373B-C7B5-DF8D-F377881A24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3223" y="1950301"/>
                  <a:ext cx="802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3A6E88-0933-562D-CD4B-06785780F963}"/>
                    </a:ext>
                  </a:extLst>
                </p14:cNvPr>
                <p14:cNvContentPartPr/>
                <p14:nvPr/>
              </p14:nvContentPartPr>
              <p14:xfrm>
                <a:off x="5858903" y="2000701"/>
                <a:ext cx="55800" cy="260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3A6E88-0933-562D-CD4B-06785780F9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41263" y="1982701"/>
                  <a:ext cx="91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AC62CB0-A626-9B9E-BD11-1E42ECCE844E}"/>
                    </a:ext>
                  </a:extLst>
                </p14:cNvPr>
                <p14:cNvContentPartPr/>
                <p14:nvPr/>
              </p14:nvContentPartPr>
              <p14:xfrm>
                <a:off x="5791583" y="2160541"/>
                <a:ext cx="96120" cy="23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AC62CB0-A626-9B9E-BD11-1E42ECCE84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73583" y="2142901"/>
                  <a:ext cx="131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5BDE212-FBE4-6573-C6AC-952AD8CD7AFC}"/>
                    </a:ext>
                  </a:extLst>
                </p14:cNvPr>
                <p14:cNvContentPartPr/>
                <p14:nvPr/>
              </p14:nvContentPartPr>
              <p14:xfrm>
                <a:off x="6027383" y="2116981"/>
                <a:ext cx="11160" cy="13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5BDE212-FBE4-6573-C6AC-952AD8CD7A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09743" y="2099341"/>
                  <a:ext cx="46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944525-3FDD-3BF9-00C8-4F77DF3630D4}"/>
                    </a:ext>
                  </a:extLst>
                </p14:cNvPr>
                <p14:cNvContentPartPr/>
                <p14:nvPr/>
              </p14:nvContentPartPr>
              <p14:xfrm>
                <a:off x="6016943" y="2038141"/>
                <a:ext cx="24120" cy="3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944525-3FDD-3BF9-00C8-4F77DF3630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99303" y="2020501"/>
                  <a:ext cx="59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45968F-DF48-AE30-B352-5C276D3A6C80}"/>
                    </a:ext>
                  </a:extLst>
                </p14:cNvPr>
                <p14:cNvContentPartPr/>
                <p14:nvPr/>
              </p14:nvContentPartPr>
              <p14:xfrm>
                <a:off x="6097943" y="2103301"/>
                <a:ext cx="132120" cy="18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45968F-DF48-AE30-B352-5C276D3A6C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79943" y="2085661"/>
                  <a:ext cx="167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5C797C-8AF1-C245-442F-253E49E8586E}"/>
                    </a:ext>
                  </a:extLst>
                </p14:cNvPr>
                <p14:cNvContentPartPr/>
                <p14:nvPr/>
              </p14:nvContentPartPr>
              <p14:xfrm>
                <a:off x="6309263" y="1999621"/>
                <a:ext cx="119520" cy="19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5C797C-8AF1-C245-442F-253E49E858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91263" y="1981621"/>
                  <a:ext cx="155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F8EF26-CAAF-382F-C8B6-14E3530DC147}"/>
                    </a:ext>
                  </a:extLst>
                </p14:cNvPr>
                <p14:cNvContentPartPr/>
                <p14:nvPr/>
              </p14:nvContentPartPr>
              <p14:xfrm>
                <a:off x="6531383" y="1998901"/>
                <a:ext cx="60480" cy="24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F8EF26-CAAF-382F-C8B6-14E3530DC1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13383" y="1981261"/>
                  <a:ext cx="96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CC1EBC-A938-223D-D38F-1BC4E2C244D4}"/>
                    </a:ext>
                  </a:extLst>
                </p14:cNvPr>
                <p14:cNvContentPartPr/>
                <p14:nvPr/>
              </p14:nvContentPartPr>
              <p14:xfrm>
                <a:off x="6693743" y="2138941"/>
                <a:ext cx="121320" cy="294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CC1EBC-A938-223D-D38F-1BC4E2C244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76103" y="2121301"/>
                  <a:ext cx="1569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4111C6-A525-810A-E8BD-9D1BD60AAFDA}"/>
                    </a:ext>
                  </a:extLst>
                </p14:cNvPr>
                <p14:cNvContentPartPr/>
                <p14:nvPr/>
              </p14:nvContentPartPr>
              <p14:xfrm>
                <a:off x="5802383" y="2511901"/>
                <a:ext cx="156240" cy="304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4111C6-A525-810A-E8BD-9D1BD60AAFD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84743" y="2493901"/>
                  <a:ext cx="1918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AB92D9-169D-BA5D-5A30-3C4D61DE3705}"/>
                    </a:ext>
                  </a:extLst>
                </p14:cNvPr>
                <p14:cNvContentPartPr/>
                <p14:nvPr/>
              </p14:nvContentPartPr>
              <p14:xfrm>
                <a:off x="6042503" y="2655541"/>
                <a:ext cx="87480" cy="12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AB92D9-169D-BA5D-5A30-3C4D61DE37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4503" y="2637541"/>
                  <a:ext cx="123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DE2210F-C41A-B968-8320-4CC26A808453}"/>
                    </a:ext>
                  </a:extLst>
                </p14:cNvPr>
                <p14:cNvContentPartPr/>
                <p14:nvPr/>
              </p14:nvContentPartPr>
              <p14:xfrm>
                <a:off x="6206663" y="2671021"/>
                <a:ext cx="48600" cy="21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DE2210F-C41A-B968-8320-4CC26A8084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88663" y="2653021"/>
                  <a:ext cx="84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2FCD883-3C7E-3A87-937F-848E04B56642}"/>
                    </a:ext>
                  </a:extLst>
                </p14:cNvPr>
                <p14:cNvContentPartPr/>
                <p14:nvPr/>
              </p14:nvContentPartPr>
              <p14:xfrm>
                <a:off x="6248783" y="2637181"/>
                <a:ext cx="66240" cy="101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2FCD883-3C7E-3A87-937F-848E04B566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30783" y="2619181"/>
                  <a:ext cx="101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88E8979-51CB-9545-8AF2-59DA21B4EC8A}"/>
                    </a:ext>
                  </a:extLst>
                </p14:cNvPr>
                <p14:cNvContentPartPr/>
                <p14:nvPr/>
              </p14:nvContentPartPr>
              <p14:xfrm>
                <a:off x="6330863" y="2636821"/>
                <a:ext cx="166680" cy="107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88E8979-51CB-9545-8AF2-59DA21B4EC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12863" y="2618821"/>
                  <a:ext cx="202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D24E56-7324-4EF5-F485-75D121CA5CA0}"/>
                    </a:ext>
                  </a:extLst>
                </p14:cNvPr>
                <p14:cNvContentPartPr/>
                <p14:nvPr/>
              </p14:nvContentPartPr>
              <p14:xfrm>
                <a:off x="6603023" y="2520181"/>
                <a:ext cx="135720" cy="264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D24E56-7324-4EF5-F485-75D121CA5C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85383" y="2502541"/>
                  <a:ext cx="17136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50A4CFA-CB65-4858-D7D7-EB1707CE415A}"/>
              </a:ext>
            </a:extLst>
          </p:cNvPr>
          <p:cNvGrpSpPr/>
          <p:nvPr/>
        </p:nvGrpSpPr>
        <p:grpSpPr>
          <a:xfrm>
            <a:off x="5877623" y="3061261"/>
            <a:ext cx="1345320" cy="290520"/>
            <a:chOff x="5877623" y="3061261"/>
            <a:chExt cx="134532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791A854-516F-5EAA-E261-A0E9DCCFAF88}"/>
                    </a:ext>
                  </a:extLst>
                </p14:cNvPr>
                <p14:cNvContentPartPr/>
                <p14:nvPr/>
              </p14:nvContentPartPr>
              <p14:xfrm>
                <a:off x="5877623" y="3145501"/>
                <a:ext cx="106200" cy="20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791A854-516F-5EAA-E261-A0E9DCCFAF8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59623" y="3127501"/>
                  <a:ext cx="141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2A7C42-925C-493A-3045-873A3A09C5C0}"/>
                    </a:ext>
                  </a:extLst>
                </p14:cNvPr>
                <p14:cNvContentPartPr/>
                <p14:nvPr/>
              </p14:nvContentPartPr>
              <p14:xfrm>
                <a:off x="6060863" y="3212101"/>
                <a:ext cx="12240" cy="11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2A7C42-925C-493A-3045-873A3A09C5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43223" y="3194101"/>
                  <a:ext cx="47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D98AFDA-D43B-C6BF-9FA1-81FE7AE2E3E3}"/>
                    </a:ext>
                  </a:extLst>
                </p14:cNvPr>
                <p14:cNvContentPartPr/>
                <p14:nvPr/>
              </p14:nvContentPartPr>
              <p14:xfrm>
                <a:off x="6027743" y="3061261"/>
                <a:ext cx="10080" cy="34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D98AFDA-D43B-C6BF-9FA1-81FE7AE2E3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09743" y="3043261"/>
                  <a:ext cx="45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49963B-2742-8049-834B-53080E49DCD8}"/>
                    </a:ext>
                  </a:extLst>
                </p14:cNvPr>
                <p14:cNvContentPartPr/>
                <p14:nvPr/>
              </p14:nvContentPartPr>
              <p14:xfrm>
                <a:off x="6196223" y="3076741"/>
                <a:ext cx="49680" cy="218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49963B-2742-8049-834B-53080E49DC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78583" y="3058741"/>
                  <a:ext cx="85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ABF9D1-B911-8C05-0C49-B23DED306749}"/>
                    </a:ext>
                  </a:extLst>
                </p14:cNvPr>
                <p14:cNvContentPartPr/>
                <p14:nvPr/>
              </p14:nvContentPartPr>
              <p14:xfrm>
                <a:off x="6402143" y="3165661"/>
                <a:ext cx="15120" cy="127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ABF9D1-B911-8C05-0C49-B23DED3067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4143" y="3148021"/>
                  <a:ext cx="50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1B6C6CA-C095-8A09-B503-F909484B2A88}"/>
                    </a:ext>
                  </a:extLst>
                </p14:cNvPr>
                <p14:cNvContentPartPr/>
                <p14:nvPr/>
              </p14:nvContentPartPr>
              <p14:xfrm>
                <a:off x="6420503" y="3085381"/>
                <a:ext cx="30960" cy="25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1B6C6CA-C095-8A09-B503-F909484B2A8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02503" y="3067381"/>
                  <a:ext cx="66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C33153C-7359-AAA7-C1A6-4BCB8D6B2E48}"/>
                    </a:ext>
                  </a:extLst>
                </p14:cNvPr>
                <p14:cNvContentPartPr/>
                <p14:nvPr/>
              </p14:nvContentPartPr>
              <p14:xfrm>
                <a:off x="6545783" y="3169261"/>
                <a:ext cx="144000" cy="11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C33153C-7359-AAA7-C1A6-4BCB8D6B2E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27783" y="3151621"/>
                  <a:ext cx="179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56EBE9-ABC9-43B3-CDDA-CD0705B2C1A7}"/>
                    </a:ext>
                  </a:extLst>
                </p14:cNvPr>
                <p14:cNvContentPartPr/>
                <p14:nvPr/>
              </p14:nvContentPartPr>
              <p14:xfrm>
                <a:off x="6748823" y="3110581"/>
                <a:ext cx="71280" cy="135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56EBE9-ABC9-43B3-CDDA-CD0705B2C1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30823" y="3092581"/>
                  <a:ext cx="106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F53BF8-28C0-85E6-EEDC-565A7269AB41}"/>
                    </a:ext>
                  </a:extLst>
                </p14:cNvPr>
                <p14:cNvContentPartPr/>
                <p14:nvPr/>
              </p14:nvContentPartPr>
              <p14:xfrm>
                <a:off x="6889223" y="3094741"/>
                <a:ext cx="162360" cy="149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F53BF8-28C0-85E6-EEDC-565A7269AB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71583" y="3076741"/>
                  <a:ext cx="198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6A3183-3ADA-1AFA-AD76-847F3605125C}"/>
                    </a:ext>
                  </a:extLst>
                </p14:cNvPr>
                <p14:cNvContentPartPr/>
                <p14:nvPr/>
              </p14:nvContentPartPr>
              <p14:xfrm>
                <a:off x="7218983" y="3157741"/>
                <a:ext cx="3960" cy="16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6A3183-3ADA-1AFA-AD76-847F360512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01343" y="3139741"/>
                  <a:ext cx="39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FC766B6-3DE5-5291-2373-456F556E8CEB}"/>
              </a:ext>
            </a:extLst>
          </p:cNvPr>
          <p:cNvGrpSpPr/>
          <p:nvPr/>
        </p:nvGrpSpPr>
        <p:grpSpPr>
          <a:xfrm>
            <a:off x="2095463" y="4951621"/>
            <a:ext cx="890640" cy="113400"/>
            <a:chOff x="2095463" y="4951621"/>
            <a:chExt cx="89064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4114BC7-2804-F106-093A-A1D689A66C6A}"/>
                    </a:ext>
                  </a:extLst>
                </p14:cNvPr>
                <p14:cNvContentPartPr/>
                <p14:nvPr/>
              </p14:nvContentPartPr>
              <p14:xfrm>
                <a:off x="2095463" y="5020741"/>
                <a:ext cx="176400" cy="25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4114BC7-2804-F106-093A-A1D689A66C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77823" y="5003101"/>
                  <a:ext cx="212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593E66-765B-924C-B539-3E4BCC9FD004}"/>
                    </a:ext>
                  </a:extLst>
                </p14:cNvPr>
                <p14:cNvContentPartPr/>
                <p14:nvPr/>
              </p14:nvContentPartPr>
              <p14:xfrm>
                <a:off x="2308583" y="4951621"/>
                <a:ext cx="282240" cy="11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593E66-765B-924C-B539-3E4BCC9FD0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90943" y="4933981"/>
                  <a:ext cx="317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1F6423-BC83-2469-DCBF-764110862C23}"/>
                    </a:ext>
                  </a:extLst>
                </p14:cNvPr>
                <p14:cNvContentPartPr/>
                <p14:nvPr/>
              </p14:nvContentPartPr>
              <p14:xfrm>
                <a:off x="2590823" y="4985101"/>
                <a:ext cx="395280" cy="5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1F6423-BC83-2469-DCBF-764110862C2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73183" y="4967461"/>
                  <a:ext cx="4309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0EAC1E7-A769-C096-6BCC-76CA55FE07D1}"/>
              </a:ext>
            </a:extLst>
          </p:cNvPr>
          <p:cNvGrpSpPr/>
          <p:nvPr/>
        </p:nvGrpSpPr>
        <p:grpSpPr>
          <a:xfrm>
            <a:off x="4101383" y="4840381"/>
            <a:ext cx="870840" cy="143280"/>
            <a:chOff x="4101383" y="4840381"/>
            <a:chExt cx="87084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E78BC0-F30E-5717-1637-9E0B5D4469FF}"/>
                    </a:ext>
                  </a:extLst>
                </p14:cNvPr>
                <p14:cNvContentPartPr/>
                <p14:nvPr/>
              </p14:nvContentPartPr>
              <p14:xfrm>
                <a:off x="4101383" y="4967101"/>
                <a:ext cx="153360" cy="16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E78BC0-F30E-5717-1637-9E0B5D4469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83743" y="4949461"/>
                  <a:ext cx="189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4A6782D-A13F-A2E3-018A-4A0E2B13A378}"/>
                    </a:ext>
                  </a:extLst>
                </p14:cNvPr>
                <p14:cNvContentPartPr/>
                <p14:nvPr/>
              </p14:nvContentPartPr>
              <p14:xfrm>
                <a:off x="4284623" y="4840381"/>
                <a:ext cx="320040" cy="134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4A6782D-A13F-A2E3-018A-4A0E2B13A3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66623" y="4822381"/>
                  <a:ext cx="355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CE8613-264F-0386-F066-4352A95D3FE1}"/>
                    </a:ext>
                  </a:extLst>
                </p14:cNvPr>
                <p14:cNvContentPartPr/>
                <p14:nvPr/>
              </p14:nvContentPartPr>
              <p14:xfrm>
                <a:off x="4625543" y="4906261"/>
                <a:ext cx="346680" cy="40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CE8613-264F-0386-F066-4352A95D3F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07543" y="4888621"/>
                  <a:ext cx="3823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3EADDC7-FB79-1B91-C926-13B1218961F4}"/>
              </a:ext>
            </a:extLst>
          </p:cNvPr>
          <p:cNvGrpSpPr/>
          <p:nvPr/>
        </p:nvGrpSpPr>
        <p:grpSpPr>
          <a:xfrm>
            <a:off x="3024263" y="4513501"/>
            <a:ext cx="1054080" cy="502200"/>
            <a:chOff x="3024263" y="4513501"/>
            <a:chExt cx="10540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0A343C-3EB6-06FF-A9D2-58E41180FB9F}"/>
                    </a:ext>
                  </a:extLst>
                </p14:cNvPr>
                <p14:cNvContentPartPr/>
                <p14:nvPr/>
              </p14:nvContentPartPr>
              <p14:xfrm>
                <a:off x="3024263" y="4977901"/>
                <a:ext cx="89280" cy="23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0A343C-3EB6-06FF-A9D2-58E41180FB9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06623" y="4959901"/>
                  <a:ext cx="124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F4FB5B5-32AB-7AB0-02DF-85E334DF7EFF}"/>
                    </a:ext>
                  </a:extLst>
                </p14:cNvPr>
                <p14:cNvContentPartPr/>
                <p14:nvPr/>
              </p14:nvContentPartPr>
              <p14:xfrm>
                <a:off x="3142343" y="4890421"/>
                <a:ext cx="331200" cy="125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F4FB5B5-32AB-7AB0-02DF-85E334DF7EF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24343" y="4872421"/>
                  <a:ext cx="366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978431-731B-2DA7-4125-815976D6EBEC}"/>
                    </a:ext>
                  </a:extLst>
                </p14:cNvPr>
                <p14:cNvContentPartPr/>
                <p14:nvPr/>
              </p14:nvContentPartPr>
              <p14:xfrm>
                <a:off x="3480023" y="4929661"/>
                <a:ext cx="598320" cy="3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978431-731B-2DA7-4125-815976D6EBE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2383" y="4912021"/>
                  <a:ext cx="633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BAE6506-D68C-0E7D-6493-249111109F96}"/>
                    </a:ext>
                  </a:extLst>
                </p14:cNvPr>
                <p14:cNvContentPartPr/>
                <p14:nvPr/>
              </p14:nvContentPartPr>
              <p14:xfrm>
                <a:off x="3247463" y="4525381"/>
                <a:ext cx="71640" cy="294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BAE6506-D68C-0E7D-6493-249111109F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29463" y="4507381"/>
                  <a:ext cx="1072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8D6A23-3BF5-E8B1-C4B8-569BAE625BC4}"/>
                    </a:ext>
                  </a:extLst>
                </p14:cNvPr>
                <p14:cNvContentPartPr/>
                <p14:nvPr/>
              </p14:nvContentPartPr>
              <p14:xfrm>
                <a:off x="3270503" y="4513501"/>
                <a:ext cx="119880" cy="131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8D6A23-3BF5-E8B1-C4B8-569BAE625B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52503" y="4495501"/>
                  <a:ext cx="155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E7537EE-2969-5043-0D8D-D78F834D07C0}"/>
                    </a:ext>
                  </a:extLst>
                </p14:cNvPr>
                <p14:cNvContentPartPr/>
                <p14:nvPr/>
              </p14:nvContentPartPr>
              <p14:xfrm>
                <a:off x="3490463" y="4612141"/>
                <a:ext cx="342720" cy="146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E7537EE-2969-5043-0D8D-D78F834D07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72463" y="4594501"/>
                  <a:ext cx="37836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427561A-5482-4780-21DE-CE042C33F66B}"/>
              </a:ext>
            </a:extLst>
          </p:cNvPr>
          <p:cNvGrpSpPr/>
          <p:nvPr/>
        </p:nvGrpSpPr>
        <p:grpSpPr>
          <a:xfrm>
            <a:off x="2155943" y="4395421"/>
            <a:ext cx="392760" cy="352800"/>
            <a:chOff x="2155943" y="4395421"/>
            <a:chExt cx="39276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5DB293-3766-48FB-D9CA-79464A9177BA}"/>
                    </a:ext>
                  </a:extLst>
                </p14:cNvPr>
                <p14:cNvContentPartPr/>
                <p14:nvPr/>
              </p14:nvContentPartPr>
              <p14:xfrm>
                <a:off x="2155943" y="4445821"/>
                <a:ext cx="77760" cy="263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5DB293-3766-48FB-D9CA-79464A9177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38303" y="4428181"/>
                  <a:ext cx="113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657F883-C500-5F6E-8BC6-FD099DBF7B0E}"/>
                    </a:ext>
                  </a:extLst>
                </p14:cNvPr>
                <p14:cNvContentPartPr/>
                <p14:nvPr/>
              </p14:nvContentPartPr>
              <p14:xfrm>
                <a:off x="2182583" y="4395421"/>
                <a:ext cx="218160" cy="216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657F883-C500-5F6E-8BC6-FD099DBF7B0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64943" y="4377421"/>
                  <a:ext cx="253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9E2241-5C0F-4F12-AD17-72B5D209F477}"/>
                    </a:ext>
                  </a:extLst>
                </p14:cNvPr>
                <p14:cNvContentPartPr/>
                <p14:nvPr/>
              </p14:nvContentPartPr>
              <p14:xfrm>
                <a:off x="2444303" y="4550581"/>
                <a:ext cx="104400" cy="197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9E2241-5C0F-4F12-AD17-72B5D209F47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6663" y="4532941"/>
                  <a:ext cx="14004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E7DD4D9-0817-D06D-9676-68DBC81FF4FD}"/>
              </a:ext>
            </a:extLst>
          </p:cNvPr>
          <p:cNvGrpSpPr/>
          <p:nvPr/>
        </p:nvGrpSpPr>
        <p:grpSpPr>
          <a:xfrm>
            <a:off x="4311623" y="4388941"/>
            <a:ext cx="424800" cy="322920"/>
            <a:chOff x="4311623" y="4388941"/>
            <a:chExt cx="42480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77F9EC0-521B-E185-5268-560A224AE00F}"/>
                    </a:ext>
                  </a:extLst>
                </p14:cNvPr>
                <p14:cNvContentPartPr/>
                <p14:nvPr/>
              </p14:nvContentPartPr>
              <p14:xfrm>
                <a:off x="4328183" y="4435741"/>
                <a:ext cx="66240" cy="276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77F9EC0-521B-E185-5268-560A224AE0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10183" y="4417741"/>
                  <a:ext cx="101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5C5F9B-A8D1-DC30-426C-E6EEF6EDC510}"/>
                    </a:ext>
                  </a:extLst>
                </p14:cNvPr>
                <p14:cNvContentPartPr/>
                <p14:nvPr/>
              </p14:nvContentPartPr>
              <p14:xfrm>
                <a:off x="4311623" y="4388941"/>
                <a:ext cx="183960" cy="171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5C5F9B-A8D1-DC30-426C-E6EEF6EDC51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3623" y="4370941"/>
                  <a:ext cx="219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F0EB3A0-A780-553B-D8D3-228C4F69438D}"/>
                    </a:ext>
                  </a:extLst>
                </p14:cNvPr>
                <p14:cNvContentPartPr/>
                <p14:nvPr/>
              </p14:nvContentPartPr>
              <p14:xfrm>
                <a:off x="4596023" y="4525021"/>
                <a:ext cx="45360" cy="165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F0EB3A0-A780-553B-D8D3-228C4F69438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78383" y="4507381"/>
                  <a:ext cx="81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96B733-89BD-C41E-F87F-E47A103E35AF}"/>
                    </a:ext>
                  </a:extLst>
                </p14:cNvPr>
                <p14:cNvContentPartPr/>
                <p14:nvPr/>
              </p14:nvContentPartPr>
              <p14:xfrm>
                <a:off x="4607183" y="4485781"/>
                <a:ext cx="129240" cy="18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96B733-89BD-C41E-F87F-E47A103E35A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89543" y="4468141"/>
                  <a:ext cx="16488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42983BE-E435-8287-BF23-D8695D44A8D1}"/>
              </a:ext>
            </a:extLst>
          </p:cNvPr>
          <p:cNvGrpSpPr/>
          <p:nvPr/>
        </p:nvGrpSpPr>
        <p:grpSpPr>
          <a:xfrm>
            <a:off x="3265823" y="5391541"/>
            <a:ext cx="776160" cy="338040"/>
            <a:chOff x="3265823" y="5391541"/>
            <a:chExt cx="77616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703687B-42D5-BFD7-31D0-4877AA61ED60}"/>
                    </a:ext>
                  </a:extLst>
                </p14:cNvPr>
                <p14:cNvContentPartPr/>
                <p14:nvPr/>
              </p14:nvContentPartPr>
              <p14:xfrm>
                <a:off x="3265823" y="5391541"/>
                <a:ext cx="24480" cy="338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703687B-42D5-BFD7-31D0-4877AA61ED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8183" y="5373541"/>
                  <a:ext cx="60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A302D81-2C45-1B2E-CCAF-504505005FF0}"/>
                    </a:ext>
                  </a:extLst>
                </p14:cNvPr>
                <p14:cNvContentPartPr/>
                <p14:nvPr/>
              </p14:nvContentPartPr>
              <p14:xfrm>
                <a:off x="3493343" y="5459941"/>
                <a:ext cx="7920" cy="229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A302D81-2C45-1B2E-CCAF-504505005FF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75343" y="5441941"/>
                  <a:ext cx="43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A5700F-BDD8-3178-B955-BBAEC98878DD}"/>
                    </a:ext>
                  </a:extLst>
                </p14:cNvPr>
                <p14:cNvContentPartPr/>
                <p14:nvPr/>
              </p14:nvContentPartPr>
              <p14:xfrm>
                <a:off x="3507743" y="5461741"/>
                <a:ext cx="180360" cy="149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A5700F-BDD8-3178-B955-BBAEC98878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90103" y="5443741"/>
                  <a:ext cx="216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B69188-96C6-8A9B-2694-D3A86C555B5F}"/>
                    </a:ext>
                  </a:extLst>
                </p14:cNvPr>
                <p14:cNvContentPartPr/>
                <p14:nvPr/>
              </p14:nvContentPartPr>
              <p14:xfrm>
                <a:off x="3798623" y="5427181"/>
                <a:ext cx="243360" cy="179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B69188-96C6-8A9B-2694-D3A86C555B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80983" y="5409181"/>
                  <a:ext cx="27900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A571BD0-0055-22EB-68E4-0433E25C5DA2}"/>
              </a:ext>
            </a:extLst>
          </p:cNvPr>
          <p:cNvGrpSpPr/>
          <p:nvPr/>
        </p:nvGrpSpPr>
        <p:grpSpPr>
          <a:xfrm>
            <a:off x="2078183" y="5338261"/>
            <a:ext cx="460800" cy="276120"/>
            <a:chOff x="2078183" y="5338261"/>
            <a:chExt cx="46080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C13BC5-29A4-9A03-3D2D-512DB2BEF4B4}"/>
                    </a:ext>
                  </a:extLst>
                </p14:cNvPr>
                <p14:cNvContentPartPr/>
                <p14:nvPr/>
              </p14:nvContentPartPr>
              <p14:xfrm>
                <a:off x="2078183" y="5338261"/>
                <a:ext cx="24840" cy="276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C13BC5-29A4-9A03-3D2D-512DB2BEF4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60543" y="5320621"/>
                  <a:ext cx="60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BC8584-8F66-8966-D657-F482713DF4D6}"/>
                    </a:ext>
                  </a:extLst>
                </p14:cNvPr>
                <p14:cNvContentPartPr/>
                <p14:nvPr/>
              </p14:nvContentPartPr>
              <p14:xfrm>
                <a:off x="2245583" y="5365981"/>
                <a:ext cx="293400" cy="212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BC8584-8F66-8966-D657-F482713DF4D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27583" y="5348341"/>
                  <a:ext cx="3290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D27F1A5-0B31-F933-61B4-63A064FA70AA}"/>
              </a:ext>
            </a:extLst>
          </p:cNvPr>
          <p:cNvGrpSpPr/>
          <p:nvPr/>
        </p:nvGrpSpPr>
        <p:grpSpPr>
          <a:xfrm>
            <a:off x="4605023" y="5250421"/>
            <a:ext cx="595440" cy="398160"/>
            <a:chOff x="4605023" y="5250421"/>
            <a:chExt cx="59544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22E0C33-BFD3-0E96-2C19-8CCE8438DEE9}"/>
                    </a:ext>
                  </a:extLst>
                </p14:cNvPr>
                <p14:cNvContentPartPr/>
                <p14:nvPr/>
              </p14:nvContentPartPr>
              <p14:xfrm>
                <a:off x="4605023" y="5250421"/>
                <a:ext cx="51840" cy="398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22E0C33-BFD3-0E96-2C19-8CCE8438DE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587023" y="5232781"/>
                  <a:ext cx="87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15ABEB6-375E-8B3D-AACC-25AC2E8BA438}"/>
                    </a:ext>
                  </a:extLst>
                </p14:cNvPr>
                <p14:cNvContentPartPr/>
                <p14:nvPr/>
              </p14:nvContentPartPr>
              <p14:xfrm>
                <a:off x="4793303" y="5267701"/>
                <a:ext cx="407160" cy="240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15ABEB6-375E-8B3D-AACC-25AC2E8BA43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75303" y="5249701"/>
                  <a:ext cx="44280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D75CFAD-B9DA-7261-3563-9C63795F7D36}"/>
                  </a:ext>
                </a:extLst>
              </p14:cNvPr>
              <p14:cNvContentPartPr/>
              <p14:nvPr/>
            </p14:nvContentPartPr>
            <p14:xfrm>
              <a:off x="2589383" y="1844101"/>
              <a:ext cx="1009440" cy="1040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D75CFAD-B9DA-7261-3563-9C63795F7D3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535743" y="1736461"/>
                <a:ext cx="1117080" cy="3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9CED4F7-B62E-A23A-D264-BA2D6C63E80A}"/>
              </a:ext>
            </a:extLst>
          </p:cNvPr>
          <p:cNvGrpSpPr/>
          <p:nvPr/>
        </p:nvGrpSpPr>
        <p:grpSpPr>
          <a:xfrm>
            <a:off x="1690823" y="1701181"/>
            <a:ext cx="3105360" cy="2135520"/>
            <a:chOff x="1690823" y="1701181"/>
            <a:chExt cx="3105360" cy="21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330676-2486-CDF3-08D2-B851B52E54C1}"/>
                    </a:ext>
                  </a:extLst>
                </p14:cNvPr>
                <p14:cNvContentPartPr/>
                <p14:nvPr/>
              </p14:nvContentPartPr>
              <p14:xfrm>
                <a:off x="1690823" y="1712341"/>
                <a:ext cx="2964600" cy="15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330676-2486-CDF3-08D2-B851B52E54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73183" y="1694701"/>
                  <a:ext cx="3000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F52B37-7BF2-42DA-ED1B-0EE752F0739B}"/>
                    </a:ext>
                  </a:extLst>
                </p14:cNvPr>
                <p14:cNvContentPartPr/>
                <p14:nvPr/>
              </p14:nvContentPartPr>
              <p14:xfrm>
                <a:off x="2614223" y="2023741"/>
                <a:ext cx="43920" cy="1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F52B37-7BF2-42DA-ED1B-0EE752F073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96223" y="2005741"/>
                  <a:ext cx="79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CC7AB2-AECD-3F9F-BBBF-6EE17898ADD6}"/>
                    </a:ext>
                  </a:extLst>
                </p14:cNvPr>
                <p14:cNvContentPartPr/>
                <p14:nvPr/>
              </p14:nvContentPartPr>
              <p14:xfrm>
                <a:off x="2057663" y="1788661"/>
                <a:ext cx="594000" cy="849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8CC7AB2-AECD-3F9F-BBBF-6EE17898AD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39663" y="1771021"/>
                  <a:ext cx="62964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A4977B-48D7-B47C-A82D-DC12F6376BFC}"/>
                    </a:ext>
                  </a:extLst>
                </p14:cNvPr>
                <p14:cNvContentPartPr/>
                <p14:nvPr/>
              </p14:nvContentPartPr>
              <p14:xfrm>
                <a:off x="2175743" y="1963621"/>
                <a:ext cx="143640" cy="254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A4977B-48D7-B47C-A82D-DC12F6376B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57743" y="1945981"/>
                  <a:ext cx="179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E5E99D-DAF0-BE89-7CE4-F46F6D4B6D8C}"/>
                    </a:ext>
                  </a:extLst>
                </p14:cNvPr>
                <p14:cNvContentPartPr/>
                <p14:nvPr/>
              </p14:nvContentPartPr>
              <p14:xfrm>
                <a:off x="2151623" y="1983781"/>
                <a:ext cx="106920" cy="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E5E99D-DAF0-BE89-7CE4-F46F6D4B6D8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33623" y="1966141"/>
                  <a:ext cx="142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9E8C84-AB0E-0DEA-237F-79C433D5E8FD}"/>
                    </a:ext>
                  </a:extLst>
                </p14:cNvPr>
                <p14:cNvContentPartPr/>
                <p14:nvPr/>
              </p14:nvContentPartPr>
              <p14:xfrm>
                <a:off x="3631223" y="1757701"/>
                <a:ext cx="754200" cy="677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9E8C84-AB0E-0DEA-237F-79C433D5E8F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613223" y="1739701"/>
                  <a:ext cx="78984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5D1AC3-F2CB-0CDF-90DD-D3FBFB41A4B2}"/>
                    </a:ext>
                  </a:extLst>
                </p14:cNvPr>
                <p14:cNvContentPartPr/>
                <p14:nvPr/>
              </p14:nvContentPartPr>
              <p14:xfrm>
                <a:off x="4027943" y="1932661"/>
                <a:ext cx="69480" cy="250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5D1AC3-F2CB-0CDF-90DD-D3FBFB41A4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09943" y="1915021"/>
                  <a:ext cx="1051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CC3963-EA8B-E2E4-418B-9F797EC3D1F3}"/>
                    </a:ext>
                  </a:extLst>
                </p14:cNvPr>
                <p14:cNvContentPartPr/>
                <p14:nvPr/>
              </p14:nvContentPartPr>
              <p14:xfrm>
                <a:off x="4020023" y="1929421"/>
                <a:ext cx="177120" cy="235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CC3963-EA8B-E2E4-418B-9F797EC3D1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002023" y="1911781"/>
                  <a:ext cx="2127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D5BC34-4A95-C133-DB08-D5E939394536}"/>
                    </a:ext>
                  </a:extLst>
                </p14:cNvPr>
                <p14:cNvContentPartPr/>
                <p14:nvPr/>
              </p14:nvContentPartPr>
              <p14:xfrm>
                <a:off x="1935263" y="3558061"/>
                <a:ext cx="2860920" cy="278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D5BC34-4A95-C133-DB08-D5E9393945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17263" y="3540421"/>
                  <a:ext cx="2896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EE2D8B-7B85-4891-38E8-022F1B900667}"/>
                    </a:ext>
                  </a:extLst>
                </p14:cNvPr>
                <p14:cNvContentPartPr/>
                <p14:nvPr/>
              </p14:nvContentPartPr>
              <p14:xfrm>
                <a:off x="4603583" y="1701181"/>
                <a:ext cx="73080" cy="181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EE2D8B-7B85-4891-38E8-022F1B90066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85583" y="1683181"/>
                  <a:ext cx="108720" cy="18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5755995-9578-411D-6589-58E217348FBE}"/>
                    </a:ext>
                  </a:extLst>
                </p14:cNvPr>
                <p14:cNvContentPartPr/>
                <p14:nvPr/>
              </p14:nvContentPartPr>
              <p14:xfrm>
                <a:off x="1848503" y="1865701"/>
                <a:ext cx="162360" cy="1872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5755995-9578-411D-6589-58E217348F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830503" y="1848061"/>
                  <a:ext cx="198000" cy="19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4849D2-4AB4-2116-1BE5-BBA4DF42DD3A}"/>
                    </a:ext>
                  </a:extLst>
                </p14:cNvPr>
                <p14:cNvContentPartPr/>
                <p14:nvPr/>
              </p14:nvContentPartPr>
              <p14:xfrm>
                <a:off x="1942823" y="2600821"/>
                <a:ext cx="126360" cy="2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4849D2-4AB4-2116-1BE5-BBA4DF42DD3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24823" y="2582821"/>
                  <a:ext cx="162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EB67F3-0F92-0D30-CF83-CFCD2C169CFB}"/>
                    </a:ext>
                  </a:extLst>
                </p14:cNvPr>
                <p14:cNvContentPartPr/>
                <p14:nvPr/>
              </p14:nvContentPartPr>
              <p14:xfrm>
                <a:off x="2034983" y="3704941"/>
                <a:ext cx="10440" cy="24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EB67F3-0F92-0D30-CF83-CFCD2C169CF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17343" y="3686941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9B63B1C-D72D-804B-7FB7-D2F884BE4B7D}"/>
                    </a:ext>
                  </a:extLst>
                </p14:cNvPr>
                <p14:cNvContentPartPr/>
                <p14:nvPr/>
              </p14:nvContentPartPr>
              <p14:xfrm>
                <a:off x="3107063" y="2083141"/>
                <a:ext cx="64800" cy="290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9B63B1C-D72D-804B-7FB7-D2F884BE4B7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89063" y="2065501"/>
                  <a:ext cx="1004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3F92804-9022-0F2A-C04B-6C4F658A2C8B}"/>
                    </a:ext>
                  </a:extLst>
                </p14:cNvPr>
                <p14:cNvContentPartPr/>
                <p14:nvPr/>
              </p14:nvContentPartPr>
              <p14:xfrm>
                <a:off x="3068543" y="2031301"/>
                <a:ext cx="151560" cy="103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3F92804-9022-0F2A-C04B-6C4F658A2C8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50903" y="2013661"/>
                  <a:ext cx="18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D629DC1-7F20-39AF-7507-0ADA42DF9828}"/>
                    </a:ext>
                  </a:extLst>
                </p14:cNvPr>
                <p14:cNvContentPartPr/>
                <p14:nvPr/>
              </p14:nvContentPartPr>
              <p14:xfrm>
                <a:off x="2757863" y="2490301"/>
                <a:ext cx="112680" cy="151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D629DC1-7F20-39AF-7507-0ADA42DF98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39863" y="2472301"/>
                  <a:ext cx="148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2330E1B-9970-F781-84DB-0B4DF36BF35A}"/>
                    </a:ext>
                  </a:extLst>
                </p14:cNvPr>
                <p14:cNvContentPartPr/>
                <p14:nvPr/>
              </p14:nvContentPartPr>
              <p14:xfrm>
                <a:off x="2893223" y="2506861"/>
                <a:ext cx="134280" cy="103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2330E1B-9970-F781-84DB-0B4DF36BF35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75223" y="2488861"/>
                  <a:ext cx="169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F5C5A2-01D9-D0C2-866E-90618F03DE7B}"/>
                    </a:ext>
                  </a:extLst>
                </p14:cNvPr>
                <p14:cNvContentPartPr/>
                <p14:nvPr/>
              </p14:nvContentPartPr>
              <p14:xfrm>
                <a:off x="3060983" y="2522341"/>
                <a:ext cx="122400" cy="79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F5C5A2-01D9-D0C2-866E-90618F03DE7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43343" y="2504701"/>
                  <a:ext cx="158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0991EB-FB12-EF4C-C06C-358A654AFE11}"/>
                    </a:ext>
                  </a:extLst>
                </p14:cNvPr>
                <p14:cNvContentPartPr/>
                <p14:nvPr/>
              </p14:nvContentPartPr>
              <p14:xfrm>
                <a:off x="3184463" y="2516941"/>
                <a:ext cx="143640" cy="64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0991EB-FB12-EF4C-C06C-358A654AFE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66823" y="2498941"/>
                  <a:ext cx="179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0460F6-063E-6090-392A-3C0B4624A97D}"/>
                    </a:ext>
                  </a:extLst>
                </p14:cNvPr>
                <p14:cNvContentPartPr/>
                <p14:nvPr/>
              </p14:nvContentPartPr>
              <p14:xfrm>
                <a:off x="3362303" y="2505421"/>
                <a:ext cx="142560" cy="68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0460F6-063E-6090-392A-3C0B4624A97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44663" y="2487421"/>
                  <a:ext cx="178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273F3F-F3CC-D14A-AA2E-42536170117E}"/>
                    </a:ext>
                  </a:extLst>
                </p14:cNvPr>
                <p14:cNvContentPartPr/>
                <p14:nvPr/>
              </p14:nvContentPartPr>
              <p14:xfrm>
                <a:off x="3578663" y="2427661"/>
                <a:ext cx="107640" cy="214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273F3F-F3CC-D14A-AA2E-42536170117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60663" y="2410021"/>
                  <a:ext cx="1432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377B29F-A592-93C8-D8DE-5265207465A3}"/>
              </a:ext>
            </a:extLst>
          </p:cNvPr>
          <p:cNvGrpSpPr/>
          <p:nvPr/>
        </p:nvGrpSpPr>
        <p:grpSpPr>
          <a:xfrm>
            <a:off x="2584343" y="1060381"/>
            <a:ext cx="2174040" cy="766080"/>
            <a:chOff x="2584343" y="1060381"/>
            <a:chExt cx="2174040" cy="76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D1BCA6-D4F3-AA1B-4E6C-1DDE353F2DA7}"/>
                    </a:ext>
                  </a:extLst>
                </p14:cNvPr>
                <p14:cNvContentPartPr/>
                <p14:nvPr/>
              </p14:nvContentPartPr>
              <p14:xfrm>
                <a:off x="2617823" y="1660141"/>
                <a:ext cx="24840" cy="166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D1BCA6-D4F3-AA1B-4E6C-1DDE353F2D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00183" y="1642141"/>
                  <a:ext cx="604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922A626-21E3-C039-3417-AFBC7EA64F8D}"/>
                    </a:ext>
                  </a:extLst>
                </p14:cNvPr>
                <p14:cNvContentPartPr/>
                <p14:nvPr/>
              </p14:nvContentPartPr>
              <p14:xfrm>
                <a:off x="2584343" y="1548181"/>
                <a:ext cx="962280" cy="123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922A626-21E3-C039-3417-AFBC7EA64F8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66343" y="1530541"/>
                  <a:ext cx="997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D4826D8-B568-22AC-F84A-A2E5776E80BC}"/>
                    </a:ext>
                  </a:extLst>
                </p14:cNvPr>
                <p14:cNvContentPartPr/>
                <p14:nvPr/>
              </p14:nvContentPartPr>
              <p14:xfrm>
                <a:off x="3550583" y="1544581"/>
                <a:ext cx="98280" cy="216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D4826D8-B568-22AC-F84A-A2E5776E80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32943" y="1526941"/>
                  <a:ext cx="133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F36EAE7-A241-EF02-BF3D-E0D6108A0B0D}"/>
                    </a:ext>
                  </a:extLst>
                </p14:cNvPr>
                <p14:cNvContentPartPr/>
                <p14:nvPr/>
              </p14:nvContentPartPr>
              <p14:xfrm>
                <a:off x="3711143" y="1060381"/>
                <a:ext cx="1047240" cy="49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F36EAE7-A241-EF02-BF3D-E0D6108A0B0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93503" y="1042381"/>
                  <a:ext cx="1082880" cy="52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2EB2F80-B140-16E2-FB80-B0D919E37023}"/>
              </a:ext>
            </a:extLst>
          </p:cNvPr>
          <p:cNvGrpSpPr/>
          <p:nvPr/>
        </p:nvGrpSpPr>
        <p:grpSpPr>
          <a:xfrm>
            <a:off x="4943423" y="518941"/>
            <a:ext cx="2730960" cy="580320"/>
            <a:chOff x="4943423" y="518941"/>
            <a:chExt cx="273096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977FDF2-6512-83F8-5DFE-87075016C86F}"/>
                    </a:ext>
                  </a:extLst>
                </p14:cNvPr>
                <p14:cNvContentPartPr/>
                <p14:nvPr/>
              </p14:nvContentPartPr>
              <p14:xfrm>
                <a:off x="4943423" y="837901"/>
                <a:ext cx="158400" cy="261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977FDF2-6512-83F8-5DFE-87075016C86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25423" y="819901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E80518-F5E5-BA0C-9BDB-890318DAAC00}"/>
                    </a:ext>
                  </a:extLst>
                </p14:cNvPr>
                <p14:cNvContentPartPr/>
                <p14:nvPr/>
              </p14:nvContentPartPr>
              <p14:xfrm>
                <a:off x="5153663" y="926461"/>
                <a:ext cx="176760" cy="46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CE80518-F5E5-BA0C-9BDB-890318DAAC0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6023" y="908461"/>
                  <a:ext cx="212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2084D87-3F7D-3879-CFC8-915D45873462}"/>
                    </a:ext>
                  </a:extLst>
                </p14:cNvPr>
                <p14:cNvContentPartPr/>
                <p14:nvPr/>
              </p14:nvContentPartPr>
              <p14:xfrm>
                <a:off x="5259863" y="858061"/>
                <a:ext cx="38160" cy="238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2084D87-3F7D-3879-CFC8-915D458734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42223" y="840061"/>
                  <a:ext cx="73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B7D5FEC-5BFC-106C-63E0-7688212D2C09}"/>
                    </a:ext>
                  </a:extLst>
                </p14:cNvPr>
                <p14:cNvContentPartPr/>
                <p14:nvPr/>
              </p14:nvContentPartPr>
              <p14:xfrm>
                <a:off x="5400983" y="855541"/>
                <a:ext cx="27720" cy="157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B7D5FEC-5BFC-106C-63E0-7688212D2C0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82983" y="837541"/>
                  <a:ext cx="6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23BEB87-7E42-3945-D3A0-71789671F376}"/>
                    </a:ext>
                  </a:extLst>
                </p14:cNvPr>
                <p14:cNvContentPartPr/>
                <p14:nvPr/>
              </p14:nvContentPartPr>
              <p14:xfrm>
                <a:off x="5346983" y="778861"/>
                <a:ext cx="26640" cy="42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23BEB87-7E42-3945-D3A0-71789671F37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29343" y="761221"/>
                  <a:ext cx="62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012416-53A3-50AC-F845-39CF9C2EBA04}"/>
                    </a:ext>
                  </a:extLst>
                </p14:cNvPr>
                <p14:cNvContentPartPr/>
                <p14:nvPr/>
              </p14:nvContentPartPr>
              <p14:xfrm>
                <a:off x="5514383" y="682741"/>
                <a:ext cx="144360" cy="232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012416-53A3-50AC-F845-39CF9C2EBA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496383" y="664741"/>
                  <a:ext cx="180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68BAED-4394-DAD7-94CE-C2BC8B40DC8E}"/>
                    </a:ext>
                  </a:extLst>
                </p14:cNvPr>
                <p14:cNvContentPartPr/>
                <p14:nvPr/>
              </p14:nvContentPartPr>
              <p14:xfrm>
                <a:off x="5765663" y="711541"/>
                <a:ext cx="89640" cy="218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68BAED-4394-DAD7-94CE-C2BC8B40DC8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47663" y="693541"/>
                  <a:ext cx="125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14D759B-F77A-47D2-1D9F-7819BDED59B9}"/>
                    </a:ext>
                  </a:extLst>
                </p14:cNvPr>
                <p14:cNvContentPartPr/>
                <p14:nvPr/>
              </p14:nvContentPartPr>
              <p14:xfrm>
                <a:off x="5952863" y="576541"/>
                <a:ext cx="73080" cy="396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14D759B-F77A-47D2-1D9F-7819BDED59B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34863" y="558541"/>
                  <a:ext cx="1087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190D01-4319-9620-0F9D-643C2B1498DD}"/>
                    </a:ext>
                  </a:extLst>
                </p14:cNvPr>
                <p14:cNvContentPartPr/>
                <p14:nvPr/>
              </p14:nvContentPartPr>
              <p14:xfrm>
                <a:off x="6226823" y="622981"/>
                <a:ext cx="66600" cy="196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190D01-4319-9620-0F9D-643C2B1498D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08823" y="604981"/>
                  <a:ext cx="102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CF74ABA-839E-C028-2D79-4CF66A6DD788}"/>
                    </a:ext>
                  </a:extLst>
                </p14:cNvPr>
                <p14:cNvContentPartPr/>
                <p14:nvPr/>
              </p14:nvContentPartPr>
              <p14:xfrm>
                <a:off x="6201623" y="809821"/>
                <a:ext cx="81360" cy="18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CF74ABA-839E-C028-2D79-4CF66A6DD7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83623" y="791821"/>
                  <a:ext cx="117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ECF593E-E7F7-E0A7-4E83-DB355A1D451C}"/>
                    </a:ext>
                  </a:extLst>
                </p14:cNvPr>
                <p14:cNvContentPartPr/>
                <p14:nvPr/>
              </p14:nvContentPartPr>
              <p14:xfrm>
                <a:off x="6340943" y="712621"/>
                <a:ext cx="131760" cy="84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ECF593E-E7F7-E0A7-4E83-DB355A1D451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23303" y="694981"/>
                  <a:ext cx="167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1F903CF-F4E9-1943-3DB1-5E0682421117}"/>
                    </a:ext>
                  </a:extLst>
                </p14:cNvPr>
                <p14:cNvContentPartPr/>
                <p14:nvPr/>
              </p14:nvContentPartPr>
              <p14:xfrm>
                <a:off x="6582503" y="629821"/>
                <a:ext cx="81000" cy="141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1F903CF-F4E9-1943-3DB1-5E068242111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64863" y="611821"/>
                  <a:ext cx="116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1055C68-4626-6763-190A-A35DD709C445}"/>
                    </a:ext>
                  </a:extLst>
                </p14:cNvPr>
                <p14:cNvContentPartPr/>
                <p14:nvPr/>
              </p14:nvContentPartPr>
              <p14:xfrm>
                <a:off x="6728303" y="668701"/>
                <a:ext cx="146520" cy="1170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1055C68-4626-6763-190A-A35DD709C4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10303" y="651061"/>
                  <a:ext cx="182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A9BA24C-F8A9-3CED-F57D-940F1386212B}"/>
                    </a:ext>
                  </a:extLst>
                </p14:cNvPr>
                <p14:cNvContentPartPr/>
                <p14:nvPr/>
              </p14:nvContentPartPr>
              <p14:xfrm>
                <a:off x="7002263" y="555661"/>
                <a:ext cx="18360" cy="179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A9BA24C-F8A9-3CED-F57D-940F1386212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84263" y="537661"/>
                  <a:ext cx="54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034E932-F72E-71B9-D506-6458928C37CC}"/>
                    </a:ext>
                  </a:extLst>
                </p14:cNvPr>
                <p14:cNvContentPartPr/>
                <p14:nvPr/>
              </p14:nvContentPartPr>
              <p14:xfrm>
                <a:off x="7101983" y="639181"/>
                <a:ext cx="142560" cy="114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034E932-F72E-71B9-D506-6458928C37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084343" y="621181"/>
                  <a:ext cx="178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F6A240-898B-5DC0-ACCA-A5C1DBBF4067}"/>
                    </a:ext>
                  </a:extLst>
                </p14:cNvPr>
                <p14:cNvContentPartPr/>
                <p14:nvPr/>
              </p14:nvContentPartPr>
              <p14:xfrm>
                <a:off x="7297823" y="518941"/>
                <a:ext cx="46800" cy="196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F6A240-898B-5DC0-ACCA-A5C1DBBF406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79823" y="501301"/>
                  <a:ext cx="82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9EFDC0E-42C3-3CA2-70B2-04F2C1AED55C}"/>
                    </a:ext>
                  </a:extLst>
                </p14:cNvPr>
                <p14:cNvContentPartPr/>
                <p14:nvPr/>
              </p14:nvContentPartPr>
              <p14:xfrm>
                <a:off x="7285583" y="605701"/>
                <a:ext cx="60840" cy="53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9EFDC0E-42C3-3CA2-70B2-04F2C1AED55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67943" y="587701"/>
                  <a:ext cx="96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568B0FD-97C5-89BD-D32E-4E5FB6DC3E9C}"/>
                    </a:ext>
                  </a:extLst>
                </p14:cNvPr>
                <p14:cNvContentPartPr/>
                <p14:nvPr/>
              </p14:nvContentPartPr>
              <p14:xfrm>
                <a:off x="7437143" y="600301"/>
                <a:ext cx="78120" cy="75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568B0FD-97C5-89BD-D32E-4E5FB6DC3E9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19503" y="582661"/>
                  <a:ext cx="1137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0FE853E-9C1A-1388-D758-01F3D6FE9374}"/>
                    </a:ext>
                  </a:extLst>
                </p14:cNvPr>
                <p14:cNvContentPartPr/>
                <p14:nvPr/>
              </p14:nvContentPartPr>
              <p14:xfrm>
                <a:off x="7612463" y="532261"/>
                <a:ext cx="61920" cy="133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0FE853E-9C1A-1388-D758-01F3D6FE937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94463" y="514621"/>
                  <a:ext cx="9756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12051C9-9E84-0FDC-74CD-A90973BAF28D}"/>
              </a:ext>
            </a:extLst>
          </p:cNvPr>
          <p:cNvGrpSpPr/>
          <p:nvPr/>
        </p:nvGrpSpPr>
        <p:grpSpPr>
          <a:xfrm>
            <a:off x="2999783" y="79021"/>
            <a:ext cx="878040" cy="635400"/>
            <a:chOff x="2999783" y="79021"/>
            <a:chExt cx="878040" cy="63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B844A13-AD1A-F506-9D98-4F8F6D3895E5}"/>
                    </a:ext>
                  </a:extLst>
                </p14:cNvPr>
                <p14:cNvContentPartPr/>
                <p14:nvPr/>
              </p14:nvContentPartPr>
              <p14:xfrm>
                <a:off x="2999783" y="384661"/>
                <a:ext cx="93960" cy="329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B844A13-AD1A-F506-9D98-4F8F6D3895E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81783" y="367021"/>
                  <a:ext cx="1296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D2C0D75-9152-72ED-8B5C-6FD3F72FA314}"/>
                    </a:ext>
                  </a:extLst>
                </p14:cNvPr>
                <p14:cNvContentPartPr/>
                <p14:nvPr/>
              </p14:nvContentPartPr>
              <p14:xfrm>
                <a:off x="3196703" y="79021"/>
                <a:ext cx="168840" cy="217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D2C0D75-9152-72ED-8B5C-6FD3F72FA31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178703" y="61021"/>
                  <a:ext cx="204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E7E8415-96A3-491D-2245-7BF0CE028C56}"/>
                    </a:ext>
                  </a:extLst>
                </p14:cNvPr>
                <p14:cNvContentPartPr/>
                <p14:nvPr/>
              </p14:nvContentPartPr>
              <p14:xfrm>
                <a:off x="3384983" y="181261"/>
                <a:ext cx="53640" cy="26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E7E8415-96A3-491D-2245-7BF0CE028C5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66983" y="163261"/>
                  <a:ext cx="892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8A7A156-7678-6150-2D23-F64F86D5E0DF}"/>
                    </a:ext>
                  </a:extLst>
                </p14:cNvPr>
                <p14:cNvContentPartPr/>
                <p14:nvPr/>
              </p14:nvContentPartPr>
              <p14:xfrm>
                <a:off x="3299303" y="187741"/>
                <a:ext cx="123120" cy="99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8A7A156-7678-6150-2D23-F64F86D5E0D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81303" y="170101"/>
                  <a:ext cx="158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59CED50-E601-A695-1439-C59F44985710}"/>
                    </a:ext>
                  </a:extLst>
                </p14:cNvPr>
                <p14:cNvContentPartPr/>
                <p14:nvPr/>
              </p14:nvContentPartPr>
              <p14:xfrm>
                <a:off x="3364463" y="248221"/>
                <a:ext cx="112680" cy="58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59CED50-E601-A695-1439-C59F4498571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46463" y="230221"/>
                  <a:ext cx="148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271DADA-F5F3-CF16-B6DF-DB7371B145C6}"/>
                    </a:ext>
                  </a:extLst>
                </p14:cNvPr>
                <p14:cNvContentPartPr/>
                <p14:nvPr/>
              </p14:nvContentPartPr>
              <p14:xfrm>
                <a:off x="3503783" y="200341"/>
                <a:ext cx="109800" cy="64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271DADA-F5F3-CF16-B6DF-DB7371B145C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485783" y="182701"/>
                  <a:ext cx="145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1C496C-A9FD-C2AF-52BB-0C68727CD001}"/>
                    </a:ext>
                  </a:extLst>
                </p14:cNvPr>
                <p14:cNvContentPartPr/>
                <p14:nvPr/>
              </p14:nvContentPartPr>
              <p14:xfrm>
                <a:off x="3660383" y="118981"/>
                <a:ext cx="76680" cy="185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1C496C-A9FD-C2AF-52BB-0C68727CD00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42383" y="100981"/>
                  <a:ext cx="112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B68C833-2F9D-F308-CD63-00424BA712F9}"/>
                    </a:ext>
                  </a:extLst>
                </p14:cNvPr>
                <p14:cNvContentPartPr/>
                <p14:nvPr/>
              </p14:nvContentPartPr>
              <p14:xfrm>
                <a:off x="3660743" y="201061"/>
                <a:ext cx="39240" cy="18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B68C833-2F9D-F308-CD63-00424BA712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2743" y="183061"/>
                  <a:ext cx="74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BBA61B-F953-2C5A-029F-98DD9B0C42F4}"/>
                    </a:ext>
                  </a:extLst>
                </p14:cNvPr>
                <p14:cNvContentPartPr/>
                <p14:nvPr/>
              </p14:nvContentPartPr>
              <p14:xfrm>
                <a:off x="3781703" y="138061"/>
                <a:ext cx="96120" cy="153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BBA61B-F953-2C5A-029F-98DD9B0C42F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64063" y="120421"/>
                  <a:ext cx="131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364A9EA-4B65-3F3A-0243-D1F49EA489E7}"/>
              </a:ext>
            </a:extLst>
          </p:cNvPr>
          <p:cNvGrpSpPr/>
          <p:nvPr/>
        </p:nvGrpSpPr>
        <p:grpSpPr>
          <a:xfrm>
            <a:off x="2527103" y="945901"/>
            <a:ext cx="1148400" cy="666720"/>
            <a:chOff x="2527103" y="945901"/>
            <a:chExt cx="1148400" cy="6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902BE98-A016-6164-01B1-5B76C7375775}"/>
                    </a:ext>
                  </a:extLst>
                </p14:cNvPr>
                <p14:cNvContentPartPr/>
                <p14:nvPr/>
              </p14:nvContentPartPr>
              <p14:xfrm>
                <a:off x="2548343" y="945901"/>
                <a:ext cx="1127160" cy="666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902BE98-A016-6164-01B1-5B76C737577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530703" y="927901"/>
                  <a:ext cx="116280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FF6464-C4FD-1567-C5D6-D319E9A2E2B2}"/>
                    </a:ext>
                  </a:extLst>
                </p14:cNvPr>
                <p14:cNvContentPartPr/>
                <p14:nvPr/>
              </p14:nvContentPartPr>
              <p14:xfrm>
                <a:off x="2527103" y="1058221"/>
                <a:ext cx="194400" cy="288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FF6464-C4FD-1567-C5D6-D319E9A2E2B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509103" y="1040581"/>
                  <a:ext cx="2300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A0302E9-D15C-4B25-F801-ED7ED0454AF6}"/>
                    </a:ext>
                  </a:extLst>
                </p14:cNvPr>
                <p14:cNvContentPartPr/>
                <p14:nvPr/>
              </p14:nvContentPartPr>
              <p14:xfrm>
                <a:off x="2603783" y="998461"/>
                <a:ext cx="241560" cy="435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A0302E9-D15C-4B25-F801-ED7ED0454AF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586143" y="980461"/>
                  <a:ext cx="2772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5D3BC97-DF11-EB6A-18C2-42121DEA9AD5}"/>
                    </a:ext>
                  </a:extLst>
                </p14:cNvPr>
                <p14:cNvContentPartPr/>
                <p14:nvPr/>
              </p14:nvContentPartPr>
              <p14:xfrm>
                <a:off x="2759663" y="1011061"/>
                <a:ext cx="284760" cy="464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5D3BC97-DF11-EB6A-18C2-42121DEA9AD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742023" y="993421"/>
                  <a:ext cx="32040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F4CA0A0-0F92-CAD5-B5B7-DBA396E00257}"/>
                    </a:ext>
                  </a:extLst>
                </p14:cNvPr>
                <p14:cNvContentPartPr/>
                <p14:nvPr/>
              </p14:nvContentPartPr>
              <p14:xfrm>
                <a:off x="2992583" y="1064341"/>
                <a:ext cx="165960" cy="2725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F4CA0A0-0F92-CAD5-B5B7-DBA396E0025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74583" y="1046341"/>
                  <a:ext cx="201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19DA222-F3D0-DDBC-CBF6-8CFB66BE32BF}"/>
                    </a:ext>
                  </a:extLst>
                </p14:cNvPr>
                <p14:cNvContentPartPr/>
                <p14:nvPr/>
              </p14:nvContentPartPr>
              <p14:xfrm>
                <a:off x="2961623" y="1027261"/>
                <a:ext cx="330120" cy="498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19DA222-F3D0-DDBC-CBF6-8CFB66BE32B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943983" y="1009261"/>
                  <a:ext cx="3657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DE2ADAA-1AE5-16F0-D2B1-92A3EFEA6E4B}"/>
                    </a:ext>
                  </a:extLst>
                </p14:cNvPr>
                <p14:cNvContentPartPr/>
                <p14:nvPr/>
              </p14:nvContentPartPr>
              <p14:xfrm>
                <a:off x="3087263" y="1100701"/>
                <a:ext cx="313560" cy="419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DE2ADAA-1AE5-16F0-D2B1-92A3EFEA6E4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69623" y="1082701"/>
                  <a:ext cx="3492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89CA192-0F00-8C61-CC15-57908BDDCE47}"/>
                    </a:ext>
                  </a:extLst>
                </p14:cNvPr>
                <p14:cNvContentPartPr/>
                <p14:nvPr/>
              </p14:nvContentPartPr>
              <p14:xfrm>
                <a:off x="3250703" y="1117981"/>
                <a:ext cx="257760" cy="32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89CA192-0F00-8C61-CC15-57908BDDCE4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232703" y="1099981"/>
                  <a:ext cx="293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E82E267-4DB2-DFA0-CABE-DEADD5D10908}"/>
                    </a:ext>
                  </a:extLst>
                </p14:cNvPr>
                <p14:cNvContentPartPr/>
                <p14:nvPr/>
              </p14:nvContentPartPr>
              <p14:xfrm>
                <a:off x="3420623" y="1271701"/>
                <a:ext cx="146880" cy="196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E82E267-4DB2-DFA0-CABE-DEADD5D109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02983" y="1254061"/>
                  <a:ext cx="182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88B5C1-B18D-98A7-14AB-FAEDF44CA30B}"/>
                    </a:ext>
                  </a:extLst>
                </p14:cNvPr>
                <p14:cNvContentPartPr/>
                <p14:nvPr/>
              </p14:nvContentPartPr>
              <p14:xfrm>
                <a:off x="3550943" y="1405621"/>
                <a:ext cx="79920" cy="90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88B5C1-B18D-98A7-14AB-FAEDF44CA30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33303" y="1387981"/>
                  <a:ext cx="11556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EF24BB8-05BA-437C-CF72-B5522BA86B56}"/>
              </a:ext>
            </a:extLst>
          </p:cNvPr>
          <p:cNvGrpSpPr/>
          <p:nvPr/>
        </p:nvGrpSpPr>
        <p:grpSpPr>
          <a:xfrm>
            <a:off x="7364423" y="1242181"/>
            <a:ext cx="4219560" cy="5479560"/>
            <a:chOff x="7364423" y="1242181"/>
            <a:chExt cx="4219560" cy="54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77712B6-0031-AD3E-69B3-FFDC739A4196}"/>
                    </a:ext>
                  </a:extLst>
                </p14:cNvPr>
                <p14:cNvContentPartPr/>
                <p14:nvPr/>
              </p14:nvContentPartPr>
              <p14:xfrm>
                <a:off x="7410863" y="1242181"/>
                <a:ext cx="68040" cy="54795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77712B6-0031-AD3E-69B3-FFDC739A41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93223" y="1224181"/>
                  <a:ext cx="103680" cy="55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E3EA2B6-2B13-6862-1400-9314CACD518C}"/>
                    </a:ext>
                  </a:extLst>
                </p14:cNvPr>
                <p14:cNvContentPartPr/>
                <p14:nvPr/>
              </p14:nvContentPartPr>
              <p14:xfrm>
                <a:off x="7364423" y="4273741"/>
                <a:ext cx="4219560" cy="64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E3EA2B6-2B13-6862-1400-9314CACD518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46423" y="4255741"/>
                  <a:ext cx="425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072B590-8A92-B41D-5764-F7DC122EB2FA}"/>
              </a:ext>
            </a:extLst>
          </p:cNvPr>
          <p:cNvGrpSpPr/>
          <p:nvPr/>
        </p:nvGrpSpPr>
        <p:grpSpPr>
          <a:xfrm>
            <a:off x="4286063" y="1291501"/>
            <a:ext cx="1557000" cy="745920"/>
            <a:chOff x="4286063" y="1291501"/>
            <a:chExt cx="1557000" cy="7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80C10D2-DD57-D29C-A5EF-67F15E6133B9}"/>
                    </a:ext>
                  </a:extLst>
                </p14:cNvPr>
                <p14:cNvContentPartPr/>
                <p14:nvPr/>
              </p14:nvContentPartPr>
              <p14:xfrm>
                <a:off x="4286063" y="1399861"/>
                <a:ext cx="861480" cy="637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80C10D2-DD57-D29C-A5EF-67F15E6133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268423" y="1381861"/>
                  <a:ext cx="89712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52DB8A9-A5C6-627C-B553-B8E9B9A777BA}"/>
                    </a:ext>
                  </a:extLst>
                </p14:cNvPr>
                <p14:cNvContentPartPr/>
                <p14:nvPr/>
              </p14:nvContentPartPr>
              <p14:xfrm>
                <a:off x="5127023" y="1300861"/>
                <a:ext cx="57600" cy="216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52DB8A9-A5C6-627C-B553-B8E9B9A777B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109023" y="1282861"/>
                  <a:ext cx="93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63C1A9-4230-DA2D-565D-8331C196D292}"/>
                    </a:ext>
                  </a:extLst>
                </p14:cNvPr>
                <p14:cNvContentPartPr/>
                <p14:nvPr/>
              </p14:nvContentPartPr>
              <p14:xfrm>
                <a:off x="5318903" y="1344061"/>
                <a:ext cx="79560" cy="279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63C1A9-4230-DA2D-565D-8331C196D29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00903" y="1326061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D3CC4E-AC2D-596A-0AE8-18AF6A572E20}"/>
                    </a:ext>
                  </a:extLst>
                </p14:cNvPr>
                <p14:cNvContentPartPr/>
                <p14:nvPr/>
              </p14:nvContentPartPr>
              <p14:xfrm>
                <a:off x="5350583" y="1309141"/>
                <a:ext cx="165240" cy="139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D3CC4E-AC2D-596A-0AE8-18AF6A572E2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32943" y="1291141"/>
                  <a:ext cx="200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47CF719-0801-C927-1911-407B38944CA3}"/>
                    </a:ext>
                  </a:extLst>
                </p14:cNvPr>
                <p14:cNvContentPartPr/>
                <p14:nvPr/>
              </p14:nvContentPartPr>
              <p14:xfrm>
                <a:off x="5553263" y="1359181"/>
                <a:ext cx="99360" cy="124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47CF719-0801-C927-1911-407B38944CA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35623" y="1341541"/>
                  <a:ext cx="135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A88945D-CABE-E75B-8915-503D46702E1B}"/>
                    </a:ext>
                  </a:extLst>
                </p14:cNvPr>
                <p14:cNvContentPartPr/>
                <p14:nvPr/>
              </p14:nvContentPartPr>
              <p14:xfrm>
                <a:off x="5743703" y="1291501"/>
                <a:ext cx="99360" cy="167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A88945D-CABE-E75B-8915-503D46702E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25703" y="1273501"/>
                  <a:ext cx="1350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BD975BD-A59E-8929-145F-348B7FF73E0A}"/>
                    </a:ext>
                  </a:extLst>
                </p14:cNvPr>
                <p14:cNvContentPartPr/>
                <p14:nvPr/>
              </p14:nvContentPartPr>
              <p14:xfrm>
                <a:off x="5703023" y="1469341"/>
                <a:ext cx="36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BD975BD-A59E-8929-145F-348B7FF73E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685023" y="14513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3ED9849-42DB-2556-DA7E-B4406CC5D91B}"/>
              </a:ext>
            </a:extLst>
          </p:cNvPr>
          <p:cNvGrpSpPr/>
          <p:nvPr/>
        </p:nvGrpSpPr>
        <p:grpSpPr>
          <a:xfrm>
            <a:off x="689303" y="1238941"/>
            <a:ext cx="1387440" cy="845640"/>
            <a:chOff x="689303" y="1238941"/>
            <a:chExt cx="1387440" cy="84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FFCBD1E-4E87-E2DC-2629-36A7F359A422}"/>
                    </a:ext>
                  </a:extLst>
                </p14:cNvPr>
                <p14:cNvContentPartPr/>
                <p14:nvPr/>
              </p14:nvContentPartPr>
              <p14:xfrm>
                <a:off x="2042183" y="1642501"/>
                <a:ext cx="34560" cy="442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FFCBD1E-4E87-E2DC-2629-36A7F359A42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24543" y="1624861"/>
                  <a:ext cx="702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6EA9505-FBC6-AB5E-A213-87E89E01E3E6}"/>
                    </a:ext>
                  </a:extLst>
                </p14:cNvPr>
                <p14:cNvContentPartPr/>
                <p14:nvPr/>
              </p14:nvContentPartPr>
              <p14:xfrm>
                <a:off x="847343" y="1616221"/>
                <a:ext cx="1222560" cy="86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6EA9505-FBC6-AB5E-A213-87E89E01E3E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29343" y="1598221"/>
                  <a:ext cx="1258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AF7D1C5-5D06-4BFE-B98E-D800BCFFFE30}"/>
                    </a:ext>
                  </a:extLst>
                </p14:cNvPr>
                <p14:cNvContentPartPr/>
                <p14:nvPr/>
              </p14:nvContentPartPr>
              <p14:xfrm>
                <a:off x="899543" y="1678141"/>
                <a:ext cx="18360" cy="60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AF7D1C5-5D06-4BFE-B98E-D800BCFFFE3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1903" y="1660141"/>
                  <a:ext cx="54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8AFD4FC-B3B3-6266-8D55-A455D7355B7C}"/>
                    </a:ext>
                  </a:extLst>
                </p14:cNvPr>
                <p14:cNvContentPartPr/>
                <p14:nvPr/>
              </p14:nvContentPartPr>
              <p14:xfrm>
                <a:off x="824663" y="1672021"/>
                <a:ext cx="61560" cy="72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8AFD4FC-B3B3-6266-8D55-A455D7355B7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07023" y="1654381"/>
                  <a:ext cx="97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0711A1D-48B9-F19C-4F94-67E60B12E3D9}"/>
                    </a:ext>
                  </a:extLst>
                </p14:cNvPr>
                <p14:cNvContentPartPr/>
                <p14:nvPr/>
              </p14:nvContentPartPr>
              <p14:xfrm>
                <a:off x="689303" y="1273501"/>
                <a:ext cx="26640" cy="264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0711A1D-48B9-F19C-4F94-67E60B12E3D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1663" y="1255501"/>
                  <a:ext cx="622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A086169-40D5-BD36-25F0-5F098F3495B7}"/>
                    </a:ext>
                  </a:extLst>
                </p14:cNvPr>
                <p14:cNvContentPartPr/>
                <p14:nvPr/>
              </p14:nvContentPartPr>
              <p14:xfrm>
                <a:off x="717383" y="1238941"/>
                <a:ext cx="123120" cy="169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A086169-40D5-BD36-25F0-5F098F3495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99743" y="1221301"/>
                  <a:ext cx="158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50BE036-BD43-1139-7E27-AE3855C512EA}"/>
                    </a:ext>
                  </a:extLst>
                </p14:cNvPr>
                <p14:cNvContentPartPr/>
                <p14:nvPr/>
              </p14:nvContentPartPr>
              <p14:xfrm>
                <a:off x="962543" y="1331461"/>
                <a:ext cx="88200" cy="129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50BE036-BD43-1139-7E27-AE3855C512E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44903" y="1313461"/>
                  <a:ext cx="123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D0C7EE-F714-7DE7-87FF-BA8CF0B68D1B}"/>
                    </a:ext>
                  </a:extLst>
                </p14:cNvPr>
                <p14:cNvContentPartPr/>
                <p14:nvPr/>
              </p14:nvContentPartPr>
              <p14:xfrm>
                <a:off x="1165583" y="1279261"/>
                <a:ext cx="138960" cy="304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D0C7EE-F714-7DE7-87FF-BA8CF0B68D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47943" y="1261621"/>
                  <a:ext cx="17460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BD6F1BD-2555-0375-ECEB-2CCFAE10A9B1}"/>
              </a:ext>
            </a:extLst>
          </p:cNvPr>
          <p:cNvGrpSpPr/>
          <p:nvPr/>
        </p:nvGrpSpPr>
        <p:grpSpPr>
          <a:xfrm>
            <a:off x="5987783" y="1080541"/>
            <a:ext cx="755280" cy="512640"/>
            <a:chOff x="5987783" y="1080541"/>
            <a:chExt cx="75528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30BA3A-BAC2-8B96-017A-8FD8B502A5E3}"/>
                    </a:ext>
                  </a:extLst>
                </p14:cNvPr>
                <p14:cNvContentPartPr/>
                <p14:nvPr/>
              </p14:nvContentPartPr>
              <p14:xfrm>
                <a:off x="6201623" y="1271341"/>
                <a:ext cx="47880" cy="1875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30BA3A-BAC2-8B96-017A-8FD8B502A5E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83623" y="1253701"/>
                  <a:ext cx="83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0C0B6E8-4A6C-DCCE-4E66-DCE9133E44EC}"/>
                    </a:ext>
                  </a:extLst>
                </p14:cNvPr>
                <p14:cNvContentPartPr/>
                <p14:nvPr/>
              </p14:nvContentPartPr>
              <p14:xfrm>
                <a:off x="6316823" y="1188901"/>
                <a:ext cx="152280" cy="216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0C0B6E8-4A6C-DCCE-4E66-DCE9133E44E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99183" y="1170901"/>
                  <a:ext cx="187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4A5092-E499-1B62-1F6E-313152DCA9A7}"/>
                    </a:ext>
                  </a:extLst>
                </p14:cNvPr>
                <p14:cNvContentPartPr/>
                <p14:nvPr/>
              </p14:nvContentPartPr>
              <p14:xfrm>
                <a:off x="5987783" y="1220941"/>
                <a:ext cx="170640" cy="372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4A5092-E499-1B62-1F6E-313152DCA9A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69783" y="1203301"/>
                  <a:ext cx="2062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2FECEE-7BED-4FA7-C8B9-75A88C2F2B0E}"/>
                    </a:ext>
                  </a:extLst>
                </p14:cNvPr>
                <p14:cNvContentPartPr/>
                <p14:nvPr/>
              </p14:nvContentPartPr>
              <p14:xfrm>
                <a:off x="6583583" y="1080541"/>
                <a:ext cx="159480" cy="331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2FECEE-7BED-4FA7-C8B9-75A88C2F2B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565583" y="1062541"/>
                  <a:ext cx="19512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EA7E22D-029B-2C48-F5FF-87BAFF17C679}"/>
              </a:ext>
            </a:extLst>
          </p:cNvPr>
          <p:cNvGrpSpPr/>
          <p:nvPr/>
        </p:nvGrpSpPr>
        <p:grpSpPr>
          <a:xfrm>
            <a:off x="8105303" y="1063261"/>
            <a:ext cx="1051560" cy="351720"/>
            <a:chOff x="8105303" y="1063261"/>
            <a:chExt cx="105156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4B4CFC5-AC82-57DD-8ED0-A066205DDD32}"/>
                    </a:ext>
                  </a:extLst>
                </p14:cNvPr>
                <p14:cNvContentPartPr/>
                <p14:nvPr/>
              </p14:nvContentPartPr>
              <p14:xfrm>
                <a:off x="8105303" y="1083781"/>
                <a:ext cx="245160" cy="331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4B4CFC5-AC82-57DD-8ED0-A066205DDD3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87303" y="1065781"/>
                  <a:ext cx="2808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F0646E1-9699-9ECB-9579-D5E15F8CE25E}"/>
                    </a:ext>
                  </a:extLst>
                </p14:cNvPr>
                <p14:cNvContentPartPr/>
                <p14:nvPr/>
              </p14:nvContentPartPr>
              <p14:xfrm>
                <a:off x="8415623" y="1249381"/>
                <a:ext cx="112680" cy="79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F0646E1-9699-9ECB-9579-D5E15F8CE25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397623" y="1231381"/>
                  <a:ext cx="148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CACC471-42B2-EA4C-1D0B-0C9524510DD4}"/>
                    </a:ext>
                  </a:extLst>
                </p14:cNvPr>
                <p14:cNvContentPartPr/>
                <p14:nvPr/>
              </p14:nvContentPartPr>
              <p14:xfrm>
                <a:off x="8512823" y="1340461"/>
                <a:ext cx="55800" cy="29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CACC471-42B2-EA4C-1D0B-0C9524510DD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495183" y="1322821"/>
                  <a:ext cx="91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38C5D09-4552-500A-FF40-656D7E8CE526}"/>
                    </a:ext>
                  </a:extLst>
                </p14:cNvPr>
                <p14:cNvContentPartPr/>
                <p14:nvPr/>
              </p14:nvContentPartPr>
              <p14:xfrm>
                <a:off x="8736023" y="1134901"/>
                <a:ext cx="30960" cy="249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38C5D09-4552-500A-FF40-656D7E8CE52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718383" y="1116901"/>
                  <a:ext cx="66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20F5636-1795-97AB-885A-E3D3C6187D51}"/>
                    </a:ext>
                  </a:extLst>
                </p14:cNvPr>
                <p14:cNvContentPartPr/>
                <p14:nvPr/>
              </p14:nvContentPartPr>
              <p14:xfrm>
                <a:off x="8686703" y="1130941"/>
                <a:ext cx="93600" cy="21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20F5636-1795-97AB-885A-E3D3C6187D5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668703" y="1112941"/>
                  <a:ext cx="129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3B559BE-D62B-F196-6E89-C96B779D423A}"/>
                    </a:ext>
                  </a:extLst>
                </p14:cNvPr>
                <p14:cNvContentPartPr/>
                <p14:nvPr/>
              </p14:nvContentPartPr>
              <p14:xfrm>
                <a:off x="8710823" y="1307701"/>
                <a:ext cx="124920" cy="50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3B559BE-D62B-F196-6E89-C96B779D423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92823" y="1290061"/>
                  <a:ext cx="160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7FDB511-98F2-70CD-71F5-D7E2B4E3CD31}"/>
                    </a:ext>
                  </a:extLst>
                </p14:cNvPr>
                <p14:cNvContentPartPr/>
                <p14:nvPr/>
              </p14:nvContentPartPr>
              <p14:xfrm>
                <a:off x="8977943" y="1100701"/>
                <a:ext cx="49680" cy="273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7FDB511-98F2-70CD-71F5-D7E2B4E3CD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59943" y="1083061"/>
                  <a:ext cx="85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CF99647-35CE-0A90-A004-695D91FE022C}"/>
                    </a:ext>
                  </a:extLst>
                </p14:cNvPr>
                <p14:cNvContentPartPr/>
                <p14:nvPr/>
              </p14:nvContentPartPr>
              <p14:xfrm>
                <a:off x="8989823" y="1063261"/>
                <a:ext cx="167040" cy="183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CF99647-35CE-0A90-A004-695D91FE022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971823" y="1045621"/>
                  <a:ext cx="2026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04DF171-421A-8962-38B9-B0DED94C2B92}"/>
              </a:ext>
            </a:extLst>
          </p:cNvPr>
          <p:cNvGrpSpPr/>
          <p:nvPr/>
        </p:nvGrpSpPr>
        <p:grpSpPr>
          <a:xfrm>
            <a:off x="8216543" y="1557901"/>
            <a:ext cx="2405520" cy="654840"/>
            <a:chOff x="8216543" y="1557901"/>
            <a:chExt cx="240552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ED3BC67-A8C8-5BBC-1C33-1AA959F75226}"/>
                    </a:ext>
                  </a:extLst>
                </p14:cNvPr>
                <p14:cNvContentPartPr/>
                <p14:nvPr/>
              </p14:nvContentPartPr>
              <p14:xfrm>
                <a:off x="8216543" y="1815301"/>
                <a:ext cx="9360" cy="293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ED3BC67-A8C8-5BBC-1C33-1AA959F7522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98903" y="1797661"/>
                  <a:ext cx="45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15D4246-AC77-D32D-463B-ECDCB86F134D}"/>
                    </a:ext>
                  </a:extLst>
                </p14:cNvPr>
                <p14:cNvContentPartPr/>
                <p14:nvPr/>
              </p14:nvContentPartPr>
              <p14:xfrm>
                <a:off x="8364503" y="1798021"/>
                <a:ext cx="160920" cy="225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15D4246-AC77-D32D-463B-ECDCB86F134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46503" y="1780381"/>
                  <a:ext cx="196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5FB82B1-5E6B-90FB-8B27-5AC93E690F8E}"/>
                    </a:ext>
                  </a:extLst>
                </p14:cNvPr>
                <p14:cNvContentPartPr/>
                <p14:nvPr/>
              </p14:nvContentPartPr>
              <p14:xfrm>
                <a:off x="8693543" y="1866061"/>
                <a:ext cx="99360" cy="32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5FB82B1-5E6B-90FB-8B27-5AC93E690F8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675543" y="1848421"/>
                  <a:ext cx="135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EE7AE1A-CCE4-DC41-7D15-688F5A9B3BEF}"/>
                    </a:ext>
                  </a:extLst>
                </p14:cNvPr>
                <p14:cNvContentPartPr/>
                <p14:nvPr/>
              </p14:nvContentPartPr>
              <p14:xfrm>
                <a:off x="8790383" y="1942741"/>
                <a:ext cx="30600" cy="20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EE7AE1A-CCE4-DC41-7D15-688F5A9B3BE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772743" y="1924741"/>
                  <a:ext cx="66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D613528-A72A-6C62-6D2E-D70C46104F11}"/>
                    </a:ext>
                  </a:extLst>
                </p14:cNvPr>
                <p14:cNvContentPartPr/>
                <p14:nvPr/>
              </p14:nvContentPartPr>
              <p14:xfrm>
                <a:off x="9115463" y="1750501"/>
                <a:ext cx="16200" cy="309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D613528-A72A-6C62-6D2E-D70C46104F1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097463" y="1732861"/>
                  <a:ext cx="518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0E24932-D4F7-E0F7-5011-19876481632E}"/>
                    </a:ext>
                  </a:extLst>
                </p14:cNvPr>
                <p14:cNvContentPartPr/>
                <p14:nvPr/>
              </p14:nvContentPartPr>
              <p14:xfrm>
                <a:off x="9084863" y="1780021"/>
                <a:ext cx="65880" cy="46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0E24932-D4F7-E0F7-5011-19876481632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066863" y="1762381"/>
                  <a:ext cx="101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365E7A9-BDC0-6381-D69B-56B34007CA19}"/>
                    </a:ext>
                  </a:extLst>
                </p14:cNvPr>
                <p14:cNvContentPartPr/>
                <p14:nvPr/>
              </p14:nvContentPartPr>
              <p14:xfrm>
                <a:off x="9099263" y="2024101"/>
                <a:ext cx="105120" cy="46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365E7A9-BDC0-6381-D69B-56B34007CA1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081263" y="2006461"/>
                  <a:ext cx="140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3A91118-0856-DAF9-745B-97CDB79AB025}"/>
                    </a:ext>
                  </a:extLst>
                </p14:cNvPr>
                <p14:cNvContentPartPr/>
                <p14:nvPr/>
              </p14:nvContentPartPr>
              <p14:xfrm>
                <a:off x="9372503" y="1596061"/>
                <a:ext cx="157680" cy="616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3A91118-0856-DAF9-745B-97CDB79AB02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354863" y="1578421"/>
                  <a:ext cx="19332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5B32259-50DC-A3C2-E2AD-BFBCC6530067}"/>
                    </a:ext>
                  </a:extLst>
                </p14:cNvPr>
                <p14:cNvContentPartPr/>
                <p14:nvPr/>
              </p14:nvContentPartPr>
              <p14:xfrm>
                <a:off x="9682823" y="1744381"/>
                <a:ext cx="41760" cy="256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5B32259-50DC-A3C2-E2AD-BFBCC653006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664823" y="1726741"/>
                  <a:ext cx="774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7E7FFF1-8E04-1FB0-6B46-ED41C11B9632}"/>
                    </a:ext>
                  </a:extLst>
                </p14:cNvPr>
                <p14:cNvContentPartPr/>
                <p14:nvPr/>
              </p14:nvContentPartPr>
              <p14:xfrm>
                <a:off x="9899183" y="1771021"/>
                <a:ext cx="10440" cy="2746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7E7FFF1-8E04-1FB0-6B46-ED41C11B963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881543" y="1753021"/>
                  <a:ext cx="46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DF78D91-2C05-1C66-C230-4AB250DEF538}"/>
                    </a:ext>
                  </a:extLst>
                </p14:cNvPr>
                <p14:cNvContentPartPr/>
                <p14:nvPr/>
              </p14:nvContentPartPr>
              <p14:xfrm>
                <a:off x="9903863" y="1783981"/>
                <a:ext cx="238320" cy="1454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DF78D91-2C05-1C66-C230-4AB250DEF53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85863" y="1765981"/>
                  <a:ext cx="273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E6D2279-276F-8828-A386-9180E937A768}"/>
                    </a:ext>
                  </a:extLst>
                </p14:cNvPr>
                <p14:cNvContentPartPr/>
                <p14:nvPr/>
              </p14:nvContentPartPr>
              <p14:xfrm>
                <a:off x="10227503" y="1775701"/>
                <a:ext cx="248400" cy="175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E6D2279-276F-8828-A386-9180E937A76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209863" y="1758061"/>
                  <a:ext cx="284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42BE094-6BFC-E894-0F0B-94F6A47F33CB}"/>
                    </a:ext>
                  </a:extLst>
                </p14:cNvPr>
                <p14:cNvContentPartPr/>
                <p14:nvPr/>
              </p14:nvContentPartPr>
              <p14:xfrm>
                <a:off x="10511543" y="1557901"/>
                <a:ext cx="110520" cy="541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42BE094-6BFC-E894-0F0B-94F6A47F33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493543" y="1540261"/>
                  <a:ext cx="146160" cy="57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62D34AD-806E-4A76-3A26-CF4B85BD8F6C}"/>
              </a:ext>
            </a:extLst>
          </p:cNvPr>
          <p:cNvGrpSpPr/>
          <p:nvPr/>
        </p:nvGrpSpPr>
        <p:grpSpPr>
          <a:xfrm>
            <a:off x="8475383" y="2528101"/>
            <a:ext cx="470880" cy="334080"/>
            <a:chOff x="8475383" y="2528101"/>
            <a:chExt cx="47088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7D95EDC-B2DF-B888-937D-3B2A15B820FC}"/>
                    </a:ext>
                  </a:extLst>
                </p14:cNvPr>
                <p14:cNvContentPartPr/>
                <p14:nvPr/>
              </p14:nvContentPartPr>
              <p14:xfrm>
                <a:off x="8503463" y="2560861"/>
                <a:ext cx="81360" cy="3013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7D95EDC-B2DF-B888-937D-3B2A15B820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485823" y="2543221"/>
                  <a:ext cx="1170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4878DF3-2155-2094-AF01-1BAEE30AC726}"/>
                    </a:ext>
                  </a:extLst>
                </p14:cNvPr>
                <p14:cNvContentPartPr/>
                <p14:nvPr/>
              </p14:nvContentPartPr>
              <p14:xfrm>
                <a:off x="8475383" y="2528101"/>
                <a:ext cx="154440" cy="74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4878DF3-2155-2094-AF01-1BAEE30AC72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457383" y="2510101"/>
                  <a:ext cx="190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2B2C9B-A8DB-DBB5-E361-947FE2A803C7}"/>
                    </a:ext>
                  </a:extLst>
                </p14:cNvPr>
                <p14:cNvContentPartPr/>
                <p14:nvPr/>
              </p14:nvContentPartPr>
              <p14:xfrm>
                <a:off x="8557463" y="2818261"/>
                <a:ext cx="141840" cy="43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2B2C9B-A8DB-DBB5-E361-947FE2A803C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39823" y="2800621"/>
                  <a:ext cx="177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346338E-57B8-64E2-ACC1-4AAF943FD176}"/>
                    </a:ext>
                  </a:extLst>
                </p14:cNvPr>
                <p14:cNvContentPartPr/>
                <p14:nvPr/>
              </p14:nvContentPartPr>
              <p14:xfrm>
                <a:off x="8819183" y="2728261"/>
                <a:ext cx="52200" cy="22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346338E-57B8-64E2-ACC1-4AAF943FD17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801183" y="2710621"/>
                  <a:ext cx="87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3865D22-EBDA-A34B-7FE5-6772063DD026}"/>
                    </a:ext>
                  </a:extLst>
                </p14:cNvPr>
                <p14:cNvContentPartPr/>
                <p14:nvPr/>
              </p14:nvContentPartPr>
              <p14:xfrm>
                <a:off x="8884343" y="2773981"/>
                <a:ext cx="61920" cy="489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3865D22-EBDA-A34B-7FE5-6772063DD02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866343" y="2756341"/>
                  <a:ext cx="975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CF7B25D-E8D6-6273-B3EB-D3450BD301C5}"/>
              </a:ext>
            </a:extLst>
          </p:cNvPr>
          <p:cNvGrpSpPr/>
          <p:nvPr/>
        </p:nvGrpSpPr>
        <p:grpSpPr>
          <a:xfrm>
            <a:off x="9213383" y="2423701"/>
            <a:ext cx="806400" cy="430200"/>
            <a:chOff x="9213383" y="2423701"/>
            <a:chExt cx="80640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091E490-89F2-1D02-E356-AFE5544CA16A}"/>
                    </a:ext>
                  </a:extLst>
                </p14:cNvPr>
                <p14:cNvContentPartPr/>
                <p14:nvPr/>
              </p14:nvContentPartPr>
              <p14:xfrm>
                <a:off x="9213383" y="2614861"/>
                <a:ext cx="360" cy="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091E490-89F2-1D02-E356-AFE5544CA16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195743" y="25972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A920342-9F39-3A9D-D43A-35925A9C3DBC}"/>
                    </a:ext>
                  </a:extLst>
                </p14:cNvPr>
                <p14:cNvContentPartPr/>
                <p14:nvPr/>
              </p14:nvContentPartPr>
              <p14:xfrm>
                <a:off x="9228863" y="2518021"/>
                <a:ext cx="55800" cy="335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A920342-9F39-3A9D-D43A-35925A9C3DB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211223" y="2500381"/>
                  <a:ext cx="91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743DC79-1CFC-5371-2457-68385B2F1CEB}"/>
                    </a:ext>
                  </a:extLst>
                </p14:cNvPr>
                <p14:cNvContentPartPr/>
                <p14:nvPr/>
              </p14:nvContentPartPr>
              <p14:xfrm>
                <a:off x="9456383" y="2616661"/>
                <a:ext cx="67680" cy="203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743DC79-1CFC-5371-2457-68385B2F1CE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438743" y="2599021"/>
                  <a:ext cx="103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91341A1-7B9D-1C6B-2112-B9D1A7B2D592}"/>
                    </a:ext>
                  </a:extLst>
                </p14:cNvPr>
                <p14:cNvContentPartPr/>
                <p14:nvPr/>
              </p14:nvContentPartPr>
              <p14:xfrm>
                <a:off x="9502463" y="2610901"/>
                <a:ext cx="239400" cy="126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91341A1-7B9D-1C6B-2112-B9D1A7B2D59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484463" y="2593261"/>
                  <a:ext cx="275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F50DD63-6B52-B9DA-42FC-49774F55CED8}"/>
                    </a:ext>
                  </a:extLst>
                </p14:cNvPr>
                <p14:cNvContentPartPr/>
                <p14:nvPr/>
              </p14:nvContentPartPr>
              <p14:xfrm>
                <a:off x="9823223" y="2423701"/>
                <a:ext cx="95400" cy="350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F50DD63-6B52-B9DA-42FC-49774F55CED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805583" y="2406061"/>
                  <a:ext cx="1310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0A6CAE7-0B32-2C84-3451-7370CCDC4399}"/>
                    </a:ext>
                  </a:extLst>
                </p14:cNvPr>
                <p14:cNvContentPartPr/>
                <p14:nvPr/>
              </p14:nvContentPartPr>
              <p14:xfrm>
                <a:off x="9875063" y="2459341"/>
                <a:ext cx="113040" cy="1893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0A6CAE7-0B32-2C84-3451-7370CCDC439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857423" y="2441701"/>
                  <a:ext cx="148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AFFB42-80B1-AE31-AC84-CBE4AC43E342}"/>
                    </a:ext>
                  </a:extLst>
                </p14:cNvPr>
                <p14:cNvContentPartPr/>
                <p14:nvPr/>
              </p14:nvContentPartPr>
              <p14:xfrm>
                <a:off x="9872903" y="2587141"/>
                <a:ext cx="146880" cy="53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AFFB42-80B1-AE31-AC84-CBE4AC43E34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855263" y="2569501"/>
                  <a:ext cx="18252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8FB435E-DFE6-E266-9B94-E5CA9193DDFA}"/>
              </a:ext>
            </a:extLst>
          </p:cNvPr>
          <p:cNvGrpSpPr/>
          <p:nvPr/>
        </p:nvGrpSpPr>
        <p:grpSpPr>
          <a:xfrm>
            <a:off x="8310143" y="90541"/>
            <a:ext cx="2703240" cy="806040"/>
            <a:chOff x="8310143" y="90541"/>
            <a:chExt cx="2703240" cy="80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6183BB3-0061-AB39-C753-60BDDA8F6765}"/>
                    </a:ext>
                  </a:extLst>
                </p14:cNvPr>
                <p14:cNvContentPartPr/>
                <p14:nvPr/>
              </p14:nvContentPartPr>
              <p14:xfrm>
                <a:off x="8748623" y="311221"/>
                <a:ext cx="241920" cy="398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6183BB3-0061-AB39-C753-60BDDA8F676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30983" y="293221"/>
                  <a:ext cx="2775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B2B0185-8035-E97C-80B0-70EE5F85ABD7}"/>
                    </a:ext>
                  </a:extLst>
                </p14:cNvPr>
                <p14:cNvContentPartPr/>
                <p14:nvPr/>
              </p14:nvContentPartPr>
              <p14:xfrm>
                <a:off x="9108263" y="367021"/>
                <a:ext cx="114840" cy="316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B2B0185-8035-E97C-80B0-70EE5F85ABD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090623" y="349021"/>
                  <a:ext cx="1504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08F8D5F-7DCC-1560-4D1F-FFAADFEC6418}"/>
                    </a:ext>
                  </a:extLst>
                </p14:cNvPr>
                <p14:cNvContentPartPr/>
                <p14:nvPr/>
              </p14:nvContentPartPr>
              <p14:xfrm>
                <a:off x="9152903" y="303661"/>
                <a:ext cx="106920" cy="1299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08F8D5F-7DCC-1560-4D1F-FFAADFEC641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134903" y="286021"/>
                  <a:ext cx="142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B24AA44-6E9F-4046-3A08-FAB5A1F7B9E6}"/>
                    </a:ext>
                  </a:extLst>
                </p14:cNvPr>
                <p14:cNvContentPartPr/>
                <p14:nvPr/>
              </p14:nvContentPartPr>
              <p14:xfrm>
                <a:off x="9164783" y="491941"/>
                <a:ext cx="119520" cy="60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B24AA44-6E9F-4046-3A08-FAB5A1F7B9E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147143" y="473941"/>
                  <a:ext cx="155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F888FCF-010E-94B1-B811-F332F7406FD1}"/>
                    </a:ext>
                  </a:extLst>
                </p14:cNvPr>
                <p14:cNvContentPartPr/>
                <p14:nvPr/>
              </p14:nvContentPartPr>
              <p14:xfrm>
                <a:off x="9385103" y="337501"/>
                <a:ext cx="55080" cy="2494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F888FCF-010E-94B1-B811-F332F7406FD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67463" y="319861"/>
                  <a:ext cx="907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8C37207-DDBC-A350-91DB-A9CC05A33F58}"/>
                    </a:ext>
                  </a:extLst>
                </p14:cNvPr>
                <p14:cNvContentPartPr/>
                <p14:nvPr/>
              </p14:nvContentPartPr>
              <p14:xfrm>
                <a:off x="9419663" y="274861"/>
                <a:ext cx="93600" cy="1792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8C37207-DDBC-A350-91DB-A9CC05A33F5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402023" y="257221"/>
                  <a:ext cx="12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0D917B2-7D68-5AF0-04A1-FE4B9DC124B0}"/>
                    </a:ext>
                  </a:extLst>
                </p14:cNvPr>
                <p14:cNvContentPartPr/>
                <p14:nvPr/>
              </p14:nvContentPartPr>
              <p14:xfrm>
                <a:off x="9460703" y="451621"/>
                <a:ext cx="61920" cy="34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0D917B2-7D68-5AF0-04A1-FE4B9DC124B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443063" y="433981"/>
                  <a:ext cx="97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09C3BE7-56B2-0FEC-4E52-D287FF3790BF}"/>
                    </a:ext>
                  </a:extLst>
                </p14:cNvPr>
                <p14:cNvContentPartPr/>
                <p14:nvPr/>
              </p14:nvContentPartPr>
              <p14:xfrm>
                <a:off x="9850223" y="372061"/>
                <a:ext cx="154080" cy="269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09C3BE7-56B2-0FEC-4E52-D287FF3790B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832223" y="354421"/>
                  <a:ext cx="189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DD1602-2C83-1C3E-4E0B-09B4C5580109}"/>
                    </a:ext>
                  </a:extLst>
                </p14:cNvPr>
                <p14:cNvContentPartPr/>
                <p14:nvPr/>
              </p14:nvContentPartPr>
              <p14:xfrm>
                <a:off x="10066583" y="308701"/>
                <a:ext cx="64440" cy="322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DD1602-2C83-1C3E-4E0B-09B4C558010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048583" y="291061"/>
                  <a:ext cx="1000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E12C0B4-1F2D-800F-6DD8-266E10800548}"/>
                    </a:ext>
                  </a:extLst>
                </p14:cNvPr>
                <p14:cNvContentPartPr/>
                <p14:nvPr/>
              </p14:nvContentPartPr>
              <p14:xfrm>
                <a:off x="10055063" y="436501"/>
                <a:ext cx="278640" cy="144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E12C0B4-1F2D-800F-6DD8-266E1080054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037063" y="418501"/>
                  <a:ext cx="314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60D07DD-24F5-79A1-6656-99ECEDBF70E1}"/>
                    </a:ext>
                  </a:extLst>
                </p14:cNvPr>
                <p14:cNvContentPartPr/>
                <p14:nvPr/>
              </p14:nvContentPartPr>
              <p14:xfrm>
                <a:off x="10439183" y="287101"/>
                <a:ext cx="113760" cy="2286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60D07DD-24F5-79A1-6656-99ECEDBF70E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21543" y="269461"/>
                  <a:ext cx="1494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B51F3AC-0A20-1EA4-5750-9CC3D649ED53}"/>
                    </a:ext>
                  </a:extLst>
                </p14:cNvPr>
                <p14:cNvContentPartPr/>
                <p14:nvPr/>
              </p14:nvContentPartPr>
              <p14:xfrm>
                <a:off x="10393463" y="404101"/>
                <a:ext cx="110160" cy="69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B51F3AC-0A20-1EA4-5750-9CC3D649ED5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75463" y="386101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468CD9D-BC75-A8C8-05DB-702C50A1DD26}"/>
                    </a:ext>
                  </a:extLst>
                </p14:cNvPr>
                <p14:cNvContentPartPr/>
                <p14:nvPr/>
              </p14:nvContentPartPr>
              <p14:xfrm>
                <a:off x="10654103" y="311581"/>
                <a:ext cx="128880" cy="209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468CD9D-BC75-A8C8-05DB-702C50A1DD2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636103" y="293941"/>
                  <a:ext cx="164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ABE959F-A745-0B34-D54C-8450EA7D4200}"/>
                    </a:ext>
                  </a:extLst>
                </p14:cNvPr>
                <p14:cNvContentPartPr/>
                <p14:nvPr/>
              </p14:nvContentPartPr>
              <p14:xfrm>
                <a:off x="8595623" y="167581"/>
                <a:ext cx="2417760" cy="729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ABE959F-A745-0B34-D54C-8450EA7D42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577623" y="149581"/>
                  <a:ext cx="245340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6B37377-23BA-0B89-5DBD-5775D96FF732}"/>
                    </a:ext>
                  </a:extLst>
                </p14:cNvPr>
                <p14:cNvContentPartPr/>
                <p14:nvPr/>
              </p14:nvContentPartPr>
              <p14:xfrm>
                <a:off x="8404463" y="341461"/>
                <a:ext cx="56160" cy="4928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6B37377-23BA-0B89-5DBD-5775D96FF73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386823" y="323821"/>
                  <a:ext cx="918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6374D3-66DF-8499-AE9D-128AB6B012D1}"/>
                    </a:ext>
                  </a:extLst>
                </p14:cNvPr>
                <p14:cNvContentPartPr/>
                <p14:nvPr/>
              </p14:nvContentPartPr>
              <p14:xfrm>
                <a:off x="8310143" y="90541"/>
                <a:ext cx="2655000" cy="307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6374D3-66DF-8499-AE9D-128AB6B012D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92503" y="72901"/>
                  <a:ext cx="269064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F7A2D6F-4F2E-DA68-2630-FA5019060481}"/>
              </a:ext>
            </a:extLst>
          </p:cNvPr>
          <p:cNvGrpSpPr/>
          <p:nvPr/>
        </p:nvGrpSpPr>
        <p:grpSpPr>
          <a:xfrm>
            <a:off x="10838423" y="1174501"/>
            <a:ext cx="1051920" cy="462600"/>
            <a:chOff x="10838423" y="1174501"/>
            <a:chExt cx="105192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1CF0D6F-10B3-6D4A-7636-835F809E0845}"/>
                    </a:ext>
                  </a:extLst>
                </p14:cNvPr>
                <p14:cNvContentPartPr/>
                <p14:nvPr/>
              </p14:nvContentPartPr>
              <p14:xfrm>
                <a:off x="10838423" y="1174501"/>
                <a:ext cx="280080" cy="3866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1CF0D6F-10B3-6D4A-7636-835F809E084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820783" y="1156861"/>
                  <a:ext cx="3157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373E0A4-6D96-F91D-A0D6-BAC6AF50F137}"/>
                    </a:ext>
                  </a:extLst>
                </p14:cNvPr>
                <p14:cNvContentPartPr/>
                <p14:nvPr/>
              </p14:nvContentPartPr>
              <p14:xfrm>
                <a:off x="11181143" y="1472581"/>
                <a:ext cx="167040" cy="164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373E0A4-6D96-F91D-A0D6-BAC6AF50F13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163503" y="1454941"/>
                  <a:ext cx="202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2FBF13C-0FC9-5C73-FD9A-CB3ACB738871}"/>
                    </a:ext>
                  </a:extLst>
                </p14:cNvPr>
                <p14:cNvContentPartPr/>
                <p14:nvPr/>
              </p14:nvContentPartPr>
              <p14:xfrm>
                <a:off x="11490023" y="1472581"/>
                <a:ext cx="52560" cy="36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2FBF13C-0FC9-5C73-FD9A-CB3ACB73887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472383" y="1454941"/>
                  <a:ext cx="882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5F46502-DB96-7A70-44E9-7ACF29DE2258}"/>
                    </a:ext>
                  </a:extLst>
                </p14:cNvPr>
                <p14:cNvContentPartPr/>
                <p14:nvPr/>
              </p14:nvContentPartPr>
              <p14:xfrm>
                <a:off x="11490743" y="1548181"/>
                <a:ext cx="74160" cy="34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5F46502-DB96-7A70-44E9-7ACF29DE225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472743" y="1530541"/>
                  <a:ext cx="109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3D05E3A-C9B6-1536-01E4-F26C6DFFD6FE}"/>
                    </a:ext>
                  </a:extLst>
                </p14:cNvPr>
                <p14:cNvContentPartPr/>
                <p14:nvPr/>
              </p14:nvContentPartPr>
              <p14:xfrm>
                <a:off x="11715383" y="1330741"/>
                <a:ext cx="174960" cy="2869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3D05E3A-C9B6-1536-01E4-F26C6DFFD6F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697743" y="1313101"/>
                  <a:ext cx="2106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972E226-7DB8-330C-B07B-FF9FA5DB0335}"/>
                    </a:ext>
                  </a:extLst>
                </p14:cNvPr>
                <p14:cNvContentPartPr/>
                <p14:nvPr/>
              </p14:nvContentPartPr>
              <p14:xfrm>
                <a:off x="11172143" y="1387261"/>
                <a:ext cx="138600" cy="212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972E226-7DB8-330C-B07B-FF9FA5DB033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154503" y="1369621"/>
                  <a:ext cx="17424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A3DC1AC7-2553-8818-9E64-67DAC275EE51}"/>
              </a:ext>
            </a:extLst>
          </p:cNvPr>
          <p:cNvGrpSpPr/>
          <p:nvPr/>
        </p:nvGrpSpPr>
        <p:grpSpPr>
          <a:xfrm>
            <a:off x="10727543" y="4500901"/>
            <a:ext cx="1267920" cy="486720"/>
            <a:chOff x="10727543" y="4500901"/>
            <a:chExt cx="1267920" cy="48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4787AB7-D0AB-E015-B7B3-5FAED097077C}"/>
                    </a:ext>
                  </a:extLst>
                </p14:cNvPr>
                <p14:cNvContentPartPr/>
                <p14:nvPr/>
              </p14:nvContentPartPr>
              <p14:xfrm>
                <a:off x="10727543" y="4544101"/>
                <a:ext cx="216720" cy="3369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4787AB7-D0AB-E015-B7B3-5FAED097077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709903" y="4526461"/>
                  <a:ext cx="2523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25DF90C-EDD3-3C18-EBF0-B78ADD2988D1}"/>
                    </a:ext>
                  </a:extLst>
                </p14:cNvPr>
                <p14:cNvContentPartPr/>
                <p14:nvPr/>
              </p14:nvContentPartPr>
              <p14:xfrm>
                <a:off x="11024903" y="4819861"/>
                <a:ext cx="79560" cy="55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25DF90C-EDD3-3C18-EBF0-B78ADD2988D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007263" y="4801861"/>
                  <a:ext cx="115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C2CF5D3-315A-759A-901B-4AD7A63DB242}"/>
                    </a:ext>
                  </a:extLst>
                </p14:cNvPr>
                <p14:cNvContentPartPr/>
                <p14:nvPr/>
              </p14:nvContentPartPr>
              <p14:xfrm>
                <a:off x="11017703" y="4790341"/>
                <a:ext cx="152280" cy="1972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C2CF5D3-315A-759A-901B-4AD7A63DB24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000063" y="4772701"/>
                  <a:ext cx="187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3668B8A-C5B3-56F8-78F7-80C019364667}"/>
                    </a:ext>
                  </a:extLst>
                </p14:cNvPr>
                <p14:cNvContentPartPr/>
                <p14:nvPr/>
              </p14:nvContentPartPr>
              <p14:xfrm>
                <a:off x="11290223" y="4577581"/>
                <a:ext cx="169560" cy="33624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3668B8A-C5B3-56F8-78F7-80C01936466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272223" y="4559581"/>
                  <a:ext cx="205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60639E6-5110-68D9-52D4-C82610BABB82}"/>
                    </a:ext>
                  </a:extLst>
                </p14:cNvPr>
                <p14:cNvContentPartPr/>
                <p14:nvPr/>
              </p14:nvContentPartPr>
              <p14:xfrm>
                <a:off x="11542583" y="4500901"/>
                <a:ext cx="306000" cy="271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60639E6-5110-68D9-52D4-C82610BABB8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524583" y="4482901"/>
                  <a:ext cx="3416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0792B04-A834-0E65-FEE9-67EF825DA7F5}"/>
                    </a:ext>
                  </a:extLst>
                </p14:cNvPr>
                <p14:cNvContentPartPr/>
                <p14:nvPr/>
              </p14:nvContentPartPr>
              <p14:xfrm>
                <a:off x="11803943" y="4713661"/>
                <a:ext cx="191520" cy="38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0792B04-A834-0E65-FEE9-67EF825DA7F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786303" y="4695661"/>
                  <a:ext cx="227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13C2E4C-9BF0-F5A7-F0E2-445B729F22FF}"/>
                    </a:ext>
                  </a:extLst>
                </p14:cNvPr>
                <p14:cNvContentPartPr/>
                <p14:nvPr/>
              </p14:nvContentPartPr>
              <p14:xfrm>
                <a:off x="11907983" y="4736341"/>
                <a:ext cx="8640" cy="192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13C2E4C-9BF0-F5A7-F0E2-445B729F22F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890343" y="4718341"/>
                  <a:ext cx="4428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11B6A6B7-0815-20CC-C8F6-B415F0354929}"/>
                  </a:ext>
                </a:extLst>
              </p14:cNvPr>
              <p14:cNvContentPartPr/>
              <p14:nvPr/>
            </p14:nvContentPartPr>
            <p14:xfrm>
              <a:off x="3176183" y="2823661"/>
              <a:ext cx="82440" cy="39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11B6A6B7-0815-20CC-C8F6-B415F0354929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3158183" y="2806021"/>
                <a:ext cx="1180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E99F8602-52AA-F829-0006-C4A64C57BA65}"/>
              </a:ext>
            </a:extLst>
          </p:cNvPr>
          <p:cNvGrpSpPr/>
          <p:nvPr/>
        </p:nvGrpSpPr>
        <p:grpSpPr>
          <a:xfrm>
            <a:off x="3617183" y="2836621"/>
            <a:ext cx="469800" cy="12240"/>
            <a:chOff x="3617183" y="2836621"/>
            <a:chExt cx="469800" cy="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C70B118-4B1B-2F78-BF87-A6FB8CAAC509}"/>
                    </a:ext>
                  </a:extLst>
                </p14:cNvPr>
                <p14:cNvContentPartPr/>
                <p14:nvPr/>
              </p14:nvContentPartPr>
              <p14:xfrm>
                <a:off x="3617183" y="2836621"/>
                <a:ext cx="120240" cy="5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C70B118-4B1B-2F78-BF87-A6FB8CAAC50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599543" y="2818621"/>
                  <a:ext cx="155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CEB1AF8-B181-ED36-2914-59B3129FAA63}"/>
                    </a:ext>
                  </a:extLst>
                </p14:cNvPr>
                <p14:cNvContentPartPr/>
                <p14:nvPr/>
              </p14:nvContentPartPr>
              <p14:xfrm>
                <a:off x="3974303" y="2836981"/>
                <a:ext cx="112680" cy="11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CEB1AF8-B181-ED36-2914-59B3129FAA6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956303" y="2818981"/>
                  <a:ext cx="1483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4B2ED0D-D343-A48C-02A0-75695577E576}"/>
              </a:ext>
            </a:extLst>
          </p:cNvPr>
          <p:cNvGrpSpPr/>
          <p:nvPr/>
        </p:nvGrpSpPr>
        <p:grpSpPr>
          <a:xfrm>
            <a:off x="2375183" y="2138581"/>
            <a:ext cx="518400" cy="741240"/>
            <a:chOff x="2375183" y="2138581"/>
            <a:chExt cx="518400" cy="74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E56CD85-A2BC-45EF-B4A1-AD2DB3DC2C29}"/>
                    </a:ext>
                  </a:extLst>
                </p14:cNvPr>
                <p14:cNvContentPartPr/>
                <p14:nvPr/>
              </p14:nvContentPartPr>
              <p14:xfrm>
                <a:off x="2375183" y="2867941"/>
                <a:ext cx="80280" cy="118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E56CD85-A2BC-45EF-B4A1-AD2DB3DC2C2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357183" y="2850301"/>
                  <a:ext cx="115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244BAFC-2787-A1C1-23D1-7CCD921CA444}"/>
                    </a:ext>
                  </a:extLst>
                </p14:cNvPr>
                <p14:cNvContentPartPr/>
                <p14:nvPr/>
              </p14:nvContentPartPr>
              <p14:xfrm>
                <a:off x="2746343" y="2843821"/>
                <a:ext cx="92160" cy="11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244BAFC-2787-A1C1-23D1-7CCD921CA44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728703" y="2825821"/>
                  <a:ext cx="127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FC28ECF-D048-B6F4-8829-C9ADA3BB7823}"/>
                    </a:ext>
                  </a:extLst>
                </p14:cNvPr>
                <p14:cNvContentPartPr/>
                <p14:nvPr/>
              </p14:nvContentPartPr>
              <p14:xfrm>
                <a:off x="2591903" y="2215621"/>
                <a:ext cx="263520" cy="497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FC28ECF-D048-B6F4-8829-C9ADA3BB782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574263" y="2197621"/>
                  <a:ext cx="2991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90320E1-6B61-BFCC-92AD-72B2732D04D9}"/>
                    </a:ext>
                  </a:extLst>
                </p14:cNvPr>
                <p14:cNvContentPartPr/>
                <p14:nvPr/>
              </p14:nvContentPartPr>
              <p14:xfrm>
                <a:off x="2789543" y="2138581"/>
                <a:ext cx="104040" cy="424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90320E1-6B61-BFCC-92AD-72B2732D04D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771543" y="2120581"/>
                  <a:ext cx="13968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6264EC37-1CF3-85CE-D998-43DC89400CE5}"/>
              </a:ext>
            </a:extLst>
          </p:cNvPr>
          <p:cNvGrpSpPr/>
          <p:nvPr/>
        </p:nvGrpSpPr>
        <p:grpSpPr>
          <a:xfrm>
            <a:off x="2763983" y="1872901"/>
            <a:ext cx="751320" cy="39600"/>
            <a:chOff x="2763983" y="1872901"/>
            <a:chExt cx="751320" cy="3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FCC324D-4024-69A9-11DF-C25A58246ED0}"/>
                    </a:ext>
                  </a:extLst>
                </p14:cNvPr>
                <p14:cNvContentPartPr/>
                <p14:nvPr/>
              </p14:nvContentPartPr>
              <p14:xfrm>
                <a:off x="2763983" y="1904581"/>
                <a:ext cx="38880" cy="79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FCC324D-4024-69A9-11DF-C25A58246ED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745983" y="1886941"/>
                  <a:ext cx="74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904C8B5-DE86-F9F6-1AD1-BC75D1171FB5}"/>
                    </a:ext>
                  </a:extLst>
                </p14:cNvPr>
                <p14:cNvContentPartPr/>
                <p14:nvPr/>
              </p14:nvContentPartPr>
              <p14:xfrm>
                <a:off x="2913743" y="1895941"/>
                <a:ext cx="57240" cy="3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904C8B5-DE86-F9F6-1AD1-BC75D1171FB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895743" y="1878301"/>
                  <a:ext cx="92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4764C1A-32DC-B229-1327-C9B2A46EF84E}"/>
                    </a:ext>
                  </a:extLst>
                </p14:cNvPr>
                <p14:cNvContentPartPr/>
                <p14:nvPr/>
              </p14:nvContentPartPr>
              <p14:xfrm>
                <a:off x="3098063" y="1879021"/>
                <a:ext cx="65160" cy="21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4764C1A-32DC-B229-1327-C9B2A46EF84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080423" y="1861381"/>
                  <a:ext cx="100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8EA1A6E-CD35-B1A1-B15A-4A6C04D97362}"/>
                    </a:ext>
                  </a:extLst>
                </p14:cNvPr>
                <p14:cNvContentPartPr/>
                <p14:nvPr/>
              </p14:nvContentPartPr>
              <p14:xfrm>
                <a:off x="3279863" y="1886581"/>
                <a:ext cx="54720" cy="36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8EA1A6E-CD35-B1A1-B15A-4A6C04D9736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261863" y="1868941"/>
                  <a:ext cx="90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D90CCEA-8B86-98CE-0F07-7C04FA3FE1AC}"/>
                    </a:ext>
                  </a:extLst>
                </p14:cNvPr>
                <p14:cNvContentPartPr/>
                <p14:nvPr/>
              </p14:nvContentPartPr>
              <p14:xfrm>
                <a:off x="3461663" y="1872901"/>
                <a:ext cx="53640" cy="3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D90CCEA-8B86-98CE-0F07-7C04FA3FE1A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44023" y="1855261"/>
                  <a:ext cx="892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B6C347D-B78E-7B0C-AD4F-85A2544EE203}"/>
              </a:ext>
            </a:extLst>
          </p:cNvPr>
          <p:cNvGrpSpPr/>
          <p:nvPr/>
        </p:nvGrpSpPr>
        <p:grpSpPr>
          <a:xfrm>
            <a:off x="7676543" y="4887181"/>
            <a:ext cx="921960" cy="137160"/>
            <a:chOff x="7676543" y="4887181"/>
            <a:chExt cx="921960" cy="1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28C7B05-8C63-8CD4-D0DC-5BCADEBBFC91}"/>
                    </a:ext>
                  </a:extLst>
                </p14:cNvPr>
                <p14:cNvContentPartPr/>
                <p14:nvPr/>
              </p14:nvContentPartPr>
              <p14:xfrm>
                <a:off x="7676543" y="5001661"/>
                <a:ext cx="223920" cy="226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28C7B05-8C63-8CD4-D0DC-5BCADEBBFC9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658543" y="4983661"/>
                  <a:ext cx="259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9F2D063-8794-E349-B600-819B2E21B3DF}"/>
                    </a:ext>
                  </a:extLst>
                </p14:cNvPr>
                <p14:cNvContentPartPr/>
                <p14:nvPr/>
              </p14:nvContentPartPr>
              <p14:xfrm>
                <a:off x="7922783" y="4887181"/>
                <a:ext cx="304560" cy="115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9F2D063-8794-E349-B600-819B2E21B3D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904783" y="4869541"/>
                  <a:ext cx="340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907DD27-5328-5B2C-3928-3994B632CB4C}"/>
                    </a:ext>
                  </a:extLst>
                </p14:cNvPr>
                <p14:cNvContentPartPr/>
                <p14:nvPr/>
              </p14:nvContentPartPr>
              <p14:xfrm>
                <a:off x="8268383" y="4934701"/>
                <a:ext cx="330120" cy="38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907DD27-5328-5B2C-3928-3994B632CB4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250743" y="4916701"/>
                  <a:ext cx="36576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B399923C-42BC-F9D8-C8EB-D8EB8DB073A5}"/>
              </a:ext>
            </a:extLst>
          </p:cNvPr>
          <p:cNvGrpSpPr/>
          <p:nvPr/>
        </p:nvGrpSpPr>
        <p:grpSpPr>
          <a:xfrm>
            <a:off x="9610823" y="4856581"/>
            <a:ext cx="664560" cy="123480"/>
            <a:chOff x="9610823" y="4856581"/>
            <a:chExt cx="66456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D377F3-BE33-CFA9-6458-26AC7A3E75F1}"/>
                    </a:ext>
                  </a:extLst>
                </p14:cNvPr>
                <p14:cNvContentPartPr/>
                <p14:nvPr/>
              </p14:nvContentPartPr>
              <p14:xfrm>
                <a:off x="9610823" y="4856581"/>
                <a:ext cx="484200" cy="1234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D377F3-BE33-CFA9-6458-26AC7A3E75F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92823" y="4838581"/>
                  <a:ext cx="51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6271394-6F0F-DFC3-B26B-2B05F143382D}"/>
                    </a:ext>
                  </a:extLst>
                </p14:cNvPr>
                <p14:cNvContentPartPr/>
                <p14:nvPr/>
              </p14:nvContentPartPr>
              <p14:xfrm>
                <a:off x="10105823" y="4868101"/>
                <a:ext cx="169560" cy="54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6271394-6F0F-DFC3-B26B-2B05F143382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088183" y="4850101"/>
                  <a:ext cx="20520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451EA4C8-8EF6-2375-6F98-01CE918512AD}"/>
              </a:ext>
            </a:extLst>
          </p:cNvPr>
          <p:cNvGrpSpPr/>
          <p:nvPr/>
        </p:nvGrpSpPr>
        <p:grpSpPr>
          <a:xfrm>
            <a:off x="7927463" y="5223061"/>
            <a:ext cx="486000" cy="273600"/>
            <a:chOff x="7927463" y="5223061"/>
            <a:chExt cx="48600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9DCB2ED-4FEA-E1FE-8DE2-95040421729C}"/>
                    </a:ext>
                  </a:extLst>
                </p14:cNvPr>
                <p14:cNvContentPartPr/>
                <p14:nvPr/>
              </p14:nvContentPartPr>
              <p14:xfrm>
                <a:off x="7927463" y="5223061"/>
                <a:ext cx="62280" cy="2736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9DCB2ED-4FEA-E1FE-8DE2-95040421729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909463" y="5205061"/>
                  <a:ext cx="97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008C8D7-E847-159A-AF25-AA6F732F1D80}"/>
                    </a:ext>
                  </a:extLst>
                </p14:cNvPr>
                <p14:cNvContentPartPr/>
                <p14:nvPr/>
              </p14:nvContentPartPr>
              <p14:xfrm>
                <a:off x="8107823" y="5259061"/>
                <a:ext cx="305640" cy="158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008C8D7-E847-159A-AF25-AA6F732F1D8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89823" y="5241421"/>
                  <a:ext cx="3412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3631299F-8AB7-B2C8-621D-609B19F45ABE}"/>
              </a:ext>
            </a:extLst>
          </p:cNvPr>
          <p:cNvGrpSpPr/>
          <p:nvPr/>
        </p:nvGrpSpPr>
        <p:grpSpPr>
          <a:xfrm>
            <a:off x="9880823" y="5204341"/>
            <a:ext cx="466920" cy="340920"/>
            <a:chOff x="9880823" y="5204341"/>
            <a:chExt cx="46692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373ED4A-C067-D335-30BE-4454D716DF60}"/>
                    </a:ext>
                  </a:extLst>
                </p14:cNvPr>
                <p14:cNvContentPartPr/>
                <p14:nvPr/>
              </p14:nvContentPartPr>
              <p14:xfrm>
                <a:off x="9880823" y="5204341"/>
                <a:ext cx="32760" cy="3409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373ED4A-C067-D335-30BE-4454D716DF6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62823" y="5186701"/>
                  <a:ext cx="68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5B82077-136C-87E0-A3C2-E06FFB5511B0}"/>
                    </a:ext>
                  </a:extLst>
                </p14:cNvPr>
                <p14:cNvContentPartPr/>
                <p14:nvPr/>
              </p14:nvContentPartPr>
              <p14:xfrm>
                <a:off x="10040303" y="5317381"/>
                <a:ext cx="307440" cy="1843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5B82077-136C-87E0-A3C2-E06FFB5511B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022303" y="5299741"/>
                  <a:ext cx="34308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31D72AB-BB6C-7D60-83A8-8488280CAB77}"/>
              </a:ext>
            </a:extLst>
          </p:cNvPr>
          <p:cNvGrpSpPr/>
          <p:nvPr/>
        </p:nvGrpSpPr>
        <p:grpSpPr>
          <a:xfrm>
            <a:off x="8651063" y="4454821"/>
            <a:ext cx="1011240" cy="520200"/>
            <a:chOff x="8651063" y="4454821"/>
            <a:chExt cx="10112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907A3F8-7C1E-8A0D-EF7E-B05E56CA6387}"/>
                    </a:ext>
                  </a:extLst>
                </p14:cNvPr>
                <p14:cNvContentPartPr/>
                <p14:nvPr/>
              </p14:nvContentPartPr>
              <p14:xfrm>
                <a:off x="8651063" y="4840741"/>
                <a:ext cx="430200" cy="115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907A3F8-7C1E-8A0D-EF7E-B05E56CA638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633063" y="4822741"/>
                  <a:ext cx="465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27BB24C-AA23-7757-FE65-E4B04F79D560}"/>
                    </a:ext>
                  </a:extLst>
                </p14:cNvPr>
                <p14:cNvContentPartPr/>
                <p14:nvPr/>
              </p14:nvContentPartPr>
              <p14:xfrm>
                <a:off x="9085943" y="4940461"/>
                <a:ext cx="576360" cy="34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27BB24C-AA23-7757-FE65-E4B04F79D56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067943" y="4922821"/>
                  <a:ext cx="612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B4E3854-CFA9-322E-2DB3-9CEF1C6E9F56}"/>
                    </a:ext>
                  </a:extLst>
                </p14:cNvPr>
                <p14:cNvContentPartPr/>
                <p14:nvPr/>
              </p14:nvContentPartPr>
              <p14:xfrm>
                <a:off x="8850863" y="4519261"/>
                <a:ext cx="39240" cy="2228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B4E3854-CFA9-322E-2DB3-9CEF1C6E9F5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33223" y="4501261"/>
                  <a:ext cx="74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403633B-E76D-E99F-C471-AAEA08E6BCC4}"/>
                    </a:ext>
                  </a:extLst>
                </p14:cNvPr>
                <p14:cNvContentPartPr/>
                <p14:nvPr/>
              </p14:nvContentPartPr>
              <p14:xfrm>
                <a:off x="8836463" y="4454821"/>
                <a:ext cx="139680" cy="184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403633B-E76D-E99F-C471-AAEA08E6BCC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818823" y="4437181"/>
                  <a:ext cx="175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D65343E-CCDB-2327-D618-559BBBC9A8CB}"/>
                    </a:ext>
                  </a:extLst>
                </p14:cNvPr>
                <p14:cNvContentPartPr/>
                <p14:nvPr/>
              </p14:nvContentPartPr>
              <p14:xfrm>
                <a:off x="9071183" y="4553821"/>
                <a:ext cx="357480" cy="169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D65343E-CCDB-2327-D618-559BBBC9A8C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53543" y="4536181"/>
                  <a:ext cx="3931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E5B736F6-1959-F3DC-7607-1119687D9AFA}"/>
              </a:ext>
            </a:extLst>
          </p:cNvPr>
          <p:cNvGrpSpPr/>
          <p:nvPr/>
        </p:nvGrpSpPr>
        <p:grpSpPr>
          <a:xfrm>
            <a:off x="8842223" y="5186701"/>
            <a:ext cx="731880" cy="228960"/>
            <a:chOff x="8842223" y="5186701"/>
            <a:chExt cx="73188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EC184A0-308B-B19D-9095-704547306480}"/>
                    </a:ext>
                  </a:extLst>
                </p14:cNvPr>
                <p14:cNvContentPartPr/>
                <p14:nvPr/>
              </p14:nvContentPartPr>
              <p14:xfrm>
                <a:off x="8842223" y="5225581"/>
                <a:ext cx="42840" cy="190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EC184A0-308B-B19D-9095-70454730648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824223" y="5207941"/>
                  <a:ext cx="7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DFE6109-CEF4-182B-5FB0-F5A0E2569EE0}"/>
                    </a:ext>
                  </a:extLst>
                </p14:cNvPr>
                <p14:cNvContentPartPr/>
                <p14:nvPr/>
              </p14:nvContentPartPr>
              <p14:xfrm>
                <a:off x="8982263" y="5186701"/>
                <a:ext cx="234720" cy="2185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DFE6109-CEF4-182B-5FB0-F5A0E2569EE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964263" y="5169061"/>
                  <a:ext cx="270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FBC85A9-B777-1793-3B2F-679D6740AC28}"/>
                    </a:ext>
                  </a:extLst>
                </p14:cNvPr>
                <p14:cNvContentPartPr/>
                <p14:nvPr/>
              </p14:nvContentPartPr>
              <p14:xfrm>
                <a:off x="9291143" y="5196061"/>
                <a:ext cx="282960" cy="1681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FBC85A9-B777-1793-3B2F-679D6740AC2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273143" y="5178061"/>
                  <a:ext cx="31860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9A9D73F-534C-C611-61CD-911774D019E9}"/>
              </a:ext>
            </a:extLst>
          </p:cNvPr>
          <p:cNvGrpSpPr/>
          <p:nvPr/>
        </p:nvGrpSpPr>
        <p:grpSpPr>
          <a:xfrm>
            <a:off x="8392223" y="5685301"/>
            <a:ext cx="2277720" cy="608400"/>
            <a:chOff x="8392223" y="5685301"/>
            <a:chExt cx="227772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3FFC816-4891-4C07-AD1A-0EFE26D67FBB}"/>
                    </a:ext>
                  </a:extLst>
                </p14:cNvPr>
                <p14:cNvContentPartPr/>
                <p14:nvPr/>
              </p14:nvContentPartPr>
              <p14:xfrm>
                <a:off x="8392223" y="5737141"/>
                <a:ext cx="256320" cy="3344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3FFC816-4891-4C07-AD1A-0EFE26D67FB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374223" y="5719141"/>
                  <a:ext cx="291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1571689-B70B-CBB1-BF49-193FA012DAB3}"/>
                    </a:ext>
                  </a:extLst>
                </p14:cNvPr>
                <p14:cNvContentPartPr/>
                <p14:nvPr/>
              </p14:nvContentPartPr>
              <p14:xfrm>
                <a:off x="8681663" y="5939461"/>
                <a:ext cx="73440" cy="640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1571689-B70B-CBB1-BF49-193FA012DAB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663663" y="5921461"/>
                  <a:ext cx="109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9F70188-2D11-FFEC-99C6-948A9687CB30}"/>
                    </a:ext>
                  </a:extLst>
                </p14:cNvPr>
                <p14:cNvContentPartPr/>
                <p14:nvPr/>
              </p14:nvContentPartPr>
              <p14:xfrm>
                <a:off x="8759063" y="5977261"/>
                <a:ext cx="77760" cy="532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9F70188-2D11-FFEC-99C6-948A9687CB30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741423" y="5959621"/>
                  <a:ext cx="113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D0FF1137-A821-AE00-A55F-FADA738F6D9D}"/>
                    </a:ext>
                  </a:extLst>
                </p14:cNvPr>
                <p14:cNvContentPartPr/>
                <p14:nvPr/>
              </p14:nvContentPartPr>
              <p14:xfrm>
                <a:off x="8999903" y="5745781"/>
                <a:ext cx="48240" cy="2545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D0FF1137-A821-AE00-A55F-FADA738F6D9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982263" y="5728141"/>
                  <a:ext cx="83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0288999-F825-E2A7-6DD5-B93724D40EA4}"/>
                    </a:ext>
                  </a:extLst>
                </p14:cNvPr>
                <p14:cNvContentPartPr/>
                <p14:nvPr/>
              </p14:nvContentPartPr>
              <p14:xfrm>
                <a:off x="8986223" y="5743981"/>
                <a:ext cx="97200" cy="349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0288999-F825-E2A7-6DD5-B93724D40EA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968583" y="5725981"/>
                  <a:ext cx="132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8223624-DA1E-A0B5-6051-ECD99C6FD145}"/>
                    </a:ext>
                  </a:extLst>
                </p14:cNvPr>
                <p14:cNvContentPartPr/>
                <p14:nvPr/>
              </p14:nvContentPartPr>
              <p14:xfrm>
                <a:off x="9031943" y="5937301"/>
                <a:ext cx="92160" cy="39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8223624-DA1E-A0B5-6051-ECD99C6FD14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014303" y="5919661"/>
                  <a:ext cx="127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E5898AE-457A-CF4A-DDC3-15D3FE25613F}"/>
                    </a:ext>
                  </a:extLst>
                </p14:cNvPr>
                <p14:cNvContentPartPr/>
                <p14:nvPr/>
              </p14:nvContentPartPr>
              <p14:xfrm>
                <a:off x="9266303" y="5740021"/>
                <a:ext cx="33480" cy="225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E5898AE-457A-CF4A-DDC3-15D3FE25613F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248303" y="5722021"/>
                  <a:ext cx="69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C7D0AA1-C0FF-A251-8C9C-03CA81365E5A}"/>
                    </a:ext>
                  </a:extLst>
                </p14:cNvPr>
                <p14:cNvContentPartPr/>
                <p14:nvPr/>
              </p14:nvContentPartPr>
              <p14:xfrm>
                <a:off x="9242903" y="5685301"/>
                <a:ext cx="205920" cy="183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C7D0AA1-C0FF-A251-8C9C-03CA81365E5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225263" y="5667661"/>
                  <a:ext cx="241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9AA252BB-F083-ABDF-29A5-C188D1AEBBF2}"/>
                    </a:ext>
                  </a:extLst>
                </p14:cNvPr>
                <p14:cNvContentPartPr/>
                <p14:nvPr/>
              </p14:nvContentPartPr>
              <p14:xfrm>
                <a:off x="9511823" y="6067261"/>
                <a:ext cx="171360" cy="2264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9AA252BB-F083-ABDF-29A5-C188D1AEBBF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494183" y="6049621"/>
                  <a:ext cx="207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01425CF-DAF1-17FB-F0E2-C56559431B6D}"/>
                    </a:ext>
                  </a:extLst>
                </p14:cNvPr>
                <p14:cNvContentPartPr/>
                <p14:nvPr/>
              </p14:nvContentPartPr>
              <p14:xfrm>
                <a:off x="9745463" y="6081661"/>
                <a:ext cx="25920" cy="1195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01425CF-DAF1-17FB-F0E2-C56559431B6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727463" y="6063661"/>
                  <a:ext cx="61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52260DA-D4DC-03FC-3815-25126B873067}"/>
                    </a:ext>
                  </a:extLst>
                </p14:cNvPr>
                <p14:cNvContentPartPr/>
                <p14:nvPr/>
              </p14:nvContentPartPr>
              <p14:xfrm>
                <a:off x="9859943" y="6055381"/>
                <a:ext cx="63360" cy="146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52260DA-D4DC-03FC-3815-25126B87306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842303" y="6037381"/>
                  <a:ext cx="99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C5F6335-5835-E8A8-19C4-B79F04F1A396}"/>
                    </a:ext>
                  </a:extLst>
                </p14:cNvPr>
                <p14:cNvContentPartPr/>
                <p14:nvPr/>
              </p14:nvContentPartPr>
              <p14:xfrm>
                <a:off x="10027703" y="6029101"/>
                <a:ext cx="125640" cy="1036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C5F6335-5835-E8A8-19C4-B79F04F1A3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009703" y="6011461"/>
                  <a:ext cx="161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267A164-EB31-14A9-D5A2-530CA7D1A377}"/>
                    </a:ext>
                  </a:extLst>
                </p14:cNvPr>
                <p14:cNvContentPartPr/>
                <p14:nvPr/>
              </p14:nvContentPartPr>
              <p14:xfrm>
                <a:off x="10219943" y="5993461"/>
                <a:ext cx="280800" cy="151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267A164-EB31-14A9-D5A2-530CA7D1A37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201943" y="5975461"/>
                  <a:ext cx="316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8FC130B-C3D5-D404-3121-168D33B24BD3}"/>
                    </a:ext>
                  </a:extLst>
                </p14:cNvPr>
                <p14:cNvContentPartPr/>
                <p14:nvPr/>
              </p14:nvContentPartPr>
              <p14:xfrm>
                <a:off x="10554743" y="5874661"/>
                <a:ext cx="115200" cy="3805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8FC130B-C3D5-D404-3121-168D33B24BD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536743" y="5857021"/>
                  <a:ext cx="150840" cy="41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E48D8FB1-471F-EAD3-2582-7B645FA731BA}"/>
              </a:ext>
            </a:extLst>
          </p:cNvPr>
          <p:cNvGrpSpPr/>
          <p:nvPr/>
        </p:nvGrpSpPr>
        <p:grpSpPr>
          <a:xfrm>
            <a:off x="8442263" y="6151141"/>
            <a:ext cx="991080" cy="402840"/>
            <a:chOff x="8442263" y="6151141"/>
            <a:chExt cx="99108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79AF1DE-08D5-D211-B2AA-57623DE7666D}"/>
                    </a:ext>
                  </a:extLst>
                </p14:cNvPr>
                <p14:cNvContentPartPr/>
                <p14:nvPr/>
              </p14:nvContentPartPr>
              <p14:xfrm>
                <a:off x="8442263" y="6328621"/>
                <a:ext cx="86040" cy="225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79AF1DE-08D5-D211-B2AA-57623DE7666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424263" y="6310621"/>
                  <a:ext cx="121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B043840-A392-2496-16B0-366798739E6D}"/>
                    </a:ext>
                  </a:extLst>
                </p14:cNvPr>
                <p14:cNvContentPartPr/>
                <p14:nvPr/>
              </p14:nvContentPartPr>
              <p14:xfrm>
                <a:off x="8605703" y="6349141"/>
                <a:ext cx="12240" cy="1972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B043840-A392-2496-16B0-366798739E6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588063" y="6331501"/>
                  <a:ext cx="47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6DD5455-33DE-A826-1D81-D0BFAB34187F}"/>
                    </a:ext>
                  </a:extLst>
                </p14:cNvPr>
                <p14:cNvContentPartPr/>
                <p14:nvPr/>
              </p14:nvContentPartPr>
              <p14:xfrm>
                <a:off x="8755103" y="6343381"/>
                <a:ext cx="75600" cy="547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6DD5455-33DE-A826-1D81-D0BFAB34187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737103" y="6325741"/>
                  <a:ext cx="111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EAE6969-91E5-905D-FFCB-951A22D5BC71}"/>
                    </a:ext>
                  </a:extLst>
                </p14:cNvPr>
                <p14:cNvContentPartPr/>
                <p14:nvPr/>
              </p14:nvContentPartPr>
              <p14:xfrm>
                <a:off x="8861663" y="6362821"/>
                <a:ext cx="52200" cy="248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EAE6969-91E5-905D-FFCB-951A22D5BC7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844023" y="6345181"/>
                  <a:ext cx="87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0D1C4C9-516B-9B1B-31EB-D2D8AB81FCFE}"/>
                    </a:ext>
                  </a:extLst>
                </p14:cNvPr>
                <p14:cNvContentPartPr/>
                <p14:nvPr/>
              </p14:nvContentPartPr>
              <p14:xfrm>
                <a:off x="9074063" y="6229621"/>
                <a:ext cx="44280" cy="1512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0D1C4C9-516B-9B1B-31EB-D2D8AB81FCF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056423" y="6211981"/>
                  <a:ext cx="79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066E797-56C3-B934-58A9-74AC69DFBF59}"/>
                    </a:ext>
                  </a:extLst>
                </p14:cNvPr>
                <p14:cNvContentPartPr/>
                <p14:nvPr/>
              </p14:nvContentPartPr>
              <p14:xfrm>
                <a:off x="9053183" y="6233941"/>
                <a:ext cx="75600" cy="522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066E797-56C3-B934-58A9-74AC69DFBF5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035183" y="6216301"/>
                  <a:ext cx="111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427A9DA-4815-3979-E356-3019671C5668}"/>
                    </a:ext>
                  </a:extLst>
                </p14:cNvPr>
                <p14:cNvContentPartPr/>
                <p14:nvPr/>
              </p14:nvContentPartPr>
              <p14:xfrm>
                <a:off x="9102863" y="6353821"/>
                <a:ext cx="106920" cy="788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427A9DA-4815-3979-E356-3019671C566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084863" y="6335821"/>
                  <a:ext cx="142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1614A68-8219-BE14-F4C7-E74BE385295B}"/>
                    </a:ext>
                  </a:extLst>
                </p14:cNvPr>
                <p14:cNvContentPartPr/>
                <p14:nvPr/>
              </p14:nvContentPartPr>
              <p14:xfrm>
                <a:off x="9268823" y="6160141"/>
                <a:ext cx="59400" cy="1674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1614A68-8219-BE14-F4C7-E74BE385295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251183" y="6142141"/>
                  <a:ext cx="95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2A58362-E1AA-7EBD-C4CA-D49EAD69005B}"/>
                    </a:ext>
                  </a:extLst>
                </p14:cNvPr>
                <p14:cNvContentPartPr/>
                <p14:nvPr/>
              </p14:nvContentPartPr>
              <p14:xfrm>
                <a:off x="9288983" y="6151141"/>
                <a:ext cx="144360" cy="1116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2A58362-E1AA-7EBD-C4CA-D49EAD69005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270983" y="6133141"/>
                  <a:ext cx="1800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020FFA4E-7777-6FAA-F325-AD13447F9ACC}"/>
              </a:ext>
            </a:extLst>
          </p:cNvPr>
          <p:cNvGrpSpPr/>
          <p:nvPr/>
        </p:nvGrpSpPr>
        <p:grpSpPr>
          <a:xfrm>
            <a:off x="9140303" y="6551821"/>
            <a:ext cx="557280" cy="307080"/>
            <a:chOff x="9140303" y="6551821"/>
            <a:chExt cx="55728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21E6E8A-9D0B-6EB8-F342-013ED90F240D}"/>
                    </a:ext>
                  </a:extLst>
                </p14:cNvPr>
                <p14:cNvContentPartPr/>
                <p14:nvPr/>
              </p14:nvContentPartPr>
              <p14:xfrm>
                <a:off x="9170903" y="6583141"/>
                <a:ext cx="99000" cy="2757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21E6E8A-9D0B-6EB8-F342-013ED90F240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153263" y="6565501"/>
                  <a:ext cx="1346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12AF431-012E-252F-05D8-17AFA3DA3BEC}"/>
                    </a:ext>
                  </a:extLst>
                </p14:cNvPr>
                <p14:cNvContentPartPr/>
                <p14:nvPr/>
              </p14:nvContentPartPr>
              <p14:xfrm>
                <a:off x="9140303" y="6551821"/>
                <a:ext cx="160560" cy="900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12AF431-012E-252F-05D8-17AFA3DA3BE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122303" y="6533821"/>
                  <a:ext cx="196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8C94F39-D72B-E725-C897-B18D491CFD65}"/>
                    </a:ext>
                  </a:extLst>
                </p14:cNvPr>
                <p14:cNvContentPartPr/>
                <p14:nvPr/>
              </p14:nvContentPartPr>
              <p14:xfrm>
                <a:off x="9220223" y="6730741"/>
                <a:ext cx="154800" cy="78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8C94F39-D72B-E725-C897-B18D491CFD6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202223" y="6712741"/>
                  <a:ext cx="190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C560106-689C-18B5-382A-BC8DF15702E3}"/>
                    </a:ext>
                  </a:extLst>
                </p14:cNvPr>
                <p14:cNvContentPartPr/>
                <p14:nvPr/>
              </p14:nvContentPartPr>
              <p14:xfrm>
                <a:off x="9561503" y="6607981"/>
                <a:ext cx="101880" cy="230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C560106-689C-18B5-382A-BC8DF15702E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543503" y="6589981"/>
                  <a:ext cx="137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C754316-C5AB-D5D6-41AD-1A8FC79B7C6D}"/>
                    </a:ext>
                  </a:extLst>
                </p14:cNvPr>
                <p14:cNvContentPartPr/>
                <p14:nvPr/>
              </p14:nvContentPartPr>
              <p14:xfrm>
                <a:off x="9589583" y="6680341"/>
                <a:ext cx="108000" cy="58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C754316-C5AB-D5D6-41AD-1A8FC79B7C6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571583" y="6662701"/>
                  <a:ext cx="143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10BC6AA-67AB-F692-45C2-83060725C317}"/>
              </a:ext>
            </a:extLst>
          </p:cNvPr>
          <p:cNvGrpSpPr/>
          <p:nvPr/>
        </p:nvGrpSpPr>
        <p:grpSpPr>
          <a:xfrm>
            <a:off x="10016543" y="6430861"/>
            <a:ext cx="981000" cy="369360"/>
            <a:chOff x="10016543" y="6430861"/>
            <a:chExt cx="98100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CADF598-A6F7-7973-CAB3-79812C343A67}"/>
                    </a:ext>
                  </a:extLst>
                </p14:cNvPr>
                <p14:cNvContentPartPr/>
                <p14:nvPr/>
              </p14:nvContentPartPr>
              <p14:xfrm>
                <a:off x="10016543" y="6500701"/>
                <a:ext cx="25920" cy="2995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CADF598-A6F7-7973-CAB3-79812C343A6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998903" y="6483061"/>
                  <a:ext cx="61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36C03E5-F86C-2F45-8208-2F7BFDBB02CF}"/>
                    </a:ext>
                  </a:extLst>
                </p14:cNvPr>
                <p14:cNvContentPartPr/>
                <p14:nvPr/>
              </p14:nvContentPartPr>
              <p14:xfrm>
                <a:off x="10134623" y="6507181"/>
                <a:ext cx="153720" cy="252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36C03E5-F86C-2F45-8208-2F7BFDBB02CF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116983" y="6489181"/>
                  <a:ext cx="189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0BD69E9-EF48-167D-B96E-CCC32773A5EE}"/>
                    </a:ext>
                  </a:extLst>
                </p14:cNvPr>
                <p14:cNvContentPartPr/>
                <p14:nvPr/>
              </p14:nvContentPartPr>
              <p14:xfrm>
                <a:off x="10389863" y="6561181"/>
                <a:ext cx="316800" cy="1346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0BD69E9-EF48-167D-B96E-CCC32773A5E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372223" y="6543181"/>
                  <a:ext cx="352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DDF1E24-31CC-BE20-39EB-9B492ECFB84E}"/>
                    </a:ext>
                  </a:extLst>
                </p14:cNvPr>
                <p14:cNvContentPartPr/>
                <p14:nvPr/>
              </p14:nvContentPartPr>
              <p14:xfrm>
                <a:off x="10860383" y="6440221"/>
                <a:ext cx="6120" cy="3193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DDF1E24-31CC-BE20-39EB-9B492ECFB84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842743" y="6422221"/>
                  <a:ext cx="417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CDB1285-53C5-8322-B51A-2CD3C7A10500}"/>
                    </a:ext>
                  </a:extLst>
                </p14:cNvPr>
                <p14:cNvContentPartPr/>
                <p14:nvPr/>
              </p14:nvContentPartPr>
              <p14:xfrm>
                <a:off x="10853543" y="6430861"/>
                <a:ext cx="142560" cy="1746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CDB1285-53C5-8322-B51A-2CD3C7A1050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835903" y="6413221"/>
                  <a:ext cx="178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6A84026-98D7-990A-EA84-A0078DFD7219}"/>
                    </a:ext>
                  </a:extLst>
                </p14:cNvPr>
                <p14:cNvContentPartPr/>
                <p14:nvPr/>
              </p14:nvContentPartPr>
              <p14:xfrm>
                <a:off x="10875503" y="6575941"/>
                <a:ext cx="122040" cy="586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6A84026-98D7-990A-EA84-A0078DFD721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857503" y="6557941"/>
                  <a:ext cx="157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A7A3EB57-4566-2BEB-833D-1A9FD488CE51}"/>
              </a:ext>
            </a:extLst>
          </p:cNvPr>
          <p:cNvGrpSpPr/>
          <p:nvPr/>
        </p:nvGrpSpPr>
        <p:grpSpPr>
          <a:xfrm>
            <a:off x="9370343" y="3705301"/>
            <a:ext cx="2603520" cy="794520"/>
            <a:chOff x="9370343" y="3705301"/>
            <a:chExt cx="2603520" cy="79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4CDA4F6-DFA5-F481-81AF-29A4DD720013}"/>
                    </a:ext>
                  </a:extLst>
                </p14:cNvPr>
                <p14:cNvContentPartPr/>
                <p14:nvPr/>
              </p14:nvContentPartPr>
              <p14:xfrm>
                <a:off x="9579503" y="3999421"/>
                <a:ext cx="216000" cy="3517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4CDA4F6-DFA5-F481-81AF-29A4DD72001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561503" y="3981781"/>
                  <a:ext cx="2516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89EABAC-174F-9BA8-4477-7ACEB189153A}"/>
                    </a:ext>
                  </a:extLst>
                </p14:cNvPr>
                <p14:cNvContentPartPr/>
                <p14:nvPr/>
              </p14:nvContentPartPr>
              <p14:xfrm>
                <a:off x="9920783" y="3947221"/>
                <a:ext cx="223560" cy="3988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89EABAC-174F-9BA8-4477-7ACEB189153A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902783" y="3929221"/>
                  <a:ext cx="2592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711249A-78BF-9AFA-30CC-BDB9D4EA2DEC}"/>
                    </a:ext>
                  </a:extLst>
                </p14:cNvPr>
                <p14:cNvContentPartPr/>
                <p14:nvPr/>
              </p14:nvContentPartPr>
              <p14:xfrm>
                <a:off x="10581023" y="3884941"/>
                <a:ext cx="110880" cy="3081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711249A-78BF-9AFA-30CC-BDB9D4EA2DEC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563383" y="3866941"/>
                  <a:ext cx="1465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98758B5-F228-2CB0-84E0-55C9954BF487}"/>
                    </a:ext>
                  </a:extLst>
                </p14:cNvPr>
                <p14:cNvContentPartPr/>
                <p14:nvPr/>
              </p14:nvContentPartPr>
              <p14:xfrm>
                <a:off x="10872983" y="3891061"/>
                <a:ext cx="47160" cy="3340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98758B5-F228-2CB0-84E0-55C9954BF487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55343" y="3873421"/>
                  <a:ext cx="828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2725F45-8022-5DF8-EE01-4ADEFE584D55}"/>
                    </a:ext>
                  </a:extLst>
                </p14:cNvPr>
                <p14:cNvContentPartPr/>
                <p14:nvPr/>
              </p14:nvContentPartPr>
              <p14:xfrm>
                <a:off x="10825103" y="4022101"/>
                <a:ext cx="384840" cy="1245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2725F45-8022-5DF8-EE01-4ADEFE584D5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807103" y="4004461"/>
                  <a:ext cx="420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772AE75-BC48-AFA5-3359-48FF523630BF}"/>
                    </a:ext>
                  </a:extLst>
                </p14:cNvPr>
                <p14:cNvContentPartPr/>
                <p14:nvPr/>
              </p14:nvContentPartPr>
              <p14:xfrm>
                <a:off x="11324423" y="3862621"/>
                <a:ext cx="15840" cy="3495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772AE75-BC48-AFA5-3359-48FF523630B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306423" y="3844981"/>
                  <a:ext cx="514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2369C70-D874-7CCD-88B0-05FC227603B4}"/>
                    </a:ext>
                  </a:extLst>
                </p14:cNvPr>
                <p14:cNvContentPartPr/>
                <p14:nvPr/>
              </p14:nvContentPartPr>
              <p14:xfrm>
                <a:off x="11242703" y="4059181"/>
                <a:ext cx="108360" cy="252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2369C70-D874-7CCD-88B0-05FC227603B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224703" y="4041541"/>
                  <a:ext cx="144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C79A573-7D42-F2D0-34E4-7DA3FD9CD61A}"/>
                    </a:ext>
                  </a:extLst>
                </p14:cNvPr>
                <p14:cNvContentPartPr/>
                <p14:nvPr/>
              </p14:nvContentPartPr>
              <p14:xfrm>
                <a:off x="11418383" y="4014901"/>
                <a:ext cx="235080" cy="162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C79A573-7D42-F2D0-34E4-7DA3FD9CD61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400383" y="3997261"/>
                  <a:ext cx="270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4712F09-97B4-8D65-0BD6-2E0C37E93ED2}"/>
                    </a:ext>
                  </a:extLst>
                </p14:cNvPr>
                <p14:cNvContentPartPr/>
                <p14:nvPr/>
              </p14:nvContentPartPr>
              <p14:xfrm>
                <a:off x="9370343" y="3705301"/>
                <a:ext cx="2603520" cy="794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4712F09-97B4-8D65-0BD6-2E0C37E93ED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352343" y="3687661"/>
                  <a:ext cx="2639160" cy="83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084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B308-9F93-9B23-C85E-90CE08025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7B8A-D8B6-1134-3EF6-58F78FACD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65EE9B-22DF-AF3E-667D-DE60EDB9BD26}"/>
              </a:ext>
            </a:extLst>
          </p:cNvPr>
          <p:cNvGrpSpPr/>
          <p:nvPr/>
        </p:nvGrpSpPr>
        <p:grpSpPr>
          <a:xfrm>
            <a:off x="1240664" y="1946249"/>
            <a:ext cx="989280" cy="626760"/>
            <a:chOff x="1240664" y="1946249"/>
            <a:chExt cx="98928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14:cNvPr>
                <p14:cNvContentPartPr/>
                <p14:nvPr/>
              </p14:nvContentPartPr>
              <p14:xfrm>
                <a:off x="1240664" y="1946249"/>
                <a:ext cx="865080" cy="57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9FAABB-3884-C8F7-D562-A24B9F7BE0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7664" y="1883249"/>
                  <a:ext cx="9907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14:cNvPr>
                <p14:cNvContentPartPr/>
                <p14:nvPr/>
              </p14:nvContentPartPr>
              <p14:xfrm>
                <a:off x="1902344" y="2399129"/>
                <a:ext cx="327600" cy="173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A85824-E05D-52AB-E73D-A98588DC63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9344" y="2336129"/>
                  <a:ext cx="45324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9D8557-C05C-39BC-47D8-7844FF19EDAE}"/>
              </a:ext>
            </a:extLst>
          </p:cNvPr>
          <p:cNvGrpSpPr/>
          <p:nvPr/>
        </p:nvGrpSpPr>
        <p:grpSpPr>
          <a:xfrm>
            <a:off x="4411904" y="1677329"/>
            <a:ext cx="748440" cy="981000"/>
            <a:chOff x="4411904" y="1677329"/>
            <a:chExt cx="748440" cy="9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14:cNvPr>
                <p14:cNvContentPartPr/>
                <p14:nvPr/>
              </p14:nvContentPartPr>
              <p14:xfrm>
                <a:off x="4411904" y="1756529"/>
                <a:ext cx="668160" cy="90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D32BEB-A192-45FE-29B5-0A0B3C57B6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48904" y="1693889"/>
                  <a:ext cx="793800" cy="10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14:cNvPr>
                <p14:cNvContentPartPr/>
                <p14:nvPr/>
              </p14:nvContentPartPr>
              <p14:xfrm>
                <a:off x="4954424" y="1677329"/>
                <a:ext cx="205920" cy="26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EC08222-A693-7A0C-403C-FB65489504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91784" y="1614689"/>
                  <a:ext cx="331560" cy="38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14:cNvPr>
              <p14:cNvContentPartPr/>
              <p14:nvPr/>
            </p14:nvContentPartPr>
            <p14:xfrm>
              <a:off x="2643224" y="2593169"/>
              <a:ext cx="1326960" cy="209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063031-BFC5-105F-37BC-05A7D11675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89584" y="2485529"/>
                <a:ext cx="1434600" cy="42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7EAF3A0-B3D4-3085-3DE1-ACB609E42986}"/>
              </a:ext>
            </a:extLst>
          </p:cNvPr>
          <p:cNvGrpSpPr/>
          <p:nvPr/>
        </p:nvGrpSpPr>
        <p:grpSpPr>
          <a:xfrm>
            <a:off x="1809104" y="1383209"/>
            <a:ext cx="3095280" cy="4045680"/>
            <a:chOff x="1809104" y="1383209"/>
            <a:chExt cx="3095280" cy="40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14:cNvPr>
                <p14:cNvContentPartPr/>
                <p14:nvPr/>
              </p14:nvContentPartPr>
              <p14:xfrm>
                <a:off x="1809104" y="2456729"/>
                <a:ext cx="3049920" cy="129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3B902A-C30C-AB1B-2FB7-FC99927E7B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1104" y="2439089"/>
                  <a:ext cx="308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14:cNvPr>
                <p14:cNvContentPartPr/>
                <p14:nvPr/>
              </p14:nvContentPartPr>
              <p14:xfrm>
                <a:off x="2290784" y="2606489"/>
                <a:ext cx="398160" cy="891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3841FB-8D7C-285C-D5A2-685E4BABDC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2784" y="2588489"/>
                  <a:ext cx="433800" cy="9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14:cNvPr>
                <p14:cNvContentPartPr/>
                <p14:nvPr/>
              </p14:nvContentPartPr>
              <p14:xfrm>
                <a:off x="3978464" y="2558609"/>
                <a:ext cx="752760" cy="83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6315E5-4C18-89AB-7F74-7565F29643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0824" y="2540609"/>
                  <a:ext cx="7884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14:cNvPr>
                <p14:cNvContentPartPr/>
                <p14:nvPr/>
              </p14:nvContentPartPr>
              <p14:xfrm>
                <a:off x="2150024" y="2823929"/>
                <a:ext cx="164160" cy="31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7FFE8D-55EF-35EF-794F-5356F0279E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2384" y="2805929"/>
                  <a:ext cx="199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14:cNvPr>
                <p14:cNvContentPartPr/>
                <p14:nvPr/>
              </p14:nvContentPartPr>
              <p14:xfrm>
                <a:off x="4511984" y="2819249"/>
                <a:ext cx="68760" cy="25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EC2931-2421-D3B4-12B1-83092F532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3984" y="2801609"/>
                  <a:ext cx="104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14:cNvPr>
                <p14:cNvContentPartPr/>
                <p14:nvPr/>
              </p14:nvContentPartPr>
              <p14:xfrm>
                <a:off x="4526384" y="2844449"/>
                <a:ext cx="168480" cy="216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A6B356-3771-594B-6BF6-83CEE2CBB0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08384" y="2826809"/>
                  <a:ext cx="204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14:cNvPr>
                <p14:cNvContentPartPr/>
                <p14:nvPr/>
              </p14:nvContentPartPr>
              <p14:xfrm>
                <a:off x="2650784" y="2326769"/>
                <a:ext cx="28440" cy="190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8BB850-5954-41C4-851C-DA6E9D87A9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33144" y="2308769"/>
                  <a:ext cx="64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14:cNvPr>
                <p14:cNvContentPartPr/>
                <p14:nvPr/>
              </p14:nvContentPartPr>
              <p14:xfrm>
                <a:off x="2638544" y="2286449"/>
                <a:ext cx="1391400" cy="5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7896D3-A534-B014-14CD-07CB3AF21E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20544" y="2268809"/>
                  <a:ext cx="1427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14:cNvPr>
                <p14:cNvContentPartPr/>
                <p14:nvPr/>
              </p14:nvContentPartPr>
              <p14:xfrm>
                <a:off x="3997904" y="2285369"/>
                <a:ext cx="28440" cy="20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C4668B-BF19-E8B6-5603-AB2852913B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9904" y="2267729"/>
                  <a:ext cx="64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14:cNvPr>
                <p14:cNvContentPartPr/>
                <p14:nvPr/>
              </p14:nvContentPartPr>
              <p14:xfrm>
                <a:off x="2555744" y="1537649"/>
                <a:ext cx="109800" cy="760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B4119A-8CF1-6AD2-835F-CE231EACE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37744" y="1519649"/>
                  <a:ext cx="14544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14:cNvPr>
                <p14:cNvContentPartPr/>
                <p14:nvPr/>
              </p14:nvContentPartPr>
              <p14:xfrm>
                <a:off x="2536664" y="1383209"/>
                <a:ext cx="1574280" cy="1024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FF2144-3E7C-730C-C376-4DF0E8671BD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9024" y="1365569"/>
                  <a:ext cx="1609920" cy="10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14:cNvPr>
                <p14:cNvContentPartPr/>
                <p14:nvPr/>
              </p14:nvContentPartPr>
              <p14:xfrm>
                <a:off x="3154064" y="1729169"/>
                <a:ext cx="321120" cy="29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463DA-36AE-76B8-EC31-2D29CB317C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6424" y="1711529"/>
                  <a:ext cx="356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14:cNvPr>
                <p14:cNvContentPartPr/>
                <p14:nvPr/>
              </p14:nvContentPartPr>
              <p14:xfrm>
                <a:off x="1977224" y="2732489"/>
                <a:ext cx="93600" cy="168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F86709-094A-9E1C-C729-3A5F7FED2A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9224" y="2714489"/>
                  <a:ext cx="129240" cy="17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14:cNvPr>
                <p14:cNvContentPartPr/>
                <p14:nvPr/>
              </p14:nvContentPartPr>
              <p14:xfrm>
                <a:off x="2090624" y="4263569"/>
                <a:ext cx="2801160" cy="156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91F91C-BF71-E087-B7BA-7AE88B70E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72624" y="4245929"/>
                  <a:ext cx="2836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14:cNvPr>
                <p14:cNvContentPartPr/>
                <p14:nvPr/>
              </p14:nvContentPartPr>
              <p14:xfrm>
                <a:off x="4721504" y="2439809"/>
                <a:ext cx="182880" cy="18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A26936-40AA-3F91-AB8D-E537C41B3A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3864" y="2422169"/>
                  <a:ext cx="218520" cy="19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14:cNvPr>
                <p14:cNvContentPartPr/>
                <p14:nvPr/>
              </p14:nvContentPartPr>
              <p14:xfrm>
                <a:off x="4851104" y="4264649"/>
                <a:ext cx="8280" cy="1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835708-27CA-6CDC-B030-69BF408480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3464" y="4247009"/>
                  <a:ext cx="43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14:cNvPr>
                <p14:cNvContentPartPr/>
                <p14:nvPr/>
              </p14:nvContentPartPr>
              <p14:xfrm>
                <a:off x="2693264" y="2949209"/>
                <a:ext cx="630720" cy="224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B57E2A-E942-5182-9968-FDCA0EA0FB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75624" y="2931569"/>
                  <a:ext cx="666360" cy="22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14:cNvPr>
                <p14:cNvContentPartPr/>
                <p14:nvPr/>
              </p14:nvContentPartPr>
              <p14:xfrm>
                <a:off x="3237944" y="2937689"/>
                <a:ext cx="143640" cy="11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666AD-CAC7-BE22-C368-E0B4286693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0304" y="2920049"/>
                  <a:ext cx="179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14:cNvPr>
                <p14:cNvContentPartPr/>
                <p14:nvPr/>
              </p14:nvContentPartPr>
              <p14:xfrm>
                <a:off x="2931224" y="5220809"/>
                <a:ext cx="173160" cy="20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6250BC-D47A-2D78-260B-986EA1426D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13224" y="5202809"/>
                  <a:ext cx="20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14:cNvPr>
                <p14:cNvContentPartPr/>
                <p14:nvPr/>
              </p14:nvContentPartPr>
              <p14:xfrm>
                <a:off x="3150464" y="5242409"/>
                <a:ext cx="198000" cy="12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F42274-72EE-BEFA-E134-75B56DCB1A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32464" y="5224769"/>
                  <a:ext cx="233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14:cNvPr>
                <p14:cNvContentPartPr/>
                <p14:nvPr/>
              </p14:nvContentPartPr>
              <p14:xfrm>
                <a:off x="3357464" y="5253929"/>
                <a:ext cx="265320" cy="9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B18F49-2BAD-6AFB-45ED-1ACB7DB147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39464" y="5235929"/>
                  <a:ext cx="300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14:cNvPr>
                <p14:cNvContentPartPr/>
                <p14:nvPr/>
              </p14:nvContentPartPr>
              <p14:xfrm>
                <a:off x="3712064" y="5211089"/>
                <a:ext cx="96840" cy="216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42C4D7-C9D8-C255-45C8-28C809BD60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94064" y="5193449"/>
                  <a:ext cx="132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14:cNvPr>
                <p14:cNvContentPartPr/>
                <p14:nvPr/>
              </p14:nvContentPartPr>
              <p14:xfrm>
                <a:off x="3914744" y="5208929"/>
                <a:ext cx="115920" cy="112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B48C6C-B840-9905-399D-4CF8A19078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96744" y="5191289"/>
                  <a:ext cx="151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14:cNvPr>
                <p14:cNvContentPartPr/>
                <p14:nvPr/>
              </p14:nvContentPartPr>
              <p14:xfrm>
                <a:off x="4358984" y="5027129"/>
                <a:ext cx="74520" cy="243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B5CAAA-3541-DE5D-6396-4C007190C7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0984" y="5009129"/>
                  <a:ext cx="110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14:cNvPr>
                <p14:cNvContentPartPr/>
                <p14:nvPr/>
              </p14:nvContentPartPr>
              <p14:xfrm>
                <a:off x="4353944" y="5091929"/>
                <a:ext cx="361800" cy="137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BD3634-A545-7875-3FE2-13C1B88AD20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36304" y="5073929"/>
                  <a:ext cx="397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14:cNvPr>
                <p14:cNvContentPartPr/>
                <p14:nvPr/>
              </p14:nvContentPartPr>
              <p14:xfrm>
                <a:off x="4783424" y="5117129"/>
                <a:ext cx="74160" cy="133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88F1DA-87DF-8A04-21FB-5E62D1639A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5784" y="5099129"/>
                  <a:ext cx="1098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8AFAE4D-9376-1D52-DA40-818BC51067C8}"/>
              </a:ext>
            </a:extLst>
          </p:cNvPr>
          <p:cNvGrpSpPr/>
          <p:nvPr/>
        </p:nvGrpSpPr>
        <p:grpSpPr>
          <a:xfrm>
            <a:off x="3261704" y="5633729"/>
            <a:ext cx="2602800" cy="955080"/>
            <a:chOff x="3261704" y="5633729"/>
            <a:chExt cx="260280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14:cNvPr>
                <p14:cNvContentPartPr/>
                <p14:nvPr/>
              </p14:nvContentPartPr>
              <p14:xfrm>
                <a:off x="3261704" y="5780609"/>
                <a:ext cx="178560" cy="177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0016FAF-CCB2-7BBD-AD7A-9DF5F209D8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4064" y="5762969"/>
                  <a:ext cx="214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14:cNvPr>
                <p14:cNvContentPartPr/>
                <p14:nvPr/>
              </p14:nvContentPartPr>
              <p14:xfrm>
                <a:off x="3524504" y="5786009"/>
                <a:ext cx="101520" cy="127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1B6F8C-E4E1-A646-E90D-56B9C97446C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06504" y="5768369"/>
                  <a:ext cx="137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14:cNvPr>
                <p14:cNvContentPartPr/>
                <p14:nvPr/>
              </p14:nvContentPartPr>
              <p14:xfrm>
                <a:off x="3694784" y="5747849"/>
                <a:ext cx="89280" cy="160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380855-A230-B1F4-10B3-BEDD63FE3E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77144" y="5729849"/>
                  <a:ext cx="124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14:cNvPr>
                <p14:cNvContentPartPr/>
                <p14:nvPr/>
              </p14:nvContentPartPr>
              <p14:xfrm>
                <a:off x="3827624" y="5813369"/>
                <a:ext cx="60120" cy="82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090955-CB62-4CEF-6F7B-EA35FAB4C4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09624" y="5795369"/>
                  <a:ext cx="95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14:cNvPr>
                <p14:cNvContentPartPr/>
                <p14:nvPr/>
              </p14:nvContentPartPr>
              <p14:xfrm>
                <a:off x="3844544" y="5715449"/>
                <a:ext cx="20880" cy="41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91AF10-9E38-3E1C-C1D9-142B40EF76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6544" y="5697449"/>
                  <a:ext cx="56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14:cNvPr>
                <p14:cNvContentPartPr/>
                <p14:nvPr/>
              </p14:nvContentPartPr>
              <p14:xfrm>
                <a:off x="3981704" y="5729489"/>
                <a:ext cx="57600" cy="154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E7ED63-4600-6E37-7974-64DF84D103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63704" y="5711489"/>
                  <a:ext cx="93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14:cNvPr>
                <p14:cNvContentPartPr/>
                <p14:nvPr/>
              </p14:nvContentPartPr>
              <p14:xfrm>
                <a:off x="4081424" y="5650649"/>
                <a:ext cx="9288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43238C-0602-6BA2-3C14-BCC34D55AF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63784" y="5632649"/>
                  <a:ext cx="128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14:cNvPr>
                <p14:cNvContentPartPr/>
                <p14:nvPr/>
              </p14:nvContentPartPr>
              <p14:xfrm>
                <a:off x="4128584" y="5745689"/>
                <a:ext cx="60840" cy="10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6D6EA3-BB49-EC4C-6E0A-B5F753CB55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10584" y="5727689"/>
                  <a:ext cx="96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14:cNvPr>
                <p14:cNvContentPartPr/>
                <p14:nvPr/>
              </p14:nvContentPartPr>
              <p14:xfrm>
                <a:off x="4312184" y="5668289"/>
                <a:ext cx="296280" cy="12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16541F-A4AE-CC46-F533-FEFCD5339A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94184" y="5650649"/>
                  <a:ext cx="331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14:cNvPr>
                <p14:cNvContentPartPr/>
                <p14:nvPr/>
              </p14:nvContentPartPr>
              <p14:xfrm>
                <a:off x="4658864" y="5662889"/>
                <a:ext cx="33840" cy="81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6D3504-5B3D-32A5-AF6D-97898813A87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40864" y="5644889"/>
                  <a:ext cx="69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14:cNvPr>
                <p14:cNvContentPartPr/>
                <p14:nvPr/>
              </p14:nvContentPartPr>
              <p14:xfrm>
                <a:off x="4808984" y="5633729"/>
                <a:ext cx="95040" cy="73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005F7E2-FA4B-DE31-3524-A7B96B794E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91344" y="5616089"/>
                  <a:ext cx="130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14:cNvPr>
                <p14:cNvContentPartPr/>
                <p14:nvPr/>
              </p14:nvContentPartPr>
              <p14:xfrm>
                <a:off x="3922304" y="6119369"/>
                <a:ext cx="120240" cy="15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8787030-1CFE-1674-8EC5-A72B019D742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04304" y="6101729"/>
                  <a:ext cx="1558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14:cNvPr>
                <p14:cNvContentPartPr/>
                <p14:nvPr/>
              </p14:nvContentPartPr>
              <p14:xfrm>
                <a:off x="4141544" y="6010649"/>
                <a:ext cx="111240" cy="23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F57F95-F725-3A25-2349-359DEB82C5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23544" y="5993009"/>
                  <a:ext cx="146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14:cNvPr>
                <p14:cNvContentPartPr/>
                <p14:nvPr/>
              </p14:nvContentPartPr>
              <p14:xfrm>
                <a:off x="4171784" y="6114329"/>
                <a:ext cx="87480" cy="62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8E04D2-ACCF-C7BD-4BA2-96B1DEFF88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53784" y="6096329"/>
                  <a:ext cx="123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14:cNvPr>
                <p14:cNvContentPartPr/>
                <p14:nvPr/>
              </p14:nvContentPartPr>
              <p14:xfrm>
                <a:off x="4490744" y="5957729"/>
                <a:ext cx="57960" cy="127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CB07F7-74E1-BF96-BA03-7372D724CA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72744" y="5939729"/>
                  <a:ext cx="93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14:cNvPr>
                <p14:cNvContentPartPr/>
                <p14:nvPr/>
              </p14:nvContentPartPr>
              <p14:xfrm>
                <a:off x="4474904" y="5979329"/>
                <a:ext cx="338760" cy="12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E7154C-34CF-63D1-2FF4-F3534074143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56904" y="5961329"/>
                  <a:ext cx="374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14:cNvPr>
                <p14:cNvContentPartPr/>
                <p14:nvPr/>
              </p14:nvContentPartPr>
              <p14:xfrm>
                <a:off x="4917704" y="5912369"/>
                <a:ext cx="98280" cy="115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242945-F60A-E3AA-2565-8192FB7EC4A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99704" y="5894369"/>
                  <a:ext cx="133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14:cNvPr>
                <p14:cNvContentPartPr/>
                <p14:nvPr/>
              </p14:nvContentPartPr>
              <p14:xfrm>
                <a:off x="4344944" y="6363089"/>
                <a:ext cx="345600" cy="22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2B11A2-4AB0-9523-6767-E0915511A2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27304" y="6345449"/>
                  <a:ext cx="381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14:cNvPr>
                <p14:cNvContentPartPr/>
                <p14:nvPr/>
              </p14:nvContentPartPr>
              <p14:xfrm>
                <a:off x="4768664" y="6361649"/>
                <a:ext cx="15912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52D474-A7FD-A816-E3B9-6C7C2F7132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50664" y="6344009"/>
                  <a:ext cx="194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14:cNvPr>
                <p14:cNvContentPartPr/>
                <p14:nvPr/>
              </p14:nvContentPartPr>
              <p14:xfrm>
                <a:off x="4940024" y="6296849"/>
                <a:ext cx="167400" cy="80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14DFB7-FED0-2898-BB03-B45BACF344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22384" y="6279209"/>
                  <a:ext cx="203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14:cNvPr>
                <p14:cNvContentPartPr/>
                <p14:nvPr/>
              </p14:nvContentPartPr>
              <p14:xfrm>
                <a:off x="5162504" y="6251489"/>
                <a:ext cx="104400" cy="9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CC78C2-6D6C-4B5A-445E-BF1AC2CB78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4504" y="6233489"/>
                  <a:ext cx="140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14:cNvPr>
                <p14:cNvContentPartPr/>
                <p14:nvPr/>
              </p14:nvContentPartPr>
              <p14:xfrm>
                <a:off x="5292824" y="6241409"/>
                <a:ext cx="133920" cy="72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E28B6B-DC23-E560-6B43-EF0600CB176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74824" y="6223769"/>
                  <a:ext cx="169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14:cNvPr>
                <p14:cNvContentPartPr/>
                <p14:nvPr/>
              </p14:nvContentPartPr>
              <p14:xfrm>
                <a:off x="5477504" y="6197129"/>
                <a:ext cx="74520" cy="81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B2C5CF8-AF15-544E-87B5-F7E61D8E96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59504" y="6179489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14:cNvPr>
                <p14:cNvContentPartPr/>
                <p14:nvPr/>
              </p14:nvContentPartPr>
              <p14:xfrm>
                <a:off x="5591264" y="6072569"/>
                <a:ext cx="74160" cy="280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701737-15F3-9137-6D66-38CFFDC831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73624" y="6054929"/>
                  <a:ext cx="109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14:cNvPr>
                <p14:cNvContentPartPr/>
                <p14:nvPr/>
              </p14:nvContentPartPr>
              <p14:xfrm>
                <a:off x="5853344" y="6175529"/>
                <a:ext cx="1116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A77430-8D4F-51EC-A6E3-FAF827F149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35344" y="6157889"/>
                  <a:ext cx="468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14:cNvPr>
              <p14:cNvContentPartPr/>
              <p14:nvPr/>
            </p14:nvContentPartPr>
            <p14:xfrm>
              <a:off x="6124424" y="2501729"/>
              <a:ext cx="1748520" cy="285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51B084-8219-0E10-513C-685E3B02EE1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70784" y="2393729"/>
                <a:ext cx="1856160" cy="5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66D27A37-A17A-A9AE-D4EF-81797A5341D1}"/>
              </a:ext>
            </a:extLst>
          </p:cNvPr>
          <p:cNvGrpSpPr/>
          <p:nvPr/>
        </p:nvGrpSpPr>
        <p:grpSpPr>
          <a:xfrm>
            <a:off x="6221984" y="2492009"/>
            <a:ext cx="1689120" cy="186120"/>
            <a:chOff x="6221984" y="2492009"/>
            <a:chExt cx="168912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14:cNvPr>
                <p14:cNvContentPartPr/>
                <p14:nvPr/>
              </p14:nvContentPartPr>
              <p14:xfrm>
                <a:off x="6221984" y="2511449"/>
                <a:ext cx="963360" cy="16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AA5015-4B63-EDBE-2128-BA681110E42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03984" y="2493809"/>
                  <a:ext cx="999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14:cNvPr>
                <p14:cNvContentPartPr/>
                <p14:nvPr/>
              </p14:nvContentPartPr>
              <p14:xfrm>
                <a:off x="7205864" y="2492009"/>
                <a:ext cx="583920" cy="18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F9CD254-3A39-BFB7-0131-5B76287506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87864" y="2474369"/>
                  <a:ext cx="619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14:cNvPr>
                <p14:cNvContentPartPr/>
                <p14:nvPr/>
              </p14:nvContentPartPr>
              <p14:xfrm>
                <a:off x="7837304" y="2621969"/>
                <a:ext cx="7380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33947F-0343-73A4-0C52-42419FCF19E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19664" y="2603969"/>
                  <a:ext cx="1094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C4DFC1D-9F79-FF3A-5B8B-085DFBEF7618}"/>
              </a:ext>
            </a:extLst>
          </p:cNvPr>
          <p:cNvGrpSpPr/>
          <p:nvPr/>
        </p:nvGrpSpPr>
        <p:grpSpPr>
          <a:xfrm>
            <a:off x="6546704" y="3187889"/>
            <a:ext cx="926280" cy="353160"/>
            <a:chOff x="6546704" y="3187889"/>
            <a:chExt cx="92628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14:cNvPr>
                <p14:cNvContentPartPr/>
                <p14:nvPr/>
              </p14:nvContentPartPr>
              <p14:xfrm>
                <a:off x="6546704" y="3187889"/>
                <a:ext cx="327600" cy="320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33A9AE-5698-ED13-6311-DE1F79AAE2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28704" y="3170249"/>
                  <a:ext cx="3632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14:cNvPr>
                <p14:cNvContentPartPr/>
                <p14:nvPr/>
              </p14:nvContentPartPr>
              <p14:xfrm>
                <a:off x="6836504" y="3254849"/>
                <a:ext cx="28440" cy="70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7599A2-27E0-E222-6125-D6A4B78C3D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818504" y="3236849"/>
                  <a:ext cx="64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14:cNvPr>
                <p14:cNvContentPartPr/>
                <p14:nvPr/>
              </p14:nvContentPartPr>
              <p14:xfrm>
                <a:off x="7016864" y="3356369"/>
                <a:ext cx="324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9BA1AB-4C0B-8D4F-9DE2-58FE769554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98864" y="3338369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14:cNvPr>
                <p14:cNvContentPartPr/>
                <p14:nvPr/>
              </p14:nvContentPartPr>
              <p14:xfrm>
                <a:off x="6998144" y="3361769"/>
                <a:ext cx="24120" cy="149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CAF52A-ED54-0D36-D8B0-D32319B975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80504" y="3344129"/>
                  <a:ext cx="59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14:cNvPr>
                <p14:cNvContentPartPr/>
                <p14:nvPr/>
              </p14:nvContentPartPr>
              <p14:xfrm>
                <a:off x="7147544" y="3352769"/>
                <a:ext cx="41400" cy="42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58B82A-6EEB-7797-8B2A-22B52170B7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9544" y="3335129"/>
                  <a:ext cx="77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14:cNvPr>
                <p14:cNvContentPartPr/>
                <p14:nvPr/>
              </p14:nvContentPartPr>
              <p14:xfrm>
                <a:off x="7131704" y="3257729"/>
                <a:ext cx="341280" cy="28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843367-1740-D6DB-7306-58DEE3DA1D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3704" y="3239729"/>
                  <a:ext cx="376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42E50E8-4DA5-37D9-CC84-50A6619BA3ED}"/>
              </a:ext>
            </a:extLst>
          </p:cNvPr>
          <p:cNvGrpSpPr/>
          <p:nvPr/>
        </p:nvGrpSpPr>
        <p:grpSpPr>
          <a:xfrm>
            <a:off x="6832904" y="3678209"/>
            <a:ext cx="1763640" cy="258120"/>
            <a:chOff x="6832904" y="3678209"/>
            <a:chExt cx="17636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14:cNvPr>
                <p14:cNvContentPartPr/>
                <p14:nvPr/>
              </p14:nvContentPartPr>
              <p14:xfrm>
                <a:off x="6832904" y="3773249"/>
                <a:ext cx="155520" cy="15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975390-1414-DD26-5A2E-DFC04D230E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14904" y="3755609"/>
                  <a:ext cx="191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14:cNvPr>
                <p14:cNvContentPartPr/>
                <p14:nvPr/>
              </p14:nvContentPartPr>
              <p14:xfrm>
                <a:off x="7055744" y="3774689"/>
                <a:ext cx="99360" cy="9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24DDEA-A849-6EE2-2FFE-84F3E115B0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038104" y="3757049"/>
                  <a:ext cx="135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14:cNvPr>
                <p14:cNvContentPartPr/>
                <p14:nvPr/>
              </p14:nvContentPartPr>
              <p14:xfrm>
                <a:off x="7247984" y="3746249"/>
                <a:ext cx="81720" cy="190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CAA5A52-0AF2-134B-0093-E416587457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29984" y="3728249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14:cNvPr>
                <p14:cNvContentPartPr/>
                <p14:nvPr/>
              </p14:nvContentPartPr>
              <p14:xfrm>
                <a:off x="7403864" y="3804209"/>
                <a:ext cx="56880" cy="106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93A18-364F-174B-F395-F15E0A402B1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86224" y="3786209"/>
                  <a:ext cx="92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14:cNvPr>
                <p14:cNvContentPartPr/>
                <p14:nvPr/>
              </p14:nvContentPartPr>
              <p14:xfrm>
                <a:off x="7423304" y="3678209"/>
                <a:ext cx="2520" cy="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B4D847-2A48-AEDD-9120-BDD3BFD6A42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05664" y="3660569"/>
                  <a:ext cx="38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14:cNvPr>
                <p14:cNvContentPartPr/>
                <p14:nvPr/>
              </p14:nvContentPartPr>
              <p14:xfrm>
                <a:off x="7549664" y="3741209"/>
                <a:ext cx="58680" cy="156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964734-3F60-B5E1-F15D-8FFFF54F6A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32024" y="3723209"/>
                  <a:ext cx="94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14:cNvPr>
                <p14:cNvContentPartPr/>
                <p14:nvPr/>
              </p14:nvContentPartPr>
              <p14:xfrm>
                <a:off x="7745864" y="3698009"/>
                <a:ext cx="56880" cy="198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E5DE466-6C87-6D48-CB75-BF3B265A2A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27864" y="3680369"/>
                  <a:ext cx="92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14:cNvPr>
                <p14:cNvContentPartPr/>
                <p14:nvPr/>
              </p14:nvContentPartPr>
              <p14:xfrm>
                <a:off x="7747304" y="3787289"/>
                <a:ext cx="92880" cy="34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756D2F-5E80-F123-E95C-ECA364C641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29664" y="3769289"/>
                  <a:ext cx="128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14:cNvPr>
                <p14:cNvContentPartPr/>
                <p14:nvPr/>
              </p14:nvContentPartPr>
              <p14:xfrm>
                <a:off x="7926224" y="3764609"/>
                <a:ext cx="273240" cy="119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41A14F6-5E77-928B-7CD4-BF2302B50F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08584" y="3746969"/>
                  <a:ext cx="308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14:cNvPr>
                <p14:cNvContentPartPr/>
                <p14:nvPr/>
              </p14:nvContentPartPr>
              <p14:xfrm>
                <a:off x="8212784" y="3743009"/>
                <a:ext cx="95760" cy="78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DEDC414-7BB4-24A1-5442-6E170179FF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95144" y="3725369"/>
                  <a:ext cx="13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14:cNvPr>
                <p14:cNvContentPartPr/>
                <p14:nvPr/>
              </p14:nvContentPartPr>
              <p14:xfrm>
                <a:off x="8407544" y="3752729"/>
                <a:ext cx="46800" cy="11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11CB86D-8232-06CD-AC6F-675B786E073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89904" y="3734729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14:cNvPr>
                <p14:cNvContentPartPr/>
                <p14:nvPr/>
              </p14:nvContentPartPr>
              <p14:xfrm>
                <a:off x="8509064" y="3749129"/>
                <a:ext cx="87480" cy="98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25E4B10-77F5-A06A-FA38-2FD490787C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91064" y="3731489"/>
                  <a:ext cx="1231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2D1C307-368E-063B-9E43-AECD7EA00D73}"/>
              </a:ext>
            </a:extLst>
          </p:cNvPr>
          <p:cNvGrpSpPr/>
          <p:nvPr/>
        </p:nvGrpSpPr>
        <p:grpSpPr>
          <a:xfrm>
            <a:off x="7175264" y="4190849"/>
            <a:ext cx="241200" cy="497160"/>
            <a:chOff x="7175264" y="4190849"/>
            <a:chExt cx="24120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14:cNvPr>
                <p14:cNvContentPartPr/>
                <p14:nvPr/>
              </p14:nvContentPartPr>
              <p14:xfrm>
                <a:off x="7180304" y="4190849"/>
                <a:ext cx="110160" cy="36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927895E-B0C0-391A-8F90-94279FE448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62304" y="4173209"/>
                  <a:ext cx="1458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14:cNvPr>
                <p14:cNvContentPartPr/>
                <p14:nvPr/>
              </p14:nvContentPartPr>
              <p14:xfrm>
                <a:off x="7175264" y="4556969"/>
                <a:ext cx="201240" cy="131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B00FDA7-B116-AA34-D01A-85AA28148DE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57264" y="4538969"/>
                  <a:ext cx="236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14:cNvPr>
                <p14:cNvContentPartPr/>
                <p14:nvPr/>
              </p14:nvContentPartPr>
              <p14:xfrm>
                <a:off x="7392704" y="4471649"/>
                <a:ext cx="23760" cy="162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A2871E-3136-A203-7A25-7E7C959050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74704" y="4454009"/>
                  <a:ext cx="5940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DA73F56-ED19-F7AD-89B7-7B1CF220759A}"/>
              </a:ext>
            </a:extLst>
          </p:cNvPr>
          <p:cNvGrpSpPr/>
          <p:nvPr/>
        </p:nvGrpSpPr>
        <p:grpSpPr>
          <a:xfrm>
            <a:off x="7230704" y="4935329"/>
            <a:ext cx="409320" cy="141120"/>
            <a:chOff x="7230704" y="4935329"/>
            <a:chExt cx="40932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14:cNvPr>
                <p14:cNvContentPartPr/>
                <p14:nvPr/>
              </p14:nvContentPartPr>
              <p14:xfrm>
                <a:off x="7230704" y="4935329"/>
                <a:ext cx="227880" cy="141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675C39-E631-8BD9-3EAA-E39241A73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12704" y="4917329"/>
                  <a:ext cx="263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14:cNvPr>
                <p14:cNvContentPartPr/>
                <p14:nvPr/>
              </p14:nvContentPartPr>
              <p14:xfrm>
                <a:off x="7525904" y="4939649"/>
                <a:ext cx="114120" cy="132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80692C-2CA8-1257-4E56-BAD8984367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08264" y="4922009"/>
                  <a:ext cx="1497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94E5210-AA7C-11DD-827D-F78A76FAD095}"/>
              </a:ext>
            </a:extLst>
          </p:cNvPr>
          <p:cNvGrpSpPr/>
          <p:nvPr/>
        </p:nvGrpSpPr>
        <p:grpSpPr>
          <a:xfrm>
            <a:off x="7319984" y="5275889"/>
            <a:ext cx="786960" cy="340200"/>
            <a:chOff x="7319984" y="5275889"/>
            <a:chExt cx="7869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14:cNvPr>
                <p14:cNvContentPartPr/>
                <p14:nvPr/>
              </p14:nvContentPartPr>
              <p14:xfrm>
                <a:off x="7335104" y="5275889"/>
                <a:ext cx="7848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F0C67B-9187-0939-BB27-09F35DBB75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17104" y="5258249"/>
                  <a:ext cx="1141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14:cNvPr>
                <p14:cNvContentPartPr/>
                <p14:nvPr/>
              </p14:nvContentPartPr>
              <p14:xfrm>
                <a:off x="7319984" y="5420249"/>
                <a:ext cx="125280" cy="43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CAEB595-AC66-483C-0F89-FE8218163F1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01984" y="5402609"/>
                  <a:ext cx="160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14:cNvPr>
                <p14:cNvContentPartPr/>
                <p14:nvPr/>
              </p14:nvContentPartPr>
              <p14:xfrm>
                <a:off x="7502504" y="5375609"/>
                <a:ext cx="28800" cy="12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C7D44-A8CE-F745-EE85-8C4C286D65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84504" y="5357969"/>
                  <a:ext cx="64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14:cNvPr>
                <p14:cNvContentPartPr/>
                <p14:nvPr/>
              </p14:nvContentPartPr>
              <p14:xfrm>
                <a:off x="7638224" y="5373449"/>
                <a:ext cx="91440" cy="117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B59A73-CC84-815D-7B4A-6EAD7E34C2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20584" y="5355809"/>
                  <a:ext cx="127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14:cNvPr>
                <p14:cNvContentPartPr/>
                <p14:nvPr/>
              </p14:nvContentPartPr>
              <p14:xfrm>
                <a:off x="7827944" y="5371649"/>
                <a:ext cx="279000" cy="119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FA6DE5-6B3C-0649-083D-D4BF156CE3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10304" y="5354009"/>
                  <a:ext cx="31464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14:cNvPr>
              <p14:cNvContentPartPr/>
              <p14:nvPr/>
            </p14:nvContentPartPr>
            <p14:xfrm>
              <a:off x="9489344" y="2394449"/>
              <a:ext cx="1439640" cy="423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34897CD-D755-DDE6-31E2-E5FD6B5E16F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435344" y="2286809"/>
                <a:ext cx="154728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14:cNvPr>
              <p14:cNvContentPartPr/>
              <p14:nvPr/>
            </p14:nvContentPartPr>
            <p14:xfrm>
              <a:off x="10730264" y="2782889"/>
              <a:ext cx="360" cy="3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98A1FB0-7F66-7664-2410-8FC98FAF785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676624" y="26748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14:cNvPr>
              <p14:cNvContentPartPr/>
              <p14:nvPr/>
            </p14:nvContentPartPr>
            <p14:xfrm>
              <a:off x="9348224" y="2532689"/>
              <a:ext cx="1828080" cy="1242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3EE6245-A970-FE70-83FC-BB713F1FC04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330584" y="2514689"/>
                <a:ext cx="186372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2F243E5-01D2-1CAB-5585-F69A4C791304}"/>
              </a:ext>
            </a:extLst>
          </p:cNvPr>
          <p:cNvGrpSpPr/>
          <p:nvPr/>
        </p:nvGrpSpPr>
        <p:grpSpPr>
          <a:xfrm>
            <a:off x="9869864" y="3074129"/>
            <a:ext cx="469800" cy="268560"/>
            <a:chOff x="9869864" y="3074129"/>
            <a:chExt cx="46980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14:cNvPr>
                <p14:cNvContentPartPr/>
                <p14:nvPr/>
              </p14:nvContentPartPr>
              <p14:xfrm>
                <a:off x="9869864" y="3074129"/>
                <a:ext cx="29880" cy="268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C04343F-7D46-AD32-13FB-3C69FBDF9D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52224" y="3056489"/>
                  <a:ext cx="65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14:cNvPr>
                <p14:cNvContentPartPr/>
                <p14:nvPr/>
              </p14:nvContentPartPr>
              <p14:xfrm>
                <a:off x="10008824" y="3215249"/>
                <a:ext cx="75960" cy="109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64FA3D3-3028-DD44-CFE9-96B4D9BEDA3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1184" y="3197249"/>
                  <a:ext cx="111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14:cNvPr>
                <p14:cNvContentPartPr/>
                <p14:nvPr/>
              </p14:nvContentPartPr>
              <p14:xfrm>
                <a:off x="10161824" y="3184649"/>
                <a:ext cx="177840" cy="112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BE4EE0D-D967-31EA-D73E-BF6B868BEC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44184" y="3167009"/>
                  <a:ext cx="2134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D22A149-168B-C6E2-600E-355D26DA4EE4}"/>
              </a:ext>
            </a:extLst>
          </p:cNvPr>
          <p:cNvGrpSpPr/>
          <p:nvPr/>
        </p:nvGrpSpPr>
        <p:grpSpPr>
          <a:xfrm>
            <a:off x="9914144" y="3532409"/>
            <a:ext cx="1490760" cy="226800"/>
            <a:chOff x="9914144" y="3532409"/>
            <a:chExt cx="149076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14:cNvPr>
                <p14:cNvContentPartPr/>
                <p14:nvPr/>
              </p14:nvContentPartPr>
              <p14:xfrm>
                <a:off x="9914144" y="3595049"/>
                <a:ext cx="141840" cy="139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8279F54-4488-46E6-1A75-053EDC60060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96504" y="3577409"/>
                  <a:ext cx="1774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14:cNvPr>
                <p14:cNvContentPartPr/>
                <p14:nvPr/>
              </p14:nvContentPartPr>
              <p14:xfrm>
                <a:off x="10115384" y="3583889"/>
                <a:ext cx="6444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990C463-585D-8D30-B97E-FE650A2BBEA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97384" y="3566249"/>
                  <a:ext cx="100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14:cNvPr>
                <p14:cNvContentPartPr/>
                <p14:nvPr/>
              </p14:nvContentPartPr>
              <p14:xfrm>
                <a:off x="10293224" y="3601169"/>
                <a:ext cx="61920" cy="158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53A876A-C659-6699-B0D3-5C9F31F821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75584" y="3583169"/>
                  <a:ext cx="97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14:cNvPr>
                <p14:cNvContentPartPr/>
                <p14:nvPr/>
              </p14:nvContentPartPr>
              <p14:xfrm>
                <a:off x="10395104" y="3650849"/>
                <a:ext cx="37080" cy="58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2F0F3C-ED0E-CDAB-45DF-00E591FAB3F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77464" y="3632849"/>
                  <a:ext cx="72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14:cNvPr>
                <p14:cNvContentPartPr/>
                <p14:nvPr/>
              </p14:nvContentPartPr>
              <p14:xfrm>
                <a:off x="10453064" y="3535649"/>
                <a:ext cx="11880" cy="2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DD8A35A-2E3F-2068-8B18-A4DC0760D1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35424" y="351800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14:cNvPr>
                <p14:cNvContentPartPr/>
                <p14:nvPr/>
              </p14:nvContentPartPr>
              <p14:xfrm>
                <a:off x="10501304" y="3586769"/>
                <a:ext cx="8460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54257B-81DF-172D-CA72-AF7802DCEE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83304" y="3568769"/>
                  <a:ext cx="120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14:cNvPr>
                <p14:cNvContentPartPr/>
                <p14:nvPr/>
              </p14:nvContentPartPr>
              <p14:xfrm>
                <a:off x="10667624" y="3532409"/>
                <a:ext cx="38520" cy="144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B24B18-9AA4-A2DD-F843-B88606114A6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49624" y="3514769"/>
                  <a:ext cx="7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14:cNvPr>
                <p14:cNvContentPartPr/>
                <p14:nvPr/>
              </p14:nvContentPartPr>
              <p14:xfrm>
                <a:off x="10662584" y="3627449"/>
                <a:ext cx="50760" cy="22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9B82999-FB99-4A93-94C4-2B993F69D59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44944" y="3609449"/>
                  <a:ext cx="86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14:cNvPr>
                <p14:cNvContentPartPr/>
                <p14:nvPr/>
              </p14:nvContentPartPr>
              <p14:xfrm>
                <a:off x="10830704" y="3609089"/>
                <a:ext cx="245880" cy="67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4DE131E-0FD2-CD7E-4F69-BBF6493D5E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12704" y="3591089"/>
                  <a:ext cx="281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14:cNvPr>
                <p14:cNvContentPartPr/>
                <p14:nvPr/>
              </p14:nvContentPartPr>
              <p14:xfrm>
                <a:off x="11151104" y="3573449"/>
                <a:ext cx="70560" cy="105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DFB11AC-6B6A-2193-A63F-093274921BD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33104" y="3555449"/>
                  <a:ext cx="106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14:cNvPr>
                <p14:cNvContentPartPr/>
                <p14:nvPr/>
              </p14:nvContentPartPr>
              <p14:xfrm>
                <a:off x="11266664" y="3555809"/>
                <a:ext cx="138240" cy="94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4B15119-D537-FCB7-C2F4-6640853EDE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49024" y="3537809"/>
                  <a:ext cx="1738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33E4A0E-8FB6-5BA9-075C-D49B55BEF39E}"/>
              </a:ext>
            </a:extLst>
          </p:cNvPr>
          <p:cNvGrpSpPr/>
          <p:nvPr/>
        </p:nvGrpSpPr>
        <p:grpSpPr>
          <a:xfrm>
            <a:off x="10491224" y="4056569"/>
            <a:ext cx="148680" cy="642960"/>
            <a:chOff x="10491224" y="4056569"/>
            <a:chExt cx="1486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14:cNvPr>
                <p14:cNvContentPartPr/>
                <p14:nvPr/>
              </p14:nvContentPartPr>
              <p14:xfrm>
                <a:off x="10491224" y="4056569"/>
                <a:ext cx="90360" cy="64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7845D2C-0630-E633-60A9-799D6A52D8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73224" y="4038569"/>
                  <a:ext cx="1260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14:cNvPr>
                <p14:cNvContentPartPr/>
                <p14:nvPr/>
              </p14:nvContentPartPr>
              <p14:xfrm>
                <a:off x="10499144" y="4567769"/>
                <a:ext cx="140760" cy="92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E9E9D32-FD91-7FB0-B595-FB4B75B16E3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81144" y="4549769"/>
                  <a:ext cx="1764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6E4F78A-3871-C821-4B56-40A71AE0B86E}"/>
              </a:ext>
            </a:extLst>
          </p:cNvPr>
          <p:cNvGrpSpPr/>
          <p:nvPr/>
        </p:nvGrpSpPr>
        <p:grpSpPr>
          <a:xfrm>
            <a:off x="9997664" y="4896809"/>
            <a:ext cx="766800" cy="244800"/>
            <a:chOff x="9997664" y="4896809"/>
            <a:chExt cx="7668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14:cNvPr>
                <p14:cNvContentPartPr/>
                <p14:nvPr/>
              </p14:nvContentPartPr>
              <p14:xfrm>
                <a:off x="9997664" y="4907969"/>
                <a:ext cx="296280" cy="233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3F17BC0-7F59-D665-E63B-06EFABBD182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0024" y="4890329"/>
                  <a:ext cx="331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14:cNvPr>
                <p14:cNvContentPartPr/>
                <p14:nvPr/>
              </p14:nvContentPartPr>
              <p14:xfrm>
                <a:off x="10306904" y="4989689"/>
                <a:ext cx="58320" cy="12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3CDD902-5C80-019E-C5AB-E75CC448ED1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89264" y="4972049"/>
                  <a:ext cx="93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14:cNvPr>
                <p14:cNvContentPartPr/>
                <p14:nvPr/>
              </p14:nvContentPartPr>
              <p14:xfrm>
                <a:off x="10309424" y="4898609"/>
                <a:ext cx="1908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87C164A-48DD-68A0-3853-FBA4C7ACE3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91784" y="4880609"/>
                  <a:ext cx="54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14:cNvPr>
                <p14:cNvContentPartPr/>
                <p14:nvPr/>
              </p14:nvContentPartPr>
              <p14:xfrm>
                <a:off x="10445504" y="4950449"/>
                <a:ext cx="104760" cy="18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C0BBFCB-24B3-0653-B75B-0187DDADF61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27864" y="4932809"/>
                  <a:ext cx="140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14:cNvPr>
                <p14:cNvContentPartPr/>
                <p14:nvPr/>
              </p14:nvContentPartPr>
              <p14:xfrm>
                <a:off x="10636304" y="4896809"/>
                <a:ext cx="128160" cy="155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CD077F6-5EAA-BAD8-0D9A-23EB159CB8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18664" y="4879169"/>
                  <a:ext cx="16380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B0A118-5F2B-C931-35FC-741C324EE252}"/>
              </a:ext>
            </a:extLst>
          </p:cNvPr>
          <p:cNvGrpSpPr/>
          <p:nvPr/>
        </p:nvGrpSpPr>
        <p:grpSpPr>
          <a:xfrm>
            <a:off x="10271264" y="5457689"/>
            <a:ext cx="792720" cy="309240"/>
            <a:chOff x="10271264" y="5457689"/>
            <a:chExt cx="7927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14:cNvPr>
                <p14:cNvContentPartPr/>
                <p14:nvPr/>
              </p14:nvContentPartPr>
              <p14:xfrm>
                <a:off x="10296464" y="5457689"/>
                <a:ext cx="87480" cy="309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983A70E-2A8B-E3EA-9855-141FED60575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78824" y="5439689"/>
                  <a:ext cx="123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14:cNvPr>
                <p14:cNvContentPartPr/>
                <p14:nvPr/>
              </p14:nvContentPartPr>
              <p14:xfrm>
                <a:off x="10271264" y="5631929"/>
                <a:ext cx="95040" cy="37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4A15EEF-A44D-1450-9102-742E14A411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53624" y="5613929"/>
                  <a:ext cx="130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14:cNvPr>
                <p14:cNvContentPartPr/>
                <p14:nvPr/>
              </p14:nvContentPartPr>
              <p14:xfrm>
                <a:off x="10515344" y="5494409"/>
                <a:ext cx="28440" cy="132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2578BCD-362E-9A86-355B-9AB3DC9DE5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97344" y="5476769"/>
                  <a:ext cx="64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14:cNvPr>
                <p14:cNvContentPartPr/>
                <p14:nvPr/>
              </p14:nvContentPartPr>
              <p14:xfrm>
                <a:off x="10711184" y="5587649"/>
                <a:ext cx="50760" cy="98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F48F9C8-61DA-B5C9-4BD4-460167E7E2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93544" y="5570009"/>
                  <a:ext cx="86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14:cNvPr>
                <p14:cNvContentPartPr/>
                <p14:nvPr/>
              </p14:nvContentPartPr>
              <p14:xfrm>
                <a:off x="10856264" y="5559929"/>
                <a:ext cx="207720" cy="106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C835BD3-3D42-5410-2499-D9E14EAD7D9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38624" y="5542289"/>
                  <a:ext cx="2433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3138F26-0359-0B3B-D692-033161044629}"/>
              </a:ext>
            </a:extLst>
          </p:cNvPr>
          <p:cNvGrpSpPr/>
          <p:nvPr/>
        </p:nvGrpSpPr>
        <p:grpSpPr>
          <a:xfrm>
            <a:off x="6261224" y="832769"/>
            <a:ext cx="2179800" cy="509760"/>
            <a:chOff x="6261224" y="832769"/>
            <a:chExt cx="2179800" cy="50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14:cNvPr>
                <p14:cNvContentPartPr/>
                <p14:nvPr/>
              </p14:nvContentPartPr>
              <p14:xfrm>
                <a:off x="6261224" y="832769"/>
                <a:ext cx="36000" cy="509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51B2A3-76FC-4443-9C52-9B7F7C13EED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3584" y="815129"/>
                  <a:ext cx="716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14:cNvPr>
                <p14:cNvContentPartPr/>
                <p14:nvPr/>
              </p14:nvContentPartPr>
              <p14:xfrm>
                <a:off x="6281744" y="866249"/>
                <a:ext cx="457560" cy="454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28FAEDD-0AF8-0A54-3CF9-4F32DC9FE6F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64104" y="848249"/>
                  <a:ext cx="493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14:cNvPr>
                <p14:cNvContentPartPr/>
                <p14:nvPr/>
              </p14:nvContentPartPr>
              <p14:xfrm>
                <a:off x="6835424" y="938249"/>
                <a:ext cx="190440" cy="324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23A0E8A-427A-0031-A35F-E7A44FCFB87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17424" y="920249"/>
                  <a:ext cx="226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14:cNvPr>
                <p14:cNvContentPartPr/>
                <p14:nvPr/>
              </p14:nvContentPartPr>
              <p14:xfrm>
                <a:off x="7173824" y="906929"/>
                <a:ext cx="181080" cy="348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2B4FF1-E58D-BDB4-0CA4-2D1BE0E053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55824" y="888929"/>
                  <a:ext cx="216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14:cNvPr>
                <p14:cNvContentPartPr/>
                <p14:nvPr/>
              </p14:nvContentPartPr>
              <p14:xfrm>
                <a:off x="7547864" y="964889"/>
                <a:ext cx="43560" cy="307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45D1CC-1C84-40B0-D7BB-D6B1FF27B8C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30224" y="947249"/>
                  <a:ext cx="79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14:cNvPr>
                <p14:cNvContentPartPr/>
                <p14:nvPr/>
              </p14:nvContentPartPr>
              <p14:xfrm>
                <a:off x="7507544" y="937889"/>
                <a:ext cx="139320" cy="83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A77798-2E81-508D-CC62-D6FD7C33A1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89544" y="920249"/>
                  <a:ext cx="174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14:cNvPr>
                <p14:cNvContentPartPr/>
                <p14:nvPr/>
              </p14:nvContentPartPr>
              <p14:xfrm>
                <a:off x="7583144" y="1039049"/>
                <a:ext cx="151920" cy="55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8AAF27E-DBE2-29BF-8A5D-4011A3C431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565504" y="1021049"/>
                  <a:ext cx="187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14:cNvPr>
                <p14:cNvContentPartPr/>
                <p14:nvPr/>
              </p14:nvContentPartPr>
              <p14:xfrm>
                <a:off x="7875104" y="924209"/>
                <a:ext cx="34560" cy="279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3644F69-E1D6-E529-BD9A-6B2CB8D83CE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57104" y="906209"/>
                  <a:ext cx="7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14:cNvPr>
                <p14:cNvContentPartPr/>
                <p14:nvPr/>
              </p14:nvContentPartPr>
              <p14:xfrm>
                <a:off x="7851344" y="879929"/>
                <a:ext cx="155160" cy="58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4560B54-5FF4-AA4B-BBFD-FC01A549AC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33344" y="862289"/>
                  <a:ext cx="19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14:cNvPr>
                <p14:cNvContentPartPr/>
                <p14:nvPr/>
              </p14:nvContentPartPr>
              <p14:xfrm>
                <a:off x="7892024" y="1013849"/>
                <a:ext cx="142200" cy="83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87736D0-99D3-80C6-ED98-0BE099EB012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74384" y="996209"/>
                  <a:ext cx="177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14:cNvPr>
                <p14:cNvContentPartPr/>
                <p14:nvPr/>
              </p14:nvContentPartPr>
              <p14:xfrm>
                <a:off x="7919024" y="1159649"/>
                <a:ext cx="84960" cy="49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5805ACC-5D87-B208-63C5-77AA64EE8E8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1384" y="1142009"/>
                  <a:ext cx="120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14:cNvPr>
                <p14:cNvContentPartPr/>
                <p14:nvPr/>
              </p14:nvContentPartPr>
              <p14:xfrm>
                <a:off x="8191904" y="948689"/>
                <a:ext cx="249120" cy="4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BC0097-5AAC-5A14-EF1D-62BEC5DB7A0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74264" y="930689"/>
                  <a:ext cx="284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14:cNvPr>
                <p14:cNvContentPartPr/>
                <p14:nvPr/>
              </p14:nvContentPartPr>
              <p14:xfrm>
                <a:off x="8307824" y="981809"/>
                <a:ext cx="39960" cy="268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BCC78AE-8438-D544-1BD8-2C4A87FEB8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89824" y="964169"/>
                  <a:ext cx="756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0D37B44-5C0C-B90D-7BC5-BB5FA9E05369}"/>
              </a:ext>
            </a:extLst>
          </p:cNvPr>
          <p:cNvGrpSpPr/>
          <p:nvPr/>
        </p:nvGrpSpPr>
        <p:grpSpPr>
          <a:xfrm>
            <a:off x="6132704" y="1615769"/>
            <a:ext cx="894960" cy="316440"/>
            <a:chOff x="6132704" y="1615769"/>
            <a:chExt cx="894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14:cNvPr>
                <p14:cNvContentPartPr/>
                <p14:nvPr/>
              </p14:nvContentPartPr>
              <p14:xfrm>
                <a:off x="6132704" y="1660409"/>
                <a:ext cx="19800" cy="271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65F437-6576-E0CE-0B8A-7B3698AE406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14704" y="1642769"/>
                  <a:ext cx="554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14:cNvPr>
                <p14:cNvContentPartPr/>
                <p14:nvPr/>
              </p14:nvContentPartPr>
              <p14:xfrm>
                <a:off x="6143504" y="1629809"/>
                <a:ext cx="262800" cy="169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0C5797A-7752-8137-964B-DB2BACA357A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25864" y="1611809"/>
                  <a:ext cx="298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14:cNvPr>
                <p14:cNvContentPartPr/>
                <p14:nvPr/>
              </p14:nvContentPartPr>
              <p14:xfrm>
                <a:off x="6487664" y="1711529"/>
                <a:ext cx="111960" cy="139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A6CB261-030C-9582-7A78-E18D5C03E78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70024" y="1693889"/>
                  <a:ext cx="147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14:cNvPr>
                <p14:cNvContentPartPr/>
                <p14:nvPr/>
              </p14:nvContentPartPr>
              <p14:xfrm>
                <a:off x="6677024" y="1615769"/>
                <a:ext cx="36360" cy="225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6E77F50-6EE1-B53E-1AEF-9F7E4CF90F5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59024" y="1597769"/>
                  <a:ext cx="72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14:cNvPr>
                <p14:cNvContentPartPr/>
                <p14:nvPr/>
              </p14:nvContentPartPr>
              <p14:xfrm>
                <a:off x="6648224" y="1698569"/>
                <a:ext cx="213480" cy="104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7C07F7-A184-D628-0B9E-EF34E902A6F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30224" y="1680929"/>
                  <a:ext cx="249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14:cNvPr>
                <p14:cNvContentPartPr/>
                <p14:nvPr/>
              </p14:nvContentPartPr>
              <p14:xfrm>
                <a:off x="6941264" y="1622969"/>
                <a:ext cx="2880" cy="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E9F4947-AF07-BE3A-A655-EFA27E55A7D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23624" y="1604969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14:cNvPr>
                <p14:cNvContentPartPr/>
                <p14:nvPr/>
              </p14:nvContentPartPr>
              <p14:xfrm>
                <a:off x="6854144" y="1734929"/>
                <a:ext cx="55440" cy="83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33DA47B-C145-F32F-8040-B4584594527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36504" y="1716929"/>
                  <a:ext cx="91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14:cNvPr>
                <p14:cNvContentPartPr/>
                <p14:nvPr/>
              </p14:nvContentPartPr>
              <p14:xfrm>
                <a:off x="6998504" y="1621169"/>
                <a:ext cx="29160" cy="165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B9641C5-E2FE-0F9B-1ABF-A1721407FC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80504" y="1603529"/>
                  <a:ext cx="648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56EB52C-D5FD-850F-469B-F46AEAB23E6C}"/>
              </a:ext>
            </a:extLst>
          </p:cNvPr>
          <p:cNvGrpSpPr/>
          <p:nvPr/>
        </p:nvGrpSpPr>
        <p:grpSpPr>
          <a:xfrm>
            <a:off x="7298024" y="1592369"/>
            <a:ext cx="757800" cy="232920"/>
            <a:chOff x="7298024" y="1592369"/>
            <a:chExt cx="75780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14:cNvPr>
                <p14:cNvContentPartPr/>
                <p14:nvPr/>
              </p14:nvContentPartPr>
              <p14:xfrm>
                <a:off x="7298024" y="1684529"/>
                <a:ext cx="126720" cy="135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92F82FD-AE26-051A-54AB-6CBE15B4AD6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0384" y="1666529"/>
                  <a:ext cx="162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14:cNvPr>
                <p14:cNvContentPartPr/>
                <p14:nvPr/>
              </p14:nvContentPartPr>
              <p14:xfrm>
                <a:off x="7486304" y="1705769"/>
                <a:ext cx="88560" cy="62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24D5CEE-CB76-5712-C9DC-6D312ECC85C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68304" y="1687769"/>
                  <a:ext cx="124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14:cNvPr>
                <p14:cNvContentPartPr/>
                <p14:nvPr/>
              </p14:nvContentPartPr>
              <p14:xfrm>
                <a:off x="7511504" y="1691729"/>
                <a:ext cx="81720" cy="128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029FCFB-FA31-194B-F3ED-895D45E1E7B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93864" y="1673729"/>
                  <a:ext cx="117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14:cNvPr>
                <p14:cNvContentPartPr/>
                <p14:nvPr/>
              </p14:nvContentPartPr>
              <p14:xfrm>
                <a:off x="7696184" y="1702169"/>
                <a:ext cx="13680" cy="87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158A48-60A8-7E4A-F266-87410C75A7F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78544" y="1684169"/>
                  <a:ext cx="49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14:cNvPr>
                <p14:cNvContentPartPr/>
                <p14:nvPr/>
              </p14:nvContentPartPr>
              <p14:xfrm>
                <a:off x="7702664" y="1603169"/>
                <a:ext cx="11880" cy="34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D056EED-1868-BF32-DFA3-3BDF8CA14E5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685024" y="1585169"/>
                  <a:ext cx="47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14:cNvPr>
                <p14:cNvContentPartPr/>
                <p14:nvPr/>
              </p14:nvContentPartPr>
              <p14:xfrm>
                <a:off x="7802024" y="1592369"/>
                <a:ext cx="133920" cy="232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64F9C9-3B78-3AE2-92D4-7D123E7324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84024" y="1574369"/>
                  <a:ext cx="169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14:cNvPr>
                <p14:cNvContentPartPr/>
                <p14:nvPr/>
              </p14:nvContentPartPr>
              <p14:xfrm>
                <a:off x="7996064" y="1696049"/>
                <a:ext cx="59760" cy="124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FB5E4BA-DE63-B852-F58C-1B50512A886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8064" y="1678049"/>
                  <a:ext cx="954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9E300E4-6377-F20F-E72F-77FB81234983}"/>
              </a:ext>
            </a:extLst>
          </p:cNvPr>
          <p:cNvGrpSpPr/>
          <p:nvPr/>
        </p:nvGrpSpPr>
        <p:grpSpPr>
          <a:xfrm>
            <a:off x="8466944" y="1531529"/>
            <a:ext cx="2420280" cy="316800"/>
            <a:chOff x="8466944" y="1531529"/>
            <a:chExt cx="24202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14:cNvPr>
                <p14:cNvContentPartPr/>
                <p14:nvPr/>
              </p14:nvContentPartPr>
              <p14:xfrm>
                <a:off x="8466944" y="1649609"/>
                <a:ext cx="94320" cy="198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638674-26DC-2CFF-11CF-E96FC10D09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48944" y="1631969"/>
                  <a:ext cx="129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14:cNvPr>
                <p14:cNvContentPartPr/>
                <p14:nvPr/>
              </p14:nvContentPartPr>
              <p14:xfrm>
                <a:off x="8640464" y="1742849"/>
                <a:ext cx="23760" cy="2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84B399A-914A-3E8B-8873-F629E30BE5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22464" y="1725209"/>
                  <a:ext cx="59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14:cNvPr>
                <p14:cNvContentPartPr/>
                <p14:nvPr/>
              </p14:nvContentPartPr>
              <p14:xfrm>
                <a:off x="8618504" y="1681289"/>
                <a:ext cx="539640" cy="106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13AFA8-FA1C-9731-6B3F-CD5B2010B2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00504" y="1663649"/>
                  <a:ext cx="57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14:cNvPr>
                <p14:cNvContentPartPr/>
                <p14:nvPr/>
              </p14:nvContentPartPr>
              <p14:xfrm>
                <a:off x="9186224" y="1637369"/>
                <a:ext cx="17280" cy="1062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44FD7A3-71C7-BD4F-DA05-8FB13A9C935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68584" y="1619369"/>
                  <a:ext cx="52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14:cNvPr>
                <p14:cNvContentPartPr/>
                <p14:nvPr/>
              </p14:nvContentPartPr>
              <p14:xfrm>
                <a:off x="9190184" y="1531529"/>
                <a:ext cx="17640" cy="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CEA8D13-A813-C9B4-676A-0344E9A1629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72184" y="1513889"/>
                  <a:ext cx="53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14:cNvPr>
                <p14:cNvContentPartPr/>
                <p14:nvPr/>
              </p14:nvContentPartPr>
              <p14:xfrm>
                <a:off x="9342104" y="1660769"/>
                <a:ext cx="39204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EE772F1-EC1E-C7CB-A20E-701ECD1BF2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24464" y="1642769"/>
                  <a:ext cx="427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14:cNvPr>
                <p14:cNvContentPartPr/>
                <p14:nvPr/>
              </p14:nvContentPartPr>
              <p14:xfrm>
                <a:off x="9855464" y="1540529"/>
                <a:ext cx="366840" cy="184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0688C43-95CD-0461-B892-0F054B4B6D1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837464" y="1522529"/>
                  <a:ext cx="402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14:cNvPr>
                <p14:cNvContentPartPr/>
                <p14:nvPr/>
              </p14:nvContentPartPr>
              <p14:xfrm>
                <a:off x="10325984" y="1641329"/>
                <a:ext cx="41040" cy="99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6E3D17-2A83-71C5-4877-FED06BA86C7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07984" y="1623689"/>
                  <a:ext cx="76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14:cNvPr>
                <p14:cNvContentPartPr/>
                <p14:nvPr/>
              </p14:nvContentPartPr>
              <p14:xfrm>
                <a:off x="10444064" y="1543049"/>
                <a:ext cx="54360" cy="126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4AD275-1369-249E-CE4F-6F76212A750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26064" y="1525049"/>
                  <a:ext cx="9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14:cNvPr>
                <p14:cNvContentPartPr/>
                <p14:nvPr/>
              </p14:nvContentPartPr>
              <p14:xfrm>
                <a:off x="10471784" y="1582649"/>
                <a:ext cx="183240" cy="115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23F4355-0104-60FE-D8A7-7D344FF1F58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54144" y="1565009"/>
                  <a:ext cx="218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14:cNvPr>
                <p14:cNvContentPartPr/>
                <p14:nvPr/>
              </p14:nvContentPartPr>
              <p14:xfrm>
                <a:off x="10766264" y="1603529"/>
                <a:ext cx="43560" cy="57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197676E-9A06-E81F-E79B-EEAEE3C655A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748624" y="1585889"/>
                  <a:ext cx="79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14:cNvPr>
                <p14:cNvContentPartPr/>
                <p14:nvPr/>
              </p14:nvContentPartPr>
              <p14:xfrm>
                <a:off x="10635224" y="1590929"/>
                <a:ext cx="48960" cy="137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2DEFBC6-22AB-5581-4E9A-0D3236B4759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17224" y="1572929"/>
                  <a:ext cx="84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14:cNvPr>
                <p14:cNvContentPartPr/>
                <p14:nvPr/>
              </p14:nvContentPartPr>
              <p14:xfrm>
                <a:off x="10787144" y="1615769"/>
                <a:ext cx="100080" cy="131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A6886D7-148D-DA05-B573-E763124048C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69504" y="1598129"/>
                  <a:ext cx="1357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B361791-141A-AA5F-5CE7-702C7C22C339}"/>
              </a:ext>
            </a:extLst>
          </p:cNvPr>
          <p:cNvGrpSpPr/>
          <p:nvPr/>
        </p:nvGrpSpPr>
        <p:grpSpPr>
          <a:xfrm>
            <a:off x="7363184" y="1998809"/>
            <a:ext cx="762480" cy="271440"/>
            <a:chOff x="7363184" y="1998809"/>
            <a:chExt cx="76248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14:cNvPr>
                <p14:cNvContentPartPr/>
                <p14:nvPr/>
              </p14:nvContentPartPr>
              <p14:xfrm>
                <a:off x="7363184" y="1998809"/>
                <a:ext cx="58680" cy="271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52067E2-5627-F445-2D3E-733452EBF98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345184" y="1980809"/>
                  <a:ext cx="94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14:cNvPr>
                <p14:cNvContentPartPr/>
                <p14:nvPr/>
              </p14:nvContentPartPr>
              <p14:xfrm>
                <a:off x="7364264" y="2163329"/>
                <a:ext cx="4680" cy="32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A6C73E6-6048-964F-1FB4-637D7B6ADA7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46624" y="2145329"/>
                  <a:ext cx="40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14:cNvPr>
                <p14:cNvContentPartPr/>
                <p14:nvPr/>
              </p14:nvContentPartPr>
              <p14:xfrm>
                <a:off x="7439144" y="2145329"/>
                <a:ext cx="360" cy="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D328F78-45DE-4FE1-7A4B-B3C2E194DFC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421504" y="212768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14:cNvPr>
                <p14:cNvContentPartPr/>
                <p14:nvPr/>
              </p14:nvContentPartPr>
              <p14:xfrm>
                <a:off x="7561904" y="2137049"/>
                <a:ext cx="20520" cy="64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5DF9D90-32A7-7E64-B637-608F12999DF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544264" y="2119049"/>
                  <a:ext cx="56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14:cNvPr>
                <p14:cNvContentPartPr/>
                <p14:nvPr/>
              </p14:nvContentPartPr>
              <p14:xfrm>
                <a:off x="7576304" y="2014289"/>
                <a:ext cx="11880" cy="21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2643D4-F31D-650D-42BE-4613C5A91AB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58664" y="1996289"/>
                  <a:ext cx="47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14:cNvPr>
                <p14:cNvContentPartPr/>
                <p14:nvPr/>
              </p14:nvContentPartPr>
              <p14:xfrm>
                <a:off x="7702664" y="2105729"/>
                <a:ext cx="61920" cy="835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160678-35AD-221E-B42A-F98F6B25F5C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85024" y="2087729"/>
                  <a:ext cx="97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14:cNvPr>
                <p14:cNvContentPartPr/>
                <p14:nvPr/>
              </p14:nvContentPartPr>
              <p14:xfrm>
                <a:off x="7850984" y="2029049"/>
                <a:ext cx="24120" cy="1375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7132C01-1D6F-AFAE-235B-C23E3461A07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32984" y="2011049"/>
                  <a:ext cx="59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14:cNvPr>
                <p14:cNvContentPartPr/>
                <p14:nvPr/>
              </p14:nvContentPartPr>
              <p14:xfrm>
                <a:off x="7968344" y="2015729"/>
                <a:ext cx="157320" cy="209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05A1B20-D363-74CB-A590-67CB3A217DC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950344" y="1997729"/>
                  <a:ext cx="1929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5928A4-F1B6-C624-EFA6-5C742DE88F73}"/>
              </a:ext>
            </a:extLst>
          </p:cNvPr>
          <p:cNvGrpSpPr/>
          <p:nvPr/>
        </p:nvGrpSpPr>
        <p:grpSpPr>
          <a:xfrm>
            <a:off x="8518064" y="2013209"/>
            <a:ext cx="674640" cy="242640"/>
            <a:chOff x="8518064" y="2013209"/>
            <a:chExt cx="67464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14:cNvPr>
                <p14:cNvContentPartPr/>
                <p14:nvPr/>
              </p14:nvContentPartPr>
              <p14:xfrm>
                <a:off x="8518064" y="2086649"/>
                <a:ext cx="113400" cy="132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AC78F1-A0A6-6D09-4419-D186764B814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500064" y="2069009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14:cNvPr>
                <p14:cNvContentPartPr/>
                <p14:nvPr/>
              </p14:nvContentPartPr>
              <p14:xfrm>
                <a:off x="8723264" y="2025449"/>
                <a:ext cx="72000" cy="2304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1EA46F8-41F8-28EA-14E2-0E8AA4D5D7D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705624" y="2007449"/>
                  <a:ext cx="107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14:cNvPr>
                <p14:cNvContentPartPr/>
                <p14:nvPr/>
              </p14:nvContentPartPr>
              <p14:xfrm>
                <a:off x="8729744" y="2150729"/>
                <a:ext cx="100440" cy="84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5620520-CE2D-E3D8-6DF0-DB52994B21B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12104" y="2133089"/>
                  <a:ext cx="136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14:cNvPr>
                <p14:cNvContentPartPr/>
                <p14:nvPr/>
              </p14:nvContentPartPr>
              <p14:xfrm>
                <a:off x="8930624" y="2013209"/>
                <a:ext cx="68400" cy="205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A5597D5-FC95-F9E9-F42B-3785F20606D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912984" y="1995569"/>
                  <a:ext cx="104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14:cNvPr>
                <p14:cNvContentPartPr/>
                <p14:nvPr/>
              </p14:nvContentPartPr>
              <p14:xfrm>
                <a:off x="8916944" y="2141729"/>
                <a:ext cx="57240" cy="102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23E3F11-08E0-D5F8-64A0-FE3EE7D6C9D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98944" y="2124089"/>
                  <a:ext cx="92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14:cNvPr>
                <p14:cNvContentPartPr/>
                <p14:nvPr/>
              </p14:nvContentPartPr>
              <p14:xfrm>
                <a:off x="9115664" y="2098169"/>
                <a:ext cx="77040" cy="84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045BA7-983C-469F-9C0F-AEFF9DA5E7E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98024" y="2080529"/>
                  <a:ext cx="1126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55F1494E-D1FE-822F-E2B7-8F3BEF3DBB17}"/>
              </a:ext>
            </a:extLst>
          </p:cNvPr>
          <p:cNvGrpSpPr/>
          <p:nvPr/>
        </p:nvGrpSpPr>
        <p:grpSpPr>
          <a:xfrm>
            <a:off x="9381704" y="1985849"/>
            <a:ext cx="235440" cy="191880"/>
            <a:chOff x="9381704" y="1985849"/>
            <a:chExt cx="2354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14:cNvPr>
                <p14:cNvContentPartPr/>
                <p14:nvPr/>
              </p14:nvContentPartPr>
              <p14:xfrm>
                <a:off x="9381704" y="1985849"/>
                <a:ext cx="207720" cy="191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36E1235-1218-5061-82DA-004A5879E52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64064" y="1968209"/>
                  <a:ext cx="243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14:cNvPr>
                <p14:cNvContentPartPr/>
                <p14:nvPr/>
              </p14:nvContentPartPr>
              <p14:xfrm>
                <a:off x="9540824" y="2059289"/>
                <a:ext cx="76320" cy="3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82338E7-DE0C-CF64-D29A-ACA90EAFA6A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523184" y="2041289"/>
                  <a:ext cx="1119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3922100-891C-E43C-3304-47C3480EFAFD}"/>
              </a:ext>
            </a:extLst>
          </p:cNvPr>
          <p:cNvGrpSpPr/>
          <p:nvPr/>
        </p:nvGrpSpPr>
        <p:grpSpPr>
          <a:xfrm>
            <a:off x="10162904" y="1906649"/>
            <a:ext cx="1725840" cy="280080"/>
            <a:chOff x="10162904" y="1906649"/>
            <a:chExt cx="17258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14:cNvPr>
                <p14:cNvContentPartPr/>
                <p14:nvPr/>
              </p14:nvContentPartPr>
              <p14:xfrm>
                <a:off x="10211864" y="1906649"/>
                <a:ext cx="48240" cy="240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F853418-130F-CE2D-8C46-B0D0C38EBA4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94224" y="1889009"/>
                  <a:ext cx="83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14:cNvPr>
                <p14:cNvContentPartPr/>
                <p14:nvPr/>
              </p14:nvContentPartPr>
              <p14:xfrm>
                <a:off x="10162904" y="2036969"/>
                <a:ext cx="10656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D92D84-12EA-621D-42AE-47D612DDB4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45264" y="2018969"/>
                  <a:ext cx="142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14:cNvPr>
                <p14:cNvContentPartPr/>
                <p14:nvPr/>
              </p14:nvContentPartPr>
              <p14:xfrm>
                <a:off x="10335344" y="2014289"/>
                <a:ext cx="137520" cy="119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4A4A475-3289-0B39-1ED4-1FE0D908128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17704" y="1996289"/>
                  <a:ext cx="173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14:cNvPr>
                <p14:cNvContentPartPr/>
                <p14:nvPr/>
              </p14:nvContentPartPr>
              <p14:xfrm>
                <a:off x="10539824" y="2048489"/>
                <a:ext cx="326880" cy="93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0B9FECC-395F-44A5-68B0-7B73309012A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21824" y="2030489"/>
                  <a:ext cx="362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14:cNvPr>
                <p14:cNvContentPartPr/>
                <p14:nvPr/>
              </p14:nvContentPartPr>
              <p14:xfrm>
                <a:off x="10961744" y="2023649"/>
                <a:ext cx="84960" cy="1630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A1997FB-FD7B-9481-BC14-55F121A76C8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943744" y="2005649"/>
                  <a:ext cx="120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14:cNvPr>
                <p14:cNvContentPartPr/>
                <p14:nvPr/>
              </p14:nvContentPartPr>
              <p14:xfrm>
                <a:off x="11093144" y="2043089"/>
                <a:ext cx="29520" cy="55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0416EB4-25E5-E465-C51E-5851D62FDF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075144" y="2025449"/>
                  <a:ext cx="65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14:cNvPr>
                <p14:cNvContentPartPr/>
                <p14:nvPr/>
              </p14:nvContentPartPr>
              <p14:xfrm>
                <a:off x="11099264" y="1913489"/>
                <a:ext cx="8640" cy="19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5F02ECD-F396-8D68-9A5F-46045038E09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81624" y="1895849"/>
                  <a:ext cx="44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14:cNvPr>
                <p14:cNvContentPartPr/>
                <p14:nvPr/>
              </p14:nvContentPartPr>
              <p14:xfrm>
                <a:off x="11214824" y="2016809"/>
                <a:ext cx="66960" cy="158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7A540C2-F971-657A-C4EF-4A215F99B4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97184" y="1998809"/>
                  <a:ext cx="102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14:cNvPr>
                <p14:cNvContentPartPr/>
                <p14:nvPr/>
              </p14:nvContentPartPr>
              <p14:xfrm>
                <a:off x="11412104" y="1972169"/>
                <a:ext cx="50040" cy="16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5CA9A0E-6B19-ED09-C19A-0EF25A1175C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394104" y="1954529"/>
                  <a:ext cx="85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14:cNvPr>
                <p14:cNvContentPartPr/>
                <p14:nvPr/>
              </p14:nvContentPartPr>
              <p14:xfrm>
                <a:off x="11428304" y="2023289"/>
                <a:ext cx="288360" cy="64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2855A5E-3EFA-6DB1-1D73-1D7288F6163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410304" y="2005649"/>
                  <a:ext cx="324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14:cNvPr>
                <p14:cNvContentPartPr/>
                <p14:nvPr/>
              </p14:nvContentPartPr>
              <p14:xfrm>
                <a:off x="11885864" y="1988369"/>
                <a:ext cx="2880" cy="7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8953015-5949-F22A-4323-EA4F22035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868224" y="1970369"/>
                  <a:ext cx="3852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232B9F9B-F225-825D-0326-3A725A9D82C6}"/>
              </a:ext>
            </a:extLst>
          </p:cNvPr>
          <p:cNvGrpSpPr/>
          <p:nvPr/>
        </p:nvGrpSpPr>
        <p:grpSpPr>
          <a:xfrm>
            <a:off x="7170584" y="1802609"/>
            <a:ext cx="2689200" cy="696240"/>
            <a:chOff x="7170584" y="1802609"/>
            <a:chExt cx="2689200" cy="69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14:cNvPr>
                <p14:cNvContentPartPr/>
                <p14:nvPr/>
              </p14:nvContentPartPr>
              <p14:xfrm>
                <a:off x="7170584" y="1802609"/>
                <a:ext cx="2689200" cy="696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B0C4E1C-B5D4-7C79-3038-362379796F4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152584" y="1784969"/>
                  <a:ext cx="272484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14:cNvPr>
                <p14:cNvContentPartPr/>
                <p14:nvPr/>
              </p14:nvContentPartPr>
              <p14:xfrm>
                <a:off x="7214864" y="1970369"/>
                <a:ext cx="63360" cy="426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DB42065-353C-1397-B94D-DE2D5262057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196864" y="1952729"/>
                  <a:ext cx="9900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99B51B8D-B47B-802B-6D9C-8104D4410681}"/>
              </a:ext>
            </a:extLst>
          </p:cNvPr>
          <p:cNvGrpSpPr/>
          <p:nvPr/>
        </p:nvGrpSpPr>
        <p:grpSpPr>
          <a:xfrm>
            <a:off x="2929424" y="1578329"/>
            <a:ext cx="747360" cy="584280"/>
            <a:chOff x="2929424" y="1578329"/>
            <a:chExt cx="74736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14:cNvPr>
                <p14:cNvContentPartPr/>
                <p14:nvPr/>
              </p14:nvContentPartPr>
              <p14:xfrm>
                <a:off x="2929424" y="1578329"/>
                <a:ext cx="747360" cy="5842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A9E0BCD-9BB4-FC8C-1C22-EAE46B80D4D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911784" y="1560689"/>
                  <a:ext cx="783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14:cNvPr>
                <p14:cNvContentPartPr/>
                <p14:nvPr/>
              </p14:nvContentPartPr>
              <p14:xfrm>
                <a:off x="2986304" y="1652849"/>
                <a:ext cx="78480" cy="446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2343FC-1AED-814E-6E18-16B9B548ABD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968664" y="1634849"/>
                  <a:ext cx="114120" cy="48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3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1C79F-8E1E-FAFF-CED2-785F95A3F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F8247A-D944-3E2D-9A7A-6B0ECADEB20B}"/>
              </a:ext>
            </a:extLst>
          </p:cNvPr>
          <p:cNvGrpSpPr/>
          <p:nvPr/>
        </p:nvGrpSpPr>
        <p:grpSpPr>
          <a:xfrm>
            <a:off x="2154371" y="695618"/>
            <a:ext cx="270000" cy="375480"/>
            <a:chOff x="2154371" y="695618"/>
            <a:chExt cx="27000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417712D-7E21-0D51-B4C0-475EF980E32A}"/>
                    </a:ext>
                  </a:extLst>
                </p14:cNvPr>
                <p14:cNvContentPartPr/>
                <p14:nvPr/>
              </p14:nvContentPartPr>
              <p14:xfrm>
                <a:off x="2154371" y="697418"/>
                <a:ext cx="49680" cy="373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417712D-7E21-0D51-B4C0-475EF980E3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36731" y="679778"/>
                  <a:ext cx="853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06683D-4B3E-B4C7-1251-B27ADF9A8FE5}"/>
                    </a:ext>
                  </a:extLst>
                </p14:cNvPr>
                <p14:cNvContentPartPr/>
                <p14:nvPr/>
              </p14:nvContentPartPr>
              <p14:xfrm>
                <a:off x="2166971" y="695618"/>
                <a:ext cx="126360" cy="18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06683D-4B3E-B4C7-1251-B27ADF9A8F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9331" y="677618"/>
                  <a:ext cx="162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806E98-27AC-644D-F986-04A4FE72F447}"/>
                    </a:ext>
                  </a:extLst>
                </p14:cNvPr>
                <p14:cNvContentPartPr/>
                <p14:nvPr/>
              </p14:nvContentPartPr>
              <p14:xfrm>
                <a:off x="2347331" y="958058"/>
                <a:ext cx="77040" cy="26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806E98-27AC-644D-F986-04A4FE72F4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29331" y="940418"/>
                  <a:ext cx="1126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B74CC4-AB88-3325-B58F-A12C1582F79A}"/>
              </a:ext>
            </a:extLst>
          </p:cNvPr>
          <p:cNvGrpSpPr/>
          <p:nvPr/>
        </p:nvGrpSpPr>
        <p:grpSpPr>
          <a:xfrm>
            <a:off x="2735051" y="692018"/>
            <a:ext cx="1445400" cy="330840"/>
            <a:chOff x="2735051" y="692018"/>
            <a:chExt cx="144540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BE1F56-D14F-1796-D559-E5DF8AEA162F}"/>
                    </a:ext>
                  </a:extLst>
                </p14:cNvPr>
                <p14:cNvContentPartPr/>
                <p14:nvPr/>
              </p14:nvContentPartPr>
              <p14:xfrm>
                <a:off x="2735051" y="806138"/>
                <a:ext cx="131760" cy="17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BE1F56-D14F-1796-D559-E5DF8AEA16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17411" y="788498"/>
                  <a:ext cx="167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53BDAB-566E-2E44-80C6-D3F0F76B1A8B}"/>
                    </a:ext>
                  </a:extLst>
                </p14:cNvPr>
                <p14:cNvContentPartPr/>
                <p14:nvPr/>
              </p14:nvContentPartPr>
              <p14:xfrm>
                <a:off x="2926931" y="746378"/>
                <a:ext cx="170640" cy="20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53BDAB-566E-2E44-80C6-D3F0F76B1A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9291" y="728738"/>
                  <a:ext cx="206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DCA593-26E3-C1CA-8355-BA379B32D47B}"/>
                    </a:ext>
                  </a:extLst>
                </p14:cNvPr>
                <p14:cNvContentPartPr/>
                <p14:nvPr/>
              </p14:nvContentPartPr>
              <p14:xfrm>
                <a:off x="3200891" y="850778"/>
                <a:ext cx="207360" cy="14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DCA593-26E3-C1CA-8355-BA379B32D4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83251" y="833138"/>
                  <a:ext cx="243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BD263D-F0F0-9580-D4A5-785058E8C5D5}"/>
                    </a:ext>
                  </a:extLst>
                </p14:cNvPr>
                <p14:cNvContentPartPr/>
                <p14:nvPr/>
              </p14:nvContentPartPr>
              <p14:xfrm>
                <a:off x="3438491" y="848978"/>
                <a:ext cx="200160" cy="13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BD263D-F0F0-9580-D4A5-785058E8C5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0851" y="831338"/>
                  <a:ext cx="2358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2C5CD4-672C-1F44-3FBC-DB3A8A8ABC3D}"/>
                    </a:ext>
                  </a:extLst>
                </p14:cNvPr>
                <p14:cNvContentPartPr/>
                <p14:nvPr/>
              </p14:nvContentPartPr>
              <p14:xfrm>
                <a:off x="3694811" y="856538"/>
                <a:ext cx="204840" cy="113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2C5CD4-672C-1F44-3FBC-DB3A8A8ABC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76811" y="838898"/>
                  <a:ext cx="240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AF9C76-376F-AA3A-18D9-423C2C6BA12F}"/>
                    </a:ext>
                  </a:extLst>
                </p14:cNvPr>
                <p14:cNvContentPartPr/>
                <p14:nvPr/>
              </p14:nvContentPartPr>
              <p14:xfrm>
                <a:off x="3952211" y="843938"/>
                <a:ext cx="132480" cy="115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AF9C76-376F-AA3A-18D9-423C2C6BA1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34571" y="826298"/>
                  <a:ext cx="168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20B3687-3B60-634F-62C5-FE61C1811360}"/>
                    </a:ext>
                  </a:extLst>
                </p14:cNvPr>
                <p14:cNvContentPartPr/>
                <p14:nvPr/>
              </p14:nvContentPartPr>
              <p14:xfrm>
                <a:off x="4108451" y="692018"/>
                <a:ext cx="72000" cy="330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20B3687-3B60-634F-62C5-FE61C18113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90811" y="674378"/>
                  <a:ext cx="10764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F85646-F183-3D87-E8ED-B2D66BC674E3}"/>
              </a:ext>
            </a:extLst>
          </p:cNvPr>
          <p:cNvGrpSpPr/>
          <p:nvPr/>
        </p:nvGrpSpPr>
        <p:grpSpPr>
          <a:xfrm>
            <a:off x="1528691" y="2230658"/>
            <a:ext cx="3086640" cy="2118960"/>
            <a:chOff x="1528691" y="2230658"/>
            <a:chExt cx="3086640" cy="21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CD5586-5D2E-46FB-CAEB-5F7DD1B05106}"/>
                    </a:ext>
                  </a:extLst>
                </p14:cNvPr>
                <p14:cNvContentPartPr/>
                <p14:nvPr/>
              </p14:nvContentPartPr>
              <p14:xfrm>
                <a:off x="1591691" y="2230658"/>
                <a:ext cx="2707560" cy="146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CD5586-5D2E-46FB-CAEB-5F7DD1B051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74051" y="2213018"/>
                  <a:ext cx="2743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E052D3-B72D-7B43-339C-FDB002BAB14C}"/>
                    </a:ext>
                  </a:extLst>
                </p14:cNvPr>
                <p14:cNvContentPartPr/>
                <p14:nvPr/>
              </p14:nvContentPartPr>
              <p14:xfrm>
                <a:off x="1628051" y="2251538"/>
                <a:ext cx="2987280" cy="2098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E052D3-B72D-7B43-339C-FDB002BAB1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10411" y="2233538"/>
                  <a:ext cx="3022920" cy="21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E2CD1E-E0C2-6EBF-714C-51A439C0962D}"/>
                    </a:ext>
                  </a:extLst>
                </p14:cNvPr>
                <p14:cNvContentPartPr/>
                <p14:nvPr/>
              </p14:nvContentPartPr>
              <p14:xfrm>
                <a:off x="1528691" y="2369258"/>
                <a:ext cx="135000" cy="197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E2CD1E-E0C2-6EBF-714C-51A439C096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0691" y="2351618"/>
                  <a:ext cx="170640" cy="20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A2942C-32AD-3CC6-22A1-1E39A6CF6618}"/>
                    </a:ext>
                  </a:extLst>
                </p14:cNvPr>
                <p14:cNvContentPartPr/>
                <p14:nvPr/>
              </p14:nvContentPartPr>
              <p14:xfrm>
                <a:off x="1697531" y="2314898"/>
                <a:ext cx="679680" cy="68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A2942C-32AD-3CC6-22A1-1E39A6CF66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79531" y="2296898"/>
                  <a:ext cx="71532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586937-0106-8C26-1310-F935894C1034}"/>
                    </a:ext>
                  </a:extLst>
                </p14:cNvPr>
                <p14:cNvContentPartPr/>
                <p14:nvPr/>
              </p14:nvContentPartPr>
              <p14:xfrm>
                <a:off x="3415091" y="2270618"/>
                <a:ext cx="773280" cy="615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586937-0106-8C26-1310-F935894C10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97451" y="2252618"/>
                  <a:ext cx="80892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016666-3B22-C105-FE84-5651E0F1AF72}"/>
                    </a:ext>
                  </a:extLst>
                </p14:cNvPr>
                <p14:cNvContentPartPr/>
                <p14:nvPr/>
              </p14:nvContentPartPr>
              <p14:xfrm>
                <a:off x="1835411" y="2461778"/>
                <a:ext cx="151200" cy="307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016666-3B22-C105-FE84-5651E0F1AF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7411" y="2443778"/>
                  <a:ext cx="18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0CDF8A-4EF0-1288-7307-F73BB37A904A}"/>
                    </a:ext>
                  </a:extLst>
                </p14:cNvPr>
                <p14:cNvContentPartPr/>
                <p14:nvPr/>
              </p14:nvContentPartPr>
              <p14:xfrm>
                <a:off x="3816491" y="2416058"/>
                <a:ext cx="41400" cy="216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0CDF8A-4EF0-1288-7307-F73BB37A904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98851" y="2398058"/>
                  <a:ext cx="77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1A9571-7226-CE4B-1F86-0661E670CB0B}"/>
                    </a:ext>
                  </a:extLst>
                </p14:cNvPr>
                <p14:cNvContentPartPr/>
                <p14:nvPr/>
              </p14:nvContentPartPr>
              <p14:xfrm>
                <a:off x="3777611" y="2396618"/>
                <a:ext cx="216720" cy="273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1A9571-7226-CE4B-1F86-0661E670CB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59971" y="2378978"/>
                  <a:ext cx="2523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BD7461-E514-4D9D-3951-48EEF9AB6CC8}"/>
              </a:ext>
            </a:extLst>
          </p:cNvPr>
          <p:cNvGrpSpPr/>
          <p:nvPr/>
        </p:nvGrpSpPr>
        <p:grpSpPr>
          <a:xfrm>
            <a:off x="2384411" y="3601898"/>
            <a:ext cx="1486440" cy="447840"/>
            <a:chOff x="2384411" y="3601898"/>
            <a:chExt cx="148644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FB71D1-E4CF-03DE-C9D3-E00CCB6763B1}"/>
                    </a:ext>
                  </a:extLst>
                </p14:cNvPr>
                <p14:cNvContentPartPr/>
                <p14:nvPr/>
              </p14:nvContentPartPr>
              <p14:xfrm>
                <a:off x="2384411" y="3776858"/>
                <a:ext cx="254160" cy="25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FB71D1-E4CF-03DE-C9D3-E00CCB6763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66771" y="3758858"/>
                  <a:ext cx="2898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87BC1B5-594F-ED24-B09C-AC067FAA3A26}"/>
                    </a:ext>
                  </a:extLst>
                </p14:cNvPr>
                <p14:cNvContentPartPr/>
                <p14:nvPr/>
              </p14:nvContentPartPr>
              <p14:xfrm>
                <a:off x="2765651" y="3900338"/>
                <a:ext cx="76320" cy="4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87BC1B5-594F-ED24-B09C-AC067FAA3A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47651" y="3882698"/>
                  <a:ext cx="111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FD6D0A-BE77-4F43-38CD-331789AE8739}"/>
                    </a:ext>
                  </a:extLst>
                </p14:cNvPr>
                <p14:cNvContentPartPr/>
                <p14:nvPr/>
              </p14:nvContentPartPr>
              <p14:xfrm>
                <a:off x="3023411" y="3692258"/>
                <a:ext cx="151200" cy="266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FD6D0A-BE77-4F43-38CD-331789AE873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05411" y="3674618"/>
                  <a:ext cx="1868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70570E-C94A-EB18-4253-23816ABA1026}"/>
                    </a:ext>
                  </a:extLst>
                </p14:cNvPr>
                <p14:cNvContentPartPr/>
                <p14:nvPr/>
              </p14:nvContentPartPr>
              <p14:xfrm>
                <a:off x="3084611" y="3824738"/>
                <a:ext cx="144720" cy="147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70570E-C94A-EB18-4253-23816ABA10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66971" y="3806738"/>
                  <a:ext cx="180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282972-6E0C-3291-C7C2-CDBC56BF6C8F}"/>
                    </a:ext>
                  </a:extLst>
                </p14:cNvPr>
                <p14:cNvContentPartPr/>
                <p14:nvPr/>
              </p14:nvContentPartPr>
              <p14:xfrm>
                <a:off x="3278291" y="3808898"/>
                <a:ext cx="75240" cy="114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282972-6E0C-3291-C7C2-CDBC56BF6C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60651" y="3791258"/>
                  <a:ext cx="110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529AB7-8E75-086E-E6A2-4922439802FF}"/>
                    </a:ext>
                  </a:extLst>
                </p14:cNvPr>
                <p14:cNvContentPartPr/>
                <p14:nvPr/>
              </p14:nvContentPartPr>
              <p14:xfrm>
                <a:off x="3474131" y="3708458"/>
                <a:ext cx="154080" cy="21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529AB7-8E75-086E-E6A2-4922439802F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56491" y="3690458"/>
                  <a:ext cx="189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EB7BB7-580C-7AF8-189D-26DD16B1C142}"/>
                    </a:ext>
                  </a:extLst>
                </p14:cNvPr>
                <p14:cNvContentPartPr/>
                <p14:nvPr/>
              </p14:nvContentPartPr>
              <p14:xfrm>
                <a:off x="3723251" y="3768218"/>
                <a:ext cx="147600" cy="28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EB7BB7-580C-7AF8-189D-26DD16B1C1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05611" y="3750218"/>
                  <a:ext cx="183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98F8EF-AC7E-7331-351B-354428E6A5E8}"/>
                    </a:ext>
                  </a:extLst>
                </p14:cNvPr>
                <p14:cNvContentPartPr/>
                <p14:nvPr/>
              </p14:nvContentPartPr>
              <p14:xfrm>
                <a:off x="3509411" y="3601898"/>
                <a:ext cx="31320" cy="10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98F8EF-AC7E-7331-351B-354428E6A5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91411" y="3584258"/>
                  <a:ext cx="669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AF9F40-3DC2-A114-07D4-26F829D03B9D}"/>
              </a:ext>
            </a:extLst>
          </p:cNvPr>
          <p:cNvGrpSpPr/>
          <p:nvPr/>
        </p:nvGrpSpPr>
        <p:grpSpPr>
          <a:xfrm>
            <a:off x="2165171" y="4598018"/>
            <a:ext cx="1859400" cy="811440"/>
            <a:chOff x="2165171" y="4598018"/>
            <a:chExt cx="1859400" cy="81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647595E-D7F3-67EB-E0C9-B2595AF21C45}"/>
                    </a:ext>
                  </a:extLst>
                </p14:cNvPr>
                <p14:cNvContentPartPr/>
                <p14:nvPr/>
              </p14:nvContentPartPr>
              <p14:xfrm>
                <a:off x="2321411" y="4760738"/>
                <a:ext cx="20160" cy="1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647595E-D7F3-67EB-E0C9-B2595AF21C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03771" y="4742738"/>
                  <a:ext cx="55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3E0E67-5E69-2B4F-2760-46C7E61A23C7}"/>
                    </a:ext>
                  </a:extLst>
                </p14:cNvPr>
                <p14:cNvContentPartPr/>
                <p14:nvPr/>
              </p14:nvContentPartPr>
              <p14:xfrm>
                <a:off x="2165171" y="4703858"/>
                <a:ext cx="19800" cy="229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3E0E67-5E69-2B4F-2760-46C7E61A23C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47171" y="4686218"/>
                  <a:ext cx="55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EBA0400-039B-541A-8C7D-4F2CF70F44AF}"/>
                    </a:ext>
                  </a:extLst>
                </p14:cNvPr>
                <p14:cNvContentPartPr/>
                <p14:nvPr/>
              </p14:nvContentPartPr>
              <p14:xfrm>
                <a:off x="2183171" y="4674338"/>
                <a:ext cx="210240" cy="189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EBA0400-039B-541A-8C7D-4F2CF70F44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65171" y="4656698"/>
                  <a:ext cx="245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6987A8-A941-D5AB-CC07-6BCC7B69361D}"/>
                    </a:ext>
                  </a:extLst>
                </p14:cNvPr>
                <p14:cNvContentPartPr/>
                <p14:nvPr/>
              </p14:nvContentPartPr>
              <p14:xfrm>
                <a:off x="2488451" y="4773338"/>
                <a:ext cx="57960" cy="96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6987A8-A941-D5AB-CC07-6BCC7B69361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70811" y="4755698"/>
                  <a:ext cx="93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99FB37-5EC8-03C8-67B1-E6CDC7F311A8}"/>
                    </a:ext>
                  </a:extLst>
                </p14:cNvPr>
                <p14:cNvContentPartPr/>
                <p14:nvPr/>
              </p14:nvContentPartPr>
              <p14:xfrm>
                <a:off x="2656931" y="4775858"/>
                <a:ext cx="14040" cy="3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99FB37-5EC8-03C8-67B1-E6CDC7F311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38931" y="4758218"/>
                  <a:ext cx="49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E33D46-480D-0883-5CAD-F0EC1250783C}"/>
                    </a:ext>
                  </a:extLst>
                </p14:cNvPr>
                <p14:cNvContentPartPr/>
                <p14:nvPr/>
              </p14:nvContentPartPr>
              <p14:xfrm>
                <a:off x="2570531" y="4803218"/>
                <a:ext cx="60480" cy="10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E33D46-480D-0883-5CAD-F0EC125078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52531" y="4785578"/>
                  <a:ext cx="96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28E5B01-CA3E-7391-EE7B-6AADED3FB872}"/>
                    </a:ext>
                  </a:extLst>
                </p14:cNvPr>
                <p14:cNvContentPartPr/>
                <p14:nvPr/>
              </p14:nvContentPartPr>
              <p14:xfrm>
                <a:off x="2667011" y="4744898"/>
                <a:ext cx="40320" cy="240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28E5B01-CA3E-7391-EE7B-6AADED3FB8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49371" y="4727258"/>
                  <a:ext cx="75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3126B2-2E3E-D27D-7533-D48EB55ED8D3}"/>
                    </a:ext>
                  </a:extLst>
                </p14:cNvPr>
                <p14:cNvContentPartPr/>
                <p14:nvPr/>
              </p14:nvContentPartPr>
              <p14:xfrm>
                <a:off x="2659811" y="4628978"/>
                <a:ext cx="12600" cy="20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3126B2-2E3E-D27D-7533-D48EB55ED8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41811" y="4611338"/>
                  <a:ext cx="48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45F76D-FE60-3D8D-BBFB-B58B8CD944AB}"/>
                    </a:ext>
                  </a:extLst>
                </p14:cNvPr>
                <p14:cNvContentPartPr/>
                <p14:nvPr/>
              </p14:nvContentPartPr>
              <p14:xfrm>
                <a:off x="2802731" y="4754978"/>
                <a:ext cx="55080" cy="105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45F76D-FE60-3D8D-BBFB-B58B8CD944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84731" y="4736978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EE335F8-F03B-7C6F-DD67-3B6DD2328AD8}"/>
                    </a:ext>
                  </a:extLst>
                </p14:cNvPr>
                <p14:cNvContentPartPr/>
                <p14:nvPr/>
              </p14:nvContentPartPr>
              <p14:xfrm>
                <a:off x="2917931" y="4758578"/>
                <a:ext cx="50040" cy="70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EE335F8-F03B-7C6F-DD67-3B6DD2328A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00291" y="4740578"/>
                  <a:ext cx="85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6E9040-AFC8-35B4-4C5E-6F3F5B4E6475}"/>
                    </a:ext>
                  </a:extLst>
                </p14:cNvPr>
                <p14:cNvContentPartPr/>
                <p14:nvPr/>
              </p14:nvContentPartPr>
              <p14:xfrm>
                <a:off x="3045731" y="4711778"/>
                <a:ext cx="7920" cy="120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6E9040-AFC8-35B4-4C5E-6F3F5B4E64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28091" y="4694138"/>
                  <a:ext cx="43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DAA7E2-921A-2602-32B3-9592F8551C89}"/>
                    </a:ext>
                  </a:extLst>
                </p14:cNvPr>
                <p14:cNvContentPartPr/>
                <p14:nvPr/>
              </p14:nvContentPartPr>
              <p14:xfrm>
                <a:off x="3037091" y="4598018"/>
                <a:ext cx="5760" cy="29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DAA7E2-921A-2602-32B3-9592F8551C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19451" y="4580018"/>
                  <a:ext cx="41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99902B-29C9-CAE5-5888-1FE1A9F52B6E}"/>
                    </a:ext>
                  </a:extLst>
                </p14:cNvPr>
                <p14:cNvContentPartPr/>
                <p14:nvPr/>
              </p14:nvContentPartPr>
              <p14:xfrm>
                <a:off x="3166691" y="4612058"/>
                <a:ext cx="46800" cy="20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99902B-29C9-CAE5-5888-1FE1A9F52B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49051" y="4594418"/>
                  <a:ext cx="82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372800-E30D-0D03-BEC0-29CCD27E9D41}"/>
                    </a:ext>
                  </a:extLst>
                </p14:cNvPr>
                <p14:cNvContentPartPr/>
                <p14:nvPr/>
              </p14:nvContentPartPr>
              <p14:xfrm>
                <a:off x="3150851" y="4724018"/>
                <a:ext cx="82800" cy="2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372800-E30D-0D03-BEC0-29CCD27E9D4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32851" y="4706018"/>
                  <a:ext cx="118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72F277-7914-A814-CC17-CB2349B8E09C}"/>
                    </a:ext>
                  </a:extLst>
                </p14:cNvPr>
                <p14:cNvContentPartPr/>
                <p14:nvPr/>
              </p14:nvContentPartPr>
              <p14:xfrm>
                <a:off x="3367211" y="4727258"/>
                <a:ext cx="125280" cy="248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72F277-7914-A814-CC17-CB2349B8E0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49571" y="4709618"/>
                  <a:ext cx="160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F9F7543-CDF7-F36D-DC79-B0ADAB528E0A}"/>
                    </a:ext>
                  </a:extLst>
                </p14:cNvPr>
                <p14:cNvContentPartPr/>
                <p14:nvPr/>
              </p14:nvContentPartPr>
              <p14:xfrm>
                <a:off x="3802811" y="4734458"/>
                <a:ext cx="137880" cy="1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F9F7543-CDF7-F36D-DC79-B0ADAB528E0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84811" y="4716458"/>
                  <a:ext cx="173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12D4F9-2175-28C5-CD82-84603FDD2D8E}"/>
                    </a:ext>
                  </a:extLst>
                </p14:cNvPr>
                <p14:cNvContentPartPr/>
                <p14:nvPr/>
              </p14:nvContentPartPr>
              <p14:xfrm>
                <a:off x="2230331" y="5243858"/>
                <a:ext cx="18000" cy="165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12D4F9-2175-28C5-CD82-84603FDD2D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12691" y="5225858"/>
                  <a:ext cx="53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8FA45DC-E6A5-A506-692E-A57EEC61C42A}"/>
                    </a:ext>
                  </a:extLst>
                </p14:cNvPr>
                <p14:cNvContentPartPr/>
                <p14:nvPr/>
              </p14:nvContentPartPr>
              <p14:xfrm>
                <a:off x="2236451" y="5204618"/>
                <a:ext cx="283680" cy="145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8FA45DC-E6A5-A506-692E-A57EEC61C4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18811" y="5186618"/>
                  <a:ext cx="319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7A498F-961D-2043-166A-A3FA2085C038}"/>
                    </a:ext>
                  </a:extLst>
                </p14:cNvPr>
                <p14:cNvContentPartPr/>
                <p14:nvPr/>
              </p14:nvContentPartPr>
              <p14:xfrm>
                <a:off x="2586731" y="5270138"/>
                <a:ext cx="16920" cy="65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7A498F-961D-2043-166A-A3FA2085C0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68731" y="5252138"/>
                  <a:ext cx="525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D075A1-FC42-6CFF-08ED-6ABEA0C530F2}"/>
                    </a:ext>
                  </a:extLst>
                </p14:cNvPr>
                <p14:cNvContentPartPr/>
                <p14:nvPr/>
              </p14:nvContentPartPr>
              <p14:xfrm>
                <a:off x="2564771" y="5174738"/>
                <a:ext cx="10800" cy="6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D075A1-FC42-6CFF-08ED-6ABEA0C530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46771" y="5157098"/>
                  <a:ext cx="46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D50F4A6-A027-2E75-C85C-DCA166DB30D9}"/>
                    </a:ext>
                  </a:extLst>
                </p14:cNvPr>
                <p14:cNvContentPartPr/>
                <p14:nvPr/>
              </p14:nvContentPartPr>
              <p14:xfrm>
                <a:off x="2688971" y="5229098"/>
                <a:ext cx="112680" cy="92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D50F4A6-A027-2E75-C85C-DCA166DB30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71331" y="5211458"/>
                  <a:ext cx="1483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00FF70-C955-5D01-22C8-C28946145953}"/>
                    </a:ext>
                  </a:extLst>
                </p14:cNvPr>
                <p14:cNvContentPartPr/>
                <p14:nvPr/>
              </p14:nvContentPartPr>
              <p14:xfrm>
                <a:off x="2853131" y="5231258"/>
                <a:ext cx="72000" cy="79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00FF70-C955-5D01-22C8-C289461459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35131" y="5213258"/>
                  <a:ext cx="1076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0CF7189-0A8A-438A-15CA-F46D6DECBA12}"/>
                    </a:ext>
                  </a:extLst>
                </p14:cNvPr>
                <p14:cNvContentPartPr/>
                <p14:nvPr/>
              </p14:nvContentPartPr>
              <p14:xfrm>
                <a:off x="3002531" y="5236658"/>
                <a:ext cx="48960" cy="61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0CF7189-0A8A-438A-15CA-F46D6DECBA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84531" y="5219018"/>
                  <a:ext cx="84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8B869B-43EE-4BA0-8135-2B4483400570}"/>
                    </a:ext>
                  </a:extLst>
                </p14:cNvPr>
                <p14:cNvContentPartPr/>
                <p14:nvPr/>
              </p14:nvContentPartPr>
              <p14:xfrm>
                <a:off x="3153011" y="5215418"/>
                <a:ext cx="12960" cy="78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8B869B-43EE-4BA0-8135-2B44834005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35371" y="5197418"/>
                  <a:ext cx="48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8043C51-E252-0AE9-15B8-67AB605A547F}"/>
                    </a:ext>
                  </a:extLst>
                </p14:cNvPr>
                <p14:cNvContentPartPr/>
                <p14:nvPr/>
              </p14:nvContentPartPr>
              <p14:xfrm>
                <a:off x="3160571" y="5107778"/>
                <a:ext cx="9720" cy="66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8043C51-E252-0AE9-15B8-67AB605A54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42931" y="5090138"/>
                  <a:ext cx="45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B799D8A-DA36-C10A-2028-614A0C33B3E9}"/>
                    </a:ext>
                  </a:extLst>
                </p14:cNvPr>
                <p14:cNvContentPartPr/>
                <p14:nvPr/>
              </p14:nvContentPartPr>
              <p14:xfrm>
                <a:off x="3312491" y="5129738"/>
                <a:ext cx="45720" cy="136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B799D8A-DA36-C10A-2028-614A0C33B3E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94851" y="5111738"/>
                  <a:ext cx="81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5B3F698-90F5-05EC-CAE7-066EE4EE4130}"/>
                    </a:ext>
                  </a:extLst>
                </p14:cNvPr>
                <p14:cNvContentPartPr/>
                <p14:nvPr/>
              </p14:nvContentPartPr>
              <p14:xfrm>
                <a:off x="3289451" y="5188058"/>
                <a:ext cx="148680" cy="28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5B3F698-90F5-05EC-CAE7-066EE4EE41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71811" y="5170058"/>
                  <a:ext cx="184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1AF939F-7C04-6342-8444-0E8B69C7F246}"/>
                    </a:ext>
                  </a:extLst>
                </p14:cNvPr>
                <p14:cNvContentPartPr/>
                <p14:nvPr/>
              </p14:nvContentPartPr>
              <p14:xfrm>
                <a:off x="3462251" y="5152058"/>
                <a:ext cx="108720" cy="206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1AF939F-7C04-6342-8444-0E8B69C7F24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44251" y="5134058"/>
                  <a:ext cx="144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0E3E01C-B757-B498-3E23-4F3D88152742}"/>
                    </a:ext>
                  </a:extLst>
                </p14:cNvPr>
                <p14:cNvContentPartPr/>
                <p14:nvPr/>
              </p14:nvContentPartPr>
              <p14:xfrm>
                <a:off x="3862571" y="5132618"/>
                <a:ext cx="162000" cy="29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0E3E01C-B757-B498-3E23-4F3D881527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44571" y="5114618"/>
                  <a:ext cx="197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2B0F85-7748-1523-9844-800DC221A302}"/>
                    </a:ext>
                  </a:extLst>
                </p14:cNvPr>
                <p14:cNvContentPartPr/>
                <p14:nvPr/>
              </p14:nvContentPartPr>
              <p14:xfrm>
                <a:off x="3934931" y="5063138"/>
                <a:ext cx="35640" cy="163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2B0F85-7748-1523-9844-800DC221A3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17291" y="5045498"/>
                  <a:ext cx="712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7338EA9-33AD-9C4C-66DD-756E3AD07F3C}"/>
              </a:ext>
            </a:extLst>
          </p:cNvPr>
          <p:cNvGrpSpPr/>
          <p:nvPr/>
        </p:nvGrpSpPr>
        <p:grpSpPr>
          <a:xfrm>
            <a:off x="2322491" y="1639178"/>
            <a:ext cx="1186920" cy="705960"/>
            <a:chOff x="2322491" y="1639178"/>
            <a:chExt cx="1186920" cy="7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482E616-19A9-015A-D484-52B810E6F92B}"/>
                    </a:ext>
                  </a:extLst>
                </p14:cNvPr>
                <p14:cNvContentPartPr/>
                <p14:nvPr/>
              </p14:nvContentPartPr>
              <p14:xfrm>
                <a:off x="2346251" y="2150378"/>
                <a:ext cx="21240" cy="19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482E616-19A9-015A-D484-52B810E6F9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28251" y="2132378"/>
                  <a:ext cx="56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4CD51B-10FC-91BF-9713-9D5DAAE2DC38}"/>
                    </a:ext>
                  </a:extLst>
                </p14:cNvPr>
                <p14:cNvContentPartPr/>
                <p14:nvPr/>
              </p14:nvContentPartPr>
              <p14:xfrm>
                <a:off x="2322491" y="2067938"/>
                <a:ext cx="1100160" cy="158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4CD51B-10FC-91BF-9713-9D5DAAE2DC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04491" y="2049938"/>
                  <a:ext cx="1135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44BAD2-3168-35B5-ACC6-C6ED1881E73F}"/>
                    </a:ext>
                  </a:extLst>
                </p14:cNvPr>
                <p14:cNvContentPartPr/>
                <p14:nvPr/>
              </p14:nvContentPartPr>
              <p14:xfrm>
                <a:off x="2335451" y="1704338"/>
                <a:ext cx="36720" cy="387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44BAD2-3168-35B5-ACC6-C6ED1881E7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17811" y="1686338"/>
                  <a:ext cx="723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43C36A-8663-D51C-8264-8273BB21A2E5}"/>
                    </a:ext>
                  </a:extLst>
                </p14:cNvPr>
                <p14:cNvContentPartPr/>
                <p14:nvPr/>
              </p14:nvContentPartPr>
              <p14:xfrm>
                <a:off x="2339771" y="1639178"/>
                <a:ext cx="1169640" cy="10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43C36A-8663-D51C-8264-8273BB21A2E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22131" y="1621178"/>
                  <a:ext cx="1205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E51334-F424-841A-FFAE-35F9834F63A3}"/>
                    </a:ext>
                  </a:extLst>
                </p14:cNvPr>
                <p14:cNvContentPartPr/>
                <p14:nvPr/>
              </p14:nvContentPartPr>
              <p14:xfrm>
                <a:off x="3415091" y="1686338"/>
                <a:ext cx="41760" cy="347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E51334-F424-841A-FFAE-35F9834F63A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97091" y="1668338"/>
                  <a:ext cx="774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45C591-3DFD-50B3-CBA9-2256946D617D}"/>
                    </a:ext>
                  </a:extLst>
                </p14:cNvPr>
                <p14:cNvContentPartPr/>
                <p14:nvPr/>
              </p14:nvContentPartPr>
              <p14:xfrm>
                <a:off x="2658011" y="1746098"/>
                <a:ext cx="196920" cy="195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45C591-3DFD-50B3-CBA9-2256946D61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40371" y="1728098"/>
                  <a:ext cx="232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17276D-0EB1-6CEA-CF58-1D875978EA08}"/>
                    </a:ext>
                  </a:extLst>
                </p14:cNvPr>
                <p14:cNvContentPartPr/>
                <p14:nvPr/>
              </p14:nvContentPartPr>
              <p14:xfrm>
                <a:off x="2916491" y="1820258"/>
                <a:ext cx="168840" cy="103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17276D-0EB1-6CEA-CF58-1D875978EA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98851" y="1802618"/>
                  <a:ext cx="204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432C746-BE87-5888-1583-955D60AD6346}"/>
                    </a:ext>
                  </a:extLst>
                </p14:cNvPr>
                <p14:cNvContentPartPr/>
                <p14:nvPr/>
              </p14:nvContentPartPr>
              <p14:xfrm>
                <a:off x="3179291" y="1840418"/>
                <a:ext cx="14400" cy="6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432C746-BE87-5888-1583-955D60AD634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61651" y="1822778"/>
                  <a:ext cx="50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8C0ADE-D656-ACAA-F36A-F1659D8B0CAA}"/>
                    </a:ext>
                  </a:extLst>
                </p14:cNvPr>
                <p14:cNvContentPartPr/>
                <p14:nvPr/>
              </p14:nvContentPartPr>
              <p14:xfrm>
                <a:off x="3135371" y="1721978"/>
                <a:ext cx="61920" cy="211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8C0ADE-D656-ACAA-F36A-F1659D8B0CA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17371" y="1703978"/>
                  <a:ext cx="97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34F87FF-ED5A-493F-BFF8-EFC9B86CEC35}"/>
                    </a:ext>
                  </a:extLst>
                </p14:cNvPr>
                <p14:cNvContentPartPr/>
                <p14:nvPr/>
              </p14:nvContentPartPr>
              <p14:xfrm>
                <a:off x="3108011" y="1797938"/>
                <a:ext cx="174960" cy="106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34F87FF-ED5A-493F-BFF8-EFC9B86CEC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90011" y="1780298"/>
                  <a:ext cx="210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4BE5CE-C0E4-0D62-756F-7EE5ED35FCE1}"/>
                    </a:ext>
                  </a:extLst>
                </p14:cNvPr>
                <p14:cNvContentPartPr/>
                <p14:nvPr/>
              </p14:nvContentPartPr>
              <p14:xfrm>
                <a:off x="3250571" y="1754018"/>
                <a:ext cx="104400" cy="143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4BE5CE-C0E4-0D62-756F-7EE5ED35FC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32571" y="1736018"/>
                  <a:ext cx="140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B566F39-9ED8-6E78-D0AD-207F1577C19F}"/>
                    </a:ext>
                  </a:extLst>
                </p14:cNvPr>
                <p14:cNvContentPartPr/>
                <p14:nvPr/>
              </p14:nvContentPartPr>
              <p14:xfrm>
                <a:off x="2755931" y="2116538"/>
                <a:ext cx="79560" cy="120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B566F39-9ED8-6E78-D0AD-207F1577C1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38291" y="2098898"/>
                  <a:ext cx="115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68F0AF9-BC2A-B937-6172-6DAC342CBE89}"/>
                    </a:ext>
                  </a:extLst>
                </p14:cNvPr>
                <p14:cNvContentPartPr/>
                <p14:nvPr/>
              </p14:nvContentPartPr>
              <p14:xfrm>
                <a:off x="2897771" y="2148938"/>
                <a:ext cx="90720" cy="38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68F0AF9-BC2A-B937-6172-6DAC342CBE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80131" y="2130938"/>
                  <a:ext cx="126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F574FE-0F11-C920-987F-6DEF58CD4A75}"/>
                    </a:ext>
                  </a:extLst>
                </p14:cNvPr>
                <p14:cNvContentPartPr/>
                <p14:nvPr/>
              </p14:nvContentPartPr>
              <p14:xfrm>
                <a:off x="2963651" y="2139938"/>
                <a:ext cx="48960" cy="91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F574FE-0F11-C920-987F-6DEF58CD4A7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46011" y="2121938"/>
                  <a:ext cx="84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4A4D8B-DF59-2E9C-306E-4FB122BF1BD4}"/>
                    </a:ext>
                  </a:extLst>
                </p14:cNvPr>
                <p14:cNvContentPartPr/>
                <p14:nvPr/>
              </p14:nvContentPartPr>
              <p14:xfrm>
                <a:off x="3083171" y="2166578"/>
                <a:ext cx="6840" cy="68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4A4D8B-DF59-2E9C-306E-4FB122BF1BD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65531" y="2148938"/>
                  <a:ext cx="42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AD9086-F7C7-9C00-6A38-5D2F7CBBE68F}"/>
                    </a:ext>
                  </a:extLst>
                </p14:cNvPr>
                <p14:cNvContentPartPr/>
                <p14:nvPr/>
              </p14:nvContentPartPr>
              <p14:xfrm>
                <a:off x="3086771" y="2097098"/>
                <a:ext cx="10800" cy="13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AD9086-F7C7-9C00-6A38-5D2F7CBBE6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69131" y="2079098"/>
                  <a:ext cx="46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51C402-5BB0-CB29-DEC5-7C9A3096F1EC}"/>
                    </a:ext>
                  </a:extLst>
                </p14:cNvPr>
                <p14:cNvContentPartPr/>
                <p14:nvPr/>
              </p14:nvContentPartPr>
              <p14:xfrm>
                <a:off x="3145811" y="2071538"/>
                <a:ext cx="126000" cy="204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51C402-5BB0-CB29-DEC5-7C9A3096F1E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27811" y="2053538"/>
                  <a:ext cx="161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BA08E1-AA0E-F12F-FD77-2B19A1BB9727}"/>
                    </a:ext>
                  </a:extLst>
                </p14:cNvPr>
                <p14:cNvContentPartPr/>
                <p14:nvPr/>
              </p14:nvContentPartPr>
              <p14:xfrm>
                <a:off x="3295931" y="2110058"/>
                <a:ext cx="90360" cy="9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BA08E1-AA0E-F12F-FD77-2B19A1BB972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78291" y="2092418"/>
                  <a:ext cx="12600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FC579C1-854D-91C9-7536-4B1BD83B4644}"/>
              </a:ext>
            </a:extLst>
          </p:cNvPr>
          <p:cNvGrpSpPr/>
          <p:nvPr/>
        </p:nvGrpSpPr>
        <p:grpSpPr>
          <a:xfrm>
            <a:off x="6926531" y="1518938"/>
            <a:ext cx="3263760" cy="2723040"/>
            <a:chOff x="6926531" y="1518938"/>
            <a:chExt cx="3263760" cy="272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5F6C98-7896-2B1E-C166-9D3C77D48B62}"/>
                    </a:ext>
                  </a:extLst>
                </p14:cNvPr>
                <p14:cNvContentPartPr/>
                <p14:nvPr/>
              </p14:nvContentPartPr>
              <p14:xfrm>
                <a:off x="7143971" y="1983338"/>
                <a:ext cx="2778840" cy="161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5F6C98-7896-2B1E-C166-9D3C77D48B6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126331" y="1965698"/>
                  <a:ext cx="2814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419A23-BCB1-13BF-103B-D42C5C497D93}"/>
                    </a:ext>
                  </a:extLst>
                </p14:cNvPr>
                <p14:cNvContentPartPr/>
                <p14:nvPr/>
              </p14:nvContentPartPr>
              <p14:xfrm>
                <a:off x="7002851" y="1973978"/>
                <a:ext cx="3187440" cy="2268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419A23-BCB1-13BF-103B-D42C5C497D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984851" y="1955978"/>
                  <a:ext cx="3223080" cy="23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2F5B04-23AB-1880-05FC-C213A191DC28}"/>
                    </a:ext>
                  </a:extLst>
                </p14:cNvPr>
                <p14:cNvContentPartPr/>
                <p14:nvPr/>
              </p14:nvContentPartPr>
              <p14:xfrm>
                <a:off x="6926531" y="2239298"/>
                <a:ext cx="207360" cy="1935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2F5B04-23AB-1880-05FC-C213A191DC2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08891" y="2221298"/>
                  <a:ext cx="243000" cy="19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9946A83-E515-AB46-2E76-E6FC63F028AF}"/>
                    </a:ext>
                  </a:extLst>
                </p14:cNvPr>
                <p14:cNvContentPartPr/>
                <p14:nvPr/>
              </p14:nvContentPartPr>
              <p14:xfrm>
                <a:off x="7110131" y="2139218"/>
                <a:ext cx="656280" cy="846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9946A83-E515-AB46-2E76-E6FC63F028A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92131" y="2121578"/>
                  <a:ext cx="6919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C8827B-E2AF-F407-5A93-A5464C4DD167}"/>
                    </a:ext>
                  </a:extLst>
                </p14:cNvPr>
                <p14:cNvContentPartPr/>
                <p14:nvPr/>
              </p14:nvContentPartPr>
              <p14:xfrm>
                <a:off x="8941451" y="2022938"/>
                <a:ext cx="1001520" cy="782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C8827B-E2AF-F407-5A93-A5464C4DD16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23811" y="2005298"/>
                  <a:ext cx="103716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71B0C3D-85A3-0805-36EC-91826D8A6143}"/>
                    </a:ext>
                  </a:extLst>
                </p14:cNvPr>
                <p14:cNvContentPartPr/>
                <p14:nvPr/>
              </p14:nvContentPartPr>
              <p14:xfrm>
                <a:off x="7242251" y="2292578"/>
                <a:ext cx="139320" cy="263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71B0C3D-85A3-0805-36EC-91826D8A61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24251" y="2274938"/>
                  <a:ext cx="1749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8AF9A66-6874-3473-6601-D96F2CFEC5DD}"/>
                    </a:ext>
                  </a:extLst>
                </p14:cNvPr>
                <p14:cNvContentPartPr/>
                <p14:nvPr/>
              </p14:nvContentPartPr>
              <p14:xfrm>
                <a:off x="9305771" y="2240738"/>
                <a:ext cx="62640" cy="225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8AF9A66-6874-3473-6601-D96F2CFEC5D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87771" y="2222738"/>
                  <a:ext cx="98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E7D99A-0A1A-15A6-F4B0-7E3DCB70346B}"/>
                    </a:ext>
                  </a:extLst>
                </p14:cNvPr>
                <p14:cNvContentPartPr/>
                <p14:nvPr/>
              </p14:nvContentPartPr>
              <p14:xfrm>
                <a:off x="9382091" y="2206538"/>
                <a:ext cx="149400" cy="235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E7D99A-0A1A-15A6-F4B0-7E3DCB70346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64091" y="2188538"/>
                  <a:ext cx="185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F2D214F-41AE-0C7C-A683-A09E61C62B5D}"/>
                    </a:ext>
                  </a:extLst>
                </p14:cNvPr>
                <p14:cNvContentPartPr/>
                <p14:nvPr/>
              </p14:nvContentPartPr>
              <p14:xfrm>
                <a:off x="7896731" y="3785858"/>
                <a:ext cx="72360" cy="286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F2D214F-41AE-0C7C-A683-A09E61C62B5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78731" y="3768218"/>
                  <a:ext cx="108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8CA0AF3-049D-5E70-35CA-32AF4A4F0355}"/>
                    </a:ext>
                  </a:extLst>
                </p14:cNvPr>
                <p14:cNvContentPartPr/>
                <p14:nvPr/>
              </p14:nvContentPartPr>
              <p14:xfrm>
                <a:off x="7869731" y="3740858"/>
                <a:ext cx="176400" cy="187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8CA0AF3-049D-5E70-35CA-32AF4A4F03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52091" y="3723218"/>
                  <a:ext cx="212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DAD4C2C-D0A9-47A3-F5A6-D405AEBA3EF6}"/>
                    </a:ext>
                  </a:extLst>
                </p14:cNvPr>
                <p14:cNvContentPartPr/>
                <p14:nvPr/>
              </p14:nvContentPartPr>
              <p14:xfrm>
                <a:off x="8081411" y="3920858"/>
                <a:ext cx="106200" cy="23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DAD4C2C-D0A9-47A3-F5A6-D405AEBA3E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63411" y="3902858"/>
                  <a:ext cx="141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54AE31-F1B7-FC5C-786E-8B2578E442E7}"/>
                    </a:ext>
                  </a:extLst>
                </p14:cNvPr>
                <p14:cNvContentPartPr/>
                <p14:nvPr/>
              </p14:nvContentPartPr>
              <p14:xfrm>
                <a:off x="8353571" y="3739058"/>
                <a:ext cx="62280" cy="321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54AE31-F1B7-FC5C-786E-8B2578E442E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35931" y="3721418"/>
                  <a:ext cx="979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F818C2-BB71-DB6D-AFA2-C73364B81EB2}"/>
                    </a:ext>
                  </a:extLst>
                </p14:cNvPr>
                <p14:cNvContentPartPr/>
                <p14:nvPr/>
              </p14:nvContentPartPr>
              <p14:xfrm>
                <a:off x="8344931" y="3908258"/>
                <a:ext cx="202320" cy="159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F818C2-BB71-DB6D-AFA2-C73364B81EB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26931" y="3890258"/>
                  <a:ext cx="237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171CFBF-8016-AD35-8ACE-F80B6D29771A}"/>
                    </a:ext>
                  </a:extLst>
                </p14:cNvPr>
                <p14:cNvContentPartPr/>
                <p14:nvPr/>
              </p14:nvContentPartPr>
              <p14:xfrm>
                <a:off x="8624651" y="3925898"/>
                <a:ext cx="82080" cy="123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171CFBF-8016-AD35-8ACE-F80B6D29771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06651" y="3907898"/>
                  <a:ext cx="117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77275F6-1D7B-DDC8-BC13-0FAA0315A703}"/>
                    </a:ext>
                  </a:extLst>
                </p14:cNvPr>
                <p14:cNvContentPartPr/>
                <p14:nvPr/>
              </p14:nvContentPartPr>
              <p14:xfrm>
                <a:off x="8825891" y="3786218"/>
                <a:ext cx="112320" cy="250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77275F6-1D7B-DDC8-BC13-0FAA0315A70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08251" y="3768218"/>
                  <a:ext cx="147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4126EDD-ED3F-B94B-AA38-AF4AD856C0BC}"/>
                    </a:ext>
                  </a:extLst>
                </p14:cNvPr>
                <p14:cNvContentPartPr/>
                <p14:nvPr/>
              </p14:nvContentPartPr>
              <p14:xfrm>
                <a:off x="9025331" y="3914738"/>
                <a:ext cx="128880" cy="21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4126EDD-ED3F-B94B-AA38-AF4AD856C0B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007331" y="3897098"/>
                  <a:ext cx="164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F1E56FA-CAB3-B65C-485B-41A42D2B56E7}"/>
                    </a:ext>
                  </a:extLst>
                </p14:cNvPr>
                <p14:cNvContentPartPr/>
                <p14:nvPr/>
              </p14:nvContentPartPr>
              <p14:xfrm>
                <a:off x="7734011" y="1953098"/>
                <a:ext cx="28440" cy="156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F1E56FA-CAB3-B65C-485B-41A42D2B56E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16371" y="1935098"/>
                  <a:ext cx="64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B7F12D1-0018-4088-E43C-BF88B9739DE3}"/>
                    </a:ext>
                  </a:extLst>
                </p14:cNvPr>
                <p14:cNvContentPartPr/>
                <p14:nvPr/>
              </p14:nvContentPartPr>
              <p14:xfrm>
                <a:off x="7753811" y="1876778"/>
                <a:ext cx="1164600" cy="78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B7F12D1-0018-4088-E43C-BF88B9739DE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735811" y="1859138"/>
                  <a:ext cx="1200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6246A0B-3EB0-FDDC-BFBC-4A3E6FC86D67}"/>
                    </a:ext>
                  </a:extLst>
                </p14:cNvPr>
                <p14:cNvContentPartPr/>
                <p14:nvPr/>
              </p14:nvContentPartPr>
              <p14:xfrm>
                <a:off x="8866931" y="1886858"/>
                <a:ext cx="55800" cy="125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6246A0B-3EB0-FDDC-BFBC-4A3E6FC86D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49291" y="1868858"/>
                  <a:ext cx="91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0B033F5-AFF8-14F4-4B66-1D31DF20E9B7}"/>
                    </a:ext>
                  </a:extLst>
                </p14:cNvPr>
                <p14:cNvContentPartPr/>
                <p14:nvPr/>
              </p14:nvContentPartPr>
              <p14:xfrm>
                <a:off x="7730771" y="1737098"/>
                <a:ext cx="19440" cy="185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0B033F5-AFF8-14F4-4B66-1D31DF20E9B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13131" y="1719458"/>
                  <a:ext cx="55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DA5CB9A-F206-73C2-F8E2-231869E2A2BF}"/>
                    </a:ext>
                  </a:extLst>
                </p14:cNvPr>
                <p14:cNvContentPartPr/>
                <p14:nvPr/>
              </p14:nvContentPartPr>
              <p14:xfrm>
                <a:off x="7710611" y="1559618"/>
                <a:ext cx="31320" cy="211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DA5CB9A-F206-73C2-F8E2-231869E2A2B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92971" y="1541978"/>
                  <a:ext cx="66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B866D2-B7F8-CE26-A5DC-962B3562AE9B}"/>
                    </a:ext>
                  </a:extLst>
                </p14:cNvPr>
                <p14:cNvContentPartPr/>
                <p14:nvPr/>
              </p14:nvContentPartPr>
              <p14:xfrm>
                <a:off x="7718891" y="1522538"/>
                <a:ext cx="1091520" cy="58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B866D2-B7F8-CE26-A5DC-962B3562AE9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00891" y="1504538"/>
                  <a:ext cx="1127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53B5309-D8C9-17FD-E538-AA9996C413F8}"/>
                    </a:ext>
                  </a:extLst>
                </p14:cNvPr>
                <p14:cNvContentPartPr/>
                <p14:nvPr/>
              </p14:nvContentPartPr>
              <p14:xfrm>
                <a:off x="8826971" y="1518938"/>
                <a:ext cx="91800" cy="280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53B5309-D8C9-17FD-E538-AA9996C413F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08971" y="1501298"/>
                  <a:ext cx="1274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93FCCA9-2A29-FDD1-16DF-4C89C2A18720}"/>
                    </a:ext>
                  </a:extLst>
                </p14:cNvPr>
                <p14:cNvContentPartPr/>
                <p14:nvPr/>
              </p14:nvContentPartPr>
              <p14:xfrm>
                <a:off x="8021291" y="1684898"/>
                <a:ext cx="234720" cy="148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93FCCA9-2A29-FDD1-16DF-4C89C2A1872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03291" y="1666898"/>
                  <a:ext cx="270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933682-1C2E-DDB1-4010-E9712047BC4D}"/>
                    </a:ext>
                  </a:extLst>
                </p14:cNvPr>
                <p14:cNvContentPartPr/>
                <p14:nvPr/>
              </p14:nvContentPartPr>
              <p14:xfrm>
                <a:off x="8313251" y="1732058"/>
                <a:ext cx="107640" cy="70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933682-1C2E-DDB1-4010-E9712047BC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295251" y="1714058"/>
                  <a:ext cx="143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F7E39B0-8084-7344-4390-2C751A632FFC}"/>
                    </a:ext>
                  </a:extLst>
                </p14:cNvPr>
                <p14:cNvContentPartPr/>
                <p14:nvPr/>
              </p14:nvContentPartPr>
              <p14:xfrm>
                <a:off x="8463371" y="1649618"/>
                <a:ext cx="52920" cy="149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F7E39B0-8084-7344-4390-2C751A632FF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45371" y="1631978"/>
                  <a:ext cx="88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7E06D22-4188-F20A-9405-9C5ABAD0C6CF}"/>
                    </a:ext>
                  </a:extLst>
                </p14:cNvPr>
                <p14:cNvContentPartPr/>
                <p14:nvPr/>
              </p14:nvContentPartPr>
              <p14:xfrm>
                <a:off x="8454371" y="1693178"/>
                <a:ext cx="102240" cy="48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7E06D22-4188-F20A-9405-9C5ABAD0C6C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36731" y="1675538"/>
                  <a:ext cx="1378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A3E089-A0BA-5C66-C3E5-15D0ABB2E341}"/>
                    </a:ext>
                  </a:extLst>
                </p14:cNvPr>
                <p14:cNvContentPartPr/>
                <p14:nvPr/>
              </p14:nvContentPartPr>
              <p14:xfrm>
                <a:off x="8595131" y="1646738"/>
                <a:ext cx="79920" cy="120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A3E089-A0BA-5C66-C3E5-15D0ABB2E3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577491" y="1628738"/>
                  <a:ext cx="1155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6C9C171-53F4-BEBD-1D66-F8029C817089}"/>
              </a:ext>
            </a:extLst>
          </p:cNvPr>
          <p:cNvGrpSpPr/>
          <p:nvPr/>
        </p:nvGrpSpPr>
        <p:grpSpPr>
          <a:xfrm>
            <a:off x="7721411" y="4454378"/>
            <a:ext cx="1823400" cy="482760"/>
            <a:chOff x="7721411" y="4454378"/>
            <a:chExt cx="182340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BCA589-6D2B-D70D-B3EC-B318D502BED2}"/>
                    </a:ext>
                  </a:extLst>
                </p14:cNvPr>
                <p14:cNvContentPartPr/>
                <p14:nvPr/>
              </p14:nvContentPartPr>
              <p14:xfrm>
                <a:off x="7733291" y="4596218"/>
                <a:ext cx="18000" cy="210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BCA589-6D2B-D70D-B3EC-B318D502BED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15651" y="4578578"/>
                  <a:ext cx="5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9477959-702A-AA6D-CDDF-B5CB420856D9}"/>
                    </a:ext>
                  </a:extLst>
                </p14:cNvPr>
                <p14:cNvContentPartPr/>
                <p14:nvPr/>
              </p14:nvContentPartPr>
              <p14:xfrm>
                <a:off x="7721411" y="4552658"/>
                <a:ext cx="313200" cy="159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9477959-702A-AA6D-CDDF-B5CB420856D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03771" y="4534658"/>
                  <a:ext cx="348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77285A3-0809-3A76-3029-0A36CD042FFA}"/>
                    </a:ext>
                  </a:extLst>
                </p14:cNvPr>
                <p14:cNvContentPartPr/>
                <p14:nvPr/>
              </p14:nvContentPartPr>
              <p14:xfrm>
                <a:off x="8076371" y="4650938"/>
                <a:ext cx="71280" cy="129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77285A3-0809-3A76-3029-0A36CD042F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58371" y="4632938"/>
                  <a:ext cx="106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38435DB-E33D-F086-8532-3EF70237CBAE}"/>
                    </a:ext>
                  </a:extLst>
                </p14:cNvPr>
                <p14:cNvContentPartPr/>
                <p14:nvPr/>
              </p14:nvContentPartPr>
              <p14:xfrm>
                <a:off x="8165651" y="4684058"/>
                <a:ext cx="62640" cy="128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38435DB-E33D-F086-8532-3EF70237CBA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48011" y="4666058"/>
                  <a:ext cx="98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5D3F2E1-5EC2-84BD-0108-E166FE4BD9E6}"/>
                    </a:ext>
                  </a:extLst>
                </p14:cNvPr>
                <p14:cNvContentPartPr/>
                <p14:nvPr/>
              </p14:nvContentPartPr>
              <p14:xfrm>
                <a:off x="8257451" y="4687658"/>
                <a:ext cx="69120" cy="249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5D3F2E1-5EC2-84BD-0108-E166FE4BD9E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39811" y="4670018"/>
                  <a:ext cx="104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1F51024-9A77-4E7F-6E7B-01F019B705A2}"/>
                    </a:ext>
                  </a:extLst>
                </p14:cNvPr>
                <p14:cNvContentPartPr/>
                <p14:nvPr/>
              </p14:nvContentPartPr>
              <p14:xfrm>
                <a:off x="8267531" y="4566698"/>
                <a:ext cx="22680" cy="40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1F51024-9A77-4E7F-6E7B-01F019B705A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49891" y="4549058"/>
                  <a:ext cx="58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1EFEEE-8DC0-DFA7-BEAF-DC533AC68B44}"/>
                    </a:ext>
                  </a:extLst>
                </p14:cNvPr>
                <p14:cNvContentPartPr/>
                <p14:nvPr/>
              </p14:nvContentPartPr>
              <p14:xfrm>
                <a:off x="8466611" y="4685138"/>
                <a:ext cx="33120" cy="831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1EFEEE-8DC0-DFA7-BEAF-DC533AC68B4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48611" y="4667138"/>
                  <a:ext cx="68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C0F44C3-EE0C-056A-C16D-59A89F867ACB}"/>
                    </a:ext>
                  </a:extLst>
                </p14:cNvPr>
                <p14:cNvContentPartPr/>
                <p14:nvPr/>
              </p14:nvContentPartPr>
              <p14:xfrm>
                <a:off x="8580371" y="4682258"/>
                <a:ext cx="51120" cy="63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C0F44C3-EE0C-056A-C16D-59A89F867A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562731" y="4664618"/>
                  <a:ext cx="86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F38CE3-D014-CA7E-4723-134A48C2890C}"/>
                    </a:ext>
                  </a:extLst>
                </p14:cNvPr>
                <p14:cNvContentPartPr/>
                <p14:nvPr/>
              </p14:nvContentPartPr>
              <p14:xfrm>
                <a:off x="8716811" y="4641218"/>
                <a:ext cx="27000" cy="91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F38CE3-D014-CA7E-4723-134A48C2890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699171" y="4623218"/>
                  <a:ext cx="62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463245-C507-EBC9-A378-E3F34D4A6110}"/>
                    </a:ext>
                  </a:extLst>
                </p14:cNvPr>
                <p14:cNvContentPartPr/>
                <p14:nvPr/>
              </p14:nvContentPartPr>
              <p14:xfrm>
                <a:off x="8755331" y="4454378"/>
                <a:ext cx="29160" cy="91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463245-C507-EBC9-A378-E3F34D4A61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737331" y="4436378"/>
                  <a:ext cx="64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37EDCD1-F70B-CF85-72D2-28FB04EE9F8A}"/>
                    </a:ext>
                  </a:extLst>
                </p14:cNvPr>
                <p14:cNvContentPartPr/>
                <p14:nvPr/>
              </p14:nvContentPartPr>
              <p14:xfrm>
                <a:off x="8932091" y="4482458"/>
                <a:ext cx="14040" cy="244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37EDCD1-F70B-CF85-72D2-28FB04EE9F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14451" y="4464458"/>
                  <a:ext cx="49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3278ECB-07F2-4C5F-E539-4EAB87EEFC36}"/>
                    </a:ext>
                  </a:extLst>
                </p14:cNvPr>
                <p14:cNvContentPartPr/>
                <p14:nvPr/>
              </p14:nvContentPartPr>
              <p14:xfrm>
                <a:off x="8899331" y="4572098"/>
                <a:ext cx="314280" cy="313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3278ECB-07F2-4C5F-E539-4EAB87EEFC3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81331" y="4554458"/>
                  <a:ext cx="3499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2CE8DA0-6F09-78BB-AC6D-1CAC5232EF7E}"/>
                    </a:ext>
                  </a:extLst>
                </p14:cNvPr>
                <p14:cNvContentPartPr/>
                <p14:nvPr/>
              </p14:nvContentPartPr>
              <p14:xfrm>
                <a:off x="9364091" y="4622498"/>
                <a:ext cx="180720" cy="27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2CE8DA0-6F09-78BB-AC6D-1CAC5232EF7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46451" y="4604858"/>
                  <a:ext cx="216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BC2035E-89F4-3202-9AF4-E44D79134C0A}"/>
                    </a:ext>
                  </a:extLst>
                </p14:cNvPr>
                <p14:cNvContentPartPr/>
                <p14:nvPr/>
              </p14:nvContentPartPr>
              <p14:xfrm>
                <a:off x="9469571" y="4556978"/>
                <a:ext cx="33120" cy="177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BC2035E-89F4-3202-9AF4-E44D79134C0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51931" y="4539338"/>
                  <a:ext cx="687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B3DCBE5-859F-6D11-0E99-559AE43DC5DE}"/>
              </a:ext>
            </a:extLst>
          </p:cNvPr>
          <p:cNvGrpSpPr/>
          <p:nvPr/>
        </p:nvGrpSpPr>
        <p:grpSpPr>
          <a:xfrm>
            <a:off x="7818251" y="5044778"/>
            <a:ext cx="1724760" cy="396720"/>
            <a:chOff x="7818251" y="5044778"/>
            <a:chExt cx="172476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AEDF617-7AC0-5A79-11CC-F3B691CA3382}"/>
                    </a:ext>
                  </a:extLst>
                </p14:cNvPr>
                <p14:cNvContentPartPr/>
                <p14:nvPr/>
              </p14:nvContentPartPr>
              <p14:xfrm>
                <a:off x="7818251" y="5215418"/>
                <a:ext cx="10080" cy="190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AEDF617-7AC0-5A79-11CC-F3B691CA33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00611" y="5197778"/>
                  <a:ext cx="45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D28757E-86DC-B8F2-1A32-DD308C4717F5}"/>
                    </a:ext>
                  </a:extLst>
                </p14:cNvPr>
                <p14:cNvContentPartPr/>
                <p14:nvPr/>
              </p14:nvContentPartPr>
              <p14:xfrm>
                <a:off x="7830131" y="5212898"/>
                <a:ext cx="267480" cy="175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D28757E-86DC-B8F2-1A32-DD308C4717F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12131" y="5194898"/>
                  <a:ext cx="303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80CA7CF-D1E5-7630-6C93-1E41C1C060CA}"/>
                    </a:ext>
                  </a:extLst>
                </p14:cNvPr>
                <p14:cNvContentPartPr/>
                <p14:nvPr/>
              </p14:nvContentPartPr>
              <p14:xfrm>
                <a:off x="8180051" y="5301458"/>
                <a:ext cx="12960" cy="82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80CA7CF-D1E5-7630-6C93-1E41C1C060C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62051" y="5283818"/>
                  <a:ext cx="48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A849837-317A-3632-B3FD-46FF0B07EB30}"/>
                    </a:ext>
                  </a:extLst>
                </p14:cNvPr>
                <p14:cNvContentPartPr/>
                <p14:nvPr/>
              </p14:nvContentPartPr>
              <p14:xfrm>
                <a:off x="8162411" y="5144498"/>
                <a:ext cx="15840" cy="52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A849837-317A-3632-B3FD-46FF0B07EB3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44771" y="5126858"/>
                  <a:ext cx="51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45AA46A-FE79-70BF-CE1A-453C28B990ED}"/>
                    </a:ext>
                  </a:extLst>
                </p14:cNvPr>
                <p14:cNvContentPartPr/>
                <p14:nvPr/>
              </p14:nvContentPartPr>
              <p14:xfrm>
                <a:off x="8241971" y="5270138"/>
                <a:ext cx="189360" cy="111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45AA46A-FE79-70BF-CE1A-453C28B990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23971" y="5252498"/>
                  <a:ext cx="225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A906BDC-B4DF-9170-A957-590CC76A5523}"/>
                    </a:ext>
                  </a:extLst>
                </p14:cNvPr>
                <p14:cNvContentPartPr/>
                <p14:nvPr/>
              </p14:nvContentPartPr>
              <p14:xfrm>
                <a:off x="8523851" y="5244218"/>
                <a:ext cx="56880" cy="85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A906BDC-B4DF-9170-A957-590CC76A552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506211" y="5226578"/>
                  <a:ext cx="92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4F7C9CB-E8DE-4769-102A-4556B349BC44}"/>
                    </a:ext>
                  </a:extLst>
                </p14:cNvPr>
                <p14:cNvContentPartPr/>
                <p14:nvPr/>
              </p14:nvContentPartPr>
              <p14:xfrm>
                <a:off x="8637971" y="5217938"/>
                <a:ext cx="73440" cy="74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4F7C9CB-E8DE-4769-102A-4556B349BC4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19971" y="5200298"/>
                  <a:ext cx="109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AE5ABC-D200-ACF9-950B-7E2BD0D13886}"/>
                    </a:ext>
                  </a:extLst>
                </p14:cNvPr>
                <p14:cNvContentPartPr/>
                <p14:nvPr/>
              </p14:nvContentPartPr>
              <p14:xfrm>
                <a:off x="8866571" y="5186978"/>
                <a:ext cx="14040" cy="103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AE5ABC-D200-ACF9-950B-7E2BD0D1388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48571" y="5168978"/>
                  <a:ext cx="496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777C97E-01FD-0C5D-E87C-EDCBB85FAB98}"/>
                    </a:ext>
                  </a:extLst>
                </p14:cNvPr>
                <p14:cNvContentPartPr/>
                <p14:nvPr/>
              </p14:nvContentPartPr>
              <p14:xfrm>
                <a:off x="8853971" y="5044778"/>
                <a:ext cx="9720" cy="403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777C97E-01FD-0C5D-E87C-EDCBB85FAB9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35971" y="5027138"/>
                  <a:ext cx="45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A75DEB8-D63D-6756-0223-C8579382728C}"/>
                    </a:ext>
                  </a:extLst>
                </p14:cNvPr>
                <p14:cNvContentPartPr/>
                <p14:nvPr/>
              </p14:nvContentPartPr>
              <p14:xfrm>
                <a:off x="9059531" y="5110298"/>
                <a:ext cx="8640" cy="193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A75DEB8-D63D-6756-0223-C8579382728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41891" y="5092298"/>
                  <a:ext cx="44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DC2FF8-6AB2-A850-ADF7-F18BA5E16102}"/>
                    </a:ext>
                  </a:extLst>
                </p14:cNvPr>
                <p14:cNvContentPartPr/>
                <p14:nvPr/>
              </p14:nvContentPartPr>
              <p14:xfrm>
                <a:off x="9013091" y="5161058"/>
                <a:ext cx="254160" cy="280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DC2FF8-6AB2-A850-ADF7-F18BA5E1610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995451" y="5143418"/>
                  <a:ext cx="289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FBCC357-D481-850D-8AB9-0AC1A44039EA}"/>
                    </a:ext>
                  </a:extLst>
                </p14:cNvPr>
                <p14:cNvContentPartPr/>
                <p14:nvPr/>
              </p14:nvContentPartPr>
              <p14:xfrm>
                <a:off x="9467771" y="5229098"/>
                <a:ext cx="75240" cy="7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FBCC357-D481-850D-8AB9-0AC1A44039E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50131" y="5211098"/>
                  <a:ext cx="1108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3410A51-5D3C-2E35-4509-6D9C58E27A81}"/>
              </a:ext>
            </a:extLst>
          </p:cNvPr>
          <p:cNvGrpSpPr/>
          <p:nvPr/>
        </p:nvGrpSpPr>
        <p:grpSpPr>
          <a:xfrm>
            <a:off x="6733211" y="54818"/>
            <a:ext cx="2634840" cy="1279080"/>
            <a:chOff x="6733211" y="54818"/>
            <a:chExt cx="2634840" cy="12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7AFB851-5EAF-DAF2-BE01-9A7ABE016634}"/>
                    </a:ext>
                  </a:extLst>
                </p14:cNvPr>
                <p14:cNvContentPartPr/>
                <p14:nvPr/>
              </p14:nvContentPartPr>
              <p14:xfrm>
                <a:off x="7069451" y="682298"/>
                <a:ext cx="20160" cy="34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7AFB851-5EAF-DAF2-BE01-9A7ABE01663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51811" y="664298"/>
                  <a:ext cx="558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3DC1D5-0943-8927-2D59-C5CD8BD70BA2}"/>
                    </a:ext>
                  </a:extLst>
                </p14:cNvPr>
                <p14:cNvContentPartPr/>
                <p14:nvPr/>
              </p14:nvContentPartPr>
              <p14:xfrm>
                <a:off x="7096091" y="653858"/>
                <a:ext cx="135720" cy="218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3DC1D5-0943-8927-2D59-C5CD8BD70BA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78451" y="635858"/>
                  <a:ext cx="1713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0EA23F4-DADD-93F0-10E7-8EC851EAB04D}"/>
                    </a:ext>
                  </a:extLst>
                </p14:cNvPr>
                <p14:cNvContentPartPr/>
                <p14:nvPr/>
              </p14:nvContentPartPr>
              <p14:xfrm>
                <a:off x="7402091" y="789578"/>
                <a:ext cx="96840" cy="74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0EA23F4-DADD-93F0-10E7-8EC851EAB04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84451" y="771578"/>
                  <a:ext cx="13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06BCE2-5E0E-B6C0-FE7B-5712D54D4A0A}"/>
                    </a:ext>
                  </a:extLst>
                </p14:cNvPr>
                <p14:cNvContentPartPr/>
                <p14:nvPr/>
              </p14:nvContentPartPr>
              <p14:xfrm>
                <a:off x="7830491" y="671138"/>
                <a:ext cx="430200" cy="257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06BCE2-5E0E-B6C0-FE7B-5712D54D4A0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12851" y="653138"/>
                  <a:ext cx="465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E94992E-3144-FDBB-6EC1-9D76E9FF4EB5}"/>
                    </a:ext>
                  </a:extLst>
                </p14:cNvPr>
                <p14:cNvContentPartPr/>
                <p14:nvPr/>
              </p14:nvContentPartPr>
              <p14:xfrm>
                <a:off x="8271131" y="799298"/>
                <a:ext cx="135720" cy="106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E94992E-3144-FDBB-6EC1-9D76E9FF4EB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53131" y="781658"/>
                  <a:ext cx="171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7258D34-CE04-EDA3-CEF2-4615441DD2CF}"/>
                    </a:ext>
                  </a:extLst>
                </p14:cNvPr>
                <p14:cNvContentPartPr/>
                <p14:nvPr/>
              </p14:nvContentPartPr>
              <p14:xfrm>
                <a:off x="8493251" y="784538"/>
                <a:ext cx="133560" cy="131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7258D34-CE04-EDA3-CEF2-4615441DD2C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475611" y="766538"/>
                  <a:ext cx="169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68C8860-72A4-D28D-9D5B-2C84BE489FC0}"/>
                    </a:ext>
                  </a:extLst>
                </p14:cNvPr>
                <p14:cNvContentPartPr/>
                <p14:nvPr/>
              </p14:nvContentPartPr>
              <p14:xfrm>
                <a:off x="8676131" y="806138"/>
                <a:ext cx="238320" cy="118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68C8860-72A4-D28D-9D5B-2C84BE489FC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658491" y="788138"/>
                  <a:ext cx="273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1792E5-D508-F03C-F05B-09467902D696}"/>
                    </a:ext>
                  </a:extLst>
                </p14:cNvPr>
                <p14:cNvContentPartPr/>
                <p14:nvPr/>
              </p14:nvContentPartPr>
              <p14:xfrm>
                <a:off x="8880251" y="800738"/>
                <a:ext cx="54720" cy="59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1792E5-D508-F03C-F05B-09467902D69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62611" y="782738"/>
                  <a:ext cx="90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AC9609-43A1-CFC9-5C88-A4DAE6034D9F}"/>
                    </a:ext>
                  </a:extLst>
                </p14:cNvPr>
                <p14:cNvContentPartPr/>
                <p14:nvPr/>
              </p14:nvContentPartPr>
              <p14:xfrm>
                <a:off x="9060251" y="610658"/>
                <a:ext cx="19440" cy="337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AC9609-43A1-CFC9-5C88-A4DAE6034D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42611" y="593018"/>
                  <a:ext cx="55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AE3338D-F8DD-2EF5-444D-2BD61FFD17D9}"/>
                    </a:ext>
                  </a:extLst>
                </p14:cNvPr>
                <p14:cNvContentPartPr/>
                <p14:nvPr/>
              </p14:nvContentPartPr>
              <p14:xfrm>
                <a:off x="7325411" y="172898"/>
                <a:ext cx="18000" cy="276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AE3338D-F8DD-2EF5-444D-2BD61FFD17D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307411" y="155258"/>
                  <a:ext cx="53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3ECE7FF-F7BA-1C47-4BFC-D4C07A7B739F}"/>
                    </a:ext>
                  </a:extLst>
                </p14:cNvPr>
                <p14:cNvContentPartPr/>
                <p14:nvPr/>
              </p14:nvContentPartPr>
              <p14:xfrm>
                <a:off x="7301291" y="185138"/>
                <a:ext cx="279360" cy="1998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3ECE7FF-F7BA-1C47-4BFC-D4C07A7B73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83291" y="167498"/>
                  <a:ext cx="315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BD23FA9-1F81-896A-639C-E84080A85931}"/>
                    </a:ext>
                  </a:extLst>
                </p14:cNvPr>
                <p14:cNvContentPartPr/>
                <p14:nvPr/>
              </p14:nvContentPartPr>
              <p14:xfrm>
                <a:off x="7709531" y="213218"/>
                <a:ext cx="19800" cy="2102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BD23FA9-1F81-896A-639C-E84080A8593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91891" y="195218"/>
                  <a:ext cx="55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92897DC-A132-5AE6-33BE-20765A5730EA}"/>
                    </a:ext>
                  </a:extLst>
                </p14:cNvPr>
                <p14:cNvContentPartPr/>
                <p14:nvPr/>
              </p14:nvContentPartPr>
              <p14:xfrm>
                <a:off x="7695131" y="218618"/>
                <a:ext cx="278640" cy="159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92897DC-A132-5AE6-33BE-20765A5730E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77491" y="200978"/>
                  <a:ext cx="314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AAB8FED-C57F-1DB1-697A-EB1BD9F82D67}"/>
                    </a:ext>
                  </a:extLst>
                </p14:cNvPr>
                <p14:cNvContentPartPr/>
                <p14:nvPr/>
              </p14:nvContentPartPr>
              <p14:xfrm>
                <a:off x="8076011" y="248498"/>
                <a:ext cx="106560" cy="133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AAB8FED-C57F-1DB1-697A-EB1BD9F82D6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058371" y="230498"/>
                  <a:ext cx="142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5580246-E9D4-F0FB-2EA2-B1EED10B146D}"/>
                    </a:ext>
                  </a:extLst>
                </p14:cNvPr>
                <p14:cNvContentPartPr/>
                <p14:nvPr/>
              </p14:nvContentPartPr>
              <p14:xfrm>
                <a:off x="8285171" y="197738"/>
                <a:ext cx="148320" cy="247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5580246-E9D4-F0FB-2EA2-B1EED10B146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67171" y="180098"/>
                  <a:ext cx="183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61C7B99-331F-691B-3967-C9A963CE0F00}"/>
                    </a:ext>
                  </a:extLst>
                </p14:cNvPr>
                <p14:cNvContentPartPr/>
                <p14:nvPr/>
              </p14:nvContentPartPr>
              <p14:xfrm>
                <a:off x="6794051" y="97658"/>
                <a:ext cx="90360" cy="1013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61C7B99-331F-691B-3967-C9A963CE0F0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776051" y="79658"/>
                  <a:ext cx="12600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78D2C37-0EA3-B576-41A2-33E02D5C8556}"/>
                    </a:ext>
                  </a:extLst>
                </p14:cNvPr>
                <p14:cNvContentPartPr/>
                <p14:nvPr/>
              </p14:nvContentPartPr>
              <p14:xfrm>
                <a:off x="6733211" y="63098"/>
                <a:ext cx="2309400" cy="102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78D2C37-0EA3-B576-41A2-33E02D5C855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15571" y="45098"/>
                  <a:ext cx="2345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25A6F82-0132-CDF7-6386-5676BA7CB1A9}"/>
                    </a:ext>
                  </a:extLst>
                </p14:cNvPr>
                <p14:cNvContentPartPr/>
                <p14:nvPr/>
              </p14:nvContentPartPr>
              <p14:xfrm>
                <a:off x="6758771" y="54818"/>
                <a:ext cx="2609280" cy="1279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25A6F82-0132-CDF7-6386-5676BA7CB1A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741131" y="36818"/>
                  <a:ext cx="2644920" cy="13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8B99809-7F92-25AA-C42C-EC32C7B67CFC}"/>
                    </a:ext>
                  </a:extLst>
                </p14:cNvPr>
                <p14:cNvContentPartPr/>
                <p14:nvPr/>
              </p14:nvContentPartPr>
              <p14:xfrm>
                <a:off x="6733931" y="509498"/>
                <a:ext cx="2522160" cy="96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8B99809-7F92-25AA-C42C-EC32C7B67C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16291" y="491498"/>
                  <a:ext cx="255780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467535A-079B-3C28-4F83-5B153F170CC1}"/>
              </a:ext>
            </a:extLst>
          </p:cNvPr>
          <p:cNvGrpSpPr/>
          <p:nvPr/>
        </p:nvGrpSpPr>
        <p:grpSpPr>
          <a:xfrm>
            <a:off x="1717691" y="26018"/>
            <a:ext cx="2787480" cy="1306080"/>
            <a:chOff x="1717691" y="26018"/>
            <a:chExt cx="2787480" cy="13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F56632-0273-5670-BEEC-89C27BD18647}"/>
                    </a:ext>
                  </a:extLst>
                </p14:cNvPr>
                <p14:cNvContentPartPr/>
                <p14:nvPr/>
              </p14:nvContentPartPr>
              <p14:xfrm>
                <a:off x="2210531" y="174698"/>
                <a:ext cx="88920" cy="362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F56632-0273-5670-BEEC-89C27BD1864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192531" y="157058"/>
                  <a:ext cx="1245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B261DF2-354A-9077-7E82-8E8FA19EA221}"/>
                    </a:ext>
                  </a:extLst>
                </p14:cNvPr>
                <p14:cNvContentPartPr/>
                <p14:nvPr/>
              </p14:nvContentPartPr>
              <p14:xfrm>
                <a:off x="2261291" y="210698"/>
                <a:ext cx="135720" cy="165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B261DF2-354A-9077-7E82-8E8FA19EA22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243291" y="193058"/>
                  <a:ext cx="171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84D21BE-7E91-4452-DFFE-38E777AFE1A6}"/>
                    </a:ext>
                  </a:extLst>
                </p14:cNvPr>
                <p14:cNvContentPartPr/>
                <p14:nvPr/>
              </p14:nvContentPartPr>
              <p14:xfrm>
                <a:off x="2580611" y="231938"/>
                <a:ext cx="303840" cy="228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84D21BE-7E91-4452-DFFE-38E777AFE1A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562971" y="214298"/>
                  <a:ext cx="339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70EB32-8F67-917F-FDDB-1EA46AEACA06}"/>
                    </a:ext>
                  </a:extLst>
                </p14:cNvPr>
                <p14:cNvContentPartPr/>
                <p14:nvPr/>
              </p14:nvContentPartPr>
              <p14:xfrm>
                <a:off x="3013331" y="240578"/>
                <a:ext cx="119880" cy="177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70EB32-8F67-917F-FDDB-1EA46AEACA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95691" y="222578"/>
                  <a:ext cx="155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79EA958-B2AD-D742-C8F2-8C5CD57845FF}"/>
                    </a:ext>
                  </a:extLst>
                </p14:cNvPr>
                <p14:cNvContentPartPr/>
                <p14:nvPr/>
              </p14:nvContentPartPr>
              <p14:xfrm>
                <a:off x="3242291" y="226898"/>
                <a:ext cx="113760" cy="2340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79EA958-B2AD-D742-C8F2-8C5CD57845F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224651" y="209258"/>
                  <a:ext cx="149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0ADE3A6-05A5-A116-744C-2A450B497EAB}"/>
                    </a:ext>
                  </a:extLst>
                </p14:cNvPr>
                <p14:cNvContentPartPr/>
                <p14:nvPr/>
              </p14:nvContentPartPr>
              <p14:xfrm>
                <a:off x="1764491" y="99098"/>
                <a:ext cx="149400" cy="43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0ADE3A6-05A5-A116-744C-2A450B497EA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746491" y="81458"/>
                  <a:ext cx="1850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1D5861B-9548-EAEA-D911-A674B4B37BEF}"/>
                    </a:ext>
                  </a:extLst>
                </p14:cNvPr>
                <p14:cNvContentPartPr/>
                <p14:nvPr/>
              </p14:nvContentPartPr>
              <p14:xfrm>
                <a:off x="1719491" y="186218"/>
                <a:ext cx="2727360" cy="1145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1D5861B-9548-EAEA-D911-A674B4B37BE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701491" y="168578"/>
                  <a:ext cx="2763000" cy="11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940DD10-B13C-B33F-323E-CB324E95608B}"/>
                    </a:ext>
                  </a:extLst>
                </p14:cNvPr>
                <p14:cNvContentPartPr/>
                <p14:nvPr/>
              </p14:nvContentPartPr>
              <p14:xfrm>
                <a:off x="2095331" y="26018"/>
                <a:ext cx="2229840" cy="91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940DD10-B13C-B33F-323E-CB324E95608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077331" y="8018"/>
                  <a:ext cx="2265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5E0EF7D-796D-7B42-431E-C38074E93030}"/>
                    </a:ext>
                  </a:extLst>
                </p14:cNvPr>
                <p14:cNvContentPartPr/>
                <p14:nvPr/>
              </p14:nvContentPartPr>
              <p14:xfrm>
                <a:off x="4307891" y="116018"/>
                <a:ext cx="88200" cy="1111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5E0EF7D-796D-7B42-431E-C38074E9303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289891" y="98378"/>
                  <a:ext cx="123840" cy="11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3BACDE7-BC17-D042-7AA8-2992CA9336F3}"/>
                    </a:ext>
                  </a:extLst>
                </p14:cNvPr>
                <p14:cNvContentPartPr/>
                <p14:nvPr/>
              </p14:nvContentPartPr>
              <p14:xfrm>
                <a:off x="1717691" y="416258"/>
                <a:ext cx="2787480" cy="215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3BACDE7-BC17-D042-7AA8-2992CA9336F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700051" y="398618"/>
                  <a:ext cx="2823120" cy="25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024157BB-4EB6-CD8C-79B8-965B816CFF3E}"/>
                  </a:ext>
                </a:extLst>
              </p14:cNvPr>
              <p14:cNvContentPartPr/>
              <p14:nvPr/>
            </p14:nvContentPartPr>
            <p14:xfrm>
              <a:off x="5602451" y="114938"/>
              <a:ext cx="576000" cy="624636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024157BB-4EB6-CD8C-79B8-965B816CFF3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5584451" y="96938"/>
                <a:ext cx="611640" cy="628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9DEDF00-A0A5-3DE7-70CB-6C9E2426F798}"/>
              </a:ext>
            </a:extLst>
          </p:cNvPr>
          <p:cNvGrpSpPr/>
          <p:nvPr/>
        </p:nvGrpSpPr>
        <p:grpSpPr>
          <a:xfrm>
            <a:off x="10577291" y="983978"/>
            <a:ext cx="496800" cy="291600"/>
            <a:chOff x="10577291" y="983978"/>
            <a:chExt cx="4968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98DA80-974B-6D78-17F8-EFED9BC9FC76}"/>
                    </a:ext>
                  </a:extLst>
                </p14:cNvPr>
                <p14:cNvContentPartPr/>
                <p14:nvPr/>
              </p14:nvContentPartPr>
              <p14:xfrm>
                <a:off x="10577291" y="1021778"/>
                <a:ext cx="32040" cy="2538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98DA80-974B-6D78-17F8-EFED9BC9FC7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559291" y="1004138"/>
                  <a:ext cx="67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01F579F-0CEA-5C29-EB05-E8394AC185BA}"/>
                    </a:ext>
                  </a:extLst>
                </p14:cNvPr>
                <p14:cNvContentPartPr/>
                <p14:nvPr/>
              </p14:nvContentPartPr>
              <p14:xfrm>
                <a:off x="10579451" y="983978"/>
                <a:ext cx="112680" cy="48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01F579F-0CEA-5C29-EB05-E8394AC185B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561811" y="965978"/>
                  <a:ext cx="148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DE18BFE-C8BA-38EB-BF30-668CB55A7280}"/>
                    </a:ext>
                  </a:extLst>
                </p14:cNvPr>
                <p14:cNvContentPartPr/>
                <p14:nvPr/>
              </p14:nvContentPartPr>
              <p14:xfrm>
                <a:off x="10613291" y="1138778"/>
                <a:ext cx="83520" cy="26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DE18BFE-C8BA-38EB-BF30-668CB55A728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595651" y="1121138"/>
                  <a:ext cx="119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75C043D-6D53-4F63-5C44-4601B3D19D83}"/>
                    </a:ext>
                  </a:extLst>
                </p14:cNvPr>
                <p14:cNvContentPartPr/>
                <p14:nvPr/>
              </p14:nvContentPartPr>
              <p14:xfrm>
                <a:off x="10792931" y="1095938"/>
                <a:ext cx="76680" cy="120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75C043D-6D53-4F63-5C44-4601B3D19D8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774931" y="1078298"/>
                  <a:ext cx="112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8DED81A-2525-79B1-A30B-74A4651F16F0}"/>
                    </a:ext>
                  </a:extLst>
                </p14:cNvPr>
                <p14:cNvContentPartPr/>
                <p14:nvPr/>
              </p14:nvContentPartPr>
              <p14:xfrm>
                <a:off x="10962491" y="1017818"/>
                <a:ext cx="111600" cy="167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8DED81A-2525-79B1-A30B-74A4651F16F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944491" y="1000178"/>
                  <a:ext cx="1472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61D730C-353E-D134-BB0C-951E1CBD33AD}"/>
              </a:ext>
            </a:extLst>
          </p:cNvPr>
          <p:cNvGrpSpPr/>
          <p:nvPr/>
        </p:nvGrpSpPr>
        <p:grpSpPr>
          <a:xfrm>
            <a:off x="10778891" y="1441898"/>
            <a:ext cx="693720" cy="407880"/>
            <a:chOff x="10778891" y="1441898"/>
            <a:chExt cx="69372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8328ADF-8F85-354C-7FC1-AAC527131F9B}"/>
                    </a:ext>
                  </a:extLst>
                </p14:cNvPr>
                <p14:cNvContentPartPr/>
                <p14:nvPr/>
              </p14:nvContentPartPr>
              <p14:xfrm>
                <a:off x="10778891" y="1441898"/>
                <a:ext cx="228240" cy="343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8328ADF-8F85-354C-7FC1-AAC527131F9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761251" y="1423898"/>
                  <a:ext cx="263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A995B5B-7368-E377-5E96-C43E2432E081}"/>
                    </a:ext>
                  </a:extLst>
                </p14:cNvPr>
                <p14:cNvContentPartPr/>
                <p14:nvPr/>
              </p14:nvContentPartPr>
              <p14:xfrm>
                <a:off x="11089931" y="1651778"/>
                <a:ext cx="171000" cy="198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A995B5B-7368-E377-5E96-C43E2432E08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071931" y="1633778"/>
                  <a:ext cx="20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A456C05-6BFD-20BE-A980-CCD63F97B9ED}"/>
                    </a:ext>
                  </a:extLst>
                </p14:cNvPr>
                <p14:cNvContentPartPr/>
                <p14:nvPr/>
              </p14:nvContentPartPr>
              <p14:xfrm>
                <a:off x="11361371" y="1635218"/>
                <a:ext cx="111240" cy="209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A456C05-6BFD-20BE-A980-CCD63F97B9E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343371" y="1617218"/>
                  <a:ext cx="14688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F999E05-FBD1-B769-FDC2-957575064EA7}"/>
                  </a:ext>
                </a:extLst>
              </p14:cNvPr>
              <p14:cNvContentPartPr/>
              <p14:nvPr/>
            </p14:nvContentPartPr>
            <p14:xfrm>
              <a:off x="10690331" y="2002778"/>
              <a:ext cx="981720" cy="471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F999E05-FBD1-B769-FDC2-957575064EA7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0672331" y="1984778"/>
                <a:ext cx="101736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0C85C79-E253-46A0-5B21-1507D5A1ED0C}"/>
              </a:ext>
            </a:extLst>
          </p:cNvPr>
          <p:cNvGrpSpPr/>
          <p:nvPr/>
        </p:nvGrpSpPr>
        <p:grpSpPr>
          <a:xfrm>
            <a:off x="10848371" y="2230298"/>
            <a:ext cx="626040" cy="227880"/>
            <a:chOff x="10848371" y="2230298"/>
            <a:chExt cx="6260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AA1BE38-A3EF-08EF-D975-7F361A799A0D}"/>
                    </a:ext>
                  </a:extLst>
                </p14:cNvPr>
                <p14:cNvContentPartPr/>
                <p14:nvPr/>
              </p14:nvContentPartPr>
              <p14:xfrm>
                <a:off x="10848371" y="2246138"/>
                <a:ext cx="55080" cy="200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AA1BE38-A3EF-08EF-D975-7F361A799A0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830731" y="2228498"/>
                  <a:ext cx="90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1CD9A85-554A-53C7-FB61-90237551884F}"/>
                    </a:ext>
                  </a:extLst>
                </p14:cNvPr>
                <p14:cNvContentPartPr/>
                <p14:nvPr/>
              </p14:nvContentPartPr>
              <p14:xfrm>
                <a:off x="10891211" y="2339018"/>
                <a:ext cx="117360" cy="112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1CD9A85-554A-53C7-FB61-90237551884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73211" y="2321378"/>
                  <a:ext cx="15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2C243C2-3252-F61A-B60A-CBBEB1A4C8C3}"/>
                    </a:ext>
                  </a:extLst>
                </p14:cNvPr>
                <p14:cNvContentPartPr/>
                <p14:nvPr/>
              </p14:nvContentPartPr>
              <p14:xfrm>
                <a:off x="11080211" y="2348018"/>
                <a:ext cx="42120" cy="110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2C243C2-3252-F61A-B60A-CBBEB1A4C8C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062211" y="2330378"/>
                  <a:ext cx="77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F41EB6E-B730-793C-55F5-71FB9ED7A847}"/>
                    </a:ext>
                  </a:extLst>
                </p14:cNvPr>
                <p14:cNvContentPartPr/>
                <p14:nvPr/>
              </p14:nvContentPartPr>
              <p14:xfrm>
                <a:off x="11065811" y="2230298"/>
                <a:ext cx="20160" cy="21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F41EB6E-B730-793C-55F5-71FB9ED7A84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48171" y="2212298"/>
                  <a:ext cx="55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E0155DA-5621-6004-111B-05979380F499}"/>
                    </a:ext>
                  </a:extLst>
                </p14:cNvPr>
                <p14:cNvContentPartPr/>
                <p14:nvPr/>
              </p14:nvContentPartPr>
              <p14:xfrm>
                <a:off x="11187851" y="2297258"/>
                <a:ext cx="135000" cy="87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E0155DA-5621-6004-111B-05979380F49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169851" y="2279258"/>
                  <a:ext cx="170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1952420-5CA2-C430-95BA-295A0061A294}"/>
                    </a:ext>
                  </a:extLst>
                </p14:cNvPr>
                <p14:cNvContentPartPr/>
                <p14:nvPr/>
              </p14:nvContentPartPr>
              <p14:xfrm>
                <a:off x="11396651" y="2279618"/>
                <a:ext cx="77760" cy="138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1952420-5CA2-C430-95BA-295A0061A29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379011" y="2261618"/>
                  <a:ext cx="11340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30AF0EC-12DB-6BF5-0DA9-1C164AF06579}"/>
              </a:ext>
            </a:extLst>
          </p:cNvPr>
          <p:cNvGrpSpPr/>
          <p:nvPr/>
        </p:nvGrpSpPr>
        <p:grpSpPr>
          <a:xfrm>
            <a:off x="8072771" y="1038698"/>
            <a:ext cx="627480" cy="412560"/>
            <a:chOff x="8072771" y="1038698"/>
            <a:chExt cx="62748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78ED762-9D0E-CB38-8025-307DF1171E01}"/>
                    </a:ext>
                  </a:extLst>
                </p14:cNvPr>
                <p14:cNvContentPartPr/>
                <p14:nvPr/>
              </p14:nvContentPartPr>
              <p14:xfrm>
                <a:off x="8152331" y="1270178"/>
                <a:ext cx="344520" cy="66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78ED762-9D0E-CB38-8025-307DF1171E0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34691" y="1252538"/>
                  <a:ext cx="380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292AE88-C7B0-CFCC-1ADD-B9585AD47467}"/>
                    </a:ext>
                  </a:extLst>
                </p14:cNvPr>
                <p14:cNvContentPartPr/>
                <p14:nvPr/>
              </p14:nvContentPartPr>
              <p14:xfrm>
                <a:off x="8321531" y="1100258"/>
                <a:ext cx="83160" cy="351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292AE88-C7B0-CFCC-1ADD-B9585AD4746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303531" y="1082258"/>
                  <a:ext cx="1188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FB06219-8E20-03BD-9C2B-AE669EC6DC23}"/>
                    </a:ext>
                  </a:extLst>
                </p14:cNvPr>
                <p14:cNvContentPartPr/>
                <p14:nvPr/>
              </p14:nvContentPartPr>
              <p14:xfrm>
                <a:off x="8072771" y="1038698"/>
                <a:ext cx="170280" cy="389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FB06219-8E20-03BD-9C2B-AE669EC6DC2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055131" y="1020698"/>
                  <a:ext cx="2059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4C0BC33-152A-2A18-48D8-846E06B918C9}"/>
                    </a:ext>
                  </a:extLst>
                </p14:cNvPr>
                <p14:cNvContentPartPr/>
                <p14:nvPr/>
              </p14:nvContentPartPr>
              <p14:xfrm>
                <a:off x="8570291" y="1112138"/>
                <a:ext cx="129960" cy="333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4C0BC33-152A-2A18-48D8-846E06B918C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552651" y="1094138"/>
                  <a:ext cx="16560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F56C166-FED6-1582-6912-8F8D3DB99BD7}"/>
              </a:ext>
            </a:extLst>
          </p:cNvPr>
          <p:cNvGrpSpPr/>
          <p:nvPr/>
        </p:nvGrpSpPr>
        <p:grpSpPr>
          <a:xfrm>
            <a:off x="10610051" y="2697578"/>
            <a:ext cx="1473840" cy="595440"/>
            <a:chOff x="10610051" y="2697578"/>
            <a:chExt cx="1473840" cy="5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326D0E0-5B5E-6F70-33A2-94A8CD0B0C24}"/>
                    </a:ext>
                  </a:extLst>
                </p14:cNvPr>
                <p14:cNvContentPartPr/>
                <p14:nvPr/>
              </p14:nvContentPartPr>
              <p14:xfrm>
                <a:off x="10610051" y="2697578"/>
                <a:ext cx="235080" cy="3888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326D0E0-5B5E-6F70-33A2-94A8CD0B0C2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92051" y="2679578"/>
                  <a:ext cx="2707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A9A9CCB-571D-8E6A-2206-339412F3A642}"/>
                    </a:ext>
                  </a:extLst>
                </p14:cNvPr>
                <p14:cNvContentPartPr/>
                <p14:nvPr/>
              </p14:nvContentPartPr>
              <p14:xfrm>
                <a:off x="10909211" y="3015818"/>
                <a:ext cx="104400" cy="100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A9A9CCB-571D-8E6A-2206-339412F3A64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91571" y="2997818"/>
                  <a:ext cx="140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2D70433-C141-27E9-D97E-E52FA53F21D1}"/>
                    </a:ext>
                  </a:extLst>
                </p14:cNvPr>
                <p14:cNvContentPartPr/>
                <p14:nvPr/>
              </p14:nvContentPartPr>
              <p14:xfrm>
                <a:off x="10905611" y="3006818"/>
                <a:ext cx="210960" cy="286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2D70433-C141-27E9-D97E-E52FA53F21D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887971" y="2989178"/>
                  <a:ext cx="2466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5CBE19A-2474-356F-7731-86DF4A256F41}"/>
                    </a:ext>
                  </a:extLst>
                </p14:cNvPr>
                <p14:cNvContentPartPr/>
                <p14:nvPr/>
              </p14:nvContentPartPr>
              <p14:xfrm>
                <a:off x="11210531" y="3073058"/>
                <a:ext cx="78480" cy="189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5CBE19A-2474-356F-7731-86DF4A256F4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192531" y="3055058"/>
                  <a:ext cx="114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3D8C5C6-7C2E-5881-6D41-3A4C0F1A37FA}"/>
                    </a:ext>
                  </a:extLst>
                </p14:cNvPr>
                <p14:cNvContentPartPr/>
                <p14:nvPr/>
              </p14:nvContentPartPr>
              <p14:xfrm>
                <a:off x="11378291" y="2832938"/>
                <a:ext cx="214200" cy="361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3D8C5C6-7C2E-5881-6D41-3A4C0F1A37F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360291" y="2814938"/>
                  <a:ext cx="2498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A49CD48-CA32-30D0-2855-9B7DAC4849E1}"/>
                    </a:ext>
                  </a:extLst>
                </p14:cNvPr>
                <p14:cNvContentPartPr/>
                <p14:nvPr/>
              </p14:nvContentPartPr>
              <p14:xfrm>
                <a:off x="11690411" y="2773538"/>
                <a:ext cx="251640" cy="273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A49CD48-CA32-30D0-2855-9B7DAC4849E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672771" y="2755898"/>
                  <a:ext cx="287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620E5E6-D202-CFEA-64D0-02FE68D77FF7}"/>
                    </a:ext>
                  </a:extLst>
                </p14:cNvPr>
                <p14:cNvContentPartPr/>
                <p14:nvPr/>
              </p14:nvContentPartPr>
              <p14:xfrm>
                <a:off x="11946731" y="2994218"/>
                <a:ext cx="137160" cy="10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620E5E6-D202-CFEA-64D0-02FE68D77FF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929091" y="2976218"/>
                  <a:ext cx="172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4B52B88-8D36-FEE3-6637-E2E62AED48A7}"/>
                    </a:ext>
                  </a:extLst>
                </p14:cNvPr>
                <p14:cNvContentPartPr/>
                <p14:nvPr/>
              </p14:nvContentPartPr>
              <p14:xfrm>
                <a:off x="12011171" y="3001418"/>
                <a:ext cx="31320" cy="169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4B52B88-8D36-FEE3-6637-E2E62AED48A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993171" y="2983778"/>
                  <a:ext cx="6696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8172A4FD-1024-81D1-2F7F-CEBF49CC6BB3}"/>
                  </a:ext>
                </a:extLst>
              </p14:cNvPr>
              <p14:cNvContentPartPr/>
              <p14:nvPr/>
            </p14:nvContentPartPr>
            <p14:xfrm>
              <a:off x="9312611" y="4982138"/>
              <a:ext cx="420840" cy="4305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8172A4FD-1024-81D1-2F7F-CEBF49CC6BB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258611" y="4874138"/>
                <a:ext cx="528480" cy="64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13EF29F-C6C9-0C3F-ED10-3C471C0CBD31}"/>
              </a:ext>
            </a:extLst>
          </p:cNvPr>
          <p:cNvGrpSpPr/>
          <p:nvPr/>
        </p:nvGrpSpPr>
        <p:grpSpPr>
          <a:xfrm>
            <a:off x="7868651" y="2094938"/>
            <a:ext cx="945720" cy="71640"/>
            <a:chOff x="7868651" y="2094938"/>
            <a:chExt cx="94572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78CC9A6-4BE7-4A05-186F-C889F137E1E3}"/>
                    </a:ext>
                  </a:extLst>
                </p14:cNvPr>
                <p14:cNvContentPartPr/>
                <p14:nvPr/>
              </p14:nvContentPartPr>
              <p14:xfrm>
                <a:off x="7868651" y="2163338"/>
                <a:ext cx="73080" cy="32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78CC9A6-4BE7-4A05-186F-C889F137E1E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851011" y="2145698"/>
                  <a:ext cx="108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3EDC135-F242-ECE8-17E1-273FC4F37D42}"/>
                    </a:ext>
                  </a:extLst>
                </p14:cNvPr>
                <p14:cNvContentPartPr/>
                <p14:nvPr/>
              </p14:nvContentPartPr>
              <p14:xfrm>
                <a:off x="8051891" y="2151818"/>
                <a:ext cx="57240" cy="46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3EDC135-F242-ECE8-17E1-273FC4F37D4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033891" y="2134178"/>
                  <a:ext cx="92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6FCE6BE-A4D9-9C80-DEF5-2CEAFE0973C7}"/>
                    </a:ext>
                  </a:extLst>
                </p14:cNvPr>
                <p14:cNvContentPartPr/>
                <p14:nvPr/>
              </p14:nvContentPartPr>
              <p14:xfrm>
                <a:off x="8246291" y="2135978"/>
                <a:ext cx="42480" cy="5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6FCE6BE-A4D9-9C80-DEF5-2CEAFE0973C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228291" y="2117978"/>
                  <a:ext cx="78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31CEF42-F03C-F900-5CCE-AF748BB4F2FD}"/>
                    </a:ext>
                  </a:extLst>
                </p14:cNvPr>
                <p14:cNvContentPartPr/>
                <p14:nvPr/>
              </p14:nvContentPartPr>
              <p14:xfrm>
                <a:off x="8480291" y="2130938"/>
                <a:ext cx="69480" cy="54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31CEF42-F03C-F900-5CCE-AF748BB4F2F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62291" y="2113298"/>
                  <a:ext cx="105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3263E69-4C9A-E3B0-5ADD-AE3456B4045E}"/>
                    </a:ext>
                  </a:extLst>
                </p14:cNvPr>
                <p14:cNvContentPartPr/>
                <p14:nvPr/>
              </p14:nvContentPartPr>
              <p14:xfrm>
                <a:off x="8719691" y="2094938"/>
                <a:ext cx="94680" cy="212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3263E69-4C9A-E3B0-5ADD-AE3456B4045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01691" y="2076938"/>
                  <a:ext cx="1303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9F2FD782-2F27-5C05-DB3C-D83B2D59A535}"/>
              </a:ext>
            </a:extLst>
          </p:cNvPr>
          <p:cNvGrpSpPr/>
          <p:nvPr/>
        </p:nvGrpSpPr>
        <p:grpSpPr>
          <a:xfrm>
            <a:off x="10394411" y="3648338"/>
            <a:ext cx="1098360" cy="213120"/>
            <a:chOff x="10394411" y="3648338"/>
            <a:chExt cx="109836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EA249A4-843F-A166-3DE2-449E7A4A36E1}"/>
                    </a:ext>
                  </a:extLst>
                </p14:cNvPr>
                <p14:cNvContentPartPr/>
                <p14:nvPr/>
              </p14:nvContentPartPr>
              <p14:xfrm>
                <a:off x="10394411" y="3705218"/>
                <a:ext cx="302040" cy="156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EA249A4-843F-A166-3DE2-449E7A4A36E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76411" y="3687218"/>
                  <a:ext cx="337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67EFD15-2326-4ED1-AEFB-7B3F70EF6C39}"/>
                    </a:ext>
                  </a:extLst>
                </p14:cNvPr>
                <p14:cNvContentPartPr/>
                <p14:nvPr/>
              </p14:nvContentPartPr>
              <p14:xfrm>
                <a:off x="10807691" y="3710618"/>
                <a:ext cx="98640" cy="127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67EFD15-2326-4ED1-AEFB-7B3F70EF6C3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789691" y="3692618"/>
                  <a:ext cx="13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640056D-9796-D23D-72E3-1505E34B16E1}"/>
                    </a:ext>
                  </a:extLst>
                </p14:cNvPr>
                <p14:cNvContentPartPr/>
                <p14:nvPr/>
              </p14:nvContentPartPr>
              <p14:xfrm>
                <a:off x="10991291" y="3658778"/>
                <a:ext cx="140040" cy="1314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640056D-9796-D23D-72E3-1505E34B16E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973651" y="3641138"/>
                  <a:ext cx="175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07BBBA3-B83D-567E-D3FA-49C70871D468}"/>
                    </a:ext>
                  </a:extLst>
                </p14:cNvPr>
                <p14:cNvContentPartPr/>
                <p14:nvPr/>
              </p14:nvContentPartPr>
              <p14:xfrm>
                <a:off x="11172371" y="3654458"/>
                <a:ext cx="170280" cy="141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07BBBA3-B83D-567E-D3FA-49C70871D46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154371" y="3636458"/>
                  <a:ext cx="205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41D3D34-3378-D5AB-6F22-BEB4E2417633}"/>
                    </a:ext>
                  </a:extLst>
                </p14:cNvPr>
                <p14:cNvContentPartPr/>
                <p14:nvPr/>
              </p14:nvContentPartPr>
              <p14:xfrm>
                <a:off x="11430851" y="3648338"/>
                <a:ext cx="61920" cy="147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41D3D34-3378-D5AB-6F22-BEB4E241763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413211" y="3630698"/>
                  <a:ext cx="975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86D383C2-6598-BC8C-72A5-199B84582189}"/>
              </a:ext>
            </a:extLst>
          </p:cNvPr>
          <p:cNvGrpSpPr/>
          <p:nvPr/>
        </p:nvGrpSpPr>
        <p:grpSpPr>
          <a:xfrm>
            <a:off x="10586291" y="4075298"/>
            <a:ext cx="1447560" cy="243000"/>
            <a:chOff x="10586291" y="4075298"/>
            <a:chExt cx="144756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A64AE98-F922-CF51-4A11-EFF67C752C32}"/>
                    </a:ext>
                  </a:extLst>
                </p14:cNvPr>
                <p14:cNvContentPartPr/>
                <p14:nvPr/>
              </p14:nvContentPartPr>
              <p14:xfrm>
                <a:off x="10586291" y="4174298"/>
                <a:ext cx="159120" cy="1324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A64AE98-F922-CF51-4A11-EFF67C752C3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568651" y="4156298"/>
                  <a:ext cx="194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CE7997D-2D59-C1FA-2B53-B123D48BFBD7}"/>
                    </a:ext>
                  </a:extLst>
                </p14:cNvPr>
                <p14:cNvContentPartPr/>
                <p14:nvPr/>
              </p14:nvContentPartPr>
              <p14:xfrm>
                <a:off x="10792931" y="4096898"/>
                <a:ext cx="25560" cy="1688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CE7997D-2D59-C1FA-2B53-B123D48BFBD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775291" y="4079258"/>
                  <a:ext cx="61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9B9A2E8-6F32-9D76-25FE-1214001648E6}"/>
                    </a:ext>
                  </a:extLst>
                </p14:cNvPr>
                <p14:cNvContentPartPr/>
                <p14:nvPr/>
              </p14:nvContentPartPr>
              <p14:xfrm>
                <a:off x="10905251" y="4174298"/>
                <a:ext cx="92880" cy="144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9B9A2E8-6F32-9D76-25FE-1214001648E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887611" y="4156658"/>
                  <a:ext cx="128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CB60458-4BFB-FD1F-72C7-2801719AA258}"/>
                    </a:ext>
                  </a:extLst>
                </p14:cNvPr>
                <p14:cNvContentPartPr/>
                <p14:nvPr/>
              </p14:nvContentPartPr>
              <p14:xfrm>
                <a:off x="11119451" y="4154858"/>
                <a:ext cx="41760" cy="119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CB60458-4BFB-FD1F-72C7-2801719AA25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101811" y="4137218"/>
                  <a:ext cx="77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31D361A-93DD-C864-8354-77986D82A91A}"/>
                    </a:ext>
                  </a:extLst>
                </p14:cNvPr>
                <p14:cNvContentPartPr/>
                <p14:nvPr/>
              </p14:nvContentPartPr>
              <p14:xfrm>
                <a:off x="11283971" y="4084658"/>
                <a:ext cx="16200" cy="152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31D361A-93DD-C864-8354-77986D82A91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265971" y="4066658"/>
                  <a:ext cx="51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7EB2707-704C-0939-A854-E86C60958B4F}"/>
                    </a:ext>
                  </a:extLst>
                </p14:cNvPr>
                <p14:cNvContentPartPr/>
                <p14:nvPr/>
              </p14:nvContentPartPr>
              <p14:xfrm>
                <a:off x="11259131" y="4153778"/>
                <a:ext cx="104760" cy="85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7EB2707-704C-0939-A854-E86C60958B4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241131" y="4135778"/>
                  <a:ext cx="140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7BF7BA6-BB7F-63FF-ED03-2A04868145CE}"/>
                    </a:ext>
                  </a:extLst>
                </p14:cNvPr>
                <p14:cNvContentPartPr/>
                <p14:nvPr/>
              </p14:nvContentPartPr>
              <p14:xfrm>
                <a:off x="11428691" y="4132178"/>
                <a:ext cx="68760" cy="103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7BF7BA6-BB7F-63FF-ED03-2A04868145C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410691" y="4114538"/>
                  <a:ext cx="104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6698C70-C2C4-6D87-0085-B96AB43B3A3F}"/>
                    </a:ext>
                  </a:extLst>
                </p14:cNvPr>
                <p14:cNvContentPartPr/>
                <p14:nvPr/>
              </p14:nvContentPartPr>
              <p14:xfrm>
                <a:off x="11636771" y="4125698"/>
                <a:ext cx="36720" cy="87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6698C70-C2C4-6D87-0085-B96AB43B3A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618771" y="4107698"/>
                  <a:ext cx="72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D221596-5E05-E7C0-7816-73375103A088}"/>
                    </a:ext>
                  </a:extLst>
                </p14:cNvPr>
                <p14:cNvContentPartPr/>
                <p14:nvPr/>
              </p14:nvContentPartPr>
              <p14:xfrm>
                <a:off x="11749451" y="4096898"/>
                <a:ext cx="168120" cy="1126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D221596-5E05-E7C0-7816-73375103A08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731811" y="4078898"/>
                  <a:ext cx="203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BE48C65-9194-4F89-5AC4-12687A64483E}"/>
                    </a:ext>
                  </a:extLst>
                </p14:cNvPr>
                <p14:cNvContentPartPr/>
                <p14:nvPr/>
              </p14:nvContentPartPr>
              <p14:xfrm>
                <a:off x="11980931" y="4075298"/>
                <a:ext cx="52920" cy="113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BE48C65-9194-4F89-5AC4-12687A64483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962931" y="4057658"/>
                  <a:ext cx="8856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3D5B290-67C1-3B73-D994-D806FE25925D}"/>
              </a:ext>
            </a:extLst>
          </p:cNvPr>
          <p:cNvGrpSpPr/>
          <p:nvPr/>
        </p:nvGrpSpPr>
        <p:grpSpPr>
          <a:xfrm>
            <a:off x="10728851" y="4522058"/>
            <a:ext cx="246960" cy="225720"/>
            <a:chOff x="10728851" y="4522058"/>
            <a:chExt cx="24696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FB5972F-E3AC-29F8-F61E-888A924D46DA}"/>
                    </a:ext>
                  </a:extLst>
                </p14:cNvPr>
                <p14:cNvContentPartPr/>
                <p14:nvPr/>
              </p14:nvContentPartPr>
              <p14:xfrm>
                <a:off x="10771691" y="4522058"/>
                <a:ext cx="30600" cy="225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FB5972F-E3AC-29F8-F61E-888A924D46D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754051" y="4504418"/>
                  <a:ext cx="66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2691624-E750-8C1D-539B-8323F48D716A}"/>
                    </a:ext>
                  </a:extLst>
                </p14:cNvPr>
                <p14:cNvContentPartPr/>
                <p14:nvPr/>
              </p14:nvContentPartPr>
              <p14:xfrm>
                <a:off x="10728851" y="4605938"/>
                <a:ext cx="246960" cy="1292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2691624-E750-8C1D-539B-8323F48D716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711211" y="4587938"/>
                  <a:ext cx="2826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57937F6-609A-4BF9-C9A9-582D160CB701}"/>
              </a:ext>
            </a:extLst>
          </p:cNvPr>
          <p:cNvGrpSpPr/>
          <p:nvPr/>
        </p:nvGrpSpPr>
        <p:grpSpPr>
          <a:xfrm>
            <a:off x="11178131" y="4533578"/>
            <a:ext cx="496800" cy="205200"/>
            <a:chOff x="11178131" y="4533578"/>
            <a:chExt cx="49680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3BA90E2-B9F4-5A54-ECAA-D269BD24E2E9}"/>
                    </a:ext>
                  </a:extLst>
                </p14:cNvPr>
                <p14:cNvContentPartPr/>
                <p14:nvPr/>
              </p14:nvContentPartPr>
              <p14:xfrm>
                <a:off x="11178131" y="4533578"/>
                <a:ext cx="52920" cy="175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3BA90E2-B9F4-5A54-ECAA-D269BD24E2E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160491" y="4515578"/>
                  <a:ext cx="885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C2B6E06-844F-D21C-D162-7ED998A073E6}"/>
                    </a:ext>
                  </a:extLst>
                </p14:cNvPr>
                <p14:cNvContentPartPr/>
                <p14:nvPr/>
              </p14:nvContentPartPr>
              <p14:xfrm>
                <a:off x="11180291" y="4590818"/>
                <a:ext cx="290520" cy="127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C2B6E06-844F-D21C-D162-7ED998A073E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162651" y="4573178"/>
                  <a:ext cx="326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59B6E43-F05F-6E6C-259D-6B34BA978375}"/>
                    </a:ext>
                  </a:extLst>
                </p14:cNvPr>
                <p14:cNvContentPartPr/>
                <p14:nvPr/>
              </p14:nvContentPartPr>
              <p14:xfrm>
                <a:off x="11533811" y="4590458"/>
                <a:ext cx="141120" cy="148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59B6E43-F05F-6E6C-259D-6B34BA97837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515811" y="4572818"/>
                  <a:ext cx="1767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5C5FFC17-6FC8-9605-5235-94EB9AE010AD}"/>
              </a:ext>
            </a:extLst>
          </p:cNvPr>
          <p:cNvGrpSpPr/>
          <p:nvPr/>
        </p:nvGrpSpPr>
        <p:grpSpPr>
          <a:xfrm>
            <a:off x="10941971" y="4958378"/>
            <a:ext cx="1276560" cy="264240"/>
            <a:chOff x="10941971" y="4958378"/>
            <a:chExt cx="127656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A2D5CE5-B3EF-915F-7191-183D3F281F09}"/>
                    </a:ext>
                  </a:extLst>
                </p14:cNvPr>
                <p14:cNvContentPartPr/>
                <p14:nvPr/>
              </p14:nvContentPartPr>
              <p14:xfrm>
                <a:off x="10941971" y="5000138"/>
                <a:ext cx="97200" cy="177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A2D5CE5-B3EF-915F-7191-183D3F281F0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23971" y="4982138"/>
                  <a:ext cx="132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684857E-3D8E-D6B5-E98B-676B0786974E}"/>
                    </a:ext>
                  </a:extLst>
                </p14:cNvPr>
                <p14:cNvContentPartPr/>
                <p14:nvPr/>
              </p14:nvContentPartPr>
              <p14:xfrm>
                <a:off x="11103611" y="5046578"/>
                <a:ext cx="178560" cy="105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684857E-3D8E-D6B5-E98B-676B0786974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085971" y="5028578"/>
                  <a:ext cx="214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85E0ACF-734F-7C22-A315-2350A732FF38}"/>
                    </a:ext>
                  </a:extLst>
                </p14:cNvPr>
                <p14:cNvContentPartPr/>
                <p14:nvPr/>
              </p14:nvContentPartPr>
              <p14:xfrm>
                <a:off x="11348771" y="5047658"/>
                <a:ext cx="57600" cy="950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85E0ACF-734F-7C22-A315-2350A732FF3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330771" y="5030018"/>
                  <a:ext cx="93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165262-02A4-EBEE-5F17-E3D1C0E164E9}"/>
                    </a:ext>
                  </a:extLst>
                </p14:cNvPr>
                <p14:cNvContentPartPr/>
                <p14:nvPr/>
              </p14:nvContentPartPr>
              <p14:xfrm>
                <a:off x="11533091" y="4958378"/>
                <a:ext cx="64080" cy="264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165262-02A4-EBEE-5F17-E3D1C0E164E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515451" y="4940378"/>
                  <a:ext cx="997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A437FAE-951A-BB8E-0F00-D56F021CF55C}"/>
                    </a:ext>
                  </a:extLst>
                </p14:cNvPr>
                <p14:cNvContentPartPr/>
                <p14:nvPr/>
              </p14:nvContentPartPr>
              <p14:xfrm>
                <a:off x="11496371" y="5083298"/>
                <a:ext cx="121320" cy="892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A437FAE-951A-BB8E-0F00-D56F021CF55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478731" y="5065298"/>
                  <a:ext cx="156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311CA25-BC33-5CE5-6979-BF35004D69E3}"/>
                    </a:ext>
                  </a:extLst>
                </p14:cNvPr>
                <p14:cNvContentPartPr/>
                <p14:nvPr/>
              </p14:nvContentPartPr>
              <p14:xfrm>
                <a:off x="11635331" y="5062058"/>
                <a:ext cx="118080" cy="89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311CA25-BC33-5CE5-6979-BF35004D69E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617331" y="5044418"/>
                  <a:ext cx="153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54B0AD1-36A2-E9BA-1521-1CEE25D05C1C}"/>
                    </a:ext>
                  </a:extLst>
                </p14:cNvPr>
                <p14:cNvContentPartPr/>
                <p14:nvPr/>
              </p14:nvContentPartPr>
              <p14:xfrm>
                <a:off x="11849531" y="5025338"/>
                <a:ext cx="66960" cy="137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54B0AD1-36A2-E9BA-1521-1CEE25D05C1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831531" y="5007338"/>
                  <a:ext cx="102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9A536E-B7C7-C2DC-983C-F7181F6D8988}"/>
                    </a:ext>
                  </a:extLst>
                </p14:cNvPr>
                <p14:cNvContentPartPr/>
                <p14:nvPr/>
              </p14:nvContentPartPr>
              <p14:xfrm>
                <a:off x="11979491" y="5048738"/>
                <a:ext cx="101880" cy="1069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B9A536E-B7C7-C2DC-983C-F7181F6D898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961851" y="5031098"/>
                  <a:ext cx="137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BF7BC7B-5800-E222-049F-9BFE11669F17}"/>
                    </a:ext>
                  </a:extLst>
                </p14:cNvPr>
                <p14:cNvContentPartPr/>
                <p14:nvPr/>
              </p14:nvContentPartPr>
              <p14:xfrm>
                <a:off x="12208811" y="5145218"/>
                <a:ext cx="9720" cy="2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BF7BC7B-5800-E222-049F-9BFE11669F1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2190811" y="5127218"/>
                  <a:ext cx="453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639E52C4-760D-8AAA-7E7D-F1F94F6A9230}"/>
              </a:ext>
            </a:extLst>
          </p:cNvPr>
          <p:cNvGrpSpPr/>
          <p:nvPr/>
        </p:nvGrpSpPr>
        <p:grpSpPr>
          <a:xfrm>
            <a:off x="281465" y="1075058"/>
            <a:ext cx="456840" cy="339120"/>
            <a:chOff x="281465" y="1075058"/>
            <a:chExt cx="45684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8076ED5-061F-F7B8-9B02-09F62B0EBEB4}"/>
                    </a:ext>
                  </a:extLst>
                </p14:cNvPr>
                <p14:cNvContentPartPr/>
                <p14:nvPr/>
              </p14:nvContentPartPr>
              <p14:xfrm>
                <a:off x="300185" y="1100978"/>
                <a:ext cx="44640" cy="313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8076ED5-061F-F7B8-9B02-09F62B0EBEB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82545" y="1083338"/>
                  <a:ext cx="80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0D1BC7E-D53F-3F6A-711B-9F92F67A5DA0}"/>
                    </a:ext>
                  </a:extLst>
                </p14:cNvPr>
                <p14:cNvContentPartPr/>
                <p14:nvPr/>
              </p14:nvContentPartPr>
              <p14:xfrm>
                <a:off x="281465" y="1075058"/>
                <a:ext cx="140760" cy="37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0D1BC7E-D53F-3F6A-711B-9F92F67A5DA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63825" y="1057058"/>
                  <a:ext cx="176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604723C-7009-2CC9-4959-14B929AE88E2}"/>
                    </a:ext>
                  </a:extLst>
                </p14:cNvPr>
                <p14:cNvContentPartPr/>
                <p14:nvPr/>
              </p14:nvContentPartPr>
              <p14:xfrm>
                <a:off x="309905" y="1266578"/>
                <a:ext cx="89280" cy="716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604723C-7009-2CC9-4959-14B929AE88E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92265" y="1248578"/>
                  <a:ext cx="124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8CE32BB-AC20-7994-8AA5-187E9594272B}"/>
                    </a:ext>
                  </a:extLst>
                </p14:cNvPr>
                <p14:cNvContentPartPr/>
                <p14:nvPr/>
              </p14:nvContentPartPr>
              <p14:xfrm>
                <a:off x="504665" y="1236338"/>
                <a:ext cx="91440" cy="1429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8CE32BB-AC20-7994-8AA5-187E9594272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86665" y="1218698"/>
                  <a:ext cx="127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355646A-ED07-8A93-E2B1-A8AEBF935014}"/>
                    </a:ext>
                  </a:extLst>
                </p14:cNvPr>
                <p14:cNvContentPartPr/>
                <p14:nvPr/>
              </p14:nvContentPartPr>
              <p14:xfrm>
                <a:off x="652985" y="1181258"/>
                <a:ext cx="85320" cy="156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355646A-ED07-8A93-E2B1-A8AEBF93501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35345" y="1163258"/>
                  <a:ext cx="12096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D6B4E893-E2B5-6000-4602-7BE41DDDEAD6}"/>
              </a:ext>
            </a:extLst>
          </p:cNvPr>
          <p:cNvGrpSpPr/>
          <p:nvPr/>
        </p:nvGrpSpPr>
        <p:grpSpPr>
          <a:xfrm>
            <a:off x="147905" y="1585538"/>
            <a:ext cx="1429200" cy="472680"/>
            <a:chOff x="147905" y="1585538"/>
            <a:chExt cx="14292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33E84FA-8858-1315-7419-8995B9EA87E5}"/>
                    </a:ext>
                  </a:extLst>
                </p14:cNvPr>
                <p14:cNvContentPartPr/>
                <p14:nvPr/>
              </p14:nvContentPartPr>
              <p14:xfrm>
                <a:off x="147905" y="1714778"/>
                <a:ext cx="256320" cy="343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33E84FA-8858-1315-7419-8995B9EA87E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29905" y="1696778"/>
                  <a:ext cx="2919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0E4BC3F-1DA5-66A4-A85D-C821A3A4DCDA}"/>
                    </a:ext>
                  </a:extLst>
                </p14:cNvPr>
                <p14:cNvContentPartPr/>
                <p14:nvPr/>
              </p14:nvContentPartPr>
              <p14:xfrm>
                <a:off x="482345" y="1950938"/>
                <a:ext cx="150480" cy="1072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0E4BC3F-1DA5-66A4-A85D-C821A3A4DCD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64705" y="1933298"/>
                  <a:ext cx="186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8998F21-0129-F3B7-B39D-9722D9C9B6C6}"/>
                    </a:ext>
                  </a:extLst>
                </p14:cNvPr>
                <p14:cNvContentPartPr/>
                <p14:nvPr/>
              </p14:nvContentPartPr>
              <p14:xfrm>
                <a:off x="709145" y="1881458"/>
                <a:ext cx="66240" cy="159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8998F21-0129-F3B7-B39D-9722D9C9B6C6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1505" y="1863458"/>
                  <a:ext cx="101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03464A1-B79C-C08A-A24B-600416DA6D2A}"/>
                    </a:ext>
                  </a:extLst>
                </p14:cNvPr>
                <p14:cNvContentPartPr/>
                <p14:nvPr/>
              </p14:nvContentPartPr>
              <p14:xfrm>
                <a:off x="918305" y="1679858"/>
                <a:ext cx="223200" cy="2602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03464A1-B79C-C08A-A24B-600416DA6D2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00665" y="1661858"/>
                  <a:ext cx="258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389BC67-50E7-A2FB-8066-1B454931EF06}"/>
                    </a:ext>
                  </a:extLst>
                </p14:cNvPr>
                <p14:cNvContentPartPr/>
                <p14:nvPr/>
              </p14:nvContentPartPr>
              <p14:xfrm>
                <a:off x="1171025" y="1585538"/>
                <a:ext cx="215640" cy="2516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389BC67-50E7-A2FB-8066-1B454931EF0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53025" y="1567538"/>
                  <a:ext cx="251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CD971BF-40A0-B768-2F55-26146901410D}"/>
                    </a:ext>
                  </a:extLst>
                </p14:cNvPr>
                <p14:cNvContentPartPr/>
                <p14:nvPr/>
              </p14:nvContentPartPr>
              <p14:xfrm>
                <a:off x="1411145" y="1745738"/>
                <a:ext cx="165960" cy="46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CD971BF-40A0-B768-2F55-26146901410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393505" y="1728098"/>
                  <a:ext cx="201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79FA2D0-8DF3-6399-9806-E69460DE5B78}"/>
                    </a:ext>
                  </a:extLst>
                </p14:cNvPr>
                <p14:cNvContentPartPr/>
                <p14:nvPr/>
              </p14:nvContentPartPr>
              <p14:xfrm>
                <a:off x="1495025" y="1788218"/>
                <a:ext cx="20160" cy="170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79FA2D0-8DF3-6399-9806-E69460DE5B7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477025" y="1770218"/>
                  <a:ext cx="558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6A5DE247-E0F6-10A8-1E01-F79D4765F39A}"/>
              </a:ext>
            </a:extLst>
          </p:cNvPr>
          <p:cNvGrpSpPr/>
          <p:nvPr/>
        </p:nvGrpSpPr>
        <p:grpSpPr>
          <a:xfrm>
            <a:off x="140705" y="2347658"/>
            <a:ext cx="794160" cy="228960"/>
            <a:chOff x="140705" y="2347658"/>
            <a:chExt cx="79416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162EE0C-43C8-3F38-9099-F22C73E77A94}"/>
                    </a:ext>
                  </a:extLst>
                </p14:cNvPr>
                <p14:cNvContentPartPr/>
                <p14:nvPr/>
              </p14:nvContentPartPr>
              <p14:xfrm>
                <a:off x="140705" y="2475458"/>
                <a:ext cx="227160" cy="1011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162EE0C-43C8-3F38-9099-F22C73E77A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3065" y="2457458"/>
                  <a:ext cx="262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224B337-908E-E694-92C1-49376B319D4A}"/>
                    </a:ext>
                  </a:extLst>
                </p14:cNvPr>
                <p14:cNvContentPartPr/>
                <p14:nvPr/>
              </p14:nvContentPartPr>
              <p14:xfrm>
                <a:off x="428345" y="2443418"/>
                <a:ext cx="76320" cy="968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224B337-908E-E694-92C1-49376B319D4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10705" y="2425778"/>
                  <a:ext cx="111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33EBB26-A8C3-000B-7C03-59CDD45BC411}"/>
                    </a:ext>
                  </a:extLst>
                </p14:cNvPr>
                <p14:cNvContentPartPr/>
                <p14:nvPr/>
              </p14:nvContentPartPr>
              <p14:xfrm>
                <a:off x="563705" y="2408138"/>
                <a:ext cx="89640" cy="85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33EBB26-A8C3-000B-7C03-59CDD45BC41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45705" y="2390498"/>
                  <a:ext cx="125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3423F0F-56F5-1F76-0E18-B9FE224CC597}"/>
                    </a:ext>
                  </a:extLst>
                </p14:cNvPr>
                <p14:cNvContentPartPr/>
                <p14:nvPr/>
              </p14:nvContentPartPr>
              <p14:xfrm>
                <a:off x="709505" y="2384378"/>
                <a:ext cx="65520" cy="100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3423F0F-56F5-1F76-0E18-B9FE224CC59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91505" y="2366738"/>
                  <a:ext cx="101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3EA789E-DBD7-851F-532C-124218A3B046}"/>
                    </a:ext>
                  </a:extLst>
                </p14:cNvPr>
                <p14:cNvContentPartPr/>
                <p14:nvPr/>
              </p14:nvContentPartPr>
              <p14:xfrm>
                <a:off x="859985" y="2347658"/>
                <a:ext cx="74880" cy="198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3EA789E-DBD7-851F-532C-124218A3B04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41985" y="2330018"/>
                  <a:ext cx="11052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A489CDB-FA72-2ED2-D65D-141CB7F2D9A6}"/>
              </a:ext>
            </a:extLst>
          </p:cNvPr>
          <p:cNvGrpSpPr/>
          <p:nvPr/>
        </p:nvGrpSpPr>
        <p:grpSpPr>
          <a:xfrm>
            <a:off x="178865" y="2744738"/>
            <a:ext cx="743760" cy="286200"/>
            <a:chOff x="178865" y="2744738"/>
            <a:chExt cx="74376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28946A7-CD86-E720-DC25-E845A996897C}"/>
                    </a:ext>
                  </a:extLst>
                </p14:cNvPr>
                <p14:cNvContentPartPr/>
                <p14:nvPr/>
              </p14:nvContentPartPr>
              <p14:xfrm>
                <a:off x="178865" y="2884418"/>
                <a:ext cx="222480" cy="1465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28946A7-CD86-E720-DC25-E845A996897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61225" y="2866778"/>
                  <a:ext cx="2581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4E2B7C7-1EC7-39FB-E884-42BEFD4A8159}"/>
                    </a:ext>
                  </a:extLst>
                </p14:cNvPr>
                <p14:cNvContentPartPr/>
                <p14:nvPr/>
              </p14:nvContentPartPr>
              <p14:xfrm>
                <a:off x="468305" y="2865698"/>
                <a:ext cx="79560" cy="111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4E2B7C7-1EC7-39FB-E884-42BEFD4A815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50665" y="2848058"/>
                  <a:ext cx="115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BAE761C-3FA3-F306-388C-A59A347B9558}"/>
                    </a:ext>
                  </a:extLst>
                </p14:cNvPr>
                <p14:cNvContentPartPr/>
                <p14:nvPr/>
              </p14:nvContentPartPr>
              <p14:xfrm>
                <a:off x="575225" y="2789738"/>
                <a:ext cx="47520" cy="1342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BAE761C-3FA3-F306-388C-A59A347B955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557225" y="2772098"/>
                  <a:ext cx="83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B09C4E9-B08C-48B6-CD4F-F0D0D893849E}"/>
                    </a:ext>
                  </a:extLst>
                </p14:cNvPr>
                <p14:cNvContentPartPr/>
                <p14:nvPr/>
              </p14:nvContentPartPr>
              <p14:xfrm>
                <a:off x="688985" y="2789018"/>
                <a:ext cx="82080" cy="146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B09C4E9-B08C-48B6-CD4F-F0D0D893849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71345" y="2771378"/>
                  <a:ext cx="117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9FF7103-3313-934C-7ABF-56B6F8057D3B}"/>
                    </a:ext>
                  </a:extLst>
                </p14:cNvPr>
                <p14:cNvContentPartPr/>
                <p14:nvPr/>
              </p14:nvContentPartPr>
              <p14:xfrm>
                <a:off x="858185" y="2744738"/>
                <a:ext cx="64440" cy="1767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9FF7103-3313-934C-7ABF-56B6F8057D3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40185" y="2726738"/>
                  <a:ext cx="1000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43AA716-B17E-5D49-EE62-D2ABB47F8859}"/>
              </a:ext>
            </a:extLst>
          </p:cNvPr>
          <p:cNvGrpSpPr/>
          <p:nvPr/>
        </p:nvGrpSpPr>
        <p:grpSpPr>
          <a:xfrm>
            <a:off x="330785" y="3290138"/>
            <a:ext cx="216000" cy="198720"/>
            <a:chOff x="330785" y="3290138"/>
            <a:chExt cx="21600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87FE53E-A041-3FB5-DA03-C565BB9DC9F5}"/>
                    </a:ext>
                  </a:extLst>
                </p14:cNvPr>
                <p14:cNvContentPartPr/>
                <p14:nvPr/>
              </p14:nvContentPartPr>
              <p14:xfrm>
                <a:off x="359945" y="3313538"/>
                <a:ext cx="83880" cy="175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87FE53E-A041-3FB5-DA03-C565BB9DC9F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42305" y="3295898"/>
                  <a:ext cx="119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C602C06-D0A7-6353-980C-D36ED32A025B}"/>
                    </a:ext>
                  </a:extLst>
                </p14:cNvPr>
                <p14:cNvContentPartPr/>
                <p14:nvPr/>
              </p14:nvContentPartPr>
              <p14:xfrm>
                <a:off x="330785" y="3290138"/>
                <a:ext cx="216000" cy="118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C602C06-D0A7-6353-980C-D36ED32A025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3145" y="3272498"/>
                  <a:ext cx="25164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DF1BAFB9-C673-319F-1B6F-4D04C3005FCF}"/>
              </a:ext>
            </a:extLst>
          </p:cNvPr>
          <p:cNvGrpSpPr/>
          <p:nvPr/>
        </p:nvGrpSpPr>
        <p:grpSpPr>
          <a:xfrm>
            <a:off x="207305" y="3695498"/>
            <a:ext cx="1006560" cy="616320"/>
            <a:chOff x="207305" y="3695498"/>
            <a:chExt cx="100656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55236E5-09FF-1B30-CF94-AE021A475EB3}"/>
                    </a:ext>
                  </a:extLst>
                </p14:cNvPr>
                <p14:cNvContentPartPr/>
                <p14:nvPr/>
              </p14:nvContentPartPr>
              <p14:xfrm>
                <a:off x="251945" y="3716738"/>
                <a:ext cx="64440" cy="1926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55236E5-09FF-1B30-CF94-AE021A475EB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34305" y="3698738"/>
                  <a:ext cx="100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4BEB01B-D5A2-EA01-D1A0-44BB12F986DA}"/>
                    </a:ext>
                  </a:extLst>
                </p14:cNvPr>
                <p14:cNvContentPartPr/>
                <p14:nvPr/>
              </p14:nvContentPartPr>
              <p14:xfrm>
                <a:off x="232865" y="3695498"/>
                <a:ext cx="333720" cy="1317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4BEB01B-D5A2-EA01-D1A0-44BB12F986D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14865" y="3677858"/>
                  <a:ext cx="369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9DD9AB4-C9BC-61E3-4279-04257537F744}"/>
                    </a:ext>
                  </a:extLst>
                </p14:cNvPr>
                <p14:cNvContentPartPr/>
                <p14:nvPr/>
              </p14:nvContentPartPr>
              <p14:xfrm>
                <a:off x="613385" y="3704858"/>
                <a:ext cx="78840" cy="116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9DD9AB4-C9BC-61E3-4279-04257537F74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95745" y="3687218"/>
                  <a:ext cx="114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91A2C3D-DA4B-FA88-0B4D-0DFC93FA5542}"/>
                    </a:ext>
                  </a:extLst>
                </p14:cNvPr>
                <p14:cNvContentPartPr/>
                <p14:nvPr/>
              </p14:nvContentPartPr>
              <p14:xfrm>
                <a:off x="207305" y="4108778"/>
                <a:ext cx="76320" cy="2030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91A2C3D-DA4B-FA88-0B4D-0DFC93FA554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89305" y="4090778"/>
                  <a:ext cx="111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3BD921E-D214-0099-7495-9E71DEA7E76B}"/>
                    </a:ext>
                  </a:extLst>
                </p14:cNvPr>
                <p14:cNvContentPartPr/>
                <p14:nvPr/>
              </p14:nvContentPartPr>
              <p14:xfrm>
                <a:off x="339065" y="4167818"/>
                <a:ext cx="160200" cy="810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3BD921E-D214-0099-7495-9E71DEA7E76B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21425" y="4150178"/>
                  <a:ext cx="195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D78E606-DF75-20E3-55A6-9E6CD8A751A4}"/>
                    </a:ext>
                  </a:extLst>
                </p14:cNvPr>
                <p14:cNvContentPartPr/>
                <p14:nvPr/>
              </p14:nvContentPartPr>
              <p14:xfrm>
                <a:off x="517265" y="4096538"/>
                <a:ext cx="110880" cy="116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D78E606-DF75-20E3-55A6-9E6CD8A751A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99265" y="4078898"/>
                  <a:ext cx="146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84F87CD-837A-1783-520A-604B362C7422}"/>
                    </a:ext>
                  </a:extLst>
                </p14:cNvPr>
                <p14:cNvContentPartPr/>
                <p14:nvPr/>
              </p14:nvContentPartPr>
              <p14:xfrm>
                <a:off x="708785" y="3989618"/>
                <a:ext cx="68040" cy="2786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84F87CD-837A-1783-520A-604B362C742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91145" y="3971978"/>
                  <a:ext cx="103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8AA9468-D68F-2CE3-4881-BA137F009C77}"/>
                    </a:ext>
                  </a:extLst>
                </p14:cNvPr>
                <p14:cNvContentPartPr/>
                <p14:nvPr/>
              </p14:nvContentPartPr>
              <p14:xfrm>
                <a:off x="716705" y="4081418"/>
                <a:ext cx="253440" cy="145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8AA9468-D68F-2CE3-4881-BA137F009C7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98705" y="4063418"/>
                  <a:ext cx="289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F3D44EB-3393-B7ED-BDCD-81816A4842CD}"/>
                    </a:ext>
                  </a:extLst>
                </p14:cNvPr>
                <p14:cNvContentPartPr/>
                <p14:nvPr/>
              </p14:nvContentPartPr>
              <p14:xfrm>
                <a:off x="1025585" y="4031738"/>
                <a:ext cx="53280" cy="1227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F3D44EB-3393-B7ED-BDCD-81816A4842CD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07945" y="4014098"/>
                  <a:ext cx="88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7CA61B0-8D89-5E0A-E479-EE1AF877B45E}"/>
                    </a:ext>
                  </a:extLst>
                </p14:cNvPr>
                <p14:cNvContentPartPr/>
                <p14:nvPr/>
              </p14:nvContentPartPr>
              <p14:xfrm>
                <a:off x="1124225" y="4017338"/>
                <a:ext cx="89640" cy="114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7CA61B0-8D89-5E0A-E479-EE1AF877B45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06225" y="3999338"/>
                  <a:ext cx="1252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4346525-8E18-E440-C61A-C9FBBB308E5E}"/>
              </a:ext>
            </a:extLst>
          </p:cNvPr>
          <p:cNvGrpSpPr/>
          <p:nvPr/>
        </p:nvGrpSpPr>
        <p:grpSpPr>
          <a:xfrm>
            <a:off x="2510225" y="2283218"/>
            <a:ext cx="848880" cy="149400"/>
            <a:chOff x="2510225" y="2283218"/>
            <a:chExt cx="84888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9B10A20-096E-47A1-2572-21752D99603B}"/>
                    </a:ext>
                  </a:extLst>
                </p14:cNvPr>
                <p14:cNvContentPartPr/>
                <p14:nvPr/>
              </p14:nvContentPartPr>
              <p14:xfrm>
                <a:off x="2510225" y="2375378"/>
                <a:ext cx="91800" cy="244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9B10A20-096E-47A1-2572-21752D99603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492225" y="2357378"/>
                  <a:ext cx="127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0A7F957-E024-4A20-AAC0-DC517F80A5C1}"/>
                    </a:ext>
                  </a:extLst>
                </p14:cNvPr>
                <p14:cNvContentPartPr/>
                <p14:nvPr/>
              </p14:nvContentPartPr>
              <p14:xfrm>
                <a:off x="2566385" y="2319938"/>
                <a:ext cx="11880" cy="1126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0A7F957-E024-4A20-AAC0-DC517F80A5C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548745" y="2302298"/>
                  <a:ext cx="47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937335B-DBB1-7319-E248-D439B19226F2}"/>
                    </a:ext>
                  </a:extLst>
                </p14:cNvPr>
                <p14:cNvContentPartPr/>
                <p14:nvPr/>
              </p14:nvContentPartPr>
              <p14:xfrm>
                <a:off x="2694905" y="2340818"/>
                <a:ext cx="107280" cy="298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937335B-DBB1-7319-E248-D439B19226F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676905" y="2323178"/>
                  <a:ext cx="142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8977E5B-3A24-D1CC-A952-A1E36A2B5BAD}"/>
                    </a:ext>
                  </a:extLst>
                </p14:cNvPr>
                <p14:cNvContentPartPr/>
                <p14:nvPr/>
              </p14:nvContentPartPr>
              <p14:xfrm>
                <a:off x="2759705" y="2320298"/>
                <a:ext cx="20520" cy="66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8977E5B-3A24-D1CC-A952-A1E36A2B5BA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741705" y="2302658"/>
                  <a:ext cx="56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AB3EDFE-8E20-4B81-7547-DAB846FD8729}"/>
                    </a:ext>
                  </a:extLst>
                </p14:cNvPr>
                <p14:cNvContentPartPr/>
                <p14:nvPr/>
              </p14:nvContentPartPr>
              <p14:xfrm>
                <a:off x="2883905" y="2321018"/>
                <a:ext cx="75240" cy="190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AB3EDFE-8E20-4B81-7547-DAB846FD8729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865905" y="2303378"/>
                  <a:ext cx="110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31CFE69-A228-FC77-1F7F-42FAA7301CF5}"/>
                    </a:ext>
                  </a:extLst>
                </p14:cNvPr>
                <p14:cNvContentPartPr/>
                <p14:nvPr/>
              </p14:nvContentPartPr>
              <p14:xfrm>
                <a:off x="2933585" y="2283218"/>
                <a:ext cx="15120" cy="100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31CFE69-A228-FC77-1F7F-42FAA7301CF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915945" y="2265578"/>
                  <a:ext cx="50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A68AE44-36F8-8AAE-38D6-2EB8F07E79FF}"/>
                    </a:ext>
                  </a:extLst>
                </p14:cNvPr>
                <p14:cNvContentPartPr/>
                <p14:nvPr/>
              </p14:nvContentPartPr>
              <p14:xfrm>
                <a:off x="3081545" y="2331458"/>
                <a:ext cx="85680" cy="111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A68AE44-36F8-8AAE-38D6-2EB8F07E79F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063545" y="2313818"/>
                  <a:ext cx="121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1D41F82-42FB-1E1C-3944-6D09B8AD983D}"/>
                    </a:ext>
                  </a:extLst>
                </p14:cNvPr>
                <p14:cNvContentPartPr/>
                <p14:nvPr/>
              </p14:nvContentPartPr>
              <p14:xfrm>
                <a:off x="3134465" y="2314178"/>
                <a:ext cx="3240" cy="101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1D41F82-42FB-1E1C-3944-6D09B8AD983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116825" y="2296178"/>
                  <a:ext cx="3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C8E914B-7410-0759-DDE6-14C4137C9018}"/>
                    </a:ext>
                  </a:extLst>
                </p14:cNvPr>
                <p14:cNvContentPartPr/>
                <p14:nvPr/>
              </p14:nvContentPartPr>
              <p14:xfrm>
                <a:off x="3279185" y="2335418"/>
                <a:ext cx="79920" cy="10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C8E914B-7410-0759-DDE6-14C4137C901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261545" y="2317418"/>
                  <a:ext cx="115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F2B6E13-76B4-02F1-6319-1F0A6383F379}"/>
                    </a:ext>
                  </a:extLst>
                </p14:cNvPr>
                <p14:cNvContentPartPr/>
                <p14:nvPr/>
              </p14:nvContentPartPr>
              <p14:xfrm>
                <a:off x="3306905" y="2318498"/>
                <a:ext cx="3240" cy="69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F2B6E13-76B4-02F1-6319-1F0A6383F37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289265" y="2300498"/>
                  <a:ext cx="388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182AEEFF-1498-EAC4-8C75-F9258B5DB393}"/>
              </a:ext>
            </a:extLst>
          </p:cNvPr>
          <p:cNvGrpSpPr/>
          <p:nvPr/>
        </p:nvGrpSpPr>
        <p:grpSpPr>
          <a:xfrm>
            <a:off x="2713625" y="1101698"/>
            <a:ext cx="717480" cy="501120"/>
            <a:chOff x="2713625" y="1101698"/>
            <a:chExt cx="71748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9BFA553-4CBE-6EE1-B47B-EC46202A22DE}"/>
                    </a:ext>
                  </a:extLst>
                </p14:cNvPr>
                <p14:cNvContentPartPr/>
                <p14:nvPr/>
              </p14:nvContentPartPr>
              <p14:xfrm>
                <a:off x="2713625" y="1101698"/>
                <a:ext cx="153000" cy="4273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9BFA553-4CBE-6EE1-B47B-EC46202A22D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695625" y="1083698"/>
                  <a:ext cx="1886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B6C83B7-E219-1887-D0A4-4A4E24F34C7C}"/>
                    </a:ext>
                  </a:extLst>
                </p14:cNvPr>
                <p14:cNvContentPartPr/>
                <p14:nvPr/>
              </p14:nvContentPartPr>
              <p14:xfrm>
                <a:off x="2987585" y="1300418"/>
                <a:ext cx="249840" cy="66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B6C83B7-E219-1887-D0A4-4A4E24F34C7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969585" y="1282778"/>
                  <a:ext cx="285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6F63D2D-4AF6-4A23-F995-DAF999A82C94}"/>
                    </a:ext>
                  </a:extLst>
                </p14:cNvPr>
                <p14:cNvContentPartPr/>
                <p14:nvPr/>
              </p14:nvContentPartPr>
              <p14:xfrm>
                <a:off x="3266945" y="1114298"/>
                <a:ext cx="164160" cy="4885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6F63D2D-4AF6-4A23-F995-DAF999A82C94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249305" y="1096298"/>
                  <a:ext cx="199800" cy="52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D6601BE-D0D0-1010-7CDB-6198833DF3A3}"/>
              </a:ext>
            </a:extLst>
          </p:cNvPr>
          <p:cNvGrpSpPr/>
          <p:nvPr/>
        </p:nvGrpSpPr>
        <p:grpSpPr>
          <a:xfrm>
            <a:off x="3663305" y="5567138"/>
            <a:ext cx="6082920" cy="1008360"/>
            <a:chOff x="3663305" y="5567138"/>
            <a:chExt cx="6082920" cy="10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B90A3EC-1397-BAA1-9C6D-75533F7E414A}"/>
                    </a:ext>
                  </a:extLst>
                </p14:cNvPr>
                <p14:cNvContentPartPr/>
                <p14:nvPr/>
              </p14:nvContentPartPr>
              <p14:xfrm>
                <a:off x="4283945" y="5927858"/>
                <a:ext cx="100080" cy="5086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B90A3EC-1397-BAA1-9C6D-75533F7E414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265945" y="5910218"/>
                  <a:ext cx="1357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866A74D-011E-B6CA-8CDB-4E9CF711D05C}"/>
                    </a:ext>
                  </a:extLst>
                </p14:cNvPr>
                <p14:cNvContentPartPr/>
                <p14:nvPr/>
              </p14:nvContentPartPr>
              <p14:xfrm>
                <a:off x="4233905" y="5932538"/>
                <a:ext cx="169920" cy="666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866A74D-011E-B6CA-8CDB-4E9CF711D05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216265" y="5914898"/>
                  <a:ext cx="205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544239F-6939-5D8F-82A1-189B40009C8C}"/>
                    </a:ext>
                  </a:extLst>
                </p14:cNvPr>
                <p14:cNvContentPartPr/>
                <p14:nvPr/>
              </p14:nvContentPartPr>
              <p14:xfrm>
                <a:off x="4342985" y="6147098"/>
                <a:ext cx="109800" cy="66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544239F-6939-5D8F-82A1-189B40009C8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325345" y="6129458"/>
                  <a:ext cx="1454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3265F8E-D82E-5B21-16AD-1A61F26E6BB1}"/>
                    </a:ext>
                  </a:extLst>
                </p14:cNvPr>
                <p14:cNvContentPartPr/>
                <p14:nvPr/>
              </p14:nvContentPartPr>
              <p14:xfrm>
                <a:off x="4398425" y="6292178"/>
                <a:ext cx="148680" cy="62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3265F8E-D82E-5B21-16AD-1A61F26E6BB1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380785" y="6274538"/>
                  <a:ext cx="184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A38A815-7D3B-909E-9D40-53E6D9B1AFD3}"/>
                    </a:ext>
                  </a:extLst>
                </p14:cNvPr>
                <p14:cNvContentPartPr/>
                <p14:nvPr/>
              </p14:nvContentPartPr>
              <p14:xfrm>
                <a:off x="4647905" y="6182378"/>
                <a:ext cx="228240" cy="171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A38A815-7D3B-909E-9D40-53E6D9B1AFD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629905" y="6164378"/>
                  <a:ext cx="263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349CB8C-6E22-1B75-0069-CD6E24E9753A}"/>
                    </a:ext>
                  </a:extLst>
                </p14:cNvPr>
                <p14:cNvContentPartPr/>
                <p14:nvPr/>
              </p14:nvContentPartPr>
              <p14:xfrm>
                <a:off x="4927625" y="6030098"/>
                <a:ext cx="306360" cy="2656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349CB8C-6E22-1B75-0069-CD6E24E9753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909985" y="6012458"/>
                  <a:ext cx="3420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FE8162F-776B-055C-E5B3-F9CF96C133F1}"/>
                    </a:ext>
                  </a:extLst>
                </p14:cNvPr>
                <p14:cNvContentPartPr/>
                <p14:nvPr/>
              </p14:nvContentPartPr>
              <p14:xfrm>
                <a:off x="5367545" y="6170498"/>
                <a:ext cx="196560" cy="1825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FE8162F-776B-055C-E5B3-F9CF96C133F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349545" y="6152498"/>
                  <a:ext cx="232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9E471D8-406F-7D56-0D00-4B92479F1032}"/>
                    </a:ext>
                  </a:extLst>
                </p14:cNvPr>
                <p14:cNvContentPartPr/>
                <p14:nvPr/>
              </p14:nvContentPartPr>
              <p14:xfrm>
                <a:off x="5628185" y="6143498"/>
                <a:ext cx="193320" cy="1123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9E471D8-406F-7D56-0D00-4B92479F103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610545" y="6125498"/>
                  <a:ext cx="228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C19666B-7818-BEE2-BE59-70BD0379E775}"/>
                    </a:ext>
                  </a:extLst>
                </p14:cNvPr>
                <p14:cNvContentPartPr/>
                <p14:nvPr/>
              </p14:nvContentPartPr>
              <p14:xfrm>
                <a:off x="5892065" y="6105698"/>
                <a:ext cx="68400" cy="1951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C19666B-7818-BEE2-BE59-70BD0379E77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74425" y="6087698"/>
                  <a:ext cx="104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97003DE-AC98-20BA-5525-B59231AEC116}"/>
                    </a:ext>
                  </a:extLst>
                </p14:cNvPr>
                <p14:cNvContentPartPr/>
                <p14:nvPr/>
              </p14:nvContentPartPr>
              <p14:xfrm>
                <a:off x="6046145" y="6084818"/>
                <a:ext cx="116640" cy="1893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97003DE-AC98-20BA-5525-B59231AEC11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028145" y="6067178"/>
                  <a:ext cx="152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F09B82E-F03F-8530-00B4-DBF0DA10006D}"/>
                    </a:ext>
                  </a:extLst>
                </p14:cNvPr>
                <p14:cNvContentPartPr/>
                <p14:nvPr/>
              </p14:nvContentPartPr>
              <p14:xfrm>
                <a:off x="6314705" y="6087338"/>
                <a:ext cx="451080" cy="177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F09B82E-F03F-8530-00B4-DBF0DA10006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297065" y="6069698"/>
                  <a:ext cx="486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74206CF-C5B2-ECC1-7E3D-3B153F2204FA}"/>
                    </a:ext>
                  </a:extLst>
                </p14:cNvPr>
                <p14:cNvContentPartPr/>
                <p14:nvPr/>
              </p14:nvContentPartPr>
              <p14:xfrm>
                <a:off x="6872345" y="6054218"/>
                <a:ext cx="395280" cy="190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74206CF-C5B2-ECC1-7E3D-3B153F2204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854705" y="6036218"/>
                  <a:ext cx="430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1898AC9-38F3-0320-4FF6-DBBCF792930E}"/>
                    </a:ext>
                  </a:extLst>
                </p14:cNvPr>
                <p14:cNvContentPartPr/>
                <p14:nvPr/>
              </p14:nvContentPartPr>
              <p14:xfrm>
                <a:off x="7434665" y="5870978"/>
                <a:ext cx="100080" cy="4219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1898AC9-38F3-0320-4FF6-DBBCF792930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417025" y="5852978"/>
                  <a:ext cx="13572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F7C22A5-470C-C7E3-CCFE-96C03FD5FF26}"/>
                    </a:ext>
                  </a:extLst>
                </p14:cNvPr>
                <p14:cNvContentPartPr/>
                <p14:nvPr/>
              </p14:nvContentPartPr>
              <p14:xfrm>
                <a:off x="7351865" y="6028658"/>
                <a:ext cx="286200" cy="1065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F7C22A5-470C-C7E3-CCFE-96C03FD5FF2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334225" y="6011018"/>
                  <a:ext cx="321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7CCE4F2-4476-21B6-ACB8-C963D4A06621}"/>
                    </a:ext>
                  </a:extLst>
                </p14:cNvPr>
                <p14:cNvContentPartPr/>
                <p14:nvPr/>
              </p14:nvContentPartPr>
              <p14:xfrm>
                <a:off x="3663305" y="5567138"/>
                <a:ext cx="4811760" cy="2059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7CCE4F2-4476-21B6-ACB8-C963D4A0662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645665" y="5549138"/>
                  <a:ext cx="4847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1E02E5D-C9F6-FBCC-F7DC-059E1C928A50}"/>
                    </a:ext>
                  </a:extLst>
                </p14:cNvPr>
                <p14:cNvContentPartPr/>
                <p14:nvPr/>
              </p14:nvContentPartPr>
              <p14:xfrm>
                <a:off x="7840385" y="6011378"/>
                <a:ext cx="438480" cy="1544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1E02E5D-C9F6-FBCC-F7DC-059E1C928A5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822745" y="5993738"/>
                  <a:ext cx="474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76DCDCD-5A64-7E57-506B-A9BE5BA42323}"/>
                    </a:ext>
                  </a:extLst>
                </p14:cNvPr>
                <p14:cNvContentPartPr/>
                <p14:nvPr/>
              </p14:nvContentPartPr>
              <p14:xfrm>
                <a:off x="8403785" y="6040178"/>
                <a:ext cx="72360" cy="943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76DCDCD-5A64-7E57-506B-A9BE5BA42323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385785" y="6022538"/>
                  <a:ext cx="108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A037AD4-C95D-2DC3-C731-22C58ED23703}"/>
                    </a:ext>
                  </a:extLst>
                </p14:cNvPr>
                <p14:cNvContentPartPr/>
                <p14:nvPr/>
              </p14:nvContentPartPr>
              <p14:xfrm>
                <a:off x="8566505" y="5860538"/>
                <a:ext cx="141120" cy="3225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A037AD4-C95D-2DC3-C731-22C58ED2370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548505" y="5842898"/>
                  <a:ext cx="1767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AC71A68-2BCD-6081-920E-337F6ED4FEB4}"/>
                    </a:ext>
                  </a:extLst>
                </p14:cNvPr>
                <p14:cNvContentPartPr/>
                <p14:nvPr/>
              </p14:nvContentPartPr>
              <p14:xfrm>
                <a:off x="8778185" y="5932898"/>
                <a:ext cx="136080" cy="181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AC71A68-2BCD-6081-920E-337F6ED4FEB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760545" y="5915258"/>
                  <a:ext cx="171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E6A35EF-7B0C-6FA1-C140-8DFA49D8C0AD}"/>
                    </a:ext>
                  </a:extLst>
                </p14:cNvPr>
                <p14:cNvContentPartPr/>
                <p14:nvPr/>
              </p14:nvContentPartPr>
              <p14:xfrm>
                <a:off x="8478665" y="5593418"/>
                <a:ext cx="837000" cy="284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E6A35EF-7B0C-6FA1-C140-8DFA49D8C0A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461025" y="5575778"/>
                  <a:ext cx="872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0536579-6832-DB98-BE8A-89BF9546B182}"/>
                    </a:ext>
                  </a:extLst>
                </p14:cNvPr>
                <p14:cNvContentPartPr/>
                <p14:nvPr/>
              </p14:nvContentPartPr>
              <p14:xfrm>
                <a:off x="3969665" y="5575058"/>
                <a:ext cx="5776560" cy="10004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0536579-6832-DB98-BE8A-89BF9546B18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951665" y="5557418"/>
                  <a:ext cx="581220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6FCCDA0-673F-D755-D405-3225FB991FC1}"/>
                    </a:ext>
                  </a:extLst>
                </p14:cNvPr>
                <p14:cNvContentPartPr/>
                <p14:nvPr/>
              </p14:nvContentPartPr>
              <p14:xfrm>
                <a:off x="3926825" y="5654618"/>
                <a:ext cx="69840" cy="8078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6FCCDA0-673F-D755-D405-3225FB991FC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908825" y="5636978"/>
                  <a:ext cx="105480" cy="84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3005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5979E-6585-1DA1-D3D1-D5B177A2D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48C88F-7D04-861A-1379-5268E69917A0}"/>
              </a:ext>
            </a:extLst>
          </p:cNvPr>
          <p:cNvGrpSpPr/>
          <p:nvPr/>
        </p:nvGrpSpPr>
        <p:grpSpPr>
          <a:xfrm>
            <a:off x="2404904" y="1178946"/>
            <a:ext cx="2019960" cy="426240"/>
            <a:chOff x="2404904" y="1178946"/>
            <a:chExt cx="20199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14:cNvPr>
                <p14:cNvContentPartPr/>
                <p14:nvPr/>
              </p14:nvContentPartPr>
              <p14:xfrm>
                <a:off x="2407424" y="1231866"/>
                <a:ext cx="72000" cy="37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B0FDE0-1A33-94D2-33BA-F8D48790E3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89784" y="1213866"/>
                  <a:ext cx="1076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14:cNvPr>
                <p14:cNvContentPartPr/>
                <p14:nvPr/>
              </p14:nvContentPartPr>
              <p14:xfrm>
                <a:off x="2404904" y="1238346"/>
                <a:ext cx="143640" cy="15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4ACC42-4193-DAF9-0983-5F8042DEC3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86904" y="1220706"/>
                  <a:ext cx="17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14:cNvPr>
                <p14:cNvContentPartPr/>
                <p14:nvPr/>
              </p14:nvContentPartPr>
              <p14:xfrm>
                <a:off x="2628824" y="1416906"/>
                <a:ext cx="147960" cy="4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82EB6C-06BC-94DC-72AB-7EB9B4BBA5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1184" y="1399266"/>
                  <a:ext cx="183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14:cNvPr>
                <p14:cNvContentPartPr/>
                <p14:nvPr/>
              </p14:nvContentPartPr>
              <p14:xfrm>
                <a:off x="2953184" y="1259946"/>
                <a:ext cx="416880" cy="227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392BD3-0926-BEEB-F714-3AAFB04C30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5544" y="1241946"/>
                  <a:ext cx="452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14:cNvPr>
                <p14:cNvContentPartPr/>
                <p14:nvPr/>
              </p14:nvContentPartPr>
              <p14:xfrm>
                <a:off x="3405704" y="1293066"/>
                <a:ext cx="148680" cy="13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5F3BB8F-EFA2-EAC3-8003-487E5EE730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87704" y="1275066"/>
                  <a:ext cx="184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14:cNvPr>
                <p14:cNvContentPartPr/>
                <p14:nvPr/>
              </p14:nvContentPartPr>
              <p14:xfrm>
                <a:off x="3630704" y="1311426"/>
                <a:ext cx="176760" cy="11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FC8B06-A242-0EDE-B6DA-07D74E737F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13064" y="1293786"/>
                  <a:ext cx="212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14:cNvPr>
                <p14:cNvContentPartPr/>
                <p14:nvPr/>
              </p14:nvContentPartPr>
              <p14:xfrm>
                <a:off x="3850304" y="1322946"/>
                <a:ext cx="196920" cy="13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20072D7-8574-B96A-C648-E8CB55D0FF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32304" y="1305306"/>
                  <a:ext cx="232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14:cNvPr>
                <p14:cNvContentPartPr/>
                <p14:nvPr/>
              </p14:nvContentPartPr>
              <p14:xfrm>
                <a:off x="4140104" y="1178946"/>
                <a:ext cx="284760" cy="33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02D4A2-2C20-751F-B2BF-A3AD387653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22104" y="1161306"/>
                  <a:ext cx="32040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A8B64B-AF42-8C08-B164-8180D2DBE29B}"/>
              </a:ext>
            </a:extLst>
          </p:cNvPr>
          <p:cNvGrpSpPr/>
          <p:nvPr/>
        </p:nvGrpSpPr>
        <p:grpSpPr>
          <a:xfrm>
            <a:off x="7476944" y="1077786"/>
            <a:ext cx="1220760" cy="299520"/>
            <a:chOff x="7476944" y="1077786"/>
            <a:chExt cx="122076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14:cNvPr>
                <p14:cNvContentPartPr/>
                <p14:nvPr/>
              </p14:nvContentPartPr>
              <p14:xfrm>
                <a:off x="7476944" y="1124946"/>
                <a:ext cx="11520" cy="25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175D515-4A09-CD87-0168-D3954F7E38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59304" y="1106946"/>
                  <a:ext cx="47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14:cNvPr>
                <p14:cNvContentPartPr/>
                <p14:nvPr/>
              </p14:nvContentPartPr>
              <p14:xfrm>
                <a:off x="7494224" y="1108746"/>
                <a:ext cx="230400" cy="20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0A4F6C-7D6B-9284-3A2A-BB06DF5E2B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76224" y="1091106"/>
                  <a:ext cx="266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14:cNvPr>
                <p14:cNvContentPartPr/>
                <p14:nvPr/>
              </p14:nvContentPartPr>
              <p14:xfrm>
                <a:off x="7809224" y="1188306"/>
                <a:ext cx="145080" cy="2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4904EE-E9F0-126A-DF2B-41E912329A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91224" y="1170306"/>
                  <a:ext cx="180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14:cNvPr>
                <p14:cNvContentPartPr/>
                <p14:nvPr/>
              </p14:nvContentPartPr>
              <p14:xfrm>
                <a:off x="8176064" y="1077786"/>
                <a:ext cx="351360" cy="20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E1F607-548E-5493-DFEB-3EDB575800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58064" y="1060146"/>
                  <a:ext cx="387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14:cNvPr>
                <p14:cNvContentPartPr/>
                <p14:nvPr/>
              </p14:nvContentPartPr>
              <p14:xfrm>
                <a:off x="8587904" y="1158786"/>
                <a:ext cx="109800" cy="11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8D47C3-618C-94C8-0ADE-DEB46C9E88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69904" y="1141146"/>
                  <a:ext cx="1454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544D50F-B3DB-B038-E546-C7037B369F34}"/>
              </a:ext>
            </a:extLst>
          </p:cNvPr>
          <p:cNvGrpSpPr/>
          <p:nvPr/>
        </p:nvGrpSpPr>
        <p:grpSpPr>
          <a:xfrm>
            <a:off x="8796704" y="1064106"/>
            <a:ext cx="775080" cy="296640"/>
            <a:chOff x="8796704" y="1064106"/>
            <a:chExt cx="77508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14:cNvPr>
                <p14:cNvContentPartPr/>
                <p14:nvPr/>
              </p14:nvContentPartPr>
              <p14:xfrm>
                <a:off x="8796704" y="1161306"/>
                <a:ext cx="211680" cy="14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C32C6A-677F-D493-F219-1C99D46998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78704" y="1143306"/>
                  <a:ext cx="247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14:cNvPr>
                <p14:cNvContentPartPr/>
                <p14:nvPr/>
              </p14:nvContentPartPr>
              <p14:xfrm>
                <a:off x="9114224" y="1193346"/>
                <a:ext cx="171720" cy="11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7334AC-DE62-AEAB-F255-66FA7E30DD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96584" y="1175706"/>
                  <a:ext cx="207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14:cNvPr>
                <p14:cNvContentPartPr/>
                <p14:nvPr/>
              </p14:nvContentPartPr>
              <p14:xfrm>
                <a:off x="9348584" y="1064106"/>
                <a:ext cx="223200" cy="29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E2BA71-A638-CAAD-3D18-7191DC96CC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30944" y="1046466"/>
                  <a:ext cx="25884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B900D3E-D9DA-B2BD-B6C9-745E083EB56C}"/>
              </a:ext>
            </a:extLst>
          </p:cNvPr>
          <p:cNvGrpSpPr/>
          <p:nvPr/>
        </p:nvGrpSpPr>
        <p:grpSpPr>
          <a:xfrm>
            <a:off x="10011344" y="1106946"/>
            <a:ext cx="1443600" cy="244080"/>
            <a:chOff x="10011344" y="1106946"/>
            <a:chExt cx="144360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14:cNvPr>
                <p14:cNvContentPartPr/>
                <p14:nvPr/>
              </p14:nvContentPartPr>
              <p14:xfrm>
                <a:off x="10011344" y="1119546"/>
                <a:ext cx="28440" cy="19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445784-A0AA-E135-03E9-224CF2C430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3344" y="1101546"/>
                  <a:ext cx="64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14:cNvPr>
                <p14:cNvContentPartPr/>
                <p14:nvPr/>
              </p14:nvContentPartPr>
              <p14:xfrm>
                <a:off x="10044824" y="1106946"/>
                <a:ext cx="190800" cy="14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FD0614-934C-EA6D-AFCD-33A918E9ED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26824" y="1089306"/>
                  <a:ext cx="22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14:cNvPr>
                <p14:cNvContentPartPr/>
                <p14:nvPr/>
              </p14:nvContentPartPr>
              <p14:xfrm>
                <a:off x="10353704" y="1130346"/>
                <a:ext cx="153360" cy="16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1BCC09-4D1C-D6F9-F55D-97CEC92232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36064" y="1112346"/>
                  <a:ext cx="189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14:cNvPr>
                <p14:cNvContentPartPr/>
                <p14:nvPr/>
              </p14:nvContentPartPr>
              <p14:xfrm>
                <a:off x="10584464" y="1110546"/>
                <a:ext cx="9720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2D5717-CA52-074C-7A6A-C3CB70E5ED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66464" y="1092546"/>
                  <a:ext cx="132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14:cNvPr>
                <p14:cNvContentPartPr/>
                <p14:nvPr/>
              </p14:nvContentPartPr>
              <p14:xfrm>
                <a:off x="10786424" y="1157346"/>
                <a:ext cx="89640" cy="19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362941-D5CA-91E8-2A70-3A63E067EA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68424" y="1139706"/>
                  <a:ext cx="125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14:cNvPr>
                <p14:cNvContentPartPr/>
                <p14:nvPr/>
              </p14:nvContentPartPr>
              <p14:xfrm>
                <a:off x="10844744" y="1117026"/>
                <a:ext cx="107280" cy="4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262A9D-A6F1-4A98-3E95-0CE19F65DA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27104" y="1099026"/>
                  <a:ext cx="142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14:cNvPr>
                <p14:cNvContentPartPr/>
                <p14:nvPr/>
              </p14:nvContentPartPr>
              <p14:xfrm>
                <a:off x="10889384" y="1177146"/>
                <a:ext cx="163800" cy="5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55E5A8-4BA5-998B-3BB5-85634C547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1744" y="1159506"/>
                  <a:ext cx="199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14:cNvPr>
                <p14:cNvContentPartPr/>
                <p14:nvPr/>
              </p14:nvContentPartPr>
              <p14:xfrm>
                <a:off x="11087384" y="1130346"/>
                <a:ext cx="13320" cy="162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E01232-1563-A107-FA83-9432C627968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69384" y="1112346"/>
                  <a:ext cx="48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14:cNvPr>
                <p14:cNvContentPartPr/>
                <p14:nvPr/>
              </p14:nvContentPartPr>
              <p14:xfrm>
                <a:off x="11075864" y="1110906"/>
                <a:ext cx="42840" cy="86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E028C3-C4A8-B2CA-8FA3-8B9D2D0E7A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58224" y="1093266"/>
                  <a:ext cx="78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14:cNvPr>
                <p14:cNvContentPartPr/>
                <p14:nvPr/>
              </p14:nvContentPartPr>
              <p14:xfrm>
                <a:off x="11108264" y="1192626"/>
                <a:ext cx="66600" cy="91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B6B1AD-920D-9DBB-074C-86CD8404CF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90624" y="1174626"/>
                  <a:ext cx="10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14:cNvPr>
                <p14:cNvContentPartPr/>
                <p14:nvPr/>
              </p14:nvContentPartPr>
              <p14:xfrm>
                <a:off x="11237864" y="1150146"/>
                <a:ext cx="121320" cy="4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10EB21E-1FCD-03E6-6F3F-AF8FC2D9E3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20224" y="1132146"/>
                  <a:ext cx="156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14:cNvPr>
                <p14:cNvContentPartPr/>
                <p14:nvPr/>
              </p14:nvContentPartPr>
              <p14:xfrm>
                <a:off x="11321024" y="1172106"/>
                <a:ext cx="13320" cy="104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048433-2754-60F6-3C01-A82025291B1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03024" y="1154466"/>
                  <a:ext cx="48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14:cNvPr>
                <p14:cNvContentPartPr/>
                <p14:nvPr/>
              </p14:nvContentPartPr>
              <p14:xfrm>
                <a:off x="11444144" y="1304586"/>
                <a:ext cx="10800" cy="8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73DEAB-C446-DB89-37C4-C24A37BE677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426504" y="1286586"/>
                  <a:ext cx="4644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14:cNvPr>
              <p14:cNvContentPartPr/>
              <p14:nvPr/>
            </p14:nvContentPartPr>
            <p14:xfrm>
              <a:off x="1288184" y="2347506"/>
              <a:ext cx="3992400" cy="363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C9FC449-FC09-39CE-9A9F-6B0E3217FE1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70544" y="2329866"/>
                <a:ext cx="402804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F8BA89A4-D2BE-617A-D633-38B727EBCFB0}"/>
              </a:ext>
            </a:extLst>
          </p:cNvPr>
          <p:cNvGrpSpPr/>
          <p:nvPr/>
        </p:nvGrpSpPr>
        <p:grpSpPr>
          <a:xfrm>
            <a:off x="7449584" y="2266866"/>
            <a:ext cx="3632400" cy="2345040"/>
            <a:chOff x="7449584" y="2266866"/>
            <a:chExt cx="3632400" cy="23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14:cNvPr>
                <p14:cNvContentPartPr/>
                <p14:nvPr/>
              </p14:nvContentPartPr>
              <p14:xfrm>
                <a:off x="7449584" y="2266866"/>
                <a:ext cx="3511440" cy="143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653AD-3121-8EED-395F-3ADC9783536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31944" y="2248866"/>
                  <a:ext cx="3547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14:cNvPr>
                <p14:cNvContentPartPr/>
                <p14:nvPr/>
              </p14:nvContentPartPr>
              <p14:xfrm>
                <a:off x="8426624" y="4027626"/>
                <a:ext cx="9252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D50498-16E5-4220-329A-BE0F9497C5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08984" y="4009626"/>
                  <a:ext cx="128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14:cNvPr>
                <p14:cNvContentPartPr/>
                <p14:nvPr/>
              </p14:nvContentPartPr>
              <p14:xfrm>
                <a:off x="8415824" y="3970386"/>
                <a:ext cx="14580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F7711F9-01F0-2D8E-D5F0-6B175726B3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98184" y="3952386"/>
                  <a:ext cx="18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14:cNvPr>
                <p14:cNvContentPartPr/>
                <p14:nvPr/>
              </p14:nvContentPartPr>
              <p14:xfrm>
                <a:off x="8671064" y="4097106"/>
                <a:ext cx="13572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C0EE99-B51B-B562-94A0-366628FB98D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3064" y="4079466"/>
                  <a:ext cx="171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14:cNvPr>
                <p14:cNvContentPartPr/>
                <p14:nvPr/>
              </p14:nvContentPartPr>
              <p14:xfrm>
                <a:off x="8942504" y="4004226"/>
                <a:ext cx="174240" cy="186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6FC2DF-C278-813A-81A5-ADF545E144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24864" y="3986586"/>
                  <a:ext cx="209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14:cNvPr>
                <p14:cNvContentPartPr/>
                <p14:nvPr/>
              </p14:nvContentPartPr>
              <p14:xfrm>
                <a:off x="9204224" y="4075506"/>
                <a:ext cx="113760" cy="9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987FA7-A377-CFFB-99B9-FE39435841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86584" y="4057506"/>
                  <a:ext cx="149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14:cNvPr>
                <p14:cNvContentPartPr/>
                <p14:nvPr/>
              </p14:nvContentPartPr>
              <p14:xfrm>
                <a:off x="9419144" y="3929706"/>
                <a:ext cx="349920" cy="33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E9FDBFA-1DB7-8688-FC22-B4DC5ABCE2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01504" y="3911706"/>
                  <a:ext cx="385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14:cNvPr>
                <p14:cNvContentPartPr/>
                <p14:nvPr/>
              </p14:nvContentPartPr>
              <p14:xfrm>
                <a:off x="7484504" y="4538106"/>
                <a:ext cx="3597480" cy="34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62E724-877D-2062-4C72-ED1C356E32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66504" y="4520466"/>
                  <a:ext cx="3633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14:cNvPr>
                <p14:cNvContentPartPr/>
                <p14:nvPr/>
              </p14:nvContentPartPr>
              <p14:xfrm>
                <a:off x="7976984" y="2402946"/>
                <a:ext cx="386640" cy="56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6C7553-E32A-AF74-B599-CD1FBA362D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8984" y="2385306"/>
                  <a:ext cx="4222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14:cNvPr>
                <p14:cNvContentPartPr/>
                <p14:nvPr/>
              </p14:nvContentPartPr>
              <p14:xfrm>
                <a:off x="7787264" y="2535426"/>
                <a:ext cx="1144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FCD0D40-E62B-8A3A-CC0A-76EF625CF7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69624" y="2517426"/>
                  <a:ext cx="150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14:cNvPr>
                <p14:cNvContentPartPr/>
                <p14:nvPr/>
              </p14:nvContentPartPr>
              <p14:xfrm>
                <a:off x="10087664" y="2295306"/>
                <a:ext cx="495720" cy="509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A0E7EE-D8A9-5591-0ECE-2025375C7A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70024" y="2277666"/>
                  <a:ext cx="53136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14:cNvPr>
                <p14:cNvContentPartPr/>
                <p14:nvPr/>
              </p14:nvContentPartPr>
              <p14:xfrm>
                <a:off x="10447304" y="2398986"/>
                <a:ext cx="64800" cy="253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BA2B3CC-E874-8307-54F8-29A5272C50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29304" y="2381346"/>
                  <a:ext cx="100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14:cNvPr>
                <p14:cNvContentPartPr/>
                <p14:nvPr/>
              </p14:nvContentPartPr>
              <p14:xfrm>
                <a:off x="10439744" y="2442186"/>
                <a:ext cx="192960" cy="18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45B8FB-B9DE-889A-EEF3-7F7C781E28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1744" y="2424546"/>
                  <a:ext cx="228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14:cNvPr>
                <p14:cNvContentPartPr/>
                <p14:nvPr/>
              </p14:nvContentPartPr>
              <p14:xfrm>
                <a:off x="8536784" y="2572506"/>
                <a:ext cx="66600" cy="14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BBC5286-6C59-DB0D-986A-DA3B3A906E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8784" y="2554866"/>
                  <a:ext cx="102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14:cNvPr>
                <p14:cNvContentPartPr/>
                <p14:nvPr/>
              </p14:nvContentPartPr>
              <p14:xfrm>
                <a:off x="8801384" y="2548386"/>
                <a:ext cx="93960" cy="11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A2116F-186A-DCB4-BD9F-2069AA39F7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83384" y="2530386"/>
                  <a:ext cx="129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14:cNvPr>
                <p14:cNvContentPartPr/>
                <p14:nvPr/>
              </p14:nvContentPartPr>
              <p14:xfrm>
                <a:off x="9095864" y="2537226"/>
                <a:ext cx="67320" cy="11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337D17-BFE1-B9D9-1D77-97546E5587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78224" y="2519586"/>
                  <a:ext cx="102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14:cNvPr>
                <p14:cNvContentPartPr/>
                <p14:nvPr/>
              </p14:nvContentPartPr>
              <p14:xfrm>
                <a:off x="9406904" y="2528946"/>
                <a:ext cx="95040" cy="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8962E1D-DA8A-A278-302A-2CC19470BA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89264" y="2510946"/>
                  <a:ext cx="130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14:cNvPr>
                <p14:cNvContentPartPr/>
                <p14:nvPr/>
              </p14:nvContentPartPr>
              <p14:xfrm>
                <a:off x="9737024" y="2502306"/>
                <a:ext cx="12384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ECA216-CE77-CC65-2D80-77652A624D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19024" y="2484306"/>
                  <a:ext cx="159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14:cNvPr>
                <p14:cNvContentPartPr/>
                <p14:nvPr/>
              </p14:nvContentPartPr>
              <p14:xfrm>
                <a:off x="7737224" y="2958426"/>
                <a:ext cx="219240" cy="57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EA1F222-AF44-A2BF-1C99-58B713CE47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9584" y="2940426"/>
                  <a:ext cx="254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14:cNvPr>
                <p14:cNvContentPartPr/>
                <p14:nvPr/>
              </p14:nvContentPartPr>
              <p14:xfrm>
                <a:off x="7667024" y="2447226"/>
                <a:ext cx="74160" cy="2157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4AA847-8868-4C37-979A-1DA6141C75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49024" y="2429586"/>
                  <a:ext cx="109800" cy="21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14:cNvPr>
                <p14:cNvContentPartPr/>
                <p14:nvPr/>
              </p14:nvContentPartPr>
              <p14:xfrm>
                <a:off x="10539824" y="2774826"/>
                <a:ext cx="241200" cy="56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A42D94-5CC3-9BB4-3E48-F0894FBD3DC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521824" y="2756826"/>
                  <a:ext cx="276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14:cNvPr>
                <p14:cNvContentPartPr/>
                <p14:nvPr/>
              </p14:nvContentPartPr>
              <p14:xfrm>
                <a:off x="10840064" y="2290626"/>
                <a:ext cx="51840" cy="2321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A58A55-514D-F06D-C342-4F9948513DC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822064" y="2272986"/>
                  <a:ext cx="87480" cy="235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419E486-64C1-05E3-11F0-4F2003FA3070}"/>
              </a:ext>
            </a:extLst>
          </p:cNvPr>
          <p:cNvGrpSpPr/>
          <p:nvPr/>
        </p:nvGrpSpPr>
        <p:grpSpPr>
          <a:xfrm>
            <a:off x="1662944" y="2185146"/>
            <a:ext cx="3594240" cy="2661840"/>
            <a:chOff x="1662944" y="2185146"/>
            <a:chExt cx="3594240" cy="266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14:cNvPr>
                <p14:cNvContentPartPr/>
                <p14:nvPr/>
              </p14:nvContentPartPr>
              <p14:xfrm>
                <a:off x="1779584" y="4356666"/>
                <a:ext cx="3477600" cy="36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B9ABB0-BB3F-82FB-C92E-17D2E4A1B7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61584" y="4338666"/>
                  <a:ext cx="3513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14:cNvPr>
                <p14:cNvContentPartPr/>
                <p14:nvPr/>
              </p14:nvContentPartPr>
              <p14:xfrm>
                <a:off x="3140744" y="4120146"/>
                <a:ext cx="245880" cy="217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040534-7857-D018-45AB-4F8203594B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22744" y="4102506"/>
                  <a:ext cx="281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14:cNvPr>
                <p14:cNvContentPartPr/>
                <p14:nvPr/>
              </p14:nvContentPartPr>
              <p14:xfrm>
                <a:off x="3494264" y="4167306"/>
                <a:ext cx="169200" cy="5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A62FF8-2F7B-E236-65EF-4F0C392DE8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76264" y="4149666"/>
                  <a:ext cx="204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14:cNvPr>
                <p14:cNvContentPartPr/>
                <p14:nvPr/>
              </p14:nvContentPartPr>
              <p14:xfrm>
                <a:off x="3826544" y="3935106"/>
                <a:ext cx="146160" cy="249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DA6842-A9CA-FEC8-860B-7F50507EED2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08544" y="3917466"/>
                  <a:ext cx="181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14:cNvPr>
                <p14:cNvContentPartPr/>
                <p14:nvPr/>
              </p14:nvContentPartPr>
              <p14:xfrm>
                <a:off x="4080704" y="4035186"/>
                <a:ext cx="68760" cy="11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C4F0E5-A6D8-7EBB-51BA-6A48F8B94C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63064" y="4017546"/>
                  <a:ext cx="104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14:cNvPr>
                <p14:cNvContentPartPr/>
                <p14:nvPr/>
              </p14:nvContentPartPr>
              <p14:xfrm>
                <a:off x="4312904" y="3907026"/>
                <a:ext cx="361440" cy="250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6C3B421-DF2D-36EF-A3DB-53E6565A22F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95264" y="3889026"/>
                  <a:ext cx="39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14:cNvPr>
                <p14:cNvContentPartPr/>
                <p14:nvPr/>
              </p14:nvContentPartPr>
              <p14:xfrm>
                <a:off x="2136704" y="2502666"/>
                <a:ext cx="442080" cy="626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3578EA-41BC-FE26-BDB0-76A72A2039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19064" y="2484666"/>
                  <a:ext cx="4777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14:cNvPr>
                <p14:cNvContentPartPr/>
                <p14:nvPr/>
              </p14:nvContentPartPr>
              <p14:xfrm>
                <a:off x="2013224" y="2720466"/>
                <a:ext cx="113400" cy="171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CC5304-EB9A-E40D-9570-68DCC34CB4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95584" y="2702826"/>
                  <a:ext cx="14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14:cNvPr>
                <p14:cNvContentPartPr/>
                <p14:nvPr/>
              </p14:nvContentPartPr>
              <p14:xfrm>
                <a:off x="3946424" y="2391426"/>
                <a:ext cx="564840" cy="469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8FEF9CC-24AC-A81F-1095-37D0E717DEC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28424" y="2373426"/>
                  <a:ext cx="6004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14:cNvPr>
                <p14:cNvContentPartPr/>
                <p14:nvPr/>
              </p14:nvContentPartPr>
              <p14:xfrm>
                <a:off x="4312184" y="2501946"/>
                <a:ext cx="77400" cy="202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50AABB-E5BB-91CD-D4E5-4500AFF9E9C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94544" y="2484306"/>
                  <a:ext cx="113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14:cNvPr>
                <p14:cNvContentPartPr/>
                <p14:nvPr/>
              </p14:nvContentPartPr>
              <p14:xfrm>
                <a:off x="4322264" y="2520666"/>
                <a:ext cx="113400" cy="165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117B735-1CC4-AD84-2C52-97B1E37AA3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04264" y="2503026"/>
                  <a:ext cx="149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14:cNvPr>
                <p14:cNvContentPartPr/>
                <p14:nvPr/>
              </p14:nvContentPartPr>
              <p14:xfrm>
                <a:off x="2834024" y="2621106"/>
                <a:ext cx="125280" cy="10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7F5D90-5AF1-B5AF-2B2A-0D268D5770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16024" y="2603106"/>
                  <a:ext cx="160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14:cNvPr>
                <p14:cNvContentPartPr/>
                <p14:nvPr/>
              </p14:nvContentPartPr>
              <p14:xfrm>
                <a:off x="2896304" y="2556306"/>
                <a:ext cx="13680" cy="111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157F1C-7DA2-7EC5-09EE-ADBE0619F2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78664" y="2538666"/>
                  <a:ext cx="49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14:cNvPr>
                <p14:cNvContentPartPr/>
                <p14:nvPr/>
              </p14:nvContentPartPr>
              <p14:xfrm>
                <a:off x="3057944" y="2592666"/>
                <a:ext cx="131040" cy="55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3B5384-263F-A945-8EB3-08D5A13288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39944" y="257502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14:cNvPr>
                <p14:cNvContentPartPr/>
                <p14:nvPr/>
              </p14:nvContentPartPr>
              <p14:xfrm>
                <a:off x="3127424" y="2544426"/>
                <a:ext cx="20880" cy="119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16DD0B-8480-7BCB-ED9F-1B448CEBFF8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09424" y="2526426"/>
                  <a:ext cx="565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14:cNvPr>
                <p14:cNvContentPartPr/>
                <p14:nvPr/>
              </p14:nvContentPartPr>
              <p14:xfrm>
                <a:off x="3319664" y="2568186"/>
                <a:ext cx="104040" cy="3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266FA5-CC18-3CD0-CFFB-0171FB9131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02024" y="2550186"/>
                  <a:ext cx="139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14:cNvPr>
                <p14:cNvContentPartPr/>
                <p14:nvPr/>
              </p14:nvContentPartPr>
              <p14:xfrm>
                <a:off x="3413984" y="2491866"/>
                <a:ext cx="23400" cy="97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24F897-6A40-6905-EA3F-CB9A6AFF2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96344" y="2473866"/>
                  <a:ext cx="59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14:cNvPr>
                <p14:cNvContentPartPr/>
                <p14:nvPr/>
              </p14:nvContentPartPr>
              <p14:xfrm>
                <a:off x="3569504" y="2530746"/>
                <a:ext cx="105480" cy="38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10510AA-9B74-8D69-B5C9-BEC16FBD312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51504" y="2513106"/>
                  <a:ext cx="141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14:cNvPr>
                <p14:cNvContentPartPr/>
                <p14:nvPr/>
              </p14:nvContentPartPr>
              <p14:xfrm>
                <a:off x="3619184" y="2484666"/>
                <a:ext cx="43920" cy="110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B21242-F9B3-4ABD-2286-88E6F202D4C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01544" y="2467026"/>
                  <a:ext cx="79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14:cNvPr>
                <p14:cNvContentPartPr/>
                <p14:nvPr/>
              </p14:nvContentPartPr>
              <p14:xfrm>
                <a:off x="3755264" y="2549106"/>
                <a:ext cx="92880" cy="14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5A5F219-CB15-9AE4-6264-AD88B55931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37264" y="2531466"/>
                  <a:ext cx="128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14:cNvPr>
                <p14:cNvContentPartPr/>
                <p14:nvPr/>
              </p14:nvContentPartPr>
              <p14:xfrm>
                <a:off x="3833384" y="2479266"/>
                <a:ext cx="15840" cy="140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5A20DF-85C5-8F7C-CDAC-74FE886680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15744" y="2461626"/>
                  <a:ext cx="51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14:cNvPr>
                <p14:cNvContentPartPr/>
                <p14:nvPr/>
              </p14:nvContentPartPr>
              <p14:xfrm>
                <a:off x="1828184" y="3070026"/>
                <a:ext cx="371160" cy="160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553CF5-5876-A566-FAB1-DFF07FA034F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810184" y="3052386"/>
                  <a:ext cx="406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14:cNvPr>
                <p14:cNvContentPartPr/>
                <p14:nvPr/>
              </p14:nvContentPartPr>
              <p14:xfrm>
                <a:off x="1662944" y="2626146"/>
                <a:ext cx="151560" cy="2220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884738-FCEC-A36B-4AAA-CA03C3B211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45304" y="2608146"/>
                  <a:ext cx="187200" cy="22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14:cNvPr>
                <p14:cNvContentPartPr/>
                <p14:nvPr/>
              </p14:nvContentPartPr>
              <p14:xfrm>
                <a:off x="4486064" y="2845386"/>
                <a:ext cx="346680" cy="17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DFC25CE-794F-5690-4ADB-A131E25A652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68424" y="2827746"/>
                  <a:ext cx="382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14:cNvPr>
                <p14:cNvContentPartPr/>
                <p14:nvPr/>
              </p14:nvContentPartPr>
              <p14:xfrm>
                <a:off x="4907624" y="2380266"/>
                <a:ext cx="220320" cy="204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1E50D3-2B3C-D940-CF05-43111637DC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9624" y="2362266"/>
                  <a:ext cx="255960" cy="20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14:cNvPr>
                <p14:cNvContentPartPr/>
                <p14:nvPr/>
              </p14:nvContentPartPr>
              <p14:xfrm>
                <a:off x="2576624" y="2370546"/>
                <a:ext cx="13680" cy="136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9B153B1-BE97-744F-2779-37210CA11E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58624" y="2352546"/>
                  <a:ext cx="49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14:cNvPr>
                <p14:cNvContentPartPr/>
                <p14:nvPr/>
              </p14:nvContentPartPr>
              <p14:xfrm>
                <a:off x="2546744" y="2185146"/>
                <a:ext cx="1342800" cy="228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0206B1-2C19-7004-3E59-DA35666460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9104" y="2167146"/>
                  <a:ext cx="1378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14:cNvPr>
                <p14:cNvContentPartPr/>
                <p14:nvPr/>
              </p14:nvContentPartPr>
              <p14:xfrm>
                <a:off x="3918704" y="2200626"/>
                <a:ext cx="36720" cy="186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2F797B-B0E5-0FBE-DC6C-43318DCED06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00704" y="2182626"/>
                  <a:ext cx="7236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14:cNvPr>
              <p14:cNvContentPartPr/>
              <p14:nvPr/>
            </p14:nvContentPartPr>
            <p14:xfrm>
              <a:off x="2577344" y="2240226"/>
              <a:ext cx="1343520" cy="18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1A4B676-3859-BB1F-C0CF-6FE0B861FD1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514704" y="2177226"/>
                <a:ext cx="14691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14:cNvPr>
              <p14:cNvContentPartPr/>
              <p14:nvPr/>
            </p14:nvContentPartPr>
            <p14:xfrm>
              <a:off x="8315384" y="2189466"/>
              <a:ext cx="1792800" cy="190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785E2D-96EF-BF08-D7BA-FE3ED42707F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52744" y="2126826"/>
                <a:ext cx="191844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EA8B3AE-197B-B9EE-2386-A3B0FFC0D150}"/>
              </a:ext>
            </a:extLst>
          </p:cNvPr>
          <p:cNvGrpSpPr/>
          <p:nvPr/>
        </p:nvGrpSpPr>
        <p:grpSpPr>
          <a:xfrm>
            <a:off x="4271864" y="1739106"/>
            <a:ext cx="1529640" cy="529200"/>
            <a:chOff x="4271864" y="1739106"/>
            <a:chExt cx="152964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14:cNvPr>
                <p14:cNvContentPartPr/>
                <p14:nvPr/>
              </p14:nvContentPartPr>
              <p14:xfrm>
                <a:off x="4271864" y="1991466"/>
                <a:ext cx="548280" cy="18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1F2D8D-63D0-76AC-91EE-7A75500202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53864" y="1973466"/>
                  <a:ext cx="58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14:cNvPr>
                <p14:cNvContentPartPr/>
                <p14:nvPr/>
              </p14:nvContentPartPr>
              <p14:xfrm>
                <a:off x="4334144" y="2074266"/>
                <a:ext cx="96480" cy="19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151183-41E3-2F2F-BE2E-5C85AAD3ACE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16144" y="2056626"/>
                  <a:ext cx="132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14:cNvPr>
                <p14:cNvContentPartPr/>
                <p14:nvPr/>
              </p14:nvContentPartPr>
              <p14:xfrm>
                <a:off x="4905104" y="1968066"/>
                <a:ext cx="166680" cy="10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51AF48C-103A-AA53-1E41-90F366E419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7464" y="1950426"/>
                  <a:ext cx="202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14:cNvPr>
                <p14:cNvContentPartPr/>
                <p14:nvPr/>
              </p14:nvContentPartPr>
              <p14:xfrm>
                <a:off x="5080784" y="1948266"/>
                <a:ext cx="137880" cy="73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C20170-B9FA-1043-58BA-D4C9BDAB6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2784" y="1930626"/>
                  <a:ext cx="173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14:cNvPr>
                <p14:cNvContentPartPr/>
                <p14:nvPr/>
              </p14:nvContentPartPr>
              <p14:xfrm>
                <a:off x="5181944" y="1935666"/>
                <a:ext cx="57960" cy="126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980C101-B63E-AE30-87B7-97A8CC6222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64304" y="1918026"/>
                  <a:ext cx="93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14:cNvPr>
                <p14:cNvContentPartPr/>
                <p14:nvPr/>
              </p14:nvContentPartPr>
              <p14:xfrm>
                <a:off x="5301104" y="1921986"/>
                <a:ext cx="69120" cy="11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278DD23-C834-0361-85CE-BF9EC4F0189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283104" y="1904346"/>
                  <a:ext cx="104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14:cNvPr>
                <p14:cNvContentPartPr/>
                <p14:nvPr/>
              </p14:nvContentPartPr>
              <p14:xfrm>
                <a:off x="5342864" y="1819746"/>
                <a:ext cx="34200" cy="45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26DBD0-E92D-7D3D-3A5B-EEDB27C58EE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5224" y="1802106"/>
                  <a:ext cx="69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14:cNvPr>
                <p14:cNvContentPartPr/>
                <p14:nvPr/>
              </p14:nvContentPartPr>
              <p14:xfrm>
                <a:off x="5453384" y="1739106"/>
                <a:ext cx="168480" cy="2322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E44E447-E18F-2920-E134-D25D6C4A3D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35744" y="1721106"/>
                  <a:ext cx="204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14:cNvPr>
                <p14:cNvContentPartPr/>
                <p14:nvPr/>
              </p14:nvContentPartPr>
              <p14:xfrm>
                <a:off x="5719784" y="1799586"/>
                <a:ext cx="81720" cy="158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1CD457-D6D2-A9E7-BAF4-0B1C2EDD930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02144" y="1781586"/>
                  <a:ext cx="11736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53C7509-E038-92CA-1B80-DFD6F77ADFE8}"/>
              </a:ext>
            </a:extLst>
          </p:cNvPr>
          <p:cNvGrpSpPr/>
          <p:nvPr/>
        </p:nvGrpSpPr>
        <p:grpSpPr>
          <a:xfrm>
            <a:off x="10440464" y="1771506"/>
            <a:ext cx="1419840" cy="345240"/>
            <a:chOff x="10440464" y="1771506"/>
            <a:chExt cx="141984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14:cNvPr>
                <p14:cNvContentPartPr/>
                <p14:nvPr/>
              </p14:nvContentPartPr>
              <p14:xfrm>
                <a:off x="10440464" y="1941426"/>
                <a:ext cx="484920" cy="148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329D1C1-54F0-B5DE-C5D8-18CC57BA369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22824" y="1923786"/>
                  <a:ext cx="520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14:cNvPr>
                <p14:cNvContentPartPr/>
                <p14:nvPr/>
              </p14:nvContentPartPr>
              <p14:xfrm>
                <a:off x="10454504" y="1988946"/>
                <a:ext cx="59400" cy="127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424E76-1DEE-578B-A920-ABA7E4915D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36504" y="1971306"/>
                  <a:ext cx="95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14:cNvPr>
                <p14:cNvContentPartPr/>
                <p14:nvPr/>
              </p14:nvContentPartPr>
              <p14:xfrm>
                <a:off x="11036624" y="1910826"/>
                <a:ext cx="155160" cy="126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D8193EC-D3BA-034A-6004-D145F928C6C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18624" y="1892826"/>
                  <a:ext cx="190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14:cNvPr>
                <p14:cNvContentPartPr/>
                <p14:nvPr/>
              </p14:nvContentPartPr>
              <p14:xfrm>
                <a:off x="11254784" y="1897506"/>
                <a:ext cx="151560" cy="84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908D68-B60D-00E5-3B9F-485CDE9473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37144" y="1879506"/>
                  <a:ext cx="187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14:cNvPr>
                <p14:cNvContentPartPr/>
                <p14:nvPr/>
              </p14:nvContentPartPr>
              <p14:xfrm>
                <a:off x="11289704" y="1898226"/>
                <a:ext cx="83520" cy="124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BA05694-7F38-A8AD-763C-BFD602CF125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1704" y="1880586"/>
                  <a:ext cx="11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14:cNvPr>
                <p14:cNvContentPartPr/>
                <p14:nvPr/>
              </p14:nvContentPartPr>
              <p14:xfrm>
                <a:off x="11428304" y="1918746"/>
                <a:ext cx="3564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4E57F3-347A-249F-6436-A24F4CFF21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10664" y="1900746"/>
                  <a:ext cx="71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14:cNvPr>
                <p14:cNvContentPartPr/>
                <p14:nvPr/>
              </p14:nvContentPartPr>
              <p14:xfrm>
                <a:off x="11449184" y="1839906"/>
                <a:ext cx="23040" cy="25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603A49F-8C0A-D309-BA61-0FA4B1DB030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31184" y="1822266"/>
                  <a:ext cx="5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14:cNvPr>
                <p14:cNvContentPartPr/>
                <p14:nvPr/>
              </p14:nvContentPartPr>
              <p14:xfrm>
                <a:off x="11525864" y="1771506"/>
                <a:ext cx="11988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0C9CD7-E484-A177-CC2F-C656158CE9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507864" y="1753866"/>
                  <a:ext cx="155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14:cNvPr>
                <p14:cNvContentPartPr/>
                <p14:nvPr/>
              </p14:nvContentPartPr>
              <p14:xfrm>
                <a:off x="11751224" y="1844586"/>
                <a:ext cx="109080" cy="129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1E2CD0D-4AED-72BA-2256-8AFBEC71B0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33224" y="1826586"/>
                  <a:ext cx="1447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14:cNvPr>
              <p14:cNvContentPartPr/>
              <p14:nvPr/>
            </p14:nvContentPartPr>
            <p14:xfrm>
              <a:off x="2567624" y="1542186"/>
              <a:ext cx="1408320" cy="777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B0F3EF92-8F44-E403-46F7-5DA7D6082CF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549624" y="1524546"/>
                <a:ext cx="1443960" cy="81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1310BED-AE5D-3253-4371-CD50D92B7CD2}"/>
              </a:ext>
            </a:extLst>
          </p:cNvPr>
          <p:cNvGrpSpPr/>
          <p:nvPr/>
        </p:nvGrpSpPr>
        <p:grpSpPr>
          <a:xfrm>
            <a:off x="2945984" y="1736946"/>
            <a:ext cx="665640" cy="294480"/>
            <a:chOff x="2945984" y="1736946"/>
            <a:chExt cx="6656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14:cNvPr>
                <p14:cNvContentPartPr/>
                <p14:nvPr/>
              </p14:nvContentPartPr>
              <p14:xfrm>
                <a:off x="2945984" y="1844946"/>
                <a:ext cx="249840" cy="186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CFFA81-2EB9-F88D-5B86-3AFDA932AB7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28344" y="1826946"/>
                  <a:ext cx="285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14:cNvPr>
                <p14:cNvContentPartPr/>
                <p14:nvPr/>
              </p14:nvContentPartPr>
              <p14:xfrm>
                <a:off x="3264584" y="1847466"/>
                <a:ext cx="112320" cy="104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DB92926-E632-04D1-5268-CC76D2C621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46584" y="1829466"/>
                  <a:ext cx="147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14:cNvPr>
                <p14:cNvContentPartPr/>
                <p14:nvPr/>
              </p14:nvContentPartPr>
              <p14:xfrm>
                <a:off x="3414344" y="1736946"/>
                <a:ext cx="68040" cy="159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5CAD76-9445-2022-98A3-DD36647BB7E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96704" y="1718946"/>
                  <a:ext cx="103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14:cNvPr>
                <p14:cNvContentPartPr/>
                <p14:nvPr/>
              </p14:nvContentPartPr>
              <p14:xfrm>
                <a:off x="3377984" y="1834506"/>
                <a:ext cx="10440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08DBE5C-D06A-CCE8-5BF3-6245062C867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59984" y="1816506"/>
                  <a:ext cx="14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14:cNvPr>
                <p14:cNvContentPartPr/>
                <p14:nvPr/>
              </p14:nvContentPartPr>
              <p14:xfrm>
                <a:off x="3513344" y="1788426"/>
                <a:ext cx="98280" cy="126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3BDB879-F240-7388-4C8D-42B29A06C57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95704" y="1770786"/>
                  <a:ext cx="1339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603E7E4-49B2-C2DC-99F1-12E296B436B0}"/>
              </a:ext>
            </a:extLst>
          </p:cNvPr>
          <p:cNvGrpSpPr/>
          <p:nvPr/>
        </p:nvGrpSpPr>
        <p:grpSpPr>
          <a:xfrm>
            <a:off x="8326904" y="1497186"/>
            <a:ext cx="1841400" cy="766080"/>
            <a:chOff x="8326904" y="1497186"/>
            <a:chExt cx="184140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14:cNvPr>
                <p14:cNvContentPartPr/>
                <p14:nvPr/>
              </p14:nvContentPartPr>
              <p14:xfrm>
                <a:off x="8358224" y="1758186"/>
                <a:ext cx="18000" cy="505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F35A0F-E922-7655-D4C9-5C17462D8D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40584" y="1740546"/>
                  <a:ext cx="536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14:cNvPr>
                <p14:cNvContentPartPr/>
                <p14:nvPr/>
              </p14:nvContentPartPr>
              <p14:xfrm>
                <a:off x="8326904" y="1497186"/>
                <a:ext cx="1841400" cy="323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2DC44EE-9BA3-FEA0-3787-A29AAF54F65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08904" y="1479546"/>
                  <a:ext cx="1877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14:cNvPr>
                <p14:cNvContentPartPr/>
                <p14:nvPr/>
              </p14:nvContentPartPr>
              <p14:xfrm>
                <a:off x="10046624" y="1563426"/>
                <a:ext cx="76320" cy="617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726F01-235E-849C-6F6F-B6A2AB9CD8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28624" y="1545786"/>
                  <a:ext cx="11196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14:cNvPr>
                <p14:cNvContentPartPr/>
                <p14:nvPr/>
              </p14:nvContentPartPr>
              <p14:xfrm>
                <a:off x="8721464" y="1716786"/>
                <a:ext cx="221760" cy="249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4DDA30D-C890-98CA-3AD9-8E226FC5DA2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3824" y="1698786"/>
                  <a:ext cx="257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14:cNvPr>
                <p14:cNvContentPartPr/>
                <p14:nvPr/>
              </p14:nvContentPartPr>
              <p14:xfrm>
                <a:off x="9002624" y="1848546"/>
                <a:ext cx="182880" cy="7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11B97DA-10C8-D89A-D449-77475EFA48A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4984" y="1830546"/>
                  <a:ext cx="21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14:cNvPr>
                <p14:cNvContentPartPr/>
                <p14:nvPr/>
              </p14:nvContentPartPr>
              <p14:xfrm>
                <a:off x="9238424" y="1702746"/>
                <a:ext cx="83880" cy="176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0719F12-46F4-9743-7526-BBBE7D3E49B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20424" y="1684746"/>
                  <a:ext cx="1195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14:cNvPr>
                <p14:cNvContentPartPr/>
                <p14:nvPr/>
              </p14:nvContentPartPr>
              <p14:xfrm>
                <a:off x="9231224" y="1797786"/>
                <a:ext cx="9360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A0AC754-6E47-231A-0B5C-525E2A5A319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13224" y="1780146"/>
                  <a:ext cx="129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14:cNvPr>
                <p14:cNvContentPartPr/>
                <p14:nvPr/>
              </p14:nvContentPartPr>
              <p14:xfrm>
                <a:off x="9430304" y="1736946"/>
                <a:ext cx="148320" cy="140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8E9945A-D506-9A9E-1FF4-20EDF4FC785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2304" y="1719306"/>
                  <a:ext cx="1839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5D959F3-DF41-AF8D-0F82-D2A279F9866F}"/>
              </a:ext>
            </a:extLst>
          </p:cNvPr>
          <p:cNvGrpSpPr/>
          <p:nvPr/>
        </p:nvGrpSpPr>
        <p:grpSpPr>
          <a:xfrm>
            <a:off x="2981624" y="130695"/>
            <a:ext cx="2479320" cy="1112040"/>
            <a:chOff x="2981624" y="130695"/>
            <a:chExt cx="2479320" cy="11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14:cNvPr>
                <p14:cNvContentPartPr/>
                <p14:nvPr/>
              </p14:nvContentPartPr>
              <p14:xfrm>
                <a:off x="2981624" y="907506"/>
                <a:ext cx="320400" cy="96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2FC271C-52F9-C0A1-9C37-EDC3E55DED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63984" y="889506"/>
                  <a:ext cx="356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14:cNvPr>
                <p14:cNvContentPartPr/>
                <p14:nvPr/>
              </p14:nvContentPartPr>
              <p14:xfrm>
                <a:off x="3463664" y="520506"/>
                <a:ext cx="322560" cy="561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D8FDF70-A6AE-18F2-FAD2-70C4B65193B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446024" y="502866"/>
                  <a:ext cx="35820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14:cNvPr>
                <p14:cNvContentPartPr/>
                <p14:nvPr/>
              </p14:nvContentPartPr>
              <p14:xfrm>
                <a:off x="3749504" y="708066"/>
                <a:ext cx="109080" cy="291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2BC8147-E3CA-1378-E85B-6EDC00294C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31864" y="690426"/>
                  <a:ext cx="144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14:cNvPr>
                <p14:cNvContentPartPr/>
                <p14:nvPr/>
              </p14:nvContentPartPr>
              <p14:xfrm>
                <a:off x="3804944" y="598266"/>
                <a:ext cx="169920" cy="187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27E08E6-35AB-6944-B348-8AF6679A56F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87304" y="580266"/>
                  <a:ext cx="205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14:cNvPr>
                <p14:cNvContentPartPr/>
                <p14:nvPr/>
              </p14:nvContentPartPr>
              <p14:xfrm>
                <a:off x="4067024" y="633186"/>
                <a:ext cx="116280" cy="135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C41FEDE-39A8-0DF3-7F21-23CE964532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49384" y="615186"/>
                  <a:ext cx="151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14:cNvPr>
                <p14:cNvContentPartPr/>
                <p14:nvPr/>
              </p14:nvContentPartPr>
              <p14:xfrm>
                <a:off x="4232624" y="596826"/>
                <a:ext cx="114840" cy="172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02D3C2B-D075-4501-8B4F-861DAAE310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14624" y="579186"/>
                  <a:ext cx="15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14:cNvPr>
                <p14:cNvContentPartPr/>
                <p14:nvPr/>
              </p14:nvContentPartPr>
              <p14:xfrm>
                <a:off x="4412984" y="578466"/>
                <a:ext cx="146880" cy="162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8A1BFB3-A016-4BA8-F4B6-9E40EB43227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94984" y="560826"/>
                  <a:ext cx="182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14:cNvPr>
                <p14:cNvContentPartPr/>
                <p14:nvPr/>
              </p14:nvContentPartPr>
              <p14:xfrm>
                <a:off x="4608464" y="451746"/>
                <a:ext cx="88200" cy="160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C348F1-4590-50C7-1E60-1EEAE4C081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90824" y="433746"/>
                  <a:ext cx="123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14:cNvPr>
                <p14:cNvContentPartPr/>
                <p14:nvPr/>
              </p14:nvContentPartPr>
              <p14:xfrm>
                <a:off x="4769024" y="353826"/>
                <a:ext cx="16560" cy="37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DD299E7-7468-2CF7-2653-36F1184EF2E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51384" y="336186"/>
                  <a:ext cx="52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14:cNvPr>
                <p14:cNvContentPartPr/>
                <p14:nvPr/>
              </p14:nvContentPartPr>
              <p14:xfrm>
                <a:off x="4609184" y="537855"/>
                <a:ext cx="94680" cy="43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78095E9-FB32-74F9-9EF7-5023AE9F16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91544" y="519855"/>
                  <a:ext cx="130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14:cNvPr>
                <p14:cNvContentPartPr/>
                <p14:nvPr/>
              </p14:nvContentPartPr>
              <p14:xfrm>
                <a:off x="4889984" y="470535"/>
                <a:ext cx="2520" cy="1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1C188B-C4A1-230E-6CCB-5D516275A5D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71984" y="452535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14:cNvPr>
                <p14:cNvContentPartPr/>
                <p14:nvPr/>
              </p14:nvContentPartPr>
              <p14:xfrm>
                <a:off x="4861544" y="484935"/>
                <a:ext cx="3204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D015EA-AA9E-DAA4-9CE1-265A4BC4320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43904" y="466935"/>
                  <a:ext cx="6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14:cNvPr>
                <p14:cNvContentPartPr/>
                <p14:nvPr/>
              </p14:nvContentPartPr>
              <p14:xfrm>
                <a:off x="4945784" y="399975"/>
                <a:ext cx="108720" cy="120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448A51C-BC2F-BBB9-89AB-18C19E5258F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28144" y="382335"/>
                  <a:ext cx="14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14:cNvPr>
                <p14:cNvContentPartPr/>
                <p14:nvPr/>
              </p14:nvContentPartPr>
              <p14:xfrm>
                <a:off x="5153504" y="368295"/>
                <a:ext cx="68040" cy="53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0655C17-826B-F22E-9C22-C758C5156C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35864" y="350655"/>
                  <a:ext cx="103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14:cNvPr>
                <p14:cNvContentPartPr/>
                <p14:nvPr/>
              </p14:nvContentPartPr>
              <p14:xfrm>
                <a:off x="5277344" y="130695"/>
                <a:ext cx="150840" cy="318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6CE9B8D-77B7-D95D-7B31-0D54A95473E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59344" y="112695"/>
                  <a:ext cx="186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14:cNvPr>
                <p14:cNvContentPartPr/>
                <p14:nvPr/>
              </p14:nvContentPartPr>
              <p14:xfrm>
                <a:off x="4500104" y="921975"/>
                <a:ext cx="125640" cy="238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C7714AD-8587-ADAE-8620-7BF979C5399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82464" y="904335"/>
                  <a:ext cx="161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14:cNvPr>
                <p14:cNvContentPartPr/>
                <p14:nvPr/>
              </p14:nvContentPartPr>
              <p14:xfrm>
                <a:off x="4528904" y="1020255"/>
                <a:ext cx="81000" cy="55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8E50710-7F62-8A1E-7D13-D6F5764F809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10904" y="1002255"/>
                  <a:ext cx="116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14:cNvPr>
                <p14:cNvContentPartPr/>
                <p14:nvPr/>
              </p14:nvContentPartPr>
              <p14:xfrm>
                <a:off x="4705664" y="915135"/>
                <a:ext cx="160920" cy="129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F35D819-DD72-E5C4-1CDF-AAC84196481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87664" y="897135"/>
                  <a:ext cx="196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14:cNvPr>
                <p14:cNvContentPartPr/>
                <p14:nvPr/>
              </p14:nvContentPartPr>
              <p14:xfrm>
                <a:off x="4940024" y="778335"/>
                <a:ext cx="73800" cy="145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7D073BA-11F7-DC2B-BF3E-F9F0C17F989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22024" y="760695"/>
                  <a:ext cx="109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14:cNvPr>
                <p14:cNvContentPartPr/>
                <p14:nvPr/>
              </p14:nvContentPartPr>
              <p14:xfrm>
                <a:off x="5109944" y="750975"/>
                <a:ext cx="144000" cy="88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9B17E77-B0E6-9A17-5B1D-E5FDE43F8EA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91944" y="732975"/>
                  <a:ext cx="179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14:cNvPr>
                <p14:cNvContentPartPr/>
                <p14:nvPr/>
              </p14:nvContentPartPr>
              <p14:xfrm>
                <a:off x="5116064" y="1076415"/>
                <a:ext cx="13788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1FE0A9-E46C-270E-B3CC-63FB178900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098064" y="1058415"/>
                  <a:ext cx="173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14:cNvPr>
                <p14:cNvContentPartPr/>
                <p14:nvPr/>
              </p14:nvContentPartPr>
              <p14:xfrm>
                <a:off x="5341064" y="939975"/>
                <a:ext cx="119880" cy="201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4A7435-A6F8-25EA-5B82-419FD1ED489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3424" y="921975"/>
                  <a:ext cx="1555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5E61C11-5284-F744-79DE-EDE19EAA238F}"/>
              </a:ext>
            </a:extLst>
          </p:cNvPr>
          <p:cNvGrpSpPr/>
          <p:nvPr/>
        </p:nvGrpSpPr>
        <p:grpSpPr>
          <a:xfrm>
            <a:off x="8584304" y="75255"/>
            <a:ext cx="2102040" cy="891720"/>
            <a:chOff x="8584304" y="75255"/>
            <a:chExt cx="210204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14:cNvPr>
                <p14:cNvContentPartPr/>
                <p14:nvPr/>
              </p14:nvContentPartPr>
              <p14:xfrm>
                <a:off x="8584304" y="555855"/>
                <a:ext cx="312120" cy="11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0490EF-171A-ACD0-0252-1197A05FD2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66304" y="537855"/>
                  <a:ext cx="347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14:cNvPr>
                <p14:cNvContentPartPr/>
                <p14:nvPr/>
              </p14:nvContentPartPr>
              <p14:xfrm>
                <a:off x="8694824" y="483495"/>
                <a:ext cx="96480" cy="256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8AE1582-7791-AEE6-4D04-6B206A12591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676824" y="465855"/>
                  <a:ext cx="13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14:cNvPr>
                <p14:cNvContentPartPr/>
                <p14:nvPr/>
              </p14:nvContentPartPr>
              <p14:xfrm>
                <a:off x="9026744" y="253455"/>
                <a:ext cx="300960" cy="5018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6C6F094-562F-D066-84C0-519CCA3D11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08744" y="235455"/>
                  <a:ext cx="33660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14:cNvPr>
                <p14:cNvContentPartPr/>
                <p14:nvPr/>
              </p14:nvContentPartPr>
              <p14:xfrm>
                <a:off x="9292424" y="406095"/>
                <a:ext cx="116280" cy="223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81B8B39-0D5A-1395-DDF7-A990D6B9348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274784" y="388455"/>
                  <a:ext cx="151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14:cNvPr>
                <p14:cNvContentPartPr/>
                <p14:nvPr/>
              </p14:nvContentPartPr>
              <p14:xfrm>
                <a:off x="9325904" y="311775"/>
                <a:ext cx="99360" cy="1659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65556E-35C6-0858-9B81-18760BA8CD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307904" y="293775"/>
                  <a:ext cx="13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14:cNvPr>
                <p14:cNvContentPartPr/>
                <p14:nvPr/>
              </p14:nvContentPartPr>
              <p14:xfrm>
                <a:off x="9517064" y="394575"/>
                <a:ext cx="100080" cy="133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AAB7257-F65C-B0D8-2BAA-82688DDBC5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99064" y="376935"/>
                  <a:ext cx="135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14:cNvPr>
                <p14:cNvContentPartPr/>
                <p14:nvPr/>
              </p14:nvContentPartPr>
              <p14:xfrm>
                <a:off x="9671504" y="347055"/>
                <a:ext cx="89640" cy="15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264D034-2F49-201F-288A-A76D9FAABE9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53864" y="329415"/>
                  <a:ext cx="125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14:cNvPr>
                <p14:cNvContentPartPr/>
                <p14:nvPr/>
              </p14:nvContentPartPr>
              <p14:xfrm>
                <a:off x="9829904" y="376215"/>
                <a:ext cx="48960" cy="89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865D208-664C-B661-68F5-5461C8B9721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812264" y="358575"/>
                  <a:ext cx="84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14:cNvPr>
                <p14:cNvContentPartPr/>
                <p14:nvPr/>
              </p14:nvContentPartPr>
              <p14:xfrm>
                <a:off x="9829184" y="292695"/>
                <a:ext cx="15120" cy="2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F1E962E-A65B-2F67-9EC7-46FB32C281E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11184" y="274695"/>
                  <a:ext cx="507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14:cNvPr>
                <p14:cNvContentPartPr/>
                <p14:nvPr/>
              </p14:nvContentPartPr>
              <p14:xfrm>
                <a:off x="9933944" y="232215"/>
                <a:ext cx="61920" cy="182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138390-001E-6587-110D-C452869B5F0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916304" y="214215"/>
                  <a:ext cx="97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14:cNvPr>
                <p14:cNvContentPartPr/>
                <p14:nvPr/>
              </p14:nvContentPartPr>
              <p14:xfrm>
                <a:off x="9959504" y="335535"/>
                <a:ext cx="190080" cy="59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D01B758-A91D-9393-E30D-216118621CB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41864" y="317535"/>
                  <a:ext cx="225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14:cNvPr>
                <p14:cNvContentPartPr/>
                <p14:nvPr/>
              </p14:nvContentPartPr>
              <p14:xfrm>
                <a:off x="10086584" y="217095"/>
                <a:ext cx="19440" cy="35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FDA9A0B-2156-4E0B-94C7-E5DB879D5E8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8944" y="199455"/>
                  <a:ext cx="5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14:cNvPr>
                <p14:cNvContentPartPr/>
                <p14:nvPr/>
              </p14:nvContentPartPr>
              <p14:xfrm>
                <a:off x="10201424" y="221775"/>
                <a:ext cx="100800" cy="105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CF2009C-051A-481F-001F-7F0A20A9DE4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83784" y="204135"/>
                  <a:ext cx="136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14:cNvPr>
                <p14:cNvContentPartPr/>
                <p14:nvPr/>
              </p14:nvContentPartPr>
              <p14:xfrm>
                <a:off x="10348664" y="222135"/>
                <a:ext cx="46800" cy="70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D07775-B712-5B78-B681-35CF396A5F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30664" y="204495"/>
                  <a:ext cx="82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14:cNvPr>
                <p14:cNvContentPartPr/>
                <p14:nvPr/>
              </p14:nvContentPartPr>
              <p14:xfrm>
                <a:off x="10451624" y="75255"/>
                <a:ext cx="162720" cy="301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CFBA27C-45AA-D9B0-665F-8E724839295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433624" y="57615"/>
                  <a:ext cx="198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14:cNvPr>
                <p14:cNvContentPartPr/>
                <p14:nvPr/>
              </p14:nvContentPartPr>
              <p14:xfrm>
                <a:off x="9747824" y="685815"/>
                <a:ext cx="100080" cy="18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801861D-C353-76F3-B6EC-9AAB99CBA0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30184" y="667815"/>
                  <a:ext cx="135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14:cNvPr>
                <p14:cNvContentPartPr/>
                <p14:nvPr/>
              </p14:nvContentPartPr>
              <p14:xfrm>
                <a:off x="9740264" y="710655"/>
                <a:ext cx="348480" cy="108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A15E87C-55EE-EC08-1E0F-51A7F871067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22624" y="693015"/>
                  <a:ext cx="384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14:cNvPr>
                <p14:cNvContentPartPr/>
                <p14:nvPr/>
              </p14:nvContentPartPr>
              <p14:xfrm>
                <a:off x="10162904" y="615615"/>
                <a:ext cx="68040" cy="98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61DFFD-7778-15A5-8CD2-7E3767E8F2D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144904" y="597615"/>
                  <a:ext cx="103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14:cNvPr>
                <p14:cNvContentPartPr/>
                <p14:nvPr/>
              </p14:nvContentPartPr>
              <p14:xfrm>
                <a:off x="10301144" y="573495"/>
                <a:ext cx="162000" cy="77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E90A8-73D4-BDCB-5219-0D6AA6630CC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83144" y="555855"/>
                  <a:ext cx="197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14:cNvPr>
                <p14:cNvContentPartPr/>
                <p14:nvPr/>
              </p14:nvContentPartPr>
              <p14:xfrm>
                <a:off x="10333544" y="853935"/>
                <a:ext cx="143640" cy="113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EA469B-9F0C-3B05-D68E-8C0E7B3C02F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15544" y="835935"/>
                  <a:ext cx="179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14:cNvPr>
                <p14:cNvContentPartPr/>
                <p14:nvPr/>
              </p14:nvContentPartPr>
              <p14:xfrm>
                <a:off x="10520024" y="786975"/>
                <a:ext cx="166320" cy="115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234C7DD-D7AC-BA35-2093-73CD25F80E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2024" y="768975"/>
                  <a:ext cx="201960" cy="15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2694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>
            <a:extLst>
              <a:ext uri="{FF2B5EF4-FFF2-40B4-BE49-F238E27FC236}">
                <a16:creationId xmlns:a16="http://schemas.microsoft.com/office/drawing/2014/main" id="{DC8AD9EB-4D16-F2D8-DB3F-E5A8846C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74EDF4A-9065-C7BA-2217-E5728104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6" y="1585913"/>
            <a:ext cx="4730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3EC43C70-5ED6-9F50-A524-283C9395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233489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079F5BF2-25BD-8CCC-5138-F7AA78DCB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19201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0E8791F0-FDAC-FA8B-C5CC-C59562522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1" y="2057401"/>
          <a:ext cx="6881813" cy="3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881456" imgH="3558848" progId="Paint.Picture">
                  <p:embed/>
                </p:oleObj>
              </mc:Choice>
              <mc:Fallback>
                <p:oleObj name="Bitmap Image" r:id="rId2" imgW="6881456" imgH="3558848" progId="Paint.Picture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0E8791F0-FDAC-FA8B-C5CC-C59562522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1"/>
                        <a:ext cx="6881813" cy="355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D774AE73-944C-9541-8B9F-841DC6E2C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Basic MOSFET structure and IV characteristics</a:t>
            </a:r>
            <a:endParaRPr lang="en-US" altLang="en-US" sz="2400" i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30ABB-5EFC-2EA8-3B1E-5E71BBB0B89F}"/>
              </a:ext>
            </a:extLst>
          </p:cNvPr>
          <p:cNvGrpSpPr/>
          <p:nvPr/>
        </p:nvGrpSpPr>
        <p:grpSpPr>
          <a:xfrm>
            <a:off x="10016744" y="1895346"/>
            <a:ext cx="1634040" cy="1974960"/>
            <a:chOff x="10016744" y="1895346"/>
            <a:chExt cx="163404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14:cNvPr>
                <p14:cNvContentPartPr/>
                <p14:nvPr/>
              </p14:nvContentPartPr>
              <p14:xfrm>
                <a:off x="10094144" y="2321946"/>
                <a:ext cx="84240" cy="145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58A031-86BC-99C4-7523-E82C5927A4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76144" y="2303946"/>
                  <a:ext cx="119880" cy="14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14:cNvPr>
                <p14:cNvContentPartPr/>
                <p14:nvPr/>
              </p14:nvContentPartPr>
              <p14:xfrm>
                <a:off x="10082264" y="3727386"/>
                <a:ext cx="1563840" cy="55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133CC6D-58CB-A2AF-DF87-7ABF539990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64624" y="3709386"/>
                  <a:ext cx="1599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14:cNvPr>
                <p14:cNvContentPartPr/>
                <p14:nvPr/>
              </p14:nvContentPartPr>
              <p14:xfrm>
                <a:off x="11556104" y="3667986"/>
                <a:ext cx="94680" cy="202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8F8878-A0C0-2D69-030F-8F7E82B4CD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38464" y="3649986"/>
                  <a:ext cx="130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14:cNvPr>
                <p14:cNvContentPartPr/>
                <p14:nvPr/>
              </p14:nvContentPartPr>
              <p14:xfrm>
                <a:off x="10102424" y="1955106"/>
                <a:ext cx="16560" cy="392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AA5BD3-C7BE-5AF5-A376-C060513121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84784" y="1937106"/>
                  <a:ext cx="522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14:cNvPr>
                <p14:cNvContentPartPr/>
                <p14:nvPr/>
              </p14:nvContentPartPr>
              <p14:xfrm>
                <a:off x="10016744" y="1895346"/>
                <a:ext cx="15984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6A4BB3-0552-49FF-F937-051E1F3F64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99104" y="1877706"/>
                  <a:ext cx="1954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24CCA3-CD2F-A8EE-F50C-66A7D3A619B6}"/>
              </a:ext>
            </a:extLst>
          </p:cNvPr>
          <p:cNvGrpSpPr/>
          <p:nvPr/>
        </p:nvGrpSpPr>
        <p:grpSpPr>
          <a:xfrm>
            <a:off x="10584104" y="3980826"/>
            <a:ext cx="626040" cy="526680"/>
            <a:chOff x="10584104" y="3980826"/>
            <a:chExt cx="62604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14:cNvPr>
                <p14:cNvContentPartPr/>
                <p14:nvPr/>
              </p14:nvContentPartPr>
              <p14:xfrm>
                <a:off x="10584104" y="3980826"/>
                <a:ext cx="214920" cy="28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55B47BD-57C6-B949-5804-4E3B409DCB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66464" y="3963186"/>
                  <a:ext cx="250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14:cNvPr>
                <p14:cNvContentPartPr/>
                <p14:nvPr/>
              </p14:nvContentPartPr>
              <p14:xfrm>
                <a:off x="10866704" y="4313826"/>
                <a:ext cx="47880" cy="19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85AC3F-8923-E689-7267-4DD514E685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9064" y="4296186"/>
                  <a:ext cx="83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14:cNvPr>
                <p14:cNvContentPartPr/>
                <p14:nvPr/>
              </p14:nvContentPartPr>
              <p14:xfrm>
                <a:off x="10849784" y="4310586"/>
                <a:ext cx="186120" cy="177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2C2BA9-B2FD-5859-00EA-315E74BE9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32144" y="4292946"/>
                  <a:ext cx="221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14:cNvPr>
                <p14:cNvContentPartPr/>
                <p14:nvPr/>
              </p14:nvContentPartPr>
              <p14:xfrm>
                <a:off x="11107544" y="4288266"/>
                <a:ext cx="102600" cy="18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2B70E6-A32E-0D0D-9530-5CE2BC2F54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89904" y="4270266"/>
                  <a:ext cx="13824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9497B8-E434-6C10-51B0-1037B201463D}"/>
              </a:ext>
            </a:extLst>
          </p:cNvPr>
          <p:cNvGrpSpPr/>
          <p:nvPr/>
        </p:nvGrpSpPr>
        <p:grpSpPr>
          <a:xfrm>
            <a:off x="9449024" y="2703906"/>
            <a:ext cx="624960" cy="343800"/>
            <a:chOff x="9449024" y="2703906"/>
            <a:chExt cx="6249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14:cNvPr>
                <p14:cNvContentPartPr/>
                <p14:nvPr/>
              </p14:nvContentPartPr>
              <p14:xfrm>
                <a:off x="9513824" y="2710026"/>
                <a:ext cx="141480" cy="31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EB9543-8023-0D65-6240-36389146F3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96184" y="2692386"/>
                  <a:ext cx="1771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14:cNvPr>
                <p14:cNvContentPartPr/>
                <p14:nvPr/>
              </p14:nvContentPartPr>
              <p14:xfrm>
                <a:off x="9579344" y="2978226"/>
                <a:ext cx="90000" cy="24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007A05-604B-3450-4FA3-F329076AEF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61344" y="2960226"/>
                  <a:ext cx="125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14:cNvPr>
                <p14:cNvContentPartPr/>
                <p14:nvPr/>
              </p14:nvContentPartPr>
              <p14:xfrm>
                <a:off x="9755384" y="2892906"/>
                <a:ext cx="1209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53E7A1-793D-1003-AC66-A06B3ED68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7384" y="2875266"/>
                  <a:ext cx="156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14:cNvPr>
                <p14:cNvContentPartPr/>
                <p14:nvPr/>
              </p14:nvContentPartPr>
              <p14:xfrm>
                <a:off x="9821984" y="2902986"/>
                <a:ext cx="90720" cy="11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A8B03D-B398-FC4C-04A8-7BE3EB6FB2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03984" y="2884986"/>
                  <a:ext cx="126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14:cNvPr>
                <p14:cNvContentPartPr/>
                <p14:nvPr/>
              </p14:nvContentPartPr>
              <p14:xfrm>
                <a:off x="9961304" y="2855826"/>
                <a:ext cx="11268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1F413C-4D8D-7624-04D0-8B9970F830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43304" y="2837826"/>
                  <a:ext cx="148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14:cNvPr>
                <p14:cNvContentPartPr/>
                <p14:nvPr/>
              </p14:nvContentPartPr>
              <p14:xfrm>
                <a:off x="9449024" y="2703906"/>
                <a:ext cx="115560" cy="4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F1A58E-4286-CB9C-F42E-FA1E55FF81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31384" y="2685906"/>
                  <a:ext cx="1512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9E2089-601F-9FE0-2978-DE117E28C0A8}"/>
              </a:ext>
            </a:extLst>
          </p:cNvPr>
          <p:cNvGrpSpPr/>
          <p:nvPr/>
        </p:nvGrpSpPr>
        <p:grpSpPr>
          <a:xfrm>
            <a:off x="817664" y="1039626"/>
            <a:ext cx="599040" cy="651240"/>
            <a:chOff x="817664" y="1039626"/>
            <a:chExt cx="5990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14:cNvPr>
                <p14:cNvContentPartPr/>
                <p14:nvPr/>
              </p14:nvContentPartPr>
              <p14:xfrm>
                <a:off x="909464" y="1054026"/>
                <a:ext cx="58320" cy="51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686044-68C9-A44E-4DD7-14D167B3B4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1464" y="1036386"/>
                  <a:ext cx="939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14:cNvPr>
                <p14:cNvContentPartPr/>
                <p14:nvPr/>
              </p14:nvContentPartPr>
              <p14:xfrm>
                <a:off x="817664" y="1573866"/>
                <a:ext cx="218880" cy="2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B1CC27-1AA2-84AE-C35C-DAE4C48E2C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9664" y="1556226"/>
                  <a:ext cx="254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14:cNvPr>
                <p14:cNvContentPartPr/>
                <p14:nvPr/>
              </p14:nvContentPartPr>
              <p14:xfrm>
                <a:off x="1116824" y="1528506"/>
                <a:ext cx="25200" cy="162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88435E-7AD3-37DD-7BB6-86088F41B1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8824" y="1510506"/>
                  <a:ext cx="60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14:cNvPr>
                <p14:cNvContentPartPr/>
                <p14:nvPr/>
              </p14:nvContentPartPr>
              <p14:xfrm>
                <a:off x="1139864" y="1535706"/>
                <a:ext cx="90720" cy="12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319D86-CF52-4030-8645-244C5FCA56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2224" y="1518066"/>
                  <a:ext cx="126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14:cNvPr>
                <p14:cNvContentPartPr/>
                <p14:nvPr/>
              </p14:nvContentPartPr>
              <p14:xfrm>
                <a:off x="1337504" y="1538226"/>
                <a:ext cx="79200" cy="13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1C1858-D4FD-12DB-6522-B3E0457C87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19864" y="1520586"/>
                  <a:ext cx="114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14:cNvPr>
                <p14:cNvContentPartPr/>
                <p14:nvPr/>
              </p14:nvContentPartPr>
              <p14:xfrm>
                <a:off x="855464" y="1039626"/>
                <a:ext cx="114120" cy="42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DBE1A8-3FC6-EBC1-219A-0561E751E1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7464" y="1021626"/>
                  <a:ext cx="1497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7B6277-6FD7-AC4E-5812-F9343A46A214}"/>
              </a:ext>
            </a:extLst>
          </p:cNvPr>
          <p:cNvGrpSpPr/>
          <p:nvPr/>
        </p:nvGrpSpPr>
        <p:grpSpPr>
          <a:xfrm>
            <a:off x="405824" y="2009466"/>
            <a:ext cx="1137960" cy="456480"/>
            <a:chOff x="405824" y="2009466"/>
            <a:chExt cx="113796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14:cNvPr>
                <p14:cNvContentPartPr/>
                <p14:nvPr/>
              </p14:nvContentPartPr>
              <p14:xfrm>
                <a:off x="405824" y="2270826"/>
                <a:ext cx="122400" cy="195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FA608D-812D-D0F4-DABF-5271FC636B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8184" y="2252826"/>
                  <a:ext cx="158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14:cNvPr>
                <p14:cNvContentPartPr/>
                <p14:nvPr/>
              </p14:nvContentPartPr>
              <p14:xfrm>
                <a:off x="597344" y="2306826"/>
                <a:ext cx="62640" cy="13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73FCB9-318C-DC59-805F-F03430E0AE4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9344" y="2288826"/>
                  <a:ext cx="9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14:cNvPr>
                <p14:cNvContentPartPr/>
                <p14:nvPr/>
              </p14:nvContentPartPr>
              <p14:xfrm>
                <a:off x="707504" y="2324826"/>
                <a:ext cx="57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E9722-11E4-DBC8-66D0-06E00CBE02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9864" y="2307186"/>
                  <a:ext cx="41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14:cNvPr>
                <p14:cNvContentPartPr/>
                <p14:nvPr/>
              </p14:nvContentPartPr>
              <p14:xfrm>
                <a:off x="669344" y="2336346"/>
                <a:ext cx="56520" cy="59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4198B4-F52F-AB1B-0F52-B77304C64E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704" y="2318346"/>
                  <a:ext cx="92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14:cNvPr>
                <p14:cNvContentPartPr/>
                <p14:nvPr/>
              </p14:nvContentPartPr>
              <p14:xfrm>
                <a:off x="719744" y="2305386"/>
                <a:ext cx="24840" cy="97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E3CC7E-1B07-62A9-7644-CEF1C73F14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2104" y="2287746"/>
                  <a:ext cx="60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14:cNvPr>
                <p14:cNvContentPartPr/>
                <p14:nvPr/>
              </p14:nvContentPartPr>
              <p14:xfrm>
                <a:off x="803264" y="2243466"/>
                <a:ext cx="101880" cy="12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CEA308-3334-6881-A970-198230FB72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5264" y="2225826"/>
                  <a:ext cx="137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14:cNvPr>
                <p14:cNvContentPartPr/>
                <p14:nvPr/>
              </p14:nvContentPartPr>
              <p14:xfrm>
                <a:off x="954824" y="2248506"/>
                <a:ext cx="7668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2FD586-06C3-0899-54B4-4EFB25034E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6824" y="2230866"/>
                  <a:ext cx="112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14:cNvPr>
                <p14:cNvContentPartPr/>
                <p14:nvPr/>
              </p14:nvContentPartPr>
              <p14:xfrm>
                <a:off x="1046984" y="2221146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2433DD-CC50-739F-8EAF-C0FAD47DC3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984" y="22035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14:cNvPr>
                <p14:cNvContentPartPr/>
                <p14:nvPr/>
              </p14:nvContentPartPr>
              <p14:xfrm>
                <a:off x="1106024" y="2148066"/>
                <a:ext cx="254880" cy="13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202C5C0-2163-DF0E-821D-FB26B5B180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8024" y="2130066"/>
                  <a:ext cx="29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14:cNvPr>
                <p14:cNvContentPartPr/>
                <p14:nvPr/>
              </p14:nvContentPartPr>
              <p14:xfrm>
                <a:off x="1440104" y="2009466"/>
                <a:ext cx="81000" cy="172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C14251-A811-9CDD-8817-EA52D7F4EE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22464" y="1991826"/>
                  <a:ext cx="116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14:cNvPr>
                <p14:cNvContentPartPr/>
                <p14:nvPr/>
              </p14:nvContentPartPr>
              <p14:xfrm>
                <a:off x="1467104" y="2101986"/>
                <a:ext cx="76680" cy="4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51EFADB-A2BA-B23C-9ACB-844941A2FA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49104" y="2083986"/>
                  <a:ext cx="1123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798123F-6A8A-E4F7-8101-B8A8C8A5A025}"/>
              </a:ext>
            </a:extLst>
          </p:cNvPr>
          <p:cNvGrpSpPr/>
          <p:nvPr/>
        </p:nvGrpSpPr>
        <p:grpSpPr>
          <a:xfrm>
            <a:off x="1814504" y="1886346"/>
            <a:ext cx="739440" cy="300600"/>
            <a:chOff x="1814504" y="1886346"/>
            <a:chExt cx="73944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14:cNvPr>
                <p14:cNvContentPartPr/>
                <p14:nvPr/>
              </p14:nvContentPartPr>
              <p14:xfrm>
                <a:off x="1814504" y="2014866"/>
                <a:ext cx="113400" cy="172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4F715E-F988-8F1A-3A95-881C9BA7A9A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96504" y="1997226"/>
                  <a:ext cx="149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14:cNvPr>
                <p14:cNvContentPartPr/>
                <p14:nvPr/>
              </p14:nvContentPartPr>
              <p14:xfrm>
                <a:off x="2001344" y="2002266"/>
                <a:ext cx="73800" cy="10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456E5C-C65A-623E-72D1-689AE075C4D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83344" y="1984266"/>
                  <a:ext cx="109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14:cNvPr>
                <p14:cNvContentPartPr/>
                <p14:nvPr/>
              </p14:nvContentPartPr>
              <p14:xfrm>
                <a:off x="2140664" y="1995786"/>
                <a:ext cx="27360" cy="56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7FCA57-6FCC-C076-5DF7-1348404AE0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22664" y="1978146"/>
                  <a:ext cx="63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14:cNvPr>
                <p14:cNvContentPartPr/>
                <p14:nvPr/>
              </p14:nvContentPartPr>
              <p14:xfrm>
                <a:off x="2112944" y="1886346"/>
                <a:ext cx="6840" cy="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1F3BDAF-6C82-DF63-6CF6-E6B69A83D3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4944" y="1868706"/>
                  <a:ext cx="42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14:cNvPr>
                <p14:cNvContentPartPr/>
                <p14:nvPr/>
              </p14:nvContentPartPr>
              <p14:xfrm>
                <a:off x="2268824" y="1927026"/>
                <a:ext cx="92520" cy="8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AF0654-0659-145C-B75B-F49F8C9F0F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50824" y="1909386"/>
                  <a:ext cx="128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14:cNvPr>
                <p14:cNvContentPartPr/>
                <p14:nvPr/>
              </p14:nvContentPartPr>
              <p14:xfrm>
                <a:off x="2439464" y="1888146"/>
                <a:ext cx="114480" cy="252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1244FC-1858-E955-A78A-0A864BC164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21464" y="1870146"/>
                  <a:ext cx="1501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7B5FA0-DA46-9EF8-FEEA-66122047B52D}"/>
              </a:ext>
            </a:extLst>
          </p:cNvPr>
          <p:cNvGrpSpPr/>
          <p:nvPr/>
        </p:nvGrpSpPr>
        <p:grpSpPr>
          <a:xfrm>
            <a:off x="811184" y="2685906"/>
            <a:ext cx="638640" cy="243360"/>
            <a:chOff x="811184" y="2685906"/>
            <a:chExt cx="6386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14:cNvPr>
                <p14:cNvContentPartPr/>
                <p14:nvPr/>
              </p14:nvContentPartPr>
              <p14:xfrm>
                <a:off x="811184" y="2697426"/>
                <a:ext cx="10188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7A7990E-C7A3-8D46-E9BC-86C3BFE3FA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3544" y="2679426"/>
                  <a:ext cx="137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14:cNvPr>
                <p14:cNvContentPartPr/>
                <p14:nvPr/>
              </p14:nvContentPartPr>
              <p14:xfrm>
                <a:off x="828464" y="2791026"/>
                <a:ext cx="125280" cy="90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EA3FAE-BB51-9565-7434-18E487CE92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0824" y="2773026"/>
                  <a:ext cx="160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14:cNvPr>
                <p14:cNvContentPartPr/>
                <p14:nvPr/>
              </p14:nvContentPartPr>
              <p14:xfrm>
                <a:off x="983264" y="2787426"/>
                <a:ext cx="49320" cy="84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E4E501-E71C-E1AC-BAC0-2AEA77C6EED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264" y="2769786"/>
                  <a:ext cx="84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14:cNvPr>
                <p14:cNvContentPartPr/>
                <p14:nvPr/>
              </p14:nvContentPartPr>
              <p14:xfrm>
                <a:off x="1077584" y="2774106"/>
                <a:ext cx="198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5F8F2D-39AE-B426-6324-C92600F054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944" y="2756466"/>
                  <a:ext cx="5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14:cNvPr>
                <p14:cNvContentPartPr/>
                <p14:nvPr/>
              </p14:nvContentPartPr>
              <p14:xfrm>
                <a:off x="991184" y="2737386"/>
                <a:ext cx="130320" cy="15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E2D7B0-0352-405C-B81E-8513587370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3544" y="2719746"/>
                  <a:ext cx="16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14:cNvPr>
                <p14:cNvContentPartPr/>
                <p14:nvPr/>
              </p14:nvContentPartPr>
              <p14:xfrm>
                <a:off x="1176584" y="2741706"/>
                <a:ext cx="50400" cy="53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C12EA9-8E91-98C3-DE6D-5D903C4524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58944" y="2724066"/>
                  <a:ext cx="86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14:cNvPr>
                <p14:cNvContentPartPr/>
                <p14:nvPr/>
              </p14:nvContentPartPr>
              <p14:xfrm>
                <a:off x="1267304" y="2685906"/>
                <a:ext cx="182520" cy="9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CF1B51-C519-F1A2-10A7-DB796D2ACCB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49664" y="2667906"/>
                  <a:ext cx="21816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4" name="Group 23563">
            <a:extLst>
              <a:ext uri="{FF2B5EF4-FFF2-40B4-BE49-F238E27FC236}">
                <a16:creationId xmlns:a16="http://schemas.microsoft.com/office/drawing/2014/main" id="{B69F563C-76A2-68CB-5F81-ADF33C6BA62E}"/>
              </a:ext>
            </a:extLst>
          </p:cNvPr>
          <p:cNvGrpSpPr/>
          <p:nvPr/>
        </p:nvGrpSpPr>
        <p:grpSpPr>
          <a:xfrm>
            <a:off x="1718384" y="2384946"/>
            <a:ext cx="765360" cy="306360"/>
            <a:chOff x="1718384" y="2384946"/>
            <a:chExt cx="7653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14:cNvPr>
                <p14:cNvContentPartPr/>
                <p14:nvPr/>
              </p14:nvContentPartPr>
              <p14:xfrm>
                <a:off x="1718384" y="2480346"/>
                <a:ext cx="138960" cy="21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0295A8-E852-871E-E9BB-EB49E37F5B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00744" y="2462346"/>
                  <a:ext cx="174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14:cNvPr>
                <p14:cNvContentPartPr/>
                <p14:nvPr/>
              </p14:nvContentPartPr>
              <p14:xfrm>
                <a:off x="1915664" y="2514906"/>
                <a:ext cx="54720" cy="87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803034-9839-325A-1D5D-FE40AEC7E1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98024" y="249726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14:cNvPr>
                <p14:cNvContentPartPr/>
                <p14:nvPr/>
              </p14:nvContentPartPr>
              <p14:xfrm>
                <a:off x="2069744" y="2477466"/>
                <a:ext cx="168840" cy="82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21C1C9E-FD07-9EBF-7ED8-6FF5572FE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1744" y="2459466"/>
                  <a:ext cx="204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14:cNvPr>
                <p14:cNvContentPartPr/>
                <p14:nvPr/>
              </p14:nvContentPartPr>
              <p14:xfrm>
                <a:off x="2169104" y="2384946"/>
                <a:ext cx="23040" cy="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D41A62-67A3-1812-E78A-18AA37E90E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51464" y="2366946"/>
                  <a:ext cx="58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14:cNvPr>
                <p14:cNvContentPartPr/>
                <p14:nvPr/>
              </p14:nvContentPartPr>
              <p14:xfrm>
                <a:off x="2310584" y="2401146"/>
                <a:ext cx="173160" cy="87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0BEB99-02FB-657F-0E4C-915FA80CB5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2584" y="2383146"/>
                  <a:ext cx="2088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63" name="Group 23562">
            <a:extLst>
              <a:ext uri="{FF2B5EF4-FFF2-40B4-BE49-F238E27FC236}">
                <a16:creationId xmlns:a16="http://schemas.microsoft.com/office/drawing/2014/main" id="{C56D56D5-BAC7-BAF2-616B-56014A41B3F5}"/>
              </a:ext>
            </a:extLst>
          </p:cNvPr>
          <p:cNvGrpSpPr/>
          <p:nvPr/>
        </p:nvGrpSpPr>
        <p:grpSpPr>
          <a:xfrm>
            <a:off x="1199984" y="3084066"/>
            <a:ext cx="217080" cy="172080"/>
            <a:chOff x="1199984" y="3084066"/>
            <a:chExt cx="21708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14:cNvPr>
                <p14:cNvContentPartPr/>
                <p14:nvPr/>
              </p14:nvContentPartPr>
              <p14:xfrm>
                <a:off x="1199984" y="3104946"/>
                <a:ext cx="27000" cy="47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37B89E-8238-34DF-BE47-CC150887AD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984" y="3086946"/>
                  <a:ext cx="62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14:cNvPr>
                <p14:cNvContentPartPr/>
                <p14:nvPr/>
              </p14:nvContentPartPr>
              <p14:xfrm>
                <a:off x="1212944" y="3084066"/>
                <a:ext cx="75960" cy="17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2926FF-5CB6-EAE6-F64E-5964A5B903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94944" y="3066066"/>
                  <a:ext cx="111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14:cNvPr>
                <p14:cNvContentPartPr/>
                <p14:nvPr/>
              </p14:nvContentPartPr>
              <p14:xfrm>
                <a:off x="1206824" y="3109986"/>
                <a:ext cx="210240" cy="91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653FADE-A487-DB47-A616-3EB6EBA170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88824" y="3092346"/>
                  <a:ext cx="24588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14:cNvPr>
              <p14:cNvContentPartPr/>
              <p14:nvPr/>
            </p14:nvContentPartPr>
            <p14:xfrm>
              <a:off x="2552144" y="2747466"/>
              <a:ext cx="4320" cy="5400"/>
            </p14:xfrm>
          </p:contentPart>
        </mc:Choice>
        <mc:Fallback xmlns="">
          <p:pic>
            <p:nvPicPr>
              <p:cNvPr id="23566" name="Ink 23565">
                <a:extLst>
                  <a:ext uri="{FF2B5EF4-FFF2-40B4-BE49-F238E27FC236}">
                    <a16:creationId xmlns:a16="http://schemas.microsoft.com/office/drawing/2014/main" id="{52D823BB-6A02-7D8C-E809-FC45B1631EE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34144" y="2729466"/>
                <a:ext cx="3996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9" name="Group 23598">
            <a:extLst>
              <a:ext uri="{FF2B5EF4-FFF2-40B4-BE49-F238E27FC236}">
                <a16:creationId xmlns:a16="http://schemas.microsoft.com/office/drawing/2014/main" id="{E21E410A-364E-8681-9522-82C90DC0F6C6}"/>
              </a:ext>
            </a:extLst>
          </p:cNvPr>
          <p:cNvGrpSpPr/>
          <p:nvPr/>
        </p:nvGrpSpPr>
        <p:grpSpPr>
          <a:xfrm>
            <a:off x="1633424" y="2737746"/>
            <a:ext cx="972000" cy="378360"/>
            <a:chOff x="1633424" y="2737746"/>
            <a:chExt cx="97200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14:cNvPr>
                <p14:cNvContentPartPr/>
                <p14:nvPr/>
              </p14:nvContentPartPr>
              <p14:xfrm>
                <a:off x="1633424" y="2925306"/>
                <a:ext cx="120600" cy="190800"/>
              </p14:xfrm>
            </p:contentPart>
          </mc:Choice>
          <mc:Fallback xmlns="">
            <p:pic>
              <p:nvPicPr>
                <p:cNvPr id="23568" name="Ink 23567">
                  <a:extLst>
                    <a:ext uri="{FF2B5EF4-FFF2-40B4-BE49-F238E27FC236}">
                      <a16:creationId xmlns:a16="http://schemas.microsoft.com/office/drawing/2014/main" id="{467125A6-883D-5E35-8725-566CE51003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15424" y="2907306"/>
                  <a:ext cx="156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14:cNvPr>
                <p14:cNvContentPartPr/>
                <p14:nvPr/>
              </p14:nvContentPartPr>
              <p14:xfrm>
                <a:off x="1827464" y="2975346"/>
                <a:ext cx="113400" cy="101880"/>
              </p14:xfrm>
            </p:contentPart>
          </mc:Choice>
          <mc:Fallback xmlns="">
            <p:pic>
              <p:nvPicPr>
                <p:cNvPr id="23569" name="Ink 23568">
                  <a:extLst>
                    <a:ext uri="{FF2B5EF4-FFF2-40B4-BE49-F238E27FC236}">
                      <a16:creationId xmlns:a16="http://schemas.microsoft.com/office/drawing/2014/main" id="{0C9CDD69-A7DF-E223-BE62-1F195D4E6F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09824" y="2957706"/>
                  <a:ext cx="149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14:cNvPr>
                <p14:cNvContentPartPr/>
                <p14:nvPr/>
              </p14:nvContentPartPr>
              <p14:xfrm>
                <a:off x="1997024" y="2908386"/>
                <a:ext cx="165240" cy="95400"/>
              </p14:xfrm>
            </p:contentPart>
          </mc:Choice>
          <mc:Fallback xmlns="">
            <p:pic>
              <p:nvPicPr>
                <p:cNvPr id="23570" name="Ink 23569">
                  <a:extLst>
                    <a:ext uri="{FF2B5EF4-FFF2-40B4-BE49-F238E27FC236}">
                      <a16:creationId xmlns:a16="http://schemas.microsoft.com/office/drawing/2014/main" id="{FD6A87CE-EB3D-0121-2D1A-0FCD7FC6DCE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79024" y="2890386"/>
                  <a:ext cx="200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14:cNvPr>
                <p14:cNvContentPartPr/>
                <p14:nvPr/>
              </p14:nvContentPartPr>
              <p14:xfrm>
                <a:off x="2224184" y="2829546"/>
                <a:ext cx="66960" cy="81360"/>
              </p14:xfrm>
            </p:contentPart>
          </mc:Choice>
          <mc:Fallback xmlns="">
            <p:pic>
              <p:nvPicPr>
                <p:cNvPr id="23572" name="Ink 23571">
                  <a:extLst>
                    <a:ext uri="{FF2B5EF4-FFF2-40B4-BE49-F238E27FC236}">
                      <a16:creationId xmlns:a16="http://schemas.microsoft.com/office/drawing/2014/main" id="{BBF366AC-0CB1-B9F0-59B3-63F029F604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06184" y="2811546"/>
                  <a:ext cx="102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14:cNvPr>
                <p14:cNvContentPartPr/>
                <p14:nvPr/>
              </p14:nvContentPartPr>
              <p14:xfrm>
                <a:off x="2363864" y="2772306"/>
                <a:ext cx="68040" cy="111960"/>
              </p14:xfrm>
            </p:contentPart>
          </mc:Choice>
          <mc:Fallback xmlns="">
            <p:pic>
              <p:nvPicPr>
                <p:cNvPr id="23573" name="Ink 23572">
                  <a:extLst>
                    <a:ext uri="{FF2B5EF4-FFF2-40B4-BE49-F238E27FC236}">
                      <a16:creationId xmlns:a16="http://schemas.microsoft.com/office/drawing/2014/main" id="{2E2CEA6C-1596-43EE-F590-5699C87EC2F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45864" y="2754666"/>
                  <a:ext cx="103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14:cNvPr>
                <p14:cNvContentPartPr/>
                <p14:nvPr/>
              </p14:nvContentPartPr>
              <p14:xfrm>
                <a:off x="2503544" y="2737746"/>
                <a:ext cx="101880" cy="122040"/>
              </p14:xfrm>
            </p:contentPart>
          </mc:Choice>
          <mc:Fallback xmlns="">
            <p:pic>
              <p:nvPicPr>
                <p:cNvPr id="23574" name="Ink 23573">
                  <a:extLst>
                    <a:ext uri="{FF2B5EF4-FFF2-40B4-BE49-F238E27FC236}">
                      <a16:creationId xmlns:a16="http://schemas.microsoft.com/office/drawing/2014/main" id="{18F190AE-5AE5-9100-F690-A808F7FDCE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85904" y="2719746"/>
                  <a:ext cx="13752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14:cNvPr>
              <p14:cNvContentPartPr/>
              <p14:nvPr/>
            </p14:nvContentPartPr>
            <p14:xfrm>
              <a:off x="632264" y="3814146"/>
              <a:ext cx="282240" cy="432000"/>
            </p14:xfrm>
          </p:contentPart>
        </mc:Choice>
        <mc:Fallback xmlns="">
          <p:pic>
            <p:nvPicPr>
              <p:cNvPr id="23575" name="Ink 23574">
                <a:extLst>
                  <a:ext uri="{FF2B5EF4-FFF2-40B4-BE49-F238E27FC236}">
                    <a16:creationId xmlns:a16="http://schemas.microsoft.com/office/drawing/2014/main" id="{C54B6CAD-88C2-C613-0E7B-F5AB9E6B813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4624" y="3796506"/>
                <a:ext cx="317880" cy="46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98" name="Group 23597">
            <a:extLst>
              <a:ext uri="{FF2B5EF4-FFF2-40B4-BE49-F238E27FC236}">
                <a16:creationId xmlns:a16="http://schemas.microsoft.com/office/drawing/2014/main" id="{A4208EC4-6999-681C-A203-1A767517599C}"/>
              </a:ext>
            </a:extLst>
          </p:cNvPr>
          <p:cNvGrpSpPr/>
          <p:nvPr/>
        </p:nvGrpSpPr>
        <p:grpSpPr>
          <a:xfrm>
            <a:off x="1105304" y="4122666"/>
            <a:ext cx="292680" cy="205200"/>
            <a:chOff x="1105304" y="4122666"/>
            <a:chExt cx="29268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14:cNvPr>
                <p14:cNvContentPartPr/>
                <p14:nvPr/>
              </p14:nvContentPartPr>
              <p14:xfrm>
                <a:off x="1105304" y="4151466"/>
                <a:ext cx="45360" cy="164160"/>
              </p14:xfrm>
            </p:contentPart>
          </mc:Choice>
          <mc:Fallback xmlns="">
            <p:pic>
              <p:nvPicPr>
                <p:cNvPr id="23576" name="Ink 23575">
                  <a:extLst>
                    <a:ext uri="{FF2B5EF4-FFF2-40B4-BE49-F238E27FC236}">
                      <a16:creationId xmlns:a16="http://schemas.microsoft.com/office/drawing/2014/main" id="{27375FAC-4620-E48E-AD30-D8CDD7CAE6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7304" y="4133466"/>
                  <a:ext cx="81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14:cNvPr>
                <p14:cNvContentPartPr/>
                <p14:nvPr/>
              </p14:nvContentPartPr>
              <p14:xfrm>
                <a:off x="1109264" y="4140306"/>
                <a:ext cx="137880" cy="161280"/>
              </p14:xfrm>
            </p:contentPart>
          </mc:Choice>
          <mc:Fallback xmlns="">
            <p:pic>
              <p:nvPicPr>
                <p:cNvPr id="23577" name="Ink 23576">
                  <a:extLst>
                    <a:ext uri="{FF2B5EF4-FFF2-40B4-BE49-F238E27FC236}">
                      <a16:creationId xmlns:a16="http://schemas.microsoft.com/office/drawing/2014/main" id="{F46020A6-A617-D338-7815-86ED27EA6C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1624" y="4122306"/>
                  <a:ext cx="173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14:cNvPr>
                <p14:cNvContentPartPr/>
                <p14:nvPr/>
              </p14:nvContentPartPr>
              <p14:xfrm>
                <a:off x="1295024" y="4122666"/>
                <a:ext cx="102960" cy="205200"/>
              </p14:xfrm>
            </p:contentPart>
          </mc:Choice>
          <mc:Fallback xmlns="">
            <p:pic>
              <p:nvPicPr>
                <p:cNvPr id="23578" name="Ink 23577">
                  <a:extLst>
                    <a:ext uri="{FF2B5EF4-FFF2-40B4-BE49-F238E27FC236}">
                      <a16:creationId xmlns:a16="http://schemas.microsoft.com/office/drawing/2014/main" id="{BFF8B162-819D-2229-DEBC-055CC968B0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77384" y="4105026"/>
                  <a:ext cx="1386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7" name="Group 23596">
            <a:extLst>
              <a:ext uri="{FF2B5EF4-FFF2-40B4-BE49-F238E27FC236}">
                <a16:creationId xmlns:a16="http://schemas.microsoft.com/office/drawing/2014/main" id="{14734090-0745-D6C6-2C03-F559769F5FF9}"/>
              </a:ext>
            </a:extLst>
          </p:cNvPr>
          <p:cNvGrpSpPr/>
          <p:nvPr/>
        </p:nvGrpSpPr>
        <p:grpSpPr>
          <a:xfrm>
            <a:off x="303224" y="4934106"/>
            <a:ext cx="1283040" cy="276120"/>
            <a:chOff x="303224" y="4934106"/>
            <a:chExt cx="12830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14:cNvPr>
                <p14:cNvContentPartPr/>
                <p14:nvPr/>
              </p14:nvContentPartPr>
              <p14:xfrm>
                <a:off x="303224" y="4934106"/>
                <a:ext cx="217800" cy="276120"/>
              </p14:xfrm>
            </p:contentPart>
          </mc:Choice>
          <mc:Fallback xmlns="">
            <p:pic>
              <p:nvPicPr>
                <p:cNvPr id="23579" name="Ink 23578">
                  <a:extLst>
                    <a:ext uri="{FF2B5EF4-FFF2-40B4-BE49-F238E27FC236}">
                      <a16:creationId xmlns:a16="http://schemas.microsoft.com/office/drawing/2014/main" id="{76A61428-426C-D098-8C7D-2281FC48A91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5224" y="4916466"/>
                  <a:ext cx="253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14:cNvPr>
                <p14:cNvContentPartPr/>
                <p14:nvPr/>
              </p14:nvContentPartPr>
              <p14:xfrm>
                <a:off x="656024" y="5101146"/>
                <a:ext cx="68400" cy="91080"/>
              </p14:xfrm>
            </p:contentPart>
          </mc:Choice>
          <mc:Fallback xmlns="">
            <p:pic>
              <p:nvPicPr>
                <p:cNvPr id="23580" name="Ink 23579">
                  <a:extLst>
                    <a:ext uri="{FF2B5EF4-FFF2-40B4-BE49-F238E27FC236}">
                      <a16:creationId xmlns:a16="http://schemas.microsoft.com/office/drawing/2014/main" id="{AEC8E2A7-2C0C-B1B1-F98B-D653B073003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8384" y="5083146"/>
                  <a:ext cx="104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14:cNvPr>
                <p14:cNvContentPartPr/>
                <p14:nvPr/>
              </p14:nvContentPartPr>
              <p14:xfrm>
                <a:off x="805784" y="4991346"/>
                <a:ext cx="42840" cy="140400"/>
              </p14:xfrm>
            </p:contentPart>
          </mc:Choice>
          <mc:Fallback xmlns="">
            <p:pic>
              <p:nvPicPr>
                <p:cNvPr id="23581" name="Ink 23580">
                  <a:extLst>
                    <a:ext uri="{FF2B5EF4-FFF2-40B4-BE49-F238E27FC236}">
                      <a16:creationId xmlns:a16="http://schemas.microsoft.com/office/drawing/2014/main" id="{FECF34FD-3FDA-686C-6829-6B27FE682E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7784" y="4973346"/>
                  <a:ext cx="78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14:cNvPr>
                <p14:cNvContentPartPr/>
                <p14:nvPr/>
              </p14:nvContentPartPr>
              <p14:xfrm>
                <a:off x="975704" y="4970466"/>
                <a:ext cx="75960" cy="139320"/>
              </p14:xfrm>
            </p:contentPart>
          </mc:Choice>
          <mc:Fallback xmlns="">
            <p:pic>
              <p:nvPicPr>
                <p:cNvPr id="23582" name="Ink 23581">
                  <a:extLst>
                    <a:ext uri="{FF2B5EF4-FFF2-40B4-BE49-F238E27FC236}">
                      <a16:creationId xmlns:a16="http://schemas.microsoft.com/office/drawing/2014/main" id="{ED0EEEA8-A79B-578B-2E3A-ED4A3F7EF56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7704" y="4952466"/>
                  <a:ext cx="111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14:cNvPr>
                <p14:cNvContentPartPr/>
                <p14:nvPr/>
              </p14:nvContentPartPr>
              <p14:xfrm>
                <a:off x="970304" y="4987026"/>
                <a:ext cx="307800" cy="117000"/>
              </p14:xfrm>
            </p:contentPart>
          </mc:Choice>
          <mc:Fallback xmlns="">
            <p:pic>
              <p:nvPicPr>
                <p:cNvPr id="23583" name="Ink 23582">
                  <a:extLst>
                    <a:ext uri="{FF2B5EF4-FFF2-40B4-BE49-F238E27FC236}">
                      <a16:creationId xmlns:a16="http://schemas.microsoft.com/office/drawing/2014/main" id="{4A5ECFDE-2AC9-DD02-7E72-2A96344B810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2304" y="4969386"/>
                  <a:ext cx="34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14:cNvPr>
                <p14:cNvContentPartPr/>
                <p14:nvPr/>
              </p14:nvContentPartPr>
              <p14:xfrm>
                <a:off x="1325264" y="4971906"/>
                <a:ext cx="98280" cy="234720"/>
              </p14:xfrm>
            </p:contentPart>
          </mc:Choice>
          <mc:Fallback xmlns="">
            <p:pic>
              <p:nvPicPr>
                <p:cNvPr id="23584" name="Ink 23583">
                  <a:extLst>
                    <a:ext uri="{FF2B5EF4-FFF2-40B4-BE49-F238E27FC236}">
                      <a16:creationId xmlns:a16="http://schemas.microsoft.com/office/drawing/2014/main" id="{126A1D2C-B9FA-9739-35A7-4652AD352A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07264" y="4954266"/>
                  <a:ext cx="1339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14:cNvPr>
                <p14:cNvContentPartPr/>
                <p14:nvPr/>
              </p14:nvContentPartPr>
              <p14:xfrm>
                <a:off x="1489784" y="4943466"/>
                <a:ext cx="96480" cy="120240"/>
              </p14:xfrm>
            </p:contentPart>
          </mc:Choice>
          <mc:Fallback xmlns="">
            <p:pic>
              <p:nvPicPr>
                <p:cNvPr id="23585" name="Ink 23584">
                  <a:extLst>
                    <a:ext uri="{FF2B5EF4-FFF2-40B4-BE49-F238E27FC236}">
                      <a16:creationId xmlns:a16="http://schemas.microsoft.com/office/drawing/2014/main" id="{73026525-74F9-CB71-739C-4A78DF1216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71784" y="4925826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96" name="Group 23595">
            <a:extLst>
              <a:ext uri="{FF2B5EF4-FFF2-40B4-BE49-F238E27FC236}">
                <a16:creationId xmlns:a16="http://schemas.microsoft.com/office/drawing/2014/main" id="{D66F0E12-4091-1DFC-2F76-2265C72F5CE4}"/>
              </a:ext>
            </a:extLst>
          </p:cNvPr>
          <p:cNvGrpSpPr/>
          <p:nvPr/>
        </p:nvGrpSpPr>
        <p:grpSpPr>
          <a:xfrm>
            <a:off x="1828544" y="4663746"/>
            <a:ext cx="1170720" cy="351720"/>
            <a:chOff x="1828544" y="4663746"/>
            <a:chExt cx="117072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14:cNvPr>
                <p14:cNvContentPartPr/>
                <p14:nvPr/>
              </p14:nvContentPartPr>
              <p14:xfrm>
                <a:off x="1828544" y="4827186"/>
                <a:ext cx="107280" cy="188280"/>
              </p14:xfrm>
            </p:contentPart>
          </mc:Choice>
          <mc:Fallback xmlns="">
            <p:pic>
              <p:nvPicPr>
                <p:cNvPr id="23586" name="Ink 23585">
                  <a:extLst>
                    <a:ext uri="{FF2B5EF4-FFF2-40B4-BE49-F238E27FC236}">
                      <a16:creationId xmlns:a16="http://schemas.microsoft.com/office/drawing/2014/main" id="{D45D4E4D-ECCB-34A1-8C5A-988265B100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10544" y="4809186"/>
                  <a:ext cx="142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14:cNvPr>
                <p14:cNvContentPartPr/>
                <p14:nvPr/>
              </p14:nvContentPartPr>
              <p14:xfrm>
                <a:off x="2006744" y="4877586"/>
                <a:ext cx="76680" cy="79920"/>
              </p14:xfrm>
            </p:contentPart>
          </mc:Choice>
          <mc:Fallback xmlns="">
            <p:pic>
              <p:nvPicPr>
                <p:cNvPr id="23587" name="Ink 23586">
                  <a:extLst>
                    <a:ext uri="{FF2B5EF4-FFF2-40B4-BE49-F238E27FC236}">
                      <a16:creationId xmlns:a16="http://schemas.microsoft.com/office/drawing/2014/main" id="{71EA29B8-3DBC-6449-6FAD-D3C36356F4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989104" y="4859946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14:cNvPr>
                <p14:cNvContentPartPr/>
                <p14:nvPr/>
              </p14:nvContentPartPr>
              <p14:xfrm>
                <a:off x="2122304" y="4729986"/>
                <a:ext cx="27720" cy="7200"/>
              </p14:xfrm>
            </p:contentPart>
          </mc:Choice>
          <mc:Fallback xmlns="">
            <p:pic>
              <p:nvPicPr>
                <p:cNvPr id="23588" name="Ink 23587">
                  <a:extLst>
                    <a:ext uri="{FF2B5EF4-FFF2-40B4-BE49-F238E27FC236}">
                      <a16:creationId xmlns:a16="http://schemas.microsoft.com/office/drawing/2014/main" id="{E2949283-9D08-03D6-F379-64CC776E56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104664" y="4711986"/>
                  <a:ext cx="63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14:cNvPr>
                <p14:cNvContentPartPr/>
                <p14:nvPr/>
              </p14:nvContentPartPr>
              <p14:xfrm>
                <a:off x="2120504" y="4701906"/>
                <a:ext cx="60480" cy="194040"/>
              </p14:xfrm>
            </p:contentPart>
          </mc:Choice>
          <mc:Fallback xmlns="">
            <p:pic>
              <p:nvPicPr>
                <p:cNvPr id="23589" name="Ink 23588">
                  <a:extLst>
                    <a:ext uri="{FF2B5EF4-FFF2-40B4-BE49-F238E27FC236}">
                      <a16:creationId xmlns:a16="http://schemas.microsoft.com/office/drawing/2014/main" id="{E3CA1DF0-102C-CF39-87C6-7145A82A11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02504" y="4684266"/>
                  <a:ext cx="9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14:cNvPr>
                <p14:cNvContentPartPr/>
                <p14:nvPr/>
              </p14:nvContentPartPr>
              <p14:xfrm>
                <a:off x="2108264" y="4804146"/>
                <a:ext cx="98280" cy="59760"/>
              </p14:xfrm>
            </p:contentPart>
          </mc:Choice>
          <mc:Fallback xmlns="">
            <p:pic>
              <p:nvPicPr>
                <p:cNvPr id="23590" name="Ink 23589">
                  <a:extLst>
                    <a:ext uri="{FF2B5EF4-FFF2-40B4-BE49-F238E27FC236}">
                      <a16:creationId xmlns:a16="http://schemas.microsoft.com/office/drawing/2014/main" id="{C15FA1F1-3E88-E915-54FD-969EEE70E1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90624" y="4786506"/>
                  <a:ext cx="133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14:cNvPr>
                <p14:cNvContentPartPr/>
                <p14:nvPr/>
              </p14:nvContentPartPr>
              <p14:xfrm>
                <a:off x="2283224" y="4744026"/>
                <a:ext cx="158400" cy="142200"/>
              </p14:xfrm>
            </p:contentPart>
          </mc:Choice>
          <mc:Fallback xmlns="">
            <p:pic>
              <p:nvPicPr>
                <p:cNvPr id="23591" name="Ink 23590">
                  <a:extLst>
                    <a:ext uri="{FF2B5EF4-FFF2-40B4-BE49-F238E27FC236}">
                      <a16:creationId xmlns:a16="http://schemas.microsoft.com/office/drawing/2014/main" id="{D420124A-027A-42AD-8857-B8AA1DF10B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65584" y="4726026"/>
                  <a:ext cx="194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14:cNvPr>
                <p14:cNvContentPartPr/>
                <p14:nvPr/>
              </p14:nvContentPartPr>
              <p14:xfrm>
                <a:off x="2512904" y="4713066"/>
                <a:ext cx="137520" cy="72720"/>
              </p14:xfrm>
            </p:contentPart>
          </mc:Choice>
          <mc:Fallback xmlns="">
            <p:pic>
              <p:nvPicPr>
                <p:cNvPr id="23592" name="Ink 23591">
                  <a:extLst>
                    <a:ext uri="{FF2B5EF4-FFF2-40B4-BE49-F238E27FC236}">
                      <a16:creationId xmlns:a16="http://schemas.microsoft.com/office/drawing/2014/main" id="{3E6519EA-EF76-DE2C-1F88-7996FEFA3F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95264" y="4695426"/>
                  <a:ext cx="17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14:cNvPr>
                <p14:cNvContentPartPr/>
                <p14:nvPr/>
              </p14:nvContentPartPr>
              <p14:xfrm>
                <a:off x="2660144" y="4676706"/>
                <a:ext cx="77400" cy="84960"/>
              </p14:xfrm>
            </p:contentPart>
          </mc:Choice>
          <mc:Fallback xmlns="">
            <p:pic>
              <p:nvPicPr>
                <p:cNvPr id="23593" name="Ink 23592">
                  <a:extLst>
                    <a:ext uri="{FF2B5EF4-FFF2-40B4-BE49-F238E27FC236}">
                      <a16:creationId xmlns:a16="http://schemas.microsoft.com/office/drawing/2014/main" id="{05AFC151-00FF-3693-F630-6820C68DA48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42504" y="4659066"/>
                  <a:ext cx="113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14:cNvPr>
                <p14:cNvContentPartPr/>
                <p14:nvPr/>
              </p14:nvContentPartPr>
              <p14:xfrm>
                <a:off x="2775344" y="4663746"/>
                <a:ext cx="223920" cy="75240"/>
              </p14:xfrm>
            </p:contentPart>
          </mc:Choice>
          <mc:Fallback xmlns="">
            <p:pic>
              <p:nvPicPr>
                <p:cNvPr id="23594" name="Ink 23593">
                  <a:extLst>
                    <a:ext uri="{FF2B5EF4-FFF2-40B4-BE49-F238E27FC236}">
                      <a16:creationId xmlns:a16="http://schemas.microsoft.com/office/drawing/2014/main" id="{57EB776F-5E40-6415-66D0-B487E2F900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757704" y="4645746"/>
                  <a:ext cx="25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14:cNvPr>
                <p14:cNvContentPartPr/>
                <p14:nvPr/>
              </p14:nvContentPartPr>
              <p14:xfrm>
                <a:off x="1939064" y="4916826"/>
                <a:ext cx="44280" cy="78120"/>
              </p14:xfrm>
            </p:contentPart>
          </mc:Choice>
          <mc:Fallback xmlns="">
            <p:pic>
              <p:nvPicPr>
                <p:cNvPr id="23595" name="Ink 23594">
                  <a:extLst>
                    <a:ext uri="{FF2B5EF4-FFF2-40B4-BE49-F238E27FC236}">
                      <a16:creationId xmlns:a16="http://schemas.microsoft.com/office/drawing/2014/main" id="{EAC47282-81B4-6522-29E5-F3CFB33DFDF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21064" y="4898826"/>
                  <a:ext cx="7992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4" name="Group 23613">
            <a:extLst>
              <a:ext uri="{FF2B5EF4-FFF2-40B4-BE49-F238E27FC236}">
                <a16:creationId xmlns:a16="http://schemas.microsoft.com/office/drawing/2014/main" id="{082BD6ED-F582-3A11-137F-49EBE920404C}"/>
              </a:ext>
            </a:extLst>
          </p:cNvPr>
          <p:cNvGrpSpPr/>
          <p:nvPr/>
        </p:nvGrpSpPr>
        <p:grpSpPr>
          <a:xfrm>
            <a:off x="774104" y="5635386"/>
            <a:ext cx="851400" cy="324720"/>
            <a:chOff x="774104" y="5635386"/>
            <a:chExt cx="8514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14:cNvPr>
                <p14:cNvContentPartPr/>
                <p14:nvPr/>
              </p14:nvContentPartPr>
              <p14:xfrm>
                <a:off x="774104" y="5665266"/>
                <a:ext cx="212760" cy="294840"/>
              </p14:xfrm>
            </p:contentPart>
          </mc:Choice>
          <mc:Fallback xmlns="">
            <p:pic>
              <p:nvPicPr>
                <p:cNvPr id="23600" name="Ink 23599">
                  <a:extLst>
                    <a:ext uri="{FF2B5EF4-FFF2-40B4-BE49-F238E27FC236}">
                      <a16:creationId xmlns:a16="http://schemas.microsoft.com/office/drawing/2014/main" id="{0D8E3446-1C2F-93C7-63FF-BF9CC56E0B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6104" y="5647266"/>
                  <a:ext cx="2484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14:cNvPr>
                <p14:cNvContentPartPr/>
                <p14:nvPr/>
              </p14:nvContentPartPr>
              <p14:xfrm>
                <a:off x="995864" y="5807826"/>
                <a:ext cx="96120" cy="79560"/>
              </p14:xfrm>
            </p:contentPart>
          </mc:Choice>
          <mc:Fallback xmlns="">
            <p:pic>
              <p:nvPicPr>
                <p:cNvPr id="23601" name="Ink 23600">
                  <a:extLst>
                    <a:ext uri="{FF2B5EF4-FFF2-40B4-BE49-F238E27FC236}">
                      <a16:creationId xmlns:a16="http://schemas.microsoft.com/office/drawing/2014/main" id="{20351273-CE18-E4D1-6D44-B978031E6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864" y="5789826"/>
                  <a:ext cx="131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14:cNvPr>
                <p14:cNvContentPartPr/>
                <p14:nvPr/>
              </p14:nvContentPartPr>
              <p14:xfrm>
                <a:off x="1192424" y="5729706"/>
                <a:ext cx="160920" cy="142920"/>
              </p14:xfrm>
            </p:contentPart>
          </mc:Choice>
          <mc:Fallback xmlns="">
            <p:pic>
              <p:nvPicPr>
                <p:cNvPr id="23602" name="Ink 23601">
                  <a:extLst>
                    <a:ext uri="{FF2B5EF4-FFF2-40B4-BE49-F238E27FC236}">
                      <a16:creationId xmlns:a16="http://schemas.microsoft.com/office/drawing/2014/main" id="{FA323928-EAE1-A794-F193-B0C7266AA4F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424" y="5712066"/>
                  <a:ext cx="196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14:cNvPr>
                <p14:cNvContentPartPr/>
                <p14:nvPr/>
              </p14:nvContentPartPr>
              <p14:xfrm>
                <a:off x="1389344" y="5723586"/>
                <a:ext cx="56880" cy="123840"/>
              </p14:xfrm>
            </p:contentPart>
          </mc:Choice>
          <mc:Fallback xmlns="">
            <p:pic>
              <p:nvPicPr>
                <p:cNvPr id="23603" name="Ink 23602">
                  <a:extLst>
                    <a:ext uri="{FF2B5EF4-FFF2-40B4-BE49-F238E27FC236}">
                      <a16:creationId xmlns:a16="http://schemas.microsoft.com/office/drawing/2014/main" id="{B1ECD9AF-63B9-4DE2-3CF8-BC1E9B5BEC7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71344" y="5705586"/>
                  <a:ext cx="92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14:cNvPr>
                <p14:cNvContentPartPr/>
                <p14:nvPr/>
              </p14:nvContentPartPr>
              <p14:xfrm>
                <a:off x="1375664" y="5635386"/>
                <a:ext cx="19080" cy="24480"/>
              </p14:xfrm>
            </p:contentPart>
          </mc:Choice>
          <mc:Fallback xmlns="">
            <p:pic>
              <p:nvPicPr>
                <p:cNvPr id="23604" name="Ink 23603">
                  <a:extLst>
                    <a:ext uri="{FF2B5EF4-FFF2-40B4-BE49-F238E27FC236}">
                      <a16:creationId xmlns:a16="http://schemas.microsoft.com/office/drawing/2014/main" id="{901789BC-C5EA-DAE7-1958-C442E5A51E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58024" y="5617746"/>
                  <a:ext cx="54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14:cNvPr>
                <p14:cNvContentPartPr/>
                <p14:nvPr/>
              </p14:nvContentPartPr>
              <p14:xfrm>
                <a:off x="1479344" y="5671386"/>
                <a:ext cx="146160" cy="73440"/>
              </p14:xfrm>
            </p:contentPart>
          </mc:Choice>
          <mc:Fallback xmlns="">
            <p:pic>
              <p:nvPicPr>
                <p:cNvPr id="23605" name="Ink 23604">
                  <a:extLst>
                    <a:ext uri="{FF2B5EF4-FFF2-40B4-BE49-F238E27FC236}">
                      <a16:creationId xmlns:a16="http://schemas.microsoft.com/office/drawing/2014/main" id="{EDF91490-5436-8703-F064-CA9C99DDA5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61704" y="5653386"/>
                  <a:ext cx="18180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17" name="Group 23616">
            <a:extLst>
              <a:ext uri="{FF2B5EF4-FFF2-40B4-BE49-F238E27FC236}">
                <a16:creationId xmlns:a16="http://schemas.microsoft.com/office/drawing/2014/main" id="{AF4B3BE8-74FE-2561-5E61-52833EEAD7B1}"/>
              </a:ext>
            </a:extLst>
          </p:cNvPr>
          <p:cNvGrpSpPr/>
          <p:nvPr/>
        </p:nvGrpSpPr>
        <p:grpSpPr>
          <a:xfrm>
            <a:off x="1826024" y="5277546"/>
            <a:ext cx="1140840" cy="820800"/>
            <a:chOff x="1826024" y="5277546"/>
            <a:chExt cx="1140840" cy="82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14:cNvPr>
                <p14:cNvContentPartPr/>
                <p14:nvPr/>
              </p14:nvContentPartPr>
              <p14:xfrm>
                <a:off x="1826024" y="5497506"/>
                <a:ext cx="318240" cy="186840"/>
              </p14:xfrm>
            </p:contentPart>
          </mc:Choice>
          <mc:Fallback xmlns="">
            <p:pic>
              <p:nvPicPr>
                <p:cNvPr id="23606" name="Ink 23605">
                  <a:extLst>
                    <a:ext uri="{FF2B5EF4-FFF2-40B4-BE49-F238E27FC236}">
                      <a16:creationId xmlns:a16="http://schemas.microsoft.com/office/drawing/2014/main" id="{7B1ED480-546F-75D8-4502-92A934D2A70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08384" y="5479866"/>
                  <a:ext cx="353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14:cNvPr>
                <p14:cNvContentPartPr/>
                <p14:nvPr/>
              </p14:nvContentPartPr>
              <p14:xfrm>
                <a:off x="2221304" y="5277546"/>
                <a:ext cx="113400" cy="256680"/>
              </p14:xfrm>
            </p:contentPart>
          </mc:Choice>
          <mc:Fallback xmlns="">
            <p:pic>
              <p:nvPicPr>
                <p:cNvPr id="23607" name="Ink 23606">
                  <a:extLst>
                    <a:ext uri="{FF2B5EF4-FFF2-40B4-BE49-F238E27FC236}">
                      <a16:creationId xmlns:a16="http://schemas.microsoft.com/office/drawing/2014/main" id="{9E515FEE-39E7-69DA-FF79-85E87E6930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03304" y="5259906"/>
                  <a:ext cx="149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14:cNvPr>
                <p14:cNvContentPartPr/>
                <p14:nvPr/>
              </p14:nvContentPartPr>
              <p14:xfrm>
                <a:off x="1978304" y="5851746"/>
                <a:ext cx="125640" cy="246600"/>
              </p14:xfrm>
            </p:contentPart>
          </mc:Choice>
          <mc:Fallback xmlns="">
            <p:pic>
              <p:nvPicPr>
                <p:cNvPr id="23608" name="Ink 23607">
                  <a:extLst>
                    <a:ext uri="{FF2B5EF4-FFF2-40B4-BE49-F238E27FC236}">
                      <a16:creationId xmlns:a16="http://schemas.microsoft.com/office/drawing/2014/main" id="{AA10FBF2-0700-ED1D-C868-5E14E9B5804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60304" y="5834106"/>
                  <a:ext cx="161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14:cNvPr>
                <p14:cNvContentPartPr/>
                <p14:nvPr/>
              </p14:nvContentPartPr>
              <p14:xfrm>
                <a:off x="2205824" y="5896026"/>
                <a:ext cx="69480" cy="106200"/>
              </p14:xfrm>
            </p:contentPart>
          </mc:Choice>
          <mc:Fallback xmlns="">
            <p:pic>
              <p:nvPicPr>
                <p:cNvPr id="23609" name="Ink 23608">
                  <a:extLst>
                    <a:ext uri="{FF2B5EF4-FFF2-40B4-BE49-F238E27FC236}">
                      <a16:creationId xmlns:a16="http://schemas.microsoft.com/office/drawing/2014/main" id="{1888C5D3-327C-20A9-1719-91CD9E490C9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88184" y="5878386"/>
                  <a:ext cx="105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14:cNvPr>
                <p14:cNvContentPartPr/>
                <p14:nvPr/>
              </p14:nvContentPartPr>
              <p14:xfrm>
                <a:off x="2333264" y="5853906"/>
                <a:ext cx="155880" cy="112320"/>
              </p14:xfrm>
            </p:contentPart>
          </mc:Choice>
          <mc:Fallback xmlns="">
            <p:pic>
              <p:nvPicPr>
                <p:cNvPr id="23610" name="Ink 23609">
                  <a:extLst>
                    <a:ext uri="{FF2B5EF4-FFF2-40B4-BE49-F238E27FC236}">
                      <a16:creationId xmlns:a16="http://schemas.microsoft.com/office/drawing/2014/main" id="{199FF7A7-284B-DC3F-6E22-BFECF60D5AD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15264" y="5835906"/>
                  <a:ext cx="191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14:cNvPr>
                <p14:cNvContentPartPr/>
                <p14:nvPr/>
              </p14:nvContentPartPr>
              <p14:xfrm>
                <a:off x="2540624" y="5803146"/>
                <a:ext cx="85320" cy="110880"/>
              </p14:xfrm>
            </p:contentPart>
          </mc:Choice>
          <mc:Fallback xmlns="">
            <p:pic>
              <p:nvPicPr>
                <p:cNvPr id="23611" name="Ink 23610">
                  <a:extLst>
                    <a:ext uri="{FF2B5EF4-FFF2-40B4-BE49-F238E27FC236}">
                      <a16:creationId xmlns:a16="http://schemas.microsoft.com/office/drawing/2014/main" id="{B1B541F4-3E1F-A005-F749-59CE75A7709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22984" y="5785506"/>
                  <a:ext cx="120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14:cNvPr>
                <p14:cNvContentPartPr/>
                <p14:nvPr/>
              </p14:nvContentPartPr>
              <p14:xfrm>
                <a:off x="2732144" y="5762106"/>
                <a:ext cx="107280" cy="119880"/>
              </p14:xfrm>
            </p:contentPart>
          </mc:Choice>
          <mc:Fallback xmlns="">
            <p:pic>
              <p:nvPicPr>
                <p:cNvPr id="23615" name="Ink 23614">
                  <a:extLst>
                    <a:ext uri="{FF2B5EF4-FFF2-40B4-BE49-F238E27FC236}">
                      <a16:creationId xmlns:a16="http://schemas.microsoft.com/office/drawing/2014/main" id="{DE9DD95D-1DE8-05A2-A9B6-6CC8C76CFD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14144" y="5744106"/>
                  <a:ext cx="142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14:cNvPr>
                <p14:cNvContentPartPr/>
                <p14:nvPr/>
              </p14:nvContentPartPr>
              <p14:xfrm>
                <a:off x="2867504" y="5690826"/>
                <a:ext cx="99360" cy="168840"/>
              </p14:xfrm>
            </p:contentPart>
          </mc:Choice>
          <mc:Fallback xmlns="">
            <p:pic>
              <p:nvPicPr>
                <p:cNvPr id="23616" name="Ink 23615">
                  <a:extLst>
                    <a:ext uri="{FF2B5EF4-FFF2-40B4-BE49-F238E27FC236}">
                      <a16:creationId xmlns:a16="http://schemas.microsoft.com/office/drawing/2014/main" id="{337A0F0D-BA21-4F34-6A3A-F0AC401A1A6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49864" y="5673186"/>
                  <a:ext cx="1350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0" name="Group 23639">
            <a:extLst>
              <a:ext uri="{FF2B5EF4-FFF2-40B4-BE49-F238E27FC236}">
                <a16:creationId xmlns:a16="http://schemas.microsoft.com/office/drawing/2014/main" id="{E8D037FF-9678-3F96-CC2F-7515DD317F0B}"/>
              </a:ext>
            </a:extLst>
          </p:cNvPr>
          <p:cNvGrpSpPr/>
          <p:nvPr/>
        </p:nvGrpSpPr>
        <p:grpSpPr>
          <a:xfrm>
            <a:off x="10212224" y="5586786"/>
            <a:ext cx="1074960" cy="388440"/>
            <a:chOff x="10212224" y="5586786"/>
            <a:chExt cx="107496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14:cNvPr>
                <p14:cNvContentPartPr/>
                <p14:nvPr/>
              </p14:nvContentPartPr>
              <p14:xfrm>
                <a:off x="10280984" y="5622426"/>
                <a:ext cx="41760" cy="255240"/>
              </p14:xfrm>
            </p:contentPart>
          </mc:Choice>
          <mc:Fallback xmlns="">
            <p:pic>
              <p:nvPicPr>
                <p:cNvPr id="23629" name="Ink 23628">
                  <a:extLst>
                    <a:ext uri="{FF2B5EF4-FFF2-40B4-BE49-F238E27FC236}">
                      <a16:creationId xmlns:a16="http://schemas.microsoft.com/office/drawing/2014/main" id="{2599D8B7-9E3A-4813-237A-7A8429B14F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62984" y="5604426"/>
                  <a:ext cx="774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14:cNvPr>
                <p14:cNvContentPartPr/>
                <p14:nvPr/>
              </p14:nvContentPartPr>
              <p14:xfrm>
                <a:off x="10212224" y="5614506"/>
                <a:ext cx="91080" cy="37080"/>
              </p14:xfrm>
            </p:contentPart>
          </mc:Choice>
          <mc:Fallback xmlns="">
            <p:pic>
              <p:nvPicPr>
                <p:cNvPr id="23630" name="Ink 23629">
                  <a:extLst>
                    <a:ext uri="{FF2B5EF4-FFF2-40B4-BE49-F238E27FC236}">
                      <a16:creationId xmlns:a16="http://schemas.microsoft.com/office/drawing/2014/main" id="{B25DA65B-DB15-A02D-626B-BF7D892C90A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94584" y="5596866"/>
                  <a:ext cx="126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14:cNvPr>
                <p14:cNvContentPartPr/>
                <p14:nvPr/>
              </p14:nvContentPartPr>
              <p14:xfrm>
                <a:off x="10255424" y="5815026"/>
                <a:ext cx="89280" cy="33840"/>
              </p14:xfrm>
            </p:contentPart>
          </mc:Choice>
          <mc:Fallback xmlns="">
            <p:pic>
              <p:nvPicPr>
                <p:cNvPr id="23631" name="Ink 23630">
                  <a:extLst>
                    <a:ext uri="{FF2B5EF4-FFF2-40B4-BE49-F238E27FC236}">
                      <a16:creationId xmlns:a16="http://schemas.microsoft.com/office/drawing/2014/main" id="{FF985E95-AB40-4F78-4FDE-DC42CE5AC7C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37784" y="5797386"/>
                  <a:ext cx="124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14:cNvPr>
                <p14:cNvContentPartPr/>
                <p14:nvPr/>
              </p14:nvContentPartPr>
              <p14:xfrm>
                <a:off x="10475384" y="5807826"/>
                <a:ext cx="7920" cy="36000"/>
              </p14:xfrm>
            </p:contentPart>
          </mc:Choice>
          <mc:Fallback xmlns="">
            <p:pic>
              <p:nvPicPr>
                <p:cNvPr id="23633" name="Ink 23632">
                  <a:extLst>
                    <a:ext uri="{FF2B5EF4-FFF2-40B4-BE49-F238E27FC236}">
                      <a16:creationId xmlns:a16="http://schemas.microsoft.com/office/drawing/2014/main" id="{D87627BC-2060-C572-9141-A097865917E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57384" y="5789826"/>
                  <a:ext cx="43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14:cNvPr>
                <p14:cNvContentPartPr/>
                <p14:nvPr/>
              </p14:nvContentPartPr>
              <p14:xfrm>
                <a:off x="10493024" y="5792346"/>
                <a:ext cx="32760" cy="182880"/>
              </p14:xfrm>
            </p:contentPart>
          </mc:Choice>
          <mc:Fallback xmlns="">
            <p:pic>
              <p:nvPicPr>
                <p:cNvPr id="23634" name="Ink 23633">
                  <a:extLst>
                    <a:ext uri="{FF2B5EF4-FFF2-40B4-BE49-F238E27FC236}">
                      <a16:creationId xmlns:a16="http://schemas.microsoft.com/office/drawing/2014/main" id="{CF173E36-E85A-E5FC-9295-5614E7924B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75384" y="5774706"/>
                  <a:ext cx="68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14:cNvPr>
                <p14:cNvContentPartPr/>
                <p14:nvPr/>
              </p14:nvContentPartPr>
              <p14:xfrm>
                <a:off x="10503104" y="5802426"/>
                <a:ext cx="80280" cy="138960"/>
              </p14:xfrm>
            </p:contentPart>
          </mc:Choice>
          <mc:Fallback xmlns="">
            <p:pic>
              <p:nvPicPr>
                <p:cNvPr id="23635" name="Ink 23634">
                  <a:extLst>
                    <a:ext uri="{FF2B5EF4-FFF2-40B4-BE49-F238E27FC236}">
                      <a16:creationId xmlns:a16="http://schemas.microsoft.com/office/drawing/2014/main" id="{1E4A051E-F5CA-D61A-2753-342CFA9232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85104" y="5784426"/>
                  <a:ext cx="115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14:cNvPr>
                <p14:cNvContentPartPr/>
                <p14:nvPr/>
              </p14:nvContentPartPr>
              <p14:xfrm>
                <a:off x="10671944" y="5750226"/>
                <a:ext cx="83160" cy="176400"/>
              </p14:xfrm>
            </p:contentPart>
          </mc:Choice>
          <mc:Fallback xmlns="">
            <p:pic>
              <p:nvPicPr>
                <p:cNvPr id="23636" name="Ink 23635">
                  <a:extLst>
                    <a:ext uri="{FF2B5EF4-FFF2-40B4-BE49-F238E27FC236}">
                      <a16:creationId xmlns:a16="http://schemas.microsoft.com/office/drawing/2014/main" id="{7B2B4054-0BF8-30BF-62A6-5FC6761BC1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54304" y="5732586"/>
                  <a:ext cx="11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14:cNvPr>
                <p14:cNvContentPartPr/>
                <p14:nvPr/>
              </p14:nvContentPartPr>
              <p14:xfrm>
                <a:off x="10891544" y="5700186"/>
                <a:ext cx="29520" cy="33480"/>
              </p14:xfrm>
            </p:contentPart>
          </mc:Choice>
          <mc:Fallback xmlns="">
            <p:pic>
              <p:nvPicPr>
                <p:cNvPr id="23637" name="Ink 23636">
                  <a:extLst>
                    <a:ext uri="{FF2B5EF4-FFF2-40B4-BE49-F238E27FC236}">
                      <a16:creationId xmlns:a16="http://schemas.microsoft.com/office/drawing/2014/main" id="{05EF0AE8-5527-CBE3-83DD-BA03110B48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73544" y="5682546"/>
                  <a:ext cx="65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14:cNvPr>
                <p14:cNvContentPartPr/>
                <p14:nvPr/>
              </p14:nvContentPartPr>
              <p14:xfrm>
                <a:off x="10941944" y="5732586"/>
                <a:ext cx="49320" cy="33840"/>
              </p14:xfrm>
            </p:contentPart>
          </mc:Choice>
          <mc:Fallback xmlns="">
            <p:pic>
              <p:nvPicPr>
                <p:cNvPr id="23638" name="Ink 23637">
                  <a:extLst>
                    <a:ext uri="{FF2B5EF4-FFF2-40B4-BE49-F238E27FC236}">
                      <a16:creationId xmlns:a16="http://schemas.microsoft.com/office/drawing/2014/main" id="{7AB10090-53E4-5FC4-47B4-CF1DCE4A129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924304" y="5714586"/>
                  <a:ext cx="84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14:cNvPr>
                <p14:cNvContentPartPr/>
                <p14:nvPr/>
              </p14:nvContentPartPr>
              <p14:xfrm>
                <a:off x="11108984" y="5586786"/>
                <a:ext cx="178200" cy="231840"/>
              </p14:xfrm>
            </p:contentPart>
          </mc:Choice>
          <mc:Fallback xmlns="">
            <p:pic>
              <p:nvPicPr>
                <p:cNvPr id="23639" name="Ink 23638">
                  <a:extLst>
                    <a:ext uri="{FF2B5EF4-FFF2-40B4-BE49-F238E27FC236}">
                      <a16:creationId xmlns:a16="http://schemas.microsoft.com/office/drawing/2014/main" id="{788D78F7-5560-0715-FA4A-A77FB20EAC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0984" y="5569146"/>
                  <a:ext cx="21384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43" name="Group 23642">
            <a:extLst>
              <a:ext uri="{FF2B5EF4-FFF2-40B4-BE49-F238E27FC236}">
                <a16:creationId xmlns:a16="http://schemas.microsoft.com/office/drawing/2014/main" id="{984DA83F-C18A-0093-F589-79F73B0AE7B8}"/>
              </a:ext>
            </a:extLst>
          </p:cNvPr>
          <p:cNvGrpSpPr/>
          <p:nvPr/>
        </p:nvGrpSpPr>
        <p:grpSpPr>
          <a:xfrm>
            <a:off x="9964904" y="4938066"/>
            <a:ext cx="943200" cy="469800"/>
            <a:chOff x="9964904" y="4938066"/>
            <a:chExt cx="9432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14:cNvPr>
                <p14:cNvContentPartPr/>
                <p14:nvPr/>
              </p14:nvContentPartPr>
              <p14:xfrm>
                <a:off x="9964904" y="4938066"/>
                <a:ext cx="209160" cy="257760"/>
              </p14:xfrm>
            </p:contentPart>
          </mc:Choice>
          <mc:Fallback xmlns="">
            <p:pic>
              <p:nvPicPr>
                <p:cNvPr id="23623" name="Ink 23622">
                  <a:extLst>
                    <a:ext uri="{FF2B5EF4-FFF2-40B4-BE49-F238E27FC236}">
                      <a16:creationId xmlns:a16="http://schemas.microsoft.com/office/drawing/2014/main" id="{F3C62A57-6CC4-EAFE-C349-D7FFA611E2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46904" y="4920066"/>
                  <a:ext cx="244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14:cNvPr>
                <p14:cNvContentPartPr/>
                <p14:nvPr/>
              </p14:nvContentPartPr>
              <p14:xfrm>
                <a:off x="10523264" y="5053986"/>
                <a:ext cx="65880" cy="22320"/>
              </p14:xfrm>
            </p:contentPart>
          </mc:Choice>
          <mc:Fallback xmlns="">
            <p:pic>
              <p:nvPicPr>
                <p:cNvPr id="23625" name="Ink 23624">
                  <a:extLst>
                    <a:ext uri="{FF2B5EF4-FFF2-40B4-BE49-F238E27FC236}">
                      <a16:creationId xmlns:a16="http://schemas.microsoft.com/office/drawing/2014/main" id="{590E5AE3-CAE0-4EA2-444C-E0E23D11BB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05624" y="5035986"/>
                  <a:ext cx="101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14:cNvPr>
                <p14:cNvContentPartPr/>
                <p14:nvPr/>
              </p14:nvContentPartPr>
              <p14:xfrm>
                <a:off x="10580864" y="5099346"/>
                <a:ext cx="34560" cy="22320"/>
              </p14:xfrm>
            </p:contentPart>
          </mc:Choice>
          <mc:Fallback xmlns="">
            <p:pic>
              <p:nvPicPr>
                <p:cNvPr id="23626" name="Ink 23625">
                  <a:extLst>
                    <a:ext uri="{FF2B5EF4-FFF2-40B4-BE49-F238E27FC236}">
                      <a16:creationId xmlns:a16="http://schemas.microsoft.com/office/drawing/2014/main" id="{37FE5BB6-1D5B-268E-C20C-9F925212B42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62864" y="5081706"/>
                  <a:ext cx="70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14:cNvPr>
                <p14:cNvContentPartPr/>
                <p14:nvPr/>
              </p14:nvContentPartPr>
              <p14:xfrm>
                <a:off x="10765904" y="4967226"/>
                <a:ext cx="142200" cy="198360"/>
              </p14:xfrm>
            </p:contentPart>
          </mc:Choice>
          <mc:Fallback xmlns="">
            <p:pic>
              <p:nvPicPr>
                <p:cNvPr id="23627" name="Ink 23626">
                  <a:extLst>
                    <a:ext uri="{FF2B5EF4-FFF2-40B4-BE49-F238E27FC236}">
                      <a16:creationId xmlns:a16="http://schemas.microsoft.com/office/drawing/2014/main" id="{1DC0B414-0C0A-D03D-0458-C18E7D0E63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748264" y="4949226"/>
                  <a:ext cx="177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14:cNvPr>
                <p14:cNvContentPartPr/>
                <p14:nvPr/>
              </p14:nvContentPartPr>
              <p14:xfrm>
                <a:off x="10158584" y="5226786"/>
                <a:ext cx="188640" cy="181080"/>
              </p14:xfrm>
            </p:contentPart>
          </mc:Choice>
          <mc:Fallback xmlns="">
            <p:pic>
              <p:nvPicPr>
                <p:cNvPr id="23641" name="Ink 23640">
                  <a:extLst>
                    <a:ext uri="{FF2B5EF4-FFF2-40B4-BE49-F238E27FC236}">
                      <a16:creationId xmlns:a16="http://schemas.microsoft.com/office/drawing/2014/main" id="{EFEAFF50-004C-2D79-3B3E-E002947E3B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140944" y="5209146"/>
                  <a:ext cx="224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14:cNvPr>
                <p14:cNvContentPartPr/>
                <p14:nvPr/>
              </p14:nvContentPartPr>
              <p14:xfrm>
                <a:off x="10406264" y="5223186"/>
                <a:ext cx="78480" cy="150840"/>
              </p14:xfrm>
            </p:contentPart>
          </mc:Choice>
          <mc:Fallback xmlns="">
            <p:pic>
              <p:nvPicPr>
                <p:cNvPr id="23642" name="Ink 23641">
                  <a:extLst>
                    <a:ext uri="{FF2B5EF4-FFF2-40B4-BE49-F238E27FC236}">
                      <a16:creationId xmlns:a16="http://schemas.microsoft.com/office/drawing/2014/main" id="{629B1AE3-1944-3E54-E50E-E48A8FE55C2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388264" y="5205186"/>
                  <a:ext cx="11412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58" name="Group 23657">
            <a:extLst>
              <a:ext uri="{FF2B5EF4-FFF2-40B4-BE49-F238E27FC236}">
                <a16:creationId xmlns:a16="http://schemas.microsoft.com/office/drawing/2014/main" id="{BDC1134E-32E2-2295-BD58-1FF318A1EDE1}"/>
              </a:ext>
            </a:extLst>
          </p:cNvPr>
          <p:cNvGrpSpPr/>
          <p:nvPr/>
        </p:nvGrpSpPr>
        <p:grpSpPr>
          <a:xfrm>
            <a:off x="10429664" y="6109866"/>
            <a:ext cx="1560960" cy="408960"/>
            <a:chOff x="10429664" y="6109866"/>
            <a:chExt cx="156096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14:cNvPr>
                <p14:cNvContentPartPr/>
                <p14:nvPr/>
              </p14:nvContentPartPr>
              <p14:xfrm>
                <a:off x="10429664" y="6312546"/>
                <a:ext cx="143280" cy="193680"/>
              </p14:xfrm>
            </p:contentPart>
          </mc:Choice>
          <mc:Fallback xmlns="">
            <p:pic>
              <p:nvPicPr>
                <p:cNvPr id="23644" name="Ink 23643">
                  <a:extLst>
                    <a:ext uri="{FF2B5EF4-FFF2-40B4-BE49-F238E27FC236}">
                      <a16:creationId xmlns:a16="http://schemas.microsoft.com/office/drawing/2014/main" id="{C9CF6CD5-4D37-4426-D069-A802FF8D13A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11664" y="6294546"/>
                  <a:ext cx="178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14:cNvPr>
                <p14:cNvContentPartPr/>
                <p14:nvPr/>
              </p14:nvContentPartPr>
              <p14:xfrm>
                <a:off x="10687424" y="6285186"/>
                <a:ext cx="62280" cy="233640"/>
              </p14:xfrm>
            </p:contentPart>
          </mc:Choice>
          <mc:Fallback xmlns="">
            <p:pic>
              <p:nvPicPr>
                <p:cNvPr id="23645" name="Ink 23644">
                  <a:extLst>
                    <a:ext uri="{FF2B5EF4-FFF2-40B4-BE49-F238E27FC236}">
                      <a16:creationId xmlns:a16="http://schemas.microsoft.com/office/drawing/2014/main" id="{FDFF1C65-03F5-3E4D-7102-CA319083CF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69424" y="6267546"/>
                  <a:ext cx="97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14:cNvPr>
                <p14:cNvContentPartPr/>
                <p14:nvPr/>
              </p14:nvContentPartPr>
              <p14:xfrm>
                <a:off x="10707944" y="6250986"/>
                <a:ext cx="51840" cy="65160"/>
              </p14:xfrm>
            </p:contentPart>
          </mc:Choice>
          <mc:Fallback xmlns="">
            <p:pic>
              <p:nvPicPr>
                <p:cNvPr id="23646" name="Ink 23645">
                  <a:extLst>
                    <a:ext uri="{FF2B5EF4-FFF2-40B4-BE49-F238E27FC236}">
                      <a16:creationId xmlns:a16="http://schemas.microsoft.com/office/drawing/2014/main" id="{0C2DF4A7-013C-BAB4-BAAB-4802267BB38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90304" y="6233346"/>
                  <a:ext cx="87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14:cNvPr>
                <p14:cNvContentPartPr/>
                <p14:nvPr/>
              </p14:nvContentPartPr>
              <p14:xfrm>
                <a:off x="10737824" y="6341706"/>
                <a:ext cx="90360" cy="57960"/>
              </p14:xfrm>
            </p:contentPart>
          </mc:Choice>
          <mc:Fallback xmlns="">
            <p:pic>
              <p:nvPicPr>
                <p:cNvPr id="23647" name="Ink 23646">
                  <a:extLst>
                    <a:ext uri="{FF2B5EF4-FFF2-40B4-BE49-F238E27FC236}">
                      <a16:creationId xmlns:a16="http://schemas.microsoft.com/office/drawing/2014/main" id="{1E75C8DC-82DD-E7D2-260B-4D5F569FCFF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20184" y="6323706"/>
                  <a:ext cx="126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14:cNvPr>
                <p14:cNvContentPartPr/>
                <p14:nvPr/>
              </p14:nvContentPartPr>
              <p14:xfrm>
                <a:off x="10904504" y="6244146"/>
                <a:ext cx="30960" cy="186840"/>
              </p14:xfrm>
            </p:contentPart>
          </mc:Choice>
          <mc:Fallback xmlns="">
            <p:pic>
              <p:nvPicPr>
                <p:cNvPr id="23648" name="Ink 23647">
                  <a:extLst>
                    <a:ext uri="{FF2B5EF4-FFF2-40B4-BE49-F238E27FC236}">
                      <a16:creationId xmlns:a16="http://schemas.microsoft.com/office/drawing/2014/main" id="{CBA542E7-41EF-AD6E-48F0-7923BBFAC66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86864" y="6226146"/>
                  <a:ext cx="66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14:cNvPr>
                <p14:cNvContentPartPr/>
                <p14:nvPr/>
              </p14:nvContentPartPr>
              <p14:xfrm>
                <a:off x="10894784" y="6208506"/>
                <a:ext cx="83520" cy="83520"/>
              </p14:xfrm>
            </p:contentPart>
          </mc:Choice>
          <mc:Fallback xmlns="">
            <p:pic>
              <p:nvPicPr>
                <p:cNvPr id="23649" name="Ink 23648">
                  <a:extLst>
                    <a:ext uri="{FF2B5EF4-FFF2-40B4-BE49-F238E27FC236}">
                      <a16:creationId xmlns:a16="http://schemas.microsoft.com/office/drawing/2014/main" id="{B4AEF33A-E394-E8EC-142C-0FFEB4A69C5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77144" y="6190866"/>
                  <a:ext cx="119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14:cNvPr>
                <p14:cNvContentPartPr/>
                <p14:nvPr/>
              </p14:nvContentPartPr>
              <p14:xfrm>
                <a:off x="10920704" y="6288786"/>
                <a:ext cx="125280" cy="79560"/>
              </p14:xfrm>
            </p:contentPart>
          </mc:Choice>
          <mc:Fallback xmlns="">
            <p:pic>
              <p:nvPicPr>
                <p:cNvPr id="23650" name="Ink 23649">
                  <a:extLst>
                    <a:ext uri="{FF2B5EF4-FFF2-40B4-BE49-F238E27FC236}">
                      <a16:creationId xmlns:a16="http://schemas.microsoft.com/office/drawing/2014/main" id="{072702B5-D77A-2595-0B9F-65BDE73EBC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02704" y="6270786"/>
                  <a:ext cx="160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14:cNvPr>
                <p14:cNvContentPartPr/>
                <p14:nvPr/>
              </p14:nvContentPartPr>
              <p14:xfrm>
                <a:off x="11200784" y="6229746"/>
                <a:ext cx="80640" cy="188280"/>
              </p14:xfrm>
            </p:contentPart>
          </mc:Choice>
          <mc:Fallback xmlns="">
            <p:pic>
              <p:nvPicPr>
                <p:cNvPr id="23651" name="Ink 23650">
                  <a:extLst>
                    <a:ext uri="{FF2B5EF4-FFF2-40B4-BE49-F238E27FC236}">
                      <a16:creationId xmlns:a16="http://schemas.microsoft.com/office/drawing/2014/main" id="{A04FE623-B917-5C48-B2E5-E5F12A4D24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83144" y="6211746"/>
                  <a:ext cx="116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14:cNvPr>
                <p14:cNvContentPartPr/>
                <p14:nvPr/>
              </p14:nvContentPartPr>
              <p14:xfrm>
                <a:off x="11389064" y="6145146"/>
                <a:ext cx="25920" cy="196200"/>
              </p14:xfrm>
            </p:contentPart>
          </mc:Choice>
          <mc:Fallback xmlns="">
            <p:pic>
              <p:nvPicPr>
                <p:cNvPr id="23652" name="Ink 23651">
                  <a:extLst>
                    <a:ext uri="{FF2B5EF4-FFF2-40B4-BE49-F238E27FC236}">
                      <a16:creationId xmlns:a16="http://schemas.microsoft.com/office/drawing/2014/main" id="{084FFAC0-A848-6E65-AE93-DD93F7161E3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371424" y="6127146"/>
                  <a:ext cx="61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14:cNvPr>
                <p14:cNvContentPartPr/>
                <p14:nvPr/>
              </p14:nvContentPartPr>
              <p14:xfrm>
                <a:off x="11349104" y="6202746"/>
                <a:ext cx="297000" cy="146160"/>
              </p14:xfrm>
            </p:contentPart>
          </mc:Choice>
          <mc:Fallback xmlns="">
            <p:pic>
              <p:nvPicPr>
                <p:cNvPr id="23653" name="Ink 23652">
                  <a:extLst>
                    <a:ext uri="{FF2B5EF4-FFF2-40B4-BE49-F238E27FC236}">
                      <a16:creationId xmlns:a16="http://schemas.microsoft.com/office/drawing/2014/main" id="{23E99419-94BB-80F4-99EE-C8A0CECCA32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31104" y="6184746"/>
                  <a:ext cx="332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14:cNvPr>
                <p14:cNvContentPartPr/>
                <p14:nvPr/>
              </p14:nvContentPartPr>
              <p14:xfrm>
                <a:off x="11683184" y="6109866"/>
                <a:ext cx="78480" cy="203760"/>
              </p14:xfrm>
            </p:contentPart>
          </mc:Choice>
          <mc:Fallback xmlns="">
            <p:pic>
              <p:nvPicPr>
                <p:cNvPr id="23654" name="Ink 23653">
                  <a:extLst>
                    <a:ext uri="{FF2B5EF4-FFF2-40B4-BE49-F238E27FC236}">
                      <a16:creationId xmlns:a16="http://schemas.microsoft.com/office/drawing/2014/main" id="{82C87D36-4DAE-E801-D3E1-4C16EADDBB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665544" y="6092226"/>
                  <a:ext cx="114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14:cNvPr>
                <p14:cNvContentPartPr/>
                <p14:nvPr/>
              </p14:nvContentPartPr>
              <p14:xfrm>
                <a:off x="11676344" y="6200586"/>
                <a:ext cx="82080" cy="54360"/>
              </p14:xfrm>
            </p:contentPart>
          </mc:Choice>
          <mc:Fallback xmlns="">
            <p:pic>
              <p:nvPicPr>
                <p:cNvPr id="23655" name="Ink 23654">
                  <a:extLst>
                    <a:ext uri="{FF2B5EF4-FFF2-40B4-BE49-F238E27FC236}">
                      <a16:creationId xmlns:a16="http://schemas.microsoft.com/office/drawing/2014/main" id="{29D50E2C-00B3-3565-7E09-EAE44F525F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04" y="6182586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14:cNvPr>
                <p14:cNvContentPartPr/>
                <p14:nvPr/>
              </p14:nvContentPartPr>
              <p14:xfrm>
                <a:off x="11861024" y="6214986"/>
                <a:ext cx="129600" cy="86400"/>
              </p14:xfrm>
            </p:contentPart>
          </mc:Choice>
          <mc:Fallback xmlns="">
            <p:pic>
              <p:nvPicPr>
                <p:cNvPr id="23656" name="Ink 23655">
                  <a:extLst>
                    <a:ext uri="{FF2B5EF4-FFF2-40B4-BE49-F238E27FC236}">
                      <a16:creationId xmlns:a16="http://schemas.microsoft.com/office/drawing/2014/main" id="{E68505E4-FE3B-3BFC-F56B-F1E8781CA6D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843024" y="6196986"/>
                  <a:ext cx="16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14:cNvPr>
                <p14:cNvContentPartPr/>
                <p14:nvPr/>
              </p14:nvContentPartPr>
              <p14:xfrm>
                <a:off x="11873264" y="6153066"/>
                <a:ext cx="109440" cy="140400"/>
              </p14:xfrm>
            </p:contentPart>
          </mc:Choice>
          <mc:Fallback xmlns="">
            <p:pic>
              <p:nvPicPr>
                <p:cNvPr id="23657" name="Ink 23656">
                  <a:extLst>
                    <a:ext uri="{FF2B5EF4-FFF2-40B4-BE49-F238E27FC236}">
                      <a16:creationId xmlns:a16="http://schemas.microsoft.com/office/drawing/2014/main" id="{B8A5D7B7-D5B5-4592-D40D-1FDFF1761C9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855264" y="6135426"/>
                  <a:ext cx="14508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64" name="Group 23663">
            <a:extLst>
              <a:ext uri="{FF2B5EF4-FFF2-40B4-BE49-F238E27FC236}">
                <a16:creationId xmlns:a16="http://schemas.microsoft.com/office/drawing/2014/main" id="{ADB63C3A-7125-33FC-B987-04AFC2507DB3}"/>
              </a:ext>
            </a:extLst>
          </p:cNvPr>
          <p:cNvGrpSpPr/>
          <p:nvPr/>
        </p:nvGrpSpPr>
        <p:grpSpPr>
          <a:xfrm>
            <a:off x="10076504" y="3603906"/>
            <a:ext cx="1430280" cy="981360"/>
            <a:chOff x="10076504" y="3603906"/>
            <a:chExt cx="1430280" cy="9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14:cNvPr>
                <p14:cNvContentPartPr/>
                <p14:nvPr/>
              </p14:nvContentPartPr>
              <p14:xfrm>
                <a:off x="10178024" y="3671226"/>
                <a:ext cx="1328760" cy="83520"/>
              </p14:xfrm>
            </p:contentPart>
          </mc:Choice>
          <mc:Fallback xmlns="">
            <p:pic>
              <p:nvPicPr>
                <p:cNvPr id="23618" name="Ink 23617">
                  <a:extLst>
                    <a:ext uri="{FF2B5EF4-FFF2-40B4-BE49-F238E27FC236}">
                      <a16:creationId xmlns:a16="http://schemas.microsoft.com/office/drawing/2014/main" id="{A48105C8-6FC8-FF6A-25EE-D15C6E8761B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60024" y="3653226"/>
                  <a:ext cx="1364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14:cNvPr>
                <p14:cNvContentPartPr/>
                <p14:nvPr/>
              </p14:nvContentPartPr>
              <p14:xfrm>
                <a:off x="11310944" y="3603906"/>
                <a:ext cx="129960" cy="220320"/>
              </p14:xfrm>
            </p:contentPart>
          </mc:Choice>
          <mc:Fallback xmlns="">
            <p:pic>
              <p:nvPicPr>
                <p:cNvPr id="23619" name="Ink 23618">
                  <a:extLst>
                    <a:ext uri="{FF2B5EF4-FFF2-40B4-BE49-F238E27FC236}">
                      <a16:creationId xmlns:a16="http://schemas.microsoft.com/office/drawing/2014/main" id="{490456AD-2620-E2E0-11AE-5157DFA62D2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293304" y="3585906"/>
                  <a:ext cx="165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14:cNvPr>
                <p14:cNvContentPartPr/>
                <p14:nvPr/>
              </p14:nvContentPartPr>
              <p14:xfrm>
                <a:off x="10125824" y="3864186"/>
                <a:ext cx="548280" cy="680400"/>
              </p14:xfrm>
            </p:contentPart>
          </mc:Choice>
          <mc:Fallback xmlns="">
            <p:pic>
              <p:nvPicPr>
                <p:cNvPr id="23620" name="Ink 23619">
                  <a:extLst>
                    <a:ext uri="{FF2B5EF4-FFF2-40B4-BE49-F238E27FC236}">
                      <a16:creationId xmlns:a16="http://schemas.microsoft.com/office/drawing/2014/main" id="{5EAE4FA7-1FA5-C17A-03F4-AE5ACB558A4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07824" y="3846546"/>
                  <a:ext cx="58392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14:cNvPr>
                <p14:cNvContentPartPr/>
                <p14:nvPr/>
              </p14:nvContentPartPr>
              <p14:xfrm>
                <a:off x="10076504" y="4416426"/>
                <a:ext cx="227520" cy="168840"/>
              </p14:xfrm>
            </p:contentPart>
          </mc:Choice>
          <mc:Fallback xmlns="">
            <p:pic>
              <p:nvPicPr>
                <p:cNvPr id="23621" name="Ink 23620">
                  <a:extLst>
                    <a:ext uri="{FF2B5EF4-FFF2-40B4-BE49-F238E27FC236}">
                      <a16:creationId xmlns:a16="http://schemas.microsoft.com/office/drawing/2014/main" id="{75797E10-F9B8-2A42-7772-AF6742E4B90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8864" y="4398786"/>
                  <a:ext cx="263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14:cNvPr>
                <p14:cNvContentPartPr/>
                <p14:nvPr/>
              </p14:nvContentPartPr>
              <p14:xfrm>
                <a:off x="10174784" y="3730626"/>
                <a:ext cx="10800" cy="8280"/>
              </p14:xfrm>
            </p:contentPart>
          </mc:Choice>
          <mc:Fallback xmlns="">
            <p:pic>
              <p:nvPicPr>
                <p:cNvPr id="23659" name="Ink 23658">
                  <a:extLst>
                    <a:ext uri="{FF2B5EF4-FFF2-40B4-BE49-F238E27FC236}">
                      <a16:creationId xmlns:a16="http://schemas.microsoft.com/office/drawing/2014/main" id="{301290F3-9BDE-D9DA-D066-3F922FDF31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156784" y="3712626"/>
                  <a:ext cx="464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79" name="Group 23678">
            <a:extLst>
              <a:ext uri="{FF2B5EF4-FFF2-40B4-BE49-F238E27FC236}">
                <a16:creationId xmlns:a16="http://schemas.microsoft.com/office/drawing/2014/main" id="{C6A69C22-85FA-7CC4-D794-3A504B0D0AF5}"/>
              </a:ext>
            </a:extLst>
          </p:cNvPr>
          <p:cNvGrpSpPr/>
          <p:nvPr/>
        </p:nvGrpSpPr>
        <p:grpSpPr>
          <a:xfrm>
            <a:off x="10183784" y="1863306"/>
            <a:ext cx="1557720" cy="1885320"/>
            <a:chOff x="10183784" y="1863306"/>
            <a:chExt cx="1557720" cy="18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14:cNvPr>
                <p14:cNvContentPartPr/>
                <p14:nvPr/>
              </p14:nvContentPartPr>
              <p14:xfrm>
                <a:off x="10183784" y="2321226"/>
                <a:ext cx="1548000" cy="1427400"/>
              </p14:xfrm>
            </p:contentPart>
          </mc:Choice>
          <mc:Fallback xmlns="">
            <p:pic>
              <p:nvPicPr>
                <p:cNvPr id="23665" name="Ink 23664">
                  <a:extLst>
                    <a:ext uri="{FF2B5EF4-FFF2-40B4-BE49-F238E27FC236}">
                      <a16:creationId xmlns:a16="http://schemas.microsoft.com/office/drawing/2014/main" id="{8155C0B2-9B18-C995-BF1A-5B7E3987C0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166144" y="2303586"/>
                  <a:ext cx="158364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14:cNvPr>
                <p14:cNvContentPartPr/>
                <p14:nvPr/>
              </p14:nvContentPartPr>
              <p14:xfrm>
                <a:off x="10486184" y="2107386"/>
                <a:ext cx="171720" cy="203400"/>
              </p14:xfrm>
            </p:contentPart>
          </mc:Choice>
          <mc:Fallback xmlns="">
            <p:pic>
              <p:nvPicPr>
                <p:cNvPr id="23666" name="Ink 23665">
                  <a:extLst>
                    <a:ext uri="{FF2B5EF4-FFF2-40B4-BE49-F238E27FC236}">
                      <a16:creationId xmlns:a16="http://schemas.microsoft.com/office/drawing/2014/main" id="{C0864A8B-B86C-ADAB-37A3-C3AD2ABB4CF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468544" y="2089746"/>
                  <a:ext cx="20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14:cNvPr>
                <p14:cNvContentPartPr/>
                <p14:nvPr/>
              </p14:nvContentPartPr>
              <p14:xfrm>
                <a:off x="10740344" y="2208906"/>
                <a:ext cx="167760" cy="149400"/>
              </p14:xfrm>
            </p:contentPart>
          </mc:Choice>
          <mc:Fallback xmlns="">
            <p:pic>
              <p:nvPicPr>
                <p:cNvPr id="23667" name="Ink 23666">
                  <a:extLst>
                    <a:ext uri="{FF2B5EF4-FFF2-40B4-BE49-F238E27FC236}">
                      <a16:creationId xmlns:a16="http://schemas.microsoft.com/office/drawing/2014/main" id="{11B83727-D3C9-90CC-6A8B-FB1B80CBDEE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22704" y="2190906"/>
                  <a:ext cx="203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14:cNvPr>
                <p14:cNvContentPartPr/>
                <p14:nvPr/>
              </p14:nvContentPartPr>
              <p14:xfrm>
                <a:off x="10954544" y="2170386"/>
                <a:ext cx="104760" cy="149400"/>
              </p14:xfrm>
            </p:contentPart>
          </mc:Choice>
          <mc:Fallback xmlns="">
            <p:pic>
              <p:nvPicPr>
                <p:cNvPr id="23668" name="Ink 23667">
                  <a:extLst>
                    <a:ext uri="{FF2B5EF4-FFF2-40B4-BE49-F238E27FC236}">
                      <a16:creationId xmlns:a16="http://schemas.microsoft.com/office/drawing/2014/main" id="{CF1AA903-CBDD-DB08-C862-5D3B50FD920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36904" y="2152386"/>
                  <a:ext cx="140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14:cNvPr>
                <p14:cNvContentPartPr/>
                <p14:nvPr/>
              </p14:nvContentPartPr>
              <p14:xfrm>
                <a:off x="11087384" y="2128266"/>
                <a:ext cx="34560" cy="26640"/>
              </p14:xfrm>
            </p:contentPart>
          </mc:Choice>
          <mc:Fallback xmlns="">
            <p:pic>
              <p:nvPicPr>
                <p:cNvPr id="23669" name="Ink 23668">
                  <a:extLst>
                    <a:ext uri="{FF2B5EF4-FFF2-40B4-BE49-F238E27FC236}">
                      <a16:creationId xmlns:a16="http://schemas.microsoft.com/office/drawing/2014/main" id="{CB6B5902-D54D-19A5-43AC-3BE840F705E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069744" y="2110266"/>
                  <a:ext cx="70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14:cNvPr>
                <p14:cNvContentPartPr/>
                <p14:nvPr/>
              </p14:nvContentPartPr>
              <p14:xfrm>
                <a:off x="11124464" y="2173626"/>
                <a:ext cx="50040" cy="30240"/>
              </p14:xfrm>
            </p:contentPart>
          </mc:Choice>
          <mc:Fallback xmlns="">
            <p:pic>
              <p:nvPicPr>
                <p:cNvPr id="23670" name="Ink 23669">
                  <a:extLst>
                    <a:ext uri="{FF2B5EF4-FFF2-40B4-BE49-F238E27FC236}">
                      <a16:creationId xmlns:a16="http://schemas.microsoft.com/office/drawing/2014/main" id="{7C32E400-8942-56B8-16E6-C010D4AB4CB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106824" y="2155986"/>
                  <a:ext cx="8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14:cNvPr>
                <p14:cNvContentPartPr/>
                <p14:nvPr/>
              </p14:nvContentPartPr>
              <p14:xfrm>
                <a:off x="11259824" y="1995066"/>
                <a:ext cx="46440" cy="180720"/>
              </p14:xfrm>
            </p:contentPart>
          </mc:Choice>
          <mc:Fallback xmlns="">
            <p:pic>
              <p:nvPicPr>
                <p:cNvPr id="23671" name="Ink 23670">
                  <a:extLst>
                    <a:ext uri="{FF2B5EF4-FFF2-40B4-BE49-F238E27FC236}">
                      <a16:creationId xmlns:a16="http://schemas.microsoft.com/office/drawing/2014/main" id="{9EA25BB7-39C9-6686-1C46-C24320C04B4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42184" y="1977066"/>
                  <a:ext cx="82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14:cNvPr>
                <p14:cNvContentPartPr/>
                <p14:nvPr/>
              </p14:nvContentPartPr>
              <p14:xfrm>
                <a:off x="11390144" y="2033586"/>
                <a:ext cx="16920" cy="10800"/>
              </p14:xfrm>
            </p:contentPart>
          </mc:Choice>
          <mc:Fallback xmlns="">
            <p:pic>
              <p:nvPicPr>
                <p:cNvPr id="23672" name="Ink 23671">
                  <a:extLst>
                    <a:ext uri="{FF2B5EF4-FFF2-40B4-BE49-F238E27FC236}">
                      <a16:creationId xmlns:a16="http://schemas.microsoft.com/office/drawing/2014/main" id="{DD6015D1-1EB3-6D17-48C5-277BD653BF5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72144" y="2015586"/>
                  <a:ext cx="52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14:cNvPr>
                <p14:cNvContentPartPr/>
                <p14:nvPr/>
              </p14:nvContentPartPr>
              <p14:xfrm>
                <a:off x="11472944" y="1926306"/>
                <a:ext cx="118800" cy="167040"/>
              </p14:xfrm>
            </p:contentPart>
          </mc:Choice>
          <mc:Fallback xmlns="">
            <p:pic>
              <p:nvPicPr>
                <p:cNvPr id="23673" name="Ink 23672">
                  <a:extLst>
                    <a:ext uri="{FF2B5EF4-FFF2-40B4-BE49-F238E27FC236}">
                      <a16:creationId xmlns:a16="http://schemas.microsoft.com/office/drawing/2014/main" id="{80792861-EFFF-DD35-D5FE-C347EF3939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54944" y="1908666"/>
                  <a:ext cx="154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14:cNvPr>
                <p14:cNvContentPartPr/>
                <p14:nvPr/>
              </p14:nvContentPartPr>
              <p14:xfrm>
                <a:off x="11661584" y="1863306"/>
                <a:ext cx="79920" cy="128880"/>
              </p14:xfrm>
            </p:contentPart>
          </mc:Choice>
          <mc:Fallback xmlns="">
            <p:pic>
              <p:nvPicPr>
                <p:cNvPr id="23674" name="Ink 23673">
                  <a:extLst>
                    <a:ext uri="{FF2B5EF4-FFF2-40B4-BE49-F238E27FC236}">
                      <a16:creationId xmlns:a16="http://schemas.microsoft.com/office/drawing/2014/main" id="{3AD7D53A-466D-0494-B4FB-9AF7DACF3AC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643944" y="1845306"/>
                  <a:ext cx="11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14:cNvPr>
                <p14:cNvContentPartPr/>
                <p14:nvPr/>
              </p14:nvContentPartPr>
              <p14:xfrm>
                <a:off x="11024744" y="2575026"/>
                <a:ext cx="128880" cy="149400"/>
              </p14:xfrm>
            </p:contentPart>
          </mc:Choice>
          <mc:Fallback xmlns="">
            <p:pic>
              <p:nvPicPr>
                <p:cNvPr id="23676" name="Ink 23675">
                  <a:extLst>
                    <a:ext uri="{FF2B5EF4-FFF2-40B4-BE49-F238E27FC236}">
                      <a16:creationId xmlns:a16="http://schemas.microsoft.com/office/drawing/2014/main" id="{71A09F9B-9DAB-539E-A4C9-998E506BDF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6744" y="2557026"/>
                  <a:ext cx="164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14:cNvPr>
                <p14:cNvContentPartPr/>
                <p14:nvPr/>
              </p14:nvContentPartPr>
              <p14:xfrm>
                <a:off x="11283584" y="2531826"/>
                <a:ext cx="14760" cy="138960"/>
              </p14:xfrm>
            </p:contentPart>
          </mc:Choice>
          <mc:Fallback xmlns="">
            <p:pic>
              <p:nvPicPr>
                <p:cNvPr id="23677" name="Ink 23676">
                  <a:extLst>
                    <a:ext uri="{FF2B5EF4-FFF2-40B4-BE49-F238E27FC236}">
                      <a16:creationId xmlns:a16="http://schemas.microsoft.com/office/drawing/2014/main" id="{C489D00A-B5A2-B152-0142-AF927204BB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65584" y="2514186"/>
                  <a:ext cx="50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14:cNvPr>
                <p14:cNvContentPartPr/>
                <p14:nvPr/>
              </p14:nvContentPartPr>
              <p14:xfrm>
                <a:off x="11264504" y="2447586"/>
                <a:ext cx="159120" cy="149760"/>
              </p14:xfrm>
            </p:contentPart>
          </mc:Choice>
          <mc:Fallback xmlns="">
            <p:pic>
              <p:nvPicPr>
                <p:cNvPr id="23678" name="Ink 23677">
                  <a:extLst>
                    <a:ext uri="{FF2B5EF4-FFF2-40B4-BE49-F238E27FC236}">
                      <a16:creationId xmlns:a16="http://schemas.microsoft.com/office/drawing/2014/main" id="{C99D1F1D-5857-3A1F-842D-11F5F67147E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246504" y="2429946"/>
                  <a:ext cx="194760" cy="185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>
            <a:extLst>
              <a:ext uri="{FF2B5EF4-FFF2-40B4-BE49-F238E27FC236}">
                <a16:creationId xmlns:a16="http://schemas.microsoft.com/office/drawing/2014/main" id="{88FB30F5-A417-A902-6007-9FC26C9F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57200"/>
            <a:ext cx="6858000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endParaRPr lang="en-US" altLang="en-US" sz="1200"/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1409F64A-D6F9-800A-F2AB-FCF6B8695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2057401"/>
          <a:ext cx="4945063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945809" imgH="3269263" progId="Paint.Picture">
                  <p:embed/>
                </p:oleObj>
              </mc:Choice>
              <mc:Fallback>
                <p:oleObj name="Bitmap Image" r:id="rId2" imgW="4945809" imgH="3269263" progId="Paint.Picture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id="{1409F64A-D6F9-800A-F2AB-FCF6B8695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2057401"/>
                        <a:ext cx="4945063" cy="326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>
            <a:extLst>
              <a:ext uri="{FF2B5EF4-FFF2-40B4-BE49-F238E27FC236}">
                <a16:creationId xmlns:a16="http://schemas.microsoft.com/office/drawing/2014/main" id="{443512B4-D599-35EA-B29B-B9080A0F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78836" y="-63789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5C0E4D3-9900-C677-5784-9BC37439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Two ways of representing a MOSFET:</a:t>
            </a:r>
            <a:endParaRPr lang="en-US" altLang="en-US" sz="2400" i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B668C-1384-45DF-91F3-C804397B7396}"/>
              </a:ext>
            </a:extLst>
          </p:cNvPr>
          <p:cNvGrpSpPr/>
          <p:nvPr/>
        </p:nvGrpSpPr>
        <p:grpSpPr>
          <a:xfrm>
            <a:off x="9073820" y="1469216"/>
            <a:ext cx="1733760" cy="612720"/>
            <a:chOff x="9073820" y="1469216"/>
            <a:chExt cx="1733760" cy="61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14:cNvPr>
                <p14:cNvContentPartPr/>
                <p14:nvPr/>
              </p14:nvContentPartPr>
              <p14:xfrm>
                <a:off x="9748820" y="1469216"/>
                <a:ext cx="58680" cy="50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077472-10E5-CE63-4129-E7F4D157BB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31180" y="1451216"/>
                  <a:ext cx="943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14:cNvPr>
                <p14:cNvContentPartPr/>
                <p14:nvPr/>
              </p14:nvContentPartPr>
              <p14:xfrm>
                <a:off x="9717860" y="1585496"/>
                <a:ext cx="395640" cy="418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F06D55-DECA-425A-2F1C-B67C1A1985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700220" y="1567856"/>
                  <a:ext cx="4312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14:cNvPr>
                <p14:cNvContentPartPr/>
                <p14:nvPr/>
              </p14:nvContentPartPr>
              <p14:xfrm>
                <a:off x="10055540" y="1475696"/>
                <a:ext cx="163800" cy="606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AD05A7F-5A89-A1FB-6AB5-230599A1E6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37540" y="1457696"/>
                  <a:ext cx="1994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14:cNvPr>
                <p14:cNvContentPartPr/>
                <p14:nvPr/>
              </p14:nvContentPartPr>
              <p14:xfrm>
                <a:off x="10145180" y="1747496"/>
                <a:ext cx="662400" cy="38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631FDC-A5D1-EF23-D1B9-DA599BCC3B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27540" y="1729496"/>
                  <a:ext cx="698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14:cNvPr>
                <p14:cNvContentPartPr/>
                <p14:nvPr/>
              </p14:nvContentPartPr>
              <p14:xfrm>
                <a:off x="9073820" y="1828856"/>
                <a:ext cx="658800" cy="51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56296B-3FC9-7055-6801-51F4CF33C0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56180" y="1811216"/>
                  <a:ext cx="6944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13AE0D-1F91-65CF-CCD3-4182B60C3A78}"/>
              </a:ext>
            </a:extLst>
          </p:cNvPr>
          <p:cNvGrpSpPr/>
          <p:nvPr/>
        </p:nvGrpSpPr>
        <p:grpSpPr>
          <a:xfrm>
            <a:off x="9349220" y="908696"/>
            <a:ext cx="941760" cy="378360"/>
            <a:chOff x="9349220" y="908696"/>
            <a:chExt cx="9417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14:cNvPr>
                <p14:cNvContentPartPr/>
                <p14:nvPr/>
              </p14:nvContentPartPr>
              <p14:xfrm>
                <a:off x="9349220" y="967736"/>
                <a:ext cx="72720" cy="319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0AB494-C90D-B79A-0BFB-1E1217F6C9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1220" y="950096"/>
                  <a:ext cx="1083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14:cNvPr>
                <p14:cNvContentPartPr/>
                <p14:nvPr/>
              </p14:nvContentPartPr>
              <p14:xfrm>
                <a:off x="9361100" y="1016336"/>
                <a:ext cx="154800" cy="235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B27C0F-CB49-A881-482D-CA1B8A75C5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43100" y="998696"/>
                  <a:ext cx="190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14:cNvPr>
                <p14:cNvContentPartPr/>
                <p14:nvPr/>
              </p14:nvContentPartPr>
              <p14:xfrm>
                <a:off x="9609860" y="1127216"/>
                <a:ext cx="42120" cy="134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D8781F-A9A9-9D5E-8D0B-C57B013B55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2220" y="1109216"/>
                  <a:ext cx="777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14:cNvPr>
                <p14:cNvContentPartPr/>
                <p14:nvPr/>
              </p14:nvContentPartPr>
              <p14:xfrm>
                <a:off x="9572780" y="1020296"/>
                <a:ext cx="10440" cy="2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45BF0D-99D3-49F5-265D-24E38040BD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54780" y="1002296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14:cNvPr>
                <p14:cNvContentPartPr/>
                <p14:nvPr/>
              </p14:nvContentPartPr>
              <p14:xfrm>
                <a:off x="9737300" y="1061696"/>
                <a:ext cx="109440" cy="11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CAD1A7-08C6-7CA4-7AC8-DE364840CF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19300" y="1043696"/>
                  <a:ext cx="145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14:cNvPr>
                <p14:cNvContentPartPr/>
                <p14:nvPr/>
              </p14:nvContentPartPr>
              <p14:xfrm>
                <a:off x="9939620" y="908696"/>
                <a:ext cx="115200" cy="23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F51716-AC87-DD35-647C-138BCD13ED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21620" y="890696"/>
                  <a:ext cx="150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14:cNvPr>
                <p14:cNvContentPartPr/>
                <p14:nvPr/>
              </p14:nvContentPartPr>
              <p14:xfrm>
                <a:off x="10175060" y="953696"/>
                <a:ext cx="115920" cy="178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72C9E6-B24F-E9D7-8E70-24B4B48EF71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57420" y="936056"/>
                  <a:ext cx="1515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7EB22C-E060-570E-61A2-076D07433BD7}"/>
              </a:ext>
            </a:extLst>
          </p:cNvPr>
          <p:cNvGrpSpPr/>
          <p:nvPr/>
        </p:nvGrpSpPr>
        <p:grpSpPr>
          <a:xfrm>
            <a:off x="8928020" y="2580536"/>
            <a:ext cx="1479960" cy="1302480"/>
            <a:chOff x="8928020" y="2580536"/>
            <a:chExt cx="1479960" cy="13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14:cNvPr>
                <p14:cNvContentPartPr/>
                <p14:nvPr/>
              </p14:nvContentPartPr>
              <p14:xfrm>
                <a:off x="9863300" y="2580536"/>
                <a:ext cx="384480" cy="323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ADBE33-973E-C5C9-8603-89CE798479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45300" y="2562896"/>
                  <a:ext cx="420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14:cNvPr>
                <p14:cNvContentPartPr/>
                <p14:nvPr/>
              </p14:nvContentPartPr>
              <p14:xfrm>
                <a:off x="9882380" y="2894096"/>
                <a:ext cx="394200" cy="528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612616-934B-6A39-D287-DEF1AA5459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64380" y="2876456"/>
                  <a:ext cx="42984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14:cNvPr>
                <p14:cNvContentPartPr/>
                <p14:nvPr/>
              </p14:nvContentPartPr>
              <p14:xfrm>
                <a:off x="10323740" y="3353096"/>
                <a:ext cx="84240" cy="529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3EC03B-B87E-A0BD-EC19-BC16EB3BCC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06100" y="3335096"/>
                  <a:ext cx="1198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14:cNvPr>
                <p14:cNvContentPartPr/>
                <p14:nvPr/>
              </p14:nvContentPartPr>
              <p14:xfrm>
                <a:off x="9662420" y="2995616"/>
                <a:ext cx="97200" cy="363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F5C789-1709-1F4B-2DED-8D6E70C7FF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4420" y="2977616"/>
                  <a:ext cx="1328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14:cNvPr>
                <p14:cNvContentPartPr/>
                <p14:nvPr/>
              </p14:nvContentPartPr>
              <p14:xfrm>
                <a:off x="8928020" y="3151496"/>
                <a:ext cx="866880" cy="25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3DE9D36-6594-07BC-FE07-90F277F4C9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10380" y="3133496"/>
                  <a:ext cx="9025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566A18-5944-EC1A-8D20-0EE1FE0F99D5}"/>
              </a:ext>
            </a:extLst>
          </p:cNvPr>
          <p:cNvGrpSpPr/>
          <p:nvPr/>
        </p:nvGrpSpPr>
        <p:grpSpPr>
          <a:xfrm>
            <a:off x="9281540" y="2142416"/>
            <a:ext cx="1744920" cy="356760"/>
            <a:chOff x="9281540" y="2142416"/>
            <a:chExt cx="174492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14:cNvPr>
                <p14:cNvContentPartPr/>
                <p14:nvPr/>
              </p14:nvContentPartPr>
              <p14:xfrm>
                <a:off x="9281540" y="2293976"/>
                <a:ext cx="225360" cy="5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C1A118-C64C-B9CB-667D-F906CBA5A9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63540" y="2275976"/>
                  <a:ext cx="2610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14:cNvPr>
                <p14:cNvContentPartPr/>
                <p14:nvPr/>
              </p14:nvContentPartPr>
              <p14:xfrm>
                <a:off x="9422660" y="2304416"/>
                <a:ext cx="77400" cy="194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2D8A6D-DCD6-D659-966F-60D8ABCCD2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04660" y="2286776"/>
                  <a:ext cx="1130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14:cNvPr>
                <p14:cNvContentPartPr/>
                <p14:nvPr/>
              </p14:nvContentPartPr>
              <p14:xfrm>
                <a:off x="9545420" y="2387576"/>
                <a:ext cx="87480" cy="10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E3FDA5-2BD0-1AD1-EE50-256CBAE87D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27420" y="2369576"/>
                  <a:ext cx="123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14:cNvPr>
                <p14:cNvContentPartPr/>
                <p14:nvPr/>
              </p14:nvContentPartPr>
              <p14:xfrm>
                <a:off x="9718940" y="2342576"/>
                <a:ext cx="315720" cy="12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032E8F-6231-C999-BC70-E5572A3C13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00940" y="2324936"/>
                  <a:ext cx="351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14:cNvPr>
                <p14:cNvContentPartPr/>
                <p14:nvPr/>
              </p14:nvContentPartPr>
              <p14:xfrm>
                <a:off x="10104860" y="2324936"/>
                <a:ext cx="75600" cy="11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8D8B10-91BC-2BB9-7F61-7243DE3F68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7220" y="2306936"/>
                  <a:ext cx="111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14:cNvPr>
                <p14:cNvContentPartPr/>
                <p14:nvPr/>
              </p14:nvContentPartPr>
              <p14:xfrm>
                <a:off x="10245980" y="2261216"/>
                <a:ext cx="74880" cy="134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4DF879-CFFA-6DAE-F62D-2A28630A7A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228340" y="2243576"/>
                  <a:ext cx="110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14:cNvPr>
                <p14:cNvContentPartPr/>
                <p14:nvPr/>
              </p14:nvContentPartPr>
              <p14:xfrm>
                <a:off x="10281620" y="2174816"/>
                <a:ext cx="12600" cy="2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C4ABAE-FE6D-E8DB-B0B3-EA105D9A57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63980" y="2156816"/>
                  <a:ext cx="48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14:cNvPr>
                <p14:cNvContentPartPr/>
                <p14:nvPr/>
              </p14:nvContentPartPr>
              <p14:xfrm>
                <a:off x="10402940" y="2226656"/>
                <a:ext cx="38880" cy="119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D99696-2BBE-5341-D4F5-D7E44B94E5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384940" y="2208656"/>
                  <a:ext cx="74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14:cNvPr>
                <p14:cNvContentPartPr/>
                <p14:nvPr/>
              </p14:nvContentPartPr>
              <p14:xfrm>
                <a:off x="10487540" y="2142416"/>
                <a:ext cx="74880" cy="213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CD823D-FF73-58A8-E48F-07A3100F46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69540" y="2124776"/>
                  <a:ext cx="1105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14:cNvPr>
                <p14:cNvContentPartPr/>
                <p14:nvPr/>
              </p14:nvContentPartPr>
              <p14:xfrm>
                <a:off x="10529300" y="2252576"/>
                <a:ext cx="118800" cy="26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ECF431-E31E-B9B1-5E91-EF86FD11C1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11660" y="2234936"/>
                  <a:ext cx="154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14:cNvPr>
                <p14:cNvContentPartPr/>
                <p14:nvPr/>
              </p14:nvContentPartPr>
              <p14:xfrm>
                <a:off x="10689140" y="2242496"/>
                <a:ext cx="82800" cy="42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5BA39D-A044-C9D1-A4AF-D2E4E5A88D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1140" y="2224856"/>
                  <a:ext cx="11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14:cNvPr>
                <p14:cNvContentPartPr/>
                <p14:nvPr/>
              </p14:nvContentPartPr>
              <p14:xfrm>
                <a:off x="10836740" y="2149256"/>
                <a:ext cx="62640" cy="9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F96E34-4B22-55D0-603F-2575A8C3DC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18740" y="2131256"/>
                  <a:ext cx="98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14:cNvPr>
                <p14:cNvContentPartPr/>
                <p14:nvPr/>
              </p14:nvContentPartPr>
              <p14:xfrm>
                <a:off x="11021420" y="2201096"/>
                <a:ext cx="5040" cy="8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6CBB48-0744-1347-8C32-0EE1AE999D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03780" y="2183456"/>
                  <a:ext cx="406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14:cNvPr>
              <p14:cNvContentPartPr/>
              <p14:nvPr/>
            </p14:nvContentPartPr>
            <p14:xfrm>
              <a:off x="4693700" y="3535256"/>
              <a:ext cx="187920" cy="1139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DF69A2-8AB6-2306-76BB-4CB641A9A5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39700" y="3427256"/>
                <a:ext cx="295560" cy="13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14:cNvPr>
              <p14:cNvContentPartPr/>
              <p14:nvPr/>
            </p14:nvContentPartPr>
            <p14:xfrm>
              <a:off x="4805300" y="4429136"/>
              <a:ext cx="17640" cy="64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3A2BFE-B06D-5878-004F-DCBE37B8C9F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51300" y="4321136"/>
                <a:ext cx="12528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4F50446-1075-E3B1-1DBF-AAF30798D793}"/>
              </a:ext>
            </a:extLst>
          </p:cNvPr>
          <p:cNvGrpSpPr/>
          <p:nvPr/>
        </p:nvGrpSpPr>
        <p:grpSpPr>
          <a:xfrm>
            <a:off x="4886660" y="3163016"/>
            <a:ext cx="1765440" cy="1451520"/>
            <a:chOff x="4886660" y="3163016"/>
            <a:chExt cx="1765440" cy="14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14:cNvPr>
                <p14:cNvContentPartPr/>
                <p14:nvPr/>
              </p14:nvContentPartPr>
              <p14:xfrm>
                <a:off x="4886660" y="3933416"/>
                <a:ext cx="38520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8D64E6-1A29-9857-DBED-21A52F0322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69020" y="3915776"/>
                  <a:ext cx="42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14:cNvPr>
                <p14:cNvContentPartPr/>
                <p14:nvPr/>
              </p14:nvContentPartPr>
              <p14:xfrm>
                <a:off x="5225420" y="3879056"/>
                <a:ext cx="96480" cy="156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150CA80-AA91-DAEB-6394-4551D11602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07780" y="3861416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14:cNvPr>
                <p14:cNvContentPartPr/>
                <p14:nvPr/>
              </p14:nvContentPartPr>
              <p14:xfrm>
                <a:off x="5386340" y="3756296"/>
                <a:ext cx="105840" cy="168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351074-71C6-EFE3-A027-208EC4F181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68340" y="3738656"/>
                  <a:ext cx="14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14:cNvPr>
                <p14:cNvContentPartPr/>
                <p14:nvPr/>
              </p14:nvContentPartPr>
              <p14:xfrm>
                <a:off x="5541140" y="3766016"/>
                <a:ext cx="8172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06C7DC-A5B6-6163-FEB5-3C0E724DBF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3140" y="3748016"/>
                  <a:ext cx="1173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14:cNvPr>
                <p14:cNvContentPartPr/>
                <p14:nvPr/>
              </p14:nvContentPartPr>
              <p14:xfrm>
                <a:off x="5637260" y="3698336"/>
                <a:ext cx="13284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C3F6E5-470E-DBE4-D153-B27D0E2FAD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19620" y="3680336"/>
                  <a:ext cx="168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14:cNvPr>
                <p14:cNvContentPartPr/>
                <p14:nvPr/>
              </p14:nvContentPartPr>
              <p14:xfrm>
                <a:off x="5803220" y="3582776"/>
                <a:ext cx="100440" cy="163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2E33DC-546B-DD86-D9BB-BFAD870715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85220" y="3564776"/>
                  <a:ext cx="136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14:cNvPr>
                <p14:cNvContentPartPr/>
                <p14:nvPr/>
              </p14:nvContentPartPr>
              <p14:xfrm>
                <a:off x="5843540" y="3619856"/>
                <a:ext cx="68400" cy="75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9A85B4-E94E-651B-D488-F0676F9533C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25900" y="3602216"/>
                  <a:ext cx="104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14:cNvPr>
                <p14:cNvContentPartPr/>
                <p14:nvPr/>
              </p14:nvContentPartPr>
              <p14:xfrm>
                <a:off x="5958380" y="3597536"/>
                <a:ext cx="77760" cy="6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CF8C79-2A68-9C11-3CC0-4EF6262A02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40380" y="3579536"/>
                  <a:ext cx="113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14:cNvPr>
                <p14:cNvContentPartPr/>
                <p14:nvPr/>
              </p14:nvContentPartPr>
              <p14:xfrm>
                <a:off x="6090140" y="3510416"/>
                <a:ext cx="66600" cy="99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CC5BBA-2C0D-A674-ED2D-DFF619DAC8E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72140" y="3492776"/>
                  <a:ext cx="102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14:cNvPr>
                <p14:cNvContentPartPr/>
                <p14:nvPr/>
              </p14:nvContentPartPr>
              <p14:xfrm>
                <a:off x="6188420" y="3389456"/>
                <a:ext cx="74160" cy="134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57EE20-6224-8134-4E03-FE3F0DD358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70420" y="3371456"/>
                  <a:ext cx="109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14:cNvPr>
                <p14:cNvContentPartPr/>
                <p14:nvPr/>
              </p14:nvContentPartPr>
              <p14:xfrm>
                <a:off x="6266180" y="3367496"/>
                <a:ext cx="91440" cy="108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2E17014-9A69-F8B6-E08D-19A402C660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48540" y="3349496"/>
                  <a:ext cx="127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14:cNvPr>
                <p14:cNvContentPartPr/>
                <p14:nvPr/>
              </p14:nvContentPartPr>
              <p14:xfrm>
                <a:off x="6390380" y="3336896"/>
                <a:ext cx="55440" cy="117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A5947E-F002-326F-76A2-B1E6961C4C1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72740" y="3319256"/>
                  <a:ext cx="91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14:cNvPr>
                <p14:cNvContentPartPr/>
                <p14:nvPr/>
              </p14:nvContentPartPr>
              <p14:xfrm>
                <a:off x="6499820" y="3163016"/>
                <a:ext cx="152280" cy="223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3FA20B-A670-6FA5-9051-05268DDF9D0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81820" y="3145376"/>
                  <a:ext cx="1879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14:cNvPr>
                <p14:cNvContentPartPr/>
                <p14:nvPr/>
              </p14:nvContentPartPr>
              <p14:xfrm>
                <a:off x="5298500" y="4368656"/>
                <a:ext cx="13212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E0EAD3-5C31-94FA-BD21-3646C0E8D5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80500" y="4350656"/>
                  <a:ext cx="167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14:cNvPr>
                <p14:cNvContentPartPr/>
                <p14:nvPr/>
              </p14:nvContentPartPr>
              <p14:xfrm>
                <a:off x="5458700" y="4325096"/>
                <a:ext cx="144360" cy="11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0E6565-585C-5666-3D24-E181984941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40700" y="4307096"/>
                  <a:ext cx="180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14:cNvPr>
                <p14:cNvContentPartPr/>
                <p14:nvPr/>
              </p14:nvContentPartPr>
              <p14:xfrm>
                <a:off x="5711780" y="4062296"/>
                <a:ext cx="151920" cy="199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A962A7-2845-9D1E-E16C-B08F5BEAD0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93780" y="4044656"/>
                  <a:ext cx="187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14:cNvPr>
                <p14:cNvContentPartPr/>
                <p14:nvPr/>
              </p14:nvContentPartPr>
              <p14:xfrm>
                <a:off x="5766860" y="4014416"/>
                <a:ext cx="330120" cy="171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63D016-0968-5497-3FFD-FB311F20B76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49220" y="3996416"/>
                  <a:ext cx="365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14:cNvPr>
                <p14:cNvContentPartPr/>
                <p14:nvPr/>
              </p14:nvContentPartPr>
              <p14:xfrm>
                <a:off x="6121100" y="3893096"/>
                <a:ext cx="114840" cy="126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4B2AF4-FD1B-E1A1-1F9F-42D59F0C2F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103460" y="3875096"/>
                  <a:ext cx="150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14:cNvPr>
                <p14:cNvContentPartPr/>
                <p14:nvPr/>
              </p14:nvContentPartPr>
              <p14:xfrm>
                <a:off x="5847140" y="4452896"/>
                <a:ext cx="156240" cy="16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C47E2-2780-BAE5-2EDB-A86C301574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29140" y="4435256"/>
                  <a:ext cx="191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14:cNvPr>
                <p14:cNvContentPartPr/>
                <p14:nvPr/>
              </p14:nvContentPartPr>
              <p14:xfrm>
                <a:off x="6034340" y="4380896"/>
                <a:ext cx="121680" cy="9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B24822-1ACF-5328-F485-EE35BD2220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16340" y="4363256"/>
                  <a:ext cx="157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14:cNvPr>
                <p14:cNvContentPartPr/>
                <p14:nvPr/>
              </p14:nvContentPartPr>
              <p14:xfrm>
                <a:off x="6125420" y="4264256"/>
                <a:ext cx="133920" cy="10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706BDA-D401-4377-F175-63D59C7DDD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07420" y="4246256"/>
                  <a:ext cx="169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14:cNvPr>
                <p14:cNvContentPartPr/>
                <p14:nvPr/>
              </p14:nvContentPartPr>
              <p14:xfrm>
                <a:off x="6136220" y="4285496"/>
                <a:ext cx="63000" cy="60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5E99CAF-9329-9795-D759-64F03850B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18580" y="4267856"/>
                  <a:ext cx="98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14:cNvPr>
                <p14:cNvContentPartPr/>
                <p14:nvPr/>
              </p14:nvContentPartPr>
              <p14:xfrm>
                <a:off x="6303620" y="4244816"/>
                <a:ext cx="87120" cy="9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BAD4EE-CAB5-420C-C453-911999C284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620" y="4226816"/>
                  <a:ext cx="1227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97" name="Group 24596">
            <a:extLst>
              <a:ext uri="{FF2B5EF4-FFF2-40B4-BE49-F238E27FC236}">
                <a16:creationId xmlns:a16="http://schemas.microsoft.com/office/drawing/2014/main" id="{CF19B005-A2A6-90C5-4C91-60BB18D3D97C}"/>
              </a:ext>
            </a:extLst>
          </p:cNvPr>
          <p:cNvGrpSpPr/>
          <p:nvPr/>
        </p:nvGrpSpPr>
        <p:grpSpPr>
          <a:xfrm>
            <a:off x="872660" y="3534176"/>
            <a:ext cx="576000" cy="1648800"/>
            <a:chOff x="872660" y="3534176"/>
            <a:chExt cx="576000" cy="164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14:cNvPr>
                <p14:cNvContentPartPr/>
                <p14:nvPr/>
              </p14:nvContentPartPr>
              <p14:xfrm>
                <a:off x="1332020" y="3545696"/>
                <a:ext cx="113400" cy="1602000"/>
              </p14:xfrm>
            </p:contentPart>
          </mc:Choice>
          <mc:Fallback xmlns="">
            <p:pic>
              <p:nvPicPr>
                <p:cNvPr id="24577" name="Ink 24576">
                  <a:extLst>
                    <a:ext uri="{FF2B5EF4-FFF2-40B4-BE49-F238E27FC236}">
                      <a16:creationId xmlns:a16="http://schemas.microsoft.com/office/drawing/2014/main" id="{72F43703-C8E1-98D2-649E-5614466F08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4380" y="3527696"/>
                  <a:ext cx="149040" cy="16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14:cNvPr>
                <p14:cNvContentPartPr/>
                <p14:nvPr/>
              </p14:nvContentPartPr>
              <p14:xfrm>
                <a:off x="1407620" y="5112416"/>
                <a:ext cx="41040" cy="29520"/>
              </p14:xfrm>
            </p:contentPart>
          </mc:Choice>
          <mc:Fallback xmlns="">
            <p:pic>
              <p:nvPicPr>
                <p:cNvPr id="24578" name="Ink 24577">
                  <a:extLst>
                    <a:ext uri="{FF2B5EF4-FFF2-40B4-BE49-F238E27FC236}">
                      <a16:creationId xmlns:a16="http://schemas.microsoft.com/office/drawing/2014/main" id="{74267533-425E-54D9-298E-4078C3626C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9620" y="5094776"/>
                  <a:ext cx="76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14:cNvPr>
                <p14:cNvContentPartPr/>
                <p14:nvPr/>
              </p14:nvContentPartPr>
              <p14:xfrm>
                <a:off x="1369100" y="3534896"/>
                <a:ext cx="29520" cy="61920"/>
              </p14:xfrm>
            </p:contentPart>
          </mc:Choice>
          <mc:Fallback xmlns="">
            <p:pic>
              <p:nvPicPr>
                <p:cNvPr id="24583" name="Ink 24582">
                  <a:extLst>
                    <a:ext uri="{FF2B5EF4-FFF2-40B4-BE49-F238E27FC236}">
                      <a16:creationId xmlns:a16="http://schemas.microsoft.com/office/drawing/2014/main" id="{8DCB2168-59BB-EC67-8FD2-D57629F9AB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51100" y="3517256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14:cNvPr>
                <p14:cNvContentPartPr/>
                <p14:nvPr/>
              </p14:nvContentPartPr>
              <p14:xfrm>
                <a:off x="878780" y="3534176"/>
                <a:ext cx="91080" cy="182160"/>
              </p14:xfrm>
            </p:contentPart>
          </mc:Choice>
          <mc:Fallback xmlns="">
            <p:pic>
              <p:nvPicPr>
                <p:cNvPr id="24584" name="Ink 24583">
                  <a:extLst>
                    <a:ext uri="{FF2B5EF4-FFF2-40B4-BE49-F238E27FC236}">
                      <a16:creationId xmlns:a16="http://schemas.microsoft.com/office/drawing/2014/main" id="{E4736159-FA7A-C591-6F35-7B39EFE0316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1140" y="3516536"/>
                  <a:ext cx="126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14:cNvPr>
                <p14:cNvContentPartPr/>
                <p14:nvPr/>
              </p14:nvContentPartPr>
              <p14:xfrm>
                <a:off x="872660" y="3545696"/>
                <a:ext cx="141120" cy="173520"/>
              </p14:xfrm>
            </p:contentPart>
          </mc:Choice>
          <mc:Fallback xmlns="">
            <p:pic>
              <p:nvPicPr>
                <p:cNvPr id="24585" name="Ink 24584">
                  <a:extLst>
                    <a:ext uri="{FF2B5EF4-FFF2-40B4-BE49-F238E27FC236}">
                      <a16:creationId xmlns:a16="http://schemas.microsoft.com/office/drawing/2014/main" id="{386B915D-3119-4AB0-BE87-8FAB3E624A6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660" y="3527696"/>
                  <a:ext cx="176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14:cNvPr>
                <p14:cNvContentPartPr/>
                <p14:nvPr/>
              </p14:nvContentPartPr>
              <p14:xfrm>
                <a:off x="1077500" y="4996856"/>
                <a:ext cx="138240" cy="186120"/>
              </p14:xfrm>
            </p:contentPart>
          </mc:Choice>
          <mc:Fallback xmlns="">
            <p:pic>
              <p:nvPicPr>
                <p:cNvPr id="24586" name="Ink 24585">
                  <a:extLst>
                    <a:ext uri="{FF2B5EF4-FFF2-40B4-BE49-F238E27FC236}">
                      <a16:creationId xmlns:a16="http://schemas.microsoft.com/office/drawing/2014/main" id="{DBF97397-35D1-1F0A-FDD7-4C2CE56CBD8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9500" y="4978856"/>
                  <a:ext cx="17388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14:cNvPr>
              <p14:cNvContentPartPr/>
              <p14:nvPr/>
            </p14:nvContentPartPr>
            <p14:xfrm>
              <a:off x="2435420" y="4996496"/>
              <a:ext cx="43200" cy="64800"/>
            </p14:xfrm>
          </p:contentPart>
        </mc:Choice>
        <mc:Fallback xmlns="">
          <p:pic>
            <p:nvPicPr>
              <p:cNvPr id="24595" name="Ink 24594">
                <a:extLst>
                  <a:ext uri="{FF2B5EF4-FFF2-40B4-BE49-F238E27FC236}">
                    <a16:creationId xmlns:a16="http://schemas.microsoft.com/office/drawing/2014/main" id="{53D87A06-677F-1096-C4D9-0BF6167469A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417420" y="4978856"/>
                <a:ext cx="7884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02" name="Group 24601">
            <a:extLst>
              <a:ext uri="{FF2B5EF4-FFF2-40B4-BE49-F238E27FC236}">
                <a16:creationId xmlns:a16="http://schemas.microsoft.com/office/drawing/2014/main" id="{A2C727DA-9FF5-AB1D-2B33-715D1131BA9A}"/>
              </a:ext>
            </a:extLst>
          </p:cNvPr>
          <p:cNvGrpSpPr/>
          <p:nvPr/>
        </p:nvGrpSpPr>
        <p:grpSpPr>
          <a:xfrm>
            <a:off x="2120780" y="3480536"/>
            <a:ext cx="351000" cy="220320"/>
            <a:chOff x="2120780" y="3480536"/>
            <a:chExt cx="35100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14:cNvPr>
                <p14:cNvContentPartPr/>
                <p14:nvPr/>
              </p14:nvContentPartPr>
              <p14:xfrm>
                <a:off x="2406980" y="3480536"/>
                <a:ext cx="64800" cy="65160"/>
              </p14:xfrm>
            </p:contentPart>
          </mc:Choice>
          <mc:Fallback xmlns="">
            <p:pic>
              <p:nvPicPr>
                <p:cNvPr id="24594" name="Ink 24593">
                  <a:extLst>
                    <a:ext uri="{FF2B5EF4-FFF2-40B4-BE49-F238E27FC236}">
                      <a16:creationId xmlns:a16="http://schemas.microsoft.com/office/drawing/2014/main" id="{2D109F56-86D0-947A-B41E-A2A1C0895D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88980" y="3462896"/>
                  <a:ext cx="100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14:cNvPr>
                <p14:cNvContentPartPr/>
                <p14:nvPr/>
              </p14:nvContentPartPr>
              <p14:xfrm>
                <a:off x="2120780" y="3506816"/>
                <a:ext cx="95760" cy="194040"/>
              </p14:xfrm>
            </p:contentPart>
          </mc:Choice>
          <mc:Fallback xmlns="">
            <p:pic>
              <p:nvPicPr>
                <p:cNvPr id="24599" name="Ink 24598">
                  <a:extLst>
                    <a:ext uri="{FF2B5EF4-FFF2-40B4-BE49-F238E27FC236}">
                      <a16:creationId xmlns:a16="http://schemas.microsoft.com/office/drawing/2014/main" id="{B4D3AD66-9B4B-67A1-48F2-C14CE59C0E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03140" y="3489176"/>
                  <a:ext cx="131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14:cNvPr>
                <p14:cNvContentPartPr/>
                <p14:nvPr/>
              </p14:nvContentPartPr>
              <p14:xfrm>
                <a:off x="2145980" y="3507176"/>
                <a:ext cx="114480" cy="174240"/>
              </p14:xfrm>
            </p:contentPart>
          </mc:Choice>
          <mc:Fallback xmlns="">
            <p:pic>
              <p:nvPicPr>
                <p:cNvPr id="24600" name="Ink 24599">
                  <a:extLst>
                    <a:ext uri="{FF2B5EF4-FFF2-40B4-BE49-F238E27FC236}">
                      <a16:creationId xmlns:a16="http://schemas.microsoft.com/office/drawing/2014/main" id="{5D37EC17-EEBF-4102-5FB4-BC6A2F6A32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28340" y="3489176"/>
                  <a:ext cx="1501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14:cNvPr>
              <p14:cNvContentPartPr/>
              <p14:nvPr/>
            </p14:nvContentPartPr>
            <p14:xfrm>
              <a:off x="2160380" y="4889576"/>
              <a:ext cx="97920" cy="228600"/>
            </p14:xfrm>
          </p:contentPart>
        </mc:Choice>
        <mc:Fallback xmlns="">
          <p:pic>
            <p:nvPicPr>
              <p:cNvPr id="24601" name="Ink 24600">
                <a:extLst>
                  <a:ext uri="{FF2B5EF4-FFF2-40B4-BE49-F238E27FC236}">
                    <a16:creationId xmlns:a16="http://schemas.microsoft.com/office/drawing/2014/main" id="{3E3048C8-617C-E975-D283-E3E5CA1B0D9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142380" y="4871576"/>
                <a:ext cx="13356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34" name="Group 24633">
            <a:extLst>
              <a:ext uri="{FF2B5EF4-FFF2-40B4-BE49-F238E27FC236}">
                <a16:creationId xmlns:a16="http://schemas.microsoft.com/office/drawing/2014/main" id="{5E250119-573C-49A2-81E5-DD85029379D9}"/>
              </a:ext>
            </a:extLst>
          </p:cNvPr>
          <p:cNvGrpSpPr/>
          <p:nvPr/>
        </p:nvGrpSpPr>
        <p:grpSpPr>
          <a:xfrm>
            <a:off x="186140" y="377696"/>
            <a:ext cx="3903480" cy="2810520"/>
            <a:chOff x="186140" y="377696"/>
            <a:chExt cx="3903480" cy="28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14:cNvPr>
                <p14:cNvContentPartPr/>
                <p14:nvPr/>
              </p14:nvContentPartPr>
              <p14:xfrm>
                <a:off x="1005860" y="2985896"/>
                <a:ext cx="134280" cy="20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BB0319-A2B0-8F3A-20F2-1C68FFEA3C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7860" y="2967896"/>
                  <a:ext cx="1699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14:cNvPr>
                <p14:cNvContentPartPr/>
                <p14:nvPr/>
              </p14:nvContentPartPr>
              <p14:xfrm>
                <a:off x="1226540" y="3009296"/>
                <a:ext cx="21600" cy="176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C32AAC-AC86-BF3B-084A-A31F1A0AD2B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08900" y="2991296"/>
                  <a:ext cx="57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14:cNvPr>
                <p14:cNvContentPartPr/>
                <p14:nvPr/>
              </p14:nvContentPartPr>
              <p14:xfrm>
                <a:off x="1228340" y="2952056"/>
                <a:ext cx="185040" cy="190080"/>
              </p14:xfrm>
            </p:contentPart>
          </mc:Choice>
          <mc:Fallback xmlns="">
            <p:pic>
              <p:nvPicPr>
                <p:cNvPr id="24576" name="Ink 24575">
                  <a:extLst>
                    <a:ext uri="{FF2B5EF4-FFF2-40B4-BE49-F238E27FC236}">
                      <a16:creationId xmlns:a16="http://schemas.microsoft.com/office/drawing/2014/main" id="{DD2A9A1D-1478-E380-FCCC-6FECDAD5514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0340" y="2934056"/>
                  <a:ext cx="220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14:cNvPr>
                <p14:cNvContentPartPr/>
                <p14:nvPr/>
              </p14:nvContentPartPr>
              <p14:xfrm>
                <a:off x="2169740" y="2949536"/>
                <a:ext cx="144720" cy="206280"/>
              </p14:xfrm>
            </p:contentPart>
          </mc:Choice>
          <mc:Fallback xmlns="">
            <p:pic>
              <p:nvPicPr>
                <p:cNvPr id="24587" name="Ink 24586">
                  <a:extLst>
                    <a:ext uri="{FF2B5EF4-FFF2-40B4-BE49-F238E27FC236}">
                      <a16:creationId xmlns:a16="http://schemas.microsoft.com/office/drawing/2014/main" id="{9808FF03-5E08-8723-E273-855A18A9F8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51740" y="2931536"/>
                  <a:ext cx="18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14:cNvPr>
                <p14:cNvContentPartPr/>
                <p14:nvPr/>
              </p14:nvContentPartPr>
              <p14:xfrm>
                <a:off x="2429660" y="2980856"/>
                <a:ext cx="66600" cy="190080"/>
              </p14:xfrm>
            </p:contentPart>
          </mc:Choice>
          <mc:Fallback xmlns="">
            <p:pic>
              <p:nvPicPr>
                <p:cNvPr id="24588" name="Ink 24587">
                  <a:extLst>
                    <a:ext uri="{FF2B5EF4-FFF2-40B4-BE49-F238E27FC236}">
                      <a16:creationId xmlns:a16="http://schemas.microsoft.com/office/drawing/2014/main" id="{848F0198-3284-1269-225F-119D99D58F1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11660" y="2962856"/>
                  <a:ext cx="102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14:cNvPr>
                <p14:cNvContentPartPr/>
                <p14:nvPr/>
              </p14:nvContentPartPr>
              <p14:xfrm>
                <a:off x="2457020" y="2922176"/>
                <a:ext cx="103320" cy="69840"/>
              </p14:xfrm>
            </p:contentPart>
          </mc:Choice>
          <mc:Fallback xmlns="">
            <p:pic>
              <p:nvPicPr>
                <p:cNvPr id="24589" name="Ink 24588">
                  <a:extLst>
                    <a:ext uri="{FF2B5EF4-FFF2-40B4-BE49-F238E27FC236}">
                      <a16:creationId xmlns:a16="http://schemas.microsoft.com/office/drawing/2014/main" id="{D1EDD808-C1FC-57D3-5CC1-F5328606B3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439380" y="2904176"/>
                  <a:ext cx="138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14:cNvPr>
                <p14:cNvContentPartPr/>
                <p14:nvPr/>
              </p14:nvContentPartPr>
              <p14:xfrm>
                <a:off x="2492660" y="3028016"/>
                <a:ext cx="100800" cy="66600"/>
              </p14:xfrm>
            </p:contentPart>
          </mc:Choice>
          <mc:Fallback xmlns="">
            <p:pic>
              <p:nvPicPr>
                <p:cNvPr id="24590" name="Ink 24589">
                  <a:extLst>
                    <a:ext uri="{FF2B5EF4-FFF2-40B4-BE49-F238E27FC236}">
                      <a16:creationId xmlns:a16="http://schemas.microsoft.com/office/drawing/2014/main" id="{14379E09-5439-C156-0523-9B9350F836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475020" y="3010376"/>
                  <a:ext cx="136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14:cNvPr>
                <p14:cNvContentPartPr/>
                <p14:nvPr/>
              </p14:nvContentPartPr>
              <p14:xfrm>
                <a:off x="2665100" y="2915696"/>
                <a:ext cx="33120" cy="190440"/>
              </p14:xfrm>
            </p:contentPart>
          </mc:Choice>
          <mc:Fallback xmlns="">
            <p:pic>
              <p:nvPicPr>
                <p:cNvPr id="24591" name="Ink 24590">
                  <a:extLst>
                    <a:ext uri="{FF2B5EF4-FFF2-40B4-BE49-F238E27FC236}">
                      <a16:creationId xmlns:a16="http://schemas.microsoft.com/office/drawing/2014/main" id="{AA6029AF-00B8-9E29-B3F5-098C7954896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47460" y="2897696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14:cNvPr>
                <p14:cNvContentPartPr/>
                <p14:nvPr/>
              </p14:nvContentPartPr>
              <p14:xfrm>
                <a:off x="2650340" y="2903096"/>
                <a:ext cx="50760" cy="48240"/>
              </p14:xfrm>
            </p:contentPart>
          </mc:Choice>
          <mc:Fallback xmlns="">
            <p:pic>
              <p:nvPicPr>
                <p:cNvPr id="24592" name="Ink 24591">
                  <a:extLst>
                    <a:ext uri="{FF2B5EF4-FFF2-40B4-BE49-F238E27FC236}">
                      <a16:creationId xmlns:a16="http://schemas.microsoft.com/office/drawing/2014/main" id="{C730C604-F3B1-C0F7-0029-7DE0AA705F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32700" y="2885096"/>
                  <a:ext cx="86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14:cNvPr>
                <p14:cNvContentPartPr/>
                <p14:nvPr/>
              </p14:nvContentPartPr>
              <p14:xfrm>
                <a:off x="2675900" y="2987336"/>
                <a:ext cx="123120" cy="46080"/>
              </p14:xfrm>
            </p:contentPart>
          </mc:Choice>
          <mc:Fallback xmlns="">
            <p:pic>
              <p:nvPicPr>
                <p:cNvPr id="24593" name="Ink 24592">
                  <a:extLst>
                    <a:ext uri="{FF2B5EF4-FFF2-40B4-BE49-F238E27FC236}">
                      <a16:creationId xmlns:a16="http://schemas.microsoft.com/office/drawing/2014/main" id="{2A41FC76-65B8-C87D-F872-E94E4B47AF9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57900" y="2969696"/>
                  <a:ext cx="158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14:cNvPr>
                <p14:cNvContentPartPr/>
                <p14:nvPr/>
              </p14:nvContentPartPr>
              <p14:xfrm>
                <a:off x="767900" y="946856"/>
                <a:ext cx="270360" cy="330840"/>
              </p14:xfrm>
            </p:contentPart>
          </mc:Choice>
          <mc:Fallback xmlns="">
            <p:pic>
              <p:nvPicPr>
                <p:cNvPr id="24603" name="Ink 24602">
                  <a:extLst>
                    <a:ext uri="{FF2B5EF4-FFF2-40B4-BE49-F238E27FC236}">
                      <a16:creationId xmlns:a16="http://schemas.microsoft.com/office/drawing/2014/main" id="{5F732622-33CA-B900-7BFB-A3037087750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50260" y="929216"/>
                  <a:ext cx="306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14:cNvPr>
                <p14:cNvContentPartPr/>
                <p14:nvPr/>
              </p14:nvContentPartPr>
              <p14:xfrm>
                <a:off x="1235540" y="1196336"/>
                <a:ext cx="240480" cy="218160"/>
              </p14:xfrm>
            </p:contentPart>
          </mc:Choice>
          <mc:Fallback xmlns="">
            <p:pic>
              <p:nvPicPr>
                <p:cNvPr id="24604" name="Ink 24603">
                  <a:extLst>
                    <a:ext uri="{FF2B5EF4-FFF2-40B4-BE49-F238E27FC236}">
                      <a16:creationId xmlns:a16="http://schemas.microsoft.com/office/drawing/2014/main" id="{F85557CD-8BBD-5636-5879-26EFBDEA03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17900" y="1178336"/>
                  <a:ext cx="276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14:cNvPr>
                <p14:cNvContentPartPr/>
                <p14:nvPr/>
              </p14:nvContentPartPr>
              <p14:xfrm>
                <a:off x="1608500" y="1089056"/>
                <a:ext cx="125280" cy="234360"/>
              </p14:xfrm>
            </p:contentPart>
          </mc:Choice>
          <mc:Fallback xmlns="">
            <p:pic>
              <p:nvPicPr>
                <p:cNvPr id="24605" name="Ink 24604">
                  <a:extLst>
                    <a:ext uri="{FF2B5EF4-FFF2-40B4-BE49-F238E27FC236}">
                      <a16:creationId xmlns:a16="http://schemas.microsoft.com/office/drawing/2014/main" id="{53229A90-C1F6-2EDD-F8BB-03E69B0F5C0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90500" y="1071416"/>
                  <a:ext cx="160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14:cNvPr>
                <p14:cNvContentPartPr/>
                <p14:nvPr/>
              </p14:nvContentPartPr>
              <p14:xfrm>
                <a:off x="1815500" y="900776"/>
                <a:ext cx="331560" cy="348840"/>
              </p14:xfrm>
            </p:contentPart>
          </mc:Choice>
          <mc:Fallback xmlns="">
            <p:pic>
              <p:nvPicPr>
                <p:cNvPr id="24606" name="Ink 24605">
                  <a:extLst>
                    <a:ext uri="{FF2B5EF4-FFF2-40B4-BE49-F238E27FC236}">
                      <a16:creationId xmlns:a16="http://schemas.microsoft.com/office/drawing/2014/main" id="{DE0F4EA3-B275-F7EC-A52F-F35C109229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7860" y="883136"/>
                  <a:ext cx="3672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14:cNvPr>
                <p14:cNvContentPartPr/>
                <p14:nvPr/>
              </p14:nvContentPartPr>
              <p14:xfrm>
                <a:off x="2338580" y="692336"/>
                <a:ext cx="267840" cy="282600"/>
              </p14:xfrm>
            </p:contentPart>
          </mc:Choice>
          <mc:Fallback xmlns="">
            <p:pic>
              <p:nvPicPr>
                <p:cNvPr id="24607" name="Ink 24606">
                  <a:extLst>
                    <a:ext uri="{FF2B5EF4-FFF2-40B4-BE49-F238E27FC236}">
                      <a16:creationId xmlns:a16="http://schemas.microsoft.com/office/drawing/2014/main" id="{AC1BBF19-A643-60B3-5206-D52CDF9BF2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20940" y="674696"/>
                  <a:ext cx="303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14:cNvPr>
                <p14:cNvContentPartPr/>
                <p14:nvPr/>
              </p14:nvContentPartPr>
              <p14:xfrm>
                <a:off x="2766980" y="852176"/>
                <a:ext cx="176040" cy="121320"/>
              </p14:xfrm>
            </p:contentPart>
          </mc:Choice>
          <mc:Fallback xmlns="">
            <p:pic>
              <p:nvPicPr>
                <p:cNvPr id="24608" name="Ink 24607">
                  <a:extLst>
                    <a:ext uri="{FF2B5EF4-FFF2-40B4-BE49-F238E27FC236}">
                      <a16:creationId xmlns:a16="http://schemas.microsoft.com/office/drawing/2014/main" id="{83CFC261-6CEB-E186-E95D-B37CAD1BE7A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48980" y="834176"/>
                  <a:ext cx="211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14:cNvPr>
                <p14:cNvContentPartPr/>
                <p14:nvPr/>
              </p14:nvContentPartPr>
              <p14:xfrm>
                <a:off x="2869580" y="905096"/>
                <a:ext cx="83520" cy="127800"/>
              </p14:xfrm>
            </p:contentPart>
          </mc:Choice>
          <mc:Fallback xmlns="">
            <p:pic>
              <p:nvPicPr>
                <p:cNvPr id="24609" name="Ink 24608">
                  <a:extLst>
                    <a:ext uri="{FF2B5EF4-FFF2-40B4-BE49-F238E27FC236}">
                      <a16:creationId xmlns:a16="http://schemas.microsoft.com/office/drawing/2014/main" id="{E1E5D278-F975-D42A-3A69-9B565BA1880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51580" y="887456"/>
                  <a:ext cx="119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14:cNvPr>
                <p14:cNvContentPartPr/>
                <p14:nvPr/>
              </p14:nvContentPartPr>
              <p14:xfrm>
                <a:off x="3099260" y="844616"/>
                <a:ext cx="108720" cy="180360"/>
              </p14:xfrm>
            </p:contentPart>
          </mc:Choice>
          <mc:Fallback xmlns="">
            <p:pic>
              <p:nvPicPr>
                <p:cNvPr id="24610" name="Ink 24609">
                  <a:extLst>
                    <a:ext uri="{FF2B5EF4-FFF2-40B4-BE49-F238E27FC236}">
                      <a16:creationId xmlns:a16="http://schemas.microsoft.com/office/drawing/2014/main" id="{3D02AF24-A92C-73DB-C3FA-61FA4DA74B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81620" y="826616"/>
                  <a:ext cx="144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14:cNvPr>
                <p14:cNvContentPartPr/>
                <p14:nvPr/>
              </p14:nvContentPartPr>
              <p14:xfrm>
                <a:off x="3194300" y="834896"/>
                <a:ext cx="104400" cy="164880"/>
              </p14:xfrm>
            </p:contentPart>
          </mc:Choice>
          <mc:Fallback xmlns="">
            <p:pic>
              <p:nvPicPr>
                <p:cNvPr id="24611" name="Ink 24610">
                  <a:extLst>
                    <a:ext uri="{FF2B5EF4-FFF2-40B4-BE49-F238E27FC236}">
                      <a16:creationId xmlns:a16="http://schemas.microsoft.com/office/drawing/2014/main" id="{3D37DD0B-7640-E4A8-93CF-3323B5F40A2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76300" y="816896"/>
                  <a:ext cx="140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14:cNvPr>
                <p14:cNvContentPartPr/>
                <p14:nvPr/>
              </p14:nvContentPartPr>
              <p14:xfrm>
                <a:off x="3154340" y="931736"/>
                <a:ext cx="111240" cy="57240"/>
              </p14:xfrm>
            </p:contentPart>
          </mc:Choice>
          <mc:Fallback xmlns="">
            <p:pic>
              <p:nvPicPr>
                <p:cNvPr id="24612" name="Ink 24611">
                  <a:extLst>
                    <a:ext uri="{FF2B5EF4-FFF2-40B4-BE49-F238E27FC236}">
                      <a16:creationId xmlns:a16="http://schemas.microsoft.com/office/drawing/2014/main" id="{DA2EE592-8C82-11A6-E519-01BB681DC09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6340" y="913736"/>
                  <a:ext cx="146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14:cNvPr>
                <p14:cNvContentPartPr/>
                <p14:nvPr/>
              </p14:nvContentPartPr>
              <p14:xfrm>
                <a:off x="186140" y="1341416"/>
                <a:ext cx="293040" cy="220320"/>
              </p14:xfrm>
            </p:contentPart>
          </mc:Choice>
          <mc:Fallback xmlns="">
            <p:pic>
              <p:nvPicPr>
                <p:cNvPr id="24615" name="Ink 24614">
                  <a:extLst>
                    <a:ext uri="{FF2B5EF4-FFF2-40B4-BE49-F238E27FC236}">
                      <a16:creationId xmlns:a16="http://schemas.microsoft.com/office/drawing/2014/main" id="{BC5F4EB7-790B-4E62-A067-3F5181C56F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140" y="1323776"/>
                  <a:ext cx="3286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14:cNvPr>
                <p14:cNvContentPartPr/>
                <p14:nvPr/>
              </p14:nvContentPartPr>
              <p14:xfrm>
                <a:off x="539660" y="976016"/>
                <a:ext cx="254520" cy="681840"/>
              </p14:xfrm>
            </p:contentPart>
          </mc:Choice>
          <mc:Fallback xmlns="">
            <p:pic>
              <p:nvPicPr>
                <p:cNvPr id="24616" name="Ink 24615">
                  <a:extLst>
                    <a:ext uri="{FF2B5EF4-FFF2-40B4-BE49-F238E27FC236}">
                      <a16:creationId xmlns:a16="http://schemas.microsoft.com/office/drawing/2014/main" id="{81588BB7-70F4-FE8B-8ABD-DA05764694D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1660" y="958016"/>
                  <a:ext cx="29016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14:cNvPr>
                <p14:cNvContentPartPr/>
                <p14:nvPr/>
              </p14:nvContentPartPr>
              <p14:xfrm>
                <a:off x="525980" y="377696"/>
                <a:ext cx="3182400" cy="1355040"/>
              </p14:xfrm>
            </p:contentPart>
          </mc:Choice>
          <mc:Fallback xmlns="">
            <p:pic>
              <p:nvPicPr>
                <p:cNvPr id="24617" name="Ink 24616">
                  <a:extLst>
                    <a:ext uri="{FF2B5EF4-FFF2-40B4-BE49-F238E27FC236}">
                      <a16:creationId xmlns:a16="http://schemas.microsoft.com/office/drawing/2014/main" id="{78DAD3A0-1E42-298F-FDDD-3556A93194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8340" y="359696"/>
                  <a:ext cx="3218040" cy="13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14:cNvPr>
                <p14:cNvContentPartPr/>
                <p14:nvPr/>
              </p14:nvContentPartPr>
              <p14:xfrm>
                <a:off x="586100" y="2456336"/>
                <a:ext cx="97560" cy="151200"/>
              </p14:xfrm>
            </p:contentPart>
          </mc:Choice>
          <mc:Fallback xmlns="">
            <p:pic>
              <p:nvPicPr>
                <p:cNvPr id="24619" name="Ink 24618">
                  <a:extLst>
                    <a:ext uri="{FF2B5EF4-FFF2-40B4-BE49-F238E27FC236}">
                      <a16:creationId xmlns:a16="http://schemas.microsoft.com/office/drawing/2014/main" id="{02C56702-7D34-7A53-3F7E-F7BDC5863A2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8460" y="2438336"/>
                  <a:ext cx="133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14:cNvPr>
                <p14:cNvContentPartPr/>
                <p14:nvPr/>
              </p14:nvContentPartPr>
              <p14:xfrm>
                <a:off x="572420" y="2337176"/>
                <a:ext cx="107640" cy="125640"/>
              </p14:xfrm>
            </p:contentPart>
          </mc:Choice>
          <mc:Fallback xmlns="">
            <p:pic>
              <p:nvPicPr>
                <p:cNvPr id="24620" name="Ink 24619">
                  <a:extLst>
                    <a:ext uri="{FF2B5EF4-FFF2-40B4-BE49-F238E27FC236}">
                      <a16:creationId xmlns:a16="http://schemas.microsoft.com/office/drawing/2014/main" id="{B34BED73-3FCB-F1D8-63FB-90D322406F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4420" y="2319536"/>
                  <a:ext cx="143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14:cNvPr>
                <p14:cNvContentPartPr/>
                <p14:nvPr/>
              </p14:nvContentPartPr>
              <p14:xfrm>
                <a:off x="1222580" y="1911296"/>
                <a:ext cx="334440" cy="347400"/>
              </p14:xfrm>
            </p:contentPart>
          </mc:Choice>
          <mc:Fallback xmlns="">
            <p:pic>
              <p:nvPicPr>
                <p:cNvPr id="24621" name="Ink 24620">
                  <a:extLst>
                    <a:ext uri="{FF2B5EF4-FFF2-40B4-BE49-F238E27FC236}">
                      <a16:creationId xmlns:a16="http://schemas.microsoft.com/office/drawing/2014/main" id="{3BB2AC7B-43AF-C4DB-818B-B157AD8D43B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04940" y="1893656"/>
                  <a:ext cx="370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14:cNvPr>
                <p14:cNvContentPartPr/>
                <p14:nvPr/>
              </p14:nvContentPartPr>
              <p14:xfrm>
                <a:off x="1757900" y="2130536"/>
                <a:ext cx="234000" cy="191520"/>
              </p14:xfrm>
            </p:contentPart>
          </mc:Choice>
          <mc:Fallback xmlns="">
            <p:pic>
              <p:nvPicPr>
                <p:cNvPr id="24622" name="Ink 24621">
                  <a:extLst>
                    <a:ext uri="{FF2B5EF4-FFF2-40B4-BE49-F238E27FC236}">
                      <a16:creationId xmlns:a16="http://schemas.microsoft.com/office/drawing/2014/main" id="{96BAAA3C-B9BD-4207-4A1D-EAF9DEB4DC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40260" y="2112536"/>
                  <a:ext cx="269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14:cNvPr>
                <p14:cNvContentPartPr/>
                <p14:nvPr/>
              </p14:nvContentPartPr>
              <p14:xfrm>
                <a:off x="2044100" y="2031176"/>
                <a:ext cx="114120" cy="176040"/>
              </p14:xfrm>
            </p:contentPart>
          </mc:Choice>
          <mc:Fallback xmlns="">
            <p:pic>
              <p:nvPicPr>
                <p:cNvPr id="24623" name="Ink 24622">
                  <a:extLst>
                    <a:ext uri="{FF2B5EF4-FFF2-40B4-BE49-F238E27FC236}">
                      <a16:creationId xmlns:a16="http://schemas.microsoft.com/office/drawing/2014/main" id="{F8AD23BB-80EE-BF17-29D0-225E26FC4D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6100" y="2013176"/>
                  <a:ext cx="149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14:cNvPr>
                <p14:cNvContentPartPr/>
                <p14:nvPr/>
              </p14:nvContentPartPr>
              <p14:xfrm>
                <a:off x="2352980" y="1765136"/>
                <a:ext cx="237600" cy="234360"/>
              </p14:xfrm>
            </p:contentPart>
          </mc:Choice>
          <mc:Fallback xmlns="">
            <p:pic>
              <p:nvPicPr>
                <p:cNvPr id="24624" name="Ink 24623">
                  <a:extLst>
                    <a:ext uri="{FF2B5EF4-FFF2-40B4-BE49-F238E27FC236}">
                      <a16:creationId xmlns:a16="http://schemas.microsoft.com/office/drawing/2014/main" id="{2FEED12A-F50E-D579-1E12-CD2087450F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35340" y="1747136"/>
                  <a:ext cx="273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14:cNvPr>
                <p14:cNvContentPartPr/>
                <p14:nvPr/>
              </p14:nvContentPartPr>
              <p14:xfrm>
                <a:off x="2683100" y="1478936"/>
                <a:ext cx="257400" cy="353880"/>
              </p14:xfrm>
            </p:contentPart>
          </mc:Choice>
          <mc:Fallback xmlns="">
            <p:pic>
              <p:nvPicPr>
                <p:cNvPr id="24625" name="Ink 24624">
                  <a:extLst>
                    <a:ext uri="{FF2B5EF4-FFF2-40B4-BE49-F238E27FC236}">
                      <a16:creationId xmlns:a16="http://schemas.microsoft.com/office/drawing/2014/main" id="{424ABD2C-8826-CA7D-F3EB-28FB9D7D793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65460" y="1461296"/>
                  <a:ext cx="2930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14:cNvPr>
                <p14:cNvContentPartPr/>
                <p14:nvPr/>
              </p14:nvContentPartPr>
              <p14:xfrm>
                <a:off x="3060740" y="1649576"/>
                <a:ext cx="162000" cy="75960"/>
              </p14:xfrm>
            </p:contentPart>
          </mc:Choice>
          <mc:Fallback xmlns="">
            <p:pic>
              <p:nvPicPr>
                <p:cNvPr id="24626" name="Ink 24625">
                  <a:extLst>
                    <a:ext uri="{FF2B5EF4-FFF2-40B4-BE49-F238E27FC236}">
                      <a16:creationId xmlns:a16="http://schemas.microsoft.com/office/drawing/2014/main" id="{F2A28DE9-3383-48D9-7281-FA0B46025FB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2740" y="1631936"/>
                  <a:ext cx="197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14:cNvPr>
                <p14:cNvContentPartPr/>
                <p14:nvPr/>
              </p14:nvContentPartPr>
              <p14:xfrm>
                <a:off x="3128780" y="1693856"/>
                <a:ext cx="95040" cy="175320"/>
              </p14:xfrm>
            </p:contentPart>
          </mc:Choice>
          <mc:Fallback xmlns="">
            <p:pic>
              <p:nvPicPr>
                <p:cNvPr id="24627" name="Ink 24626">
                  <a:extLst>
                    <a:ext uri="{FF2B5EF4-FFF2-40B4-BE49-F238E27FC236}">
                      <a16:creationId xmlns:a16="http://schemas.microsoft.com/office/drawing/2014/main" id="{599331F4-5F69-CB74-09D6-C9B93365975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10780" y="1676216"/>
                  <a:ext cx="130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14:cNvPr>
                <p14:cNvContentPartPr/>
                <p14:nvPr/>
              </p14:nvContentPartPr>
              <p14:xfrm>
                <a:off x="3315620" y="1657136"/>
                <a:ext cx="84960" cy="110880"/>
              </p14:xfrm>
            </p:contentPart>
          </mc:Choice>
          <mc:Fallback xmlns="">
            <p:pic>
              <p:nvPicPr>
                <p:cNvPr id="24628" name="Ink 24627">
                  <a:extLst>
                    <a:ext uri="{FF2B5EF4-FFF2-40B4-BE49-F238E27FC236}">
                      <a16:creationId xmlns:a16="http://schemas.microsoft.com/office/drawing/2014/main" id="{EE81B527-6F4F-0FF9-DA4D-938AF74D24F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97620" y="1639136"/>
                  <a:ext cx="120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14:cNvPr>
                <p14:cNvContentPartPr/>
                <p14:nvPr/>
              </p14:nvContentPartPr>
              <p14:xfrm>
                <a:off x="3412460" y="1593056"/>
                <a:ext cx="110880" cy="145440"/>
              </p14:xfrm>
            </p:contentPart>
          </mc:Choice>
          <mc:Fallback xmlns="">
            <p:pic>
              <p:nvPicPr>
                <p:cNvPr id="24629" name="Ink 24628">
                  <a:extLst>
                    <a:ext uri="{FF2B5EF4-FFF2-40B4-BE49-F238E27FC236}">
                      <a16:creationId xmlns:a16="http://schemas.microsoft.com/office/drawing/2014/main" id="{22D8E036-1CAE-81EC-3CF2-20257F5BB8F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94460" y="1575416"/>
                  <a:ext cx="146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14:cNvPr>
                <p14:cNvContentPartPr/>
                <p14:nvPr/>
              </p14:nvContentPartPr>
              <p14:xfrm>
                <a:off x="3405620" y="1671176"/>
                <a:ext cx="86400" cy="60480"/>
              </p14:xfrm>
            </p:contentPart>
          </mc:Choice>
          <mc:Fallback xmlns="">
            <p:pic>
              <p:nvPicPr>
                <p:cNvPr id="24630" name="Ink 24629">
                  <a:extLst>
                    <a:ext uri="{FF2B5EF4-FFF2-40B4-BE49-F238E27FC236}">
                      <a16:creationId xmlns:a16="http://schemas.microsoft.com/office/drawing/2014/main" id="{B1562B7C-3402-DD8F-9F89-15AC237FB3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387980" y="1653176"/>
                  <a:ext cx="12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14:cNvPr>
                <p14:cNvContentPartPr/>
                <p14:nvPr/>
              </p14:nvContentPartPr>
              <p14:xfrm>
                <a:off x="1587260" y="1096616"/>
                <a:ext cx="2502360" cy="1645200"/>
              </p14:xfrm>
            </p:contentPart>
          </mc:Choice>
          <mc:Fallback xmlns="">
            <p:pic>
              <p:nvPicPr>
                <p:cNvPr id="24631" name="Ink 24630">
                  <a:extLst>
                    <a:ext uri="{FF2B5EF4-FFF2-40B4-BE49-F238E27FC236}">
                      <a16:creationId xmlns:a16="http://schemas.microsoft.com/office/drawing/2014/main" id="{41579C18-A524-7639-8082-A5284B3A98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69260" y="1078616"/>
                  <a:ext cx="2538000" cy="16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14:cNvPr>
                <p14:cNvContentPartPr/>
                <p14:nvPr/>
              </p14:nvContentPartPr>
              <p14:xfrm>
                <a:off x="1070660" y="1851536"/>
                <a:ext cx="430200" cy="907560"/>
              </p14:xfrm>
            </p:contentPart>
          </mc:Choice>
          <mc:Fallback xmlns="">
            <p:pic>
              <p:nvPicPr>
                <p:cNvPr id="24633" name="Ink 24632">
                  <a:extLst>
                    <a:ext uri="{FF2B5EF4-FFF2-40B4-BE49-F238E27FC236}">
                      <a16:creationId xmlns:a16="http://schemas.microsoft.com/office/drawing/2014/main" id="{92B381A3-25A1-E32C-2E7F-82C6717585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2660" y="1833896"/>
                  <a:ext cx="465840" cy="943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3ED058-334D-9708-1441-CD685A8302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0AF2BA-1F3F-D336-BD10-5A228D67F53C}"/>
              </a:ext>
            </a:extLst>
          </p:cNvPr>
          <p:cNvGrpSpPr/>
          <p:nvPr/>
        </p:nvGrpSpPr>
        <p:grpSpPr>
          <a:xfrm>
            <a:off x="1319705" y="1327942"/>
            <a:ext cx="2632680" cy="2205000"/>
            <a:chOff x="1319705" y="1327942"/>
            <a:chExt cx="2632680" cy="22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3AD3B97-91FD-1B8B-1CB3-EB0B2E42DF78}"/>
                    </a:ext>
                  </a:extLst>
                </p14:cNvPr>
                <p14:cNvContentPartPr/>
                <p14:nvPr/>
              </p14:nvContentPartPr>
              <p14:xfrm>
                <a:off x="2609585" y="1361062"/>
                <a:ext cx="760680" cy="724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3AD3B97-91FD-1B8B-1CB3-EB0B2E42DF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91585" y="1343422"/>
                  <a:ext cx="79632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4BF13F7-6F13-0392-EC89-DBFA77EBD714}"/>
                    </a:ext>
                  </a:extLst>
                </p14:cNvPr>
                <p14:cNvContentPartPr/>
                <p14:nvPr/>
              </p14:nvContentPartPr>
              <p14:xfrm>
                <a:off x="2635505" y="2061982"/>
                <a:ext cx="39600" cy="578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4BF13F7-6F13-0392-EC89-DBFA77EBD71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17865" y="2043982"/>
                  <a:ext cx="7524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CC4DB2-AE64-7C14-980E-EAE35C395435}"/>
                    </a:ext>
                  </a:extLst>
                </p14:cNvPr>
                <p14:cNvContentPartPr/>
                <p14:nvPr/>
              </p14:nvContentPartPr>
              <p14:xfrm>
                <a:off x="2662865" y="2639782"/>
                <a:ext cx="707760" cy="57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CC4DB2-AE64-7C14-980E-EAE35C3954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44865" y="2622142"/>
                  <a:ext cx="74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08DAC5-1317-32BB-391A-3248D2EB0EFA}"/>
                    </a:ext>
                  </a:extLst>
                </p14:cNvPr>
                <p14:cNvContentPartPr/>
                <p14:nvPr/>
              </p14:nvContentPartPr>
              <p14:xfrm>
                <a:off x="3392225" y="2597662"/>
                <a:ext cx="126000" cy="69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08DAC5-1317-32BB-391A-3248D2EB0E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74225" y="2580022"/>
                  <a:ext cx="16164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2F2DAC-32FA-9626-5395-5EB0E243A491}"/>
                    </a:ext>
                  </a:extLst>
                </p14:cNvPr>
                <p14:cNvContentPartPr/>
                <p14:nvPr/>
              </p14:nvContentPartPr>
              <p14:xfrm>
                <a:off x="2358305" y="2136142"/>
                <a:ext cx="74160" cy="49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2F2DAC-32FA-9626-5395-5EB0E243A4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40665" y="2118142"/>
                  <a:ext cx="10980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541442F-17A9-7CBB-0630-42D78D2A6373}"/>
                    </a:ext>
                  </a:extLst>
                </p14:cNvPr>
                <p14:cNvContentPartPr/>
                <p14:nvPr/>
              </p14:nvContentPartPr>
              <p14:xfrm>
                <a:off x="1496465" y="2339542"/>
                <a:ext cx="924120" cy="9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541442F-17A9-7CBB-0630-42D78D2A63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8825" y="2321902"/>
                  <a:ext cx="959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37A1DEB-BBC8-09DB-18E7-08D231990E1E}"/>
                    </a:ext>
                  </a:extLst>
                </p14:cNvPr>
                <p14:cNvContentPartPr/>
                <p14:nvPr/>
              </p14:nvContentPartPr>
              <p14:xfrm>
                <a:off x="3514985" y="1390942"/>
                <a:ext cx="155160" cy="239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37A1DEB-BBC8-09DB-18E7-08D231990E1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97345" y="1372942"/>
                  <a:ext cx="190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44DA4BC-40A2-414B-A573-D89A1661E5BA}"/>
                    </a:ext>
                  </a:extLst>
                </p14:cNvPr>
                <p14:cNvContentPartPr/>
                <p14:nvPr/>
              </p14:nvContentPartPr>
              <p14:xfrm>
                <a:off x="3763745" y="3255742"/>
                <a:ext cx="59400" cy="277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44DA4BC-40A2-414B-A573-D89A1661E5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45745" y="3237742"/>
                  <a:ext cx="95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1DAF4FA-5096-92FE-FDF5-C8C329D5F03D}"/>
                    </a:ext>
                  </a:extLst>
                </p14:cNvPr>
                <p14:cNvContentPartPr/>
                <p14:nvPr/>
              </p14:nvContentPartPr>
              <p14:xfrm>
                <a:off x="3773465" y="3281302"/>
                <a:ext cx="178920" cy="244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1DAF4FA-5096-92FE-FDF5-C8C329D5F0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55465" y="3263662"/>
                  <a:ext cx="214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44FC48-F38C-9A47-E8D5-6E13BB95AB26}"/>
                    </a:ext>
                  </a:extLst>
                </p14:cNvPr>
                <p14:cNvContentPartPr/>
                <p14:nvPr/>
              </p14:nvContentPartPr>
              <p14:xfrm>
                <a:off x="1620665" y="1897822"/>
                <a:ext cx="250560" cy="321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44FC48-F38C-9A47-E8D5-6E13BB95AB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02665" y="1879822"/>
                  <a:ext cx="2862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9EE0AF-E484-D222-2426-5C74023B997C}"/>
                    </a:ext>
                  </a:extLst>
                </p14:cNvPr>
                <p14:cNvContentPartPr/>
                <p14:nvPr/>
              </p14:nvContentPartPr>
              <p14:xfrm>
                <a:off x="1938185" y="2061982"/>
                <a:ext cx="153720" cy="9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9EE0AF-E484-D222-2426-5C74023B99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0185" y="2043982"/>
                  <a:ext cx="189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1C97D1-1146-AF11-8C9C-08C10A3EF96F}"/>
                    </a:ext>
                  </a:extLst>
                </p14:cNvPr>
                <p14:cNvContentPartPr/>
                <p14:nvPr/>
              </p14:nvContentPartPr>
              <p14:xfrm>
                <a:off x="2120705" y="1898902"/>
                <a:ext cx="93960" cy="172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1C97D1-1146-AF11-8C9C-08C10A3EF9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03065" y="1880902"/>
                  <a:ext cx="129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481612-AEEF-FADD-CDCF-A67E5C2CF042}"/>
                    </a:ext>
                  </a:extLst>
                </p14:cNvPr>
                <p14:cNvContentPartPr/>
                <p14:nvPr/>
              </p14:nvContentPartPr>
              <p14:xfrm>
                <a:off x="2103785" y="1953622"/>
                <a:ext cx="127440" cy="87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481612-AEEF-FADD-CDCF-A67E5C2CF0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85785" y="1935622"/>
                  <a:ext cx="163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76D312-A9C0-F232-549B-0D8235D0C2A7}"/>
                    </a:ext>
                  </a:extLst>
                </p14:cNvPr>
                <p14:cNvContentPartPr/>
                <p14:nvPr/>
              </p14:nvContentPartPr>
              <p14:xfrm>
                <a:off x="2292425" y="1863262"/>
                <a:ext cx="86760" cy="129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76D312-A9C0-F232-549B-0D8235D0C2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74425" y="1845622"/>
                  <a:ext cx="122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44B2085-0C0D-9BA4-1E71-9791AFB32676}"/>
                    </a:ext>
                  </a:extLst>
                </p14:cNvPr>
                <p14:cNvContentPartPr/>
                <p14:nvPr/>
              </p14:nvContentPartPr>
              <p14:xfrm>
                <a:off x="1319705" y="2375182"/>
                <a:ext cx="198720" cy="102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44B2085-0C0D-9BA4-1E71-9791AFB326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01705" y="2357182"/>
                  <a:ext cx="234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8E10EB-9027-CB2C-1AFF-5B19B2E97B25}"/>
                    </a:ext>
                  </a:extLst>
                </p14:cNvPr>
                <p14:cNvContentPartPr/>
                <p14:nvPr/>
              </p14:nvContentPartPr>
              <p14:xfrm>
                <a:off x="3239945" y="1327942"/>
                <a:ext cx="67680" cy="72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8E10EB-9027-CB2C-1AFF-5B19B2E97B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1945" y="1309942"/>
                  <a:ext cx="103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058796-40E9-5747-4779-E8CFD5C3F4AF}"/>
                    </a:ext>
                  </a:extLst>
                </p14:cNvPr>
                <p14:cNvContentPartPr/>
                <p14:nvPr/>
              </p14:nvContentPartPr>
              <p14:xfrm>
                <a:off x="3467105" y="3210742"/>
                <a:ext cx="46440" cy="87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058796-40E9-5747-4779-E8CFD5C3F4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49105" y="3193102"/>
                  <a:ext cx="8208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F7505C-024D-358B-BEE9-6AB1F4DEE2CA}"/>
                  </a:ext>
                </a:extLst>
              </p14:cNvPr>
              <p14:cNvContentPartPr/>
              <p14:nvPr/>
            </p14:nvContentPartPr>
            <p14:xfrm>
              <a:off x="4628465" y="331462"/>
              <a:ext cx="420480" cy="5633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F7505C-024D-358B-BEE9-6AB1F4DEE2C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10825" y="313462"/>
                <a:ext cx="456120" cy="56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A86374E-C1BC-4C29-93DD-1640F4CD88BD}"/>
              </a:ext>
            </a:extLst>
          </p:cNvPr>
          <p:cNvGrpSpPr/>
          <p:nvPr/>
        </p:nvGrpSpPr>
        <p:grpSpPr>
          <a:xfrm>
            <a:off x="5798105" y="484102"/>
            <a:ext cx="402840" cy="286560"/>
            <a:chOff x="5798105" y="484102"/>
            <a:chExt cx="402840" cy="28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8D299B-18CC-EE50-C175-8218E0E448DA}"/>
                    </a:ext>
                  </a:extLst>
                </p14:cNvPr>
                <p14:cNvContentPartPr/>
                <p14:nvPr/>
              </p14:nvContentPartPr>
              <p14:xfrm>
                <a:off x="5798105" y="514342"/>
                <a:ext cx="159120" cy="25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8D299B-18CC-EE50-C175-8218E0E448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0105" y="496342"/>
                  <a:ext cx="194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FDC9B1-EF47-3A61-C9BF-DF1F96FFA2BF}"/>
                    </a:ext>
                  </a:extLst>
                </p14:cNvPr>
                <p14:cNvContentPartPr/>
                <p14:nvPr/>
              </p14:nvContentPartPr>
              <p14:xfrm>
                <a:off x="6025625" y="484102"/>
                <a:ext cx="175320" cy="248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FDC9B1-EF47-3A61-C9BF-DF1F96FFA2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07625" y="466462"/>
                  <a:ext cx="210960" cy="28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5298C90-21A3-EDF3-844C-DA5B4038F2D1}"/>
                  </a:ext>
                </a:extLst>
              </p14:cNvPr>
              <p14:cNvContentPartPr/>
              <p14:nvPr/>
            </p14:nvContentPartPr>
            <p14:xfrm>
              <a:off x="7175465" y="95662"/>
              <a:ext cx="472320" cy="5482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5298C90-21A3-EDF3-844C-DA5B4038F2D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57465" y="78022"/>
                <a:ext cx="507960" cy="55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90A4BC-D875-EC4B-4527-3AEF3D947472}"/>
                  </a:ext>
                </a:extLst>
              </p14:cNvPr>
              <p14:cNvContentPartPr/>
              <p14:nvPr/>
            </p14:nvContentPartPr>
            <p14:xfrm>
              <a:off x="8085545" y="463582"/>
              <a:ext cx="130680" cy="217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90A4BC-D875-EC4B-4527-3AEF3D94747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67905" y="445942"/>
                <a:ext cx="16632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12DA4EF-B200-611D-205A-327D843461DC}"/>
              </a:ext>
            </a:extLst>
          </p:cNvPr>
          <p:cNvGrpSpPr/>
          <p:nvPr/>
        </p:nvGrpSpPr>
        <p:grpSpPr>
          <a:xfrm>
            <a:off x="8405945" y="384382"/>
            <a:ext cx="341280" cy="325440"/>
            <a:chOff x="8405945" y="384382"/>
            <a:chExt cx="34128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5FE066-4B5F-A3EC-0F45-7CC34D22D115}"/>
                    </a:ext>
                  </a:extLst>
                </p14:cNvPr>
                <p14:cNvContentPartPr/>
                <p14:nvPr/>
              </p14:nvContentPartPr>
              <p14:xfrm>
                <a:off x="8405945" y="457822"/>
                <a:ext cx="30240" cy="252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5FE066-4B5F-A3EC-0F45-7CC34D22D1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88305" y="439822"/>
                  <a:ext cx="65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0C26E74-2300-F8EF-B99C-7B5DDFC3F3DC}"/>
                    </a:ext>
                  </a:extLst>
                </p14:cNvPr>
                <p14:cNvContentPartPr/>
                <p14:nvPr/>
              </p14:nvContentPartPr>
              <p14:xfrm>
                <a:off x="8406305" y="417142"/>
                <a:ext cx="89280" cy="64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0C26E74-2300-F8EF-B99C-7B5DDFC3F3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88665" y="399502"/>
                  <a:ext cx="12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2D4CD0-9370-9587-DD2E-F7DFE85EF78B}"/>
                    </a:ext>
                  </a:extLst>
                </p14:cNvPr>
                <p14:cNvContentPartPr/>
                <p14:nvPr/>
              </p14:nvContentPartPr>
              <p14:xfrm>
                <a:off x="8417825" y="565822"/>
                <a:ext cx="90000" cy="5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2D4CD0-9370-9587-DD2E-F7DFE85EF7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99825" y="547822"/>
                  <a:ext cx="125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ABA8FD9-DBA0-B064-BF68-D6FD58DDE142}"/>
                    </a:ext>
                  </a:extLst>
                </p14:cNvPr>
                <p14:cNvContentPartPr/>
                <p14:nvPr/>
              </p14:nvContentPartPr>
              <p14:xfrm>
                <a:off x="8628425" y="470422"/>
                <a:ext cx="20160" cy="146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ABA8FD9-DBA0-B064-BF68-D6FD58DDE1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10785" y="452782"/>
                  <a:ext cx="55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671B02-E118-F844-AF7A-6C98A8B04FAA}"/>
                    </a:ext>
                  </a:extLst>
                </p14:cNvPr>
                <p14:cNvContentPartPr/>
                <p14:nvPr/>
              </p14:nvContentPartPr>
              <p14:xfrm>
                <a:off x="8628425" y="384382"/>
                <a:ext cx="99360" cy="10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671B02-E118-F844-AF7A-6C98A8B04F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10785" y="366742"/>
                  <a:ext cx="135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F0D236-2E2F-AA6D-B25D-9E41CA4A414A}"/>
                    </a:ext>
                  </a:extLst>
                </p14:cNvPr>
                <p14:cNvContentPartPr/>
                <p14:nvPr/>
              </p14:nvContentPartPr>
              <p14:xfrm>
                <a:off x="8638505" y="517222"/>
                <a:ext cx="108720" cy="49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F0D236-2E2F-AA6D-B25D-9E41CA4A41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20865" y="499222"/>
                  <a:ext cx="1443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BBD0CD9-15E3-8A35-96BB-017FDD5B3145}"/>
              </a:ext>
            </a:extLst>
          </p:cNvPr>
          <p:cNvGrpSpPr/>
          <p:nvPr/>
        </p:nvGrpSpPr>
        <p:grpSpPr>
          <a:xfrm>
            <a:off x="3864185" y="1857862"/>
            <a:ext cx="663120" cy="610560"/>
            <a:chOff x="3864185" y="1857862"/>
            <a:chExt cx="663120" cy="61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57D66A-1ACB-6C64-6F6E-5BD95139A735}"/>
                    </a:ext>
                  </a:extLst>
                </p14:cNvPr>
                <p14:cNvContentPartPr/>
                <p14:nvPr/>
              </p14:nvContentPartPr>
              <p14:xfrm>
                <a:off x="3875345" y="1857862"/>
                <a:ext cx="117000" cy="61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57D66A-1ACB-6C64-6F6E-5BD95139A7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57705" y="1839862"/>
                  <a:ext cx="15264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130D61-289E-CC6B-E9A0-45D8D9B1DC34}"/>
                    </a:ext>
                  </a:extLst>
                </p14:cNvPr>
                <p14:cNvContentPartPr/>
                <p14:nvPr/>
              </p14:nvContentPartPr>
              <p14:xfrm>
                <a:off x="3864185" y="2296342"/>
                <a:ext cx="200520" cy="153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130D61-289E-CC6B-E9A0-45D8D9B1DC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46185" y="2278702"/>
                  <a:ext cx="236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B05286-9557-E8D9-6EDF-3DAE2C7DB0E6}"/>
                    </a:ext>
                  </a:extLst>
                </p14:cNvPr>
                <p14:cNvContentPartPr/>
                <p14:nvPr/>
              </p14:nvContentPartPr>
              <p14:xfrm>
                <a:off x="4128785" y="1915822"/>
                <a:ext cx="43560" cy="228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B05286-9557-E8D9-6EDF-3DAE2C7DB0E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11145" y="1897822"/>
                  <a:ext cx="79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487892-CC23-07F5-5576-DD93FAAC81B1}"/>
                    </a:ext>
                  </a:extLst>
                </p14:cNvPr>
                <p14:cNvContentPartPr/>
                <p14:nvPr/>
              </p14:nvContentPartPr>
              <p14:xfrm>
                <a:off x="4098185" y="1906102"/>
                <a:ext cx="74880" cy="60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487892-CC23-07F5-5576-DD93FAAC81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80185" y="1888102"/>
                  <a:ext cx="110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3E2F4F-D88A-0C78-0E95-D35354884E07}"/>
                    </a:ext>
                  </a:extLst>
                </p14:cNvPr>
                <p14:cNvContentPartPr/>
                <p14:nvPr/>
              </p14:nvContentPartPr>
              <p14:xfrm>
                <a:off x="4123025" y="2088622"/>
                <a:ext cx="81720" cy="54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3E2F4F-D88A-0C78-0E95-D35354884E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05385" y="2070982"/>
                  <a:ext cx="117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94773C-E3E4-81C6-8522-B951E710DD94}"/>
                    </a:ext>
                  </a:extLst>
                </p14:cNvPr>
                <p14:cNvContentPartPr/>
                <p14:nvPr/>
              </p14:nvContentPartPr>
              <p14:xfrm>
                <a:off x="4427945" y="2097622"/>
                <a:ext cx="25560" cy="128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94773C-E3E4-81C6-8522-B951E710DD9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10305" y="2079622"/>
                  <a:ext cx="61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2F85340-0DAB-0368-D37A-367D5C7FB602}"/>
                    </a:ext>
                  </a:extLst>
                </p14:cNvPr>
                <p14:cNvContentPartPr/>
                <p14:nvPr/>
              </p14:nvContentPartPr>
              <p14:xfrm>
                <a:off x="4432985" y="2075302"/>
                <a:ext cx="94320" cy="144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2F85340-0DAB-0368-D37A-367D5C7FB6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14985" y="2057302"/>
                  <a:ext cx="12996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AF6A72B-23B7-9687-8F24-00856B8652F1}"/>
              </a:ext>
            </a:extLst>
          </p:cNvPr>
          <p:cNvGrpSpPr/>
          <p:nvPr/>
        </p:nvGrpSpPr>
        <p:grpSpPr>
          <a:xfrm>
            <a:off x="1603025" y="1446382"/>
            <a:ext cx="596880" cy="156240"/>
            <a:chOff x="1603025" y="1446382"/>
            <a:chExt cx="59688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EEDA29-224F-2333-296B-8DD75C1BE985}"/>
                    </a:ext>
                  </a:extLst>
                </p14:cNvPr>
                <p14:cNvContentPartPr/>
                <p14:nvPr/>
              </p14:nvContentPartPr>
              <p14:xfrm>
                <a:off x="1603025" y="1535662"/>
                <a:ext cx="568800" cy="45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EEDA29-224F-2333-296B-8DD75C1BE9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85025" y="1517662"/>
                  <a:ext cx="604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6012C6-4E20-28B4-EB8B-C926048637A0}"/>
                    </a:ext>
                  </a:extLst>
                </p14:cNvPr>
                <p14:cNvContentPartPr/>
                <p14:nvPr/>
              </p14:nvContentPartPr>
              <p14:xfrm>
                <a:off x="2060945" y="1446382"/>
                <a:ext cx="138960" cy="15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6012C6-4E20-28B4-EB8B-C926048637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42945" y="1428382"/>
                  <a:ext cx="17460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443E115-DA73-B5A4-8E54-99142DB81851}"/>
              </a:ext>
            </a:extLst>
          </p:cNvPr>
          <p:cNvGrpSpPr/>
          <p:nvPr/>
        </p:nvGrpSpPr>
        <p:grpSpPr>
          <a:xfrm>
            <a:off x="1789505" y="917182"/>
            <a:ext cx="927360" cy="329760"/>
            <a:chOff x="1789505" y="917182"/>
            <a:chExt cx="9273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28BD1B-87C3-B1C2-2D5F-DA8F4DD386EC}"/>
                    </a:ext>
                  </a:extLst>
                </p14:cNvPr>
                <p14:cNvContentPartPr/>
                <p14:nvPr/>
              </p14:nvContentPartPr>
              <p14:xfrm>
                <a:off x="1825145" y="917182"/>
                <a:ext cx="69480" cy="30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28BD1B-87C3-B1C2-2D5F-DA8F4DD386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7505" y="899542"/>
                  <a:ext cx="1051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A02474-7385-777E-1CE7-C786467E1CF7}"/>
                    </a:ext>
                  </a:extLst>
                </p14:cNvPr>
                <p14:cNvContentPartPr/>
                <p14:nvPr/>
              </p14:nvContentPartPr>
              <p14:xfrm>
                <a:off x="1789505" y="938062"/>
                <a:ext cx="102240" cy="36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A02474-7385-777E-1CE7-C786467E1C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71865" y="920062"/>
                  <a:ext cx="137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615E44-00F8-C0E8-D8EF-6C307917520B}"/>
                    </a:ext>
                  </a:extLst>
                </p14:cNvPr>
                <p14:cNvContentPartPr/>
                <p14:nvPr/>
              </p14:nvContentPartPr>
              <p14:xfrm>
                <a:off x="1811465" y="1164142"/>
                <a:ext cx="135720" cy="3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615E44-00F8-C0E8-D8EF-6C307917520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93825" y="1146142"/>
                  <a:ext cx="171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CAF143-B45F-4619-4597-4CC050BAA0FF}"/>
                    </a:ext>
                  </a:extLst>
                </p14:cNvPr>
                <p14:cNvContentPartPr/>
                <p14:nvPr/>
              </p14:nvContentPartPr>
              <p14:xfrm>
                <a:off x="2061665" y="1089622"/>
                <a:ext cx="153720" cy="157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CAF143-B45F-4619-4597-4CC050BAA0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43665" y="1071982"/>
                  <a:ext cx="189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80FF54-4CD0-1B70-570D-1CEC5329DBE8}"/>
                    </a:ext>
                  </a:extLst>
                </p14:cNvPr>
                <p14:cNvContentPartPr/>
                <p14:nvPr/>
              </p14:nvContentPartPr>
              <p14:xfrm>
                <a:off x="2295665" y="1118422"/>
                <a:ext cx="95040" cy="68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80FF54-4CD0-1B70-570D-1CEC5329DB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77665" y="1100782"/>
                  <a:ext cx="130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751EC3-D55E-FDEC-995D-621358C9B5AB}"/>
                    </a:ext>
                  </a:extLst>
                </p14:cNvPr>
                <p14:cNvContentPartPr/>
                <p14:nvPr/>
              </p14:nvContentPartPr>
              <p14:xfrm>
                <a:off x="2432465" y="1044262"/>
                <a:ext cx="56160" cy="160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751EC3-D55E-FDEC-995D-621358C9B5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414465" y="1026622"/>
                  <a:ext cx="91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D977AF3-4976-CEF3-E5B4-C4FDC7786A20}"/>
                    </a:ext>
                  </a:extLst>
                </p14:cNvPr>
                <p14:cNvContentPartPr/>
                <p14:nvPr/>
              </p14:nvContentPartPr>
              <p14:xfrm>
                <a:off x="2407265" y="1089622"/>
                <a:ext cx="113040" cy="85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D977AF3-4976-CEF3-E5B4-C4FDC7786A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89265" y="1071622"/>
                  <a:ext cx="148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165BB53-9D05-31F1-E4BA-B7321BFC80CD}"/>
                    </a:ext>
                  </a:extLst>
                </p14:cNvPr>
                <p14:cNvContentPartPr/>
                <p14:nvPr/>
              </p14:nvContentPartPr>
              <p14:xfrm>
                <a:off x="2531105" y="1059742"/>
                <a:ext cx="82800" cy="13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165BB53-9D05-31F1-E4BA-B7321BFC80C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13105" y="1041742"/>
                  <a:ext cx="118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C417BBC-E698-EE9B-D1E2-A1D4C20399C9}"/>
                    </a:ext>
                  </a:extLst>
                </p14:cNvPr>
                <p14:cNvContentPartPr/>
                <p14:nvPr/>
              </p14:nvContentPartPr>
              <p14:xfrm>
                <a:off x="2708945" y="1122382"/>
                <a:ext cx="7920" cy="34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417BBC-E698-EE9B-D1E2-A1D4C20399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91305" y="1104742"/>
                  <a:ext cx="4356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B4BFA70-B32F-B789-3AF0-F3C23E80AD3A}"/>
              </a:ext>
            </a:extLst>
          </p:cNvPr>
          <p:cNvGrpSpPr/>
          <p:nvPr/>
        </p:nvGrpSpPr>
        <p:grpSpPr>
          <a:xfrm>
            <a:off x="1350305" y="3665422"/>
            <a:ext cx="1181520" cy="476280"/>
            <a:chOff x="1350305" y="3665422"/>
            <a:chExt cx="11815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654FE1-C66A-851F-E9C9-801E07BD1071}"/>
                    </a:ext>
                  </a:extLst>
                </p14:cNvPr>
                <p14:cNvContentPartPr/>
                <p14:nvPr/>
              </p14:nvContentPartPr>
              <p14:xfrm>
                <a:off x="1417985" y="3670462"/>
                <a:ext cx="95400" cy="433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654FE1-C66A-851F-E9C9-801E07BD10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99985" y="3652462"/>
                  <a:ext cx="1310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64C2E0-16FC-9116-8CFC-81FBDD947805}"/>
                    </a:ext>
                  </a:extLst>
                </p14:cNvPr>
                <p14:cNvContentPartPr/>
                <p14:nvPr/>
              </p14:nvContentPartPr>
              <p14:xfrm>
                <a:off x="1350305" y="3665422"/>
                <a:ext cx="155880" cy="6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64C2E0-16FC-9116-8CFC-81FBDD94780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32665" y="3647422"/>
                  <a:ext cx="191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E5B3CB-F4CD-7F4D-D21F-DC1601F12440}"/>
                    </a:ext>
                  </a:extLst>
                </p14:cNvPr>
                <p14:cNvContentPartPr/>
                <p14:nvPr/>
              </p14:nvContentPartPr>
              <p14:xfrm>
                <a:off x="1390265" y="3994102"/>
                <a:ext cx="108360" cy="4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E5B3CB-F4CD-7F4D-D21F-DC1601F1244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72625" y="3976462"/>
                  <a:ext cx="144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5B724DB-D385-BB77-E83C-3B10136FE920}"/>
                    </a:ext>
                  </a:extLst>
                </p14:cNvPr>
                <p14:cNvContentPartPr/>
                <p14:nvPr/>
              </p14:nvContentPartPr>
              <p14:xfrm>
                <a:off x="1664945" y="3829222"/>
                <a:ext cx="199800" cy="245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5B724DB-D385-BB77-E83C-3B10136FE9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47305" y="3811582"/>
                  <a:ext cx="2354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8F4750F-C4BB-CCFA-1E25-1C465F9B5C11}"/>
                    </a:ext>
                  </a:extLst>
                </p14:cNvPr>
                <p14:cNvContentPartPr/>
                <p14:nvPr/>
              </p14:nvContentPartPr>
              <p14:xfrm>
                <a:off x="1954745" y="3873862"/>
                <a:ext cx="94320" cy="212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8F4750F-C4BB-CCFA-1E25-1C465F9B5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36745" y="3856222"/>
                  <a:ext cx="129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5205FC-7DC4-5D16-D018-E4C50FFB54A6}"/>
                    </a:ext>
                  </a:extLst>
                </p14:cNvPr>
                <p14:cNvContentPartPr/>
                <p14:nvPr/>
              </p14:nvContentPartPr>
              <p14:xfrm>
                <a:off x="2197385" y="3939022"/>
                <a:ext cx="89640" cy="24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5205FC-7DC4-5D16-D018-E4C50FFB54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79385" y="3921022"/>
                  <a:ext cx="125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47DC4F-8988-2709-87C3-199058A9D5C6}"/>
                    </a:ext>
                  </a:extLst>
                </p14:cNvPr>
                <p14:cNvContentPartPr/>
                <p14:nvPr/>
              </p14:nvContentPartPr>
              <p14:xfrm>
                <a:off x="2259665" y="3994102"/>
                <a:ext cx="61200" cy="30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47DC4F-8988-2709-87C3-199058A9D5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42025" y="3976462"/>
                  <a:ext cx="96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521DD6-DC84-425A-C4CD-5BF9DCCD9A81}"/>
                    </a:ext>
                  </a:extLst>
                </p14:cNvPr>
                <p14:cNvContentPartPr/>
                <p14:nvPr/>
              </p14:nvContentPartPr>
              <p14:xfrm>
                <a:off x="2418425" y="3780982"/>
                <a:ext cx="93240" cy="232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521DD6-DC84-425A-C4CD-5BF9DCCD9A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00425" y="3762982"/>
                  <a:ext cx="1288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96DB2DE-DBC2-2B37-86DB-45DD3F79E666}"/>
                    </a:ext>
                  </a:extLst>
                </p14:cNvPr>
                <p14:cNvContentPartPr/>
                <p14:nvPr/>
              </p14:nvContentPartPr>
              <p14:xfrm>
                <a:off x="2519945" y="4124422"/>
                <a:ext cx="11880" cy="17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96DB2DE-DBC2-2B37-86DB-45DD3F79E6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02305" y="4106782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9986F73-D338-C2BF-FD20-8ED3023C717D}"/>
              </a:ext>
            </a:extLst>
          </p:cNvPr>
          <p:cNvGrpSpPr/>
          <p:nvPr/>
        </p:nvGrpSpPr>
        <p:grpSpPr>
          <a:xfrm>
            <a:off x="1516265" y="4515022"/>
            <a:ext cx="1121400" cy="417600"/>
            <a:chOff x="1516265" y="4515022"/>
            <a:chExt cx="112140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CE384A0-E6B2-E288-0E0B-4D48D521B5C7}"/>
                    </a:ext>
                  </a:extLst>
                </p14:cNvPr>
                <p14:cNvContentPartPr/>
                <p14:nvPr/>
              </p14:nvContentPartPr>
              <p14:xfrm>
                <a:off x="1563065" y="4522942"/>
                <a:ext cx="56160" cy="351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CE384A0-E6B2-E288-0E0B-4D48D521B5C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45065" y="4504942"/>
                  <a:ext cx="918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5320E0-2A9A-3F2E-A94D-07E738A36D69}"/>
                    </a:ext>
                  </a:extLst>
                </p14:cNvPr>
                <p14:cNvContentPartPr/>
                <p14:nvPr/>
              </p14:nvContentPartPr>
              <p14:xfrm>
                <a:off x="1516265" y="4515022"/>
                <a:ext cx="163440" cy="84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5320E0-2A9A-3F2E-A94D-07E738A36D6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498625" y="4497382"/>
                  <a:ext cx="199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CEF3AB0-57D2-F0CE-5694-7B4263CE249A}"/>
                    </a:ext>
                  </a:extLst>
                </p14:cNvPr>
                <p14:cNvContentPartPr/>
                <p14:nvPr/>
              </p14:nvContentPartPr>
              <p14:xfrm>
                <a:off x="1584665" y="4856302"/>
                <a:ext cx="70560" cy="43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CEF3AB0-57D2-F0CE-5694-7B4263CE24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67025" y="4838662"/>
                  <a:ext cx="106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9FEAC0-BDB1-7F75-BC35-3F1B45D746C5}"/>
                    </a:ext>
                  </a:extLst>
                </p14:cNvPr>
                <p14:cNvContentPartPr/>
                <p14:nvPr/>
              </p14:nvContentPartPr>
              <p14:xfrm>
                <a:off x="1772945" y="4760182"/>
                <a:ext cx="224640" cy="172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9FEAC0-BDB1-7F75-BC35-3F1B45D746C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55305" y="4742542"/>
                  <a:ext cx="260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E56E8D1-D4E4-2F22-6ED2-D8365960B22A}"/>
                    </a:ext>
                  </a:extLst>
                </p14:cNvPr>
                <p14:cNvContentPartPr/>
                <p14:nvPr/>
              </p14:nvContentPartPr>
              <p14:xfrm>
                <a:off x="2106665" y="4736062"/>
                <a:ext cx="21600" cy="173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E56E8D1-D4E4-2F22-6ED2-D8365960B2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88665" y="4718062"/>
                  <a:ext cx="57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EAC4E51-1DFE-3657-1ECB-7CDAE256920E}"/>
                    </a:ext>
                  </a:extLst>
                </p14:cNvPr>
                <p14:cNvContentPartPr/>
                <p14:nvPr/>
              </p14:nvContentPartPr>
              <p14:xfrm>
                <a:off x="2113505" y="4725982"/>
                <a:ext cx="119880" cy="169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EAC4E51-1DFE-3657-1ECB-7CDAE256920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95505" y="4707982"/>
                  <a:ext cx="155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C9496C3-1025-20C0-0F55-09E7E1B4FCFA}"/>
                    </a:ext>
                  </a:extLst>
                </p14:cNvPr>
                <p14:cNvContentPartPr/>
                <p14:nvPr/>
              </p14:nvContentPartPr>
              <p14:xfrm>
                <a:off x="2279465" y="4669462"/>
                <a:ext cx="97920" cy="48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C9496C3-1025-20C0-0F55-09E7E1B4FC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61825" y="4651462"/>
                  <a:ext cx="133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E5FCE0-6205-AD14-F4E6-0D2C12B3A7FC}"/>
                    </a:ext>
                  </a:extLst>
                </p14:cNvPr>
                <p14:cNvContentPartPr/>
                <p14:nvPr/>
              </p14:nvContentPartPr>
              <p14:xfrm>
                <a:off x="2341745" y="4746862"/>
                <a:ext cx="56160" cy="39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E5FCE0-6205-AD14-F4E6-0D2C12B3A7F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24105" y="4728862"/>
                  <a:ext cx="91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B855242-7BFF-A164-FAE5-5B8359962312}"/>
                    </a:ext>
                  </a:extLst>
                </p14:cNvPr>
                <p14:cNvContentPartPr/>
                <p14:nvPr/>
              </p14:nvContentPartPr>
              <p14:xfrm>
                <a:off x="2496905" y="4596022"/>
                <a:ext cx="97200" cy="206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B855242-7BFF-A164-FAE5-5B835996231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79265" y="4578382"/>
                  <a:ext cx="132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BF681D-048D-B8C2-F0C2-94ABE742CC38}"/>
                    </a:ext>
                  </a:extLst>
                </p14:cNvPr>
                <p14:cNvContentPartPr/>
                <p14:nvPr/>
              </p14:nvContentPartPr>
              <p14:xfrm>
                <a:off x="2634425" y="4881502"/>
                <a:ext cx="3240" cy="3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BF681D-048D-B8C2-F0C2-94ABE742CC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16785" y="4863862"/>
                  <a:ext cx="3888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623FC70-15E4-E602-7B98-7CD987C76F23}"/>
              </a:ext>
            </a:extLst>
          </p:cNvPr>
          <p:cNvGrpSpPr/>
          <p:nvPr/>
        </p:nvGrpSpPr>
        <p:grpSpPr>
          <a:xfrm>
            <a:off x="875465" y="5530222"/>
            <a:ext cx="887760" cy="369360"/>
            <a:chOff x="875465" y="5530222"/>
            <a:chExt cx="88776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A5DBFE-62E6-00EC-4E13-97DF706BB17D}"/>
                    </a:ext>
                  </a:extLst>
                </p14:cNvPr>
                <p14:cNvContentPartPr/>
                <p14:nvPr/>
              </p14:nvContentPartPr>
              <p14:xfrm>
                <a:off x="875465" y="5530222"/>
                <a:ext cx="222120" cy="369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A5DBFE-62E6-00EC-4E13-97DF706BB17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7825" y="5512582"/>
                  <a:ext cx="2577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8B5F1BF-7060-0F90-0AA9-DE197C298371}"/>
                    </a:ext>
                  </a:extLst>
                </p14:cNvPr>
                <p14:cNvContentPartPr/>
                <p14:nvPr/>
              </p14:nvContentPartPr>
              <p14:xfrm>
                <a:off x="1156265" y="5680342"/>
                <a:ext cx="179280" cy="142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8B5F1BF-7060-0F90-0AA9-DE197C2983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8265" y="5662342"/>
                  <a:ext cx="214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CCC157E-AE28-390F-B00E-A9DD72978045}"/>
                    </a:ext>
                  </a:extLst>
                </p14:cNvPr>
                <p14:cNvContentPartPr/>
                <p14:nvPr/>
              </p14:nvContentPartPr>
              <p14:xfrm>
                <a:off x="1377305" y="5583142"/>
                <a:ext cx="108720" cy="287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CCC157E-AE28-390F-B00E-A9DD729780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59665" y="5565142"/>
                  <a:ext cx="1443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77D6F0-C556-F848-4CF9-14AD483C626D}"/>
                    </a:ext>
                  </a:extLst>
                </p14:cNvPr>
                <p14:cNvContentPartPr/>
                <p14:nvPr/>
              </p14:nvContentPartPr>
              <p14:xfrm>
                <a:off x="1353545" y="5702302"/>
                <a:ext cx="72720" cy="42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77D6F0-C556-F848-4CF9-14AD483C62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35905" y="5684302"/>
                  <a:ext cx="108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911DB7D-E61F-71F8-3F84-545EAE7BC7BB}"/>
                    </a:ext>
                  </a:extLst>
                </p14:cNvPr>
                <p14:cNvContentPartPr/>
                <p14:nvPr/>
              </p14:nvContentPartPr>
              <p14:xfrm>
                <a:off x="1615985" y="5643982"/>
                <a:ext cx="147240" cy="167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911DB7D-E61F-71F8-3F84-545EAE7BC7B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97985" y="5625982"/>
                  <a:ext cx="1828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1592E84-69B4-230D-EF65-A3088510A223}"/>
              </a:ext>
            </a:extLst>
          </p:cNvPr>
          <p:cNvGrpSpPr/>
          <p:nvPr/>
        </p:nvGrpSpPr>
        <p:grpSpPr>
          <a:xfrm>
            <a:off x="1960505" y="5518342"/>
            <a:ext cx="270000" cy="256680"/>
            <a:chOff x="1960505" y="5518342"/>
            <a:chExt cx="27000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0009B34-E250-5913-2F6B-8F4817D15E88}"/>
                    </a:ext>
                  </a:extLst>
                </p14:cNvPr>
                <p14:cNvContentPartPr/>
                <p14:nvPr/>
              </p14:nvContentPartPr>
              <p14:xfrm>
                <a:off x="1974905" y="5587822"/>
                <a:ext cx="27000" cy="176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0009B34-E250-5913-2F6B-8F4817D15E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56905" y="5569822"/>
                  <a:ext cx="62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D1CA5D8-4DE6-9877-540B-037FB5BCC8BC}"/>
                    </a:ext>
                  </a:extLst>
                </p14:cNvPr>
                <p14:cNvContentPartPr/>
                <p14:nvPr/>
              </p14:nvContentPartPr>
              <p14:xfrm>
                <a:off x="1960505" y="5518342"/>
                <a:ext cx="8640" cy="3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D1CA5D8-4DE6-9877-540B-037FB5BCC8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42865" y="5500342"/>
                  <a:ext cx="44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05E063-EB91-15F7-F130-D53AA7F933F6}"/>
                    </a:ext>
                  </a:extLst>
                </p14:cNvPr>
                <p14:cNvContentPartPr/>
                <p14:nvPr/>
              </p14:nvContentPartPr>
              <p14:xfrm>
                <a:off x="2154185" y="5632102"/>
                <a:ext cx="76320" cy="142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05E063-EB91-15F7-F130-D53AA7F933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36545" y="5614462"/>
                  <a:ext cx="11196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01F2A14-181A-F8CA-8C7B-25A67C327BAA}"/>
              </a:ext>
            </a:extLst>
          </p:cNvPr>
          <p:cNvGrpSpPr/>
          <p:nvPr/>
        </p:nvGrpSpPr>
        <p:grpSpPr>
          <a:xfrm>
            <a:off x="2654585" y="5418982"/>
            <a:ext cx="714240" cy="450360"/>
            <a:chOff x="2654585" y="5418982"/>
            <a:chExt cx="714240" cy="4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2D90A1-AF03-30AA-DD19-CFF69D32B005}"/>
                    </a:ext>
                  </a:extLst>
                </p14:cNvPr>
                <p14:cNvContentPartPr/>
                <p14:nvPr/>
              </p14:nvContentPartPr>
              <p14:xfrm>
                <a:off x="2684825" y="5561542"/>
                <a:ext cx="102600" cy="307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2D90A1-AF03-30AA-DD19-CFF69D32B00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67185" y="5543542"/>
                  <a:ext cx="138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8B66EE-C976-0BE0-0F67-DC0C3F7A19A7}"/>
                    </a:ext>
                  </a:extLst>
                </p14:cNvPr>
                <p14:cNvContentPartPr/>
                <p14:nvPr/>
              </p14:nvContentPartPr>
              <p14:xfrm>
                <a:off x="2654585" y="5418982"/>
                <a:ext cx="23400" cy="74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8B66EE-C976-0BE0-0F67-DC0C3F7A19A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36945" y="5401342"/>
                  <a:ext cx="59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45044B0-AC86-BECE-05C7-2FFD0E849FDF}"/>
                    </a:ext>
                  </a:extLst>
                </p14:cNvPr>
                <p14:cNvContentPartPr/>
                <p14:nvPr/>
              </p14:nvContentPartPr>
              <p14:xfrm>
                <a:off x="2894705" y="5573422"/>
                <a:ext cx="185400" cy="98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45044B0-AC86-BECE-05C7-2FFD0E849FD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76705" y="5555782"/>
                  <a:ext cx="221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98E465-4F2D-4203-410F-17443552B2E7}"/>
                    </a:ext>
                  </a:extLst>
                </p14:cNvPr>
                <p14:cNvContentPartPr/>
                <p14:nvPr/>
              </p14:nvContentPartPr>
              <p14:xfrm>
                <a:off x="3149945" y="5512582"/>
                <a:ext cx="83520" cy="222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98E465-4F2D-4203-410F-17443552B2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32305" y="5494942"/>
                  <a:ext cx="119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A36CC6F-C313-7A7E-998B-9D37B2DD0AB9}"/>
                    </a:ext>
                  </a:extLst>
                </p14:cNvPr>
                <p14:cNvContentPartPr/>
                <p14:nvPr/>
              </p14:nvContentPartPr>
              <p14:xfrm>
                <a:off x="3284585" y="5488462"/>
                <a:ext cx="84240" cy="186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A36CC6F-C313-7A7E-998B-9D37B2DD0A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66945" y="5470822"/>
                  <a:ext cx="119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1B030B-48AB-5F3D-38E6-859D07CB51D2}"/>
                    </a:ext>
                  </a:extLst>
                </p14:cNvPr>
                <p14:cNvContentPartPr/>
                <p14:nvPr/>
              </p14:nvContentPartPr>
              <p14:xfrm>
                <a:off x="3302945" y="5557582"/>
                <a:ext cx="57240" cy="37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1B030B-48AB-5F3D-38E6-859D07CB51D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84945" y="5539942"/>
                  <a:ext cx="9288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39E0D22-3C40-B4FF-B1C0-281C111AA32E}"/>
              </a:ext>
            </a:extLst>
          </p:cNvPr>
          <p:cNvGrpSpPr/>
          <p:nvPr/>
        </p:nvGrpSpPr>
        <p:grpSpPr>
          <a:xfrm>
            <a:off x="3860945" y="5444542"/>
            <a:ext cx="485280" cy="271080"/>
            <a:chOff x="3860945" y="5444542"/>
            <a:chExt cx="48528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F01D10D-FF97-4356-EE50-7FDDC2B1BA98}"/>
                    </a:ext>
                  </a:extLst>
                </p14:cNvPr>
                <p14:cNvContentPartPr/>
                <p14:nvPr/>
              </p14:nvContentPartPr>
              <p14:xfrm>
                <a:off x="3902345" y="5444542"/>
                <a:ext cx="97920" cy="271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F01D10D-FF97-4356-EE50-7FDDC2B1BA9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84345" y="5426542"/>
                  <a:ext cx="133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05E50F9-A1C3-AE94-40D1-600BF20FF60F}"/>
                    </a:ext>
                  </a:extLst>
                </p14:cNvPr>
                <p14:cNvContentPartPr/>
                <p14:nvPr/>
              </p14:nvContentPartPr>
              <p14:xfrm>
                <a:off x="3860945" y="5559742"/>
                <a:ext cx="167400" cy="41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05E50F9-A1C3-AE94-40D1-600BF20FF6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43305" y="5542102"/>
                  <a:ext cx="203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773AE8B-A194-D44F-B09F-C2E7F89613D8}"/>
                    </a:ext>
                  </a:extLst>
                </p14:cNvPr>
                <p14:cNvContentPartPr/>
                <p14:nvPr/>
              </p14:nvContentPartPr>
              <p14:xfrm>
                <a:off x="4098185" y="5570902"/>
                <a:ext cx="71280" cy="856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773AE8B-A194-D44F-B09F-C2E7F89613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80545" y="5552902"/>
                  <a:ext cx="10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03A871-CE56-B140-C192-3344003145B1}"/>
                    </a:ext>
                  </a:extLst>
                </p14:cNvPr>
                <p14:cNvContentPartPr/>
                <p14:nvPr/>
              </p14:nvContentPartPr>
              <p14:xfrm>
                <a:off x="4272065" y="5487382"/>
                <a:ext cx="74160" cy="147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03A871-CE56-B140-C192-3344003145B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54065" y="5469742"/>
                  <a:ext cx="1098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40BB32A-D8AF-7187-BC47-EEE97252917A}"/>
              </a:ext>
            </a:extLst>
          </p:cNvPr>
          <p:cNvGrpSpPr/>
          <p:nvPr/>
        </p:nvGrpSpPr>
        <p:grpSpPr>
          <a:xfrm>
            <a:off x="1401785" y="6169222"/>
            <a:ext cx="1251720" cy="314280"/>
            <a:chOff x="1401785" y="6169222"/>
            <a:chExt cx="125172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81B661D-9396-1303-A7A5-24DCC7A9800A}"/>
                    </a:ext>
                  </a:extLst>
                </p14:cNvPr>
                <p14:cNvContentPartPr/>
                <p14:nvPr/>
              </p14:nvContentPartPr>
              <p14:xfrm>
                <a:off x="1401785" y="6276502"/>
                <a:ext cx="74880" cy="207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81B661D-9396-1303-A7A5-24DCC7A9800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83785" y="6258502"/>
                  <a:ext cx="110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7FC47D7-4C06-A065-B092-3B45AFE9BF97}"/>
                    </a:ext>
                  </a:extLst>
                </p14:cNvPr>
                <p14:cNvContentPartPr/>
                <p14:nvPr/>
              </p14:nvContentPartPr>
              <p14:xfrm>
                <a:off x="1560185" y="6353182"/>
                <a:ext cx="81000" cy="950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7FC47D7-4C06-A065-B092-3B45AFE9BF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542545" y="6335542"/>
                  <a:ext cx="11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935CA3-8B33-A130-BE7A-F55385B8D62F}"/>
                    </a:ext>
                  </a:extLst>
                </p14:cNvPr>
                <p14:cNvContentPartPr/>
                <p14:nvPr/>
              </p14:nvContentPartPr>
              <p14:xfrm>
                <a:off x="1738385" y="6315742"/>
                <a:ext cx="171360" cy="112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935CA3-8B33-A130-BE7A-F55385B8D62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720385" y="6298102"/>
                  <a:ext cx="207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67E9A9-55D5-B1F2-B1F2-B781AD1A80DB}"/>
                    </a:ext>
                  </a:extLst>
                </p14:cNvPr>
                <p14:cNvContentPartPr/>
                <p14:nvPr/>
              </p14:nvContentPartPr>
              <p14:xfrm>
                <a:off x="1984625" y="6169222"/>
                <a:ext cx="88200" cy="222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67E9A9-55D5-B1F2-B1F2-B781AD1A80D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66625" y="6151222"/>
                  <a:ext cx="123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623A3B-FAF3-163B-EECE-02BCD76CC9D8}"/>
                    </a:ext>
                  </a:extLst>
                </p14:cNvPr>
                <p14:cNvContentPartPr/>
                <p14:nvPr/>
              </p14:nvContentPartPr>
              <p14:xfrm>
                <a:off x="2005865" y="6264262"/>
                <a:ext cx="70200" cy="30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623A3B-FAF3-163B-EECE-02BCD76CC9D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87865" y="6246622"/>
                  <a:ext cx="105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5B231D5-4FC7-628F-DC6D-EDE83719CA22}"/>
                    </a:ext>
                  </a:extLst>
                </p14:cNvPr>
                <p14:cNvContentPartPr/>
                <p14:nvPr/>
              </p14:nvContentPartPr>
              <p14:xfrm>
                <a:off x="2148425" y="6241942"/>
                <a:ext cx="156960" cy="167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5B231D5-4FC7-628F-DC6D-EDE83719CA2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30785" y="6223942"/>
                  <a:ext cx="192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FC0B97-4D65-46EA-DF5D-46F7A1A679AE}"/>
                    </a:ext>
                  </a:extLst>
                </p14:cNvPr>
                <p14:cNvContentPartPr/>
                <p14:nvPr/>
              </p14:nvContentPartPr>
              <p14:xfrm>
                <a:off x="2405825" y="6294502"/>
                <a:ext cx="73080" cy="146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FC0B97-4D65-46EA-DF5D-46F7A1A679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87825" y="6276862"/>
                  <a:ext cx="108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DD902C5-27B7-2E90-0DB1-CDF25CA9ABEC}"/>
                    </a:ext>
                  </a:extLst>
                </p14:cNvPr>
                <p14:cNvContentPartPr/>
                <p14:nvPr/>
              </p14:nvContentPartPr>
              <p14:xfrm>
                <a:off x="2607425" y="6203062"/>
                <a:ext cx="46080" cy="274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DD902C5-27B7-2E90-0DB1-CDF25CA9AB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89785" y="6185062"/>
                  <a:ext cx="8172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73DB653-8A24-4C84-B446-A2BE4BC823F2}"/>
                  </a:ext>
                </a:extLst>
              </p14:cNvPr>
              <p14:cNvContentPartPr/>
              <p14:nvPr/>
            </p14:nvContentPartPr>
            <p14:xfrm>
              <a:off x="3001265" y="3707902"/>
              <a:ext cx="248400" cy="3657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73DB653-8A24-4C84-B446-A2BE4BC823F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983265" y="3690262"/>
                <a:ext cx="28404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5D23736-DF72-79A0-BF54-ED0FF57626A5}"/>
                  </a:ext>
                </a:extLst>
              </p14:cNvPr>
              <p14:cNvContentPartPr/>
              <p14:nvPr/>
            </p14:nvContentPartPr>
            <p14:xfrm>
              <a:off x="3071105" y="4359142"/>
              <a:ext cx="187920" cy="3016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5D23736-DF72-79A0-BF54-ED0FF57626A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053105" y="4341142"/>
                <a:ext cx="223560" cy="33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1C5D09A-983D-89F4-316A-AE82174CFE8F}"/>
              </a:ext>
            </a:extLst>
          </p:cNvPr>
          <p:cNvGrpSpPr/>
          <p:nvPr/>
        </p:nvGrpSpPr>
        <p:grpSpPr>
          <a:xfrm>
            <a:off x="5235425" y="1080982"/>
            <a:ext cx="140040" cy="532440"/>
            <a:chOff x="5235425" y="1080982"/>
            <a:chExt cx="14004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F0C2F07-F474-5E7F-5B8D-F37136A823FD}"/>
                    </a:ext>
                  </a:extLst>
                </p14:cNvPr>
                <p14:cNvContentPartPr/>
                <p14:nvPr/>
              </p14:nvContentPartPr>
              <p14:xfrm>
                <a:off x="5302745" y="1080982"/>
                <a:ext cx="72720" cy="532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F0C2F07-F474-5E7F-5B8D-F37136A823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85105" y="1062982"/>
                  <a:ext cx="10836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0F3F562-7A48-E94F-3834-13C939982A93}"/>
                    </a:ext>
                  </a:extLst>
                </p14:cNvPr>
                <p14:cNvContentPartPr/>
                <p14:nvPr/>
              </p14:nvContentPartPr>
              <p14:xfrm>
                <a:off x="5235425" y="1532062"/>
                <a:ext cx="135720" cy="62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0F3F562-7A48-E94F-3834-13C939982A9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17425" y="1514422"/>
                  <a:ext cx="17136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2E77857-854A-7EC4-218B-B608CBDDA40E}"/>
              </a:ext>
            </a:extLst>
          </p:cNvPr>
          <p:cNvGrpSpPr/>
          <p:nvPr/>
        </p:nvGrpSpPr>
        <p:grpSpPr>
          <a:xfrm>
            <a:off x="5556545" y="1435582"/>
            <a:ext cx="156960" cy="261720"/>
            <a:chOff x="5556545" y="1435582"/>
            <a:chExt cx="15696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29FE390-AA7E-8A10-A342-B1245A2114E5}"/>
                    </a:ext>
                  </a:extLst>
                </p14:cNvPr>
                <p14:cNvContentPartPr/>
                <p14:nvPr/>
              </p14:nvContentPartPr>
              <p14:xfrm>
                <a:off x="5578145" y="1448902"/>
                <a:ext cx="58680" cy="248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29FE390-AA7E-8A10-A342-B1245A2114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60145" y="1431262"/>
                  <a:ext cx="94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F13E143-8E0B-286F-82CF-68C5A9EA94F7}"/>
                    </a:ext>
                  </a:extLst>
                </p14:cNvPr>
                <p14:cNvContentPartPr/>
                <p14:nvPr/>
              </p14:nvContentPartPr>
              <p14:xfrm>
                <a:off x="5556545" y="1435582"/>
                <a:ext cx="156960" cy="232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F13E143-8E0B-286F-82CF-68C5A9EA94F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38905" y="1417582"/>
                  <a:ext cx="19260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B800E34-DD26-4F65-67D2-D2AEAC734AD6}"/>
                  </a:ext>
                </a:extLst>
              </p14:cNvPr>
              <p14:cNvContentPartPr/>
              <p14:nvPr/>
            </p14:nvContentPartPr>
            <p14:xfrm>
              <a:off x="6024905" y="1252342"/>
              <a:ext cx="60480" cy="82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B800E34-DD26-4F65-67D2-D2AEAC734AD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007265" y="1234342"/>
                <a:ext cx="961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72F8609-CBFD-A59B-BB5C-A88E278A4F0B}"/>
                  </a:ext>
                </a:extLst>
              </p14:cNvPr>
              <p14:cNvContentPartPr/>
              <p14:nvPr/>
            </p14:nvContentPartPr>
            <p14:xfrm>
              <a:off x="6062705" y="1399222"/>
              <a:ext cx="65520" cy="241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72F8609-CBFD-A59B-BB5C-A88E278A4F0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045065" y="1381222"/>
                <a:ext cx="1011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AB60B9F-9DA6-386C-D8E5-3AF50F3B6525}"/>
                  </a:ext>
                </a:extLst>
              </p14:cNvPr>
              <p14:cNvContentPartPr/>
              <p14:nvPr/>
            </p14:nvContentPartPr>
            <p14:xfrm>
              <a:off x="6316505" y="1212022"/>
              <a:ext cx="73080" cy="1990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AB60B9F-9DA6-386C-D8E5-3AF50F3B652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298505" y="1194022"/>
                <a:ext cx="10872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EA3D5E-7BD3-1F66-6D6B-8D721477BF3F}"/>
                  </a:ext>
                </a:extLst>
              </p14:cNvPr>
              <p14:cNvContentPartPr/>
              <p14:nvPr/>
            </p14:nvContentPartPr>
            <p14:xfrm>
              <a:off x="6439625" y="1579222"/>
              <a:ext cx="10080" cy="284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EA3D5E-7BD3-1F66-6D6B-8D721477BF3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21985" y="1561582"/>
                <a:ext cx="4572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C672397-6EA9-5C93-3231-CCC0EEB68D2F}"/>
              </a:ext>
            </a:extLst>
          </p:cNvPr>
          <p:cNvGrpSpPr/>
          <p:nvPr/>
        </p:nvGrpSpPr>
        <p:grpSpPr>
          <a:xfrm>
            <a:off x="8210465" y="1128142"/>
            <a:ext cx="676800" cy="504360"/>
            <a:chOff x="8210465" y="1128142"/>
            <a:chExt cx="67680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DB6BA2F-FAEB-D2EF-B7F3-1F4B3F8784FD}"/>
                    </a:ext>
                  </a:extLst>
                </p14:cNvPr>
                <p14:cNvContentPartPr/>
                <p14:nvPr/>
              </p14:nvContentPartPr>
              <p14:xfrm>
                <a:off x="8281385" y="1161262"/>
                <a:ext cx="74160" cy="408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DB6BA2F-FAEB-D2EF-B7F3-1F4B3F8784F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263745" y="1143622"/>
                  <a:ext cx="1098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FD98253-30FE-15C8-5BE7-A8F49EA62497}"/>
                    </a:ext>
                  </a:extLst>
                </p14:cNvPr>
                <p14:cNvContentPartPr/>
                <p14:nvPr/>
              </p14:nvContentPartPr>
              <p14:xfrm>
                <a:off x="8210465" y="1128142"/>
                <a:ext cx="131040" cy="525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FD98253-30FE-15C8-5BE7-A8F49EA6249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92825" y="1110502"/>
                  <a:ext cx="166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44029F-EEB7-8C48-144F-DB820975AC58}"/>
                    </a:ext>
                  </a:extLst>
                </p14:cNvPr>
                <p14:cNvContentPartPr/>
                <p14:nvPr/>
              </p14:nvContentPartPr>
              <p14:xfrm>
                <a:off x="8259425" y="1487422"/>
                <a:ext cx="146520" cy="53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44029F-EEB7-8C48-144F-DB820975AC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41785" y="1469422"/>
                  <a:ext cx="182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964A4B-BDFA-F1B6-551D-993B2DE9AFC3}"/>
                    </a:ext>
                  </a:extLst>
                </p14:cNvPr>
                <p14:cNvContentPartPr/>
                <p14:nvPr/>
              </p14:nvContentPartPr>
              <p14:xfrm>
                <a:off x="8539505" y="1370422"/>
                <a:ext cx="31320" cy="223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964A4B-BDFA-F1B6-551D-993B2DE9AF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21865" y="1352782"/>
                  <a:ext cx="66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B86C45B-7D27-24F4-6159-9BB82D8CA7B5}"/>
                    </a:ext>
                  </a:extLst>
                </p14:cNvPr>
                <p14:cNvContentPartPr/>
                <p14:nvPr/>
              </p14:nvContentPartPr>
              <p14:xfrm>
                <a:off x="8521505" y="1367542"/>
                <a:ext cx="130320" cy="264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B86C45B-7D27-24F4-6159-9BB82D8CA7B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503505" y="1349902"/>
                  <a:ext cx="165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D69B4A5-8154-0AD1-8819-90A6B89BF644}"/>
                    </a:ext>
                  </a:extLst>
                </p14:cNvPr>
                <p14:cNvContentPartPr/>
                <p14:nvPr/>
              </p14:nvContentPartPr>
              <p14:xfrm>
                <a:off x="8800145" y="1412902"/>
                <a:ext cx="72360" cy="22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D69B4A5-8154-0AD1-8819-90A6B89BF64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82145" y="1394902"/>
                  <a:ext cx="108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23028B2-F77B-5D4E-6EB8-8359DFBF890B}"/>
                    </a:ext>
                  </a:extLst>
                </p14:cNvPr>
                <p14:cNvContentPartPr/>
                <p14:nvPr/>
              </p14:nvContentPartPr>
              <p14:xfrm>
                <a:off x="8840825" y="1510822"/>
                <a:ext cx="46440" cy="25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23028B2-F77B-5D4E-6EB8-8359DFBF890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22825" y="1493182"/>
                  <a:ext cx="8208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C15981B-D8A7-0DA2-ABCE-3BEBEA6AA5A5}"/>
                  </a:ext>
                </a:extLst>
              </p14:cNvPr>
              <p14:cNvContentPartPr/>
              <p14:nvPr/>
            </p14:nvContentPartPr>
            <p14:xfrm>
              <a:off x="9181025" y="1169182"/>
              <a:ext cx="140040" cy="2502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C15981B-D8A7-0DA2-ABCE-3BEBEA6AA5A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163025" y="1151542"/>
                <a:ext cx="1756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62AA394-8123-23B0-DF85-5CB942B84749}"/>
                  </a:ext>
                </a:extLst>
              </p14:cNvPr>
              <p14:cNvContentPartPr/>
              <p14:nvPr/>
            </p14:nvContentPartPr>
            <p14:xfrm>
              <a:off x="9329345" y="1643302"/>
              <a:ext cx="10080" cy="356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62AA394-8123-23B0-DF85-5CB942B8474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311345" y="1625662"/>
                <a:ext cx="457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12A2D6A-CFFA-1215-EA16-E4F1017EE1D9}"/>
                  </a:ext>
                </a:extLst>
              </p14:cNvPr>
              <p14:cNvContentPartPr/>
              <p14:nvPr/>
            </p14:nvContentPartPr>
            <p14:xfrm>
              <a:off x="8977265" y="1984942"/>
              <a:ext cx="82440" cy="964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12A2D6A-CFFA-1215-EA16-E4F1017EE1D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959625" y="1967302"/>
                <a:ext cx="1180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E3CDC09-20DF-E244-75C1-33E5A4F1DA8C}"/>
                  </a:ext>
                </a:extLst>
              </p14:cNvPr>
              <p14:cNvContentPartPr/>
              <p14:nvPr/>
            </p14:nvContentPartPr>
            <p14:xfrm>
              <a:off x="9072305" y="2995102"/>
              <a:ext cx="74880" cy="1148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E3CDC09-20DF-E244-75C1-33E5A4F1DA8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054665" y="2977102"/>
                <a:ext cx="1105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A9576F7-61E5-2F7D-9E73-719FC2B93E04}"/>
                  </a:ext>
                </a:extLst>
              </p14:cNvPr>
              <p14:cNvContentPartPr/>
              <p14:nvPr/>
            </p14:nvContentPartPr>
            <p14:xfrm>
              <a:off x="9275345" y="1915102"/>
              <a:ext cx="115920" cy="252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A9576F7-61E5-2F7D-9E73-719FC2B93E0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257705" y="1897462"/>
                <a:ext cx="15156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FB4CA3C-5B79-89AF-50A8-53043DFC25F8}"/>
              </a:ext>
            </a:extLst>
          </p:cNvPr>
          <p:cNvGrpSpPr/>
          <p:nvPr/>
        </p:nvGrpSpPr>
        <p:grpSpPr>
          <a:xfrm>
            <a:off x="9459665" y="2986822"/>
            <a:ext cx="180000" cy="232560"/>
            <a:chOff x="9459665" y="2986822"/>
            <a:chExt cx="18000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677C50A-F892-E1B8-5D9E-BC5E4162DFB2}"/>
                    </a:ext>
                  </a:extLst>
                </p14:cNvPr>
                <p14:cNvContentPartPr/>
                <p14:nvPr/>
              </p14:nvContentPartPr>
              <p14:xfrm>
                <a:off x="9459665" y="2986822"/>
                <a:ext cx="34560" cy="232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677C50A-F892-E1B8-5D9E-BC5E4162DFB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42025" y="2968822"/>
                  <a:ext cx="70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9BBD917-DE39-D2B8-8F90-320E08735246}"/>
                    </a:ext>
                  </a:extLst>
                </p14:cNvPr>
                <p14:cNvContentPartPr/>
                <p14:nvPr/>
              </p14:nvContentPartPr>
              <p14:xfrm>
                <a:off x="9481265" y="3001942"/>
                <a:ext cx="158400" cy="200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9BBD917-DE39-D2B8-8F90-320E0873524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63265" y="2984302"/>
                  <a:ext cx="1940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EA362BC-A0C4-40D6-ADA5-A0FCF35D2941}"/>
              </a:ext>
            </a:extLst>
          </p:cNvPr>
          <p:cNvGrpSpPr/>
          <p:nvPr/>
        </p:nvGrpSpPr>
        <p:grpSpPr>
          <a:xfrm>
            <a:off x="5820425" y="1988182"/>
            <a:ext cx="644400" cy="1397880"/>
            <a:chOff x="5820425" y="1988182"/>
            <a:chExt cx="644400" cy="139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414062-9D1F-0FE4-0A1B-8CDFBFCEA46F}"/>
                    </a:ext>
                  </a:extLst>
                </p14:cNvPr>
                <p14:cNvContentPartPr/>
                <p14:nvPr/>
              </p14:nvContentPartPr>
              <p14:xfrm>
                <a:off x="5820425" y="2059462"/>
                <a:ext cx="94320" cy="101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414062-9D1F-0FE4-0A1B-8CDFBFCEA46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02425" y="2041462"/>
                  <a:ext cx="129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D417F1E-70C2-FCE3-6A00-C2AC7A0B1620}"/>
                    </a:ext>
                  </a:extLst>
                </p14:cNvPr>
                <p14:cNvContentPartPr/>
                <p14:nvPr/>
              </p14:nvContentPartPr>
              <p14:xfrm>
                <a:off x="5894585" y="2052982"/>
                <a:ext cx="175320" cy="12319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D417F1E-70C2-FCE3-6A00-C2AC7A0B162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76585" y="2035342"/>
                  <a:ext cx="210960" cy="12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80D9C0-1AF4-461A-4CA3-6D91FE962909}"/>
                    </a:ext>
                  </a:extLst>
                </p14:cNvPr>
                <p14:cNvContentPartPr/>
                <p14:nvPr/>
              </p14:nvContentPartPr>
              <p14:xfrm>
                <a:off x="6158465" y="1988182"/>
                <a:ext cx="114120" cy="2318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80D9C0-1AF4-461A-4CA3-6D91FE96290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40465" y="1970542"/>
                  <a:ext cx="149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3AB7BC6-A67E-3CFA-C2DB-D60A1531784A}"/>
                    </a:ext>
                  </a:extLst>
                </p14:cNvPr>
                <p14:cNvContentPartPr/>
                <p14:nvPr/>
              </p14:nvContentPartPr>
              <p14:xfrm>
                <a:off x="6321905" y="3143782"/>
                <a:ext cx="48600" cy="242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3AB7BC6-A67E-3CFA-C2DB-D60A153178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03905" y="3126142"/>
                  <a:ext cx="84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3F2F869-C909-972D-8534-4087C81C9E4C}"/>
                    </a:ext>
                  </a:extLst>
                </p14:cNvPr>
                <p14:cNvContentPartPr/>
                <p14:nvPr/>
              </p14:nvContentPartPr>
              <p14:xfrm>
                <a:off x="6327665" y="3143422"/>
                <a:ext cx="137160" cy="225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3F2F869-C909-972D-8534-4087C81C9E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310025" y="3125782"/>
                  <a:ext cx="17280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FDBBAA6-270F-F81D-0691-7A25D5C9A90E}"/>
              </a:ext>
            </a:extLst>
          </p:cNvPr>
          <p:cNvGrpSpPr/>
          <p:nvPr/>
        </p:nvGrpSpPr>
        <p:grpSpPr>
          <a:xfrm>
            <a:off x="5593985" y="3867742"/>
            <a:ext cx="953640" cy="327960"/>
            <a:chOff x="5593985" y="3867742"/>
            <a:chExt cx="95364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0D27CCF-28B5-646B-6AE1-EEB8A4C4B3F2}"/>
                    </a:ext>
                  </a:extLst>
                </p14:cNvPr>
                <p14:cNvContentPartPr/>
                <p14:nvPr/>
              </p14:nvContentPartPr>
              <p14:xfrm>
                <a:off x="5593985" y="3885382"/>
                <a:ext cx="200160" cy="310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0D27CCF-28B5-646B-6AE1-EEB8A4C4B3F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576345" y="3867382"/>
                  <a:ext cx="2358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020DBEC-19A2-40CC-6B50-2360C97214CD}"/>
                    </a:ext>
                  </a:extLst>
                </p14:cNvPr>
                <p14:cNvContentPartPr/>
                <p14:nvPr/>
              </p14:nvContentPartPr>
              <p14:xfrm>
                <a:off x="5858945" y="3884302"/>
                <a:ext cx="79920" cy="307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020DBEC-19A2-40CC-6B50-2360C97214C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40945" y="3866662"/>
                  <a:ext cx="1155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B643BFA-30B9-AAE9-36D6-19FFE17A231A}"/>
                    </a:ext>
                  </a:extLst>
                </p14:cNvPr>
                <p14:cNvContentPartPr/>
                <p14:nvPr/>
              </p14:nvContentPartPr>
              <p14:xfrm>
                <a:off x="6059105" y="3967822"/>
                <a:ext cx="92880" cy="149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B643BFA-30B9-AAE9-36D6-19FFE17A231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41105" y="3950182"/>
                  <a:ext cx="128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ACCB5B4-5695-8449-2258-A5BF64C7339E}"/>
                    </a:ext>
                  </a:extLst>
                </p14:cNvPr>
                <p14:cNvContentPartPr/>
                <p14:nvPr/>
              </p14:nvContentPartPr>
              <p14:xfrm>
                <a:off x="6259985" y="3889702"/>
                <a:ext cx="86760" cy="212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ACCB5B4-5695-8449-2258-A5BF64C7339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242345" y="3872062"/>
                  <a:ext cx="122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1D4A626-27B8-AD41-1E7D-8B56748F13A2}"/>
                    </a:ext>
                  </a:extLst>
                </p14:cNvPr>
                <p14:cNvContentPartPr/>
                <p14:nvPr/>
              </p14:nvContentPartPr>
              <p14:xfrm>
                <a:off x="6428825" y="3867742"/>
                <a:ext cx="118800" cy="172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1D4A626-27B8-AD41-1E7D-8B56748F13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410825" y="3850102"/>
                  <a:ext cx="15444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DF9C35C-3E9A-DB7E-D0BA-F8E71874EB3E}"/>
              </a:ext>
            </a:extLst>
          </p:cNvPr>
          <p:cNvGrpSpPr/>
          <p:nvPr/>
        </p:nvGrpSpPr>
        <p:grpSpPr>
          <a:xfrm>
            <a:off x="8883665" y="3802222"/>
            <a:ext cx="794880" cy="335520"/>
            <a:chOff x="8883665" y="3802222"/>
            <a:chExt cx="79488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278EB64-2630-861D-AF94-1251943CFF9C}"/>
                    </a:ext>
                  </a:extLst>
                </p14:cNvPr>
                <p14:cNvContentPartPr/>
                <p14:nvPr/>
              </p14:nvContentPartPr>
              <p14:xfrm>
                <a:off x="8883665" y="3802222"/>
                <a:ext cx="169200" cy="324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278EB64-2630-861D-AF94-1251943CFF9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866025" y="3784582"/>
                  <a:ext cx="2048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6FCDBA2-7122-22CE-F0DB-40A7AC6F436A}"/>
                    </a:ext>
                  </a:extLst>
                </p14:cNvPr>
                <p14:cNvContentPartPr/>
                <p14:nvPr/>
              </p14:nvContentPartPr>
              <p14:xfrm>
                <a:off x="9150425" y="3945502"/>
                <a:ext cx="84600" cy="192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6FCDBA2-7122-22CE-F0DB-40A7AC6F43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132425" y="3927502"/>
                  <a:ext cx="120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FAC3E9B-D77A-F733-8E2C-559401C9C12C}"/>
                    </a:ext>
                  </a:extLst>
                </p14:cNvPr>
                <p14:cNvContentPartPr/>
                <p14:nvPr/>
              </p14:nvContentPartPr>
              <p14:xfrm>
                <a:off x="9160865" y="3836422"/>
                <a:ext cx="79200" cy="87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FAC3E9B-D77A-F733-8E2C-559401C9C12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142865" y="3818422"/>
                  <a:ext cx="114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8333206-5873-65E6-29F9-B7544B2E8CD8}"/>
                    </a:ext>
                  </a:extLst>
                </p14:cNvPr>
                <p14:cNvContentPartPr/>
                <p14:nvPr/>
              </p14:nvContentPartPr>
              <p14:xfrm>
                <a:off x="9274265" y="3861262"/>
                <a:ext cx="404280" cy="133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8333206-5873-65E6-29F9-B7544B2E8C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256265" y="3843622"/>
                  <a:ext cx="4399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53944F9-15AB-6CD8-5608-548DA7098617}"/>
              </a:ext>
            </a:extLst>
          </p:cNvPr>
          <p:cNvGrpSpPr/>
          <p:nvPr/>
        </p:nvGrpSpPr>
        <p:grpSpPr>
          <a:xfrm>
            <a:off x="5870465" y="4639942"/>
            <a:ext cx="352800" cy="1551600"/>
            <a:chOff x="5870465" y="4639942"/>
            <a:chExt cx="352800" cy="155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87431E5-30A9-9711-A7FA-4888E6443F81}"/>
                    </a:ext>
                  </a:extLst>
                </p14:cNvPr>
                <p14:cNvContentPartPr/>
                <p14:nvPr/>
              </p14:nvContentPartPr>
              <p14:xfrm>
                <a:off x="6140105" y="5619502"/>
                <a:ext cx="43560" cy="95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87431E5-30A9-9711-A7FA-4888E6443F8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22465" y="5601862"/>
                  <a:ext cx="79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7CB1CFA-BDB3-F9C5-D1A3-D78398F241C5}"/>
                    </a:ext>
                  </a:extLst>
                </p14:cNvPr>
                <p14:cNvContentPartPr/>
                <p14:nvPr/>
              </p14:nvContentPartPr>
              <p14:xfrm>
                <a:off x="6130025" y="4777462"/>
                <a:ext cx="38520" cy="91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7CB1CFA-BDB3-F9C5-D1A3-D78398F241C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12385" y="4759462"/>
                  <a:ext cx="74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C99E88C-3C65-DC1D-2DAD-70C87BFE8598}"/>
                    </a:ext>
                  </a:extLst>
                </p14:cNvPr>
                <p14:cNvContentPartPr/>
                <p14:nvPr/>
              </p14:nvContentPartPr>
              <p14:xfrm>
                <a:off x="6158105" y="5652262"/>
                <a:ext cx="65160" cy="539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C99E88C-3C65-DC1D-2DAD-70C87BFE859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40465" y="5634622"/>
                  <a:ext cx="1008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062342B-4462-CC60-01F5-250FF30D4E82}"/>
                    </a:ext>
                  </a:extLst>
                </p14:cNvPr>
                <p14:cNvContentPartPr/>
                <p14:nvPr/>
              </p14:nvContentPartPr>
              <p14:xfrm>
                <a:off x="6142265" y="4639942"/>
                <a:ext cx="7920" cy="183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062342B-4462-CC60-01F5-250FF30D4E8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124265" y="4622302"/>
                  <a:ext cx="43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699E30-CA17-5B8B-1F9D-79035259CE6A}"/>
                    </a:ext>
                  </a:extLst>
                </p14:cNvPr>
                <p14:cNvContentPartPr/>
                <p14:nvPr/>
              </p14:nvContentPartPr>
              <p14:xfrm>
                <a:off x="5931665" y="4991662"/>
                <a:ext cx="219600" cy="629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699E30-CA17-5B8B-1F9D-79035259CE6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14025" y="4974022"/>
                  <a:ext cx="2552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D03802A-4931-24FC-2092-417CD66625A1}"/>
                    </a:ext>
                  </a:extLst>
                </p14:cNvPr>
                <p14:cNvContentPartPr/>
                <p14:nvPr/>
              </p14:nvContentPartPr>
              <p14:xfrm>
                <a:off x="5870465" y="4815622"/>
                <a:ext cx="287640" cy="310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D03802A-4931-24FC-2092-417CD66625A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52465" y="4797622"/>
                  <a:ext cx="32328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F254990-F71A-5032-D474-D5DA39BF298F}"/>
              </a:ext>
            </a:extLst>
          </p:cNvPr>
          <p:cNvGrpSpPr/>
          <p:nvPr/>
        </p:nvGrpSpPr>
        <p:grpSpPr>
          <a:xfrm>
            <a:off x="5797025" y="6210982"/>
            <a:ext cx="1630800" cy="611280"/>
            <a:chOff x="5797025" y="6210982"/>
            <a:chExt cx="1630800" cy="61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233D1BC-5B7E-DFD9-6ED2-16ED85F49F71}"/>
                    </a:ext>
                  </a:extLst>
                </p14:cNvPr>
                <p14:cNvContentPartPr/>
                <p14:nvPr/>
              </p14:nvContentPartPr>
              <p14:xfrm>
                <a:off x="5797025" y="6400342"/>
                <a:ext cx="107280" cy="257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233D1BC-5B7E-DFD9-6ED2-16ED85F49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79025" y="6382702"/>
                  <a:ext cx="142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FFCF3B5-925D-3FCD-78EC-C10493C1C3AC}"/>
                    </a:ext>
                  </a:extLst>
                </p14:cNvPr>
                <p14:cNvContentPartPr/>
                <p14:nvPr/>
              </p14:nvContentPartPr>
              <p14:xfrm>
                <a:off x="5999705" y="6456142"/>
                <a:ext cx="133920" cy="147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FFCF3B5-925D-3FCD-78EC-C10493C1C3A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982065" y="6438142"/>
                  <a:ext cx="169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1CA7D7F-728B-C430-0894-046A115175D2}"/>
                    </a:ext>
                  </a:extLst>
                </p14:cNvPr>
                <p14:cNvContentPartPr/>
                <p14:nvPr/>
              </p14:nvContentPartPr>
              <p14:xfrm>
                <a:off x="6126785" y="6438142"/>
                <a:ext cx="78840" cy="104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1CA7D7F-728B-C430-0894-046A115175D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09145" y="6420502"/>
                  <a:ext cx="114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9678928-392A-D89F-E209-D23FDDCDFDD0}"/>
                    </a:ext>
                  </a:extLst>
                </p14:cNvPr>
                <p14:cNvContentPartPr/>
                <p14:nvPr/>
              </p14:nvContentPartPr>
              <p14:xfrm>
                <a:off x="6259985" y="6411862"/>
                <a:ext cx="43200" cy="103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9678928-392A-D89F-E209-D23FDDCDFDD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42345" y="6393862"/>
                  <a:ext cx="78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8E4460F-922B-F095-42BB-5771103036B8}"/>
                    </a:ext>
                  </a:extLst>
                </p14:cNvPr>
                <p14:cNvContentPartPr/>
                <p14:nvPr/>
              </p14:nvContentPartPr>
              <p14:xfrm>
                <a:off x="6262145" y="6256702"/>
                <a:ext cx="22680" cy="76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8E4460F-922B-F095-42BB-5771103036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244505" y="6239062"/>
                  <a:ext cx="58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E1E4F01-A296-3028-E8E6-EC63A130A70B}"/>
                    </a:ext>
                  </a:extLst>
                </p14:cNvPr>
                <p14:cNvContentPartPr/>
                <p14:nvPr/>
              </p14:nvContentPartPr>
              <p14:xfrm>
                <a:off x="6346025" y="6252382"/>
                <a:ext cx="110160" cy="193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E1E4F01-A296-3028-E8E6-EC63A130A70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28385" y="6234382"/>
                  <a:ext cx="145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D2B1F07-6416-0795-3FC9-C8A5F092668B}"/>
                    </a:ext>
                  </a:extLst>
                </p14:cNvPr>
                <p14:cNvContentPartPr/>
                <p14:nvPr/>
              </p14:nvContentPartPr>
              <p14:xfrm>
                <a:off x="6400745" y="6336622"/>
                <a:ext cx="123840" cy="90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D2B1F07-6416-0795-3FC9-C8A5F092668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382745" y="6318982"/>
                  <a:ext cx="159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2B87E06-C4EA-9086-622D-689013EF2AA4}"/>
                    </a:ext>
                  </a:extLst>
                </p14:cNvPr>
                <p14:cNvContentPartPr/>
                <p14:nvPr/>
              </p14:nvContentPartPr>
              <p14:xfrm>
                <a:off x="6566345" y="6210982"/>
                <a:ext cx="306720" cy="217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2B87E06-C4EA-9086-622D-689013EF2AA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548345" y="6192982"/>
                  <a:ext cx="342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AF788FD-B8BB-F204-E09C-BA4DCC8A6B3A}"/>
                    </a:ext>
                  </a:extLst>
                </p14:cNvPr>
                <p14:cNvContentPartPr/>
                <p14:nvPr/>
              </p14:nvContentPartPr>
              <p14:xfrm>
                <a:off x="6571385" y="6648022"/>
                <a:ext cx="123480" cy="174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AF788FD-B8BB-F204-E09C-BA4DCC8A6B3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553745" y="6630022"/>
                  <a:ext cx="159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62E19FE-457B-A127-6A25-E3993D0F55A1}"/>
                    </a:ext>
                  </a:extLst>
                </p14:cNvPr>
                <p14:cNvContentPartPr/>
                <p14:nvPr/>
              </p14:nvContentPartPr>
              <p14:xfrm>
                <a:off x="6718985" y="6599422"/>
                <a:ext cx="89640" cy="145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62E19FE-457B-A127-6A25-E3993D0F55A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0985" y="6581782"/>
                  <a:ext cx="125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1B03E32-F468-A3D8-DCC6-F6AF97D629E0}"/>
                    </a:ext>
                  </a:extLst>
                </p14:cNvPr>
                <p14:cNvContentPartPr/>
                <p14:nvPr/>
              </p14:nvContentPartPr>
              <p14:xfrm>
                <a:off x="6857585" y="6592582"/>
                <a:ext cx="79200" cy="100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1B03E32-F468-A3D8-DCC6-F6AF97D629E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839945" y="6574582"/>
                  <a:ext cx="114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8781A3D-7BA3-C4F0-1412-01D1AD8126A7}"/>
                    </a:ext>
                  </a:extLst>
                </p14:cNvPr>
                <p14:cNvContentPartPr/>
                <p14:nvPr/>
              </p14:nvContentPartPr>
              <p14:xfrm>
                <a:off x="7026065" y="6526342"/>
                <a:ext cx="80280" cy="134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8781A3D-7BA3-C4F0-1412-01D1AD8126A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008425" y="6508702"/>
                  <a:ext cx="115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BE85A06-1945-ECD8-3032-3C89938DB7CF}"/>
                    </a:ext>
                  </a:extLst>
                </p14:cNvPr>
                <p14:cNvContentPartPr/>
                <p14:nvPr/>
              </p14:nvContentPartPr>
              <p14:xfrm>
                <a:off x="7130825" y="6476662"/>
                <a:ext cx="69840" cy="100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BE85A06-1945-ECD8-3032-3C89938DB7C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12825" y="6459022"/>
                  <a:ext cx="105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2EDE0CF-52F4-65F5-172F-E05EB387D49B}"/>
                    </a:ext>
                  </a:extLst>
                </p14:cNvPr>
                <p14:cNvContentPartPr/>
                <p14:nvPr/>
              </p14:nvContentPartPr>
              <p14:xfrm>
                <a:off x="7263305" y="6251302"/>
                <a:ext cx="164520" cy="322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2EDE0CF-52F4-65F5-172F-E05EB387D49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245305" y="6233662"/>
                  <a:ext cx="20016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08F7EE2-EE66-3598-7CB0-54F4113039BC}"/>
              </a:ext>
            </a:extLst>
          </p:cNvPr>
          <p:cNvGrpSpPr/>
          <p:nvPr/>
        </p:nvGrpSpPr>
        <p:grpSpPr>
          <a:xfrm>
            <a:off x="9179945" y="4467862"/>
            <a:ext cx="341280" cy="1087200"/>
            <a:chOff x="9179945" y="4467862"/>
            <a:chExt cx="341280" cy="10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423F440-7906-4CE9-8D41-CB03C8722ED9}"/>
                    </a:ext>
                  </a:extLst>
                </p14:cNvPr>
                <p14:cNvContentPartPr/>
                <p14:nvPr/>
              </p14:nvContentPartPr>
              <p14:xfrm>
                <a:off x="9466865" y="4467862"/>
                <a:ext cx="40320" cy="997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423F440-7906-4CE9-8D41-CB03C8722E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48865" y="4449862"/>
                  <a:ext cx="75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7FC2FA-E501-1513-FC1E-B69A8A3FF99B}"/>
                    </a:ext>
                  </a:extLst>
                </p14:cNvPr>
                <p14:cNvContentPartPr/>
                <p14:nvPr/>
              </p14:nvContentPartPr>
              <p14:xfrm>
                <a:off x="9438425" y="5476222"/>
                <a:ext cx="54360" cy="78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7FC2FA-E501-1513-FC1E-B69A8A3FF99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20785" y="5458582"/>
                  <a:ext cx="90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32F176-F9F1-0002-16FA-3EC79F10FA6F}"/>
                    </a:ext>
                  </a:extLst>
                </p14:cNvPr>
                <p14:cNvContentPartPr/>
                <p14:nvPr/>
              </p14:nvContentPartPr>
              <p14:xfrm>
                <a:off x="9244745" y="4686382"/>
                <a:ext cx="276480" cy="7819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32F176-F9F1-0002-16FA-3EC79F10FA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226745" y="4668742"/>
                  <a:ext cx="31212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9709CEA-992A-2253-64B7-ECE08A18F336}"/>
                    </a:ext>
                  </a:extLst>
                </p14:cNvPr>
                <p14:cNvContentPartPr/>
                <p14:nvPr/>
              </p14:nvContentPartPr>
              <p14:xfrm>
                <a:off x="9179945" y="4670542"/>
                <a:ext cx="177840" cy="172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9709CEA-992A-2253-64B7-ECE08A18F33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162305" y="4652902"/>
                  <a:ext cx="2134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66A76FC-A7CA-A7FA-FE4F-DCE9B13FC294}"/>
              </a:ext>
            </a:extLst>
          </p:cNvPr>
          <p:cNvGrpSpPr/>
          <p:nvPr/>
        </p:nvGrpSpPr>
        <p:grpSpPr>
          <a:xfrm>
            <a:off x="9084905" y="5708422"/>
            <a:ext cx="1050120" cy="369360"/>
            <a:chOff x="9084905" y="5708422"/>
            <a:chExt cx="105012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5B37A-280B-F04E-71EB-7A7E4F5AB71B}"/>
                    </a:ext>
                  </a:extLst>
                </p14:cNvPr>
                <p14:cNvContentPartPr/>
                <p14:nvPr/>
              </p14:nvContentPartPr>
              <p14:xfrm>
                <a:off x="9084905" y="5859622"/>
                <a:ext cx="134280" cy="218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5B37A-280B-F04E-71EB-7A7E4F5AB71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67265" y="5841982"/>
                  <a:ext cx="169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AD2B80B-26F4-5756-B223-F2C132C05549}"/>
                    </a:ext>
                  </a:extLst>
                </p14:cNvPr>
                <p14:cNvContentPartPr/>
                <p14:nvPr/>
              </p14:nvContentPartPr>
              <p14:xfrm>
                <a:off x="9275705" y="5901382"/>
                <a:ext cx="171000" cy="145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AD2B80B-26F4-5756-B223-F2C132C0554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257705" y="5883742"/>
                  <a:ext cx="206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5D8C52D-65E5-C1F6-C876-F8A50D73F7CA}"/>
                    </a:ext>
                  </a:extLst>
                </p14:cNvPr>
                <p14:cNvContentPartPr/>
                <p14:nvPr/>
              </p14:nvContentPartPr>
              <p14:xfrm>
                <a:off x="9552905" y="5895262"/>
                <a:ext cx="28440" cy="131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5D8C52D-65E5-C1F6-C876-F8A50D73F7C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35265" y="5877262"/>
                  <a:ext cx="64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47947B5-2E47-2879-7706-086CA9650DD9}"/>
                    </a:ext>
                  </a:extLst>
                </p14:cNvPr>
                <p14:cNvContentPartPr/>
                <p14:nvPr/>
              </p14:nvContentPartPr>
              <p14:xfrm>
                <a:off x="9535625" y="5777182"/>
                <a:ext cx="15840" cy="15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47947B5-2E47-2879-7706-086CA9650DD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17625" y="5759542"/>
                  <a:ext cx="51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D38DDBE-6C15-0807-E9DE-E3661792C8B2}"/>
                    </a:ext>
                  </a:extLst>
                </p14:cNvPr>
                <p14:cNvContentPartPr/>
                <p14:nvPr/>
              </p14:nvContentPartPr>
              <p14:xfrm>
                <a:off x="9687905" y="5722462"/>
                <a:ext cx="65160" cy="215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D38DDBE-6C15-0807-E9DE-E3661792C8B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669905" y="5704822"/>
                  <a:ext cx="100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9EAE6CE-D00B-E568-41A7-42898FDBDE39}"/>
                    </a:ext>
                  </a:extLst>
                </p14:cNvPr>
                <p14:cNvContentPartPr/>
                <p14:nvPr/>
              </p14:nvContentPartPr>
              <p14:xfrm>
                <a:off x="9665945" y="5841262"/>
                <a:ext cx="96120" cy="48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9EAE6CE-D00B-E568-41A7-42898FDBDE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647945" y="5823622"/>
                  <a:ext cx="131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42E2461-B30E-4D59-6ACB-EBE4673A9924}"/>
                    </a:ext>
                  </a:extLst>
                </p14:cNvPr>
                <p14:cNvContentPartPr/>
                <p14:nvPr/>
              </p14:nvContentPartPr>
              <p14:xfrm>
                <a:off x="9872225" y="5708422"/>
                <a:ext cx="262800" cy="180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42E2461-B30E-4D59-6ACB-EBE4673A992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854585" y="5690782"/>
                  <a:ext cx="2984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64AB997-34AD-27D2-A42B-9CFA5BB8A469}"/>
              </a:ext>
            </a:extLst>
          </p:cNvPr>
          <p:cNvGrpSpPr/>
          <p:nvPr/>
        </p:nvGrpSpPr>
        <p:grpSpPr>
          <a:xfrm>
            <a:off x="9551825" y="6197302"/>
            <a:ext cx="753120" cy="243720"/>
            <a:chOff x="9551825" y="6197302"/>
            <a:chExt cx="75312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F9D67A1-4E57-217E-D55B-D3CB562A5F65}"/>
                    </a:ext>
                  </a:extLst>
                </p14:cNvPr>
                <p14:cNvContentPartPr/>
                <p14:nvPr/>
              </p14:nvContentPartPr>
              <p14:xfrm>
                <a:off x="9551825" y="6254542"/>
                <a:ext cx="135000" cy="1864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F9D67A1-4E57-217E-D55B-D3CB562A5F6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533825" y="6236542"/>
                  <a:ext cx="170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A08BA2-515C-985E-7678-0D06F5806C89}"/>
                    </a:ext>
                  </a:extLst>
                </p14:cNvPr>
                <p14:cNvContentPartPr/>
                <p14:nvPr/>
              </p14:nvContentPartPr>
              <p14:xfrm>
                <a:off x="9781505" y="6242302"/>
                <a:ext cx="52920" cy="170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A08BA2-515C-985E-7678-0D06F5806C8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763505" y="6224662"/>
                  <a:ext cx="885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C9ADDFF-5DDD-B087-8D06-C43D258A42E5}"/>
                    </a:ext>
                  </a:extLst>
                </p14:cNvPr>
                <p14:cNvContentPartPr/>
                <p14:nvPr/>
              </p14:nvContentPartPr>
              <p14:xfrm>
                <a:off x="9816065" y="6197302"/>
                <a:ext cx="68760" cy="154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C9ADDFF-5DDD-B087-8D06-C43D258A42E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98065" y="6179302"/>
                  <a:ext cx="104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27F9937-840E-FA86-49F9-EA01F11C5304}"/>
                    </a:ext>
                  </a:extLst>
                </p14:cNvPr>
                <p14:cNvContentPartPr/>
                <p14:nvPr/>
              </p14:nvContentPartPr>
              <p14:xfrm>
                <a:off x="9933785" y="6227182"/>
                <a:ext cx="227160" cy="110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27F9937-840E-FA86-49F9-EA01F11C530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15785" y="6209182"/>
                  <a:ext cx="262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6D62026-E2F6-0AB0-5589-757ED4348298}"/>
                    </a:ext>
                  </a:extLst>
                </p14:cNvPr>
                <p14:cNvContentPartPr/>
                <p14:nvPr/>
              </p14:nvContentPartPr>
              <p14:xfrm>
                <a:off x="10301705" y="6228622"/>
                <a:ext cx="3240" cy="33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6D62026-E2F6-0AB0-5589-757ED434829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284065" y="6210982"/>
                  <a:ext cx="38880" cy="6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4027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extLst>
              <a:ext uri="{FF2B5EF4-FFF2-40B4-BE49-F238E27FC236}">
                <a16:creationId xmlns:a16="http://schemas.microsoft.com/office/drawing/2014/main" id="{28F4B405-F310-2D1E-6532-295A36A644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27"/>
          <a:stretch>
            <a:fillRect/>
          </a:stretch>
        </p:blipFill>
        <p:spPr bwMode="auto">
          <a:xfrm>
            <a:off x="2192338" y="628650"/>
            <a:ext cx="7766050" cy="4217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5A5253E-598B-3363-6E48-83456037C57F}"/>
              </a:ext>
            </a:extLst>
          </p:cNvPr>
          <p:cNvGrpSpPr/>
          <p:nvPr/>
        </p:nvGrpSpPr>
        <p:grpSpPr>
          <a:xfrm>
            <a:off x="4737704" y="173969"/>
            <a:ext cx="4013280" cy="891720"/>
            <a:chOff x="4737704" y="173969"/>
            <a:chExt cx="4013280" cy="89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14:cNvPr>
                <p14:cNvContentPartPr/>
                <p14:nvPr/>
              </p14:nvContentPartPr>
              <p14:xfrm>
                <a:off x="4737704" y="237689"/>
                <a:ext cx="10800" cy="379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7555B4-4DF2-1C8C-5CAC-AED2F6814D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20064" y="220049"/>
                  <a:ext cx="464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14:cNvPr>
                <p14:cNvContentPartPr/>
                <p14:nvPr/>
              </p14:nvContentPartPr>
              <p14:xfrm>
                <a:off x="4740224" y="289169"/>
                <a:ext cx="250920" cy="244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A2A3D9-0938-A9DE-F261-C432346522E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22584" y="271169"/>
                  <a:ext cx="2865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14:cNvPr>
                <p14:cNvContentPartPr/>
                <p14:nvPr/>
              </p14:nvContentPartPr>
              <p14:xfrm>
                <a:off x="5136224" y="438209"/>
                <a:ext cx="88920" cy="5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A43273-DDC6-FE2F-5EED-1AE2DD137A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18224" y="420209"/>
                  <a:ext cx="124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14:cNvPr>
                <p14:cNvContentPartPr/>
                <p14:nvPr/>
              </p14:nvContentPartPr>
              <p14:xfrm>
                <a:off x="5419544" y="305369"/>
                <a:ext cx="460080" cy="23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32F8B9-2840-07B9-16ED-5726E810E5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01904" y="287369"/>
                  <a:ext cx="495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14:cNvPr>
                <p14:cNvContentPartPr/>
                <p14:nvPr/>
              </p14:nvContentPartPr>
              <p14:xfrm>
                <a:off x="5955584" y="355049"/>
                <a:ext cx="183960" cy="16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26CB66-7E2E-EB7D-3FF4-C062F022DB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37584" y="337409"/>
                  <a:ext cx="219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14:cNvPr>
                <p14:cNvContentPartPr/>
                <p14:nvPr/>
              </p14:nvContentPartPr>
              <p14:xfrm>
                <a:off x="6201464" y="362249"/>
                <a:ext cx="223560" cy="13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62B1B9-6A01-FB15-AF2F-57C315E366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83464" y="344609"/>
                  <a:ext cx="259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14:cNvPr>
                <p14:cNvContentPartPr/>
                <p14:nvPr/>
              </p14:nvContentPartPr>
              <p14:xfrm>
                <a:off x="6455264" y="329849"/>
                <a:ext cx="160560" cy="129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495632-4541-D4E1-6DDE-8D2A77C2C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37624" y="311849"/>
                  <a:ext cx="196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14:cNvPr>
                <p14:cNvContentPartPr/>
                <p14:nvPr/>
              </p14:nvContentPartPr>
              <p14:xfrm>
                <a:off x="6682424" y="327329"/>
                <a:ext cx="141480" cy="1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E21891-F995-B8AF-1531-BA5850C2E7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64424" y="309689"/>
                  <a:ext cx="177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14:cNvPr>
                <p14:cNvContentPartPr/>
                <p14:nvPr/>
              </p14:nvContentPartPr>
              <p14:xfrm>
                <a:off x="6872144" y="192329"/>
                <a:ext cx="69120" cy="330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8B0999-E9F7-B66E-F520-4A137E6CA3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54504" y="174329"/>
                  <a:ext cx="1047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14:cNvPr>
                <p14:cNvContentPartPr/>
                <p14:nvPr/>
              </p14:nvContentPartPr>
              <p14:xfrm>
                <a:off x="7079504" y="347489"/>
                <a:ext cx="129960" cy="2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553333-7A64-611E-EAF8-B8C3103B1D9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1864" y="329849"/>
                  <a:ext cx="165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14:cNvPr>
                <p14:cNvContentPartPr/>
                <p14:nvPr/>
              </p14:nvContentPartPr>
              <p14:xfrm>
                <a:off x="7159424" y="416249"/>
                <a:ext cx="101880" cy="10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90053CA-50B1-0550-4C63-256CA44FBE2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41784" y="398609"/>
                  <a:ext cx="137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14:cNvPr>
                <p14:cNvContentPartPr/>
                <p14:nvPr/>
              </p14:nvContentPartPr>
              <p14:xfrm>
                <a:off x="7494584" y="213929"/>
                <a:ext cx="50040" cy="29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8A8FF2-1EBC-25AB-599C-93A4AFA2BE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76584" y="196289"/>
                  <a:ext cx="85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14:cNvPr>
                <p14:cNvContentPartPr/>
                <p14:nvPr/>
              </p14:nvContentPartPr>
              <p14:xfrm>
                <a:off x="7519424" y="211049"/>
                <a:ext cx="195120" cy="22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98238A-F55B-3184-769C-416DE6E1E1C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01784" y="193409"/>
                  <a:ext cx="230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14:cNvPr>
                <p14:cNvContentPartPr/>
                <p14:nvPr/>
              </p14:nvContentPartPr>
              <p14:xfrm>
                <a:off x="7876544" y="185129"/>
                <a:ext cx="34560" cy="29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08FFE8-14BA-156C-6517-CA44C09DE7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58904" y="167129"/>
                  <a:ext cx="70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14:cNvPr>
                <p14:cNvContentPartPr/>
                <p14:nvPr/>
              </p14:nvContentPartPr>
              <p14:xfrm>
                <a:off x="7885544" y="204209"/>
                <a:ext cx="259200" cy="17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8AEDBA-F709-8D68-8B41-14555323BED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7904" y="186209"/>
                  <a:ext cx="294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14:cNvPr>
                <p14:cNvContentPartPr/>
                <p14:nvPr/>
              </p14:nvContentPartPr>
              <p14:xfrm>
                <a:off x="8265704" y="200969"/>
                <a:ext cx="128520" cy="19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AD8EAC-C24E-B972-F4B3-68C3DCBC99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47704" y="183329"/>
                  <a:ext cx="164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14:cNvPr>
                <p14:cNvContentPartPr/>
                <p14:nvPr/>
              </p14:nvContentPartPr>
              <p14:xfrm>
                <a:off x="8520944" y="173969"/>
                <a:ext cx="106560" cy="255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D01412-CFB1-5A0C-D5B9-F94785764AB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03304" y="156329"/>
                  <a:ext cx="142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14:cNvPr>
                <p14:cNvContentPartPr/>
                <p14:nvPr/>
              </p14:nvContentPartPr>
              <p14:xfrm>
                <a:off x="4952624" y="799649"/>
                <a:ext cx="82800" cy="266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014258-2F4F-B768-6972-26DBA5E885C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34624" y="781649"/>
                  <a:ext cx="118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14:cNvPr>
                <p14:cNvContentPartPr/>
                <p14:nvPr/>
              </p14:nvContentPartPr>
              <p14:xfrm>
                <a:off x="4965584" y="761489"/>
                <a:ext cx="121320" cy="18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D2E92F-D373-C342-9269-CECFB94795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47584" y="743849"/>
                  <a:ext cx="156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14:cNvPr>
                <p14:cNvContentPartPr/>
                <p14:nvPr/>
              </p14:nvContentPartPr>
              <p14:xfrm>
                <a:off x="5265824" y="908009"/>
                <a:ext cx="127080" cy="1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8DA36BA-7D03-0F9E-E587-522DF03621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48184" y="890369"/>
                  <a:ext cx="162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14:cNvPr>
                <p14:cNvContentPartPr/>
                <p14:nvPr/>
              </p14:nvContentPartPr>
              <p14:xfrm>
                <a:off x="5671904" y="729449"/>
                <a:ext cx="428760" cy="232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0B8E811-553A-1E15-C893-63A4361B27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4264" y="711809"/>
                  <a:ext cx="464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14:cNvPr>
                <p14:cNvContentPartPr/>
                <p14:nvPr/>
              </p14:nvContentPartPr>
              <p14:xfrm>
                <a:off x="6142064" y="789569"/>
                <a:ext cx="156600" cy="149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CCCDE3-01FD-C817-44E5-1761E5B9C8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124064" y="771929"/>
                  <a:ext cx="192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14:cNvPr>
                <p14:cNvContentPartPr/>
                <p14:nvPr/>
              </p14:nvContentPartPr>
              <p14:xfrm>
                <a:off x="6362384" y="793889"/>
                <a:ext cx="175320" cy="127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EFC579-267F-AA48-72A4-893476FC97D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44744" y="775889"/>
                  <a:ext cx="210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14:cNvPr>
                <p14:cNvContentPartPr/>
                <p14:nvPr/>
              </p14:nvContentPartPr>
              <p14:xfrm>
                <a:off x="6596384" y="812249"/>
                <a:ext cx="180720" cy="10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79D6B9-D96A-77A0-8CF0-D318338BB8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78384" y="794249"/>
                  <a:ext cx="216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14:cNvPr>
                <p14:cNvContentPartPr/>
                <p14:nvPr/>
              </p14:nvContentPartPr>
              <p14:xfrm>
                <a:off x="6842984" y="669689"/>
                <a:ext cx="218880" cy="305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CFC1FE2-8139-830E-F490-E63456DCE29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24984" y="651689"/>
                  <a:ext cx="254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14:cNvPr>
                <p14:cNvContentPartPr/>
                <p14:nvPr/>
              </p14:nvContentPartPr>
              <p14:xfrm>
                <a:off x="7238624" y="785249"/>
                <a:ext cx="9936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FD16CC-7342-EC18-C639-499B26F25C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20624" y="767609"/>
                  <a:ext cx="135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14:cNvPr>
                <p14:cNvContentPartPr/>
                <p14:nvPr/>
              </p14:nvContentPartPr>
              <p14:xfrm>
                <a:off x="7307384" y="830249"/>
                <a:ext cx="5040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AB97CCC-A5B6-6A3D-D5FA-876EE0F8477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89744" y="812609"/>
                  <a:ext cx="86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14:cNvPr>
                <p14:cNvContentPartPr/>
                <p14:nvPr/>
              </p14:nvContentPartPr>
              <p14:xfrm>
                <a:off x="7630304" y="671849"/>
                <a:ext cx="77040" cy="257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808A21-A44C-1600-BD33-85C7D3D2F58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12664" y="654209"/>
                  <a:ext cx="112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14:cNvPr>
                <p14:cNvContentPartPr/>
                <p14:nvPr/>
              </p14:nvContentPartPr>
              <p14:xfrm>
                <a:off x="7606184" y="695249"/>
                <a:ext cx="16488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C279CD-B640-0D92-7236-07F400550B3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8184" y="677609"/>
                  <a:ext cx="200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14:cNvPr>
                <p14:cNvContentPartPr/>
                <p14:nvPr/>
              </p14:nvContentPartPr>
              <p14:xfrm>
                <a:off x="7933064" y="703529"/>
                <a:ext cx="46440" cy="20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626EF1-6D8E-F2D2-B21D-164847AAEA9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15064" y="685889"/>
                  <a:ext cx="82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14:cNvPr>
                <p14:cNvContentPartPr/>
                <p14:nvPr/>
              </p14:nvContentPartPr>
              <p14:xfrm>
                <a:off x="7943144" y="662489"/>
                <a:ext cx="297360" cy="129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1AEE98-0583-80DF-698D-17903C1259A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25144" y="644849"/>
                  <a:ext cx="333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14:cNvPr>
                <p14:cNvContentPartPr/>
                <p14:nvPr/>
              </p14:nvContentPartPr>
              <p14:xfrm>
                <a:off x="8339144" y="646649"/>
                <a:ext cx="157320" cy="151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8069FB-EC4E-3697-83D0-51F57A06A3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21144" y="629009"/>
                  <a:ext cx="192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14:cNvPr>
                <p14:cNvContentPartPr/>
                <p14:nvPr/>
              </p14:nvContentPartPr>
              <p14:xfrm>
                <a:off x="8658104" y="573569"/>
                <a:ext cx="92880" cy="20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A643F4-2DD8-7084-21C0-1D462D26F1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640464" y="555569"/>
                  <a:ext cx="1285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CCA632B-9022-899D-2F0B-E09344D3E14B}"/>
              </a:ext>
            </a:extLst>
          </p:cNvPr>
          <p:cNvGrpSpPr/>
          <p:nvPr/>
        </p:nvGrpSpPr>
        <p:grpSpPr>
          <a:xfrm>
            <a:off x="3771104" y="2791889"/>
            <a:ext cx="511560" cy="32400"/>
            <a:chOff x="3771104" y="2791889"/>
            <a:chExt cx="51156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14:cNvPr>
                <p14:cNvContentPartPr/>
                <p14:nvPr/>
              </p14:nvContentPartPr>
              <p14:xfrm>
                <a:off x="3771104" y="2807009"/>
                <a:ext cx="9540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DFBF15-91A0-78F4-C9CA-730027BAC5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53104" y="2789369"/>
                  <a:ext cx="131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14:cNvPr>
                <p14:cNvContentPartPr/>
                <p14:nvPr/>
              </p14:nvContentPartPr>
              <p14:xfrm>
                <a:off x="3991064" y="2803769"/>
                <a:ext cx="73800" cy="19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9DB0E6-233D-ACC9-EE23-D97A0E017A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73064" y="2785769"/>
                  <a:ext cx="10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14:cNvPr>
                <p14:cNvContentPartPr/>
                <p14:nvPr/>
              </p14:nvContentPartPr>
              <p14:xfrm>
                <a:off x="4198064" y="2791889"/>
                <a:ext cx="84600" cy="6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BC2032-3193-B2BD-C062-ABB7087076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80064" y="2773889"/>
                  <a:ext cx="1202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1" name="Group 25600">
            <a:extLst>
              <a:ext uri="{FF2B5EF4-FFF2-40B4-BE49-F238E27FC236}">
                <a16:creationId xmlns:a16="http://schemas.microsoft.com/office/drawing/2014/main" id="{FD5BC5DF-D285-CF2B-BDCB-49B0D325A844}"/>
              </a:ext>
            </a:extLst>
          </p:cNvPr>
          <p:cNvGrpSpPr/>
          <p:nvPr/>
        </p:nvGrpSpPr>
        <p:grpSpPr>
          <a:xfrm>
            <a:off x="1728824" y="1784969"/>
            <a:ext cx="1539000" cy="997200"/>
            <a:chOff x="1728824" y="1784969"/>
            <a:chExt cx="1539000" cy="9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14:cNvPr>
                <p14:cNvContentPartPr/>
                <p14:nvPr/>
              </p14:nvContentPartPr>
              <p14:xfrm>
                <a:off x="1728824" y="2294369"/>
                <a:ext cx="216000" cy="172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EE378D-68B0-490A-75E2-640715BDF2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11184" y="2276729"/>
                  <a:ext cx="251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14:cNvPr>
                <p14:cNvContentPartPr/>
                <p14:nvPr/>
              </p14:nvContentPartPr>
              <p14:xfrm>
                <a:off x="1934744" y="2217689"/>
                <a:ext cx="7920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7A93C-F1BC-F25E-86AC-6F20D493A2E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16744" y="2200049"/>
                  <a:ext cx="114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14:cNvPr>
                <p14:cNvContentPartPr/>
                <p14:nvPr/>
              </p14:nvContentPartPr>
              <p14:xfrm>
                <a:off x="2078384" y="2121209"/>
                <a:ext cx="100440" cy="221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85FD44-326E-A2AF-D135-E242C3DCB53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60384" y="2103209"/>
                  <a:ext cx="136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14:cNvPr>
                <p14:cNvContentPartPr/>
                <p14:nvPr/>
              </p14:nvContentPartPr>
              <p14:xfrm>
                <a:off x="2223104" y="2074049"/>
                <a:ext cx="119160" cy="111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67067D-FFA5-8FD1-515A-5531595B98E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205464" y="2056049"/>
                  <a:ext cx="154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14:cNvPr>
                <p14:cNvContentPartPr/>
                <p14:nvPr/>
              </p14:nvContentPartPr>
              <p14:xfrm>
                <a:off x="2300864" y="1877129"/>
                <a:ext cx="123120" cy="24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07A8275-DCE9-BCA7-28B1-9716AB2A71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282864" y="1859489"/>
                  <a:ext cx="158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14:cNvPr>
                <p14:cNvContentPartPr/>
                <p14:nvPr/>
              </p14:nvContentPartPr>
              <p14:xfrm>
                <a:off x="2370344" y="2000249"/>
                <a:ext cx="77040" cy="3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603E829-1F9B-A66D-AB2B-CEED7320788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52704" y="1982249"/>
                  <a:ext cx="112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14:cNvPr>
                <p14:cNvContentPartPr/>
                <p14:nvPr/>
              </p14:nvContentPartPr>
              <p14:xfrm>
                <a:off x="2492744" y="1964609"/>
                <a:ext cx="56160" cy="73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6D6637-B375-8007-C8BB-DDEF8879E53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74744" y="1946609"/>
                  <a:ext cx="91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14:cNvPr>
                <p14:cNvContentPartPr/>
                <p14:nvPr/>
              </p14:nvContentPartPr>
              <p14:xfrm>
                <a:off x="2451704" y="1823849"/>
                <a:ext cx="36360" cy="37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F26217-5DA3-917B-DFEA-7F0D2082C0E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33704" y="1806209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14:cNvPr>
                <p14:cNvContentPartPr/>
                <p14:nvPr/>
              </p14:nvContentPartPr>
              <p14:xfrm>
                <a:off x="2601824" y="1853009"/>
                <a:ext cx="81360" cy="10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C06856C-9119-5507-1D77-D9180F7BE6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83824" y="1835369"/>
                  <a:ext cx="117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14:cNvPr>
                <p14:cNvContentPartPr/>
                <p14:nvPr/>
              </p14:nvContentPartPr>
              <p14:xfrm>
                <a:off x="2746904" y="1784969"/>
                <a:ext cx="7524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3AFBE9-C9F2-0577-FD2D-4F925FEBF01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28904" y="1767329"/>
                  <a:ext cx="110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14:cNvPr>
                <p14:cNvContentPartPr/>
                <p14:nvPr/>
              </p14:nvContentPartPr>
              <p14:xfrm>
                <a:off x="2106464" y="2651849"/>
                <a:ext cx="152640" cy="13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0D3611-B169-C946-A2BB-4FCF89F42C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88464" y="2634209"/>
                  <a:ext cx="188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14:cNvPr>
                <p14:cNvContentPartPr/>
                <p14:nvPr/>
              </p14:nvContentPartPr>
              <p14:xfrm>
                <a:off x="2262344" y="2374649"/>
                <a:ext cx="121680" cy="28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6FB24C-1AB3-631F-8A45-DA031D4F691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244704" y="2357009"/>
                  <a:ext cx="1573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14:cNvPr>
                <p14:cNvContentPartPr/>
                <p14:nvPr/>
              </p14:nvContentPartPr>
              <p14:xfrm>
                <a:off x="2390864" y="2452409"/>
                <a:ext cx="127080" cy="125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103C88-81C6-6C63-C018-A6891073C74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373224" y="2434409"/>
                  <a:ext cx="162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14:cNvPr>
                <p14:cNvContentPartPr/>
                <p14:nvPr/>
              </p14:nvContentPartPr>
              <p14:xfrm>
                <a:off x="2592464" y="2371049"/>
                <a:ext cx="78840" cy="12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24967F-6551-59DD-05C5-27CBADD1C0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74824" y="2353409"/>
                  <a:ext cx="114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14:cNvPr>
                <p14:cNvContentPartPr/>
                <p14:nvPr/>
              </p14:nvContentPartPr>
              <p14:xfrm>
                <a:off x="2715944" y="2300489"/>
                <a:ext cx="74520" cy="91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D5973F-0E1D-5C53-F893-608C0557129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98304" y="2282489"/>
                  <a:ext cx="110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14:cNvPr>
                <p14:cNvContentPartPr/>
                <p14:nvPr/>
              </p14:nvContentPartPr>
              <p14:xfrm>
                <a:off x="2709464" y="2241449"/>
                <a:ext cx="144000" cy="23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CE5038-795D-4375-424D-34D37E3FCF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691824" y="2223809"/>
                  <a:ext cx="1796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14:cNvPr>
                <p14:cNvContentPartPr/>
                <p14:nvPr/>
              </p14:nvContentPartPr>
              <p14:xfrm>
                <a:off x="2781104" y="2321729"/>
                <a:ext cx="100440" cy="5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FACABC-49D0-E5E8-DB9B-42E7D9B37B3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63104" y="2303729"/>
                  <a:ext cx="136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14:cNvPr>
                <p14:cNvContentPartPr/>
                <p14:nvPr/>
              </p14:nvContentPartPr>
              <p14:xfrm>
                <a:off x="2918264" y="2134529"/>
                <a:ext cx="72720" cy="146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72F731-F610-91AC-B49D-77AE4775F72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00264" y="2116529"/>
                  <a:ext cx="108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14:cNvPr>
                <p14:cNvContentPartPr/>
                <p14:nvPr/>
              </p14:nvContentPartPr>
              <p14:xfrm>
                <a:off x="3048944" y="2102849"/>
                <a:ext cx="7488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568593-39D7-146B-8916-865DDD746A8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31304" y="2084849"/>
                  <a:ext cx="1105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14:cNvPr>
                <p14:cNvContentPartPr/>
                <p14:nvPr/>
              </p14:nvContentPartPr>
              <p14:xfrm>
                <a:off x="3131744" y="1993049"/>
                <a:ext cx="136080" cy="101520"/>
              </p14:xfrm>
            </p:contentPart>
          </mc:Choice>
          <mc:Fallback xmlns="">
            <p:pic>
              <p:nvPicPr>
                <p:cNvPr id="25600" name="Ink 25599">
                  <a:extLst>
                    <a:ext uri="{FF2B5EF4-FFF2-40B4-BE49-F238E27FC236}">
                      <a16:creationId xmlns:a16="http://schemas.microsoft.com/office/drawing/2014/main" id="{0BA3F6ED-DDFD-D3B8-335A-9DE808B3001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13744" y="1975409"/>
                  <a:ext cx="1717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10" name="Group 25609">
            <a:extLst>
              <a:ext uri="{FF2B5EF4-FFF2-40B4-BE49-F238E27FC236}">
                <a16:creationId xmlns:a16="http://schemas.microsoft.com/office/drawing/2014/main" id="{E4618818-84D2-785E-93A3-A59231513B2F}"/>
              </a:ext>
            </a:extLst>
          </p:cNvPr>
          <p:cNvGrpSpPr/>
          <p:nvPr/>
        </p:nvGrpSpPr>
        <p:grpSpPr>
          <a:xfrm>
            <a:off x="2952104" y="2557529"/>
            <a:ext cx="513000" cy="749520"/>
            <a:chOff x="2952104" y="2557529"/>
            <a:chExt cx="51300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14:cNvPr>
                <p14:cNvContentPartPr/>
                <p14:nvPr/>
              </p14:nvContentPartPr>
              <p14:xfrm>
                <a:off x="3134264" y="3070889"/>
                <a:ext cx="141120" cy="236160"/>
              </p14:xfrm>
            </p:contentPart>
          </mc:Choice>
          <mc:Fallback xmlns="">
            <p:pic>
              <p:nvPicPr>
                <p:cNvPr id="25603" name="Ink 25602">
                  <a:extLst>
                    <a:ext uri="{FF2B5EF4-FFF2-40B4-BE49-F238E27FC236}">
                      <a16:creationId xmlns:a16="http://schemas.microsoft.com/office/drawing/2014/main" id="{50ECCC75-72AB-E696-89A9-4578E9846A1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16264" y="3053249"/>
                  <a:ext cx="176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14:cNvPr>
                <p14:cNvContentPartPr/>
                <p14:nvPr/>
              </p14:nvContentPartPr>
              <p14:xfrm>
                <a:off x="2952104" y="2557529"/>
                <a:ext cx="513000" cy="556200"/>
              </p14:xfrm>
            </p:contentPart>
          </mc:Choice>
          <mc:Fallback xmlns="">
            <p:pic>
              <p:nvPicPr>
                <p:cNvPr id="25607" name="Ink 25606">
                  <a:extLst>
                    <a:ext uri="{FF2B5EF4-FFF2-40B4-BE49-F238E27FC236}">
                      <a16:creationId xmlns:a16="http://schemas.microsoft.com/office/drawing/2014/main" id="{C3DA9DCD-BA85-C32E-C5E3-4D1D90BAB48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34104" y="2539529"/>
                  <a:ext cx="548640" cy="59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9" name="Group 25608">
            <a:extLst>
              <a:ext uri="{FF2B5EF4-FFF2-40B4-BE49-F238E27FC236}">
                <a16:creationId xmlns:a16="http://schemas.microsoft.com/office/drawing/2014/main" id="{69FED9AE-E253-F477-591A-96AB20C77A68}"/>
              </a:ext>
            </a:extLst>
          </p:cNvPr>
          <p:cNvGrpSpPr/>
          <p:nvPr/>
        </p:nvGrpSpPr>
        <p:grpSpPr>
          <a:xfrm>
            <a:off x="4698464" y="2567249"/>
            <a:ext cx="492840" cy="777960"/>
            <a:chOff x="4698464" y="2567249"/>
            <a:chExt cx="49284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14:cNvPr>
                <p14:cNvContentPartPr/>
                <p14:nvPr/>
              </p14:nvContentPartPr>
              <p14:xfrm>
                <a:off x="4761464" y="3124889"/>
                <a:ext cx="99360" cy="220320"/>
              </p14:xfrm>
            </p:contentPart>
          </mc:Choice>
          <mc:Fallback xmlns="">
            <p:pic>
              <p:nvPicPr>
                <p:cNvPr id="25604" name="Ink 25603">
                  <a:extLst>
                    <a:ext uri="{FF2B5EF4-FFF2-40B4-BE49-F238E27FC236}">
                      <a16:creationId xmlns:a16="http://schemas.microsoft.com/office/drawing/2014/main" id="{CDD7B520-8684-7394-EF66-CDA57DD82C5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43824" y="3107249"/>
                  <a:ext cx="135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14:cNvPr>
                <p14:cNvContentPartPr/>
                <p14:nvPr/>
              </p14:nvContentPartPr>
              <p14:xfrm>
                <a:off x="4759304" y="3125249"/>
                <a:ext cx="198360" cy="198000"/>
              </p14:xfrm>
            </p:contentPart>
          </mc:Choice>
          <mc:Fallback xmlns="">
            <p:pic>
              <p:nvPicPr>
                <p:cNvPr id="25605" name="Ink 25604">
                  <a:extLst>
                    <a:ext uri="{FF2B5EF4-FFF2-40B4-BE49-F238E27FC236}">
                      <a16:creationId xmlns:a16="http://schemas.microsoft.com/office/drawing/2014/main" id="{D88D8D90-7475-76B8-859A-3343572E38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1304" y="3107609"/>
                  <a:ext cx="234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14:cNvPr>
                <p14:cNvContentPartPr/>
                <p14:nvPr/>
              </p14:nvContentPartPr>
              <p14:xfrm>
                <a:off x="4698464" y="2567249"/>
                <a:ext cx="492840" cy="494640"/>
              </p14:xfrm>
            </p:contentPart>
          </mc:Choice>
          <mc:Fallback xmlns="">
            <p:pic>
              <p:nvPicPr>
                <p:cNvPr id="25608" name="Ink 25607">
                  <a:extLst>
                    <a:ext uri="{FF2B5EF4-FFF2-40B4-BE49-F238E27FC236}">
                      <a16:creationId xmlns:a16="http://schemas.microsoft.com/office/drawing/2014/main" id="{19FBF9BE-A15D-6740-122C-5D82D099220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680464" y="2549609"/>
                  <a:ext cx="52848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5" name="Group 25624">
            <a:extLst>
              <a:ext uri="{FF2B5EF4-FFF2-40B4-BE49-F238E27FC236}">
                <a16:creationId xmlns:a16="http://schemas.microsoft.com/office/drawing/2014/main" id="{3EC60150-F7BD-4341-0DF6-4DB7AE560E14}"/>
              </a:ext>
            </a:extLst>
          </p:cNvPr>
          <p:cNvGrpSpPr/>
          <p:nvPr/>
        </p:nvGrpSpPr>
        <p:grpSpPr>
          <a:xfrm>
            <a:off x="5004464" y="1796489"/>
            <a:ext cx="1246320" cy="685800"/>
            <a:chOff x="5004464" y="1796489"/>
            <a:chExt cx="124632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14:cNvPr>
                <p14:cNvContentPartPr/>
                <p14:nvPr/>
              </p14:nvContentPartPr>
              <p14:xfrm>
                <a:off x="5004464" y="2214809"/>
                <a:ext cx="172800" cy="267480"/>
              </p14:xfrm>
            </p:contentPart>
          </mc:Choice>
          <mc:Fallback xmlns="">
            <p:pic>
              <p:nvPicPr>
                <p:cNvPr id="25611" name="Ink 25610">
                  <a:extLst>
                    <a:ext uri="{FF2B5EF4-FFF2-40B4-BE49-F238E27FC236}">
                      <a16:creationId xmlns:a16="http://schemas.microsoft.com/office/drawing/2014/main" id="{88D15D31-2FF9-AA14-31D0-8C9C8A3C47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86464" y="2197169"/>
                  <a:ext cx="208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14:cNvPr>
                <p14:cNvContentPartPr/>
                <p14:nvPr/>
              </p14:nvContentPartPr>
              <p14:xfrm>
                <a:off x="5014184" y="2290409"/>
                <a:ext cx="122760" cy="114840"/>
              </p14:xfrm>
            </p:contentPart>
          </mc:Choice>
          <mc:Fallback xmlns="">
            <p:pic>
              <p:nvPicPr>
                <p:cNvPr id="25612" name="Ink 25611">
                  <a:extLst>
                    <a:ext uri="{FF2B5EF4-FFF2-40B4-BE49-F238E27FC236}">
                      <a16:creationId xmlns:a16="http://schemas.microsoft.com/office/drawing/2014/main" id="{1D4F1B1B-AC43-D827-21BE-E1F0B3D1BEA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6544" y="2272769"/>
                  <a:ext cx="158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14:cNvPr>
                <p14:cNvContentPartPr/>
                <p14:nvPr/>
              </p14:nvContentPartPr>
              <p14:xfrm>
                <a:off x="5293544" y="2047049"/>
                <a:ext cx="100440" cy="156960"/>
              </p14:xfrm>
            </p:contentPart>
          </mc:Choice>
          <mc:Fallback xmlns="">
            <p:pic>
              <p:nvPicPr>
                <p:cNvPr id="25613" name="Ink 25612">
                  <a:extLst>
                    <a:ext uri="{FF2B5EF4-FFF2-40B4-BE49-F238E27FC236}">
                      <a16:creationId xmlns:a16="http://schemas.microsoft.com/office/drawing/2014/main" id="{C5070E24-1152-D24E-0E3D-29AAD8DE446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75904" y="2029049"/>
                  <a:ext cx="136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14:cNvPr>
                <p14:cNvContentPartPr/>
                <p14:nvPr/>
              </p14:nvContentPartPr>
              <p14:xfrm>
                <a:off x="5323424" y="1943369"/>
                <a:ext cx="151560" cy="189720"/>
              </p14:xfrm>
            </p:contentPart>
          </mc:Choice>
          <mc:Fallback xmlns="">
            <p:pic>
              <p:nvPicPr>
                <p:cNvPr id="25614" name="Ink 25613">
                  <a:extLst>
                    <a:ext uri="{FF2B5EF4-FFF2-40B4-BE49-F238E27FC236}">
                      <a16:creationId xmlns:a16="http://schemas.microsoft.com/office/drawing/2014/main" id="{D3034C5C-24F1-CBE1-6541-89485A7987A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05784" y="1925369"/>
                  <a:ext cx="187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14:cNvPr>
                <p14:cNvContentPartPr/>
                <p14:nvPr/>
              </p14:nvContentPartPr>
              <p14:xfrm>
                <a:off x="5473904" y="2212289"/>
                <a:ext cx="121680" cy="208440"/>
              </p14:xfrm>
            </p:contentPart>
          </mc:Choice>
          <mc:Fallback xmlns="">
            <p:pic>
              <p:nvPicPr>
                <p:cNvPr id="25615" name="Ink 25614">
                  <a:extLst>
                    <a:ext uri="{FF2B5EF4-FFF2-40B4-BE49-F238E27FC236}">
                      <a16:creationId xmlns:a16="http://schemas.microsoft.com/office/drawing/2014/main" id="{20370ADA-B394-ABAC-8EE2-EB2D8E4428B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56264" y="2194289"/>
                  <a:ext cx="157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14:cNvPr>
                <p14:cNvContentPartPr/>
                <p14:nvPr/>
              </p14:nvContentPartPr>
              <p14:xfrm>
                <a:off x="5502344" y="2188889"/>
                <a:ext cx="135720" cy="133200"/>
              </p14:xfrm>
            </p:contentPart>
          </mc:Choice>
          <mc:Fallback xmlns="">
            <p:pic>
              <p:nvPicPr>
                <p:cNvPr id="25616" name="Ink 25615">
                  <a:extLst>
                    <a:ext uri="{FF2B5EF4-FFF2-40B4-BE49-F238E27FC236}">
                      <a16:creationId xmlns:a16="http://schemas.microsoft.com/office/drawing/2014/main" id="{49B094A9-9934-D703-AA91-B9DABC3BE3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84344" y="2171249"/>
                  <a:ext cx="171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14:cNvPr>
                <p14:cNvContentPartPr/>
                <p14:nvPr/>
              </p14:nvContentPartPr>
              <p14:xfrm>
                <a:off x="5646704" y="2162249"/>
                <a:ext cx="88920" cy="69120"/>
              </p14:xfrm>
            </p:contentPart>
          </mc:Choice>
          <mc:Fallback xmlns="">
            <p:pic>
              <p:nvPicPr>
                <p:cNvPr id="25617" name="Ink 25616">
                  <a:extLst>
                    <a:ext uri="{FF2B5EF4-FFF2-40B4-BE49-F238E27FC236}">
                      <a16:creationId xmlns:a16="http://schemas.microsoft.com/office/drawing/2014/main" id="{43FEF48B-7EE6-16FF-C91B-F41BAE53D79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629064" y="2144609"/>
                  <a:ext cx="124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14:cNvPr>
                <p14:cNvContentPartPr/>
                <p14:nvPr/>
              </p14:nvContentPartPr>
              <p14:xfrm>
                <a:off x="5725544" y="2126969"/>
                <a:ext cx="79200" cy="68400"/>
              </p14:xfrm>
            </p:contentPart>
          </mc:Choice>
          <mc:Fallback xmlns="">
            <p:pic>
              <p:nvPicPr>
                <p:cNvPr id="25618" name="Ink 25617">
                  <a:extLst>
                    <a:ext uri="{FF2B5EF4-FFF2-40B4-BE49-F238E27FC236}">
                      <a16:creationId xmlns:a16="http://schemas.microsoft.com/office/drawing/2014/main" id="{E2EE7D2D-9C15-0A83-746C-F80689BCE3B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07544" y="2109329"/>
                  <a:ext cx="114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14:cNvPr>
                <p14:cNvContentPartPr/>
                <p14:nvPr/>
              </p14:nvContentPartPr>
              <p14:xfrm>
                <a:off x="5758664" y="2054249"/>
                <a:ext cx="46800" cy="83880"/>
              </p14:xfrm>
            </p:contentPart>
          </mc:Choice>
          <mc:Fallback xmlns="">
            <p:pic>
              <p:nvPicPr>
                <p:cNvPr id="25619" name="Ink 25618">
                  <a:extLst>
                    <a:ext uri="{FF2B5EF4-FFF2-40B4-BE49-F238E27FC236}">
                      <a16:creationId xmlns:a16="http://schemas.microsoft.com/office/drawing/2014/main" id="{EE5A9FE5-C3DD-01D7-A145-8EAC8EC3F8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41024" y="2036609"/>
                  <a:ext cx="82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14:cNvPr>
                <p14:cNvContentPartPr/>
                <p14:nvPr/>
              </p14:nvContentPartPr>
              <p14:xfrm>
                <a:off x="5826344" y="2017529"/>
                <a:ext cx="38160" cy="81720"/>
              </p14:xfrm>
            </p:contentPart>
          </mc:Choice>
          <mc:Fallback xmlns="">
            <p:pic>
              <p:nvPicPr>
                <p:cNvPr id="25620" name="Ink 25619">
                  <a:extLst>
                    <a:ext uri="{FF2B5EF4-FFF2-40B4-BE49-F238E27FC236}">
                      <a16:creationId xmlns:a16="http://schemas.microsoft.com/office/drawing/2014/main" id="{E077C02D-CCDC-B274-F834-19770567E6E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808704" y="1999889"/>
                  <a:ext cx="73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14:cNvPr>
                <p14:cNvContentPartPr/>
                <p14:nvPr/>
              </p14:nvContentPartPr>
              <p14:xfrm>
                <a:off x="5771984" y="1949849"/>
                <a:ext cx="25920" cy="16560"/>
              </p14:xfrm>
            </p:contentPart>
          </mc:Choice>
          <mc:Fallback xmlns="">
            <p:pic>
              <p:nvPicPr>
                <p:cNvPr id="25621" name="Ink 25620">
                  <a:extLst>
                    <a:ext uri="{FF2B5EF4-FFF2-40B4-BE49-F238E27FC236}">
                      <a16:creationId xmlns:a16="http://schemas.microsoft.com/office/drawing/2014/main" id="{9D681B07-172A-2D53-09CE-72506FDFBDE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54344" y="1932209"/>
                  <a:ext cx="61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14:cNvPr>
                <p14:cNvContentPartPr/>
                <p14:nvPr/>
              </p14:nvContentPartPr>
              <p14:xfrm>
                <a:off x="5892224" y="1880729"/>
                <a:ext cx="145080" cy="110160"/>
              </p14:xfrm>
            </p:contentPart>
          </mc:Choice>
          <mc:Fallback xmlns="">
            <p:pic>
              <p:nvPicPr>
                <p:cNvPr id="25622" name="Ink 25621">
                  <a:extLst>
                    <a:ext uri="{FF2B5EF4-FFF2-40B4-BE49-F238E27FC236}">
                      <a16:creationId xmlns:a16="http://schemas.microsoft.com/office/drawing/2014/main" id="{AFCD7ECF-B7FD-937B-2E60-FB3327A863F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874584" y="1863089"/>
                  <a:ext cx="18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14:cNvPr>
                <p14:cNvContentPartPr/>
                <p14:nvPr/>
              </p14:nvContentPartPr>
              <p14:xfrm>
                <a:off x="6073664" y="1796489"/>
                <a:ext cx="146160" cy="223200"/>
              </p14:xfrm>
            </p:contentPart>
          </mc:Choice>
          <mc:Fallback xmlns="">
            <p:pic>
              <p:nvPicPr>
                <p:cNvPr id="25623" name="Ink 25622">
                  <a:extLst>
                    <a:ext uri="{FF2B5EF4-FFF2-40B4-BE49-F238E27FC236}">
                      <a16:creationId xmlns:a16="http://schemas.microsoft.com/office/drawing/2014/main" id="{ACBD5D55-725C-6565-B3EA-82828F9CC41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56024" y="1778489"/>
                  <a:ext cx="181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14:cNvPr>
                <p14:cNvContentPartPr/>
                <p14:nvPr/>
              </p14:nvContentPartPr>
              <p14:xfrm>
                <a:off x="6248984" y="1828529"/>
                <a:ext cx="1800" cy="9360"/>
              </p14:xfrm>
            </p:contentPart>
          </mc:Choice>
          <mc:Fallback xmlns="">
            <p:pic>
              <p:nvPicPr>
                <p:cNvPr id="25624" name="Ink 25623">
                  <a:extLst>
                    <a:ext uri="{FF2B5EF4-FFF2-40B4-BE49-F238E27FC236}">
                      <a16:creationId xmlns:a16="http://schemas.microsoft.com/office/drawing/2014/main" id="{35293261-63F6-5C05-95F4-D6F0245FEF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31344" y="1810529"/>
                  <a:ext cx="374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32" name="Group 25631">
            <a:extLst>
              <a:ext uri="{FF2B5EF4-FFF2-40B4-BE49-F238E27FC236}">
                <a16:creationId xmlns:a16="http://schemas.microsoft.com/office/drawing/2014/main" id="{DEFF9C1D-4177-7CAA-8FAA-B691F17A749C}"/>
              </a:ext>
            </a:extLst>
          </p:cNvPr>
          <p:cNvGrpSpPr/>
          <p:nvPr/>
        </p:nvGrpSpPr>
        <p:grpSpPr>
          <a:xfrm>
            <a:off x="7638224" y="2763449"/>
            <a:ext cx="490320" cy="144000"/>
            <a:chOff x="7638224" y="2763449"/>
            <a:chExt cx="49032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14:cNvPr>
                <p14:cNvContentPartPr/>
                <p14:nvPr/>
              </p14:nvContentPartPr>
              <p14:xfrm>
                <a:off x="7638224" y="2820329"/>
                <a:ext cx="109800" cy="20160"/>
              </p14:xfrm>
            </p:contentPart>
          </mc:Choice>
          <mc:Fallback xmlns="">
            <p:pic>
              <p:nvPicPr>
                <p:cNvPr id="25626" name="Ink 25625">
                  <a:extLst>
                    <a:ext uri="{FF2B5EF4-FFF2-40B4-BE49-F238E27FC236}">
                      <a16:creationId xmlns:a16="http://schemas.microsoft.com/office/drawing/2014/main" id="{E17D660E-74BE-E707-C88A-80A677D38D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620584" y="2802689"/>
                  <a:ext cx="14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14:cNvPr>
                <p14:cNvContentPartPr/>
                <p14:nvPr/>
              </p14:nvContentPartPr>
              <p14:xfrm>
                <a:off x="7730384" y="2763449"/>
                <a:ext cx="27360" cy="144000"/>
              </p14:xfrm>
            </p:contentPart>
          </mc:Choice>
          <mc:Fallback xmlns="">
            <p:pic>
              <p:nvPicPr>
                <p:cNvPr id="25627" name="Ink 25626">
                  <a:extLst>
                    <a:ext uri="{FF2B5EF4-FFF2-40B4-BE49-F238E27FC236}">
                      <a16:creationId xmlns:a16="http://schemas.microsoft.com/office/drawing/2014/main" id="{4A70D501-6914-0E40-34DA-744FAB79D6E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12744" y="2745449"/>
                  <a:ext cx="63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14:cNvPr>
                <p14:cNvContentPartPr/>
                <p14:nvPr/>
              </p14:nvContentPartPr>
              <p14:xfrm>
                <a:off x="7833344" y="2848049"/>
                <a:ext cx="81000" cy="8640"/>
              </p14:xfrm>
            </p:contentPart>
          </mc:Choice>
          <mc:Fallback xmlns="">
            <p:pic>
              <p:nvPicPr>
                <p:cNvPr id="25628" name="Ink 25627">
                  <a:extLst>
                    <a:ext uri="{FF2B5EF4-FFF2-40B4-BE49-F238E27FC236}">
                      <a16:creationId xmlns:a16="http://schemas.microsoft.com/office/drawing/2014/main" id="{EAEFC41F-8886-04CF-7DC3-E7C5E45CBDC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15704" y="2830409"/>
                  <a:ext cx="1166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14:cNvPr>
                <p14:cNvContentPartPr/>
                <p14:nvPr/>
              </p14:nvContentPartPr>
              <p14:xfrm>
                <a:off x="7895624" y="2784329"/>
                <a:ext cx="9000" cy="111960"/>
              </p14:xfrm>
            </p:contentPart>
          </mc:Choice>
          <mc:Fallback xmlns="">
            <p:pic>
              <p:nvPicPr>
                <p:cNvPr id="25629" name="Ink 25628">
                  <a:extLst>
                    <a:ext uri="{FF2B5EF4-FFF2-40B4-BE49-F238E27FC236}">
                      <a16:creationId xmlns:a16="http://schemas.microsoft.com/office/drawing/2014/main" id="{A5C24AB6-D541-3296-818C-FFF6F0A9D4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77984" y="2766689"/>
                  <a:ext cx="44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14:cNvPr>
                <p14:cNvContentPartPr/>
                <p14:nvPr/>
              </p14:nvContentPartPr>
              <p14:xfrm>
                <a:off x="8022344" y="2807729"/>
                <a:ext cx="106200" cy="19080"/>
              </p14:xfrm>
            </p:contentPart>
          </mc:Choice>
          <mc:Fallback xmlns="">
            <p:pic>
              <p:nvPicPr>
                <p:cNvPr id="25630" name="Ink 25629">
                  <a:extLst>
                    <a:ext uri="{FF2B5EF4-FFF2-40B4-BE49-F238E27FC236}">
                      <a16:creationId xmlns:a16="http://schemas.microsoft.com/office/drawing/2014/main" id="{C0455E3B-A14B-9900-F844-17970A3525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004344" y="2789729"/>
                  <a:ext cx="141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14:cNvPr>
                <p14:cNvContentPartPr/>
                <p14:nvPr/>
              </p14:nvContentPartPr>
              <p14:xfrm>
                <a:off x="8070944" y="2766329"/>
                <a:ext cx="15840" cy="123120"/>
              </p14:xfrm>
            </p:contentPart>
          </mc:Choice>
          <mc:Fallback xmlns="">
            <p:pic>
              <p:nvPicPr>
                <p:cNvPr id="25631" name="Ink 25630">
                  <a:extLst>
                    <a:ext uri="{FF2B5EF4-FFF2-40B4-BE49-F238E27FC236}">
                      <a16:creationId xmlns:a16="http://schemas.microsoft.com/office/drawing/2014/main" id="{ABAAB21A-90BF-A59C-CDD5-9F200658402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53304" y="2748689"/>
                  <a:ext cx="5148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14:cNvPr>
              <p14:cNvContentPartPr/>
              <p14:nvPr/>
            </p14:nvContentPartPr>
            <p14:xfrm>
              <a:off x="6784664" y="2587049"/>
              <a:ext cx="548640" cy="520560"/>
            </p14:xfrm>
          </p:contentPart>
        </mc:Choice>
        <mc:Fallback xmlns="">
          <p:pic>
            <p:nvPicPr>
              <p:cNvPr id="25633" name="Ink 25632">
                <a:extLst>
                  <a:ext uri="{FF2B5EF4-FFF2-40B4-BE49-F238E27FC236}">
                    <a16:creationId xmlns:a16="http://schemas.microsoft.com/office/drawing/2014/main" id="{FA84AB47-0895-3E2B-64BD-78B18BEFAB53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766664" y="2569409"/>
                <a:ext cx="5842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14:cNvPr>
              <p14:cNvContentPartPr/>
              <p14:nvPr/>
            </p14:nvContentPartPr>
            <p14:xfrm>
              <a:off x="8496824" y="2520809"/>
              <a:ext cx="635040" cy="549360"/>
            </p14:xfrm>
          </p:contentPart>
        </mc:Choice>
        <mc:Fallback xmlns="">
          <p:pic>
            <p:nvPicPr>
              <p:cNvPr id="25634" name="Ink 25633">
                <a:extLst>
                  <a:ext uri="{FF2B5EF4-FFF2-40B4-BE49-F238E27FC236}">
                    <a16:creationId xmlns:a16="http://schemas.microsoft.com/office/drawing/2014/main" id="{9B0DD9CC-91C5-BADC-666A-7D1E6BACD29B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478824" y="2502809"/>
                <a:ext cx="67068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14:cNvPr>
              <p14:cNvContentPartPr/>
              <p14:nvPr/>
            </p14:nvContentPartPr>
            <p14:xfrm>
              <a:off x="7064384" y="3231089"/>
              <a:ext cx="121680" cy="143640"/>
            </p14:xfrm>
          </p:contentPart>
        </mc:Choice>
        <mc:Fallback xmlns="">
          <p:pic>
            <p:nvPicPr>
              <p:cNvPr id="25635" name="Ink 25634">
                <a:extLst>
                  <a:ext uri="{FF2B5EF4-FFF2-40B4-BE49-F238E27FC236}">
                    <a16:creationId xmlns:a16="http://schemas.microsoft.com/office/drawing/2014/main" id="{46F839EB-F018-3D6F-DDBE-3660A24398AE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46744" y="3213089"/>
                <a:ext cx="15732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38" name="Group 25637">
            <a:extLst>
              <a:ext uri="{FF2B5EF4-FFF2-40B4-BE49-F238E27FC236}">
                <a16:creationId xmlns:a16="http://schemas.microsoft.com/office/drawing/2014/main" id="{A3797FE5-2AEB-0910-89A0-1DE6843FCEA8}"/>
              </a:ext>
            </a:extLst>
          </p:cNvPr>
          <p:cNvGrpSpPr/>
          <p:nvPr/>
        </p:nvGrpSpPr>
        <p:grpSpPr>
          <a:xfrm>
            <a:off x="8723624" y="3201569"/>
            <a:ext cx="109800" cy="185400"/>
            <a:chOff x="8723624" y="3201569"/>
            <a:chExt cx="1098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14:cNvPr>
                <p14:cNvContentPartPr/>
                <p14:nvPr/>
              </p14:nvContentPartPr>
              <p14:xfrm>
                <a:off x="8736944" y="3275009"/>
                <a:ext cx="70920" cy="111960"/>
              </p14:xfrm>
            </p:contentPart>
          </mc:Choice>
          <mc:Fallback xmlns="">
            <p:pic>
              <p:nvPicPr>
                <p:cNvPr id="25636" name="Ink 25635">
                  <a:extLst>
                    <a:ext uri="{FF2B5EF4-FFF2-40B4-BE49-F238E27FC236}">
                      <a16:creationId xmlns:a16="http://schemas.microsoft.com/office/drawing/2014/main" id="{41603F18-A480-AD59-2FD3-8CF85F9BBC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718944" y="3257009"/>
                  <a:ext cx="106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14:cNvPr>
                <p14:cNvContentPartPr/>
                <p14:nvPr/>
              </p14:nvContentPartPr>
              <p14:xfrm>
                <a:off x="8723624" y="3201569"/>
                <a:ext cx="109800" cy="182880"/>
              </p14:xfrm>
            </p:contentPart>
          </mc:Choice>
          <mc:Fallback xmlns="">
            <p:pic>
              <p:nvPicPr>
                <p:cNvPr id="25637" name="Ink 25636">
                  <a:extLst>
                    <a:ext uri="{FF2B5EF4-FFF2-40B4-BE49-F238E27FC236}">
                      <a16:creationId xmlns:a16="http://schemas.microsoft.com/office/drawing/2014/main" id="{EC0B9142-2EEF-DC4F-6814-7C56CC272A4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05624" y="3183929"/>
                  <a:ext cx="145440" cy="21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AE5536-7E3E-C0FA-79E4-99D79BC76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06" y="-1586"/>
            <a:ext cx="63246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Complementary MOSFETs (CMOS)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784E76F-9C8C-12C3-36FC-52787EE20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265747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 i="1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014C2436-7858-5588-02B4-7E5F95BF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5029201"/>
            <a:ext cx="69710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 </a:t>
            </a:r>
            <a:r>
              <a:rPr lang="en-US" altLang="en-US" sz="2400" b="1" i="1"/>
              <a:t>= V</a:t>
            </a:r>
            <a:r>
              <a:rPr lang="en-US" altLang="en-US" sz="2400" b="1" i="1" baseline="-25000"/>
              <a:t>dd </a:t>
            </a:r>
            <a:r>
              <a:rPr lang="en-US" altLang="en-US" sz="2400" b="1" i="1"/>
              <a:t>, the NFET is on and the PFET is off.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</a:t>
            </a:r>
            <a:r>
              <a:rPr lang="en-US" altLang="en-US" sz="2400" b="1" i="1"/>
              <a:t> = 0, the PFET is on and the NFET is off.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A99480F4-1187-040A-CC21-0575AABAC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7950" y="1838326"/>
          <a:ext cx="72771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97645" imgH="3971429" progId="Paint.Picture">
                  <p:embed/>
                </p:oleObj>
              </mc:Choice>
              <mc:Fallback>
                <p:oleObj name="Bitmap Image" r:id="rId2" imgW="9097645" imgH="3971429" progId="Paint.Picture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A99480F4-1187-040A-CC21-0575AABAC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1838326"/>
                        <a:ext cx="7277100" cy="317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C0BDA0CB-637C-7293-665C-3B65CB2F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1" y="1219201"/>
            <a:ext cx="427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/>
              <a:t>NFET			           PFET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6065F3E-ACBB-D3DA-3158-782AC185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48675" cy="757130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2400" i="1" dirty="0"/>
              <a:t>I</a:t>
            </a:r>
            <a:r>
              <a:rPr lang="en-US" altLang="en-US" sz="2400" baseline="-25000" dirty="0"/>
              <a:t>D</a:t>
            </a:r>
            <a:r>
              <a:rPr lang="en-US" altLang="en-US" sz="2400" dirty="0"/>
              <a:t>-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DS</a:t>
            </a:r>
            <a:r>
              <a:rPr lang="en-US" altLang="en-US" sz="2400" dirty="0"/>
              <a:t>  characteristics expected from a long channel </a:t>
            </a:r>
            <a:br>
              <a:rPr lang="en-US" altLang="en-US" sz="2400" dirty="0"/>
            </a:br>
            <a:r>
              <a:rPr lang="en-US" altLang="en-US" sz="2400" dirty="0"/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</a:t>
            </a:r>
            <a:r>
              <a:rPr lang="en-US" altLang="en-US" sz="2400" i="1" dirty="0">
                <a:sym typeface="Symbol" panose="05050102010706020507" pitchFamily="18" charset="2"/>
              </a:rPr>
              <a:t>L </a:t>
            </a:r>
            <a:r>
              <a:rPr lang="en-US" altLang="en-US" sz="2400" dirty="0">
                <a:sym typeface="Symbol" panose="05050102010706020507" pitchFamily="18" charset="2"/>
              </a:rPr>
              <a:t>&lt;&lt; </a:t>
            </a:r>
            <a:r>
              <a:rPr lang="en-US" altLang="en-US" sz="2400" i="1" dirty="0">
                <a:sym typeface="Symbol" panose="05050102010706020507" pitchFamily="18" charset="2"/>
              </a:rPr>
              <a:t>L</a:t>
            </a:r>
            <a:r>
              <a:rPr lang="en-US" altLang="en-US" sz="2400" dirty="0">
                <a:sym typeface="Symbol" panose="05050102010706020507" pitchFamily="18" charset="2"/>
              </a:rPr>
              <a:t>) MOSFET (n-channel), for various values of </a:t>
            </a:r>
            <a:r>
              <a:rPr lang="en-US" altLang="en-US" sz="2400" i="1" dirty="0"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sym typeface="Symbol" panose="05050102010706020507" pitchFamily="18" charset="2"/>
              </a:rPr>
              <a:t>G</a:t>
            </a:r>
            <a:endParaRPr lang="en-US" altLang="en-US" sz="2400" dirty="0"/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id="{9254F993-7AB3-35C8-445C-3A5D6490E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3432" r="5299" b="13965"/>
          <a:stretch>
            <a:fillRect/>
          </a:stretch>
        </p:blipFill>
        <p:spPr bwMode="auto">
          <a:xfrm>
            <a:off x="3009900" y="1433513"/>
            <a:ext cx="62484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14:cNvPr>
              <p14:cNvContentPartPr/>
              <p14:nvPr/>
            </p14:nvContentPartPr>
            <p14:xfrm>
              <a:off x="1955984" y="2436929"/>
              <a:ext cx="129600" cy="18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7F4BA2-BAAF-5774-F747-3E29D3CCDC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7984" y="2418929"/>
                <a:ext cx="16524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49" name="Group 30748">
            <a:extLst>
              <a:ext uri="{FF2B5EF4-FFF2-40B4-BE49-F238E27FC236}">
                <a16:creationId xmlns:a16="http://schemas.microsoft.com/office/drawing/2014/main" id="{0E015AEA-DC7D-AB4C-F1D3-CEC7423A828E}"/>
              </a:ext>
            </a:extLst>
          </p:cNvPr>
          <p:cNvGrpSpPr/>
          <p:nvPr/>
        </p:nvGrpSpPr>
        <p:grpSpPr>
          <a:xfrm>
            <a:off x="9197967" y="1171178"/>
            <a:ext cx="1771920" cy="1558440"/>
            <a:chOff x="9197967" y="1171178"/>
            <a:chExt cx="1771920" cy="155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B2A1C0-E013-DD1F-CF54-3C04B141B899}"/>
                    </a:ext>
                  </a:extLst>
                </p14:cNvPr>
                <p14:cNvContentPartPr/>
                <p14:nvPr/>
              </p14:nvContentPartPr>
              <p14:xfrm>
                <a:off x="10057647" y="1260098"/>
                <a:ext cx="488520" cy="500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B2A1C0-E013-DD1F-CF54-3C04B141B89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40007" y="1242458"/>
                  <a:ext cx="5241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D855DF-C8AC-3FF8-261E-6FA182261538}"/>
                    </a:ext>
                  </a:extLst>
                </p14:cNvPr>
                <p14:cNvContentPartPr/>
                <p14:nvPr/>
              </p14:nvContentPartPr>
              <p14:xfrm>
                <a:off x="10066287" y="1754378"/>
                <a:ext cx="34920" cy="497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D855DF-C8AC-3FF8-261E-6FA1822615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048287" y="1736738"/>
                  <a:ext cx="705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2D98C5-2416-8364-AB29-2558605A49C5}"/>
                    </a:ext>
                  </a:extLst>
                </p14:cNvPr>
                <p14:cNvContentPartPr/>
                <p14:nvPr/>
              </p14:nvContentPartPr>
              <p14:xfrm>
                <a:off x="10081047" y="2248658"/>
                <a:ext cx="440640" cy="8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2D98C5-2416-8364-AB29-2558605A49C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63047" y="2230658"/>
                  <a:ext cx="476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09E4F4-23DF-9514-3AD4-2621BACF8D7C}"/>
                    </a:ext>
                  </a:extLst>
                </p14:cNvPr>
                <p14:cNvContentPartPr/>
                <p14:nvPr/>
              </p14:nvContentPartPr>
              <p14:xfrm>
                <a:off x="10493967" y="2201138"/>
                <a:ext cx="95760" cy="52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09E4F4-23DF-9514-3AD4-2621BACF8D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76327" y="2183498"/>
                  <a:ext cx="1314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736" name="Ink 30735">
                  <a:extLst>
                    <a:ext uri="{FF2B5EF4-FFF2-40B4-BE49-F238E27FC236}">
                      <a16:creationId xmlns:a16="http://schemas.microsoft.com/office/drawing/2014/main" id="{B609E464-7BCF-EB30-A54E-DB84456C92D1}"/>
                    </a:ext>
                  </a:extLst>
                </p14:cNvPr>
                <p14:cNvContentPartPr/>
                <p14:nvPr/>
              </p14:nvContentPartPr>
              <p14:xfrm>
                <a:off x="9902847" y="1789658"/>
                <a:ext cx="36360" cy="390240"/>
              </p14:xfrm>
            </p:contentPart>
          </mc:Choice>
          <mc:Fallback>
            <p:pic>
              <p:nvPicPr>
                <p:cNvPr id="30736" name="Ink 30735">
                  <a:extLst>
                    <a:ext uri="{FF2B5EF4-FFF2-40B4-BE49-F238E27FC236}">
                      <a16:creationId xmlns:a16="http://schemas.microsoft.com/office/drawing/2014/main" id="{B609E464-7BCF-EB30-A54E-DB84456C92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85207" y="1772018"/>
                  <a:ext cx="720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742" name="Ink 30741">
                  <a:extLst>
                    <a:ext uri="{FF2B5EF4-FFF2-40B4-BE49-F238E27FC236}">
                      <a16:creationId xmlns:a16="http://schemas.microsoft.com/office/drawing/2014/main" id="{9C27CB87-09F9-BD6C-3976-6E3A90DB0004}"/>
                    </a:ext>
                  </a:extLst>
                </p14:cNvPr>
                <p14:cNvContentPartPr/>
                <p14:nvPr/>
              </p14:nvContentPartPr>
              <p14:xfrm>
                <a:off x="9197967" y="1981178"/>
                <a:ext cx="704160" cy="55440"/>
              </p14:xfrm>
            </p:contentPart>
          </mc:Choice>
          <mc:Fallback>
            <p:pic>
              <p:nvPicPr>
                <p:cNvPr id="30742" name="Ink 30741">
                  <a:extLst>
                    <a:ext uri="{FF2B5EF4-FFF2-40B4-BE49-F238E27FC236}">
                      <a16:creationId xmlns:a16="http://schemas.microsoft.com/office/drawing/2014/main" id="{9C27CB87-09F9-BD6C-3976-6E3A90DB000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79967" y="1963538"/>
                  <a:ext cx="739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744" name="Ink 30743">
                  <a:extLst>
                    <a:ext uri="{FF2B5EF4-FFF2-40B4-BE49-F238E27FC236}">
                      <a16:creationId xmlns:a16="http://schemas.microsoft.com/office/drawing/2014/main" id="{6D970E8B-04EA-B85E-BE32-F17AE712A53C}"/>
                    </a:ext>
                  </a:extLst>
                </p14:cNvPr>
                <p14:cNvContentPartPr/>
                <p14:nvPr/>
              </p14:nvContentPartPr>
              <p14:xfrm>
                <a:off x="9433047" y="1610378"/>
                <a:ext cx="184320" cy="240480"/>
              </p14:xfrm>
            </p:contentPart>
          </mc:Choice>
          <mc:Fallback>
            <p:pic>
              <p:nvPicPr>
                <p:cNvPr id="30744" name="Ink 30743">
                  <a:extLst>
                    <a:ext uri="{FF2B5EF4-FFF2-40B4-BE49-F238E27FC236}">
                      <a16:creationId xmlns:a16="http://schemas.microsoft.com/office/drawing/2014/main" id="{6D970E8B-04EA-B85E-BE32-F17AE712A5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15047" y="1592738"/>
                  <a:ext cx="219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745" name="Ink 30744">
                  <a:extLst>
                    <a:ext uri="{FF2B5EF4-FFF2-40B4-BE49-F238E27FC236}">
                      <a16:creationId xmlns:a16="http://schemas.microsoft.com/office/drawing/2014/main" id="{11DA0E57-A9A5-D893-3D41-7787CEB37455}"/>
                    </a:ext>
                  </a:extLst>
                </p14:cNvPr>
                <p14:cNvContentPartPr/>
                <p14:nvPr/>
              </p14:nvContentPartPr>
              <p14:xfrm>
                <a:off x="10699527" y="1171178"/>
                <a:ext cx="127080" cy="266760"/>
              </p14:xfrm>
            </p:contentPart>
          </mc:Choice>
          <mc:Fallback>
            <p:pic>
              <p:nvPicPr>
                <p:cNvPr id="30745" name="Ink 30744">
                  <a:extLst>
                    <a:ext uri="{FF2B5EF4-FFF2-40B4-BE49-F238E27FC236}">
                      <a16:creationId xmlns:a16="http://schemas.microsoft.com/office/drawing/2014/main" id="{11DA0E57-A9A5-D893-3D41-7787CEB374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81887" y="1153538"/>
                  <a:ext cx="1627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746" name="Ink 30745">
                  <a:extLst>
                    <a:ext uri="{FF2B5EF4-FFF2-40B4-BE49-F238E27FC236}">
                      <a16:creationId xmlns:a16="http://schemas.microsoft.com/office/drawing/2014/main" id="{F39A6C79-597F-716B-B1F1-9CC883194854}"/>
                    </a:ext>
                  </a:extLst>
                </p14:cNvPr>
                <p14:cNvContentPartPr/>
                <p14:nvPr/>
              </p14:nvContentPartPr>
              <p14:xfrm>
                <a:off x="10835247" y="2373578"/>
                <a:ext cx="50040" cy="195480"/>
              </p14:xfrm>
            </p:contentPart>
          </mc:Choice>
          <mc:Fallback>
            <p:pic>
              <p:nvPicPr>
                <p:cNvPr id="30746" name="Ink 30745">
                  <a:extLst>
                    <a:ext uri="{FF2B5EF4-FFF2-40B4-BE49-F238E27FC236}">
                      <a16:creationId xmlns:a16="http://schemas.microsoft.com/office/drawing/2014/main" id="{F39A6C79-597F-716B-B1F1-9CC8831948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17607" y="2355938"/>
                  <a:ext cx="85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747" name="Ink 30746">
                  <a:extLst>
                    <a:ext uri="{FF2B5EF4-FFF2-40B4-BE49-F238E27FC236}">
                      <a16:creationId xmlns:a16="http://schemas.microsoft.com/office/drawing/2014/main" id="{E62ACFEF-FAF1-E0C2-844C-5F66B609760F}"/>
                    </a:ext>
                  </a:extLst>
                </p14:cNvPr>
                <p14:cNvContentPartPr/>
                <p14:nvPr/>
              </p14:nvContentPartPr>
              <p14:xfrm>
                <a:off x="10825887" y="2370338"/>
                <a:ext cx="144000" cy="193320"/>
              </p14:xfrm>
            </p:contentPart>
          </mc:Choice>
          <mc:Fallback>
            <p:pic>
              <p:nvPicPr>
                <p:cNvPr id="30747" name="Ink 30746">
                  <a:extLst>
                    <a:ext uri="{FF2B5EF4-FFF2-40B4-BE49-F238E27FC236}">
                      <a16:creationId xmlns:a16="http://schemas.microsoft.com/office/drawing/2014/main" id="{E62ACFEF-FAF1-E0C2-844C-5F66B6097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08247" y="2352338"/>
                  <a:ext cx="1796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57" name="Group 30756">
            <a:extLst>
              <a:ext uri="{FF2B5EF4-FFF2-40B4-BE49-F238E27FC236}">
                <a16:creationId xmlns:a16="http://schemas.microsoft.com/office/drawing/2014/main" id="{4F398E00-6B2C-5ECD-877B-33B7DAD886A3}"/>
              </a:ext>
            </a:extLst>
          </p:cNvPr>
          <p:cNvGrpSpPr/>
          <p:nvPr/>
        </p:nvGrpSpPr>
        <p:grpSpPr>
          <a:xfrm>
            <a:off x="9413247" y="2936618"/>
            <a:ext cx="1437480" cy="430560"/>
            <a:chOff x="9413247" y="2936618"/>
            <a:chExt cx="143748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750" name="Ink 30749">
                  <a:extLst>
                    <a:ext uri="{FF2B5EF4-FFF2-40B4-BE49-F238E27FC236}">
                      <a16:creationId xmlns:a16="http://schemas.microsoft.com/office/drawing/2014/main" id="{FA54E00E-1E06-6D6A-7792-6A61202F12F0}"/>
                    </a:ext>
                  </a:extLst>
                </p14:cNvPr>
                <p14:cNvContentPartPr/>
                <p14:nvPr/>
              </p14:nvContentPartPr>
              <p14:xfrm>
                <a:off x="9413247" y="2936618"/>
                <a:ext cx="274680" cy="340920"/>
              </p14:xfrm>
            </p:contentPart>
          </mc:Choice>
          <mc:Fallback>
            <p:pic>
              <p:nvPicPr>
                <p:cNvPr id="30750" name="Ink 30749">
                  <a:extLst>
                    <a:ext uri="{FF2B5EF4-FFF2-40B4-BE49-F238E27FC236}">
                      <a16:creationId xmlns:a16="http://schemas.microsoft.com/office/drawing/2014/main" id="{FA54E00E-1E06-6D6A-7792-6A61202F12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95607" y="2918978"/>
                  <a:ext cx="3103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751" name="Ink 30750">
                  <a:extLst>
                    <a:ext uri="{FF2B5EF4-FFF2-40B4-BE49-F238E27FC236}">
                      <a16:creationId xmlns:a16="http://schemas.microsoft.com/office/drawing/2014/main" id="{CF671FAA-A22B-D24E-6716-756EB8EC3F41}"/>
                    </a:ext>
                  </a:extLst>
                </p14:cNvPr>
                <p14:cNvContentPartPr/>
                <p14:nvPr/>
              </p14:nvContentPartPr>
              <p14:xfrm>
                <a:off x="9760287" y="3196898"/>
                <a:ext cx="177120" cy="170280"/>
              </p14:xfrm>
            </p:contentPart>
          </mc:Choice>
          <mc:Fallback>
            <p:pic>
              <p:nvPicPr>
                <p:cNvPr id="30751" name="Ink 30750">
                  <a:extLst>
                    <a:ext uri="{FF2B5EF4-FFF2-40B4-BE49-F238E27FC236}">
                      <a16:creationId xmlns:a16="http://schemas.microsoft.com/office/drawing/2014/main" id="{CF671FAA-A22B-D24E-6716-756EB8EC3F4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42287" y="3178898"/>
                  <a:ext cx="212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753" name="Ink 30752">
                  <a:extLst>
                    <a:ext uri="{FF2B5EF4-FFF2-40B4-BE49-F238E27FC236}">
                      <a16:creationId xmlns:a16="http://schemas.microsoft.com/office/drawing/2014/main" id="{EA758C48-E757-7115-BAE3-7D65FAA10AF9}"/>
                    </a:ext>
                  </a:extLst>
                </p14:cNvPr>
                <p14:cNvContentPartPr/>
                <p14:nvPr/>
              </p14:nvContentPartPr>
              <p14:xfrm>
                <a:off x="10115607" y="3053978"/>
                <a:ext cx="158040" cy="208800"/>
              </p14:xfrm>
            </p:contentPart>
          </mc:Choice>
          <mc:Fallback>
            <p:pic>
              <p:nvPicPr>
                <p:cNvPr id="30753" name="Ink 30752">
                  <a:extLst>
                    <a:ext uri="{FF2B5EF4-FFF2-40B4-BE49-F238E27FC236}">
                      <a16:creationId xmlns:a16="http://schemas.microsoft.com/office/drawing/2014/main" id="{EA758C48-E757-7115-BAE3-7D65FAA10A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97967" y="3035978"/>
                  <a:ext cx="193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0754" name="Ink 30753">
                  <a:extLst>
                    <a:ext uri="{FF2B5EF4-FFF2-40B4-BE49-F238E27FC236}">
                      <a16:creationId xmlns:a16="http://schemas.microsoft.com/office/drawing/2014/main" id="{1248BCF2-BF41-12F5-7509-7C6AE42F7172}"/>
                    </a:ext>
                  </a:extLst>
                </p14:cNvPr>
                <p14:cNvContentPartPr/>
                <p14:nvPr/>
              </p14:nvContentPartPr>
              <p14:xfrm>
                <a:off x="10417287" y="3005018"/>
                <a:ext cx="203040" cy="213480"/>
              </p14:xfrm>
            </p:contentPart>
          </mc:Choice>
          <mc:Fallback>
            <p:pic>
              <p:nvPicPr>
                <p:cNvPr id="30754" name="Ink 30753">
                  <a:extLst>
                    <a:ext uri="{FF2B5EF4-FFF2-40B4-BE49-F238E27FC236}">
                      <a16:creationId xmlns:a16="http://schemas.microsoft.com/office/drawing/2014/main" id="{1248BCF2-BF41-12F5-7509-7C6AE42F717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99647" y="2987018"/>
                  <a:ext cx="238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755" name="Ink 30754">
                  <a:extLst>
                    <a:ext uri="{FF2B5EF4-FFF2-40B4-BE49-F238E27FC236}">
                      <a16:creationId xmlns:a16="http://schemas.microsoft.com/office/drawing/2014/main" id="{BC712E8C-C681-3589-0BB9-CB0122CD838B}"/>
                    </a:ext>
                  </a:extLst>
                </p14:cNvPr>
                <p14:cNvContentPartPr/>
                <p14:nvPr/>
              </p14:nvContentPartPr>
              <p14:xfrm>
                <a:off x="10719687" y="3185738"/>
                <a:ext cx="131040" cy="36000"/>
              </p14:xfrm>
            </p:contentPart>
          </mc:Choice>
          <mc:Fallback>
            <p:pic>
              <p:nvPicPr>
                <p:cNvPr id="30755" name="Ink 30754">
                  <a:extLst>
                    <a:ext uri="{FF2B5EF4-FFF2-40B4-BE49-F238E27FC236}">
                      <a16:creationId xmlns:a16="http://schemas.microsoft.com/office/drawing/2014/main" id="{BC712E8C-C681-3589-0BB9-CB0122CD83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02047" y="3167738"/>
                  <a:ext cx="166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756" name="Ink 30755">
                  <a:extLst>
                    <a:ext uri="{FF2B5EF4-FFF2-40B4-BE49-F238E27FC236}">
                      <a16:creationId xmlns:a16="http://schemas.microsoft.com/office/drawing/2014/main" id="{1C0D5A98-C03F-C295-75C9-4A18E7B6C857}"/>
                    </a:ext>
                  </a:extLst>
                </p14:cNvPr>
                <p14:cNvContentPartPr/>
                <p14:nvPr/>
              </p14:nvContentPartPr>
              <p14:xfrm>
                <a:off x="10793127" y="3207338"/>
                <a:ext cx="12960" cy="132840"/>
              </p14:xfrm>
            </p:contentPart>
          </mc:Choice>
          <mc:Fallback>
            <p:pic>
              <p:nvPicPr>
                <p:cNvPr id="30756" name="Ink 30755">
                  <a:extLst>
                    <a:ext uri="{FF2B5EF4-FFF2-40B4-BE49-F238E27FC236}">
                      <a16:creationId xmlns:a16="http://schemas.microsoft.com/office/drawing/2014/main" id="{1C0D5A98-C03F-C295-75C9-4A18E7B6C8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75487" y="3189698"/>
                  <a:ext cx="4860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0758" name="Ink 30757">
                <a:extLst>
                  <a:ext uri="{FF2B5EF4-FFF2-40B4-BE49-F238E27FC236}">
                    <a16:creationId xmlns:a16="http://schemas.microsoft.com/office/drawing/2014/main" id="{ECE8B6BE-6809-AB58-865A-3CC240AC9DB8}"/>
                  </a:ext>
                </a:extLst>
              </p14:cNvPr>
              <p14:cNvContentPartPr/>
              <p14:nvPr/>
            </p14:nvContentPartPr>
            <p14:xfrm>
              <a:off x="3037647" y="5472098"/>
              <a:ext cx="5901480" cy="75240"/>
            </p14:xfrm>
          </p:contentPart>
        </mc:Choice>
        <mc:Fallback>
          <p:pic>
            <p:nvPicPr>
              <p:cNvPr id="30758" name="Ink 30757">
                <a:extLst>
                  <a:ext uri="{FF2B5EF4-FFF2-40B4-BE49-F238E27FC236}">
                    <a16:creationId xmlns:a16="http://schemas.microsoft.com/office/drawing/2014/main" id="{ECE8B6BE-6809-AB58-865A-3CC240AC9D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83647" y="5364458"/>
                <a:ext cx="60091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0759" name="Ink 30758">
                <a:extLst>
                  <a:ext uri="{FF2B5EF4-FFF2-40B4-BE49-F238E27FC236}">
                    <a16:creationId xmlns:a16="http://schemas.microsoft.com/office/drawing/2014/main" id="{642B3410-D64A-F7D1-ACB6-75989A1579C9}"/>
                  </a:ext>
                </a:extLst>
              </p14:cNvPr>
              <p14:cNvContentPartPr/>
              <p14:nvPr/>
            </p14:nvContentPartPr>
            <p14:xfrm>
              <a:off x="9186447" y="2911778"/>
              <a:ext cx="1924920" cy="583200"/>
            </p14:xfrm>
          </p:contentPart>
        </mc:Choice>
        <mc:Fallback>
          <p:pic>
            <p:nvPicPr>
              <p:cNvPr id="30759" name="Ink 30758">
                <a:extLst>
                  <a:ext uri="{FF2B5EF4-FFF2-40B4-BE49-F238E27FC236}">
                    <a16:creationId xmlns:a16="http://schemas.microsoft.com/office/drawing/2014/main" id="{642B3410-D64A-F7D1-ACB6-75989A1579C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32447" y="2803778"/>
                <a:ext cx="2032560" cy="79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86" name="Group 30785">
            <a:extLst>
              <a:ext uri="{FF2B5EF4-FFF2-40B4-BE49-F238E27FC236}">
                <a16:creationId xmlns:a16="http://schemas.microsoft.com/office/drawing/2014/main" id="{B1BA7241-50CD-2970-229C-BD6D8B73B89C}"/>
              </a:ext>
            </a:extLst>
          </p:cNvPr>
          <p:cNvGrpSpPr/>
          <p:nvPr/>
        </p:nvGrpSpPr>
        <p:grpSpPr>
          <a:xfrm>
            <a:off x="9668487" y="3748418"/>
            <a:ext cx="611640" cy="378360"/>
            <a:chOff x="9668487" y="3748418"/>
            <a:chExt cx="61164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760" name="Ink 30759">
                  <a:extLst>
                    <a:ext uri="{FF2B5EF4-FFF2-40B4-BE49-F238E27FC236}">
                      <a16:creationId xmlns:a16="http://schemas.microsoft.com/office/drawing/2014/main" id="{E38B2E70-A774-7FBC-95DE-550EB829A927}"/>
                    </a:ext>
                  </a:extLst>
                </p14:cNvPr>
                <p14:cNvContentPartPr/>
                <p14:nvPr/>
              </p14:nvContentPartPr>
              <p14:xfrm>
                <a:off x="9668487" y="3791978"/>
                <a:ext cx="64440" cy="334800"/>
              </p14:xfrm>
            </p:contentPart>
          </mc:Choice>
          <mc:Fallback>
            <p:pic>
              <p:nvPicPr>
                <p:cNvPr id="30760" name="Ink 30759">
                  <a:extLst>
                    <a:ext uri="{FF2B5EF4-FFF2-40B4-BE49-F238E27FC236}">
                      <a16:creationId xmlns:a16="http://schemas.microsoft.com/office/drawing/2014/main" id="{E38B2E70-A774-7FBC-95DE-550EB829A92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50847" y="3774338"/>
                  <a:ext cx="1000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761" name="Ink 30760">
                  <a:extLst>
                    <a:ext uri="{FF2B5EF4-FFF2-40B4-BE49-F238E27FC236}">
                      <a16:creationId xmlns:a16="http://schemas.microsoft.com/office/drawing/2014/main" id="{2A11DB1B-ED35-2566-31DA-8A05A89CCA88}"/>
                    </a:ext>
                  </a:extLst>
                </p14:cNvPr>
                <p14:cNvContentPartPr/>
                <p14:nvPr/>
              </p14:nvContentPartPr>
              <p14:xfrm>
                <a:off x="9686847" y="3748418"/>
                <a:ext cx="187200" cy="210960"/>
              </p14:xfrm>
            </p:contentPart>
          </mc:Choice>
          <mc:Fallback>
            <p:pic>
              <p:nvPicPr>
                <p:cNvPr id="30761" name="Ink 30760">
                  <a:extLst>
                    <a:ext uri="{FF2B5EF4-FFF2-40B4-BE49-F238E27FC236}">
                      <a16:creationId xmlns:a16="http://schemas.microsoft.com/office/drawing/2014/main" id="{2A11DB1B-ED35-2566-31DA-8A05A89CCA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68847" y="3730418"/>
                  <a:ext cx="222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762" name="Ink 30761">
                  <a:extLst>
                    <a:ext uri="{FF2B5EF4-FFF2-40B4-BE49-F238E27FC236}">
                      <a16:creationId xmlns:a16="http://schemas.microsoft.com/office/drawing/2014/main" id="{63528A1B-460A-1805-5AFD-6D842E6ABEC6}"/>
                    </a:ext>
                  </a:extLst>
                </p14:cNvPr>
                <p14:cNvContentPartPr/>
                <p14:nvPr/>
              </p14:nvContentPartPr>
              <p14:xfrm>
                <a:off x="9970167" y="3979178"/>
                <a:ext cx="99360" cy="141120"/>
              </p14:xfrm>
            </p:contentPart>
          </mc:Choice>
          <mc:Fallback>
            <p:pic>
              <p:nvPicPr>
                <p:cNvPr id="30762" name="Ink 30761">
                  <a:extLst>
                    <a:ext uri="{FF2B5EF4-FFF2-40B4-BE49-F238E27FC236}">
                      <a16:creationId xmlns:a16="http://schemas.microsoft.com/office/drawing/2014/main" id="{63528A1B-460A-1805-5AFD-6D842E6ABEC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52167" y="3961538"/>
                  <a:ext cx="135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763" name="Ink 30762">
                  <a:extLst>
                    <a:ext uri="{FF2B5EF4-FFF2-40B4-BE49-F238E27FC236}">
                      <a16:creationId xmlns:a16="http://schemas.microsoft.com/office/drawing/2014/main" id="{647D1D85-F6E0-D104-FBCF-EEC4D99B8C42}"/>
                    </a:ext>
                  </a:extLst>
                </p14:cNvPr>
                <p14:cNvContentPartPr/>
                <p14:nvPr/>
              </p14:nvContentPartPr>
              <p14:xfrm>
                <a:off x="10129647" y="3937778"/>
                <a:ext cx="150480" cy="120960"/>
              </p14:xfrm>
            </p:contentPart>
          </mc:Choice>
          <mc:Fallback>
            <p:pic>
              <p:nvPicPr>
                <p:cNvPr id="30763" name="Ink 30762">
                  <a:extLst>
                    <a:ext uri="{FF2B5EF4-FFF2-40B4-BE49-F238E27FC236}">
                      <a16:creationId xmlns:a16="http://schemas.microsoft.com/office/drawing/2014/main" id="{647D1D85-F6E0-D104-FBCF-EEC4D99B8C4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112007" y="3920138"/>
                  <a:ext cx="18612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85" name="Group 30784">
            <a:extLst>
              <a:ext uri="{FF2B5EF4-FFF2-40B4-BE49-F238E27FC236}">
                <a16:creationId xmlns:a16="http://schemas.microsoft.com/office/drawing/2014/main" id="{61C926FF-6048-BD93-FA66-F5C662F5F41E}"/>
              </a:ext>
            </a:extLst>
          </p:cNvPr>
          <p:cNvGrpSpPr/>
          <p:nvPr/>
        </p:nvGrpSpPr>
        <p:grpSpPr>
          <a:xfrm>
            <a:off x="10583247" y="3789818"/>
            <a:ext cx="258840" cy="195480"/>
            <a:chOff x="10583247" y="3789818"/>
            <a:chExt cx="25884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764" name="Ink 30763">
                  <a:extLst>
                    <a:ext uri="{FF2B5EF4-FFF2-40B4-BE49-F238E27FC236}">
                      <a16:creationId xmlns:a16="http://schemas.microsoft.com/office/drawing/2014/main" id="{6122F6E2-3539-27FC-9D19-14E98AE88DDC}"/>
                    </a:ext>
                  </a:extLst>
                </p14:cNvPr>
                <p14:cNvContentPartPr/>
                <p14:nvPr/>
              </p14:nvContentPartPr>
              <p14:xfrm>
                <a:off x="10593687" y="3888818"/>
                <a:ext cx="18000" cy="65160"/>
              </p14:xfrm>
            </p:contentPart>
          </mc:Choice>
          <mc:Fallback>
            <p:pic>
              <p:nvPicPr>
                <p:cNvPr id="30764" name="Ink 30763">
                  <a:extLst>
                    <a:ext uri="{FF2B5EF4-FFF2-40B4-BE49-F238E27FC236}">
                      <a16:creationId xmlns:a16="http://schemas.microsoft.com/office/drawing/2014/main" id="{6122F6E2-3539-27FC-9D19-14E98AE88DD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75687" y="3871178"/>
                  <a:ext cx="53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765" name="Ink 30764">
                  <a:extLst>
                    <a:ext uri="{FF2B5EF4-FFF2-40B4-BE49-F238E27FC236}">
                      <a16:creationId xmlns:a16="http://schemas.microsoft.com/office/drawing/2014/main" id="{57B926E9-E087-7AD6-BD41-8BA420E7F27E}"/>
                    </a:ext>
                  </a:extLst>
                </p14:cNvPr>
                <p14:cNvContentPartPr/>
                <p14:nvPr/>
              </p14:nvContentPartPr>
              <p14:xfrm>
                <a:off x="10583247" y="3789818"/>
                <a:ext cx="14760" cy="11880"/>
              </p14:xfrm>
            </p:contentPart>
          </mc:Choice>
          <mc:Fallback>
            <p:pic>
              <p:nvPicPr>
                <p:cNvPr id="30765" name="Ink 30764">
                  <a:extLst>
                    <a:ext uri="{FF2B5EF4-FFF2-40B4-BE49-F238E27FC236}">
                      <a16:creationId xmlns:a16="http://schemas.microsoft.com/office/drawing/2014/main" id="{57B926E9-E087-7AD6-BD41-8BA420E7F2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65607" y="3772178"/>
                  <a:ext cx="50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766" name="Ink 30765">
                  <a:extLst>
                    <a:ext uri="{FF2B5EF4-FFF2-40B4-BE49-F238E27FC236}">
                      <a16:creationId xmlns:a16="http://schemas.microsoft.com/office/drawing/2014/main" id="{E7052567-ECAD-CC7D-F608-CEB68BD7A537}"/>
                    </a:ext>
                  </a:extLst>
                </p14:cNvPr>
                <p14:cNvContentPartPr/>
                <p14:nvPr/>
              </p14:nvContentPartPr>
              <p14:xfrm>
                <a:off x="10757847" y="3833018"/>
                <a:ext cx="84240" cy="152280"/>
              </p14:xfrm>
            </p:contentPart>
          </mc:Choice>
          <mc:Fallback>
            <p:pic>
              <p:nvPicPr>
                <p:cNvPr id="30766" name="Ink 30765">
                  <a:extLst>
                    <a:ext uri="{FF2B5EF4-FFF2-40B4-BE49-F238E27FC236}">
                      <a16:creationId xmlns:a16="http://schemas.microsoft.com/office/drawing/2014/main" id="{E7052567-ECAD-CC7D-F608-CEB68BD7A53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39847" y="3815378"/>
                  <a:ext cx="1198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84" name="Group 30783">
            <a:extLst>
              <a:ext uri="{FF2B5EF4-FFF2-40B4-BE49-F238E27FC236}">
                <a16:creationId xmlns:a16="http://schemas.microsoft.com/office/drawing/2014/main" id="{C267A13C-6C89-E0B6-B2D5-471146DD54B3}"/>
              </a:ext>
            </a:extLst>
          </p:cNvPr>
          <p:cNvGrpSpPr/>
          <p:nvPr/>
        </p:nvGrpSpPr>
        <p:grpSpPr>
          <a:xfrm>
            <a:off x="11071767" y="3785498"/>
            <a:ext cx="673920" cy="322920"/>
            <a:chOff x="11071767" y="3785498"/>
            <a:chExt cx="67392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767" name="Ink 30766">
                  <a:extLst>
                    <a:ext uri="{FF2B5EF4-FFF2-40B4-BE49-F238E27FC236}">
                      <a16:creationId xmlns:a16="http://schemas.microsoft.com/office/drawing/2014/main" id="{EB012F51-54E8-9D54-0EB4-107FEBC64AE7}"/>
                    </a:ext>
                  </a:extLst>
                </p14:cNvPr>
                <p14:cNvContentPartPr/>
                <p14:nvPr/>
              </p14:nvContentPartPr>
              <p14:xfrm>
                <a:off x="11239527" y="4016618"/>
                <a:ext cx="3600" cy="5400"/>
              </p14:xfrm>
            </p:contentPart>
          </mc:Choice>
          <mc:Fallback>
            <p:pic>
              <p:nvPicPr>
                <p:cNvPr id="30767" name="Ink 30766">
                  <a:extLst>
                    <a:ext uri="{FF2B5EF4-FFF2-40B4-BE49-F238E27FC236}">
                      <a16:creationId xmlns:a16="http://schemas.microsoft.com/office/drawing/2014/main" id="{EB012F51-54E8-9D54-0EB4-107FEBC64A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21887" y="3998978"/>
                  <a:ext cx="39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768" name="Ink 30767">
                  <a:extLst>
                    <a:ext uri="{FF2B5EF4-FFF2-40B4-BE49-F238E27FC236}">
                      <a16:creationId xmlns:a16="http://schemas.microsoft.com/office/drawing/2014/main" id="{44CFBF60-7269-BC82-95C9-61785B1B76D3}"/>
                    </a:ext>
                  </a:extLst>
                </p14:cNvPr>
                <p14:cNvContentPartPr/>
                <p14:nvPr/>
              </p14:nvContentPartPr>
              <p14:xfrm>
                <a:off x="11071767" y="3819338"/>
                <a:ext cx="164880" cy="161640"/>
              </p14:xfrm>
            </p:contentPart>
          </mc:Choice>
          <mc:Fallback>
            <p:pic>
              <p:nvPicPr>
                <p:cNvPr id="30768" name="Ink 30767">
                  <a:extLst>
                    <a:ext uri="{FF2B5EF4-FFF2-40B4-BE49-F238E27FC236}">
                      <a16:creationId xmlns:a16="http://schemas.microsoft.com/office/drawing/2014/main" id="{44CFBF60-7269-BC82-95C9-61785B1B76D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053767" y="3801698"/>
                  <a:ext cx="200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0769" name="Ink 30768">
                  <a:extLst>
                    <a:ext uri="{FF2B5EF4-FFF2-40B4-BE49-F238E27FC236}">
                      <a16:creationId xmlns:a16="http://schemas.microsoft.com/office/drawing/2014/main" id="{8E580EBA-BC7A-C14E-7E6F-A8C23F01D412}"/>
                    </a:ext>
                  </a:extLst>
                </p14:cNvPr>
                <p14:cNvContentPartPr/>
                <p14:nvPr/>
              </p14:nvContentPartPr>
              <p14:xfrm>
                <a:off x="11260407" y="3870098"/>
                <a:ext cx="122040" cy="149040"/>
              </p14:xfrm>
            </p:contentPart>
          </mc:Choice>
          <mc:Fallback>
            <p:pic>
              <p:nvPicPr>
                <p:cNvPr id="30769" name="Ink 30768">
                  <a:extLst>
                    <a:ext uri="{FF2B5EF4-FFF2-40B4-BE49-F238E27FC236}">
                      <a16:creationId xmlns:a16="http://schemas.microsoft.com/office/drawing/2014/main" id="{8E580EBA-BC7A-C14E-7E6F-A8C23F01D41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242767" y="3852098"/>
                  <a:ext cx="157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0770" name="Ink 30769">
                  <a:extLst>
                    <a:ext uri="{FF2B5EF4-FFF2-40B4-BE49-F238E27FC236}">
                      <a16:creationId xmlns:a16="http://schemas.microsoft.com/office/drawing/2014/main" id="{C8B6D55E-2900-2BA7-1FB6-FCCAFD6746E3}"/>
                    </a:ext>
                  </a:extLst>
                </p14:cNvPr>
                <p14:cNvContentPartPr/>
                <p14:nvPr/>
              </p14:nvContentPartPr>
              <p14:xfrm>
                <a:off x="11442207" y="3785498"/>
                <a:ext cx="111960" cy="131400"/>
              </p14:xfrm>
            </p:contentPart>
          </mc:Choice>
          <mc:Fallback>
            <p:pic>
              <p:nvPicPr>
                <p:cNvPr id="30770" name="Ink 30769">
                  <a:extLst>
                    <a:ext uri="{FF2B5EF4-FFF2-40B4-BE49-F238E27FC236}">
                      <a16:creationId xmlns:a16="http://schemas.microsoft.com/office/drawing/2014/main" id="{C8B6D55E-2900-2BA7-1FB6-FCCAFD6746E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424567" y="3767498"/>
                  <a:ext cx="147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0771" name="Ink 30770">
                  <a:extLst>
                    <a:ext uri="{FF2B5EF4-FFF2-40B4-BE49-F238E27FC236}">
                      <a16:creationId xmlns:a16="http://schemas.microsoft.com/office/drawing/2014/main" id="{BFDFBBC3-542F-D65D-C148-633E2E8A00A0}"/>
                    </a:ext>
                  </a:extLst>
                </p14:cNvPr>
                <p14:cNvContentPartPr/>
                <p14:nvPr/>
              </p14:nvContentPartPr>
              <p14:xfrm>
                <a:off x="11651007" y="3820418"/>
                <a:ext cx="94680" cy="288000"/>
              </p14:xfrm>
            </p:contentPart>
          </mc:Choice>
          <mc:Fallback>
            <p:pic>
              <p:nvPicPr>
                <p:cNvPr id="30771" name="Ink 30770">
                  <a:extLst>
                    <a:ext uri="{FF2B5EF4-FFF2-40B4-BE49-F238E27FC236}">
                      <a16:creationId xmlns:a16="http://schemas.microsoft.com/office/drawing/2014/main" id="{BFDFBBC3-542F-D65D-C148-633E2E8A00A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633367" y="3802778"/>
                  <a:ext cx="130320" cy="3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83" name="Group 30782">
            <a:extLst>
              <a:ext uri="{FF2B5EF4-FFF2-40B4-BE49-F238E27FC236}">
                <a16:creationId xmlns:a16="http://schemas.microsoft.com/office/drawing/2014/main" id="{AECF5789-A253-E65B-9537-B08A6EE88B30}"/>
              </a:ext>
            </a:extLst>
          </p:cNvPr>
          <p:cNvGrpSpPr/>
          <p:nvPr/>
        </p:nvGrpSpPr>
        <p:grpSpPr>
          <a:xfrm>
            <a:off x="9854967" y="4261778"/>
            <a:ext cx="1104120" cy="746280"/>
            <a:chOff x="9854967" y="4261778"/>
            <a:chExt cx="110412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0772" name="Ink 30771">
                  <a:extLst>
                    <a:ext uri="{FF2B5EF4-FFF2-40B4-BE49-F238E27FC236}">
                      <a16:creationId xmlns:a16="http://schemas.microsoft.com/office/drawing/2014/main" id="{6A9C0323-8792-7E3B-0FE4-35D29E3A47AA}"/>
                    </a:ext>
                  </a:extLst>
                </p14:cNvPr>
                <p14:cNvContentPartPr/>
                <p14:nvPr/>
              </p14:nvContentPartPr>
              <p14:xfrm>
                <a:off x="10231527" y="4365818"/>
                <a:ext cx="294480" cy="118800"/>
              </p14:xfrm>
            </p:contentPart>
          </mc:Choice>
          <mc:Fallback>
            <p:pic>
              <p:nvPicPr>
                <p:cNvPr id="30772" name="Ink 30771">
                  <a:extLst>
                    <a:ext uri="{FF2B5EF4-FFF2-40B4-BE49-F238E27FC236}">
                      <a16:creationId xmlns:a16="http://schemas.microsoft.com/office/drawing/2014/main" id="{6A9C0323-8792-7E3B-0FE4-35D29E3A47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13887" y="4348178"/>
                  <a:ext cx="330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0773" name="Ink 30772">
                  <a:extLst>
                    <a:ext uri="{FF2B5EF4-FFF2-40B4-BE49-F238E27FC236}">
                      <a16:creationId xmlns:a16="http://schemas.microsoft.com/office/drawing/2014/main" id="{284FF50E-1768-BD00-7D79-1768E0385FEA}"/>
                    </a:ext>
                  </a:extLst>
                </p14:cNvPr>
                <p14:cNvContentPartPr/>
                <p14:nvPr/>
              </p14:nvContentPartPr>
              <p14:xfrm>
                <a:off x="10469487" y="4262498"/>
                <a:ext cx="25200" cy="58320"/>
              </p14:xfrm>
            </p:contentPart>
          </mc:Choice>
          <mc:Fallback>
            <p:pic>
              <p:nvPicPr>
                <p:cNvPr id="30773" name="Ink 30772">
                  <a:extLst>
                    <a:ext uri="{FF2B5EF4-FFF2-40B4-BE49-F238E27FC236}">
                      <a16:creationId xmlns:a16="http://schemas.microsoft.com/office/drawing/2014/main" id="{284FF50E-1768-BD00-7D79-1768E0385FE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51487" y="4244858"/>
                  <a:ext cx="60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0774" name="Ink 30773">
                  <a:extLst>
                    <a:ext uri="{FF2B5EF4-FFF2-40B4-BE49-F238E27FC236}">
                      <a16:creationId xmlns:a16="http://schemas.microsoft.com/office/drawing/2014/main" id="{AE0EB2A7-A656-80CD-43CD-E060AA988532}"/>
                    </a:ext>
                  </a:extLst>
                </p14:cNvPr>
                <p14:cNvContentPartPr/>
                <p14:nvPr/>
              </p14:nvContentPartPr>
              <p14:xfrm>
                <a:off x="10605927" y="4261778"/>
                <a:ext cx="284760" cy="267840"/>
              </p14:xfrm>
            </p:contentPart>
          </mc:Choice>
          <mc:Fallback>
            <p:pic>
              <p:nvPicPr>
                <p:cNvPr id="30774" name="Ink 30773">
                  <a:extLst>
                    <a:ext uri="{FF2B5EF4-FFF2-40B4-BE49-F238E27FC236}">
                      <a16:creationId xmlns:a16="http://schemas.microsoft.com/office/drawing/2014/main" id="{AE0EB2A7-A656-80CD-43CD-E060AA9885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588287" y="4243778"/>
                  <a:ext cx="320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0775" name="Ink 30774">
                  <a:extLst>
                    <a:ext uri="{FF2B5EF4-FFF2-40B4-BE49-F238E27FC236}">
                      <a16:creationId xmlns:a16="http://schemas.microsoft.com/office/drawing/2014/main" id="{5FBFB2D6-4AB8-8FD1-F33F-D76C717CE47B}"/>
                    </a:ext>
                  </a:extLst>
                </p14:cNvPr>
                <p14:cNvContentPartPr/>
                <p14:nvPr/>
              </p14:nvContentPartPr>
              <p14:xfrm>
                <a:off x="9919767" y="4639418"/>
                <a:ext cx="90360" cy="228960"/>
              </p14:xfrm>
            </p:contentPart>
          </mc:Choice>
          <mc:Fallback>
            <p:pic>
              <p:nvPicPr>
                <p:cNvPr id="30775" name="Ink 30774">
                  <a:extLst>
                    <a:ext uri="{FF2B5EF4-FFF2-40B4-BE49-F238E27FC236}">
                      <a16:creationId xmlns:a16="http://schemas.microsoft.com/office/drawing/2014/main" id="{5FBFB2D6-4AB8-8FD1-F33F-D76C717CE47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902127" y="4621778"/>
                  <a:ext cx="1260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0776" name="Ink 30775">
                  <a:extLst>
                    <a:ext uri="{FF2B5EF4-FFF2-40B4-BE49-F238E27FC236}">
                      <a16:creationId xmlns:a16="http://schemas.microsoft.com/office/drawing/2014/main" id="{953117EE-C799-AAC2-C8D6-A1563C340E78}"/>
                    </a:ext>
                  </a:extLst>
                </p14:cNvPr>
                <p14:cNvContentPartPr/>
                <p14:nvPr/>
              </p14:nvContentPartPr>
              <p14:xfrm>
                <a:off x="9854967" y="4653098"/>
                <a:ext cx="141480" cy="55440"/>
              </p14:xfrm>
            </p:contentPart>
          </mc:Choice>
          <mc:Fallback>
            <p:pic>
              <p:nvPicPr>
                <p:cNvPr id="30776" name="Ink 30775">
                  <a:extLst>
                    <a:ext uri="{FF2B5EF4-FFF2-40B4-BE49-F238E27FC236}">
                      <a16:creationId xmlns:a16="http://schemas.microsoft.com/office/drawing/2014/main" id="{953117EE-C799-AAC2-C8D6-A1563C340E7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36967" y="4635458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0777" name="Ink 30776">
                  <a:extLst>
                    <a:ext uri="{FF2B5EF4-FFF2-40B4-BE49-F238E27FC236}">
                      <a16:creationId xmlns:a16="http://schemas.microsoft.com/office/drawing/2014/main" id="{306D548A-0766-50B8-05D0-7FF91FA8FDB5}"/>
                    </a:ext>
                  </a:extLst>
                </p14:cNvPr>
                <p14:cNvContentPartPr/>
                <p14:nvPr/>
              </p14:nvContentPartPr>
              <p14:xfrm>
                <a:off x="9923727" y="4879538"/>
                <a:ext cx="119880" cy="50040"/>
              </p14:xfrm>
            </p:contentPart>
          </mc:Choice>
          <mc:Fallback>
            <p:pic>
              <p:nvPicPr>
                <p:cNvPr id="30777" name="Ink 30776">
                  <a:extLst>
                    <a:ext uri="{FF2B5EF4-FFF2-40B4-BE49-F238E27FC236}">
                      <a16:creationId xmlns:a16="http://schemas.microsoft.com/office/drawing/2014/main" id="{306D548A-0766-50B8-05D0-7FF91FA8FDB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06087" y="4861538"/>
                  <a:ext cx="155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0778" name="Ink 30777">
                  <a:extLst>
                    <a:ext uri="{FF2B5EF4-FFF2-40B4-BE49-F238E27FC236}">
                      <a16:creationId xmlns:a16="http://schemas.microsoft.com/office/drawing/2014/main" id="{90FC130D-5AD0-661A-3B74-7282DDF9E2CF}"/>
                    </a:ext>
                  </a:extLst>
                </p14:cNvPr>
                <p14:cNvContentPartPr/>
                <p14:nvPr/>
              </p14:nvContentPartPr>
              <p14:xfrm>
                <a:off x="10169607" y="4767578"/>
                <a:ext cx="23400" cy="240480"/>
              </p14:xfrm>
            </p:contentPart>
          </mc:Choice>
          <mc:Fallback>
            <p:pic>
              <p:nvPicPr>
                <p:cNvPr id="30778" name="Ink 30777">
                  <a:extLst>
                    <a:ext uri="{FF2B5EF4-FFF2-40B4-BE49-F238E27FC236}">
                      <a16:creationId xmlns:a16="http://schemas.microsoft.com/office/drawing/2014/main" id="{90FC130D-5AD0-661A-3B74-7282DDF9E2C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51967" y="4749938"/>
                  <a:ext cx="590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0779" name="Ink 30778">
                  <a:extLst>
                    <a:ext uri="{FF2B5EF4-FFF2-40B4-BE49-F238E27FC236}">
                      <a16:creationId xmlns:a16="http://schemas.microsoft.com/office/drawing/2014/main" id="{995C78F8-F3CC-FFF7-6657-4ADCF3A8D4F0}"/>
                    </a:ext>
                  </a:extLst>
                </p14:cNvPr>
                <p14:cNvContentPartPr/>
                <p14:nvPr/>
              </p14:nvContentPartPr>
              <p14:xfrm>
                <a:off x="10143687" y="4768658"/>
                <a:ext cx="170280" cy="220680"/>
              </p14:xfrm>
            </p:contentPart>
          </mc:Choice>
          <mc:Fallback>
            <p:pic>
              <p:nvPicPr>
                <p:cNvPr id="30779" name="Ink 30778">
                  <a:extLst>
                    <a:ext uri="{FF2B5EF4-FFF2-40B4-BE49-F238E27FC236}">
                      <a16:creationId xmlns:a16="http://schemas.microsoft.com/office/drawing/2014/main" id="{995C78F8-F3CC-FFF7-6657-4ADCF3A8D4F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25687" y="4750658"/>
                  <a:ext cx="2059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0780" name="Ink 30779">
                  <a:extLst>
                    <a:ext uri="{FF2B5EF4-FFF2-40B4-BE49-F238E27FC236}">
                      <a16:creationId xmlns:a16="http://schemas.microsoft.com/office/drawing/2014/main" id="{AC3C8956-769B-9896-AA99-3ECC06E6D65D}"/>
                    </a:ext>
                  </a:extLst>
                </p14:cNvPr>
                <p14:cNvContentPartPr/>
                <p14:nvPr/>
              </p14:nvContentPartPr>
              <p14:xfrm>
                <a:off x="10472727" y="4782698"/>
                <a:ext cx="190080" cy="68040"/>
              </p14:xfrm>
            </p:contentPart>
          </mc:Choice>
          <mc:Fallback>
            <p:pic>
              <p:nvPicPr>
                <p:cNvPr id="30780" name="Ink 30779">
                  <a:extLst>
                    <a:ext uri="{FF2B5EF4-FFF2-40B4-BE49-F238E27FC236}">
                      <a16:creationId xmlns:a16="http://schemas.microsoft.com/office/drawing/2014/main" id="{AC3C8956-769B-9896-AA99-3ECC06E6D65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54727" y="4764698"/>
                  <a:ext cx="22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0781" name="Ink 30780">
                  <a:extLst>
                    <a:ext uri="{FF2B5EF4-FFF2-40B4-BE49-F238E27FC236}">
                      <a16:creationId xmlns:a16="http://schemas.microsoft.com/office/drawing/2014/main" id="{05FFDA14-2A0F-6E63-E671-CF964810FEED}"/>
                    </a:ext>
                  </a:extLst>
                </p14:cNvPr>
                <p14:cNvContentPartPr/>
                <p14:nvPr/>
              </p14:nvContentPartPr>
              <p14:xfrm>
                <a:off x="10559847" y="4857938"/>
                <a:ext cx="182880" cy="66600"/>
              </p14:xfrm>
            </p:contentPart>
          </mc:Choice>
          <mc:Fallback>
            <p:pic>
              <p:nvPicPr>
                <p:cNvPr id="30781" name="Ink 30780">
                  <a:extLst>
                    <a:ext uri="{FF2B5EF4-FFF2-40B4-BE49-F238E27FC236}">
                      <a16:creationId xmlns:a16="http://schemas.microsoft.com/office/drawing/2014/main" id="{05FFDA14-2A0F-6E63-E671-CF964810FEE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41847" y="4840298"/>
                  <a:ext cx="218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0782" name="Ink 30781">
                  <a:extLst>
                    <a:ext uri="{FF2B5EF4-FFF2-40B4-BE49-F238E27FC236}">
                      <a16:creationId xmlns:a16="http://schemas.microsoft.com/office/drawing/2014/main" id="{E6D19101-254D-37E8-769F-11B91506E8C3}"/>
                    </a:ext>
                  </a:extLst>
                </p14:cNvPr>
                <p14:cNvContentPartPr/>
                <p14:nvPr/>
              </p14:nvContentPartPr>
              <p14:xfrm>
                <a:off x="10811847" y="4695578"/>
                <a:ext cx="147240" cy="210960"/>
              </p14:xfrm>
            </p:contentPart>
          </mc:Choice>
          <mc:Fallback>
            <p:pic>
              <p:nvPicPr>
                <p:cNvPr id="30782" name="Ink 30781">
                  <a:extLst>
                    <a:ext uri="{FF2B5EF4-FFF2-40B4-BE49-F238E27FC236}">
                      <a16:creationId xmlns:a16="http://schemas.microsoft.com/office/drawing/2014/main" id="{E6D19101-254D-37E8-769F-11B91506E8C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93847" y="4677578"/>
                  <a:ext cx="18288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30787" name="Ink 30786">
                <a:extLst>
                  <a:ext uri="{FF2B5EF4-FFF2-40B4-BE49-F238E27FC236}">
                    <a16:creationId xmlns:a16="http://schemas.microsoft.com/office/drawing/2014/main" id="{43FD23B8-2EF5-3547-FCB0-CB5E01EAE64E}"/>
                  </a:ext>
                </a:extLst>
              </p14:cNvPr>
              <p14:cNvContentPartPr/>
              <p14:nvPr/>
            </p14:nvContentPartPr>
            <p14:xfrm>
              <a:off x="9369327" y="3627098"/>
              <a:ext cx="2535120" cy="1552320"/>
            </p14:xfrm>
          </p:contentPart>
        </mc:Choice>
        <mc:Fallback>
          <p:pic>
            <p:nvPicPr>
              <p:cNvPr id="30787" name="Ink 30786">
                <a:extLst>
                  <a:ext uri="{FF2B5EF4-FFF2-40B4-BE49-F238E27FC236}">
                    <a16:creationId xmlns:a16="http://schemas.microsoft.com/office/drawing/2014/main" id="{43FD23B8-2EF5-3547-FCB0-CB5E01EAE64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315687" y="3519458"/>
                <a:ext cx="2642760" cy="176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94" name="Group 30793">
            <a:extLst>
              <a:ext uri="{FF2B5EF4-FFF2-40B4-BE49-F238E27FC236}">
                <a16:creationId xmlns:a16="http://schemas.microsoft.com/office/drawing/2014/main" id="{21BB58AF-5345-7A48-120D-45899D1A43C7}"/>
              </a:ext>
            </a:extLst>
          </p:cNvPr>
          <p:cNvGrpSpPr/>
          <p:nvPr/>
        </p:nvGrpSpPr>
        <p:grpSpPr>
          <a:xfrm>
            <a:off x="339807" y="1029698"/>
            <a:ext cx="1399320" cy="516240"/>
            <a:chOff x="339807" y="1029698"/>
            <a:chExt cx="1399320" cy="51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0788" name="Ink 30787">
                  <a:extLst>
                    <a:ext uri="{FF2B5EF4-FFF2-40B4-BE49-F238E27FC236}">
                      <a16:creationId xmlns:a16="http://schemas.microsoft.com/office/drawing/2014/main" id="{449B6E81-8B7D-E3FE-F4EC-B9C7CA376679}"/>
                    </a:ext>
                  </a:extLst>
                </p14:cNvPr>
                <p14:cNvContentPartPr/>
                <p14:nvPr/>
              </p14:nvContentPartPr>
              <p14:xfrm>
                <a:off x="339807" y="1086938"/>
                <a:ext cx="302400" cy="372600"/>
              </p14:xfrm>
            </p:contentPart>
          </mc:Choice>
          <mc:Fallback>
            <p:pic>
              <p:nvPicPr>
                <p:cNvPr id="30788" name="Ink 30787">
                  <a:extLst>
                    <a:ext uri="{FF2B5EF4-FFF2-40B4-BE49-F238E27FC236}">
                      <a16:creationId xmlns:a16="http://schemas.microsoft.com/office/drawing/2014/main" id="{449B6E81-8B7D-E3FE-F4EC-B9C7CA3766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1807" y="1068938"/>
                  <a:ext cx="3380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0789" name="Ink 30788">
                  <a:extLst>
                    <a:ext uri="{FF2B5EF4-FFF2-40B4-BE49-F238E27FC236}">
                      <a16:creationId xmlns:a16="http://schemas.microsoft.com/office/drawing/2014/main" id="{FCAF0B81-DEB1-C837-F12F-CF5537FBDB9B}"/>
                    </a:ext>
                  </a:extLst>
                </p14:cNvPr>
                <p14:cNvContentPartPr/>
                <p14:nvPr/>
              </p14:nvContentPartPr>
              <p14:xfrm>
                <a:off x="682167" y="1350098"/>
                <a:ext cx="135360" cy="195840"/>
              </p14:xfrm>
            </p:contentPart>
          </mc:Choice>
          <mc:Fallback>
            <p:pic>
              <p:nvPicPr>
                <p:cNvPr id="30789" name="Ink 30788">
                  <a:extLst>
                    <a:ext uri="{FF2B5EF4-FFF2-40B4-BE49-F238E27FC236}">
                      <a16:creationId xmlns:a16="http://schemas.microsoft.com/office/drawing/2014/main" id="{FCAF0B81-DEB1-C837-F12F-CF5537FBDB9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64527" y="1332098"/>
                  <a:ext cx="171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0790" name="Ink 30789">
                  <a:extLst>
                    <a:ext uri="{FF2B5EF4-FFF2-40B4-BE49-F238E27FC236}">
                      <a16:creationId xmlns:a16="http://schemas.microsoft.com/office/drawing/2014/main" id="{5858F028-8432-A480-2C60-F4E140EC65BB}"/>
                    </a:ext>
                  </a:extLst>
                </p14:cNvPr>
                <p14:cNvContentPartPr/>
                <p14:nvPr/>
              </p14:nvContentPartPr>
              <p14:xfrm>
                <a:off x="950367" y="1133018"/>
                <a:ext cx="208440" cy="307800"/>
              </p14:xfrm>
            </p:contentPart>
          </mc:Choice>
          <mc:Fallback>
            <p:pic>
              <p:nvPicPr>
                <p:cNvPr id="30790" name="Ink 30789">
                  <a:extLst>
                    <a:ext uri="{FF2B5EF4-FFF2-40B4-BE49-F238E27FC236}">
                      <a16:creationId xmlns:a16="http://schemas.microsoft.com/office/drawing/2014/main" id="{5858F028-8432-A480-2C60-F4E140EC65B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2727" y="1115018"/>
                  <a:ext cx="244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0791" name="Ink 30790">
                  <a:extLst>
                    <a:ext uri="{FF2B5EF4-FFF2-40B4-BE49-F238E27FC236}">
                      <a16:creationId xmlns:a16="http://schemas.microsoft.com/office/drawing/2014/main" id="{1400484F-2802-C897-84FF-D6357A651639}"/>
                    </a:ext>
                  </a:extLst>
                </p14:cNvPr>
                <p14:cNvContentPartPr/>
                <p14:nvPr/>
              </p14:nvContentPartPr>
              <p14:xfrm>
                <a:off x="1318287" y="1029698"/>
                <a:ext cx="210240" cy="260640"/>
              </p14:xfrm>
            </p:contentPart>
          </mc:Choice>
          <mc:Fallback>
            <p:pic>
              <p:nvPicPr>
                <p:cNvPr id="30791" name="Ink 30790">
                  <a:extLst>
                    <a:ext uri="{FF2B5EF4-FFF2-40B4-BE49-F238E27FC236}">
                      <a16:creationId xmlns:a16="http://schemas.microsoft.com/office/drawing/2014/main" id="{1400484F-2802-C897-84FF-D6357A65163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300647" y="1012058"/>
                  <a:ext cx="2458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0792" name="Ink 30791">
                  <a:extLst>
                    <a:ext uri="{FF2B5EF4-FFF2-40B4-BE49-F238E27FC236}">
                      <a16:creationId xmlns:a16="http://schemas.microsoft.com/office/drawing/2014/main" id="{C4315398-EB5E-FE22-2A94-4C331F2353FA}"/>
                    </a:ext>
                  </a:extLst>
                </p14:cNvPr>
                <p14:cNvContentPartPr/>
                <p14:nvPr/>
              </p14:nvContentPartPr>
              <p14:xfrm>
                <a:off x="1588647" y="1190978"/>
                <a:ext cx="150480" cy="48960"/>
              </p14:xfrm>
            </p:contentPart>
          </mc:Choice>
          <mc:Fallback>
            <p:pic>
              <p:nvPicPr>
                <p:cNvPr id="30792" name="Ink 30791">
                  <a:extLst>
                    <a:ext uri="{FF2B5EF4-FFF2-40B4-BE49-F238E27FC236}">
                      <a16:creationId xmlns:a16="http://schemas.microsoft.com/office/drawing/2014/main" id="{C4315398-EB5E-FE22-2A94-4C331F2353F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70647" y="1172978"/>
                  <a:ext cx="186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0793" name="Ink 30792">
                  <a:extLst>
                    <a:ext uri="{FF2B5EF4-FFF2-40B4-BE49-F238E27FC236}">
                      <a16:creationId xmlns:a16="http://schemas.microsoft.com/office/drawing/2014/main" id="{F419612E-FF0B-B715-0FCA-D2968A0DAFB4}"/>
                    </a:ext>
                  </a:extLst>
                </p14:cNvPr>
                <p14:cNvContentPartPr/>
                <p14:nvPr/>
              </p14:nvContentPartPr>
              <p14:xfrm>
                <a:off x="1659927" y="1195298"/>
                <a:ext cx="14400" cy="199800"/>
              </p14:xfrm>
            </p:contentPart>
          </mc:Choice>
          <mc:Fallback>
            <p:pic>
              <p:nvPicPr>
                <p:cNvPr id="30793" name="Ink 30792">
                  <a:extLst>
                    <a:ext uri="{FF2B5EF4-FFF2-40B4-BE49-F238E27FC236}">
                      <a16:creationId xmlns:a16="http://schemas.microsoft.com/office/drawing/2014/main" id="{F419612E-FF0B-B715-0FCA-D2968A0DAFB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642287" y="1177658"/>
                  <a:ext cx="500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09" name="Group 30808">
            <a:extLst>
              <a:ext uri="{FF2B5EF4-FFF2-40B4-BE49-F238E27FC236}">
                <a16:creationId xmlns:a16="http://schemas.microsoft.com/office/drawing/2014/main" id="{32D4BB8F-BB46-C6EB-7589-D73FA937B614}"/>
              </a:ext>
            </a:extLst>
          </p:cNvPr>
          <p:cNvGrpSpPr/>
          <p:nvPr/>
        </p:nvGrpSpPr>
        <p:grpSpPr>
          <a:xfrm>
            <a:off x="447447" y="1783178"/>
            <a:ext cx="149040" cy="361800"/>
            <a:chOff x="447447" y="1783178"/>
            <a:chExt cx="149040" cy="3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0795" name="Ink 30794">
                  <a:extLst>
                    <a:ext uri="{FF2B5EF4-FFF2-40B4-BE49-F238E27FC236}">
                      <a16:creationId xmlns:a16="http://schemas.microsoft.com/office/drawing/2014/main" id="{719C1644-8DDC-3E92-AA71-55F753667C7D}"/>
                    </a:ext>
                  </a:extLst>
                </p14:cNvPr>
                <p14:cNvContentPartPr/>
                <p14:nvPr/>
              </p14:nvContentPartPr>
              <p14:xfrm>
                <a:off x="447447" y="1833578"/>
                <a:ext cx="49320" cy="311400"/>
              </p14:xfrm>
            </p:contentPart>
          </mc:Choice>
          <mc:Fallback>
            <p:pic>
              <p:nvPicPr>
                <p:cNvPr id="30795" name="Ink 30794">
                  <a:extLst>
                    <a:ext uri="{FF2B5EF4-FFF2-40B4-BE49-F238E27FC236}">
                      <a16:creationId xmlns:a16="http://schemas.microsoft.com/office/drawing/2014/main" id="{719C1644-8DDC-3E92-AA71-55F753667C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29807" y="1815938"/>
                  <a:ext cx="84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30796" name="Ink 30795">
                  <a:extLst>
                    <a:ext uri="{FF2B5EF4-FFF2-40B4-BE49-F238E27FC236}">
                      <a16:creationId xmlns:a16="http://schemas.microsoft.com/office/drawing/2014/main" id="{23AD58BD-2BEB-B3FA-E5CB-C8753E5B3B79}"/>
                    </a:ext>
                  </a:extLst>
                </p14:cNvPr>
                <p14:cNvContentPartPr/>
                <p14:nvPr/>
              </p14:nvContentPartPr>
              <p14:xfrm>
                <a:off x="466527" y="1783178"/>
                <a:ext cx="129960" cy="251640"/>
              </p14:xfrm>
            </p:contentPart>
          </mc:Choice>
          <mc:Fallback>
            <p:pic>
              <p:nvPicPr>
                <p:cNvPr id="30796" name="Ink 30795">
                  <a:extLst>
                    <a:ext uri="{FF2B5EF4-FFF2-40B4-BE49-F238E27FC236}">
                      <a16:creationId xmlns:a16="http://schemas.microsoft.com/office/drawing/2014/main" id="{23AD58BD-2BEB-B3FA-E5CB-C8753E5B3B7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48527" y="1765538"/>
                  <a:ext cx="16560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08" name="Group 30807">
            <a:extLst>
              <a:ext uri="{FF2B5EF4-FFF2-40B4-BE49-F238E27FC236}">
                <a16:creationId xmlns:a16="http://schemas.microsoft.com/office/drawing/2014/main" id="{6852A93F-D998-BAF0-6D19-F144D021804D}"/>
              </a:ext>
            </a:extLst>
          </p:cNvPr>
          <p:cNvGrpSpPr/>
          <p:nvPr/>
        </p:nvGrpSpPr>
        <p:grpSpPr>
          <a:xfrm>
            <a:off x="748407" y="1895858"/>
            <a:ext cx="294480" cy="179280"/>
            <a:chOff x="748407" y="1895858"/>
            <a:chExt cx="29448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30797" name="Ink 30796">
                  <a:extLst>
                    <a:ext uri="{FF2B5EF4-FFF2-40B4-BE49-F238E27FC236}">
                      <a16:creationId xmlns:a16="http://schemas.microsoft.com/office/drawing/2014/main" id="{A3649ECD-C734-5675-BD65-A08E446F79B2}"/>
                    </a:ext>
                  </a:extLst>
                </p14:cNvPr>
                <p14:cNvContentPartPr/>
                <p14:nvPr/>
              </p14:nvContentPartPr>
              <p14:xfrm>
                <a:off x="748407" y="1943738"/>
                <a:ext cx="105840" cy="131400"/>
              </p14:xfrm>
            </p:contentPart>
          </mc:Choice>
          <mc:Fallback>
            <p:pic>
              <p:nvPicPr>
                <p:cNvPr id="30797" name="Ink 30796">
                  <a:extLst>
                    <a:ext uri="{FF2B5EF4-FFF2-40B4-BE49-F238E27FC236}">
                      <a16:creationId xmlns:a16="http://schemas.microsoft.com/office/drawing/2014/main" id="{A3649ECD-C734-5675-BD65-A08E446F79B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0767" y="1926098"/>
                  <a:ext cx="141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0798" name="Ink 30797">
                  <a:extLst>
                    <a:ext uri="{FF2B5EF4-FFF2-40B4-BE49-F238E27FC236}">
                      <a16:creationId xmlns:a16="http://schemas.microsoft.com/office/drawing/2014/main" id="{4FEABABA-7329-498B-AC83-F66D38A7BFD9}"/>
                    </a:ext>
                  </a:extLst>
                </p14:cNvPr>
                <p14:cNvContentPartPr/>
                <p14:nvPr/>
              </p14:nvContentPartPr>
              <p14:xfrm>
                <a:off x="869367" y="1895858"/>
                <a:ext cx="173520" cy="145440"/>
              </p14:xfrm>
            </p:contentPart>
          </mc:Choice>
          <mc:Fallback>
            <p:pic>
              <p:nvPicPr>
                <p:cNvPr id="30798" name="Ink 30797">
                  <a:extLst>
                    <a:ext uri="{FF2B5EF4-FFF2-40B4-BE49-F238E27FC236}">
                      <a16:creationId xmlns:a16="http://schemas.microsoft.com/office/drawing/2014/main" id="{4FEABABA-7329-498B-AC83-F66D38A7BFD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51367" y="1878218"/>
                  <a:ext cx="20916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07" name="Group 30806">
            <a:extLst>
              <a:ext uri="{FF2B5EF4-FFF2-40B4-BE49-F238E27FC236}">
                <a16:creationId xmlns:a16="http://schemas.microsoft.com/office/drawing/2014/main" id="{6C4FB04D-CDFC-94C1-6E2E-D0AECA682CD3}"/>
              </a:ext>
            </a:extLst>
          </p:cNvPr>
          <p:cNvGrpSpPr/>
          <p:nvPr/>
        </p:nvGrpSpPr>
        <p:grpSpPr>
          <a:xfrm>
            <a:off x="1371567" y="1736738"/>
            <a:ext cx="275760" cy="242640"/>
            <a:chOff x="1371567" y="1736738"/>
            <a:chExt cx="27576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0799" name="Ink 30798">
                  <a:extLst>
                    <a:ext uri="{FF2B5EF4-FFF2-40B4-BE49-F238E27FC236}">
                      <a16:creationId xmlns:a16="http://schemas.microsoft.com/office/drawing/2014/main" id="{082A822D-163C-165E-78BA-B7A52626EA36}"/>
                    </a:ext>
                  </a:extLst>
                </p14:cNvPr>
                <p14:cNvContentPartPr/>
                <p14:nvPr/>
              </p14:nvContentPartPr>
              <p14:xfrm>
                <a:off x="1393527" y="1827098"/>
                <a:ext cx="40320" cy="141120"/>
              </p14:xfrm>
            </p:contentPart>
          </mc:Choice>
          <mc:Fallback>
            <p:pic>
              <p:nvPicPr>
                <p:cNvPr id="30799" name="Ink 30798">
                  <a:extLst>
                    <a:ext uri="{FF2B5EF4-FFF2-40B4-BE49-F238E27FC236}">
                      <a16:creationId xmlns:a16="http://schemas.microsoft.com/office/drawing/2014/main" id="{082A822D-163C-165E-78BA-B7A52626EA3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75887" y="1809098"/>
                  <a:ext cx="75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0800" name="Ink 30799">
                  <a:extLst>
                    <a:ext uri="{FF2B5EF4-FFF2-40B4-BE49-F238E27FC236}">
                      <a16:creationId xmlns:a16="http://schemas.microsoft.com/office/drawing/2014/main" id="{51AFD722-B4B0-9CC7-EC6E-01327A594BDC}"/>
                    </a:ext>
                  </a:extLst>
                </p14:cNvPr>
                <p14:cNvContentPartPr/>
                <p14:nvPr/>
              </p14:nvContentPartPr>
              <p14:xfrm>
                <a:off x="1371567" y="1736738"/>
                <a:ext cx="24120" cy="24120"/>
              </p14:xfrm>
            </p:contentPart>
          </mc:Choice>
          <mc:Fallback>
            <p:pic>
              <p:nvPicPr>
                <p:cNvPr id="30800" name="Ink 30799">
                  <a:extLst>
                    <a:ext uri="{FF2B5EF4-FFF2-40B4-BE49-F238E27FC236}">
                      <a16:creationId xmlns:a16="http://schemas.microsoft.com/office/drawing/2014/main" id="{51AFD722-B4B0-9CC7-EC6E-01327A594BD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353927" y="1719098"/>
                  <a:ext cx="59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0801" name="Ink 30800">
                  <a:extLst>
                    <a:ext uri="{FF2B5EF4-FFF2-40B4-BE49-F238E27FC236}">
                      <a16:creationId xmlns:a16="http://schemas.microsoft.com/office/drawing/2014/main" id="{68F7B203-F966-3254-9742-4B6BA5095C70}"/>
                    </a:ext>
                  </a:extLst>
                </p14:cNvPr>
                <p14:cNvContentPartPr/>
                <p14:nvPr/>
              </p14:nvContentPartPr>
              <p14:xfrm>
                <a:off x="1571367" y="1795058"/>
                <a:ext cx="75960" cy="184320"/>
              </p14:xfrm>
            </p:contentPart>
          </mc:Choice>
          <mc:Fallback>
            <p:pic>
              <p:nvPicPr>
                <p:cNvPr id="30801" name="Ink 30800">
                  <a:extLst>
                    <a:ext uri="{FF2B5EF4-FFF2-40B4-BE49-F238E27FC236}">
                      <a16:creationId xmlns:a16="http://schemas.microsoft.com/office/drawing/2014/main" id="{68F7B203-F966-3254-9742-4B6BA5095C7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3727" y="1777058"/>
                  <a:ext cx="1116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06" name="Group 30805">
            <a:extLst>
              <a:ext uri="{FF2B5EF4-FFF2-40B4-BE49-F238E27FC236}">
                <a16:creationId xmlns:a16="http://schemas.microsoft.com/office/drawing/2014/main" id="{5CB94380-66E1-A027-432F-1465A88EEAEC}"/>
              </a:ext>
            </a:extLst>
          </p:cNvPr>
          <p:cNvGrpSpPr/>
          <p:nvPr/>
        </p:nvGrpSpPr>
        <p:grpSpPr>
          <a:xfrm>
            <a:off x="1915167" y="1635938"/>
            <a:ext cx="444240" cy="306000"/>
            <a:chOff x="1915167" y="1635938"/>
            <a:chExt cx="44424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0802" name="Ink 30801">
                  <a:extLst>
                    <a:ext uri="{FF2B5EF4-FFF2-40B4-BE49-F238E27FC236}">
                      <a16:creationId xmlns:a16="http://schemas.microsoft.com/office/drawing/2014/main" id="{ACDA94D9-CCE6-7C13-8FDD-893ACABEFFE0}"/>
                    </a:ext>
                  </a:extLst>
                </p14:cNvPr>
                <p14:cNvContentPartPr/>
                <p14:nvPr/>
              </p14:nvContentPartPr>
              <p14:xfrm>
                <a:off x="1915167" y="1635938"/>
                <a:ext cx="34560" cy="196920"/>
              </p14:xfrm>
            </p:contentPart>
          </mc:Choice>
          <mc:Fallback>
            <p:pic>
              <p:nvPicPr>
                <p:cNvPr id="30802" name="Ink 30801">
                  <a:extLst>
                    <a:ext uri="{FF2B5EF4-FFF2-40B4-BE49-F238E27FC236}">
                      <a16:creationId xmlns:a16="http://schemas.microsoft.com/office/drawing/2014/main" id="{ACDA94D9-CCE6-7C13-8FDD-893ACABEFF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897527" y="1617938"/>
                  <a:ext cx="70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0803" name="Ink 30802">
                  <a:extLst>
                    <a:ext uri="{FF2B5EF4-FFF2-40B4-BE49-F238E27FC236}">
                      <a16:creationId xmlns:a16="http://schemas.microsoft.com/office/drawing/2014/main" id="{8C2B51F6-F83C-3A73-67EA-B64B92ED7607}"/>
                    </a:ext>
                  </a:extLst>
                </p14:cNvPr>
                <p14:cNvContentPartPr/>
                <p14:nvPr/>
              </p14:nvContentPartPr>
              <p14:xfrm>
                <a:off x="2022087" y="1772738"/>
                <a:ext cx="82080" cy="150480"/>
              </p14:xfrm>
            </p:contentPart>
          </mc:Choice>
          <mc:Fallback>
            <p:pic>
              <p:nvPicPr>
                <p:cNvPr id="30803" name="Ink 30802">
                  <a:extLst>
                    <a:ext uri="{FF2B5EF4-FFF2-40B4-BE49-F238E27FC236}">
                      <a16:creationId xmlns:a16="http://schemas.microsoft.com/office/drawing/2014/main" id="{8C2B51F6-F83C-3A73-67EA-B64B92ED760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004087" y="1755098"/>
                  <a:ext cx="117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0804" name="Ink 30803">
                  <a:extLst>
                    <a:ext uri="{FF2B5EF4-FFF2-40B4-BE49-F238E27FC236}">
                      <a16:creationId xmlns:a16="http://schemas.microsoft.com/office/drawing/2014/main" id="{EA6CA7BD-C0AE-CAAC-81A8-3D3371208BE9}"/>
                    </a:ext>
                  </a:extLst>
                </p14:cNvPr>
                <p14:cNvContentPartPr/>
                <p14:nvPr/>
              </p14:nvContentPartPr>
              <p14:xfrm>
                <a:off x="2145207" y="1733138"/>
                <a:ext cx="114840" cy="157680"/>
              </p14:xfrm>
            </p:contentPart>
          </mc:Choice>
          <mc:Fallback>
            <p:pic>
              <p:nvPicPr>
                <p:cNvPr id="30804" name="Ink 30803">
                  <a:extLst>
                    <a:ext uri="{FF2B5EF4-FFF2-40B4-BE49-F238E27FC236}">
                      <a16:creationId xmlns:a16="http://schemas.microsoft.com/office/drawing/2014/main" id="{EA6CA7BD-C0AE-CAAC-81A8-3D3371208B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127207" y="1715498"/>
                  <a:ext cx="150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0805" name="Ink 30804">
                  <a:extLst>
                    <a:ext uri="{FF2B5EF4-FFF2-40B4-BE49-F238E27FC236}">
                      <a16:creationId xmlns:a16="http://schemas.microsoft.com/office/drawing/2014/main" id="{740EEDAF-60F8-20C1-10AA-D74D1A9D033E}"/>
                    </a:ext>
                  </a:extLst>
                </p14:cNvPr>
                <p14:cNvContentPartPr/>
                <p14:nvPr/>
              </p14:nvContentPartPr>
              <p14:xfrm>
                <a:off x="2319447" y="1749698"/>
                <a:ext cx="39960" cy="192240"/>
              </p14:xfrm>
            </p:contentPart>
          </mc:Choice>
          <mc:Fallback>
            <p:pic>
              <p:nvPicPr>
                <p:cNvPr id="30805" name="Ink 30804">
                  <a:extLst>
                    <a:ext uri="{FF2B5EF4-FFF2-40B4-BE49-F238E27FC236}">
                      <a16:creationId xmlns:a16="http://schemas.microsoft.com/office/drawing/2014/main" id="{740EEDAF-60F8-20C1-10AA-D74D1A9D033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301807" y="1732058"/>
                  <a:ext cx="756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22" name="Group 30821">
            <a:extLst>
              <a:ext uri="{FF2B5EF4-FFF2-40B4-BE49-F238E27FC236}">
                <a16:creationId xmlns:a16="http://schemas.microsoft.com/office/drawing/2014/main" id="{391B17F9-A8A8-946B-2EFC-922C99F810EA}"/>
              </a:ext>
            </a:extLst>
          </p:cNvPr>
          <p:cNvGrpSpPr/>
          <p:nvPr/>
        </p:nvGrpSpPr>
        <p:grpSpPr>
          <a:xfrm>
            <a:off x="704487" y="2251538"/>
            <a:ext cx="1434600" cy="325080"/>
            <a:chOff x="704487" y="2251538"/>
            <a:chExt cx="143460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0810" name="Ink 30809">
                  <a:extLst>
                    <a:ext uri="{FF2B5EF4-FFF2-40B4-BE49-F238E27FC236}">
                      <a16:creationId xmlns:a16="http://schemas.microsoft.com/office/drawing/2014/main" id="{4CD05B05-7B1B-F416-A70E-7303B2F964D8}"/>
                    </a:ext>
                  </a:extLst>
                </p14:cNvPr>
                <p14:cNvContentPartPr/>
                <p14:nvPr/>
              </p14:nvContentPartPr>
              <p14:xfrm>
                <a:off x="704487" y="2398778"/>
                <a:ext cx="136080" cy="158400"/>
              </p14:xfrm>
            </p:contentPart>
          </mc:Choice>
          <mc:Fallback>
            <p:pic>
              <p:nvPicPr>
                <p:cNvPr id="30810" name="Ink 30809">
                  <a:extLst>
                    <a:ext uri="{FF2B5EF4-FFF2-40B4-BE49-F238E27FC236}">
                      <a16:creationId xmlns:a16="http://schemas.microsoft.com/office/drawing/2014/main" id="{4CD05B05-7B1B-F416-A70E-7303B2F964D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6487" y="2381138"/>
                  <a:ext cx="171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0811" name="Ink 30810">
                  <a:extLst>
                    <a:ext uri="{FF2B5EF4-FFF2-40B4-BE49-F238E27FC236}">
                      <a16:creationId xmlns:a16="http://schemas.microsoft.com/office/drawing/2014/main" id="{84EF4B5B-54B2-11DD-F69B-802E2F2C7A7E}"/>
                    </a:ext>
                  </a:extLst>
                </p14:cNvPr>
                <p14:cNvContentPartPr/>
                <p14:nvPr/>
              </p14:nvContentPartPr>
              <p14:xfrm>
                <a:off x="889527" y="2419298"/>
                <a:ext cx="80280" cy="153360"/>
              </p14:xfrm>
            </p:contentPart>
          </mc:Choice>
          <mc:Fallback>
            <p:pic>
              <p:nvPicPr>
                <p:cNvPr id="30811" name="Ink 30810">
                  <a:extLst>
                    <a:ext uri="{FF2B5EF4-FFF2-40B4-BE49-F238E27FC236}">
                      <a16:creationId xmlns:a16="http://schemas.microsoft.com/office/drawing/2014/main" id="{84EF4B5B-54B2-11DD-F69B-802E2F2C7A7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71527" y="2401658"/>
                  <a:ext cx="115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0812" name="Ink 30811">
                  <a:extLst>
                    <a:ext uri="{FF2B5EF4-FFF2-40B4-BE49-F238E27FC236}">
                      <a16:creationId xmlns:a16="http://schemas.microsoft.com/office/drawing/2014/main" id="{70F9B7C4-C97E-4127-8B16-734B09F403E3}"/>
                    </a:ext>
                  </a:extLst>
                </p14:cNvPr>
                <p14:cNvContentPartPr/>
                <p14:nvPr/>
              </p14:nvContentPartPr>
              <p14:xfrm>
                <a:off x="1060887" y="2385098"/>
                <a:ext cx="94680" cy="181800"/>
              </p14:xfrm>
            </p:contentPart>
          </mc:Choice>
          <mc:Fallback>
            <p:pic>
              <p:nvPicPr>
                <p:cNvPr id="30812" name="Ink 30811">
                  <a:extLst>
                    <a:ext uri="{FF2B5EF4-FFF2-40B4-BE49-F238E27FC236}">
                      <a16:creationId xmlns:a16="http://schemas.microsoft.com/office/drawing/2014/main" id="{70F9B7C4-C97E-4127-8B16-734B09F403E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3247" y="2367098"/>
                  <a:ext cx="130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0813" name="Ink 30812">
                  <a:extLst>
                    <a:ext uri="{FF2B5EF4-FFF2-40B4-BE49-F238E27FC236}">
                      <a16:creationId xmlns:a16="http://schemas.microsoft.com/office/drawing/2014/main" id="{96B8ACF4-E294-A4D4-2EDE-34C57866F8A4}"/>
                    </a:ext>
                  </a:extLst>
                </p14:cNvPr>
                <p14:cNvContentPartPr/>
                <p14:nvPr/>
              </p14:nvContentPartPr>
              <p14:xfrm>
                <a:off x="1212087" y="2449178"/>
                <a:ext cx="31680" cy="74160"/>
              </p14:xfrm>
            </p:contentPart>
          </mc:Choice>
          <mc:Fallback>
            <p:pic>
              <p:nvPicPr>
                <p:cNvPr id="30813" name="Ink 30812">
                  <a:extLst>
                    <a:ext uri="{FF2B5EF4-FFF2-40B4-BE49-F238E27FC236}">
                      <a16:creationId xmlns:a16="http://schemas.microsoft.com/office/drawing/2014/main" id="{96B8ACF4-E294-A4D4-2EDE-34C57866F8A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94447" y="2431538"/>
                  <a:ext cx="67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0814" name="Ink 30813">
                  <a:extLst>
                    <a:ext uri="{FF2B5EF4-FFF2-40B4-BE49-F238E27FC236}">
                      <a16:creationId xmlns:a16="http://schemas.microsoft.com/office/drawing/2014/main" id="{6E9ADDAD-28EF-A355-9611-DEB063B71AC7}"/>
                    </a:ext>
                  </a:extLst>
                </p14:cNvPr>
                <p14:cNvContentPartPr/>
                <p14:nvPr/>
              </p14:nvContentPartPr>
              <p14:xfrm>
                <a:off x="1213167" y="2308418"/>
                <a:ext cx="6840" cy="20160"/>
              </p14:xfrm>
            </p:contentPart>
          </mc:Choice>
          <mc:Fallback>
            <p:pic>
              <p:nvPicPr>
                <p:cNvPr id="30814" name="Ink 30813">
                  <a:extLst>
                    <a:ext uri="{FF2B5EF4-FFF2-40B4-BE49-F238E27FC236}">
                      <a16:creationId xmlns:a16="http://schemas.microsoft.com/office/drawing/2014/main" id="{6E9ADDAD-28EF-A355-9611-DEB063B71AC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95527" y="2290778"/>
                  <a:ext cx="42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30815" name="Ink 30814">
                  <a:extLst>
                    <a:ext uri="{FF2B5EF4-FFF2-40B4-BE49-F238E27FC236}">
                      <a16:creationId xmlns:a16="http://schemas.microsoft.com/office/drawing/2014/main" id="{E7BCB179-64AB-9649-D4BE-D23A218A9FD1}"/>
                    </a:ext>
                  </a:extLst>
                </p14:cNvPr>
                <p14:cNvContentPartPr/>
                <p14:nvPr/>
              </p14:nvContentPartPr>
              <p14:xfrm>
                <a:off x="1336647" y="2399858"/>
                <a:ext cx="89280" cy="176760"/>
              </p14:xfrm>
            </p:contentPart>
          </mc:Choice>
          <mc:Fallback>
            <p:pic>
              <p:nvPicPr>
                <p:cNvPr id="30815" name="Ink 30814">
                  <a:extLst>
                    <a:ext uri="{FF2B5EF4-FFF2-40B4-BE49-F238E27FC236}">
                      <a16:creationId xmlns:a16="http://schemas.microsoft.com/office/drawing/2014/main" id="{E7BCB179-64AB-9649-D4BE-D23A218A9FD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19007" y="2382218"/>
                  <a:ext cx="124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0816" name="Ink 30815">
                  <a:extLst>
                    <a:ext uri="{FF2B5EF4-FFF2-40B4-BE49-F238E27FC236}">
                      <a16:creationId xmlns:a16="http://schemas.microsoft.com/office/drawing/2014/main" id="{A5951212-D64F-C24D-5C39-2265604D7AAD}"/>
                    </a:ext>
                  </a:extLst>
                </p14:cNvPr>
                <p14:cNvContentPartPr/>
                <p14:nvPr/>
              </p14:nvContentPartPr>
              <p14:xfrm>
                <a:off x="1489647" y="2292578"/>
                <a:ext cx="39600" cy="187200"/>
              </p14:xfrm>
            </p:contentPart>
          </mc:Choice>
          <mc:Fallback>
            <p:pic>
              <p:nvPicPr>
                <p:cNvPr id="30816" name="Ink 30815">
                  <a:extLst>
                    <a:ext uri="{FF2B5EF4-FFF2-40B4-BE49-F238E27FC236}">
                      <a16:creationId xmlns:a16="http://schemas.microsoft.com/office/drawing/2014/main" id="{A5951212-D64F-C24D-5C39-2265604D7AA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471647" y="2274578"/>
                  <a:ext cx="75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30817" name="Ink 30816">
                  <a:extLst>
                    <a:ext uri="{FF2B5EF4-FFF2-40B4-BE49-F238E27FC236}">
                      <a16:creationId xmlns:a16="http://schemas.microsoft.com/office/drawing/2014/main" id="{F0A07997-B059-AA1F-0092-B85EA1B6169E}"/>
                    </a:ext>
                  </a:extLst>
                </p14:cNvPr>
                <p14:cNvContentPartPr/>
                <p14:nvPr/>
              </p14:nvContentPartPr>
              <p14:xfrm>
                <a:off x="1494327" y="2360978"/>
                <a:ext cx="176400" cy="95400"/>
              </p14:xfrm>
            </p:contentPart>
          </mc:Choice>
          <mc:Fallback>
            <p:pic>
              <p:nvPicPr>
                <p:cNvPr id="30817" name="Ink 30816">
                  <a:extLst>
                    <a:ext uri="{FF2B5EF4-FFF2-40B4-BE49-F238E27FC236}">
                      <a16:creationId xmlns:a16="http://schemas.microsoft.com/office/drawing/2014/main" id="{F0A07997-B059-AA1F-0092-B85EA1B6169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76687" y="2342978"/>
                  <a:ext cx="21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0818" name="Ink 30817">
                  <a:extLst>
                    <a:ext uri="{FF2B5EF4-FFF2-40B4-BE49-F238E27FC236}">
                      <a16:creationId xmlns:a16="http://schemas.microsoft.com/office/drawing/2014/main" id="{DB217ADE-CD8B-C0FF-6D2A-73220AB42955}"/>
                    </a:ext>
                  </a:extLst>
                </p14:cNvPr>
                <p14:cNvContentPartPr/>
                <p14:nvPr/>
              </p14:nvContentPartPr>
              <p14:xfrm>
                <a:off x="1656687" y="2251538"/>
                <a:ext cx="11160" cy="23760"/>
              </p14:xfrm>
            </p:contentPart>
          </mc:Choice>
          <mc:Fallback>
            <p:pic>
              <p:nvPicPr>
                <p:cNvPr id="30818" name="Ink 30817">
                  <a:extLst>
                    <a:ext uri="{FF2B5EF4-FFF2-40B4-BE49-F238E27FC236}">
                      <a16:creationId xmlns:a16="http://schemas.microsoft.com/office/drawing/2014/main" id="{DB217ADE-CD8B-C0FF-6D2A-73220AB4295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38687" y="2233538"/>
                  <a:ext cx="46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0819" name="Ink 30818">
                  <a:extLst>
                    <a:ext uri="{FF2B5EF4-FFF2-40B4-BE49-F238E27FC236}">
                      <a16:creationId xmlns:a16="http://schemas.microsoft.com/office/drawing/2014/main" id="{FC21077E-B26B-4F61-1CFD-19F6B8C6AB85}"/>
                    </a:ext>
                  </a:extLst>
                </p14:cNvPr>
                <p14:cNvContentPartPr/>
                <p14:nvPr/>
              </p14:nvContentPartPr>
              <p14:xfrm>
                <a:off x="1752447" y="2312378"/>
                <a:ext cx="120240" cy="114840"/>
              </p14:xfrm>
            </p:contentPart>
          </mc:Choice>
          <mc:Fallback>
            <p:pic>
              <p:nvPicPr>
                <p:cNvPr id="30819" name="Ink 30818">
                  <a:extLst>
                    <a:ext uri="{FF2B5EF4-FFF2-40B4-BE49-F238E27FC236}">
                      <a16:creationId xmlns:a16="http://schemas.microsoft.com/office/drawing/2014/main" id="{FC21077E-B26B-4F61-1CFD-19F6B8C6AB8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734447" y="2294378"/>
                  <a:ext cx="155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0820" name="Ink 30819">
                  <a:extLst>
                    <a:ext uri="{FF2B5EF4-FFF2-40B4-BE49-F238E27FC236}">
                      <a16:creationId xmlns:a16="http://schemas.microsoft.com/office/drawing/2014/main" id="{A24C5B33-6648-9429-09C4-6E2732EF5100}"/>
                    </a:ext>
                  </a:extLst>
                </p14:cNvPr>
                <p14:cNvContentPartPr/>
                <p14:nvPr/>
              </p14:nvContentPartPr>
              <p14:xfrm>
                <a:off x="1928847" y="2300498"/>
                <a:ext cx="107280" cy="145080"/>
              </p14:xfrm>
            </p:contentPart>
          </mc:Choice>
          <mc:Fallback>
            <p:pic>
              <p:nvPicPr>
                <p:cNvPr id="30820" name="Ink 30819">
                  <a:extLst>
                    <a:ext uri="{FF2B5EF4-FFF2-40B4-BE49-F238E27FC236}">
                      <a16:creationId xmlns:a16="http://schemas.microsoft.com/office/drawing/2014/main" id="{A24C5B33-6648-9429-09C4-6E2732EF510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910847" y="2282858"/>
                  <a:ext cx="142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0821" name="Ink 30820">
                  <a:extLst>
                    <a:ext uri="{FF2B5EF4-FFF2-40B4-BE49-F238E27FC236}">
                      <a16:creationId xmlns:a16="http://schemas.microsoft.com/office/drawing/2014/main" id="{6A73BB9F-C6C4-4852-4CA9-8F5091868751}"/>
                    </a:ext>
                  </a:extLst>
                </p14:cNvPr>
                <p14:cNvContentPartPr/>
                <p14:nvPr/>
              </p14:nvContentPartPr>
              <p14:xfrm>
                <a:off x="2130447" y="2374658"/>
                <a:ext cx="8640" cy="8640"/>
              </p14:xfrm>
            </p:contentPart>
          </mc:Choice>
          <mc:Fallback>
            <p:pic>
              <p:nvPicPr>
                <p:cNvPr id="30821" name="Ink 30820">
                  <a:extLst>
                    <a:ext uri="{FF2B5EF4-FFF2-40B4-BE49-F238E27FC236}">
                      <a16:creationId xmlns:a16="http://schemas.microsoft.com/office/drawing/2014/main" id="{6A73BB9F-C6C4-4852-4CA9-8F509186875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12447" y="2357018"/>
                  <a:ext cx="442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37" name="Group 30836">
            <a:extLst>
              <a:ext uri="{FF2B5EF4-FFF2-40B4-BE49-F238E27FC236}">
                <a16:creationId xmlns:a16="http://schemas.microsoft.com/office/drawing/2014/main" id="{E7CA8846-BB29-8B5F-EF61-EDF0F9F6B456}"/>
              </a:ext>
            </a:extLst>
          </p:cNvPr>
          <p:cNvGrpSpPr/>
          <p:nvPr/>
        </p:nvGrpSpPr>
        <p:grpSpPr>
          <a:xfrm>
            <a:off x="549687" y="2918258"/>
            <a:ext cx="445320" cy="401760"/>
            <a:chOff x="549687" y="2918258"/>
            <a:chExt cx="445320" cy="40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0823" name="Ink 30822">
                  <a:extLst>
                    <a:ext uri="{FF2B5EF4-FFF2-40B4-BE49-F238E27FC236}">
                      <a16:creationId xmlns:a16="http://schemas.microsoft.com/office/drawing/2014/main" id="{16148EE1-404E-25D0-ECEE-CBA2DDA9B481}"/>
                    </a:ext>
                  </a:extLst>
                </p14:cNvPr>
                <p14:cNvContentPartPr/>
                <p14:nvPr/>
              </p14:nvContentPartPr>
              <p14:xfrm>
                <a:off x="596847" y="2956778"/>
                <a:ext cx="39960" cy="284400"/>
              </p14:xfrm>
            </p:contentPart>
          </mc:Choice>
          <mc:Fallback>
            <p:pic>
              <p:nvPicPr>
                <p:cNvPr id="30823" name="Ink 30822">
                  <a:extLst>
                    <a:ext uri="{FF2B5EF4-FFF2-40B4-BE49-F238E27FC236}">
                      <a16:creationId xmlns:a16="http://schemas.microsoft.com/office/drawing/2014/main" id="{16148EE1-404E-25D0-ECEE-CBA2DDA9B48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79207" y="2939138"/>
                  <a:ext cx="756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0824" name="Ink 30823">
                  <a:extLst>
                    <a:ext uri="{FF2B5EF4-FFF2-40B4-BE49-F238E27FC236}">
                      <a16:creationId xmlns:a16="http://schemas.microsoft.com/office/drawing/2014/main" id="{6B5F29AC-0FEE-9477-A2AA-E22E01312B6D}"/>
                    </a:ext>
                  </a:extLst>
                </p14:cNvPr>
                <p14:cNvContentPartPr/>
                <p14:nvPr/>
              </p14:nvContentPartPr>
              <p14:xfrm>
                <a:off x="549687" y="2918258"/>
                <a:ext cx="131040" cy="37800"/>
              </p14:xfrm>
            </p:contentPart>
          </mc:Choice>
          <mc:Fallback>
            <p:pic>
              <p:nvPicPr>
                <p:cNvPr id="30824" name="Ink 30823">
                  <a:extLst>
                    <a:ext uri="{FF2B5EF4-FFF2-40B4-BE49-F238E27FC236}">
                      <a16:creationId xmlns:a16="http://schemas.microsoft.com/office/drawing/2014/main" id="{6B5F29AC-0FEE-9477-A2AA-E22E01312B6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31687" y="2900618"/>
                  <a:ext cx="166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0825" name="Ink 30824">
                  <a:extLst>
                    <a:ext uri="{FF2B5EF4-FFF2-40B4-BE49-F238E27FC236}">
                      <a16:creationId xmlns:a16="http://schemas.microsoft.com/office/drawing/2014/main" id="{6C6685B5-96B0-22E7-1C1A-5A92CC7BC3DA}"/>
                    </a:ext>
                  </a:extLst>
                </p14:cNvPr>
                <p14:cNvContentPartPr/>
                <p14:nvPr/>
              </p14:nvContentPartPr>
              <p14:xfrm>
                <a:off x="600447" y="3210218"/>
                <a:ext cx="127080" cy="63000"/>
              </p14:xfrm>
            </p:contentPart>
          </mc:Choice>
          <mc:Fallback>
            <p:pic>
              <p:nvPicPr>
                <p:cNvPr id="30825" name="Ink 30824">
                  <a:extLst>
                    <a:ext uri="{FF2B5EF4-FFF2-40B4-BE49-F238E27FC236}">
                      <a16:creationId xmlns:a16="http://schemas.microsoft.com/office/drawing/2014/main" id="{6C6685B5-96B0-22E7-1C1A-5A92CC7BC3D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2447" y="3192578"/>
                  <a:ext cx="162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0826" name="Ink 30825">
                  <a:extLst>
                    <a:ext uri="{FF2B5EF4-FFF2-40B4-BE49-F238E27FC236}">
                      <a16:creationId xmlns:a16="http://schemas.microsoft.com/office/drawing/2014/main" id="{E8B31D06-0F75-5BC6-EA06-2D6904C926E0}"/>
                    </a:ext>
                  </a:extLst>
                </p14:cNvPr>
                <p14:cNvContentPartPr/>
                <p14:nvPr/>
              </p14:nvContentPartPr>
              <p14:xfrm>
                <a:off x="811767" y="3087458"/>
                <a:ext cx="56880" cy="231120"/>
              </p14:xfrm>
            </p:contentPart>
          </mc:Choice>
          <mc:Fallback>
            <p:pic>
              <p:nvPicPr>
                <p:cNvPr id="30826" name="Ink 30825">
                  <a:extLst>
                    <a:ext uri="{FF2B5EF4-FFF2-40B4-BE49-F238E27FC236}">
                      <a16:creationId xmlns:a16="http://schemas.microsoft.com/office/drawing/2014/main" id="{E8B31D06-0F75-5BC6-EA06-2D6904C926E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3767" y="3069818"/>
                  <a:ext cx="92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30827" name="Ink 30826">
                  <a:extLst>
                    <a:ext uri="{FF2B5EF4-FFF2-40B4-BE49-F238E27FC236}">
                      <a16:creationId xmlns:a16="http://schemas.microsoft.com/office/drawing/2014/main" id="{2B151B62-F329-3698-BE56-4BE1D3AA7D98}"/>
                    </a:ext>
                  </a:extLst>
                </p14:cNvPr>
                <p14:cNvContentPartPr/>
                <p14:nvPr/>
              </p14:nvContentPartPr>
              <p14:xfrm>
                <a:off x="797367" y="3109778"/>
                <a:ext cx="197640" cy="210240"/>
              </p14:xfrm>
            </p:contentPart>
          </mc:Choice>
          <mc:Fallback>
            <p:pic>
              <p:nvPicPr>
                <p:cNvPr id="30827" name="Ink 30826">
                  <a:extLst>
                    <a:ext uri="{FF2B5EF4-FFF2-40B4-BE49-F238E27FC236}">
                      <a16:creationId xmlns:a16="http://schemas.microsoft.com/office/drawing/2014/main" id="{2B151B62-F329-3698-BE56-4BE1D3AA7D9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9727" y="3092138"/>
                  <a:ext cx="23328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36" name="Group 30835">
            <a:extLst>
              <a:ext uri="{FF2B5EF4-FFF2-40B4-BE49-F238E27FC236}">
                <a16:creationId xmlns:a16="http://schemas.microsoft.com/office/drawing/2014/main" id="{1AD97C3B-C9AE-C3E1-C825-B0A0D1DEC794}"/>
              </a:ext>
            </a:extLst>
          </p:cNvPr>
          <p:cNvGrpSpPr/>
          <p:nvPr/>
        </p:nvGrpSpPr>
        <p:grpSpPr>
          <a:xfrm>
            <a:off x="1281207" y="2947418"/>
            <a:ext cx="23040" cy="187200"/>
            <a:chOff x="1281207" y="2947418"/>
            <a:chExt cx="2304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30828" name="Ink 30827">
                  <a:extLst>
                    <a:ext uri="{FF2B5EF4-FFF2-40B4-BE49-F238E27FC236}">
                      <a16:creationId xmlns:a16="http://schemas.microsoft.com/office/drawing/2014/main" id="{A00FA5E4-47BA-5B55-1D4D-D56A60724B7D}"/>
                    </a:ext>
                  </a:extLst>
                </p14:cNvPr>
                <p14:cNvContentPartPr/>
                <p14:nvPr/>
              </p14:nvContentPartPr>
              <p14:xfrm>
                <a:off x="1288767" y="3035618"/>
                <a:ext cx="12240" cy="99000"/>
              </p14:xfrm>
            </p:contentPart>
          </mc:Choice>
          <mc:Fallback>
            <p:pic>
              <p:nvPicPr>
                <p:cNvPr id="30828" name="Ink 30827">
                  <a:extLst>
                    <a:ext uri="{FF2B5EF4-FFF2-40B4-BE49-F238E27FC236}">
                      <a16:creationId xmlns:a16="http://schemas.microsoft.com/office/drawing/2014/main" id="{A00FA5E4-47BA-5B55-1D4D-D56A60724B7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270767" y="3017618"/>
                  <a:ext cx="47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30829" name="Ink 30828">
                  <a:extLst>
                    <a:ext uri="{FF2B5EF4-FFF2-40B4-BE49-F238E27FC236}">
                      <a16:creationId xmlns:a16="http://schemas.microsoft.com/office/drawing/2014/main" id="{5D402D7F-D053-1BD1-688F-C5DBB9ADB24F}"/>
                    </a:ext>
                  </a:extLst>
                </p14:cNvPr>
                <p14:cNvContentPartPr/>
                <p14:nvPr/>
              </p14:nvContentPartPr>
              <p14:xfrm>
                <a:off x="1281207" y="2947418"/>
                <a:ext cx="23040" cy="37800"/>
              </p14:xfrm>
            </p:contentPart>
          </mc:Choice>
          <mc:Fallback>
            <p:pic>
              <p:nvPicPr>
                <p:cNvPr id="30829" name="Ink 30828">
                  <a:extLst>
                    <a:ext uri="{FF2B5EF4-FFF2-40B4-BE49-F238E27FC236}">
                      <a16:creationId xmlns:a16="http://schemas.microsoft.com/office/drawing/2014/main" id="{5D402D7F-D053-1BD1-688F-C5DBB9ADB24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263207" y="2929418"/>
                  <a:ext cx="5868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43" name="Group 30842">
            <a:extLst>
              <a:ext uri="{FF2B5EF4-FFF2-40B4-BE49-F238E27FC236}">
                <a16:creationId xmlns:a16="http://schemas.microsoft.com/office/drawing/2014/main" id="{3A814BBB-1A6E-E669-236A-81A0C0DB4744}"/>
              </a:ext>
            </a:extLst>
          </p:cNvPr>
          <p:cNvGrpSpPr/>
          <p:nvPr/>
        </p:nvGrpSpPr>
        <p:grpSpPr>
          <a:xfrm>
            <a:off x="1446447" y="2877578"/>
            <a:ext cx="1262160" cy="241920"/>
            <a:chOff x="1446447" y="2877578"/>
            <a:chExt cx="126216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30830" name="Ink 30829">
                  <a:extLst>
                    <a:ext uri="{FF2B5EF4-FFF2-40B4-BE49-F238E27FC236}">
                      <a16:creationId xmlns:a16="http://schemas.microsoft.com/office/drawing/2014/main" id="{25FF710A-A56B-0E3A-0543-CC524F749C5C}"/>
                    </a:ext>
                  </a:extLst>
                </p14:cNvPr>
                <p14:cNvContentPartPr/>
                <p14:nvPr/>
              </p14:nvContentPartPr>
              <p14:xfrm>
                <a:off x="1446447" y="3010058"/>
                <a:ext cx="168840" cy="109440"/>
              </p14:xfrm>
            </p:contentPart>
          </mc:Choice>
          <mc:Fallback>
            <p:pic>
              <p:nvPicPr>
                <p:cNvPr id="30830" name="Ink 30829">
                  <a:extLst>
                    <a:ext uri="{FF2B5EF4-FFF2-40B4-BE49-F238E27FC236}">
                      <a16:creationId xmlns:a16="http://schemas.microsoft.com/office/drawing/2014/main" id="{25FF710A-A56B-0E3A-0543-CC524F749C5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28807" y="2992058"/>
                  <a:ext cx="204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0831" name="Ink 30830">
                  <a:extLst>
                    <a:ext uri="{FF2B5EF4-FFF2-40B4-BE49-F238E27FC236}">
                      <a16:creationId xmlns:a16="http://schemas.microsoft.com/office/drawing/2014/main" id="{91C75D83-82E5-64A5-AA26-07AF157B444B}"/>
                    </a:ext>
                  </a:extLst>
                </p14:cNvPr>
                <p14:cNvContentPartPr/>
                <p14:nvPr/>
              </p14:nvContentPartPr>
              <p14:xfrm>
                <a:off x="1695567" y="2966858"/>
                <a:ext cx="71280" cy="129240"/>
              </p14:xfrm>
            </p:contentPart>
          </mc:Choice>
          <mc:Fallback>
            <p:pic>
              <p:nvPicPr>
                <p:cNvPr id="30831" name="Ink 30830">
                  <a:extLst>
                    <a:ext uri="{FF2B5EF4-FFF2-40B4-BE49-F238E27FC236}">
                      <a16:creationId xmlns:a16="http://schemas.microsoft.com/office/drawing/2014/main" id="{91C75D83-82E5-64A5-AA26-07AF157B444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677567" y="2949218"/>
                  <a:ext cx="106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30832" name="Ink 30831">
                  <a:extLst>
                    <a:ext uri="{FF2B5EF4-FFF2-40B4-BE49-F238E27FC236}">
                      <a16:creationId xmlns:a16="http://schemas.microsoft.com/office/drawing/2014/main" id="{14B72335-5D16-E24D-E38D-625F60B78ADA}"/>
                    </a:ext>
                  </a:extLst>
                </p14:cNvPr>
                <p14:cNvContentPartPr/>
                <p14:nvPr/>
              </p14:nvContentPartPr>
              <p14:xfrm>
                <a:off x="1812567" y="3010778"/>
                <a:ext cx="8640" cy="18000"/>
              </p14:xfrm>
            </p:contentPart>
          </mc:Choice>
          <mc:Fallback>
            <p:pic>
              <p:nvPicPr>
                <p:cNvPr id="30832" name="Ink 30831">
                  <a:extLst>
                    <a:ext uri="{FF2B5EF4-FFF2-40B4-BE49-F238E27FC236}">
                      <a16:creationId xmlns:a16="http://schemas.microsoft.com/office/drawing/2014/main" id="{14B72335-5D16-E24D-E38D-625F60B78AD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94927" y="2993138"/>
                  <a:ext cx="44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0833" name="Ink 30832">
                  <a:extLst>
                    <a:ext uri="{FF2B5EF4-FFF2-40B4-BE49-F238E27FC236}">
                      <a16:creationId xmlns:a16="http://schemas.microsoft.com/office/drawing/2014/main" id="{D8282A17-6A1C-F2AA-BD1B-9ECA48B7FB72}"/>
                    </a:ext>
                  </a:extLst>
                </p14:cNvPr>
                <p14:cNvContentPartPr/>
                <p14:nvPr/>
              </p14:nvContentPartPr>
              <p14:xfrm>
                <a:off x="1809327" y="2975858"/>
                <a:ext cx="72720" cy="82800"/>
              </p14:xfrm>
            </p:contentPart>
          </mc:Choice>
          <mc:Fallback>
            <p:pic>
              <p:nvPicPr>
                <p:cNvPr id="30833" name="Ink 30832">
                  <a:extLst>
                    <a:ext uri="{FF2B5EF4-FFF2-40B4-BE49-F238E27FC236}">
                      <a16:creationId xmlns:a16="http://schemas.microsoft.com/office/drawing/2014/main" id="{D8282A17-6A1C-F2AA-BD1B-9ECA48B7FB7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791687" y="2957858"/>
                  <a:ext cx="108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30834" name="Ink 30833">
                  <a:extLst>
                    <a:ext uri="{FF2B5EF4-FFF2-40B4-BE49-F238E27FC236}">
                      <a16:creationId xmlns:a16="http://schemas.microsoft.com/office/drawing/2014/main" id="{3F45502B-12C9-2BF4-0759-01DA5BCB660B}"/>
                    </a:ext>
                  </a:extLst>
                </p14:cNvPr>
                <p14:cNvContentPartPr/>
                <p14:nvPr/>
              </p14:nvContentPartPr>
              <p14:xfrm>
                <a:off x="1986447" y="2885498"/>
                <a:ext cx="171360" cy="136080"/>
              </p14:xfrm>
            </p:contentPart>
          </mc:Choice>
          <mc:Fallback>
            <p:pic>
              <p:nvPicPr>
                <p:cNvPr id="30834" name="Ink 30833">
                  <a:extLst>
                    <a:ext uri="{FF2B5EF4-FFF2-40B4-BE49-F238E27FC236}">
                      <a16:creationId xmlns:a16="http://schemas.microsoft.com/office/drawing/2014/main" id="{3F45502B-12C9-2BF4-0759-01DA5BCB660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68447" y="2867498"/>
                  <a:ext cx="207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0838" name="Ink 30837">
                  <a:extLst>
                    <a:ext uri="{FF2B5EF4-FFF2-40B4-BE49-F238E27FC236}">
                      <a16:creationId xmlns:a16="http://schemas.microsoft.com/office/drawing/2014/main" id="{3F66CAE3-38B2-C654-A599-18B2A39AD30C}"/>
                    </a:ext>
                  </a:extLst>
                </p14:cNvPr>
                <p14:cNvContentPartPr/>
                <p14:nvPr/>
              </p14:nvContentPartPr>
              <p14:xfrm>
                <a:off x="2270847" y="2881178"/>
                <a:ext cx="90360" cy="169560"/>
              </p14:xfrm>
            </p:contentPart>
          </mc:Choice>
          <mc:Fallback>
            <p:pic>
              <p:nvPicPr>
                <p:cNvPr id="30838" name="Ink 30837">
                  <a:extLst>
                    <a:ext uri="{FF2B5EF4-FFF2-40B4-BE49-F238E27FC236}">
                      <a16:creationId xmlns:a16="http://schemas.microsoft.com/office/drawing/2014/main" id="{3F66CAE3-38B2-C654-A599-18B2A39AD30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252847" y="2863178"/>
                  <a:ext cx="126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30839" name="Ink 30838">
                  <a:extLst>
                    <a:ext uri="{FF2B5EF4-FFF2-40B4-BE49-F238E27FC236}">
                      <a16:creationId xmlns:a16="http://schemas.microsoft.com/office/drawing/2014/main" id="{7E428DD8-3B4F-810C-BE70-1A85EE179AB9}"/>
                    </a:ext>
                  </a:extLst>
                </p14:cNvPr>
                <p14:cNvContentPartPr/>
                <p14:nvPr/>
              </p14:nvContentPartPr>
              <p14:xfrm>
                <a:off x="2450487" y="2892698"/>
                <a:ext cx="74520" cy="113040"/>
              </p14:xfrm>
            </p:contentPart>
          </mc:Choice>
          <mc:Fallback>
            <p:pic>
              <p:nvPicPr>
                <p:cNvPr id="30839" name="Ink 30838">
                  <a:extLst>
                    <a:ext uri="{FF2B5EF4-FFF2-40B4-BE49-F238E27FC236}">
                      <a16:creationId xmlns:a16="http://schemas.microsoft.com/office/drawing/2014/main" id="{7E428DD8-3B4F-810C-BE70-1A85EE179AB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432847" y="2875058"/>
                  <a:ext cx="110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30841" name="Ink 30840">
                  <a:extLst>
                    <a:ext uri="{FF2B5EF4-FFF2-40B4-BE49-F238E27FC236}">
                      <a16:creationId xmlns:a16="http://schemas.microsoft.com/office/drawing/2014/main" id="{CF4FCFE9-1DD3-DF4F-C2C5-3E1D0F6B5CED}"/>
                    </a:ext>
                  </a:extLst>
                </p14:cNvPr>
                <p14:cNvContentPartPr/>
                <p14:nvPr/>
              </p14:nvContentPartPr>
              <p14:xfrm>
                <a:off x="2465247" y="2898818"/>
                <a:ext cx="81720" cy="138960"/>
              </p14:xfrm>
            </p:contentPart>
          </mc:Choice>
          <mc:Fallback>
            <p:pic>
              <p:nvPicPr>
                <p:cNvPr id="30841" name="Ink 30840">
                  <a:extLst>
                    <a:ext uri="{FF2B5EF4-FFF2-40B4-BE49-F238E27FC236}">
                      <a16:creationId xmlns:a16="http://schemas.microsoft.com/office/drawing/2014/main" id="{CF4FCFE9-1DD3-DF4F-C2C5-3E1D0F6B5CE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447247" y="2880818"/>
                  <a:ext cx="117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30842" name="Ink 30841">
                  <a:extLst>
                    <a:ext uri="{FF2B5EF4-FFF2-40B4-BE49-F238E27FC236}">
                      <a16:creationId xmlns:a16="http://schemas.microsoft.com/office/drawing/2014/main" id="{2431A840-1BF5-0C91-07ED-3FAF87B7D86F}"/>
                    </a:ext>
                  </a:extLst>
                </p14:cNvPr>
                <p14:cNvContentPartPr/>
                <p14:nvPr/>
              </p14:nvContentPartPr>
              <p14:xfrm>
                <a:off x="2634807" y="2877578"/>
                <a:ext cx="73800" cy="185040"/>
              </p14:xfrm>
            </p:contentPart>
          </mc:Choice>
          <mc:Fallback>
            <p:pic>
              <p:nvPicPr>
                <p:cNvPr id="30842" name="Ink 30841">
                  <a:extLst>
                    <a:ext uri="{FF2B5EF4-FFF2-40B4-BE49-F238E27FC236}">
                      <a16:creationId xmlns:a16="http://schemas.microsoft.com/office/drawing/2014/main" id="{2431A840-1BF5-0C91-07ED-3FAF87B7D86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617167" y="2859578"/>
                  <a:ext cx="109440" cy="2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0846" name="Ink 30845">
                <a:extLst>
                  <a:ext uri="{FF2B5EF4-FFF2-40B4-BE49-F238E27FC236}">
                    <a16:creationId xmlns:a16="http://schemas.microsoft.com/office/drawing/2014/main" id="{4C74BE12-5537-EFE1-CD67-43105297DEA5}"/>
                  </a:ext>
                </a:extLst>
              </p14:cNvPr>
              <p14:cNvContentPartPr/>
              <p14:nvPr/>
            </p14:nvContentPartPr>
            <p14:xfrm>
              <a:off x="223527" y="776258"/>
              <a:ext cx="2590200" cy="2908800"/>
            </p14:xfrm>
          </p:contentPart>
        </mc:Choice>
        <mc:Fallback>
          <p:pic>
            <p:nvPicPr>
              <p:cNvPr id="30846" name="Ink 30845">
                <a:extLst>
                  <a:ext uri="{FF2B5EF4-FFF2-40B4-BE49-F238E27FC236}">
                    <a16:creationId xmlns:a16="http://schemas.microsoft.com/office/drawing/2014/main" id="{4C74BE12-5537-EFE1-CD67-43105297DEA5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69887" y="668618"/>
                <a:ext cx="2697840" cy="31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0847" name="Ink 30846">
                <a:extLst>
                  <a:ext uri="{FF2B5EF4-FFF2-40B4-BE49-F238E27FC236}">
                    <a16:creationId xmlns:a16="http://schemas.microsoft.com/office/drawing/2014/main" id="{0FC51A3D-9BB4-D2CB-3A47-0D101F023FC1}"/>
                  </a:ext>
                </a:extLst>
              </p14:cNvPr>
              <p14:cNvContentPartPr/>
              <p14:nvPr/>
            </p14:nvContentPartPr>
            <p14:xfrm>
              <a:off x="3456687" y="4892138"/>
              <a:ext cx="4499280" cy="479880"/>
            </p14:xfrm>
          </p:contentPart>
        </mc:Choice>
        <mc:Fallback>
          <p:pic>
            <p:nvPicPr>
              <p:cNvPr id="30847" name="Ink 30846">
                <a:extLst>
                  <a:ext uri="{FF2B5EF4-FFF2-40B4-BE49-F238E27FC236}">
                    <a16:creationId xmlns:a16="http://schemas.microsoft.com/office/drawing/2014/main" id="{0FC51A3D-9BB4-D2CB-3A47-0D101F023FC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402687" y="4784138"/>
                <a:ext cx="4606920" cy="6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0848" name="Ink 30847">
                <a:extLst>
                  <a:ext uri="{FF2B5EF4-FFF2-40B4-BE49-F238E27FC236}">
                    <a16:creationId xmlns:a16="http://schemas.microsoft.com/office/drawing/2014/main" id="{624E9E8D-0B01-AC7B-F796-DE2DA771E0D2}"/>
                  </a:ext>
                </a:extLst>
              </p14:cNvPr>
              <p14:cNvContentPartPr/>
              <p14:nvPr/>
            </p14:nvContentPartPr>
            <p14:xfrm>
              <a:off x="3335007" y="4252058"/>
              <a:ext cx="4399560" cy="1074240"/>
            </p14:xfrm>
          </p:contentPart>
        </mc:Choice>
        <mc:Fallback>
          <p:pic>
            <p:nvPicPr>
              <p:cNvPr id="30848" name="Ink 30847">
                <a:extLst>
                  <a:ext uri="{FF2B5EF4-FFF2-40B4-BE49-F238E27FC236}">
                    <a16:creationId xmlns:a16="http://schemas.microsoft.com/office/drawing/2014/main" id="{624E9E8D-0B01-AC7B-F796-DE2DA771E0D2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281367" y="4144058"/>
                <a:ext cx="4507200" cy="12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0849" name="Ink 30848">
                <a:extLst>
                  <a:ext uri="{FF2B5EF4-FFF2-40B4-BE49-F238E27FC236}">
                    <a16:creationId xmlns:a16="http://schemas.microsoft.com/office/drawing/2014/main" id="{F841CF16-F18E-1A01-1ED7-77C5C5A95110}"/>
                  </a:ext>
                </a:extLst>
              </p14:cNvPr>
              <p14:cNvContentPartPr/>
              <p14:nvPr/>
            </p14:nvContentPartPr>
            <p14:xfrm>
              <a:off x="3365247" y="3286898"/>
              <a:ext cx="4685400" cy="1829520"/>
            </p14:xfrm>
          </p:contentPart>
        </mc:Choice>
        <mc:Fallback>
          <p:pic>
            <p:nvPicPr>
              <p:cNvPr id="30849" name="Ink 30848">
                <a:extLst>
                  <a:ext uri="{FF2B5EF4-FFF2-40B4-BE49-F238E27FC236}">
                    <a16:creationId xmlns:a16="http://schemas.microsoft.com/office/drawing/2014/main" id="{F841CF16-F18E-1A01-1ED7-77C5C5A95110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311247" y="3178898"/>
                <a:ext cx="4793040" cy="20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87" name="Group 30886">
            <a:extLst>
              <a:ext uri="{FF2B5EF4-FFF2-40B4-BE49-F238E27FC236}">
                <a16:creationId xmlns:a16="http://schemas.microsoft.com/office/drawing/2014/main" id="{555B6A8A-B451-31EA-49C3-20AD759A42B2}"/>
              </a:ext>
            </a:extLst>
          </p:cNvPr>
          <p:cNvGrpSpPr/>
          <p:nvPr/>
        </p:nvGrpSpPr>
        <p:grpSpPr>
          <a:xfrm>
            <a:off x="5236167" y="1031138"/>
            <a:ext cx="376560" cy="380520"/>
            <a:chOff x="5236167" y="1031138"/>
            <a:chExt cx="37656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0860" name="Ink 30859">
                  <a:extLst>
                    <a:ext uri="{FF2B5EF4-FFF2-40B4-BE49-F238E27FC236}">
                      <a16:creationId xmlns:a16="http://schemas.microsoft.com/office/drawing/2014/main" id="{2D984D0E-0633-10AC-FEF4-4171B1F5625E}"/>
                    </a:ext>
                  </a:extLst>
                </p14:cNvPr>
                <p14:cNvContentPartPr/>
                <p14:nvPr/>
              </p14:nvContentPartPr>
              <p14:xfrm>
                <a:off x="5236167" y="1031138"/>
                <a:ext cx="97920" cy="380520"/>
              </p14:xfrm>
            </p:contentPart>
          </mc:Choice>
          <mc:Fallback>
            <p:pic>
              <p:nvPicPr>
                <p:cNvPr id="30860" name="Ink 30859">
                  <a:extLst>
                    <a:ext uri="{FF2B5EF4-FFF2-40B4-BE49-F238E27FC236}">
                      <a16:creationId xmlns:a16="http://schemas.microsoft.com/office/drawing/2014/main" id="{2D984D0E-0633-10AC-FEF4-4171B1F5625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18167" y="1013138"/>
                  <a:ext cx="1335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30861" name="Ink 30860">
                  <a:extLst>
                    <a:ext uri="{FF2B5EF4-FFF2-40B4-BE49-F238E27FC236}">
                      <a16:creationId xmlns:a16="http://schemas.microsoft.com/office/drawing/2014/main" id="{74E967EE-9463-8324-7DCE-C94CEDCAF69E}"/>
                    </a:ext>
                  </a:extLst>
                </p14:cNvPr>
                <p14:cNvContentPartPr/>
                <p14:nvPr/>
              </p14:nvContentPartPr>
              <p14:xfrm>
                <a:off x="5250207" y="1064618"/>
                <a:ext cx="171720" cy="238680"/>
              </p14:xfrm>
            </p:contentPart>
          </mc:Choice>
          <mc:Fallback>
            <p:pic>
              <p:nvPicPr>
                <p:cNvPr id="30861" name="Ink 30860">
                  <a:extLst>
                    <a:ext uri="{FF2B5EF4-FFF2-40B4-BE49-F238E27FC236}">
                      <a16:creationId xmlns:a16="http://schemas.microsoft.com/office/drawing/2014/main" id="{74E967EE-9463-8324-7DCE-C94CEDCAF69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32567" y="1046978"/>
                  <a:ext cx="207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30862" name="Ink 30861">
                  <a:extLst>
                    <a:ext uri="{FF2B5EF4-FFF2-40B4-BE49-F238E27FC236}">
                      <a16:creationId xmlns:a16="http://schemas.microsoft.com/office/drawing/2014/main" id="{58E7EEDF-862D-1954-B2C7-7D5C356FB3FB}"/>
                    </a:ext>
                  </a:extLst>
                </p14:cNvPr>
                <p14:cNvContentPartPr/>
                <p14:nvPr/>
              </p14:nvContentPartPr>
              <p14:xfrm>
                <a:off x="5313567" y="1244258"/>
                <a:ext cx="64800" cy="28440"/>
              </p14:xfrm>
            </p:contentPart>
          </mc:Choice>
          <mc:Fallback>
            <p:pic>
              <p:nvPicPr>
                <p:cNvPr id="30862" name="Ink 30861">
                  <a:extLst>
                    <a:ext uri="{FF2B5EF4-FFF2-40B4-BE49-F238E27FC236}">
                      <a16:creationId xmlns:a16="http://schemas.microsoft.com/office/drawing/2014/main" id="{58E7EEDF-862D-1954-B2C7-7D5C356FB3F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95567" y="1226258"/>
                  <a:ext cx="100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0863" name="Ink 30862">
                  <a:extLst>
                    <a:ext uri="{FF2B5EF4-FFF2-40B4-BE49-F238E27FC236}">
                      <a16:creationId xmlns:a16="http://schemas.microsoft.com/office/drawing/2014/main" id="{35C67732-A7AE-DCAC-C1A2-EE55365ED39D}"/>
                    </a:ext>
                  </a:extLst>
                </p14:cNvPr>
                <p14:cNvContentPartPr/>
                <p14:nvPr/>
              </p14:nvContentPartPr>
              <p14:xfrm>
                <a:off x="5540367" y="1066778"/>
                <a:ext cx="22680" cy="242640"/>
              </p14:xfrm>
            </p:contentPart>
          </mc:Choice>
          <mc:Fallback>
            <p:pic>
              <p:nvPicPr>
                <p:cNvPr id="30863" name="Ink 30862">
                  <a:extLst>
                    <a:ext uri="{FF2B5EF4-FFF2-40B4-BE49-F238E27FC236}">
                      <a16:creationId xmlns:a16="http://schemas.microsoft.com/office/drawing/2014/main" id="{35C67732-A7AE-DCAC-C1A2-EE55365ED3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22367" y="1048778"/>
                  <a:ext cx="58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0864" name="Ink 30863">
                  <a:extLst>
                    <a:ext uri="{FF2B5EF4-FFF2-40B4-BE49-F238E27FC236}">
                      <a16:creationId xmlns:a16="http://schemas.microsoft.com/office/drawing/2014/main" id="{5767169E-B515-3197-FA37-C72C56F0408C}"/>
                    </a:ext>
                  </a:extLst>
                </p14:cNvPr>
                <p14:cNvContentPartPr/>
                <p14:nvPr/>
              </p14:nvContentPartPr>
              <p14:xfrm>
                <a:off x="5478447" y="1149938"/>
                <a:ext cx="134280" cy="93960"/>
              </p14:xfrm>
            </p:contentPart>
          </mc:Choice>
          <mc:Fallback>
            <p:pic>
              <p:nvPicPr>
                <p:cNvPr id="30864" name="Ink 30863">
                  <a:extLst>
                    <a:ext uri="{FF2B5EF4-FFF2-40B4-BE49-F238E27FC236}">
                      <a16:creationId xmlns:a16="http://schemas.microsoft.com/office/drawing/2014/main" id="{5767169E-B515-3197-FA37-C72C56F0408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460807" y="1131938"/>
                  <a:ext cx="1699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86" name="Group 30885">
            <a:extLst>
              <a:ext uri="{FF2B5EF4-FFF2-40B4-BE49-F238E27FC236}">
                <a16:creationId xmlns:a16="http://schemas.microsoft.com/office/drawing/2014/main" id="{721C9381-3088-2E6B-87E9-24FC59B04E2C}"/>
              </a:ext>
            </a:extLst>
          </p:cNvPr>
          <p:cNvGrpSpPr/>
          <p:nvPr/>
        </p:nvGrpSpPr>
        <p:grpSpPr>
          <a:xfrm>
            <a:off x="5909727" y="1017458"/>
            <a:ext cx="1702800" cy="768600"/>
            <a:chOff x="5909727" y="1017458"/>
            <a:chExt cx="170280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0865" name="Ink 30864">
                  <a:extLst>
                    <a:ext uri="{FF2B5EF4-FFF2-40B4-BE49-F238E27FC236}">
                      <a16:creationId xmlns:a16="http://schemas.microsoft.com/office/drawing/2014/main" id="{2AA1B165-6F7C-3A5A-E6A2-5752D873C2F7}"/>
                    </a:ext>
                  </a:extLst>
                </p14:cNvPr>
                <p14:cNvContentPartPr/>
                <p14:nvPr/>
              </p14:nvContentPartPr>
              <p14:xfrm>
                <a:off x="5909727" y="1118618"/>
                <a:ext cx="73440" cy="158760"/>
              </p14:xfrm>
            </p:contentPart>
          </mc:Choice>
          <mc:Fallback>
            <p:pic>
              <p:nvPicPr>
                <p:cNvPr id="30865" name="Ink 30864">
                  <a:extLst>
                    <a:ext uri="{FF2B5EF4-FFF2-40B4-BE49-F238E27FC236}">
                      <a16:creationId xmlns:a16="http://schemas.microsoft.com/office/drawing/2014/main" id="{2AA1B165-6F7C-3A5A-E6A2-5752D873C2F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91727" y="1100978"/>
                  <a:ext cx="109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0866" name="Ink 30865">
                  <a:extLst>
                    <a:ext uri="{FF2B5EF4-FFF2-40B4-BE49-F238E27FC236}">
                      <a16:creationId xmlns:a16="http://schemas.microsoft.com/office/drawing/2014/main" id="{0B4F1934-217D-D233-6892-CEC8E3BE8706}"/>
                    </a:ext>
                  </a:extLst>
                </p14:cNvPr>
                <p14:cNvContentPartPr/>
                <p14:nvPr/>
              </p14:nvContentPartPr>
              <p14:xfrm>
                <a:off x="6063087" y="1154618"/>
                <a:ext cx="152280" cy="91800"/>
              </p14:xfrm>
            </p:contentPart>
          </mc:Choice>
          <mc:Fallback>
            <p:pic>
              <p:nvPicPr>
                <p:cNvPr id="30866" name="Ink 30865">
                  <a:extLst>
                    <a:ext uri="{FF2B5EF4-FFF2-40B4-BE49-F238E27FC236}">
                      <a16:creationId xmlns:a16="http://schemas.microsoft.com/office/drawing/2014/main" id="{0B4F1934-217D-D233-6892-CEC8E3BE870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45447" y="1136978"/>
                  <a:ext cx="187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0867" name="Ink 30866">
                  <a:extLst>
                    <a:ext uri="{FF2B5EF4-FFF2-40B4-BE49-F238E27FC236}">
                      <a16:creationId xmlns:a16="http://schemas.microsoft.com/office/drawing/2014/main" id="{89A0E633-15A9-A9F2-6030-FE13061DAC83}"/>
                    </a:ext>
                  </a:extLst>
                </p14:cNvPr>
                <p14:cNvContentPartPr/>
                <p14:nvPr/>
              </p14:nvContentPartPr>
              <p14:xfrm>
                <a:off x="6291687" y="1105658"/>
                <a:ext cx="68400" cy="172080"/>
              </p14:xfrm>
            </p:contentPart>
          </mc:Choice>
          <mc:Fallback>
            <p:pic>
              <p:nvPicPr>
                <p:cNvPr id="30867" name="Ink 30866">
                  <a:extLst>
                    <a:ext uri="{FF2B5EF4-FFF2-40B4-BE49-F238E27FC236}">
                      <a16:creationId xmlns:a16="http://schemas.microsoft.com/office/drawing/2014/main" id="{89A0E633-15A9-A9F2-6030-FE13061DAC8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273687" y="1088018"/>
                  <a:ext cx="1040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0868" name="Ink 30867">
                  <a:extLst>
                    <a:ext uri="{FF2B5EF4-FFF2-40B4-BE49-F238E27FC236}">
                      <a16:creationId xmlns:a16="http://schemas.microsoft.com/office/drawing/2014/main" id="{4DC94A71-32AA-7653-6CAA-0F8FF595C68C}"/>
                    </a:ext>
                  </a:extLst>
                </p14:cNvPr>
                <p14:cNvContentPartPr/>
                <p14:nvPr/>
              </p14:nvContentPartPr>
              <p14:xfrm>
                <a:off x="6713607" y="1130498"/>
                <a:ext cx="54000" cy="196560"/>
              </p14:xfrm>
            </p:contentPart>
          </mc:Choice>
          <mc:Fallback>
            <p:pic>
              <p:nvPicPr>
                <p:cNvPr id="30868" name="Ink 30867">
                  <a:extLst>
                    <a:ext uri="{FF2B5EF4-FFF2-40B4-BE49-F238E27FC236}">
                      <a16:creationId xmlns:a16="http://schemas.microsoft.com/office/drawing/2014/main" id="{4DC94A71-32AA-7653-6CAA-0F8FF595C68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95607" y="1112858"/>
                  <a:ext cx="89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30869" name="Ink 30868">
                  <a:extLst>
                    <a:ext uri="{FF2B5EF4-FFF2-40B4-BE49-F238E27FC236}">
                      <a16:creationId xmlns:a16="http://schemas.microsoft.com/office/drawing/2014/main" id="{4F1F7614-4190-5F1C-D265-08BD7833B184}"/>
                    </a:ext>
                  </a:extLst>
                </p14:cNvPr>
                <p14:cNvContentPartPr/>
                <p14:nvPr/>
              </p14:nvContentPartPr>
              <p14:xfrm>
                <a:off x="6728367" y="1119698"/>
                <a:ext cx="116280" cy="85680"/>
              </p14:xfrm>
            </p:contentPart>
          </mc:Choice>
          <mc:Fallback>
            <p:pic>
              <p:nvPicPr>
                <p:cNvPr id="30869" name="Ink 30868">
                  <a:extLst>
                    <a:ext uri="{FF2B5EF4-FFF2-40B4-BE49-F238E27FC236}">
                      <a16:creationId xmlns:a16="http://schemas.microsoft.com/office/drawing/2014/main" id="{4F1F7614-4190-5F1C-D265-08BD7833B18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710727" y="1102058"/>
                  <a:ext cx="151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30870" name="Ink 30869">
                  <a:extLst>
                    <a:ext uri="{FF2B5EF4-FFF2-40B4-BE49-F238E27FC236}">
                      <a16:creationId xmlns:a16="http://schemas.microsoft.com/office/drawing/2014/main" id="{1465BBED-4C7E-AD97-C29A-186D7C0EE4D8}"/>
                    </a:ext>
                  </a:extLst>
                </p14:cNvPr>
                <p14:cNvContentPartPr/>
                <p14:nvPr/>
              </p14:nvContentPartPr>
              <p14:xfrm>
                <a:off x="6913047" y="1121498"/>
                <a:ext cx="86400" cy="103320"/>
              </p14:xfrm>
            </p:contentPart>
          </mc:Choice>
          <mc:Fallback>
            <p:pic>
              <p:nvPicPr>
                <p:cNvPr id="30870" name="Ink 30869">
                  <a:extLst>
                    <a:ext uri="{FF2B5EF4-FFF2-40B4-BE49-F238E27FC236}">
                      <a16:creationId xmlns:a16="http://schemas.microsoft.com/office/drawing/2014/main" id="{1465BBED-4C7E-AD97-C29A-186D7C0EE4D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95407" y="1103858"/>
                  <a:ext cx="122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0871" name="Ink 30870">
                  <a:extLst>
                    <a:ext uri="{FF2B5EF4-FFF2-40B4-BE49-F238E27FC236}">
                      <a16:creationId xmlns:a16="http://schemas.microsoft.com/office/drawing/2014/main" id="{81333B36-B561-8AE0-CCA2-D4553DB8A945}"/>
                    </a:ext>
                  </a:extLst>
                </p14:cNvPr>
                <p14:cNvContentPartPr/>
                <p14:nvPr/>
              </p14:nvContentPartPr>
              <p14:xfrm>
                <a:off x="7117887" y="1138058"/>
                <a:ext cx="21600" cy="122040"/>
              </p14:xfrm>
            </p:contentPart>
          </mc:Choice>
          <mc:Fallback>
            <p:pic>
              <p:nvPicPr>
                <p:cNvPr id="30871" name="Ink 30870">
                  <a:extLst>
                    <a:ext uri="{FF2B5EF4-FFF2-40B4-BE49-F238E27FC236}">
                      <a16:creationId xmlns:a16="http://schemas.microsoft.com/office/drawing/2014/main" id="{81333B36-B561-8AE0-CCA2-D4553DB8A94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99887" y="1120418"/>
                  <a:ext cx="57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0872" name="Ink 30871">
                  <a:extLst>
                    <a:ext uri="{FF2B5EF4-FFF2-40B4-BE49-F238E27FC236}">
                      <a16:creationId xmlns:a16="http://schemas.microsoft.com/office/drawing/2014/main" id="{20E3C2D5-A330-6675-217B-CD2CA0B65E02}"/>
                    </a:ext>
                  </a:extLst>
                </p14:cNvPr>
                <p14:cNvContentPartPr/>
                <p14:nvPr/>
              </p14:nvContentPartPr>
              <p14:xfrm>
                <a:off x="7128327" y="1064258"/>
                <a:ext cx="24480" cy="34200"/>
              </p14:xfrm>
            </p:contentPart>
          </mc:Choice>
          <mc:Fallback>
            <p:pic>
              <p:nvPicPr>
                <p:cNvPr id="30872" name="Ink 30871">
                  <a:extLst>
                    <a:ext uri="{FF2B5EF4-FFF2-40B4-BE49-F238E27FC236}">
                      <a16:creationId xmlns:a16="http://schemas.microsoft.com/office/drawing/2014/main" id="{20E3C2D5-A330-6675-217B-CD2CA0B65E0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110327" y="1046258"/>
                  <a:ext cx="60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0873" name="Ink 30872">
                  <a:extLst>
                    <a:ext uri="{FF2B5EF4-FFF2-40B4-BE49-F238E27FC236}">
                      <a16:creationId xmlns:a16="http://schemas.microsoft.com/office/drawing/2014/main" id="{33775FEE-064C-F5A4-A085-43B194DC5F67}"/>
                    </a:ext>
                  </a:extLst>
                </p14:cNvPr>
                <p14:cNvContentPartPr/>
                <p14:nvPr/>
              </p14:nvContentPartPr>
              <p14:xfrm>
                <a:off x="7229487" y="1148858"/>
                <a:ext cx="121320" cy="70560"/>
              </p14:xfrm>
            </p:contentPart>
          </mc:Choice>
          <mc:Fallback>
            <p:pic>
              <p:nvPicPr>
                <p:cNvPr id="30873" name="Ink 30872">
                  <a:extLst>
                    <a:ext uri="{FF2B5EF4-FFF2-40B4-BE49-F238E27FC236}">
                      <a16:creationId xmlns:a16="http://schemas.microsoft.com/office/drawing/2014/main" id="{33775FEE-064C-F5A4-A085-43B194DC5F6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11847" y="1130858"/>
                  <a:ext cx="156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0874" name="Ink 30873">
                  <a:extLst>
                    <a:ext uri="{FF2B5EF4-FFF2-40B4-BE49-F238E27FC236}">
                      <a16:creationId xmlns:a16="http://schemas.microsoft.com/office/drawing/2014/main" id="{FA2DA763-C2DD-61B9-E316-E2A094ABF705}"/>
                    </a:ext>
                  </a:extLst>
                </p14:cNvPr>
                <p14:cNvContentPartPr/>
                <p14:nvPr/>
              </p14:nvContentPartPr>
              <p14:xfrm>
                <a:off x="7414887" y="1017458"/>
                <a:ext cx="62640" cy="203400"/>
              </p14:xfrm>
            </p:contentPart>
          </mc:Choice>
          <mc:Fallback>
            <p:pic>
              <p:nvPicPr>
                <p:cNvPr id="30874" name="Ink 30873">
                  <a:extLst>
                    <a:ext uri="{FF2B5EF4-FFF2-40B4-BE49-F238E27FC236}">
                      <a16:creationId xmlns:a16="http://schemas.microsoft.com/office/drawing/2014/main" id="{FA2DA763-C2DD-61B9-E316-E2A094ABF70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396887" y="999818"/>
                  <a:ext cx="982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0875" name="Ink 30874">
                  <a:extLst>
                    <a:ext uri="{FF2B5EF4-FFF2-40B4-BE49-F238E27FC236}">
                      <a16:creationId xmlns:a16="http://schemas.microsoft.com/office/drawing/2014/main" id="{8F296FEA-3B2E-CF44-AE77-130D9988AD17}"/>
                    </a:ext>
                  </a:extLst>
                </p14:cNvPr>
                <p14:cNvContentPartPr/>
                <p14:nvPr/>
              </p14:nvContentPartPr>
              <p14:xfrm>
                <a:off x="7404447" y="1097738"/>
                <a:ext cx="208080" cy="64440"/>
              </p14:xfrm>
            </p:contentPart>
          </mc:Choice>
          <mc:Fallback>
            <p:pic>
              <p:nvPicPr>
                <p:cNvPr id="30875" name="Ink 30874">
                  <a:extLst>
                    <a:ext uri="{FF2B5EF4-FFF2-40B4-BE49-F238E27FC236}">
                      <a16:creationId xmlns:a16="http://schemas.microsoft.com/office/drawing/2014/main" id="{8F296FEA-3B2E-CF44-AE77-130D9988AD1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386447" y="1080098"/>
                  <a:ext cx="243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0876" name="Ink 30875">
                  <a:extLst>
                    <a:ext uri="{FF2B5EF4-FFF2-40B4-BE49-F238E27FC236}">
                      <a16:creationId xmlns:a16="http://schemas.microsoft.com/office/drawing/2014/main" id="{ECE9BE2A-A06E-BA1F-04C2-EB339B18A67E}"/>
                    </a:ext>
                  </a:extLst>
                </p14:cNvPr>
                <p14:cNvContentPartPr/>
                <p14:nvPr/>
              </p14:nvContentPartPr>
              <p14:xfrm>
                <a:off x="6074967" y="1549178"/>
                <a:ext cx="160920" cy="236880"/>
              </p14:xfrm>
            </p:contentPart>
          </mc:Choice>
          <mc:Fallback>
            <p:pic>
              <p:nvPicPr>
                <p:cNvPr id="30876" name="Ink 30875">
                  <a:extLst>
                    <a:ext uri="{FF2B5EF4-FFF2-40B4-BE49-F238E27FC236}">
                      <a16:creationId xmlns:a16="http://schemas.microsoft.com/office/drawing/2014/main" id="{ECE9BE2A-A06E-BA1F-04C2-EB339B18A67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057327" y="1531538"/>
                  <a:ext cx="196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0877" name="Ink 30876">
                  <a:extLst>
                    <a:ext uri="{FF2B5EF4-FFF2-40B4-BE49-F238E27FC236}">
                      <a16:creationId xmlns:a16="http://schemas.microsoft.com/office/drawing/2014/main" id="{3B994F3C-5F1A-D4F7-1838-7C072EEC1671}"/>
                    </a:ext>
                  </a:extLst>
                </p14:cNvPr>
                <p14:cNvContentPartPr/>
                <p14:nvPr/>
              </p14:nvContentPartPr>
              <p14:xfrm>
                <a:off x="6307167" y="1589138"/>
                <a:ext cx="75960" cy="137880"/>
              </p14:xfrm>
            </p:contentPart>
          </mc:Choice>
          <mc:Fallback>
            <p:pic>
              <p:nvPicPr>
                <p:cNvPr id="30877" name="Ink 30876">
                  <a:extLst>
                    <a:ext uri="{FF2B5EF4-FFF2-40B4-BE49-F238E27FC236}">
                      <a16:creationId xmlns:a16="http://schemas.microsoft.com/office/drawing/2014/main" id="{3B994F3C-5F1A-D4F7-1838-7C072EEC167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289167" y="1571138"/>
                  <a:ext cx="111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0878" name="Ink 30877">
                  <a:extLst>
                    <a:ext uri="{FF2B5EF4-FFF2-40B4-BE49-F238E27FC236}">
                      <a16:creationId xmlns:a16="http://schemas.microsoft.com/office/drawing/2014/main" id="{575DD71A-EECE-F919-BE29-015CCCFC4C8E}"/>
                    </a:ext>
                  </a:extLst>
                </p14:cNvPr>
                <p14:cNvContentPartPr/>
                <p14:nvPr/>
              </p14:nvContentPartPr>
              <p14:xfrm>
                <a:off x="6444687" y="1607858"/>
                <a:ext cx="172440" cy="81000"/>
              </p14:xfrm>
            </p:contentPart>
          </mc:Choice>
          <mc:Fallback>
            <p:pic>
              <p:nvPicPr>
                <p:cNvPr id="30878" name="Ink 30877">
                  <a:extLst>
                    <a:ext uri="{FF2B5EF4-FFF2-40B4-BE49-F238E27FC236}">
                      <a16:creationId xmlns:a16="http://schemas.microsoft.com/office/drawing/2014/main" id="{575DD71A-EECE-F919-BE29-015CCCFC4C8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26687" y="1590218"/>
                  <a:ext cx="208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0879" name="Ink 30878">
                  <a:extLst>
                    <a:ext uri="{FF2B5EF4-FFF2-40B4-BE49-F238E27FC236}">
                      <a16:creationId xmlns:a16="http://schemas.microsoft.com/office/drawing/2014/main" id="{F5EFF263-2D4B-AD71-E2B7-5757B1C69D1D}"/>
                    </a:ext>
                  </a:extLst>
                </p14:cNvPr>
                <p14:cNvContentPartPr/>
                <p14:nvPr/>
              </p14:nvContentPartPr>
              <p14:xfrm>
                <a:off x="6661767" y="1474298"/>
                <a:ext cx="20880" cy="114840"/>
              </p14:xfrm>
            </p:contentPart>
          </mc:Choice>
          <mc:Fallback>
            <p:pic>
              <p:nvPicPr>
                <p:cNvPr id="30879" name="Ink 30878">
                  <a:extLst>
                    <a:ext uri="{FF2B5EF4-FFF2-40B4-BE49-F238E27FC236}">
                      <a16:creationId xmlns:a16="http://schemas.microsoft.com/office/drawing/2014/main" id="{F5EFF263-2D4B-AD71-E2B7-5757B1C69D1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44127" y="1456298"/>
                  <a:ext cx="56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30880" name="Ink 30879">
                  <a:extLst>
                    <a:ext uri="{FF2B5EF4-FFF2-40B4-BE49-F238E27FC236}">
                      <a16:creationId xmlns:a16="http://schemas.microsoft.com/office/drawing/2014/main" id="{CFD81B8B-F697-1754-88B6-AA33C3026DE0}"/>
                    </a:ext>
                  </a:extLst>
                </p14:cNvPr>
                <p14:cNvContentPartPr/>
                <p14:nvPr/>
              </p14:nvContentPartPr>
              <p14:xfrm>
                <a:off x="6777687" y="1502738"/>
                <a:ext cx="9720" cy="93600"/>
              </p14:xfrm>
            </p:contentPart>
          </mc:Choice>
          <mc:Fallback>
            <p:pic>
              <p:nvPicPr>
                <p:cNvPr id="30880" name="Ink 30879">
                  <a:extLst>
                    <a:ext uri="{FF2B5EF4-FFF2-40B4-BE49-F238E27FC236}">
                      <a16:creationId xmlns:a16="http://schemas.microsoft.com/office/drawing/2014/main" id="{CFD81B8B-F697-1754-88B6-AA33C3026DE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759687" y="1484738"/>
                  <a:ext cx="45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881" name="Ink 30880">
                  <a:extLst>
                    <a:ext uri="{FF2B5EF4-FFF2-40B4-BE49-F238E27FC236}">
                      <a16:creationId xmlns:a16="http://schemas.microsoft.com/office/drawing/2014/main" id="{36A467B7-7968-5642-B3AC-F56D7B08DEB5}"/>
                    </a:ext>
                  </a:extLst>
                </p14:cNvPr>
                <p14:cNvContentPartPr/>
                <p14:nvPr/>
              </p14:nvContentPartPr>
              <p14:xfrm>
                <a:off x="6862647" y="1501658"/>
                <a:ext cx="14760" cy="209520"/>
              </p14:xfrm>
            </p:contentPart>
          </mc:Choice>
          <mc:Fallback>
            <p:pic>
              <p:nvPicPr>
                <p:cNvPr id="30881" name="Ink 30880">
                  <a:extLst>
                    <a:ext uri="{FF2B5EF4-FFF2-40B4-BE49-F238E27FC236}">
                      <a16:creationId xmlns:a16="http://schemas.microsoft.com/office/drawing/2014/main" id="{36A467B7-7968-5642-B3AC-F56D7B08DE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844647" y="1483658"/>
                  <a:ext cx="5040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04" name="Group 30903">
            <a:extLst>
              <a:ext uri="{FF2B5EF4-FFF2-40B4-BE49-F238E27FC236}">
                <a16:creationId xmlns:a16="http://schemas.microsoft.com/office/drawing/2014/main" id="{78E7EA47-5754-F75C-59CD-2501DA96E79B}"/>
              </a:ext>
            </a:extLst>
          </p:cNvPr>
          <p:cNvGrpSpPr/>
          <p:nvPr/>
        </p:nvGrpSpPr>
        <p:grpSpPr>
          <a:xfrm>
            <a:off x="7309407" y="1477178"/>
            <a:ext cx="797040" cy="224280"/>
            <a:chOff x="7309407" y="1477178"/>
            <a:chExt cx="79704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0888" name="Ink 30887">
                  <a:extLst>
                    <a:ext uri="{FF2B5EF4-FFF2-40B4-BE49-F238E27FC236}">
                      <a16:creationId xmlns:a16="http://schemas.microsoft.com/office/drawing/2014/main" id="{4B09FBD0-5ED4-2A9E-561F-719FD7041485}"/>
                    </a:ext>
                  </a:extLst>
                </p14:cNvPr>
                <p14:cNvContentPartPr/>
                <p14:nvPr/>
              </p14:nvContentPartPr>
              <p14:xfrm>
                <a:off x="7309407" y="1524338"/>
                <a:ext cx="151200" cy="177120"/>
              </p14:xfrm>
            </p:contentPart>
          </mc:Choice>
          <mc:Fallback>
            <p:pic>
              <p:nvPicPr>
                <p:cNvPr id="30888" name="Ink 30887">
                  <a:extLst>
                    <a:ext uri="{FF2B5EF4-FFF2-40B4-BE49-F238E27FC236}">
                      <a16:creationId xmlns:a16="http://schemas.microsoft.com/office/drawing/2014/main" id="{4B09FBD0-5ED4-2A9E-561F-719FD704148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291407" y="1506338"/>
                  <a:ext cx="186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0889" name="Ink 30888">
                  <a:extLst>
                    <a:ext uri="{FF2B5EF4-FFF2-40B4-BE49-F238E27FC236}">
                      <a16:creationId xmlns:a16="http://schemas.microsoft.com/office/drawing/2014/main" id="{D3D58A3A-7049-4A85-0664-1F8E2AABA887}"/>
                    </a:ext>
                  </a:extLst>
                </p14:cNvPr>
                <p14:cNvContentPartPr/>
                <p14:nvPr/>
              </p14:nvContentPartPr>
              <p14:xfrm>
                <a:off x="7489407" y="1521098"/>
                <a:ext cx="97200" cy="142560"/>
              </p14:xfrm>
            </p:contentPart>
          </mc:Choice>
          <mc:Fallback>
            <p:pic>
              <p:nvPicPr>
                <p:cNvPr id="30889" name="Ink 30888">
                  <a:extLst>
                    <a:ext uri="{FF2B5EF4-FFF2-40B4-BE49-F238E27FC236}">
                      <a16:creationId xmlns:a16="http://schemas.microsoft.com/office/drawing/2014/main" id="{D3D58A3A-7049-4A85-0664-1F8E2AABA88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471407" y="1503098"/>
                  <a:ext cx="132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0890" name="Ink 30889">
                  <a:extLst>
                    <a:ext uri="{FF2B5EF4-FFF2-40B4-BE49-F238E27FC236}">
                      <a16:creationId xmlns:a16="http://schemas.microsoft.com/office/drawing/2014/main" id="{0122E993-A224-EC91-E2E5-59C0364DE726}"/>
                    </a:ext>
                  </a:extLst>
                </p14:cNvPr>
                <p14:cNvContentPartPr/>
                <p14:nvPr/>
              </p14:nvContentPartPr>
              <p14:xfrm>
                <a:off x="7631967" y="1536938"/>
                <a:ext cx="115560" cy="119160"/>
              </p14:xfrm>
            </p:contentPart>
          </mc:Choice>
          <mc:Fallback>
            <p:pic>
              <p:nvPicPr>
                <p:cNvPr id="30890" name="Ink 30889">
                  <a:extLst>
                    <a:ext uri="{FF2B5EF4-FFF2-40B4-BE49-F238E27FC236}">
                      <a16:creationId xmlns:a16="http://schemas.microsoft.com/office/drawing/2014/main" id="{0122E993-A224-EC91-E2E5-59C0364DE7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614327" y="1519298"/>
                  <a:ext cx="151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0891" name="Ink 30890">
                  <a:extLst>
                    <a:ext uri="{FF2B5EF4-FFF2-40B4-BE49-F238E27FC236}">
                      <a16:creationId xmlns:a16="http://schemas.microsoft.com/office/drawing/2014/main" id="{FAE96EE0-76A2-9FFF-818B-289B45892C55}"/>
                    </a:ext>
                  </a:extLst>
                </p14:cNvPr>
                <p14:cNvContentPartPr/>
                <p14:nvPr/>
              </p14:nvContentPartPr>
              <p14:xfrm>
                <a:off x="7810527" y="1477178"/>
                <a:ext cx="295920" cy="190440"/>
              </p14:xfrm>
            </p:contentPart>
          </mc:Choice>
          <mc:Fallback>
            <p:pic>
              <p:nvPicPr>
                <p:cNvPr id="30891" name="Ink 30890">
                  <a:extLst>
                    <a:ext uri="{FF2B5EF4-FFF2-40B4-BE49-F238E27FC236}">
                      <a16:creationId xmlns:a16="http://schemas.microsoft.com/office/drawing/2014/main" id="{FAE96EE0-76A2-9FFF-818B-289B45892C5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792527" y="1459178"/>
                  <a:ext cx="33156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03" name="Group 30902">
            <a:extLst>
              <a:ext uri="{FF2B5EF4-FFF2-40B4-BE49-F238E27FC236}">
                <a16:creationId xmlns:a16="http://schemas.microsoft.com/office/drawing/2014/main" id="{099062C4-9477-169E-C569-7DB577B6310D}"/>
              </a:ext>
            </a:extLst>
          </p:cNvPr>
          <p:cNvGrpSpPr/>
          <p:nvPr/>
        </p:nvGrpSpPr>
        <p:grpSpPr>
          <a:xfrm>
            <a:off x="7432167" y="1868138"/>
            <a:ext cx="1527840" cy="247680"/>
            <a:chOff x="7432167" y="1868138"/>
            <a:chExt cx="152784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0892" name="Ink 30891">
                  <a:extLst>
                    <a:ext uri="{FF2B5EF4-FFF2-40B4-BE49-F238E27FC236}">
                      <a16:creationId xmlns:a16="http://schemas.microsoft.com/office/drawing/2014/main" id="{C0DDFC2F-25F2-D54B-A717-E9F3D0916301}"/>
                    </a:ext>
                  </a:extLst>
                </p14:cNvPr>
                <p14:cNvContentPartPr/>
                <p14:nvPr/>
              </p14:nvContentPartPr>
              <p14:xfrm>
                <a:off x="7432167" y="1923218"/>
                <a:ext cx="97920" cy="142920"/>
              </p14:xfrm>
            </p:contentPart>
          </mc:Choice>
          <mc:Fallback>
            <p:pic>
              <p:nvPicPr>
                <p:cNvPr id="30892" name="Ink 30891">
                  <a:extLst>
                    <a:ext uri="{FF2B5EF4-FFF2-40B4-BE49-F238E27FC236}">
                      <a16:creationId xmlns:a16="http://schemas.microsoft.com/office/drawing/2014/main" id="{C0DDFC2F-25F2-D54B-A717-E9F3D091630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14527" y="1905578"/>
                  <a:ext cx="133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0893" name="Ink 30892">
                  <a:extLst>
                    <a:ext uri="{FF2B5EF4-FFF2-40B4-BE49-F238E27FC236}">
                      <a16:creationId xmlns:a16="http://schemas.microsoft.com/office/drawing/2014/main" id="{C70C4DE2-0201-DA40-9C8C-39774BC8EE14}"/>
                    </a:ext>
                  </a:extLst>
                </p14:cNvPr>
                <p14:cNvContentPartPr/>
                <p14:nvPr/>
              </p14:nvContentPartPr>
              <p14:xfrm>
                <a:off x="7589487" y="1988738"/>
                <a:ext cx="129600" cy="93600"/>
              </p14:xfrm>
            </p:contentPart>
          </mc:Choice>
          <mc:Fallback>
            <p:pic>
              <p:nvPicPr>
                <p:cNvPr id="30893" name="Ink 30892">
                  <a:extLst>
                    <a:ext uri="{FF2B5EF4-FFF2-40B4-BE49-F238E27FC236}">
                      <a16:creationId xmlns:a16="http://schemas.microsoft.com/office/drawing/2014/main" id="{C70C4DE2-0201-DA40-9C8C-39774BC8EE1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571487" y="1970738"/>
                  <a:ext cx="165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0894" name="Ink 30893">
                  <a:extLst>
                    <a:ext uri="{FF2B5EF4-FFF2-40B4-BE49-F238E27FC236}">
                      <a16:creationId xmlns:a16="http://schemas.microsoft.com/office/drawing/2014/main" id="{D7D59223-1BDF-1E90-A3FE-20F6492BB48E}"/>
                    </a:ext>
                  </a:extLst>
                </p14:cNvPr>
                <p14:cNvContentPartPr/>
                <p14:nvPr/>
              </p14:nvContentPartPr>
              <p14:xfrm>
                <a:off x="7748247" y="1881098"/>
                <a:ext cx="30960" cy="176040"/>
              </p14:xfrm>
            </p:contentPart>
          </mc:Choice>
          <mc:Fallback>
            <p:pic>
              <p:nvPicPr>
                <p:cNvPr id="30894" name="Ink 30893">
                  <a:extLst>
                    <a:ext uri="{FF2B5EF4-FFF2-40B4-BE49-F238E27FC236}">
                      <a16:creationId xmlns:a16="http://schemas.microsoft.com/office/drawing/2014/main" id="{D7D59223-1BDF-1E90-A3FE-20F6492BB48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30607" y="1863458"/>
                  <a:ext cx="66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0895" name="Ink 30894">
                  <a:extLst>
                    <a:ext uri="{FF2B5EF4-FFF2-40B4-BE49-F238E27FC236}">
                      <a16:creationId xmlns:a16="http://schemas.microsoft.com/office/drawing/2014/main" id="{4E247EA1-8287-2F75-8C11-67E81D6E623D}"/>
                    </a:ext>
                  </a:extLst>
                </p14:cNvPr>
                <p14:cNvContentPartPr/>
                <p14:nvPr/>
              </p14:nvContentPartPr>
              <p14:xfrm>
                <a:off x="7693527" y="1969298"/>
                <a:ext cx="172800" cy="28440"/>
              </p14:xfrm>
            </p:contentPart>
          </mc:Choice>
          <mc:Fallback>
            <p:pic>
              <p:nvPicPr>
                <p:cNvPr id="30895" name="Ink 30894">
                  <a:extLst>
                    <a:ext uri="{FF2B5EF4-FFF2-40B4-BE49-F238E27FC236}">
                      <a16:creationId xmlns:a16="http://schemas.microsoft.com/office/drawing/2014/main" id="{4E247EA1-8287-2F75-8C11-67E81D6E623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75887" y="195129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0896" name="Ink 30895">
                  <a:extLst>
                    <a:ext uri="{FF2B5EF4-FFF2-40B4-BE49-F238E27FC236}">
                      <a16:creationId xmlns:a16="http://schemas.microsoft.com/office/drawing/2014/main" id="{295AFF69-21C9-1630-4895-890077416079}"/>
                    </a:ext>
                  </a:extLst>
                </p14:cNvPr>
                <p14:cNvContentPartPr/>
                <p14:nvPr/>
              </p14:nvContentPartPr>
              <p14:xfrm>
                <a:off x="7887567" y="1972178"/>
                <a:ext cx="191520" cy="143640"/>
              </p14:xfrm>
            </p:contentPart>
          </mc:Choice>
          <mc:Fallback>
            <p:pic>
              <p:nvPicPr>
                <p:cNvPr id="30896" name="Ink 30895">
                  <a:extLst>
                    <a:ext uri="{FF2B5EF4-FFF2-40B4-BE49-F238E27FC236}">
                      <a16:creationId xmlns:a16="http://schemas.microsoft.com/office/drawing/2014/main" id="{295AFF69-21C9-1630-4895-89007741607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69567" y="1954178"/>
                  <a:ext cx="227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30897" name="Ink 30896">
                  <a:extLst>
                    <a:ext uri="{FF2B5EF4-FFF2-40B4-BE49-F238E27FC236}">
                      <a16:creationId xmlns:a16="http://schemas.microsoft.com/office/drawing/2014/main" id="{48920285-D5B0-9832-DA55-5295B95ED564}"/>
                    </a:ext>
                  </a:extLst>
                </p14:cNvPr>
                <p14:cNvContentPartPr/>
                <p14:nvPr/>
              </p14:nvContentPartPr>
              <p14:xfrm>
                <a:off x="8094567" y="2007098"/>
                <a:ext cx="91800" cy="71640"/>
              </p14:xfrm>
            </p:contentPart>
          </mc:Choice>
          <mc:Fallback>
            <p:pic>
              <p:nvPicPr>
                <p:cNvPr id="30897" name="Ink 30896">
                  <a:extLst>
                    <a:ext uri="{FF2B5EF4-FFF2-40B4-BE49-F238E27FC236}">
                      <a16:creationId xmlns:a16="http://schemas.microsoft.com/office/drawing/2014/main" id="{48920285-D5B0-9832-DA55-5295B95ED56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76927" y="1989458"/>
                  <a:ext cx="127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30898" name="Ink 30897">
                  <a:extLst>
                    <a:ext uri="{FF2B5EF4-FFF2-40B4-BE49-F238E27FC236}">
                      <a16:creationId xmlns:a16="http://schemas.microsoft.com/office/drawing/2014/main" id="{9B8969D2-B88B-9BEA-517F-9FAF83601157}"/>
                    </a:ext>
                  </a:extLst>
                </p14:cNvPr>
                <p14:cNvContentPartPr/>
                <p14:nvPr/>
              </p14:nvContentPartPr>
              <p14:xfrm>
                <a:off x="8258007" y="2024738"/>
                <a:ext cx="126360" cy="75600"/>
              </p14:xfrm>
            </p:contentPart>
          </mc:Choice>
          <mc:Fallback>
            <p:pic>
              <p:nvPicPr>
                <p:cNvPr id="30898" name="Ink 30897">
                  <a:extLst>
                    <a:ext uri="{FF2B5EF4-FFF2-40B4-BE49-F238E27FC236}">
                      <a16:creationId xmlns:a16="http://schemas.microsoft.com/office/drawing/2014/main" id="{9B8969D2-B88B-9BEA-517F-9FAF8360115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240007" y="2007098"/>
                  <a:ext cx="162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30899" name="Ink 30898">
                  <a:extLst>
                    <a:ext uri="{FF2B5EF4-FFF2-40B4-BE49-F238E27FC236}">
                      <a16:creationId xmlns:a16="http://schemas.microsoft.com/office/drawing/2014/main" id="{99F03AEF-B877-1E74-CD64-2A837372AED9}"/>
                    </a:ext>
                  </a:extLst>
                </p14:cNvPr>
                <p14:cNvContentPartPr/>
                <p14:nvPr/>
              </p14:nvContentPartPr>
              <p14:xfrm>
                <a:off x="8440167" y="1922138"/>
                <a:ext cx="79920" cy="176760"/>
              </p14:xfrm>
            </p:contentPart>
          </mc:Choice>
          <mc:Fallback>
            <p:pic>
              <p:nvPicPr>
                <p:cNvPr id="30899" name="Ink 30898">
                  <a:extLst>
                    <a:ext uri="{FF2B5EF4-FFF2-40B4-BE49-F238E27FC236}">
                      <a16:creationId xmlns:a16="http://schemas.microsoft.com/office/drawing/2014/main" id="{99F03AEF-B877-1E74-CD64-2A837372AED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422527" y="1904498"/>
                  <a:ext cx="115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30900" name="Ink 30899">
                  <a:extLst>
                    <a:ext uri="{FF2B5EF4-FFF2-40B4-BE49-F238E27FC236}">
                      <a16:creationId xmlns:a16="http://schemas.microsoft.com/office/drawing/2014/main" id="{EC100FAE-5C36-D9CE-48FE-AAA12AC71755}"/>
                    </a:ext>
                  </a:extLst>
                </p14:cNvPr>
                <p14:cNvContentPartPr/>
                <p14:nvPr/>
              </p14:nvContentPartPr>
              <p14:xfrm>
                <a:off x="8462127" y="1976858"/>
                <a:ext cx="183960" cy="102600"/>
              </p14:xfrm>
            </p:contentPart>
          </mc:Choice>
          <mc:Fallback>
            <p:pic>
              <p:nvPicPr>
                <p:cNvPr id="30900" name="Ink 30899">
                  <a:extLst>
                    <a:ext uri="{FF2B5EF4-FFF2-40B4-BE49-F238E27FC236}">
                      <a16:creationId xmlns:a16="http://schemas.microsoft.com/office/drawing/2014/main" id="{EC100FAE-5C36-D9CE-48FE-AAA12AC7175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444487" y="1959218"/>
                  <a:ext cx="219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30901" name="Ink 30900">
                  <a:extLst>
                    <a:ext uri="{FF2B5EF4-FFF2-40B4-BE49-F238E27FC236}">
                      <a16:creationId xmlns:a16="http://schemas.microsoft.com/office/drawing/2014/main" id="{6D29AD78-7E79-F86A-DC56-E79CD6216A6A}"/>
                    </a:ext>
                  </a:extLst>
                </p14:cNvPr>
                <p14:cNvContentPartPr/>
                <p14:nvPr/>
              </p14:nvContentPartPr>
              <p14:xfrm>
                <a:off x="8604687" y="1868138"/>
                <a:ext cx="53640" cy="23040"/>
              </p14:xfrm>
            </p:contentPart>
          </mc:Choice>
          <mc:Fallback>
            <p:pic>
              <p:nvPicPr>
                <p:cNvPr id="30901" name="Ink 30900">
                  <a:extLst>
                    <a:ext uri="{FF2B5EF4-FFF2-40B4-BE49-F238E27FC236}">
                      <a16:creationId xmlns:a16="http://schemas.microsoft.com/office/drawing/2014/main" id="{6D29AD78-7E79-F86A-DC56-E79CD6216A6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86687" y="1850138"/>
                  <a:ext cx="89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30902" name="Ink 30901">
                  <a:extLst>
                    <a:ext uri="{FF2B5EF4-FFF2-40B4-BE49-F238E27FC236}">
                      <a16:creationId xmlns:a16="http://schemas.microsoft.com/office/drawing/2014/main" id="{C0BD38DC-753A-589B-122B-FF3F80B83F04}"/>
                    </a:ext>
                  </a:extLst>
                </p14:cNvPr>
                <p14:cNvContentPartPr/>
                <p14:nvPr/>
              </p14:nvContentPartPr>
              <p14:xfrm>
                <a:off x="8721687" y="1921778"/>
                <a:ext cx="238320" cy="101880"/>
              </p14:xfrm>
            </p:contentPart>
          </mc:Choice>
          <mc:Fallback>
            <p:pic>
              <p:nvPicPr>
                <p:cNvPr id="30902" name="Ink 30901">
                  <a:extLst>
                    <a:ext uri="{FF2B5EF4-FFF2-40B4-BE49-F238E27FC236}">
                      <a16:creationId xmlns:a16="http://schemas.microsoft.com/office/drawing/2014/main" id="{C0BD38DC-753A-589B-122B-FF3F80B83F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704047" y="1903778"/>
                  <a:ext cx="27396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30905" name="Ink 30904">
                <a:extLst>
                  <a:ext uri="{FF2B5EF4-FFF2-40B4-BE49-F238E27FC236}">
                    <a16:creationId xmlns:a16="http://schemas.microsoft.com/office/drawing/2014/main" id="{53A3503E-8FE6-CF92-F97C-16E72F827630}"/>
                  </a:ext>
                </a:extLst>
              </p14:cNvPr>
              <p14:cNvContentPartPr/>
              <p14:nvPr/>
            </p14:nvContentPartPr>
            <p14:xfrm>
              <a:off x="3340407" y="2259098"/>
              <a:ext cx="1688040" cy="3138480"/>
            </p14:xfrm>
          </p:contentPart>
        </mc:Choice>
        <mc:Fallback>
          <p:pic>
            <p:nvPicPr>
              <p:cNvPr id="30905" name="Ink 30904">
                <a:extLst>
                  <a:ext uri="{FF2B5EF4-FFF2-40B4-BE49-F238E27FC236}">
                    <a16:creationId xmlns:a16="http://schemas.microsoft.com/office/drawing/2014/main" id="{53A3503E-8FE6-CF92-F97C-16E72F827630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3286767" y="2151458"/>
                <a:ext cx="1795680" cy="335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13" name="Group 30912">
            <a:extLst>
              <a:ext uri="{FF2B5EF4-FFF2-40B4-BE49-F238E27FC236}">
                <a16:creationId xmlns:a16="http://schemas.microsoft.com/office/drawing/2014/main" id="{2C3DD835-924D-798C-053C-68BF4768B6FF}"/>
              </a:ext>
            </a:extLst>
          </p:cNvPr>
          <p:cNvGrpSpPr/>
          <p:nvPr/>
        </p:nvGrpSpPr>
        <p:grpSpPr>
          <a:xfrm>
            <a:off x="3487647" y="1961738"/>
            <a:ext cx="892080" cy="873720"/>
            <a:chOff x="3487647" y="1961738"/>
            <a:chExt cx="892080" cy="8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0906" name="Ink 30905">
                  <a:extLst>
                    <a:ext uri="{FF2B5EF4-FFF2-40B4-BE49-F238E27FC236}">
                      <a16:creationId xmlns:a16="http://schemas.microsoft.com/office/drawing/2014/main" id="{84085B56-929D-7CE0-7AE4-3D640D092FA4}"/>
                    </a:ext>
                  </a:extLst>
                </p14:cNvPr>
                <p14:cNvContentPartPr/>
                <p14:nvPr/>
              </p14:nvContentPartPr>
              <p14:xfrm>
                <a:off x="3487647" y="2665178"/>
                <a:ext cx="174240" cy="170280"/>
              </p14:xfrm>
            </p:contentPart>
          </mc:Choice>
          <mc:Fallback>
            <p:pic>
              <p:nvPicPr>
                <p:cNvPr id="30906" name="Ink 30905">
                  <a:extLst>
                    <a:ext uri="{FF2B5EF4-FFF2-40B4-BE49-F238E27FC236}">
                      <a16:creationId xmlns:a16="http://schemas.microsoft.com/office/drawing/2014/main" id="{84085B56-929D-7CE0-7AE4-3D640D092FA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470007" y="2647178"/>
                  <a:ext cx="209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30907" name="Ink 30906">
                  <a:extLst>
                    <a:ext uri="{FF2B5EF4-FFF2-40B4-BE49-F238E27FC236}">
                      <a16:creationId xmlns:a16="http://schemas.microsoft.com/office/drawing/2014/main" id="{9EFE2F26-6BFD-7302-C9E0-4C3C9640B9B6}"/>
                    </a:ext>
                  </a:extLst>
                </p14:cNvPr>
                <p14:cNvContentPartPr/>
                <p14:nvPr/>
              </p14:nvContentPartPr>
              <p14:xfrm>
                <a:off x="3676647" y="2587418"/>
                <a:ext cx="93240" cy="101880"/>
              </p14:xfrm>
            </p:contentPart>
          </mc:Choice>
          <mc:Fallback>
            <p:pic>
              <p:nvPicPr>
                <p:cNvPr id="30907" name="Ink 30906">
                  <a:extLst>
                    <a:ext uri="{FF2B5EF4-FFF2-40B4-BE49-F238E27FC236}">
                      <a16:creationId xmlns:a16="http://schemas.microsoft.com/office/drawing/2014/main" id="{9EFE2F26-6BFD-7302-C9E0-4C3C9640B9B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659007" y="2569418"/>
                  <a:ext cx="12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30908" name="Ink 30907">
                  <a:extLst>
                    <a:ext uri="{FF2B5EF4-FFF2-40B4-BE49-F238E27FC236}">
                      <a16:creationId xmlns:a16="http://schemas.microsoft.com/office/drawing/2014/main" id="{AA8A8745-3280-E493-4AED-25455F09A1AE}"/>
                    </a:ext>
                  </a:extLst>
                </p14:cNvPr>
                <p14:cNvContentPartPr/>
                <p14:nvPr/>
              </p14:nvContentPartPr>
              <p14:xfrm>
                <a:off x="3632007" y="2469698"/>
                <a:ext cx="2520" cy="2160"/>
              </p14:xfrm>
            </p:contentPart>
          </mc:Choice>
          <mc:Fallback>
            <p:pic>
              <p:nvPicPr>
                <p:cNvPr id="30908" name="Ink 30907">
                  <a:extLst>
                    <a:ext uri="{FF2B5EF4-FFF2-40B4-BE49-F238E27FC236}">
                      <a16:creationId xmlns:a16="http://schemas.microsoft.com/office/drawing/2014/main" id="{AA8A8745-3280-E493-4AED-25455F09A1A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614007" y="2451698"/>
                  <a:ext cx="38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30909" name="Ink 30908">
                  <a:extLst>
                    <a:ext uri="{FF2B5EF4-FFF2-40B4-BE49-F238E27FC236}">
                      <a16:creationId xmlns:a16="http://schemas.microsoft.com/office/drawing/2014/main" id="{1B458A86-D317-9181-6470-93053F2D759E}"/>
                    </a:ext>
                  </a:extLst>
                </p14:cNvPr>
                <p14:cNvContentPartPr/>
                <p14:nvPr/>
              </p14:nvContentPartPr>
              <p14:xfrm>
                <a:off x="3755127" y="2404538"/>
                <a:ext cx="182880" cy="191160"/>
              </p14:xfrm>
            </p:contentPart>
          </mc:Choice>
          <mc:Fallback>
            <p:pic>
              <p:nvPicPr>
                <p:cNvPr id="30909" name="Ink 30908">
                  <a:extLst>
                    <a:ext uri="{FF2B5EF4-FFF2-40B4-BE49-F238E27FC236}">
                      <a16:creationId xmlns:a16="http://schemas.microsoft.com/office/drawing/2014/main" id="{1B458A86-D317-9181-6470-93053F2D759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737487" y="2386538"/>
                  <a:ext cx="218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30910" name="Ink 30909">
                  <a:extLst>
                    <a:ext uri="{FF2B5EF4-FFF2-40B4-BE49-F238E27FC236}">
                      <a16:creationId xmlns:a16="http://schemas.microsoft.com/office/drawing/2014/main" id="{0EAC4B3D-7BA2-170E-6059-4C812C44E89C}"/>
                    </a:ext>
                  </a:extLst>
                </p14:cNvPr>
                <p14:cNvContentPartPr/>
                <p14:nvPr/>
              </p14:nvContentPartPr>
              <p14:xfrm>
                <a:off x="3986247" y="2220218"/>
                <a:ext cx="130680" cy="176400"/>
              </p14:xfrm>
            </p:contentPart>
          </mc:Choice>
          <mc:Fallback>
            <p:pic>
              <p:nvPicPr>
                <p:cNvPr id="30910" name="Ink 30909">
                  <a:extLst>
                    <a:ext uri="{FF2B5EF4-FFF2-40B4-BE49-F238E27FC236}">
                      <a16:creationId xmlns:a16="http://schemas.microsoft.com/office/drawing/2014/main" id="{0EAC4B3D-7BA2-170E-6059-4C812C44E89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968607" y="2202218"/>
                  <a:ext cx="166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30911" name="Ink 30910">
                  <a:extLst>
                    <a:ext uri="{FF2B5EF4-FFF2-40B4-BE49-F238E27FC236}">
                      <a16:creationId xmlns:a16="http://schemas.microsoft.com/office/drawing/2014/main" id="{6121AC3C-09FD-0E4B-C6A4-8F7FDA1F98F2}"/>
                    </a:ext>
                  </a:extLst>
                </p14:cNvPr>
                <p14:cNvContentPartPr/>
                <p14:nvPr/>
              </p14:nvContentPartPr>
              <p14:xfrm>
                <a:off x="4119087" y="2132378"/>
                <a:ext cx="162000" cy="162360"/>
              </p14:xfrm>
            </p:contentPart>
          </mc:Choice>
          <mc:Fallback>
            <p:pic>
              <p:nvPicPr>
                <p:cNvPr id="30911" name="Ink 30910">
                  <a:extLst>
                    <a:ext uri="{FF2B5EF4-FFF2-40B4-BE49-F238E27FC236}">
                      <a16:creationId xmlns:a16="http://schemas.microsoft.com/office/drawing/2014/main" id="{6121AC3C-09FD-0E4B-C6A4-8F7FDA1F98F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101447" y="2114738"/>
                  <a:ext cx="197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30912" name="Ink 30911">
                  <a:extLst>
                    <a:ext uri="{FF2B5EF4-FFF2-40B4-BE49-F238E27FC236}">
                      <a16:creationId xmlns:a16="http://schemas.microsoft.com/office/drawing/2014/main" id="{4CAC7922-4F87-BFAA-B3AB-00D32C457A38}"/>
                    </a:ext>
                  </a:extLst>
                </p14:cNvPr>
                <p14:cNvContentPartPr/>
                <p14:nvPr/>
              </p14:nvContentPartPr>
              <p14:xfrm>
                <a:off x="4291167" y="1961738"/>
                <a:ext cx="88560" cy="180720"/>
              </p14:xfrm>
            </p:contentPart>
          </mc:Choice>
          <mc:Fallback>
            <p:pic>
              <p:nvPicPr>
                <p:cNvPr id="30912" name="Ink 30911">
                  <a:extLst>
                    <a:ext uri="{FF2B5EF4-FFF2-40B4-BE49-F238E27FC236}">
                      <a16:creationId xmlns:a16="http://schemas.microsoft.com/office/drawing/2014/main" id="{4CAC7922-4F87-BFAA-B3AB-00D32C457A3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273167" y="1944098"/>
                  <a:ext cx="1242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30914" name="Ink 30913">
                <a:extLst>
                  <a:ext uri="{FF2B5EF4-FFF2-40B4-BE49-F238E27FC236}">
                    <a16:creationId xmlns:a16="http://schemas.microsoft.com/office/drawing/2014/main" id="{DCA41367-FFBA-64CD-A719-F079CC0C5703}"/>
                  </a:ext>
                </a:extLst>
              </p14:cNvPr>
              <p14:cNvContentPartPr/>
              <p14:nvPr/>
            </p14:nvContentPartPr>
            <p14:xfrm>
              <a:off x="5068407" y="2149658"/>
              <a:ext cx="2852640" cy="158040"/>
            </p14:xfrm>
          </p:contentPart>
        </mc:Choice>
        <mc:Fallback>
          <p:pic>
            <p:nvPicPr>
              <p:cNvPr id="30914" name="Ink 30913">
                <a:extLst>
                  <a:ext uri="{FF2B5EF4-FFF2-40B4-BE49-F238E27FC236}">
                    <a16:creationId xmlns:a16="http://schemas.microsoft.com/office/drawing/2014/main" id="{DCA41367-FFBA-64CD-A719-F079CC0C5703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5014767" y="2042018"/>
                <a:ext cx="296028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30915" name="Ink 30914">
                <a:extLst>
                  <a:ext uri="{FF2B5EF4-FFF2-40B4-BE49-F238E27FC236}">
                    <a16:creationId xmlns:a16="http://schemas.microsoft.com/office/drawing/2014/main" id="{BC571EDE-C4BF-58E2-29CC-CC8395BFCB8D}"/>
                  </a:ext>
                </a:extLst>
              </p14:cNvPr>
              <p14:cNvContentPartPr/>
              <p14:nvPr/>
            </p14:nvContentPartPr>
            <p14:xfrm>
              <a:off x="4940247" y="2277818"/>
              <a:ext cx="383760" cy="54000"/>
            </p14:xfrm>
          </p:contentPart>
        </mc:Choice>
        <mc:Fallback>
          <p:pic>
            <p:nvPicPr>
              <p:cNvPr id="30915" name="Ink 30914">
                <a:extLst>
                  <a:ext uri="{FF2B5EF4-FFF2-40B4-BE49-F238E27FC236}">
                    <a16:creationId xmlns:a16="http://schemas.microsoft.com/office/drawing/2014/main" id="{BC571EDE-C4BF-58E2-29CC-CC8395BFCB8D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886247" y="2170178"/>
                <a:ext cx="49140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30916" name="Ink 30915">
                <a:extLst>
                  <a:ext uri="{FF2B5EF4-FFF2-40B4-BE49-F238E27FC236}">
                    <a16:creationId xmlns:a16="http://schemas.microsoft.com/office/drawing/2014/main" id="{78587E6A-34FB-5F87-9CE0-5D14621D42DF}"/>
                  </a:ext>
                </a:extLst>
              </p14:cNvPr>
              <p14:cNvContentPartPr/>
              <p14:nvPr/>
            </p14:nvContentPartPr>
            <p14:xfrm>
              <a:off x="5282607" y="2553938"/>
              <a:ext cx="122760" cy="246960"/>
            </p14:xfrm>
          </p:contentPart>
        </mc:Choice>
        <mc:Fallback>
          <p:pic>
            <p:nvPicPr>
              <p:cNvPr id="30916" name="Ink 30915">
                <a:extLst>
                  <a:ext uri="{FF2B5EF4-FFF2-40B4-BE49-F238E27FC236}">
                    <a16:creationId xmlns:a16="http://schemas.microsoft.com/office/drawing/2014/main" id="{78587E6A-34FB-5F87-9CE0-5D14621D42DF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219967" y="2490938"/>
                <a:ext cx="24840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30917" name="Ink 30916">
                <a:extLst>
                  <a:ext uri="{FF2B5EF4-FFF2-40B4-BE49-F238E27FC236}">
                    <a16:creationId xmlns:a16="http://schemas.microsoft.com/office/drawing/2014/main" id="{1F611540-B6C2-91A8-4482-F291AC75A1D6}"/>
                  </a:ext>
                </a:extLst>
              </p14:cNvPr>
              <p14:cNvContentPartPr/>
              <p14:nvPr/>
            </p14:nvContentPartPr>
            <p14:xfrm>
              <a:off x="5302407" y="2553218"/>
              <a:ext cx="149400" cy="304560"/>
            </p14:xfrm>
          </p:contentPart>
        </mc:Choice>
        <mc:Fallback>
          <p:pic>
            <p:nvPicPr>
              <p:cNvPr id="30917" name="Ink 30916">
                <a:extLst>
                  <a:ext uri="{FF2B5EF4-FFF2-40B4-BE49-F238E27FC236}">
                    <a16:creationId xmlns:a16="http://schemas.microsoft.com/office/drawing/2014/main" id="{1F611540-B6C2-91A8-4482-F291AC75A1D6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5284407" y="2535578"/>
                <a:ext cx="185040" cy="34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33" name="Group 30932">
            <a:extLst>
              <a:ext uri="{FF2B5EF4-FFF2-40B4-BE49-F238E27FC236}">
                <a16:creationId xmlns:a16="http://schemas.microsoft.com/office/drawing/2014/main" id="{33118D30-7252-BD98-211B-FD3BAC53231A}"/>
              </a:ext>
            </a:extLst>
          </p:cNvPr>
          <p:cNvGrpSpPr/>
          <p:nvPr/>
        </p:nvGrpSpPr>
        <p:grpSpPr>
          <a:xfrm>
            <a:off x="5873367" y="2352338"/>
            <a:ext cx="1801440" cy="480240"/>
            <a:chOff x="5873367" y="2352338"/>
            <a:chExt cx="1801440" cy="4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30918" name="Ink 30917">
                  <a:extLst>
                    <a:ext uri="{FF2B5EF4-FFF2-40B4-BE49-F238E27FC236}">
                      <a16:creationId xmlns:a16="http://schemas.microsoft.com/office/drawing/2014/main" id="{1857C69F-16F3-0915-177C-D50089D8AA4C}"/>
                    </a:ext>
                  </a:extLst>
                </p14:cNvPr>
                <p14:cNvContentPartPr/>
                <p14:nvPr/>
              </p14:nvContentPartPr>
              <p14:xfrm>
                <a:off x="5873367" y="2582378"/>
                <a:ext cx="140400" cy="250200"/>
              </p14:xfrm>
            </p:contentPart>
          </mc:Choice>
          <mc:Fallback>
            <p:pic>
              <p:nvPicPr>
                <p:cNvPr id="30918" name="Ink 30917">
                  <a:extLst>
                    <a:ext uri="{FF2B5EF4-FFF2-40B4-BE49-F238E27FC236}">
                      <a16:creationId xmlns:a16="http://schemas.microsoft.com/office/drawing/2014/main" id="{1857C69F-16F3-0915-177C-D50089D8AA4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855367" y="2564378"/>
                  <a:ext cx="176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30919" name="Ink 30918">
                  <a:extLst>
                    <a:ext uri="{FF2B5EF4-FFF2-40B4-BE49-F238E27FC236}">
                      <a16:creationId xmlns:a16="http://schemas.microsoft.com/office/drawing/2014/main" id="{F6416502-F3D3-13A1-DB64-A6ABC23C3E1B}"/>
                    </a:ext>
                  </a:extLst>
                </p14:cNvPr>
                <p14:cNvContentPartPr/>
                <p14:nvPr/>
              </p14:nvContentPartPr>
              <p14:xfrm>
                <a:off x="6083247" y="2669498"/>
                <a:ext cx="201600" cy="140760"/>
              </p14:xfrm>
            </p:contentPart>
          </mc:Choice>
          <mc:Fallback>
            <p:pic>
              <p:nvPicPr>
                <p:cNvPr id="30919" name="Ink 30918">
                  <a:extLst>
                    <a:ext uri="{FF2B5EF4-FFF2-40B4-BE49-F238E27FC236}">
                      <a16:creationId xmlns:a16="http://schemas.microsoft.com/office/drawing/2014/main" id="{F6416502-F3D3-13A1-DB64-A6ABC23C3E1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065607" y="2651858"/>
                  <a:ext cx="237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30920" name="Ink 30919">
                  <a:extLst>
                    <a:ext uri="{FF2B5EF4-FFF2-40B4-BE49-F238E27FC236}">
                      <a16:creationId xmlns:a16="http://schemas.microsoft.com/office/drawing/2014/main" id="{29338F3B-B2F6-C081-C382-738A5D675540}"/>
                    </a:ext>
                  </a:extLst>
                </p14:cNvPr>
                <p14:cNvContentPartPr/>
                <p14:nvPr/>
              </p14:nvContentPartPr>
              <p14:xfrm>
                <a:off x="6287367" y="2581298"/>
                <a:ext cx="68400" cy="182160"/>
              </p14:xfrm>
            </p:contentPart>
          </mc:Choice>
          <mc:Fallback>
            <p:pic>
              <p:nvPicPr>
                <p:cNvPr id="30920" name="Ink 30919">
                  <a:extLst>
                    <a:ext uri="{FF2B5EF4-FFF2-40B4-BE49-F238E27FC236}">
                      <a16:creationId xmlns:a16="http://schemas.microsoft.com/office/drawing/2014/main" id="{29338F3B-B2F6-C081-C382-738A5D67554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269367" y="2563658"/>
                  <a:ext cx="104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30921" name="Ink 30920">
                  <a:extLst>
                    <a:ext uri="{FF2B5EF4-FFF2-40B4-BE49-F238E27FC236}">
                      <a16:creationId xmlns:a16="http://schemas.microsoft.com/office/drawing/2014/main" id="{EA4673C0-3C3F-DDD1-561C-5C3A72A5D9AD}"/>
                    </a:ext>
                  </a:extLst>
                </p14:cNvPr>
                <p14:cNvContentPartPr/>
                <p14:nvPr/>
              </p14:nvContentPartPr>
              <p14:xfrm>
                <a:off x="6280167" y="2671298"/>
                <a:ext cx="127080" cy="50760"/>
              </p14:xfrm>
            </p:contentPart>
          </mc:Choice>
          <mc:Fallback>
            <p:pic>
              <p:nvPicPr>
                <p:cNvPr id="30921" name="Ink 30920">
                  <a:extLst>
                    <a:ext uri="{FF2B5EF4-FFF2-40B4-BE49-F238E27FC236}">
                      <a16:creationId xmlns:a16="http://schemas.microsoft.com/office/drawing/2014/main" id="{EA4673C0-3C3F-DDD1-561C-5C3A72A5D9A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262167" y="2653298"/>
                  <a:ext cx="162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30922" name="Ink 30921">
                  <a:extLst>
                    <a:ext uri="{FF2B5EF4-FFF2-40B4-BE49-F238E27FC236}">
                      <a16:creationId xmlns:a16="http://schemas.microsoft.com/office/drawing/2014/main" id="{6C10939B-5844-6AAF-A814-3F8FD8D0FC4D}"/>
                    </a:ext>
                  </a:extLst>
                </p14:cNvPr>
                <p14:cNvContentPartPr/>
                <p14:nvPr/>
              </p14:nvContentPartPr>
              <p14:xfrm>
                <a:off x="6468447" y="2646098"/>
                <a:ext cx="104040" cy="105480"/>
              </p14:xfrm>
            </p:contentPart>
          </mc:Choice>
          <mc:Fallback>
            <p:pic>
              <p:nvPicPr>
                <p:cNvPr id="30922" name="Ink 30921">
                  <a:extLst>
                    <a:ext uri="{FF2B5EF4-FFF2-40B4-BE49-F238E27FC236}">
                      <a16:creationId xmlns:a16="http://schemas.microsoft.com/office/drawing/2014/main" id="{6C10939B-5844-6AAF-A814-3F8FD8D0FC4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450807" y="2628098"/>
                  <a:ext cx="139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30923" name="Ink 30922">
                  <a:extLst>
                    <a:ext uri="{FF2B5EF4-FFF2-40B4-BE49-F238E27FC236}">
                      <a16:creationId xmlns:a16="http://schemas.microsoft.com/office/drawing/2014/main" id="{21267E74-A7B1-A10D-0A2B-12881771C335}"/>
                    </a:ext>
                  </a:extLst>
                </p14:cNvPr>
                <p14:cNvContentPartPr/>
                <p14:nvPr/>
              </p14:nvContentPartPr>
              <p14:xfrm>
                <a:off x="6540447" y="2661938"/>
                <a:ext cx="91440" cy="145440"/>
              </p14:xfrm>
            </p:contentPart>
          </mc:Choice>
          <mc:Fallback>
            <p:pic>
              <p:nvPicPr>
                <p:cNvPr id="30923" name="Ink 30922">
                  <a:extLst>
                    <a:ext uri="{FF2B5EF4-FFF2-40B4-BE49-F238E27FC236}">
                      <a16:creationId xmlns:a16="http://schemas.microsoft.com/office/drawing/2014/main" id="{21267E74-A7B1-A10D-0A2B-12881771C33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522447" y="2643938"/>
                  <a:ext cx="127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30924" name="Ink 30923">
                  <a:extLst>
                    <a:ext uri="{FF2B5EF4-FFF2-40B4-BE49-F238E27FC236}">
                      <a16:creationId xmlns:a16="http://schemas.microsoft.com/office/drawing/2014/main" id="{7B92D847-BC8F-0B53-F596-214DE4C5C149}"/>
                    </a:ext>
                  </a:extLst>
                </p14:cNvPr>
                <p14:cNvContentPartPr/>
                <p14:nvPr/>
              </p14:nvContentPartPr>
              <p14:xfrm>
                <a:off x="6686607" y="2641058"/>
                <a:ext cx="105120" cy="131400"/>
              </p14:xfrm>
            </p:contentPart>
          </mc:Choice>
          <mc:Fallback>
            <p:pic>
              <p:nvPicPr>
                <p:cNvPr id="30924" name="Ink 30923">
                  <a:extLst>
                    <a:ext uri="{FF2B5EF4-FFF2-40B4-BE49-F238E27FC236}">
                      <a16:creationId xmlns:a16="http://schemas.microsoft.com/office/drawing/2014/main" id="{7B92D847-BC8F-0B53-F596-214DE4C5C14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668967" y="2623418"/>
                  <a:ext cx="140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30925" name="Ink 30924">
                  <a:extLst>
                    <a:ext uri="{FF2B5EF4-FFF2-40B4-BE49-F238E27FC236}">
                      <a16:creationId xmlns:a16="http://schemas.microsoft.com/office/drawing/2014/main" id="{9EAE6E10-03D2-BF0E-DE57-2CF7AA822645}"/>
                    </a:ext>
                  </a:extLst>
                </p14:cNvPr>
                <p14:cNvContentPartPr/>
                <p14:nvPr/>
              </p14:nvContentPartPr>
              <p14:xfrm>
                <a:off x="6877047" y="2654378"/>
                <a:ext cx="102960" cy="79920"/>
              </p14:xfrm>
            </p:contentPart>
          </mc:Choice>
          <mc:Fallback>
            <p:pic>
              <p:nvPicPr>
                <p:cNvPr id="30925" name="Ink 30924">
                  <a:extLst>
                    <a:ext uri="{FF2B5EF4-FFF2-40B4-BE49-F238E27FC236}">
                      <a16:creationId xmlns:a16="http://schemas.microsoft.com/office/drawing/2014/main" id="{9EAE6E10-03D2-BF0E-DE57-2CF7AA82264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59407" y="2636738"/>
                  <a:ext cx="13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30926" name="Ink 30925">
                  <a:extLst>
                    <a:ext uri="{FF2B5EF4-FFF2-40B4-BE49-F238E27FC236}">
                      <a16:creationId xmlns:a16="http://schemas.microsoft.com/office/drawing/2014/main" id="{01FA2E8B-D47C-18D6-8203-DE933ACD4C82}"/>
                    </a:ext>
                  </a:extLst>
                </p14:cNvPr>
                <p14:cNvContentPartPr/>
                <p14:nvPr/>
              </p14:nvContentPartPr>
              <p14:xfrm>
                <a:off x="7018527" y="2557898"/>
                <a:ext cx="76680" cy="166320"/>
              </p14:xfrm>
            </p:contentPart>
          </mc:Choice>
          <mc:Fallback>
            <p:pic>
              <p:nvPicPr>
                <p:cNvPr id="30926" name="Ink 30925">
                  <a:extLst>
                    <a:ext uri="{FF2B5EF4-FFF2-40B4-BE49-F238E27FC236}">
                      <a16:creationId xmlns:a16="http://schemas.microsoft.com/office/drawing/2014/main" id="{01FA2E8B-D47C-18D6-8203-DE933ACD4C8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000887" y="2540258"/>
                  <a:ext cx="112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30927" name="Ink 30926">
                  <a:extLst>
                    <a:ext uri="{FF2B5EF4-FFF2-40B4-BE49-F238E27FC236}">
                      <a16:creationId xmlns:a16="http://schemas.microsoft.com/office/drawing/2014/main" id="{055C210B-F0F0-5C0D-181B-192D3BD5F9B0}"/>
                    </a:ext>
                  </a:extLst>
                </p14:cNvPr>
                <p14:cNvContentPartPr/>
                <p14:nvPr/>
              </p14:nvContentPartPr>
              <p14:xfrm>
                <a:off x="7021767" y="2589578"/>
                <a:ext cx="181080" cy="52920"/>
              </p14:xfrm>
            </p:contentPart>
          </mc:Choice>
          <mc:Fallback>
            <p:pic>
              <p:nvPicPr>
                <p:cNvPr id="30927" name="Ink 30926">
                  <a:extLst>
                    <a:ext uri="{FF2B5EF4-FFF2-40B4-BE49-F238E27FC236}">
                      <a16:creationId xmlns:a16="http://schemas.microsoft.com/office/drawing/2014/main" id="{055C210B-F0F0-5C0D-181B-192D3BD5F9B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004127" y="2571938"/>
                  <a:ext cx="216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30928" name="Ink 30927">
                  <a:extLst>
                    <a:ext uri="{FF2B5EF4-FFF2-40B4-BE49-F238E27FC236}">
                      <a16:creationId xmlns:a16="http://schemas.microsoft.com/office/drawing/2014/main" id="{3B56EB3E-C977-2AC5-C16B-84C1E6FA3A9D}"/>
                    </a:ext>
                  </a:extLst>
                </p14:cNvPr>
                <p14:cNvContentPartPr/>
                <p14:nvPr/>
              </p14:nvContentPartPr>
              <p14:xfrm>
                <a:off x="7249647" y="2579858"/>
                <a:ext cx="12240" cy="97200"/>
              </p14:xfrm>
            </p:contentPart>
          </mc:Choice>
          <mc:Fallback>
            <p:pic>
              <p:nvPicPr>
                <p:cNvPr id="30928" name="Ink 30927">
                  <a:extLst>
                    <a:ext uri="{FF2B5EF4-FFF2-40B4-BE49-F238E27FC236}">
                      <a16:creationId xmlns:a16="http://schemas.microsoft.com/office/drawing/2014/main" id="{3B56EB3E-C977-2AC5-C16B-84C1E6FA3A9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231647" y="2561858"/>
                  <a:ext cx="47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30929" name="Ink 30928">
                  <a:extLst>
                    <a:ext uri="{FF2B5EF4-FFF2-40B4-BE49-F238E27FC236}">
                      <a16:creationId xmlns:a16="http://schemas.microsoft.com/office/drawing/2014/main" id="{5A76B998-A937-93DC-9AA8-39141CADA551}"/>
                    </a:ext>
                  </a:extLst>
                </p14:cNvPr>
                <p14:cNvContentPartPr/>
                <p14:nvPr/>
              </p14:nvContentPartPr>
              <p14:xfrm>
                <a:off x="7228767" y="2458178"/>
                <a:ext cx="30240" cy="63720"/>
              </p14:xfrm>
            </p:contentPart>
          </mc:Choice>
          <mc:Fallback>
            <p:pic>
              <p:nvPicPr>
                <p:cNvPr id="30929" name="Ink 30928">
                  <a:extLst>
                    <a:ext uri="{FF2B5EF4-FFF2-40B4-BE49-F238E27FC236}">
                      <a16:creationId xmlns:a16="http://schemas.microsoft.com/office/drawing/2014/main" id="{5A76B998-A937-93DC-9AA8-39141CADA55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210767" y="2440538"/>
                  <a:ext cx="658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30930" name="Ink 30929">
                  <a:extLst>
                    <a:ext uri="{FF2B5EF4-FFF2-40B4-BE49-F238E27FC236}">
                      <a16:creationId xmlns:a16="http://schemas.microsoft.com/office/drawing/2014/main" id="{DE67AE67-C856-F71B-C492-4D32D65AAF35}"/>
                    </a:ext>
                  </a:extLst>
                </p14:cNvPr>
                <p14:cNvContentPartPr/>
                <p14:nvPr/>
              </p14:nvContentPartPr>
              <p14:xfrm>
                <a:off x="7380327" y="2548898"/>
                <a:ext cx="294480" cy="108720"/>
              </p14:xfrm>
            </p:contentPart>
          </mc:Choice>
          <mc:Fallback>
            <p:pic>
              <p:nvPicPr>
                <p:cNvPr id="30930" name="Ink 30929">
                  <a:extLst>
                    <a:ext uri="{FF2B5EF4-FFF2-40B4-BE49-F238E27FC236}">
                      <a16:creationId xmlns:a16="http://schemas.microsoft.com/office/drawing/2014/main" id="{DE67AE67-C856-F71B-C492-4D32D65AAF3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362327" y="2531258"/>
                  <a:ext cx="330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30931" name="Ink 30930">
                  <a:extLst>
                    <a:ext uri="{FF2B5EF4-FFF2-40B4-BE49-F238E27FC236}">
                      <a16:creationId xmlns:a16="http://schemas.microsoft.com/office/drawing/2014/main" id="{681CCF3A-9599-823E-4277-F394FC9D788F}"/>
                    </a:ext>
                  </a:extLst>
                </p14:cNvPr>
                <p14:cNvContentPartPr/>
                <p14:nvPr/>
              </p14:nvContentPartPr>
              <p14:xfrm>
                <a:off x="6550167" y="2375738"/>
                <a:ext cx="102960" cy="218880"/>
              </p14:xfrm>
            </p:contentPart>
          </mc:Choice>
          <mc:Fallback>
            <p:pic>
              <p:nvPicPr>
                <p:cNvPr id="30931" name="Ink 30930">
                  <a:extLst>
                    <a:ext uri="{FF2B5EF4-FFF2-40B4-BE49-F238E27FC236}">
                      <a16:creationId xmlns:a16="http://schemas.microsoft.com/office/drawing/2014/main" id="{681CCF3A-9599-823E-4277-F394FC9D788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532527" y="2358098"/>
                  <a:ext cx="1386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30932" name="Ink 30931">
                  <a:extLst>
                    <a:ext uri="{FF2B5EF4-FFF2-40B4-BE49-F238E27FC236}">
                      <a16:creationId xmlns:a16="http://schemas.microsoft.com/office/drawing/2014/main" id="{CAB7304A-0D3F-4E64-976C-1C9E2E3E384B}"/>
                    </a:ext>
                  </a:extLst>
                </p14:cNvPr>
                <p14:cNvContentPartPr/>
                <p14:nvPr/>
              </p14:nvContentPartPr>
              <p14:xfrm>
                <a:off x="6485007" y="2352338"/>
                <a:ext cx="204840" cy="100080"/>
              </p14:xfrm>
            </p:contentPart>
          </mc:Choice>
          <mc:Fallback>
            <p:pic>
              <p:nvPicPr>
                <p:cNvPr id="30932" name="Ink 30931">
                  <a:extLst>
                    <a:ext uri="{FF2B5EF4-FFF2-40B4-BE49-F238E27FC236}">
                      <a16:creationId xmlns:a16="http://schemas.microsoft.com/office/drawing/2014/main" id="{CAB7304A-0D3F-4E64-976C-1C9E2E3E384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467367" y="2334338"/>
                  <a:ext cx="240480" cy="135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7E27-D041-0C73-30C0-59F74DD6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CBB3A-BB87-89BD-7522-55C1814258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88B42E5-BD7C-D668-FCB4-B1C5ED635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" y="839155"/>
            <a:ext cx="8374591" cy="366022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144A797-898F-61E8-6212-0E58AFD602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31" y="1395687"/>
            <a:ext cx="5017098" cy="3856487"/>
          </a:xfrm>
          <a:prstGeom prst="rect">
            <a:avLst/>
          </a:prstGeom>
        </p:spPr>
      </p:pic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8BD74FF7-FBF0-06A0-CC62-AC810582D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06" y="4623120"/>
            <a:ext cx="5598330" cy="18697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14:cNvPr>
              <p14:cNvContentPartPr/>
              <p14:nvPr/>
            </p14:nvContentPartPr>
            <p14:xfrm>
              <a:off x="7172024" y="1753146"/>
              <a:ext cx="251964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2EBF5A-82A1-2B10-6BA5-276FFE9856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4384" y="1735146"/>
                <a:ext cx="2555280" cy="32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171B29C-2692-819F-16FE-93F94E6B17A8}"/>
              </a:ext>
            </a:extLst>
          </p:cNvPr>
          <p:cNvGrpSpPr/>
          <p:nvPr/>
        </p:nvGrpSpPr>
        <p:grpSpPr>
          <a:xfrm>
            <a:off x="8559104" y="3806586"/>
            <a:ext cx="860040" cy="610200"/>
            <a:chOff x="8559104" y="3806586"/>
            <a:chExt cx="860040" cy="6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14:cNvPr>
                <p14:cNvContentPartPr/>
                <p14:nvPr/>
              </p14:nvContentPartPr>
              <p14:xfrm>
                <a:off x="8559104" y="4219866"/>
                <a:ext cx="230400" cy="19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8CAD1D-3FCF-F860-26F8-0AFB670AF1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41464" y="4201866"/>
                  <a:ext cx="266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14:cNvPr>
                <p14:cNvContentPartPr/>
                <p14:nvPr/>
              </p14:nvContentPartPr>
              <p14:xfrm>
                <a:off x="8818304" y="4209426"/>
                <a:ext cx="35280" cy="9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BB5805-F9A1-3864-9067-18827A02FA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00304" y="4191786"/>
                  <a:ext cx="70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14:cNvPr>
                <p14:cNvContentPartPr/>
                <p14:nvPr/>
              </p14:nvContentPartPr>
              <p14:xfrm>
                <a:off x="8762144" y="4110786"/>
                <a:ext cx="31320" cy="3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C8D968-5254-37B3-575B-BDF01457BD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44504" y="4092786"/>
                  <a:ext cx="66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14:cNvPr>
                <p14:cNvContentPartPr/>
                <p14:nvPr/>
              </p14:nvContentPartPr>
              <p14:xfrm>
                <a:off x="8892824" y="4047426"/>
                <a:ext cx="156240" cy="156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26B146-F306-C505-1B3F-B0F931BEABF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75184" y="4029426"/>
                  <a:ext cx="191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14:cNvPr>
                <p14:cNvContentPartPr/>
                <p14:nvPr/>
              </p14:nvContentPartPr>
              <p14:xfrm>
                <a:off x="9085784" y="4004226"/>
                <a:ext cx="69480" cy="88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703961-26AF-8030-758D-BD757A13BE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7784" y="3986226"/>
                  <a:ext cx="105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14:cNvPr>
                <p14:cNvContentPartPr/>
                <p14:nvPr/>
              </p14:nvContentPartPr>
              <p14:xfrm>
                <a:off x="9182624" y="3941586"/>
                <a:ext cx="145080" cy="122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EA2AFE-4CC5-9C32-A063-F0DEE4CAB2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4984" y="3923946"/>
                  <a:ext cx="180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14:cNvPr>
                <p14:cNvContentPartPr/>
                <p14:nvPr/>
              </p14:nvContentPartPr>
              <p14:xfrm>
                <a:off x="9343184" y="3806586"/>
                <a:ext cx="75960" cy="123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0D7AA1-C407-1CE2-A14F-7288B356829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25184" y="3788946"/>
                  <a:ext cx="1116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39FE35-7DFA-116C-A771-B885EEF5DD72}"/>
              </a:ext>
            </a:extLst>
          </p:cNvPr>
          <p:cNvGrpSpPr/>
          <p:nvPr/>
        </p:nvGrpSpPr>
        <p:grpSpPr>
          <a:xfrm>
            <a:off x="9684824" y="1639386"/>
            <a:ext cx="1971000" cy="457560"/>
            <a:chOff x="9684824" y="1639386"/>
            <a:chExt cx="197100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14:cNvPr>
                <p14:cNvContentPartPr/>
                <p14:nvPr/>
              </p14:nvContentPartPr>
              <p14:xfrm>
                <a:off x="9684824" y="1696986"/>
                <a:ext cx="44640" cy="35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624DDD-BCB0-0C52-62C0-7116BFF316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66824" y="1678986"/>
                  <a:ext cx="80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14:cNvPr>
                <p14:cNvContentPartPr/>
                <p14:nvPr/>
              </p14:nvContentPartPr>
              <p14:xfrm>
                <a:off x="9688064" y="1639386"/>
                <a:ext cx="1967760" cy="457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798ECB-FC93-8763-A67F-04CFCF750D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0424" y="1621386"/>
                  <a:ext cx="200340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B69E4A-B846-92DB-48AD-C3D2F2A9ACFA}"/>
              </a:ext>
            </a:extLst>
          </p:cNvPr>
          <p:cNvGrpSpPr/>
          <p:nvPr/>
        </p:nvGrpSpPr>
        <p:grpSpPr>
          <a:xfrm>
            <a:off x="10158944" y="2445066"/>
            <a:ext cx="1686240" cy="258120"/>
            <a:chOff x="10158944" y="2445066"/>
            <a:chExt cx="168624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14:cNvPr>
                <p14:cNvContentPartPr/>
                <p14:nvPr/>
              </p14:nvContentPartPr>
              <p14:xfrm>
                <a:off x="10158944" y="2445066"/>
                <a:ext cx="126720" cy="222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6C1825-E1BF-6F83-2F57-8A779A4C0C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40944" y="2427066"/>
                  <a:ext cx="162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14:cNvPr>
                <p14:cNvContentPartPr/>
                <p14:nvPr/>
              </p14:nvContentPartPr>
              <p14:xfrm>
                <a:off x="10354064" y="2582586"/>
                <a:ext cx="166320" cy="113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2447B1-00BC-F876-2327-DC4EA7AA20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36064" y="2564586"/>
                  <a:ext cx="201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14:cNvPr>
                <p14:cNvContentPartPr/>
                <p14:nvPr/>
              </p14:nvContentPartPr>
              <p14:xfrm>
                <a:off x="10583744" y="2491866"/>
                <a:ext cx="57240" cy="17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C9D05B-5359-A034-7149-74238F62BC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566104" y="2474226"/>
                  <a:ext cx="92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14:cNvPr>
                <p14:cNvContentPartPr/>
                <p14:nvPr/>
              </p14:nvContentPartPr>
              <p14:xfrm>
                <a:off x="10570424" y="2581506"/>
                <a:ext cx="10656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8515A6-826A-9041-C6D8-744E5C7553A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52424" y="2563866"/>
                  <a:ext cx="142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14:cNvPr>
                <p14:cNvContentPartPr/>
                <p14:nvPr/>
              </p14:nvContentPartPr>
              <p14:xfrm>
                <a:off x="10749344" y="2567466"/>
                <a:ext cx="134640" cy="108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5DFA0B-8D08-E6D9-8A13-8C38B7FCED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31704" y="254946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14:cNvPr>
                <p14:cNvContentPartPr/>
                <p14:nvPr/>
              </p14:nvContentPartPr>
              <p14:xfrm>
                <a:off x="10871384" y="2585826"/>
                <a:ext cx="38520" cy="10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AAF4EE3-DB15-FEAD-778B-120899F065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53744" y="2568186"/>
                  <a:ext cx="7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14:cNvPr>
                <p14:cNvContentPartPr/>
                <p14:nvPr/>
              </p14:nvContentPartPr>
              <p14:xfrm>
                <a:off x="10969304" y="2578266"/>
                <a:ext cx="83520" cy="88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0C30FA-41FA-7985-C675-B0246F528C0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51304" y="256062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14:cNvPr>
                <p14:cNvContentPartPr/>
                <p14:nvPr/>
              </p14:nvContentPartPr>
              <p14:xfrm>
                <a:off x="11134184" y="2557746"/>
                <a:ext cx="111600" cy="86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030ADB-1D70-A913-BEF3-17D57C88453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16544" y="2540106"/>
                  <a:ext cx="14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14:cNvPr>
                <p14:cNvContentPartPr/>
                <p14:nvPr/>
              </p14:nvContentPartPr>
              <p14:xfrm>
                <a:off x="11322464" y="2487186"/>
                <a:ext cx="63720" cy="21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43E258-F93E-B529-E8A8-F89FD665E81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04464" y="2469546"/>
                  <a:ext cx="99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14:cNvPr>
                <p14:cNvContentPartPr/>
                <p14:nvPr/>
              </p14:nvContentPartPr>
              <p14:xfrm>
                <a:off x="11326784" y="2560986"/>
                <a:ext cx="195120" cy="10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D0DA8D-007D-C5C7-3204-D175B6B789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308784" y="2543346"/>
                  <a:ext cx="230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14:cNvPr>
                <p14:cNvContentPartPr/>
                <p14:nvPr/>
              </p14:nvContentPartPr>
              <p14:xfrm>
                <a:off x="11477264" y="2490786"/>
                <a:ext cx="1908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D83C0-848F-247F-6355-66E67A81D7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459624" y="2473146"/>
                  <a:ext cx="54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14:cNvPr>
                <p14:cNvContentPartPr/>
                <p14:nvPr/>
              </p14:nvContentPartPr>
              <p14:xfrm>
                <a:off x="11592464" y="2550186"/>
                <a:ext cx="252720" cy="115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93673-4C44-B283-272D-36D5864F1E3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574464" y="2532546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51273BE-5ACA-AC88-CB11-93F9C6AB1C45}"/>
              </a:ext>
            </a:extLst>
          </p:cNvPr>
          <p:cNvGrpSpPr/>
          <p:nvPr/>
        </p:nvGrpSpPr>
        <p:grpSpPr>
          <a:xfrm>
            <a:off x="3189704" y="505746"/>
            <a:ext cx="2936160" cy="821880"/>
            <a:chOff x="3189704" y="505746"/>
            <a:chExt cx="2936160" cy="82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B6681E-0920-7AE0-6DCC-EE4A17C0D239}"/>
                    </a:ext>
                  </a:extLst>
                </p14:cNvPr>
                <p14:cNvContentPartPr/>
                <p14:nvPr/>
              </p14:nvContentPartPr>
              <p14:xfrm>
                <a:off x="3477704" y="652986"/>
                <a:ext cx="299880" cy="43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9B6681E-0920-7AE0-6DCC-EE4A17C0D2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60064" y="634986"/>
                  <a:ext cx="3355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B9A7C0-18DA-8C7F-0723-78C49737E8C8}"/>
                    </a:ext>
                  </a:extLst>
                </p14:cNvPr>
                <p14:cNvContentPartPr/>
                <p14:nvPr/>
              </p14:nvContentPartPr>
              <p14:xfrm>
                <a:off x="3892424" y="920826"/>
                <a:ext cx="233640" cy="19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B9A7C0-18DA-8C7F-0723-78C49737E8C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74424" y="903186"/>
                  <a:ext cx="269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110739-0A2B-7698-4602-59E08261EE03}"/>
                    </a:ext>
                  </a:extLst>
                </p14:cNvPr>
                <p14:cNvContentPartPr/>
                <p14:nvPr/>
              </p14:nvContentPartPr>
              <p14:xfrm>
                <a:off x="4226504" y="930186"/>
                <a:ext cx="102600" cy="18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110739-0A2B-7698-4602-59E08261EE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08504" y="912186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4DD726-1F74-C7DB-2268-B4DB0BBBA6AD}"/>
                    </a:ext>
                  </a:extLst>
                </p14:cNvPr>
                <p14:cNvContentPartPr/>
                <p14:nvPr/>
              </p14:nvContentPartPr>
              <p14:xfrm>
                <a:off x="4445744" y="937386"/>
                <a:ext cx="132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4DD726-1F74-C7DB-2268-B4DB0BBBA6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28104" y="919746"/>
                  <a:ext cx="168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EAC975-B26B-D0B6-66BE-C6A412D5F02B}"/>
                    </a:ext>
                  </a:extLst>
                </p14:cNvPr>
                <p14:cNvContentPartPr/>
                <p14:nvPr/>
              </p14:nvContentPartPr>
              <p14:xfrm>
                <a:off x="4616744" y="654426"/>
                <a:ext cx="203760" cy="298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EAC975-B26B-D0B6-66BE-C6A412D5F02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599104" y="636786"/>
                  <a:ext cx="23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E708EA-22FD-817A-9E72-2760A8812E6D}"/>
                    </a:ext>
                  </a:extLst>
                </p14:cNvPr>
                <p14:cNvContentPartPr/>
                <p14:nvPr/>
              </p14:nvContentPartPr>
              <p14:xfrm>
                <a:off x="4880264" y="854946"/>
                <a:ext cx="112320" cy="29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E708EA-22FD-817A-9E72-2760A8812E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62624" y="836946"/>
                  <a:ext cx="147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E0142C-8CE2-ACF2-D5B3-36DF4D68B1E9}"/>
                    </a:ext>
                  </a:extLst>
                </p14:cNvPr>
                <p14:cNvContentPartPr/>
                <p14:nvPr/>
              </p14:nvContentPartPr>
              <p14:xfrm>
                <a:off x="4961624" y="876186"/>
                <a:ext cx="21600" cy="116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E0142C-8CE2-ACF2-D5B3-36DF4D68B1E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43984" y="858186"/>
                  <a:ext cx="57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C42506-1EBC-5296-FFEF-F8C32F9EB3BB}"/>
                    </a:ext>
                  </a:extLst>
                </p14:cNvPr>
                <p14:cNvContentPartPr/>
                <p14:nvPr/>
              </p14:nvContentPartPr>
              <p14:xfrm>
                <a:off x="5132264" y="824706"/>
                <a:ext cx="26640" cy="14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C42506-1EBC-5296-FFEF-F8C32F9EB3B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14264" y="806706"/>
                  <a:ext cx="62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7CADA7-CE48-194B-12D6-02B62B92BE17}"/>
                    </a:ext>
                  </a:extLst>
                </p14:cNvPr>
                <p14:cNvContentPartPr/>
                <p14:nvPr/>
              </p14:nvContentPartPr>
              <p14:xfrm>
                <a:off x="5240264" y="825786"/>
                <a:ext cx="30960" cy="167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7CADA7-CE48-194B-12D6-02B62B92BE1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22264" y="808146"/>
                  <a:ext cx="66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04B6124-1E6E-43F3-EEEA-7898382488A8}"/>
                    </a:ext>
                  </a:extLst>
                </p14:cNvPr>
                <p14:cNvContentPartPr/>
                <p14:nvPr/>
              </p14:nvContentPartPr>
              <p14:xfrm>
                <a:off x="5164304" y="867546"/>
                <a:ext cx="131760" cy="45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04B6124-1E6E-43F3-EEEA-7898382488A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46664" y="849906"/>
                  <a:ext cx="167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557181-4D75-87C3-F2C7-409EFD66CCA9}"/>
                    </a:ext>
                  </a:extLst>
                </p14:cNvPr>
                <p14:cNvContentPartPr/>
                <p14:nvPr/>
              </p14:nvContentPartPr>
              <p14:xfrm>
                <a:off x="3189704" y="626346"/>
                <a:ext cx="437400" cy="701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557181-4D75-87C3-F2C7-409EFD66CCA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72064" y="608346"/>
                  <a:ext cx="47304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BC77C3-9FE7-3D49-592A-4140A08549F2}"/>
                    </a:ext>
                  </a:extLst>
                </p14:cNvPr>
                <p14:cNvContentPartPr/>
                <p14:nvPr/>
              </p14:nvContentPartPr>
              <p14:xfrm>
                <a:off x="5321624" y="505746"/>
                <a:ext cx="260280" cy="68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BC77C3-9FE7-3D49-592A-4140A08549F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03624" y="488106"/>
                  <a:ext cx="29592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5D1E00-D827-347C-2817-06758B9735CE}"/>
                    </a:ext>
                  </a:extLst>
                </p14:cNvPr>
                <p14:cNvContentPartPr/>
                <p14:nvPr/>
              </p14:nvContentPartPr>
              <p14:xfrm>
                <a:off x="5719424" y="778986"/>
                <a:ext cx="406440" cy="3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5D1E00-D827-347C-2817-06758B9735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01424" y="760986"/>
                  <a:ext cx="442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052FC3-74BC-AF53-AE8D-F8CFC6C09550}"/>
                    </a:ext>
                  </a:extLst>
                </p14:cNvPr>
                <p14:cNvContentPartPr/>
                <p14:nvPr/>
              </p14:nvContentPartPr>
              <p14:xfrm>
                <a:off x="5964224" y="708426"/>
                <a:ext cx="141120" cy="212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052FC3-74BC-AF53-AE8D-F8CFC6C0955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46224" y="690786"/>
                  <a:ext cx="17676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35ECB2-31BE-C66A-42A5-1E2FC0AF990C}"/>
              </a:ext>
            </a:extLst>
          </p:cNvPr>
          <p:cNvGrpSpPr/>
          <p:nvPr/>
        </p:nvGrpSpPr>
        <p:grpSpPr>
          <a:xfrm>
            <a:off x="2821424" y="2303586"/>
            <a:ext cx="340560" cy="481680"/>
            <a:chOff x="2821424" y="2303586"/>
            <a:chExt cx="34056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14:cNvPr>
                <p14:cNvContentPartPr/>
                <p14:nvPr/>
              </p14:nvContentPartPr>
              <p14:xfrm>
                <a:off x="2821424" y="2303586"/>
                <a:ext cx="287280" cy="427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E9D0CB-58D3-D42E-55C9-126D23AD04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803424" y="2285586"/>
                  <a:ext cx="3229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14:cNvPr>
                <p14:cNvContentPartPr/>
                <p14:nvPr/>
              </p14:nvContentPartPr>
              <p14:xfrm>
                <a:off x="3025544" y="2672586"/>
                <a:ext cx="136440" cy="112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025468-E473-D401-412E-B50EF6643A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07904" y="2654586"/>
                  <a:ext cx="1720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44A6CD4-5C24-FD12-ECE1-65E4F2F2C804}"/>
              </a:ext>
            </a:extLst>
          </p:cNvPr>
          <p:cNvGrpSpPr/>
          <p:nvPr/>
        </p:nvGrpSpPr>
        <p:grpSpPr>
          <a:xfrm>
            <a:off x="3386624" y="2694906"/>
            <a:ext cx="729360" cy="254880"/>
            <a:chOff x="3386624" y="2694906"/>
            <a:chExt cx="72936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14:cNvPr>
                <p14:cNvContentPartPr/>
                <p14:nvPr/>
              </p14:nvContentPartPr>
              <p14:xfrm>
                <a:off x="3394184" y="2747826"/>
                <a:ext cx="57600" cy="201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E5CA1B-FB41-2236-626F-D0A7DD3314B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76184" y="2729826"/>
                  <a:ext cx="93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14:cNvPr>
                <p14:cNvContentPartPr/>
                <p14:nvPr/>
              </p14:nvContentPartPr>
              <p14:xfrm>
                <a:off x="3386624" y="2725506"/>
                <a:ext cx="111960" cy="196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A6DD58-C134-F5DD-4573-1F4A3C9014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68984" y="2707506"/>
                  <a:ext cx="147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14:cNvPr>
                <p14:cNvContentPartPr/>
                <p14:nvPr/>
              </p14:nvContentPartPr>
              <p14:xfrm>
                <a:off x="3559424" y="2763666"/>
                <a:ext cx="68040" cy="99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3435CF-8D47-C642-1DF2-4801C246631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41784" y="2746026"/>
                  <a:ext cx="1036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14:cNvPr>
                <p14:cNvContentPartPr/>
                <p14:nvPr/>
              </p14:nvContentPartPr>
              <p14:xfrm>
                <a:off x="3704864" y="2769066"/>
                <a:ext cx="158760" cy="99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D27470-B494-19DC-DD00-272F60E8AEB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86864" y="2751066"/>
                  <a:ext cx="194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14:cNvPr>
                <p14:cNvContentPartPr/>
                <p14:nvPr/>
              </p14:nvContentPartPr>
              <p14:xfrm>
                <a:off x="3887024" y="2777706"/>
                <a:ext cx="27720" cy="7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F1B9830-AE36-2840-7ABC-C470EAF0519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69024" y="2759706"/>
                  <a:ext cx="63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14:cNvPr>
                <p14:cNvContentPartPr/>
                <p14:nvPr/>
              </p14:nvContentPartPr>
              <p14:xfrm>
                <a:off x="3881984" y="2694906"/>
                <a:ext cx="10800" cy="1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468965-1CD3-04B8-937C-44E55698818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64344" y="2676906"/>
                  <a:ext cx="46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14:cNvPr>
                <p14:cNvContentPartPr/>
                <p14:nvPr/>
              </p14:nvContentPartPr>
              <p14:xfrm>
                <a:off x="3995024" y="2747106"/>
                <a:ext cx="120960" cy="88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84E674F-93BA-1CDB-56EE-774C09ABE7F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77024" y="2729106"/>
                  <a:ext cx="1566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97A4BC4-8B12-AE51-7AE5-F4D7A936B38B}"/>
              </a:ext>
            </a:extLst>
          </p:cNvPr>
          <p:cNvGrpSpPr/>
          <p:nvPr/>
        </p:nvGrpSpPr>
        <p:grpSpPr>
          <a:xfrm>
            <a:off x="4441064" y="2558826"/>
            <a:ext cx="1064160" cy="277920"/>
            <a:chOff x="4441064" y="2558826"/>
            <a:chExt cx="10641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14:cNvPr>
                <p14:cNvContentPartPr/>
                <p14:nvPr/>
              </p14:nvContentPartPr>
              <p14:xfrm>
                <a:off x="4441064" y="2693106"/>
                <a:ext cx="80280" cy="143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9592756-210E-60C3-60CD-42A22C95E92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23424" y="2675466"/>
                  <a:ext cx="115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14:cNvPr>
                <p14:cNvContentPartPr/>
                <p14:nvPr/>
              </p14:nvContentPartPr>
              <p14:xfrm>
                <a:off x="4599464" y="2720466"/>
                <a:ext cx="146160" cy="101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B8D8E6-C6E5-B970-72C1-8848E013F6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81464" y="2702826"/>
                  <a:ext cx="181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14:cNvPr>
                <p14:cNvContentPartPr/>
                <p14:nvPr/>
              </p14:nvContentPartPr>
              <p14:xfrm>
                <a:off x="4769024" y="2707146"/>
                <a:ext cx="67680" cy="90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4638EF-A742-9F16-4387-A4C81180273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51384" y="2689146"/>
                  <a:ext cx="103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14:cNvPr>
                <p14:cNvContentPartPr/>
                <p14:nvPr/>
              </p14:nvContentPartPr>
              <p14:xfrm>
                <a:off x="4879544" y="2664306"/>
                <a:ext cx="87840" cy="97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143B72-DA51-3C16-74BE-9D4171D988F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861544" y="2646306"/>
                  <a:ext cx="123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14:cNvPr>
                <p14:cNvContentPartPr/>
                <p14:nvPr/>
              </p14:nvContentPartPr>
              <p14:xfrm>
                <a:off x="5049464" y="2646666"/>
                <a:ext cx="19368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CB5BA6-5217-A3CD-7348-656F5486930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31464" y="2629026"/>
                  <a:ext cx="2293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14:cNvPr>
                <p14:cNvContentPartPr/>
                <p14:nvPr/>
              </p14:nvContentPartPr>
              <p14:xfrm>
                <a:off x="5277344" y="2558826"/>
                <a:ext cx="91080" cy="176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36C1C5-08FB-D4C9-7037-6B5C42F4CDF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259344" y="2541186"/>
                  <a:ext cx="126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14:cNvPr>
                <p14:cNvContentPartPr/>
                <p14:nvPr/>
              </p14:nvContentPartPr>
              <p14:xfrm>
                <a:off x="5302544" y="2620026"/>
                <a:ext cx="115920" cy="39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904FEBB-15BB-A7AA-9BA8-FFF07249198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84544" y="2602386"/>
                  <a:ext cx="151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14:cNvPr>
                <p14:cNvContentPartPr/>
                <p14:nvPr/>
              </p14:nvContentPartPr>
              <p14:xfrm>
                <a:off x="5496584" y="2667906"/>
                <a:ext cx="8640" cy="1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F85827-0E29-046F-144B-74AD574221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78944" y="2650266"/>
                  <a:ext cx="442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566855F-AF7C-5F8C-A338-29AA5655C57E}"/>
              </a:ext>
            </a:extLst>
          </p:cNvPr>
          <p:cNvGrpSpPr/>
          <p:nvPr/>
        </p:nvGrpSpPr>
        <p:grpSpPr>
          <a:xfrm>
            <a:off x="3077744" y="1576746"/>
            <a:ext cx="950400" cy="880920"/>
            <a:chOff x="3077744" y="1576746"/>
            <a:chExt cx="950400" cy="8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14:cNvPr>
                <p14:cNvContentPartPr/>
                <p14:nvPr/>
              </p14:nvContentPartPr>
              <p14:xfrm>
                <a:off x="3077744" y="1652346"/>
                <a:ext cx="741240" cy="75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4CCF27A-C2FC-3B76-D2C3-423A55871A0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059744" y="1634346"/>
                  <a:ext cx="77688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14:cNvPr>
                <p14:cNvContentPartPr/>
                <p14:nvPr/>
              </p14:nvContentPartPr>
              <p14:xfrm>
                <a:off x="3109424" y="1600866"/>
                <a:ext cx="918720" cy="105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92738E-2FAA-3A08-5C32-195FE5FCD16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91424" y="1583226"/>
                  <a:ext cx="954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14:cNvPr>
                <p14:cNvContentPartPr/>
                <p14:nvPr/>
              </p14:nvContentPartPr>
              <p14:xfrm>
                <a:off x="3809264" y="1576746"/>
                <a:ext cx="190440" cy="880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250F20-CA45-93F3-3F16-E0028B8EC1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91624" y="1558746"/>
                  <a:ext cx="226080" cy="9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9B9A3BD-9D6C-6792-7854-05E8913158F9}"/>
              </a:ext>
            </a:extLst>
          </p:cNvPr>
          <p:cNvGrpSpPr/>
          <p:nvPr/>
        </p:nvGrpSpPr>
        <p:grpSpPr>
          <a:xfrm>
            <a:off x="2331464" y="5865066"/>
            <a:ext cx="843120" cy="766440"/>
            <a:chOff x="2331464" y="5865066"/>
            <a:chExt cx="843120" cy="7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14:cNvPr>
                <p14:cNvContentPartPr/>
                <p14:nvPr/>
              </p14:nvContentPartPr>
              <p14:xfrm>
                <a:off x="2331464" y="5946066"/>
                <a:ext cx="73800" cy="685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174825-0DCA-294D-B561-C86ACC40E07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13464" y="5928426"/>
                  <a:ext cx="10944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14:cNvPr>
                <p14:cNvContentPartPr/>
                <p14:nvPr/>
              </p14:nvContentPartPr>
              <p14:xfrm>
                <a:off x="2385824" y="5986386"/>
                <a:ext cx="748440" cy="5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7B5ED3-1A4F-63AB-AA4C-B61FBAAFBB0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67824" y="5968746"/>
                  <a:ext cx="784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14:cNvPr>
                <p14:cNvContentPartPr/>
                <p14:nvPr/>
              </p14:nvContentPartPr>
              <p14:xfrm>
                <a:off x="2366744" y="5865066"/>
                <a:ext cx="807840" cy="758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38C0A-E9E6-AEED-59FB-D11E125021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49104" y="5847426"/>
                  <a:ext cx="843480" cy="79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FDE22AE-D640-C2D5-15FD-C9674CAF80A5}"/>
              </a:ext>
            </a:extLst>
          </p:cNvPr>
          <p:cNvGrpSpPr/>
          <p:nvPr/>
        </p:nvGrpSpPr>
        <p:grpSpPr>
          <a:xfrm>
            <a:off x="4958744" y="5943546"/>
            <a:ext cx="932400" cy="776160"/>
            <a:chOff x="4958744" y="5943546"/>
            <a:chExt cx="932400" cy="77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14:cNvPr>
                <p14:cNvContentPartPr/>
                <p14:nvPr/>
              </p14:nvContentPartPr>
              <p14:xfrm>
                <a:off x="5025704" y="6021306"/>
                <a:ext cx="16560" cy="698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B68267C-8F91-389B-EFAA-B94205B3B7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08064" y="6003306"/>
                  <a:ext cx="522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14:cNvPr>
                <p14:cNvContentPartPr/>
                <p14:nvPr/>
              </p14:nvContentPartPr>
              <p14:xfrm>
                <a:off x="4958744" y="5943546"/>
                <a:ext cx="932400" cy="664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5A80751-885D-3175-8814-DCF0A4978AB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41104" y="5925546"/>
                  <a:ext cx="968040" cy="70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1083276-D925-3F28-549C-D289B17DBE1D}"/>
              </a:ext>
            </a:extLst>
          </p:cNvPr>
          <p:cNvGrpSpPr/>
          <p:nvPr/>
        </p:nvGrpSpPr>
        <p:grpSpPr>
          <a:xfrm>
            <a:off x="6334304" y="6127866"/>
            <a:ext cx="1245960" cy="282240"/>
            <a:chOff x="6334304" y="6127866"/>
            <a:chExt cx="1245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14:cNvPr>
                <p14:cNvContentPartPr/>
                <p14:nvPr/>
              </p14:nvContentPartPr>
              <p14:xfrm>
                <a:off x="6334304" y="6162066"/>
                <a:ext cx="15480" cy="248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78D4E4-8D90-CF25-79FE-9D9D148963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316304" y="6144426"/>
                  <a:ext cx="51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14:cNvPr>
                <p14:cNvContentPartPr/>
                <p14:nvPr/>
              </p14:nvContentPartPr>
              <p14:xfrm>
                <a:off x="6337544" y="6164946"/>
                <a:ext cx="228600" cy="186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FAE0EC8-E438-3DA0-8603-57A927A16A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319904" y="6147306"/>
                  <a:ext cx="264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14:cNvPr>
                <p14:cNvContentPartPr/>
                <p14:nvPr/>
              </p14:nvContentPartPr>
              <p14:xfrm>
                <a:off x="6674504" y="6202746"/>
                <a:ext cx="90000" cy="13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6E028C-359E-D502-A536-078AB7A08C5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656504" y="6184746"/>
                  <a:ext cx="125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14:cNvPr>
                <p14:cNvContentPartPr/>
                <p14:nvPr/>
              </p14:nvContentPartPr>
              <p14:xfrm>
                <a:off x="6851984" y="6145506"/>
                <a:ext cx="82440" cy="204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B83787D-9C7A-AED2-418F-BF89DF7E29C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33984" y="6127866"/>
                  <a:ext cx="118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14:cNvPr>
                <p14:cNvContentPartPr/>
                <p14:nvPr/>
              </p14:nvContentPartPr>
              <p14:xfrm>
                <a:off x="7012184" y="6193386"/>
                <a:ext cx="43560" cy="16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98C1252-033C-016C-FBCF-0852ED378FA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994544" y="6175386"/>
                  <a:ext cx="79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14:cNvPr>
                <p14:cNvContentPartPr/>
                <p14:nvPr/>
              </p14:nvContentPartPr>
              <p14:xfrm>
                <a:off x="7028024" y="6127866"/>
                <a:ext cx="76320" cy="6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75FDAA2-0D6E-15B6-C0F8-489934A8061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10384" y="6109866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14:cNvPr>
                <p14:cNvContentPartPr/>
                <p14:nvPr/>
              </p14:nvContentPartPr>
              <p14:xfrm>
                <a:off x="7071584" y="6219306"/>
                <a:ext cx="7776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864EA50-F95D-13B3-3F7B-4E4F8127AC1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053944" y="6201666"/>
                  <a:ext cx="113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14:cNvPr>
                <p14:cNvContentPartPr/>
                <p14:nvPr/>
              </p14:nvContentPartPr>
              <p14:xfrm>
                <a:off x="7218464" y="6154506"/>
                <a:ext cx="20520" cy="167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4E2239-7D51-8F41-5BDF-72FDF6D237E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200464" y="6136506"/>
                  <a:ext cx="5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14:cNvPr>
                <p14:cNvContentPartPr/>
                <p14:nvPr/>
              </p14:nvContentPartPr>
              <p14:xfrm>
                <a:off x="7220264" y="6142626"/>
                <a:ext cx="119880" cy="96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B653E33-3E69-CED6-27B0-880CBD3E6AF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02624" y="6124626"/>
                  <a:ext cx="155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14:cNvPr>
                <p14:cNvContentPartPr/>
                <p14:nvPr/>
              </p14:nvContentPartPr>
              <p14:xfrm>
                <a:off x="7290464" y="6210666"/>
                <a:ext cx="45720" cy="49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0A3E359-8AF1-F3B6-BADE-F0A43A329D0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72824" y="6192666"/>
                  <a:ext cx="81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14:cNvPr>
                <p14:cNvContentPartPr/>
                <p14:nvPr/>
              </p14:nvContentPartPr>
              <p14:xfrm>
                <a:off x="7273544" y="6276186"/>
                <a:ext cx="52560" cy="53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FEA5F12-388F-8957-69B6-3B27D986171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255904" y="6258546"/>
                  <a:ext cx="88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14:cNvPr>
                <p14:cNvContentPartPr/>
                <p14:nvPr/>
              </p14:nvContentPartPr>
              <p14:xfrm>
                <a:off x="7417904" y="6170346"/>
                <a:ext cx="162360" cy="30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9BFEEE-9F26-55F3-E934-8B596DF163C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400264" y="6152346"/>
                  <a:ext cx="198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14:cNvPr>
                <p14:cNvContentPartPr/>
                <p14:nvPr/>
              </p14:nvContentPartPr>
              <p14:xfrm>
                <a:off x="7505744" y="6146586"/>
                <a:ext cx="37800" cy="203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1AEFFEA-ED0F-CDAE-453E-6A2A9E67F49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488104" y="6128586"/>
                  <a:ext cx="734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C3285A1-FB89-2013-5DC8-8B2ACD4B77E1}"/>
              </a:ext>
            </a:extLst>
          </p:cNvPr>
          <p:cNvGrpSpPr/>
          <p:nvPr/>
        </p:nvGrpSpPr>
        <p:grpSpPr>
          <a:xfrm>
            <a:off x="7888064" y="6061986"/>
            <a:ext cx="1156320" cy="351360"/>
            <a:chOff x="7888064" y="6061986"/>
            <a:chExt cx="11563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14:cNvPr>
                <p14:cNvContentPartPr/>
                <p14:nvPr/>
              </p14:nvContentPartPr>
              <p14:xfrm>
                <a:off x="7888064" y="6136146"/>
                <a:ext cx="89640" cy="181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E4EA72-830B-5802-BB9B-323EDE0546C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870064" y="6118506"/>
                  <a:ext cx="12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14:cNvPr>
                <p14:cNvContentPartPr/>
                <p14:nvPr/>
              </p14:nvContentPartPr>
              <p14:xfrm>
                <a:off x="8046824" y="6234786"/>
                <a:ext cx="34920" cy="178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CADBB4-8EC0-5189-6EF9-E8EF0B967B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29184" y="6216786"/>
                  <a:ext cx="70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14:cNvPr>
                <p14:cNvContentPartPr/>
                <p14:nvPr/>
              </p14:nvContentPartPr>
              <p14:xfrm>
                <a:off x="8049704" y="6222186"/>
                <a:ext cx="69480" cy="81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EF223-F8AD-7094-8BF6-96C84202A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31704" y="6204546"/>
                  <a:ext cx="105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14:cNvPr>
                <p14:cNvContentPartPr/>
                <p14:nvPr/>
              </p14:nvContentPartPr>
              <p14:xfrm>
                <a:off x="8144384" y="6194106"/>
                <a:ext cx="75600" cy="97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EE68456-A860-D481-9FAF-D6FB47884CF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26744" y="6176466"/>
                  <a:ext cx="111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14:cNvPr>
                <p14:cNvContentPartPr/>
                <p14:nvPr/>
              </p14:nvContentPartPr>
              <p14:xfrm>
                <a:off x="8345984" y="6207426"/>
                <a:ext cx="155160" cy="111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7415EF-CFD3-4020-58F9-5CF3EA97480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27984" y="6189786"/>
                  <a:ext cx="190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14:cNvPr>
                <p14:cNvContentPartPr/>
                <p14:nvPr/>
              </p14:nvContentPartPr>
              <p14:xfrm>
                <a:off x="8457584" y="6091506"/>
                <a:ext cx="16200" cy="43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7BC216-962A-8122-78A6-42006DD4EB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39584" y="6073866"/>
                  <a:ext cx="51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14:cNvPr>
                <p14:cNvContentPartPr/>
                <p14:nvPr/>
              </p14:nvContentPartPr>
              <p14:xfrm>
                <a:off x="8563424" y="6061986"/>
                <a:ext cx="70200" cy="320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25C1F0-0424-2B3E-8B13-19A64E92FF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545784" y="6043986"/>
                  <a:ext cx="1058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14:cNvPr>
                <p14:cNvContentPartPr/>
                <p14:nvPr/>
              </p14:nvContentPartPr>
              <p14:xfrm>
                <a:off x="8558744" y="6208506"/>
                <a:ext cx="196200" cy="97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8A6CEB1-3D4D-BAC2-A169-9DFC895B18F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541104" y="6190506"/>
                  <a:ext cx="231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14:cNvPr>
                <p14:cNvContentPartPr/>
                <p14:nvPr/>
              </p14:nvContentPartPr>
              <p14:xfrm>
                <a:off x="8726144" y="6080346"/>
                <a:ext cx="1836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197E09D-3902-9FA4-745D-5E390D3FB2C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08144" y="6062346"/>
                  <a:ext cx="54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14:cNvPr>
                <p14:cNvContentPartPr/>
                <p14:nvPr/>
              </p14:nvContentPartPr>
              <p14:xfrm>
                <a:off x="8817944" y="6171786"/>
                <a:ext cx="99360" cy="11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1C1D843-2335-A0DD-3624-02DFAEC243D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800304" y="6154146"/>
                  <a:ext cx="135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14:cNvPr>
                <p14:cNvContentPartPr/>
                <p14:nvPr/>
              </p14:nvContentPartPr>
              <p14:xfrm>
                <a:off x="9038624" y="6219666"/>
                <a:ext cx="5760" cy="4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FB797CD-9EA2-8438-B7B5-820CB02D936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020624" y="6202026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D9315C-B66A-F405-D96C-B3BE1E9871A1}"/>
                  </a:ext>
                </a:extLst>
              </p14:cNvPr>
              <p14:cNvContentPartPr/>
              <p14:nvPr/>
            </p14:nvContentPartPr>
            <p14:xfrm>
              <a:off x="2915247" y="3311215"/>
              <a:ext cx="3232080" cy="56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D9315C-B66A-F405-D96C-B3BE1E9871A1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861247" y="3203215"/>
                <a:ext cx="333972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650EC87-CD29-48A1-7D32-0567A0DC6752}"/>
                  </a:ext>
                </a:extLst>
              </p14:cNvPr>
              <p14:cNvContentPartPr/>
              <p14:nvPr/>
            </p14:nvContentPartPr>
            <p14:xfrm>
              <a:off x="9690447" y="1675735"/>
              <a:ext cx="2010960" cy="430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650EC87-CD29-48A1-7D32-0567A0DC6752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9636807" y="1567735"/>
                <a:ext cx="2118600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E2F2B5C-4525-0D70-F750-D79CBABE06A6}"/>
                  </a:ext>
                </a:extLst>
              </p14:cNvPr>
              <p14:cNvContentPartPr/>
              <p14:nvPr/>
            </p14:nvContentPartPr>
            <p14:xfrm>
              <a:off x="11497647" y="1783015"/>
              <a:ext cx="78840" cy="9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E2F2B5C-4525-0D70-F750-D79CBABE06A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1444007" y="1675015"/>
                <a:ext cx="1864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3AD35ED-9356-F08E-500A-8E6622A1D257}"/>
                  </a:ext>
                </a:extLst>
              </p14:cNvPr>
              <p14:cNvContentPartPr/>
              <p14:nvPr/>
            </p14:nvContentPartPr>
            <p14:xfrm>
              <a:off x="2461287" y="1818655"/>
              <a:ext cx="4075200" cy="442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3AD35ED-9356-F08E-500A-8E6622A1D257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2407647" y="1711015"/>
                <a:ext cx="4182840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74896E3-A1CD-13C0-34C2-AABDDFE8CE6F}"/>
                  </a:ext>
                </a:extLst>
              </p14:cNvPr>
              <p14:cNvContentPartPr/>
              <p14:nvPr/>
            </p14:nvContentPartPr>
            <p14:xfrm>
              <a:off x="9107967" y="2042575"/>
              <a:ext cx="457200" cy="502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74896E3-A1CD-13C0-34C2-AABDDFE8CE6F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054327" y="1934575"/>
                <a:ext cx="564840" cy="71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DD995D2-463F-B3F1-0AB5-D51DB65CBCE2}"/>
                  </a:ext>
                </a:extLst>
              </p14:cNvPr>
              <p14:cNvContentPartPr/>
              <p14:nvPr/>
            </p14:nvContentPartPr>
            <p14:xfrm>
              <a:off x="7310127" y="1734055"/>
              <a:ext cx="2485800" cy="2908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DD995D2-463F-B3F1-0AB5-D51DB65CBCE2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256487" y="1626055"/>
                <a:ext cx="2593440" cy="312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6356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5AFF-FD18-4989-4C6C-5732EA2C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F0AA-5621-01D3-11FC-B28CBFC2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7BE9F184-887C-D970-8555-2AD51819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B8FDF083-4658-8DB8-2483-B7858A287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11" name="Picture 10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B0D85BF-D381-5C1E-0D6B-3AD012D06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53" y="2478984"/>
            <a:ext cx="5565974" cy="1900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14:cNvPr>
              <p14:cNvContentPartPr/>
              <p14:nvPr/>
            </p14:nvContentPartPr>
            <p14:xfrm>
              <a:off x="6831824" y="2869866"/>
              <a:ext cx="1062360" cy="5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8E764F-97E7-A03E-39EE-35D9D90294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14184" y="2851866"/>
                <a:ext cx="109800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4BD4A3E-EE3C-2A10-8142-8A279A66DF67}"/>
              </a:ext>
            </a:extLst>
          </p:cNvPr>
          <p:cNvGrpSpPr/>
          <p:nvPr/>
        </p:nvGrpSpPr>
        <p:grpSpPr>
          <a:xfrm>
            <a:off x="2014304" y="1276866"/>
            <a:ext cx="2977560" cy="650160"/>
            <a:chOff x="2014304" y="1276866"/>
            <a:chExt cx="2977560" cy="6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14:cNvPr>
                <p14:cNvContentPartPr/>
                <p14:nvPr/>
              </p14:nvContentPartPr>
              <p14:xfrm>
                <a:off x="2019344" y="1460466"/>
                <a:ext cx="63720" cy="372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B03A1B-58E5-D0D8-0BB9-909AB7AA7E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01704" y="1442826"/>
                  <a:ext cx="993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14:cNvPr>
                <p14:cNvContentPartPr/>
                <p14:nvPr/>
              </p14:nvContentPartPr>
              <p14:xfrm>
                <a:off x="2014304" y="1276866"/>
                <a:ext cx="2717280" cy="23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40F426-8DEF-EDE3-CE65-BB269C31E9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96664" y="1258866"/>
                  <a:ext cx="2752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14:cNvPr>
                <p14:cNvContentPartPr/>
                <p14:nvPr/>
              </p14:nvContentPartPr>
              <p14:xfrm>
                <a:off x="2269904" y="1306026"/>
                <a:ext cx="2721960" cy="621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A734B4-5A47-2828-9006-5DD7015719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52264" y="1288026"/>
                  <a:ext cx="2757600" cy="65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332730-E6BB-A700-BC12-4ED52971B7CF}"/>
              </a:ext>
            </a:extLst>
          </p:cNvPr>
          <p:cNvGrpSpPr/>
          <p:nvPr/>
        </p:nvGrpSpPr>
        <p:grpSpPr>
          <a:xfrm>
            <a:off x="9730184" y="4044186"/>
            <a:ext cx="890640" cy="424800"/>
            <a:chOff x="9730184" y="4044186"/>
            <a:chExt cx="8906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14:cNvPr>
                <p14:cNvContentPartPr/>
                <p14:nvPr/>
              </p14:nvContentPartPr>
              <p14:xfrm>
                <a:off x="9798944" y="4078026"/>
                <a:ext cx="98280" cy="37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3221C8-5901-736F-A82D-092C0F6E6C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781304" y="4060386"/>
                  <a:ext cx="133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14:cNvPr>
                <p14:cNvContentPartPr/>
                <p14:nvPr/>
              </p14:nvContentPartPr>
              <p14:xfrm>
                <a:off x="9730184" y="4044186"/>
                <a:ext cx="740880" cy="7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C312A5-5898-8C58-06F1-676CCE140E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12544" y="4026186"/>
                  <a:ext cx="776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14:cNvPr>
                <p14:cNvContentPartPr/>
                <p14:nvPr/>
              </p14:nvContentPartPr>
              <p14:xfrm>
                <a:off x="9894344" y="4049586"/>
                <a:ext cx="726480" cy="419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9E4D25-24FA-DC38-4E88-A64030668C9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6704" y="4031586"/>
                  <a:ext cx="76212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9E64F-EA4F-F310-E870-9BAFC4B3FC70}"/>
              </a:ext>
            </a:extLst>
          </p:cNvPr>
          <p:cNvGrpSpPr/>
          <p:nvPr/>
        </p:nvGrpSpPr>
        <p:grpSpPr>
          <a:xfrm>
            <a:off x="9035024" y="4786146"/>
            <a:ext cx="386280" cy="402120"/>
            <a:chOff x="9035024" y="4786146"/>
            <a:chExt cx="3862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14:cNvPr>
                <p14:cNvContentPartPr/>
                <p14:nvPr/>
              </p14:nvContentPartPr>
              <p14:xfrm>
                <a:off x="9065984" y="4800906"/>
                <a:ext cx="331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D35124-2FC2-3E1D-F690-2E1BB5A998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48344" y="4782906"/>
                  <a:ext cx="687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14:cNvPr>
                <p14:cNvContentPartPr/>
                <p14:nvPr/>
              </p14:nvContentPartPr>
              <p14:xfrm>
                <a:off x="9035024" y="4786146"/>
                <a:ext cx="125640" cy="4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64CEE9-F6E4-84DB-CFF7-4C3E0FADF3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17384" y="4768506"/>
                  <a:ext cx="161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14:cNvPr>
                <p14:cNvContentPartPr/>
                <p14:nvPr/>
              </p14:nvContentPartPr>
              <p14:xfrm>
                <a:off x="9061664" y="5094666"/>
                <a:ext cx="91080" cy="4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D4D6D9-6B07-E9DE-FB74-8A29A7B0FA7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44024" y="5076666"/>
                  <a:ext cx="126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14:cNvPr>
                <p14:cNvContentPartPr/>
                <p14:nvPr/>
              </p14:nvContentPartPr>
              <p14:xfrm>
                <a:off x="9306104" y="5021586"/>
                <a:ext cx="3168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67E69A0-5EF1-392F-2778-41D8B225C3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288104" y="5003946"/>
                  <a:ext cx="67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14:cNvPr>
                <p14:cNvContentPartPr/>
                <p14:nvPr/>
              </p14:nvContentPartPr>
              <p14:xfrm>
                <a:off x="9311864" y="5019426"/>
                <a:ext cx="109440" cy="13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458D9F-2091-5A61-8A8D-DA0C999F533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294224" y="5001786"/>
                  <a:ext cx="1450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96F0A3-193D-901D-24A0-09130F4EDB86}"/>
              </a:ext>
            </a:extLst>
          </p:cNvPr>
          <p:cNvGrpSpPr/>
          <p:nvPr/>
        </p:nvGrpSpPr>
        <p:grpSpPr>
          <a:xfrm>
            <a:off x="9640184" y="4710186"/>
            <a:ext cx="1661760" cy="355680"/>
            <a:chOff x="9640184" y="4710186"/>
            <a:chExt cx="16617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14:cNvPr>
                <p14:cNvContentPartPr/>
                <p14:nvPr/>
              </p14:nvContentPartPr>
              <p14:xfrm>
                <a:off x="9640184" y="4901346"/>
                <a:ext cx="22320" cy="1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6F235F-5E18-ED72-A99B-0182EC1E02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2544" y="4883346"/>
                  <a:ext cx="57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14:cNvPr>
                <p14:cNvContentPartPr/>
                <p14:nvPr/>
              </p14:nvContentPartPr>
              <p14:xfrm>
                <a:off x="9659264" y="4955346"/>
                <a:ext cx="46440" cy="23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F3CF22-C2D3-A8BB-7377-3E5DAFAFCA2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1264" y="4937706"/>
                  <a:ext cx="82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14:cNvPr>
                <p14:cNvContentPartPr/>
                <p14:nvPr/>
              </p14:nvContentPartPr>
              <p14:xfrm>
                <a:off x="9897944" y="4806666"/>
                <a:ext cx="28800" cy="259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3A02C4-A69E-6ED8-A4A6-87E91BA1C8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79944" y="4788666"/>
                  <a:ext cx="64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14:cNvPr>
                <p14:cNvContentPartPr/>
                <p14:nvPr/>
              </p14:nvContentPartPr>
              <p14:xfrm>
                <a:off x="10014584" y="4884426"/>
                <a:ext cx="2880" cy="11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49847-52BC-C5F5-7FB9-A4167E9BE0D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96944" y="4866786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14:cNvPr>
                <p14:cNvContentPartPr/>
                <p14:nvPr/>
              </p14:nvContentPartPr>
              <p14:xfrm>
                <a:off x="10130144" y="4804866"/>
                <a:ext cx="128160" cy="208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C616030-8CA1-350C-8D2A-6FC8EB74A6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12504" y="4786866"/>
                  <a:ext cx="163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14:cNvPr>
                <p14:cNvContentPartPr/>
                <p14:nvPr/>
              </p14:nvContentPartPr>
              <p14:xfrm>
                <a:off x="10180544" y="4893786"/>
                <a:ext cx="106560" cy="4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7CE441-2C0D-15CF-3A81-0514041ACFB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62904" y="4876146"/>
                  <a:ext cx="142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14:cNvPr>
                <p14:cNvContentPartPr/>
                <p14:nvPr/>
              </p14:nvContentPartPr>
              <p14:xfrm>
                <a:off x="10473224" y="4812066"/>
                <a:ext cx="75600" cy="2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3EC6EB-460D-B23F-A1A8-A8984E7C028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55584" y="4794426"/>
                  <a:ext cx="111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14:cNvPr>
                <p14:cNvContentPartPr/>
                <p14:nvPr/>
              </p14:nvContentPartPr>
              <p14:xfrm>
                <a:off x="10454864" y="4814226"/>
                <a:ext cx="65880" cy="165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C8A021-B12F-209B-7E4B-5D03CF3AE8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37224" y="4796226"/>
                  <a:ext cx="101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14:cNvPr>
                <p14:cNvContentPartPr/>
                <p14:nvPr/>
              </p14:nvContentPartPr>
              <p14:xfrm>
                <a:off x="10644224" y="4877586"/>
                <a:ext cx="274680" cy="11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9C1DCE-17CF-FCC5-4358-40C36484E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26584" y="4859946"/>
                  <a:ext cx="310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14:cNvPr>
                <p14:cNvContentPartPr/>
                <p14:nvPr/>
              </p14:nvContentPartPr>
              <p14:xfrm>
                <a:off x="11034464" y="4715226"/>
                <a:ext cx="56520" cy="263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525464-7691-BBA0-0A9A-96077B9B17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16824" y="4697226"/>
                  <a:ext cx="92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14:cNvPr>
                <p14:cNvContentPartPr/>
                <p14:nvPr/>
              </p14:nvContentPartPr>
              <p14:xfrm>
                <a:off x="11056424" y="4710186"/>
                <a:ext cx="160560" cy="257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C3A914-D1CF-88C6-8E38-B7B3E1BA25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38784" y="4692546"/>
                  <a:ext cx="1962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14:cNvPr>
                <p14:cNvContentPartPr/>
                <p14:nvPr/>
              </p14:nvContentPartPr>
              <p14:xfrm>
                <a:off x="11089904" y="4886946"/>
                <a:ext cx="43560" cy="7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67043E-F33C-CC4E-2316-D67C8870B8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72264" y="4869306"/>
                  <a:ext cx="79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14:cNvPr>
                <p14:cNvContentPartPr/>
                <p14:nvPr/>
              </p14:nvContentPartPr>
              <p14:xfrm>
                <a:off x="11291144" y="4876506"/>
                <a:ext cx="10800" cy="23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CF4E26-E7D7-30EA-9ED4-8B728BC88B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73144" y="4858866"/>
                  <a:ext cx="46440" cy="5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30076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5C00-1371-FD38-97E6-65E9A0A1B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AF45-BAEB-0A6A-CA4E-6163E581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 current equations </a:t>
            </a: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AE32A7A9-6E26-96A5-86F7-35121DEF7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" y="800017"/>
            <a:ext cx="5794276" cy="2532463"/>
          </a:xfrm>
          <a:prstGeom prst="rect">
            <a:avLst/>
          </a:prstGeom>
        </p:spPr>
      </p:pic>
      <p:pic>
        <p:nvPicPr>
          <p:cNvPr id="9" name="Picture 8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D44B29C7-16DB-3E23-8761-B3790DDF6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" y="3429000"/>
            <a:ext cx="6810827" cy="2274710"/>
          </a:xfrm>
          <a:prstGeom prst="rect">
            <a:avLst/>
          </a:prstGeom>
        </p:spPr>
      </p:pic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DAB6109F-8963-AFF6-940F-435446B9C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17" y="2295504"/>
            <a:ext cx="6145512" cy="20739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716B1AE-0A4B-A6D9-2C77-BF003D4F669C}"/>
              </a:ext>
            </a:extLst>
          </p:cNvPr>
          <p:cNvGrpSpPr/>
          <p:nvPr/>
        </p:nvGrpSpPr>
        <p:grpSpPr>
          <a:xfrm>
            <a:off x="2399504" y="2315826"/>
            <a:ext cx="2208960" cy="663120"/>
            <a:chOff x="2399504" y="2315826"/>
            <a:chExt cx="220896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14:cNvPr>
                <p14:cNvContentPartPr/>
                <p14:nvPr/>
              </p14:nvContentPartPr>
              <p14:xfrm>
                <a:off x="2427944" y="2315826"/>
                <a:ext cx="49680" cy="63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43A9D6-7987-E6C7-C25F-F42E77958A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0304" y="2298186"/>
                  <a:ext cx="853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14:cNvPr>
                <p14:cNvContentPartPr/>
                <p14:nvPr/>
              </p14:nvContentPartPr>
              <p14:xfrm>
                <a:off x="2399504" y="2339586"/>
                <a:ext cx="1958040" cy="143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6C6906-6905-0E42-E559-37C138C58E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81864" y="2321586"/>
                  <a:ext cx="1993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14:cNvPr>
                <p14:cNvContentPartPr/>
                <p14:nvPr/>
              </p14:nvContentPartPr>
              <p14:xfrm>
                <a:off x="2516504" y="2370906"/>
                <a:ext cx="2091960" cy="608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C0F233-F743-266B-0FD9-01D36A12FC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98864" y="2352906"/>
                  <a:ext cx="2127600" cy="64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2D15F-1F1A-6E83-DD8E-5E5E112036D7}"/>
              </a:ext>
            </a:extLst>
          </p:cNvPr>
          <p:cNvGrpSpPr/>
          <p:nvPr/>
        </p:nvGrpSpPr>
        <p:grpSpPr>
          <a:xfrm>
            <a:off x="8471624" y="3934026"/>
            <a:ext cx="2108520" cy="675720"/>
            <a:chOff x="8471624" y="3934026"/>
            <a:chExt cx="2108520" cy="67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14:cNvPr>
                <p14:cNvContentPartPr/>
                <p14:nvPr/>
              </p14:nvContentPartPr>
              <p14:xfrm>
                <a:off x="8498984" y="3975066"/>
                <a:ext cx="47160" cy="54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DA6A1C7-9425-1FF6-5121-A1DFDE24CB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80984" y="3957066"/>
                  <a:ext cx="828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14:cNvPr>
                <p14:cNvContentPartPr/>
                <p14:nvPr/>
              </p14:nvContentPartPr>
              <p14:xfrm>
                <a:off x="8471624" y="3934026"/>
                <a:ext cx="2108520" cy="67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045992-5958-29D3-5454-A2F5D0C1AC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453984" y="3916386"/>
                  <a:ext cx="2144160" cy="71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A4087A-C4F5-C414-0FB2-34921EDDAC37}"/>
              </a:ext>
            </a:extLst>
          </p:cNvPr>
          <p:cNvGrpSpPr/>
          <p:nvPr/>
        </p:nvGrpSpPr>
        <p:grpSpPr>
          <a:xfrm>
            <a:off x="7900304" y="4979106"/>
            <a:ext cx="2562120" cy="459720"/>
            <a:chOff x="7900304" y="4979106"/>
            <a:chExt cx="256212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14:cNvPr>
                <p14:cNvContentPartPr/>
                <p14:nvPr/>
              </p14:nvContentPartPr>
              <p14:xfrm>
                <a:off x="8001464" y="5001066"/>
                <a:ext cx="51120" cy="353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3F698A-BC57-4796-2FA6-279951B1E58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83464" y="4983066"/>
                  <a:ext cx="867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14:cNvPr>
                <p14:cNvContentPartPr/>
                <p14:nvPr/>
              </p14:nvContentPartPr>
              <p14:xfrm>
                <a:off x="7900304" y="5009706"/>
                <a:ext cx="194400" cy="6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F15183-CA92-47D7-B466-17399200C9C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82664" y="4992066"/>
                  <a:ext cx="230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14:cNvPr>
                <p14:cNvContentPartPr/>
                <p14:nvPr/>
              </p14:nvContentPartPr>
              <p14:xfrm>
                <a:off x="7992464" y="5288346"/>
                <a:ext cx="128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021380-323B-C6B3-15DD-476A10C80B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4464" y="5270346"/>
                  <a:ext cx="163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14:cNvPr>
                <p14:cNvContentPartPr/>
                <p14:nvPr/>
              </p14:nvContentPartPr>
              <p14:xfrm>
                <a:off x="8235104" y="5245866"/>
                <a:ext cx="4140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08FCA8-5DD5-70D4-620C-01F4923769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17104" y="5228226"/>
                  <a:ext cx="77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14:cNvPr>
                <p14:cNvContentPartPr/>
                <p14:nvPr/>
              </p14:nvContentPartPr>
              <p14:xfrm>
                <a:off x="8226824" y="5240106"/>
                <a:ext cx="155160" cy="124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4CB830-A140-2479-3622-CEB813D1E60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09184" y="5222466"/>
                  <a:ext cx="190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14:cNvPr>
                <p14:cNvContentPartPr/>
                <p14:nvPr/>
              </p14:nvContentPartPr>
              <p14:xfrm>
                <a:off x="8452544" y="5254866"/>
                <a:ext cx="102240" cy="18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67CDEA-70F5-31C8-9912-03B9A2F4A00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34544" y="5236866"/>
                  <a:ext cx="137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14:cNvPr>
                <p14:cNvContentPartPr/>
                <p14:nvPr/>
              </p14:nvContentPartPr>
              <p14:xfrm>
                <a:off x="8633984" y="5278986"/>
                <a:ext cx="136440" cy="11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D82BAC-7A3C-5D47-F5D2-9997FB5171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15984" y="5260986"/>
                  <a:ext cx="172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14:cNvPr>
                <p14:cNvContentPartPr/>
                <p14:nvPr/>
              </p14:nvContentPartPr>
              <p14:xfrm>
                <a:off x="8847824" y="5205546"/>
                <a:ext cx="64080" cy="20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0D612F-A593-1D63-89CB-3F38E9C194D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29824" y="5187906"/>
                  <a:ext cx="997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14:cNvPr>
                <p14:cNvContentPartPr/>
                <p14:nvPr/>
              </p14:nvContentPartPr>
              <p14:xfrm>
                <a:off x="8818664" y="5267466"/>
                <a:ext cx="170280" cy="61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0B4DDA-4564-F9DB-F15A-52064393AAE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01024" y="5249466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14:cNvPr>
                <p14:cNvContentPartPr/>
                <p14:nvPr/>
              </p14:nvContentPartPr>
              <p14:xfrm>
                <a:off x="9211784" y="5196186"/>
                <a:ext cx="24480" cy="12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B6A457-8992-8741-0554-0656ED1036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94144" y="5178186"/>
                  <a:ext cx="6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14:cNvPr>
                <p14:cNvContentPartPr/>
                <p14:nvPr/>
              </p14:nvContentPartPr>
              <p14:xfrm>
                <a:off x="9195944" y="5241186"/>
                <a:ext cx="91440" cy="32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BEF302-6647-91BF-DBA6-7945B1E112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78304" y="5223186"/>
                  <a:ext cx="127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14:cNvPr>
                <p14:cNvContentPartPr/>
                <p14:nvPr/>
              </p14:nvContentPartPr>
              <p14:xfrm>
                <a:off x="9490784" y="5030226"/>
                <a:ext cx="183600" cy="179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75CF235-EEE7-41CE-9F61-3C9F5E3168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73144" y="5012226"/>
                  <a:ext cx="21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14:cNvPr>
                <p14:cNvContentPartPr/>
                <p14:nvPr/>
              </p14:nvContentPartPr>
              <p14:xfrm>
                <a:off x="9586904" y="5098626"/>
                <a:ext cx="84960" cy="20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C5AC8B-1638-ED3D-501B-C2B5D4A6C5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68904" y="5080626"/>
                  <a:ext cx="120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14:cNvPr>
                <p14:cNvContentPartPr/>
                <p14:nvPr/>
              </p14:nvContentPartPr>
              <p14:xfrm>
                <a:off x="9765104" y="5145426"/>
                <a:ext cx="261000" cy="98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D8D078-CD2A-1255-BF2F-6D33CA427B7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47464" y="5127786"/>
                  <a:ext cx="296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14:cNvPr>
                <p14:cNvContentPartPr/>
                <p14:nvPr/>
              </p14:nvContentPartPr>
              <p14:xfrm>
                <a:off x="10161464" y="4979106"/>
                <a:ext cx="23760" cy="26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EFC83B-4B34-2D52-5E92-FDC4E30C43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43464" y="4961466"/>
                  <a:ext cx="5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14:cNvPr>
                <p14:cNvContentPartPr/>
                <p14:nvPr/>
              </p14:nvContentPartPr>
              <p14:xfrm>
                <a:off x="10153544" y="5012946"/>
                <a:ext cx="154440" cy="167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A37A97-159C-A8D7-F073-5F5BCE6AD1F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35544" y="4994946"/>
                  <a:ext cx="190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14:cNvPr>
                <p14:cNvContentPartPr/>
                <p14:nvPr/>
              </p14:nvContentPartPr>
              <p14:xfrm>
                <a:off x="10228784" y="5134986"/>
                <a:ext cx="75240" cy="42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D9BA42-14C7-D66D-318E-3E7F54C6E91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10784" y="5117346"/>
                  <a:ext cx="110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14:cNvPr>
                <p14:cNvContentPartPr/>
                <p14:nvPr/>
              </p14:nvContentPartPr>
              <p14:xfrm>
                <a:off x="10431464" y="5139666"/>
                <a:ext cx="30960" cy="26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09F2F3-E6F5-963F-0F54-176E797F82F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413464" y="5121666"/>
                  <a:ext cx="6660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8942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ADB478-D071-3E01-1AFE-A6C1A2D7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2678F65C-C2BC-1220-4631-E31A2D6B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276600" y="971551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70DA-F04A-EEA1-C0E2-12000E0A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D00304D0-8596-8A4C-FF13-C4FFE7BE4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0324E35F-1739-BCD2-C667-C39585C8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07932" y="1228334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4736AC4-7F47-52DC-C67B-64B6C57BDF7A}"/>
              </a:ext>
            </a:extLst>
          </p:cNvPr>
          <p:cNvGrpSpPr/>
          <p:nvPr/>
        </p:nvGrpSpPr>
        <p:grpSpPr>
          <a:xfrm>
            <a:off x="493304" y="2245986"/>
            <a:ext cx="393840" cy="472680"/>
            <a:chOff x="493304" y="2245986"/>
            <a:chExt cx="39384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14:cNvPr>
                <p14:cNvContentPartPr/>
                <p14:nvPr/>
              </p14:nvContentPartPr>
              <p14:xfrm>
                <a:off x="493304" y="2439306"/>
                <a:ext cx="177840" cy="27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198994-0DD4-CC40-F4B3-0C643FB6EC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5304" y="2421306"/>
                  <a:ext cx="213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14:cNvPr>
                <p14:cNvContentPartPr/>
                <p14:nvPr/>
              </p14:nvContentPartPr>
              <p14:xfrm>
                <a:off x="672224" y="2352546"/>
                <a:ext cx="116640" cy="262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E90629D-6B11-86EE-03F3-C38DAE5C2C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4224" y="2334906"/>
                  <a:ext cx="15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14:cNvPr>
                <p14:cNvContentPartPr/>
                <p14:nvPr/>
              </p14:nvContentPartPr>
              <p14:xfrm>
                <a:off x="708584" y="2245986"/>
                <a:ext cx="178560" cy="21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703F23-41E5-3233-6ABB-57C022A33B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0584" y="2228346"/>
                  <a:ext cx="21420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31DC07-31C4-36B0-EB0E-CCED95CC7CAF}"/>
              </a:ext>
            </a:extLst>
          </p:cNvPr>
          <p:cNvGrpSpPr/>
          <p:nvPr/>
        </p:nvGrpSpPr>
        <p:grpSpPr>
          <a:xfrm>
            <a:off x="4713944" y="2793906"/>
            <a:ext cx="783000" cy="529200"/>
            <a:chOff x="4713944" y="2793906"/>
            <a:chExt cx="78300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14:cNvPr>
                <p14:cNvContentPartPr/>
                <p14:nvPr/>
              </p14:nvContentPartPr>
              <p14:xfrm>
                <a:off x="4713944" y="3077586"/>
                <a:ext cx="183240" cy="24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BD7079-8020-E79C-BF4A-27E8824A94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95944" y="3059586"/>
                  <a:ext cx="218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14:cNvPr>
                <p14:cNvContentPartPr/>
                <p14:nvPr/>
              </p14:nvContentPartPr>
              <p14:xfrm>
                <a:off x="5003024" y="2998746"/>
                <a:ext cx="201600" cy="17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39731C-AE8C-ACF5-8C7B-4F07166E5A5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5384" y="2980746"/>
                  <a:ext cx="237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14:cNvPr>
                <p14:cNvContentPartPr/>
                <p14:nvPr/>
              </p14:nvContentPartPr>
              <p14:xfrm>
                <a:off x="5220464" y="2793906"/>
                <a:ext cx="184320" cy="329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3EF117-28D9-CCF5-0A7A-657B08600E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02464" y="2776266"/>
                  <a:ext cx="2199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14:cNvPr>
                <p14:cNvContentPartPr/>
                <p14:nvPr/>
              </p14:nvContentPartPr>
              <p14:xfrm>
                <a:off x="5232704" y="2952306"/>
                <a:ext cx="39960" cy="44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35922C-8CF3-5CB0-1802-A2FF9C9137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14704" y="2934666"/>
                  <a:ext cx="75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14:cNvPr>
                <p14:cNvContentPartPr/>
                <p14:nvPr/>
              </p14:nvContentPartPr>
              <p14:xfrm>
                <a:off x="5488304" y="2888586"/>
                <a:ext cx="864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1DE381-B662-09A1-4A93-AADDF4231D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0304" y="2870586"/>
                  <a:ext cx="442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0596ED-91ED-B91A-6067-D58337242238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7BA641-FB7D-7660-68BD-0E4A7DDF0E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0104" y="541386"/>
                  <a:ext cx="200160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369BD3-A89F-F284-8EE9-0D0C69CD4E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02094D-5815-8402-0AFB-1DE0B0F1C3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6504" y="974826"/>
                  <a:ext cx="40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DF5CB8-3424-3950-43A6-3695310079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4584" y="105294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8D6EE-E683-2015-0807-27EEEBE70C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5664" y="96114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6DF3DF-AF52-C8FB-2608-1F58CDCC5E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0418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23ABFD-5E9B-7361-D902-8E15950956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03704" y="1027026"/>
                  <a:ext cx="285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00331D-100D-E1FF-46A9-5BC364B7D0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184" y="861426"/>
                  <a:ext cx="1141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3D18DB-9EAF-587C-83C6-537F9BC64F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4030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76E897-0FDD-EEEB-9CF3-2C93ED90EE6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69094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D9133-4F9E-9438-34D9-278E5C5435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4744" y="160446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4F193F4-6054-314E-8C4E-0418E4C1A3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33384" y="292170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F6E8B6-423A-BF2D-B9FF-670D0FD3AF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97824" y="3192066"/>
                  <a:ext cx="3687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B4ABF0-3C15-CF1C-0A8F-DC4E754978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57864" y="1420506"/>
                  <a:ext cx="242280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4619A8-E71C-567E-3B49-B2FC51F57B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71024" y="61878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2A20B2-C815-B423-675E-70F431168A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85504" y="727866"/>
                  <a:ext cx="149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A7A27-6C1C-674C-408F-54D92F203B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41144" y="75666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12EE93-8D0C-7A5E-2F87-567A3ACC940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24104" y="2190186"/>
                  <a:ext cx="3669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336249-DD21-B82A-B2B7-B1CE1EACB6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91304" y="1767906"/>
                  <a:ext cx="295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17515C-A5AC-B275-F60C-EAEBE86ABD3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84064" y="1974546"/>
                  <a:ext cx="7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0D7015-69B7-C513-3EED-DC1F1C0ED4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9018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F483DA-593B-EA72-966D-6113AB5646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6406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69987-CFF8-9DAC-1B28-FA8315F1E1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28144" y="1921626"/>
                  <a:ext cx="123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365BD8-CD5F-F1A1-7A4E-5DBBB29E9A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24304" y="266574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10FE71CB-7570-2206-E35E-F854DF19960C}"/>
              </a:ext>
            </a:extLst>
          </p:cNvPr>
          <p:cNvGrpSpPr/>
          <p:nvPr/>
        </p:nvGrpSpPr>
        <p:grpSpPr>
          <a:xfrm>
            <a:off x="6462104" y="3757626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24C592-7D1C-4471-6435-1314DEA6494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3626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43D9B4-5250-A917-B22C-6EE7B845A4C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5106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64D390-479B-E367-E9CF-7E5DF17B07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6878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5A1AC7D-F26F-602D-F489-E35CC17A00E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87504" y="5187546"/>
                  <a:ext cx="61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26651D-0A3C-F86D-2379-68D9689281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9614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4AE5EC-F586-2FFF-734B-6DE687A782B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39384" y="5642226"/>
                  <a:ext cx="6732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C6493DB-9D2D-68B4-C758-D12CCD1C98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419975-5A6E-2847-2EB2-FF0490A876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47584" y="443586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B2864E-6FF5-A679-D65B-4D8227921F5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03984" y="446718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A0DA5F-F69C-D4E7-5220-AA59509AE34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24424" y="5200866"/>
                  <a:ext cx="594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CC27CE-52C8-5395-9536-949BDD2DBC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3970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0C30FF-3788-7883-8CE8-5FBA5F77B5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89224" y="450714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32FC87-F695-16F1-12CF-8F151D7D284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03664" y="4875426"/>
                  <a:ext cx="870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A82E755-A908-A601-7A8D-39305776F93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1754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348EB9-E76D-6BBC-09BA-DCEED9C0417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93064" y="491142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AC33226-7757-E622-D74D-E52D700B64E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7146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D8BCD2-6A19-15AD-EC06-85D0054006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37264" y="373998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2148B5D-7F99-AD2F-FCC9-E7F538C6095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25304" y="3748266"/>
                  <a:ext cx="51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B246DB-C25E-404B-D17F-781DAD13F9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93224" y="6342066"/>
                  <a:ext cx="322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6047B32-F06E-EE56-9C36-6CB22254A91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17344" y="6348546"/>
                  <a:ext cx="167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E0762FA4-F1E9-69AA-2A74-1A8F3A52E09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94824" y="6343146"/>
                  <a:ext cx="1303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2C3E6589-6818-B083-CE84-128A976CC9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05304" y="4395186"/>
                  <a:ext cx="139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0EF5A14A-2D85-A8B6-3F71-B905F1164C2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4104" y="4396986"/>
                  <a:ext cx="10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008133AD-22DE-D7A2-28B4-AAFE9DA887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96CC0331-18DD-7371-1284-E8BF18B8CF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5174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634503F6-8E1F-2BFC-131D-4977FEF1EE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689264" y="4573386"/>
                  <a:ext cx="460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50AFFC56-F04E-78E0-F786-F60AB00BE536}"/>
              </a:ext>
            </a:extLst>
          </p:cNvPr>
          <p:cNvGrpSpPr/>
          <p:nvPr/>
        </p:nvGrpSpPr>
        <p:grpSpPr>
          <a:xfrm>
            <a:off x="6226304" y="4234266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58707E97-917F-8632-DA58-15A040C9D4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D1A11C94-59F6-9AAD-E64A-79315FB39DF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67224" y="4621626"/>
                  <a:ext cx="116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3CD4E780-432D-7A74-3CCA-3073019B44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08304" y="4216626"/>
                  <a:ext cx="66384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16596122-48B0-F5F1-3B7A-42627B4AC8A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48624" y="4453866"/>
                  <a:ext cx="227160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79E36958-233C-0B39-E6F8-670C03376F73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93A0DA04-92CC-C1EC-AE76-112D4050FC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3334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E690ACDB-3C76-5072-BBDE-1812EE7F788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6286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F0A735F0-89C7-1E3E-9680-D1AEF44B982F}"/>
              </a:ext>
            </a:extLst>
          </p:cNvPr>
          <p:cNvGrpSpPr/>
          <p:nvPr/>
        </p:nvGrpSpPr>
        <p:grpSpPr>
          <a:xfrm>
            <a:off x="7335464" y="4057146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780E05D8-F2B1-8B24-7193-1CA57B784EE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59664" y="414858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B5224F91-A3D6-151F-4444-A86D53B2146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23224" y="403950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B6E8F59A-D366-85B4-58BB-FC532308BE4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17824" y="4180986"/>
                  <a:ext cx="932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574B46F0-1473-BE05-A396-B636288A62AA}"/>
              </a:ext>
            </a:extLst>
          </p:cNvPr>
          <p:cNvGrpSpPr/>
          <p:nvPr/>
        </p:nvGrpSpPr>
        <p:grpSpPr>
          <a:xfrm>
            <a:off x="8474504" y="5291946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EB6EA0B0-5934-90D9-EF00-A32003E94E4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56864" y="5393826"/>
                  <a:ext cx="51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23DAF747-75D5-7FBD-05C7-080C801FAC6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65864" y="5328666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6C78AEA2-73D2-4C11-3CFD-FAE842ED04D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43784" y="5323986"/>
                  <a:ext cx="63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D7C5128D-2CE7-A33A-AE69-AFA355911B0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752424" y="531138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B14B8E69-7356-9481-2DF8-3D1F4AA9C2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04366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459836D8-0B6B-DDFA-F842-BBE1771324C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90366D5A-C1B4-B27F-0629-F5CF27445D0D}"/>
              </a:ext>
            </a:extLst>
          </p:cNvPr>
          <p:cNvGrpSpPr/>
          <p:nvPr/>
        </p:nvGrpSpPr>
        <p:grpSpPr>
          <a:xfrm>
            <a:off x="7488824" y="5063346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281644D9-E07F-656F-7FEC-CEFB6C26FB8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82424" y="5123106"/>
                  <a:ext cx="63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013922DE-CC82-E617-1904-64740EF4200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07184" y="5045346"/>
                  <a:ext cx="315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0E488906-6747-7E16-C0AE-62C24EB368E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7118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59F0C32-BA88-518A-D7A1-D7AF582BD1AF}"/>
              </a:ext>
            </a:extLst>
          </p:cNvPr>
          <p:cNvGrpSpPr/>
          <p:nvPr/>
        </p:nvGrpSpPr>
        <p:grpSpPr>
          <a:xfrm>
            <a:off x="9573584" y="5165946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182CF1BF-1C9F-DEBA-1432-B9AC25BD04E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43504" y="535998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F82BA96D-3A0E-5326-0868-4883C4315F0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963824" y="534774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177B518C-C89A-AD35-C03D-EA2D0431BD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8944" y="528870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95256DA-2189-577A-FA1C-8F28D006078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10B457B0-359D-2AF8-1583-C5748070C95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DE07DF1B-B22D-1F64-976E-E8D66EEFA6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555584" y="5147946"/>
                  <a:ext cx="78264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AD7FDBFC-AB23-1418-F10F-245E2FC8171B}"/>
              </a:ext>
            </a:extLst>
          </p:cNvPr>
          <p:cNvGrpSpPr/>
          <p:nvPr/>
        </p:nvGrpSpPr>
        <p:grpSpPr>
          <a:xfrm>
            <a:off x="8352464" y="3840066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E3375016-D6EA-8F00-FAA0-5BF0E1D02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3482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563EF1BA-52F5-2B25-E64E-F087C2AEB7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340944" y="4312386"/>
                  <a:ext cx="17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4CF56975-4152-BEF2-5D7E-C0280954FB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56162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BF7AAC83-945D-C1A3-580E-88B941EAD63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A148D954-8B74-FCEA-4472-38A232192D6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54F9E3D0-2673-B775-86EA-907C42A8A6A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7030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2025B436-EFE0-354B-ECD9-59E8D0B751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42984" y="413382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07BF1285-1FCD-EAA3-BF51-1449ADFEBF8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03624" y="4083426"/>
                  <a:ext cx="88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C81E2488-7771-3D3E-FF50-13FBC630E9B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88864" y="404778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B278C87F-AFDC-BD10-2907-AE402F63DB9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860864" y="413382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D8D3C659-C9BC-B036-774A-E8FE5FDC889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AEF391EA-FC78-9DCD-78AE-60742FD4A20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013144" y="400494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28AC7846-CF93-C96A-1212-FFBA118907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67864" y="4087026"/>
                  <a:ext cx="105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1F5B1CBA-DBB0-AD75-CDB5-857299BDC6D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5118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9654BD38-99AB-D581-1088-1E85E0464C6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423824" y="4030506"/>
                  <a:ext cx="1209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A912AED2-A220-83B9-2102-74F88CD57B2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35650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D152CA56-CE52-6AEA-E7C4-1D840B40330A}"/>
              </a:ext>
            </a:extLst>
          </p:cNvPr>
          <p:cNvGrpSpPr/>
          <p:nvPr/>
        </p:nvGrpSpPr>
        <p:grpSpPr>
          <a:xfrm>
            <a:off x="8191904" y="3473586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1011C29-A2D6-9579-98B2-AB6B35911A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173904" y="3469266"/>
                  <a:ext cx="187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3F2643EA-2BE5-0443-9E21-1D348EEE5DD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61544" y="355674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97576035-7B06-C140-5780-850A4C0594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40664" y="351822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AE4EA27A-FA9B-60D1-EB36-18AA54D162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94384" y="351462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40E1C42E-491D-4BA4-35CC-6692818EBA0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62498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29" name="Group 27728">
            <a:extLst>
              <a:ext uri="{FF2B5EF4-FFF2-40B4-BE49-F238E27FC236}">
                <a16:creationId xmlns:a16="http://schemas.microsoft.com/office/drawing/2014/main" id="{6E072C30-D0A1-5E6E-C099-EB5C8C137A2C}"/>
              </a:ext>
            </a:extLst>
          </p:cNvPr>
          <p:cNvGrpSpPr/>
          <p:nvPr/>
        </p:nvGrpSpPr>
        <p:grpSpPr>
          <a:xfrm>
            <a:off x="10990904" y="3314106"/>
            <a:ext cx="756360" cy="485640"/>
            <a:chOff x="10990904" y="3314106"/>
            <a:chExt cx="75636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14:cNvPr>
                <p14:cNvContentPartPr/>
                <p14:nvPr/>
              </p14:nvContentPartPr>
              <p14:xfrm>
                <a:off x="10990904" y="3731346"/>
                <a:ext cx="182520" cy="1836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6B07DEC-8491-8946-78D5-2B4D98EEFCE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73264" y="3713346"/>
                  <a:ext cx="218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14:cNvPr>
                <p14:cNvContentPartPr/>
                <p14:nvPr/>
              </p14:nvContentPartPr>
              <p14:xfrm>
                <a:off x="11062184" y="3314106"/>
                <a:ext cx="213120" cy="22176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0AE718F1-9744-C4FD-962E-5F0EA0C589B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044184" y="3296106"/>
                  <a:ext cx="248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14:cNvPr>
                <p14:cNvContentPartPr/>
                <p14:nvPr/>
              </p14:nvContentPartPr>
              <p14:xfrm>
                <a:off x="11337224" y="3502026"/>
                <a:ext cx="35640" cy="13572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6B4C84D-2DF4-FF95-0A39-56572465A77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19224" y="3484386"/>
                  <a:ext cx="7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14:cNvPr>
                <p14:cNvContentPartPr/>
                <p14:nvPr/>
              </p14:nvContentPartPr>
              <p14:xfrm>
                <a:off x="11331464" y="3484386"/>
                <a:ext cx="130320" cy="15624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E7B9D233-9430-C061-D310-001A9B3B6C2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13464" y="3466746"/>
                  <a:ext cx="165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14:cNvPr>
                <p14:cNvContentPartPr/>
                <p14:nvPr/>
              </p14:nvContentPartPr>
              <p14:xfrm>
                <a:off x="11561144" y="3462786"/>
                <a:ext cx="60480" cy="180360"/>
              </p14:xfrm>
            </p:contentPart>
          </mc:Choice>
          <mc:Fallback xmlns="">
            <p:pic>
              <p:nvPicPr>
                <p:cNvPr id="27717" name="Ink 27716">
                  <a:extLst>
                    <a:ext uri="{FF2B5EF4-FFF2-40B4-BE49-F238E27FC236}">
                      <a16:creationId xmlns:a16="http://schemas.microsoft.com/office/drawing/2014/main" id="{12109238-DE2F-3BC6-D27A-707920F466D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543144" y="3445146"/>
                  <a:ext cx="96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14:cNvPr>
                <p14:cNvContentPartPr/>
                <p14:nvPr/>
              </p14:nvContentPartPr>
              <p14:xfrm>
                <a:off x="11586344" y="3469266"/>
                <a:ext cx="114840" cy="168120"/>
              </p14:xfrm>
            </p:contentPart>
          </mc:Choice>
          <mc:Fallback xmlns="">
            <p:pic>
              <p:nvPicPr>
                <p:cNvPr id="27718" name="Ink 27717">
                  <a:extLst>
                    <a:ext uri="{FF2B5EF4-FFF2-40B4-BE49-F238E27FC236}">
                      <a16:creationId xmlns:a16="http://schemas.microsoft.com/office/drawing/2014/main" id="{26CE8FC3-015E-84BA-F370-9C33B4DF39C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68704" y="3451266"/>
                  <a:ext cx="150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14:cNvPr>
                <p14:cNvContentPartPr/>
                <p14:nvPr/>
              </p14:nvContentPartPr>
              <p14:xfrm>
                <a:off x="11742944" y="3615066"/>
                <a:ext cx="4320" cy="3240"/>
              </p14:xfrm>
            </p:contentPart>
          </mc:Choice>
          <mc:Fallback xmlns="">
            <p:pic>
              <p:nvPicPr>
                <p:cNvPr id="27719" name="Ink 27718">
                  <a:extLst>
                    <a:ext uri="{FF2B5EF4-FFF2-40B4-BE49-F238E27FC236}">
                      <a16:creationId xmlns:a16="http://schemas.microsoft.com/office/drawing/2014/main" id="{7E535FB3-2811-0B63-B8DF-8B568C1474D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24944" y="359742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14:cNvPr>
                <p14:cNvContentPartPr/>
                <p14:nvPr/>
              </p14:nvContentPartPr>
              <p14:xfrm>
                <a:off x="11048864" y="3727746"/>
                <a:ext cx="69840" cy="7200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94F76E40-EB94-F9AF-745E-6B9C517634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030864" y="3710106"/>
                  <a:ext cx="1054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35" name="Group 27734">
            <a:extLst>
              <a:ext uri="{FF2B5EF4-FFF2-40B4-BE49-F238E27FC236}">
                <a16:creationId xmlns:a16="http://schemas.microsoft.com/office/drawing/2014/main" id="{84EE0885-4C3C-F364-E21F-1C16809052A9}"/>
              </a:ext>
            </a:extLst>
          </p:cNvPr>
          <p:cNvGrpSpPr/>
          <p:nvPr/>
        </p:nvGrpSpPr>
        <p:grpSpPr>
          <a:xfrm>
            <a:off x="11081264" y="4353426"/>
            <a:ext cx="920520" cy="1580400"/>
            <a:chOff x="11081264" y="4353426"/>
            <a:chExt cx="920520" cy="15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14:cNvPr>
                <p14:cNvContentPartPr/>
                <p14:nvPr/>
              </p14:nvContentPartPr>
              <p14:xfrm>
                <a:off x="11108624" y="4657626"/>
                <a:ext cx="61200" cy="7272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0CAE14F1-766D-1FBD-2B72-6A9D70BEC1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90984" y="4639986"/>
                  <a:ext cx="96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14:cNvPr>
                <p14:cNvContentPartPr/>
                <p14:nvPr/>
              </p14:nvContentPartPr>
              <p14:xfrm>
                <a:off x="11156504" y="4674186"/>
                <a:ext cx="11160" cy="1080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BE4A53C9-11CA-50B0-A699-76CC93655D8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138504" y="4656186"/>
                  <a:ext cx="46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14:cNvPr>
                <p14:cNvContentPartPr/>
                <p14:nvPr/>
              </p14:nvContentPartPr>
              <p14:xfrm>
                <a:off x="11106104" y="4674906"/>
                <a:ext cx="388440" cy="2124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0585172B-0722-A97C-FBF3-744B3F10E7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088464" y="4657266"/>
                  <a:ext cx="424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14:cNvPr>
                <p14:cNvContentPartPr/>
                <p14:nvPr/>
              </p14:nvContentPartPr>
              <p14:xfrm>
                <a:off x="11450984" y="4455306"/>
                <a:ext cx="120240" cy="13284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047073F9-0887-45AB-FF3E-EE5B14A22AF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432984" y="4437306"/>
                  <a:ext cx="155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14:cNvPr>
                <p14:cNvContentPartPr/>
                <p14:nvPr/>
              </p14:nvContentPartPr>
              <p14:xfrm>
                <a:off x="11681024" y="4450986"/>
                <a:ext cx="121680" cy="82080"/>
              </p14:xfrm>
            </p:contentPart>
          </mc:Choice>
          <mc:Fallback xmlns="">
            <p:pic>
              <p:nvPicPr>
                <p:cNvPr id="27725" name="Ink 27724">
                  <a:extLst>
                    <a:ext uri="{FF2B5EF4-FFF2-40B4-BE49-F238E27FC236}">
                      <a16:creationId xmlns:a16="http://schemas.microsoft.com/office/drawing/2014/main" id="{12AFE6DC-E38D-5804-5C02-629C4C80FF8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63024" y="4433346"/>
                  <a:ext cx="157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14:cNvPr>
                <p14:cNvContentPartPr/>
                <p14:nvPr/>
              </p14:nvContentPartPr>
              <p14:xfrm>
                <a:off x="11878664" y="4353426"/>
                <a:ext cx="50040" cy="22932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1DB10DC9-57EA-5769-4E61-12E4743E9D1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860664" y="4335786"/>
                  <a:ext cx="85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14:cNvPr>
                <p14:cNvContentPartPr/>
                <p14:nvPr/>
              </p14:nvContentPartPr>
              <p14:xfrm>
                <a:off x="11871104" y="4419306"/>
                <a:ext cx="130680" cy="4752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7252C5B4-95D0-7505-D551-16D5001DE4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3464" y="4401666"/>
                  <a:ext cx="16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14:cNvPr>
                <p14:cNvContentPartPr/>
                <p14:nvPr/>
              </p14:nvContentPartPr>
              <p14:xfrm>
                <a:off x="11081264" y="4708386"/>
                <a:ext cx="133560" cy="108864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20FD4FDC-7687-2E19-C936-3A283C15F3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063624" y="4690386"/>
                  <a:ext cx="169200" cy="11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14:cNvPr>
                <p14:cNvContentPartPr/>
                <p14:nvPr/>
              </p14:nvContentPartPr>
              <p14:xfrm>
                <a:off x="11093144" y="5754546"/>
                <a:ext cx="272520" cy="34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0DE22F1B-B9D6-ADA7-1838-B5B4994ED7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075504" y="5736906"/>
                  <a:ext cx="308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14:cNvPr>
                <p14:cNvContentPartPr/>
                <p14:nvPr/>
              </p14:nvContentPartPr>
              <p14:xfrm>
                <a:off x="11105024" y="5764626"/>
                <a:ext cx="152640" cy="16596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B8DB780D-30BF-93C9-754B-95B625F098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087384" y="5746986"/>
                  <a:ext cx="188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14:cNvPr>
                <p14:cNvContentPartPr/>
                <p14:nvPr/>
              </p14:nvContentPartPr>
              <p14:xfrm>
                <a:off x="11218064" y="5756706"/>
                <a:ext cx="113040" cy="17712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BC671901-AB5C-4E81-2154-74254187D60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200064" y="5739066"/>
                  <a:ext cx="14868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14:cNvPr>
              <p14:cNvContentPartPr/>
              <p14:nvPr/>
            </p14:nvContentPartPr>
            <p14:xfrm>
              <a:off x="11052104" y="3739986"/>
              <a:ext cx="40680" cy="91080"/>
            </p14:xfrm>
          </p:contentPart>
        </mc:Choice>
        <mc:Fallback xmlns="">
          <p:pic>
            <p:nvPicPr>
              <p:cNvPr id="27736" name="Ink 27735">
                <a:extLst>
                  <a:ext uri="{FF2B5EF4-FFF2-40B4-BE49-F238E27FC236}">
                    <a16:creationId xmlns:a16="http://schemas.microsoft.com/office/drawing/2014/main" id="{E21B0FBB-C900-D93D-084A-D0267E213DA2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1034104" y="3721986"/>
                <a:ext cx="763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C979D7B-8668-49CD-95DA-67FD195E2C44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CDEFEE46-B699-ABF0-029F-9EC14C5387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654304" y="289362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9FE6F3F-F663-864B-AEF0-1F8B746B420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793264" y="3050946"/>
                  <a:ext cx="1134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1D52F415-EB4B-4114-1AF0-86CF3BD2295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28744" y="308514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43C2596-E148-F738-A30B-5BDCEA27E918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96AB2876-D8B3-F6F5-A0D6-B718B6C6F9D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54384" y="1716786"/>
                  <a:ext cx="2678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834FD75-2DEB-853B-A75A-81DF7975EE6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75864" y="1673226"/>
                  <a:ext cx="213840" cy="29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377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45E0-C6B4-B327-EA2C-62DD9982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C847EAB4-723E-93BC-E715-3936853D6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2ECD72-B2D8-2DB6-CF8A-63A01BD10FB1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15C45C-59CE-BFF0-A156-661320DA67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E0F9DD-4D0C-420B-EDD3-49FA894ADE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F0AA36-6AB5-2657-AE4A-0F4E46F6C1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8A4EF6-5880-D721-277E-2C95D1A200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23AB9B-287A-93FF-74A2-A2FA873416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1248D5-04C9-C0D8-FBC1-07065EBA6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213F69-FB82-1BEB-7B0D-FFE710C796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BE05F5-C476-6240-B999-218A2EB915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A4D833-4B4E-4CF8-9CB4-EE2C7C4D28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F461F7-9A4B-0BBE-256A-FBB2780659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657648-346A-7601-498C-0234B7FCB2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62FE98-907D-995B-6D04-7A2E633D72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2786D9-EA91-0C86-987C-F1DFBB5CE0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F1CEDA-FD6C-3A7E-4F38-7253B6AF76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43135C-15A0-733F-5B5B-674A579358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01E5744-B9C0-E9F1-96FB-C603C1235A8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729332E-AF7C-65E9-F5F8-7D4C50A687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073D5C8-067A-BE21-455A-84925C7303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C559D0-7A13-E322-10B0-1FE882C7B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F21422-E872-D79C-8295-CC1D809CEF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9E3242-C547-4DC7-A38A-56795D53A7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249526-AF46-BF54-B748-75F7B29ACAA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923244-9BD2-FC82-B267-2AB8B7B0C5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3E78D7-F5EB-C4C0-8929-7C4D0572F4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7" name="Group 27656">
            <a:extLst>
              <a:ext uri="{FF2B5EF4-FFF2-40B4-BE49-F238E27FC236}">
                <a16:creationId xmlns:a16="http://schemas.microsoft.com/office/drawing/2014/main" id="{6911C4B0-1875-67DC-EE32-237E0F1A8B53}"/>
              </a:ext>
            </a:extLst>
          </p:cNvPr>
          <p:cNvGrpSpPr/>
          <p:nvPr/>
        </p:nvGrpSpPr>
        <p:grpSpPr>
          <a:xfrm>
            <a:off x="546727" y="2690052"/>
            <a:ext cx="2893680" cy="2818800"/>
            <a:chOff x="6462104" y="3757626"/>
            <a:chExt cx="2893680" cy="28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14:cNvPr>
                <p14:cNvContentPartPr/>
                <p14:nvPr/>
              </p14:nvContentPartPr>
              <p14:xfrm>
                <a:off x="8353904" y="3769146"/>
                <a:ext cx="73080" cy="459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5DD033-D23A-9E73-1407-1B8DCE9A95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35904" y="3751146"/>
                  <a:ext cx="10872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14:cNvPr>
                <p14:cNvContentPartPr/>
                <p14:nvPr/>
              </p14:nvContentPartPr>
              <p14:xfrm>
                <a:off x="7968704" y="4203666"/>
                <a:ext cx="466560" cy="469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F330E3-79A4-A05C-3B53-620527641B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50704" y="4185666"/>
                  <a:ext cx="50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14:cNvPr>
                <p14:cNvContentPartPr/>
                <p14:nvPr/>
              </p14:nvContentPartPr>
              <p14:xfrm>
                <a:off x="8086424" y="4636026"/>
                <a:ext cx="498600" cy="58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B6994C-F4AD-2E0F-A728-CFB8526865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68424" y="4618026"/>
                  <a:ext cx="53424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14:cNvPr>
                <p14:cNvContentPartPr/>
                <p14:nvPr/>
              </p14:nvContentPartPr>
              <p14:xfrm>
                <a:off x="8105144" y="5205546"/>
                <a:ext cx="26280" cy="41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E2C7C72-6574-A294-A9DF-7729105B50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87144" y="5187562"/>
                  <a:ext cx="61920" cy="44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14:cNvPr>
                <p14:cNvContentPartPr/>
                <p14:nvPr/>
              </p14:nvContentPartPr>
              <p14:xfrm>
                <a:off x="8113784" y="5612706"/>
                <a:ext cx="493920" cy="75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E95A22-24F8-2B69-C41E-DDDB70BB0B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5784" y="5594706"/>
                  <a:ext cx="529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14:cNvPr>
                <p14:cNvContentPartPr/>
                <p14:nvPr/>
              </p14:nvContentPartPr>
              <p14:xfrm>
                <a:off x="8657024" y="5660226"/>
                <a:ext cx="31680" cy="65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4D1760-9BC6-FCE5-B51F-2267F7C861B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39024" y="5642236"/>
                  <a:ext cx="67320" cy="691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14:cNvPr>
                <p14:cNvContentPartPr/>
                <p14:nvPr/>
              </p14:nvContentPartPr>
              <p14:xfrm>
                <a:off x="7790864" y="4278906"/>
                <a:ext cx="15840" cy="325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792494-D626-A219-0F57-09ED51B068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72864" y="4260906"/>
                  <a:ext cx="51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14:cNvPr>
                <p14:cNvContentPartPr/>
                <p14:nvPr/>
              </p14:nvContentPartPr>
              <p14:xfrm>
                <a:off x="7665224" y="4453506"/>
                <a:ext cx="133200" cy="16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82F45D-99C7-C1B7-A9B1-77C14E1D88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47224" y="4435506"/>
                  <a:ext cx="168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14:cNvPr>
                <p14:cNvContentPartPr/>
                <p14:nvPr/>
              </p14:nvContentPartPr>
              <p14:xfrm>
                <a:off x="7121984" y="4484826"/>
                <a:ext cx="636840" cy="74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265182-017C-0E00-2DBF-BEA12914E5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03984" y="4466826"/>
                  <a:ext cx="672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14:cNvPr>
                <p14:cNvContentPartPr/>
                <p14:nvPr/>
              </p14:nvContentPartPr>
              <p14:xfrm>
                <a:off x="7942424" y="5218866"/>
                <a:ext cx="23760" cy="37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DE45D0-51B4-CB91-C870-035FAC8BE5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24424" y="5200883"/>
                  <a:ext cx="59400" cy="4064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14:cNvPr>
                <p14:cNvContentPartPr/>
                <p14:nvPr/>
              </p14:nvContentPartPr>
              <p14:xfrm>
                <a:off x="7257344" y="5379426"/>
                <a:ext cx="698760" cy="5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AE5B7E-9348-FE94-0E06-AC3875C94A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344" y="5361426"/>
                  <a:ext cx="73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14:cNvPr>
                <p14:cNvContentPartPr/>
                <p14:nvPr/>
              </p14:nvContentPartPr>
              <p14:xfrm>
                <a:off x="7106864" y="4524786"/>
                <a:ext cx="70200" cy="90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8939A2-992B-F6B5-91E0-3D5653879A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88864" y="4506786"/>
                  <a:ext cx="1058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14:cNvPr>
                <p14:cNvContentPartPr/>
                <p14:nvPr/>
              </p14:nvContentPartPr>
              <p14:xfrm>
                <a:off x="8521304" y="4893426"/>
                <a:ext cx="834480" cy="48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BDE594-49AA-FA08-2341-8B57FDBB76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03296" y="4875426"/>
                  <a:ext cx="870135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14:cNvPr>
                <p14:cNvContentPartPr/>
                <p14:nvPr/>
              </p14:nvContentPartPr>
              <p14:xfrm>
                <a:off x="9235184" y="4820706"/>
                <a:ext cx="1764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A3C5FC-5F7D-B87A-F62A-48FD14CA81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17184" y="4802706"/>
                  <a:ext cx="53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14:cNvPr>
                <p14:cNvContentPartPr/>
                <p14:nvPr/>
              </p14:nvContentPartPr>
              <p14:xfrm>
                <a:off x="6510704" y="4929066"/>
                <a:ext cx="612000" cy="4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665AD-9918-4A95-1F2D-0E31D5728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92704" y="4911066"/>
                  <a:ext cx="647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14:cNvPr>
                <p14:cNvContentPartPr/>
                <p14:nvPr/>
              </p14:nvContentPartPr>
              <p14:xfrm>
                <a:off x="6489104" y="4891626"/>
                <a:ext cx="64080" cy="86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120CE4-2021-7FA8-8098-796738968A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71104" y="4873626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14:cNvPr>
                <p14:cNvContentPartPr/>
                <p14:nvPr/>
              </p14:nvContentPartPr>
              <p14:xfrm>
                <a:off x="8254904" y="3757626"/>
                <a:ext cx="84600" cy="107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A7C19C-0D7F-9BDE-6B98-9D92C08541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6904" y="3739626"/>
                  <a:ext cx="12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14:cNvPr>
                <p14:cNvContentPartPr/>
                <p14:nvPr/>
              </p14:nvContentPartPr>
              <p14:xfrm>
                <a:off x="8143304" y="3766266"/>
                <a:ext cx="483840" cy="6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250AB2-A67E-537F-2EF6-37B360E77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25317" y="3748266"/>
                  <a:ext cx="519454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14:cNvPr>
                <p14:cNvContentPartPr/>
                <p14:nvPr/>
              </p14:nvContentPartPr>
              <p14:xfrm>
                <a:off x="8511224" y="6359706"/>
                <a:ext cx="286920" cy="40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CA057A-3250-9BEF-39C3-9A6A28FBDE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3247" y="6341544"/>
                  <a:ext cx="322515" cy="76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14:cNvPr>
                <p14:cNvContentPartPr/>
                <p14:nvPr/>
              </p14:nvContentPartPr>
              <p14:xfrm>
                <a:off x="8535344" y="6366546"/>
                <a:ext cx="132120" cy="166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A3F7D7-FD58-D45D-8D65-34D31253DA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17344" y="6348585"/>
                  <a:ext cx="167760" cy="202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14:cNvPr>
                <p14:cNvContentPartPr/>
                <p14:nvPr/>
              </p14:nvContentPartPr>
              <p14:xfrm>
                <a:off x="8712824" y="6361146"/>
                <a:ext cx="94680" cy="215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9C5E6DF5-3309-46B0-66DE-27B81F41D9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4892" y="6343146"/>
                  <a:ext cx="130185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14:cNvPr>
                <p14:cNvContentPartPr/>
                <p14:nvPr/>
              </p14:nvContentPartPr>
              <p14:xfrm>
                <a:off x="6523304" y="4413186"/>
                <a:ext cx="104040" cy="232200"/>
              </p14:xfrm>
            </p:contentPart>
          </mc:Choice>
          <mc:Fallback xmlns="">
            <p:pic>
              <p:nvPicPr>
                <p:cNvPr id="27650" name="Ink 27649">
                  <a:extLst>
                    <a:ext uri="{FF2B5EF4-FFF2-40B4-BE49-F238E27FC236}">
                      <a16:creationId xmlns:a16="http://schemas.microsoft.com/office/drawing/2014/main" id="{A7E81218-136F-34FA-BDD1-B074DF9EDC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05304" y="4395214"/>
                  <a:ext cx="139680" cy="26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14:cNvPr>
                <p14:cNvContentPartPr/>
                <p14:nvPr/>
              </p14:nvContentPartPr>
              <p14:xfrm>
                <a:off x="6462104" y="4414986"/>
                <a:ext cx="69120" cy="543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2659BE3F-1AF8-AFF1-3E2C-77AB423261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44197" y="4396986"/>
                  <a:ext cx="104575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14:cNvPr>
                <p14:cNvContentPartPr/>
                <p14:nvPr/>
              </p14:nvContentPartPr>
              <p14:xfrm>
                <a:off x="6473984" y="4385466"/>
                <a:ext cx="134640" cy="235080"/>
              </p14:xfrm>
            </p:contentPart>
          </mc:Choice>
          <mc:Fallback xmlns="">
            <p:pic>
              <p:nvPicPr>
                <p:cNvPr id="27654" name="Ink 27653">
                  <a:extLst>
                    <a:ext uri="{FF2B5EF4-FFF2-40B4-BE49-F238E27FC236}">
                      <a16:creationId xmlns:a16="http://schemas.microsoft.com/office/drawing/2014/main" id="{595DC90A-AAD6-26B8-A321-6FD43958021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55984" y="4367466"/>
                  <a:ext cx="170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14:cNvPr>
                <p14:cNvContentPartPr/>
                <p14:nvPr/>
              </p14:nvContentPartPr>
              <p14:xfrm>
                <a:off x="6569384" y="4604706"/>
                <a:ext cx="69120" cy="504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6A16328C-8AD5-454A-4662-2340E82CE3C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51384" y="4586706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14:cNvPr>
                <p14:cNvContentPartPr/>
                <p14:nvPr/>
              </p14:nvContentPartPr>
              <p14:xfrm>
                <a:off x="6707264" y="4591386"/>
                <a:ext cx="10440" cy="7200"/>
              </p14:xfrm>
            </p:contentPart>
          </mc:Choice>
          <mc:Fallback xmlns="">
            <p:pic>
              <p:nvPicPr>
                <p:cNvPr id="27656" name="Ink 27655">
                  <a:extLst>
                    <a:ext uri="{FF2B5EF4-FFF2-40B4-BE49-F238E27FC236}">
                      <a16:creationId xmlns:a16="http://schemas.microsoft.com/office/drawing/2014/main" id="{C1B34434-A10E-C2E2-ED98-1409CFE8CF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9264" y="4574243"/>
                  <a:ext cx="46080" cy="411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2" name="Group 27661">
            <a:extLst>
              <a:ext uri="{FF2B5EF4-FFF2-40B4-BE49-F238E27FC236}">
                <a16:creationId xmlns:a16="http://schemas.microsoft.com/office/drawing/2014/main" id="{45C852DC-3323-1F0E-8FED-3997AC194214}"/>
              </a:ext>
            </a:extLst>
          </p:cNvPr>
          <p:cNvGrpSpPr/>
          <p:nvPr/>
        </p:nvGrpSpPr>
        <p:grpSpPr>
          <a:xfrm>
            <a:off x="310927" y="3166692"/>
            <a:ext cx="628200" cy="585360"/>
            <a:chOff x="6226304" y="4234266"/>
            <a:chExt cx="628200" cy="5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14:cNvPr>
                <p14:cNvContentPartPr/>
                <p14:nvPr/>
              </p14:nvContentPartPr>
              <p14:xfrm>
                <a:off x="6414944" y="4348746"/>
                <a:ext cx="229680" cy="3146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6D4253CF-292C-2E5E-C863-FD83B19D96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96944" y="4330746"/>
                  <a:ext cx="2653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14:cNvPr>
                <p14:cNvContentPartPr/>
                <p14:nvPr/>
              </p14:nvContentPartPr>
              <p14:xfrm>
                <a:off x="6584864" y="4639266"/>
                <a:ext cx="80640" cy="71640"/>
              </p14:xfrm>
            </p:contentPart>
          </mc:Choice>
          <mc:Fallback xmlns="">
            <p:pic>
              <p:nvPicPr>
                <p:cNvPr id="27659" name="Ink 27658">
                  <a:extLst>
                    <a:ext uri="{FF2B5EF4-FFF2-40B4-BE49-F238E27FC236}">
                      <a16:creationId xmlns:a16="http://schemas.microsoft.com/office/drawing/2014/main" id="{1E4490D4-5C1A-58E1-7907-61339518E4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66783" y="4621266"/>
                  <a:ext cx="116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14:cNvPr>
                <p14:cNvContentPartPr/>
                <p14:nvPr/>
              </p14:nvContentPartPr>
              <p14:xfrm>
                <a:off x="6226304" y="4234266"/>
                <a:ext cx="628200" cy="585360"/>
              </p14:xfrm>
            </p:contentPart>
          </mc:Choice>
          <mc:Fallback xmlns="">
            <p:pic>
              <p:nvPicPr>
                <p:cNvPr id="27660" name="Ink 27659">
                  <a:extLst>
                    <a:ext uri="{FF2B5EF4-FFF2-40B4-BE49-F238E27FC236}">
                      <a16:creationId xmlns:a16="http://schemas.microsoft.com/office/drawing/2014/main" id="{4FC7755C-3008-C6D0-1564-831F23255E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08314" y="4216266"/>
                  <a:ext cx="6638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14:cNvPr>
                <p14:cNvContentPartPr/>
                <p14:nvPr/>
              </p14:nvContentPartPr>
              <p14:xfrm>
                <a:off x="6266264" y="4471866"/>
                <a:ext cx="191520" cy="337320"/>
              </p14:xfrm>
            </p:contentPart>
          </mc:Choice>
          <mc:Fallback xmlns="">
            <p:pic>
              <p:nvPicPr>
                <p:cNvPr id="27661" name="Ink 27660">
                  <a:extLst>
                    <a:ext uri="{FF2B5EF4-FFF2-40B4-BE49-F238E27FC236}">
                      <a16:creationId xmlns:a16="http://schemas.microsoft.com/office/drawing/2014/main" id="{706DF65A-E1C7-7E22-84DE-05842EED4E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48230" y="4453866"/>
                  <a:ext cx="227227" cy="37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E4FF1F2-3B6F-FEE7-5E5B-623DEACB399B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51EB7188-55DF-719C-1E47-3EA9429C56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DA81EA97-9134-A783-F4A1-B9736F73870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9" name="Group 27668">
            <a:extLst>
              <a:ext uri="{FF2B5EF4-FFF2-40B4-BE49-F238E27FC236}">
                <a16:creationId xmlns:a16="http://schemas.microsoft.com/office/drawing/2014/main" id="{27FFB8D5-4A73-5045-760B-BEE1ABF2DD7F}"/>
              </a:ext>
            </a:extLst>
          </p:cNvPr>
          <p:cNvGrpSpPr/>
          <p:nvPr/>
        </p:nvGrpSpPr>
        <p:grpSpPr>
          <a:xfrm>
            <a:off x="1420087" y="2989572"/>
            <a:ext cx="378360" cy="369360"/>
            <a:chOff x="7335464" y="4057146"/>
            <a:chExt cx="37836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14:cNvPr>
                <p14:cNvContentPartPr/>
                <p14:nvPr/>
              </p14:nvContentPartPr>
              <p14:xfrm>
                <a:off x="7477304" y="4166226"/>
                <a:ext cx="77400" cy="182160"/>
              </p14:xfrm>
            </p:contentPart>
          </mc:Choice>
          <mc:Fallback xmlns="">
            <p:pic>
              <p:nvPicPr>
                <p:cNvPr id="27666" name="Ink 27665">
                  <a:extLst>
                    <a:ext uri="{FF2B5EF4-FFF2-40B4-BE49-F238E27FC236}">
                      <a16:creationId xmlns:a16="http://schemas.microsoft.com/office/drawing/2014/main" id="{C019E076-4332-5802-B7BC-91CD6C773D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9304" y="4148226"/>
                  <a:ext cx="11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14:cNvPr>
                <p14:cNvContentPartPr/>
                <p14:nvPr/>
              </p14:nvContentPartPr>
              <p14:xfrm>
                <a:off x="7341224" y="4057146"/>
                <a:ext cx="372600" cy="361080"/>
              </p14:xfrm>
            </p:contentPart>
          </mc:Choice>
          <mc:Fallback xmlns="">
            <p:pic>
              <p:nvPicPr>
                <p:cNvPr id="27667" name="Ink 27666">
                  <a:extLst>
                    <a:ext uri="{FF2B5EF4-FFF2-40B4-BE49-F238E27FC236}">
                      <a16:creationId xmlns:a16="http://schemas.microsoft.com/office/drawing/2014/main" id="{359E4F7E-E062-09C7-65F8-B665787070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23224" y="4039146"/>
                  <a:ext cx="408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14:cNvPr>
                <p14:cNvContentPartPr/>
                <p14:nvPr/>
              </p14:nvContentPartPr>
              <p14:xfrm>
                <a:off x="7335464" y="4198626"/>
                <a:ext cx="57600" cy="227880"/>
              </p14:xfrm>
            </p:contentPart>
          </mc:Choice>
          <mc:Fallback xmlns="">
            <p:pic>
              <p:nvPicPr>
                <p:cNvPr id="27668" name="Ink 27667">
                  <a:extLst>
                    <a:ext uri="{FF2B5EF4-FFF2-40B4-BE49-F238E27FC236}">
                      <a16:creationId xmlns:a16="http://schemas.microsoft.com/office/drawing/2014/main" id="{7436E7BA-8638-4029-0901-677CF2657A9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17351" y="4180598"/>
                  <a:ext cx="93464" cy="2635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8" name="Group 27687">
            <a:extLst>
              <a:ext uri="{FF2B5EF4-FFF2-40B4-BE49-F238E27FC236}">
                <a16:creationId xmlns:a16="http://schemas.microsoft.com/office/drawing/2014/main" id="{D3849FDB-4876-DF7A-81B3-F9DDAFC81456}"/>
              </a:ext>
            </a:extLst>
          </p:cNvPr>
          <p:cNvGrpSpPr/>
          <p:nvPr/>
        </p:nvGrpSpPr>
        <p:grpSpPr>
          <a:xfrm>
            <a:off x="2559127" y="4224372"/>
            <a:ext cx="864720" cy="247680"/>
            <a:chOff x="8474504" y="5291946"/>
            <a:chExt cx="86472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14:cNvPr>
                <p14:cNvContentPartPr/>
                <p14:nvPr/>
              </p14:nvContentPartPr>
              <p14:xfrm>
                <a:off x="8474504" y="5411826"/>
                <a:ext cx="15480" cy="127800"/>
              </p14:xfrm>
            </p:contentPart>
          </mc:Choice>
          <mc:Fallback xmlns="">
            <p:pic>
              <p:nvPicPr>
                <p:cNvPr id="27676" name="Ink 27675">
                  <a:extLst>
                    <a:ext uri="{FF2B5EF4-FFF2-40B4-BE49-F238E27FC236}">
                      <a16:creationId xmlns:a16="http://schemas.microsoft.com/office/drawing/2014/main" id="{886A2F80-1B4A-2415-8936-836ED345D3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56504" y="5393877"/>
                  <a:ext cx="51120" cy="163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14:cNvPr>
                <p14:cNvContentPartPr/>
                <p14:nvPr/>
              </p14:nvContentPartPr>
              <p14:xfrm>
                <a:off x="8483504" y="5346666"/>
                <a:ext cx="120240" cy="152280"/>
              </p14:xfrm>
            </p:contentPart>
          </mc:Choice>
          <mc:Fallback xmlns="">
            <p:pic>
              <p:nvPicPr>
                <p:cNvPr id="27677" name="Ink 27676">
                  <a:extLst>
                    <a:ext uri="{FF2B5EF4-FFF2-40B4-BE49-F238E27FC236}">
                      <a16:creationId xmlns:a16="http://schemas.microsoft.com/office/drawing/2014/main" id="{BF5BA45D-3F17-CB97-246C-3921B9AE4B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65504" y="5328708"/>
                  <a:ext cx="155880" cy="187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14:cNvPr>
                <p14:cNvContentPartPr/>
                <p14:nvPr/>
              </p14:nvContentPartPr>
              <p14:xfrm>
                <a:off x="8761784" y="5341626"/>
                <a:ext cx="28080" cy="183600"/>
              </p14:xfrm>
            </p:contentPart>
          </mc:Choice>
          <mc:Fallback xmlns="">
            <p:pic>
              <p:nvPicPr>
                <p:cNvPr id="27680" name="Ink 27679">
                  <a:extLst>
                    <a:ext uri="{FF2B5EF4-FFF2-40B4-BE49-F238E27FC236}">
                      <a16:creationId xmlns:a16="http://schemas.microsoft.com/office/drawing/2014/main" id="{86FE4818-17F7-16A1-F26B-2C7B950BD81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43784" y="5323591"/>
                  <a:ext cx="63720" cy="219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14:cNvPr>
                <p14:cNvContentPartPr/>
                <p14:nvPr/>
              </p14:nvContentPartPr>
              <p14:xfrm>
                <a:off x="8770064" y="5329026"/>
                <a:ext cx="211680" cy="126720"/>
              </p14:xfrm>
            </p:contentPart>
          </mc:Choice>
          <mc:Fallback xmlns="">
            <p:pic>
              <p:nvPicPr>
                <p:cNvPr id="27681" name="Ink 27680">
                  <a:extLst>
                    <a:ext uri="{FF2B5EF4-FFF2-40B4-BE49-F238E27FC236}">
                      <a16:creationId xmlns:a16="http://schemas.microsoft.com/office/drawing/2014/main" id="{F1CEA50C-D171-FB16-71F3-3E2A46E9B0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52064" y="5311026"/>
                  <a:ext cx="24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14:cNvPr>
                <p14:cNvContentPartPr/>
                <p14:nvPr/>
              </p14:nvContentPartPr>
              <p14:xfrm>
                <a:off x="9061304" y="5321466"/>
                <a:ext cx="106920" cy="135360"/>
              </p14:xfrm>
            </p:contentPart>
          </mc:Choice>
          <mc:Fallback xmlns="">
            <p:pic>
              <p:nvPicPr>
                <p:cNvPr id="27682" name="Ink 27681">
                  <a:extLst>
                    <a:ext uri="{FF2B5EF4-FFF2-40B4-BE49-F238E27FC236}">
                      <a16:creationId xmlns:a16="http://schemas.microsoft.com/office/drawing/2014/main" id="{F84321EB-E413-7722-82F4-AA4F3B8B4B0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3304" y="5303466"/>
                  <a:ext cx="142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14:cNvPr>
                <p14:cNvContentPartPr/>
                <p14:nvPr/>
              </p14:nvContentPartPr>
              <p14:xfrm>
                <a:off x="9269744" y="5291946"/>
                <a:ext cx="69480" cy="230040"/>
              </p14:xfrm>
            </p:contentPart>
          </mc:Choice>
          <mc:Fallback xmlns="">
            <p:pic>
              <p:nvPicPr>
                <p:cNvPr id="27683" name="Ink 27682">
                  <a:extLst>
                    <a:ext uri="{FF2B5EF4-FFF2-40B4-BE49-F238E27FC236}">
                      <a16:creationId xmlns:a16="http://schemas.microsoft.com/office/drawing/2014/main" id="{97E80C3D-819D-AB55-55A4-672E09C7EF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51744" y="5273946"/>
                  <a:ext cx="1051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87" name="Group 27686">
            <a:extLst>
              <a:ext uri="{FF2B5EF4-FFF2-40B4-BE49-F238E27FC236}">
                <a16:creationId xmlns:a16="http://schemas.microsoft.com/office/drawing/2014/main" id="{47A7A772-D55A-5FD5-5081-9B5843F2F37C}"/>
              </a:ext>
            </a:extLst>
          </p:cNvPr>
          <p:cNvGrpSpPr/>
          <p:nvPr/>
        </p:nvGrpSpPr>
        <p:grpSpPr>
          <a:xfrm>
            <a:off x="1573447" y="3995772"/>
            <a:ext cx="315360" cy="318240"/>
            <a:chOff x="7488824" y="5063346"/>
            <a:chExt cx="315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14:cNvPr>
                <p14:cNvContentPartPr/>
                <p14:nvPr/>
              </p14:nvContentPartPr>
              <p14:xfrm>
                <a:off x="7600064" y="5141106"/>
                <a:ext cx="27720" cy="156600"/>
              </p14:xfrm>
            </p:contentPart>
          </mc:Choice>
          <mc:Fallback xmlns="">
            <p:pic>
              <p:nvPicPr>
                <p:cNvPr id="27684" name="Ink 27683">
                  <a:extLst>
                    <a:ext uri="{FF2B5EF4-FFF2-40B4-BE49-F238E27FC236}">
                      <a16:creationId xmlns:a16="http://schemas.microsoft.com/office/drawing/2014/main" id="{C8DCF2A0-0503-4130-B0CB-58E44FB5A9E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81827" y="5123106"/>
                  <a:ext cx="63829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14:cNvPr>
                <p14:cNvContentPartPr/>
                <p14:nvPr/>
              </p14:nvContentPartPr>
              <p14:xfrm>
                <a:off x="7524824" y="5063346"/>
                <a:ext cx="279360" cy="318240"/>
              </p14:xfrm>
            </p:contentPart>
          </mc:Choice>
          <mc:Fallback xmlns="">
            <p:pic>
              <p:nvPicPr>
                <p:cNvPr id="27685" name="Ink 27684">
                  <a:extLst>
                    <a:ext uri="{FF2B5EF4-FFF2-40B4-BE49-F238E27FC236}">
                      <a16:creationId xmlns:a16="http://schemas.microsoft.com/office/drawing/2014/main" id="{B881F692-AB70-7176-3A3B-6F3C891FA4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06824" y="5045366"/>
                  <a:ext cx="315000" cy="3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14:cNvPr>
                <p14:cNvContentPartPr/>
                <p14:nvPr/>
              </p14:nvContentPartPr>
              <p14:xfrm>
                <a:off x="7488824" y="5167386"/>
                <a:ext cx="182880" cy="209160"/>
              </p14:xfrm>
            </p:contentPart>
          </mc:Choice>
          <mc:Fallback xmlns="">
            <p:pic>
              <p:nvPicPr>
                <p:cNvPr id="27686" name="Ink 27685">
                  <a:extLst>
                    <a:ext uri="{FF2B5EF4-FFF2-40B4-BE49-F238E27FC236}">
                      <a16:creationId xmlns:a16="http://schemas.microsoft.com/office/drawing/2014/main" id="{C6E9E118-F356-47AD-C531-62740964BAB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70824" y="5149386"/>
                  <a:ext cx="21852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95" name="Group 27694">
            <a:extLst>
              <a:ext uri="{FF2B5EF4-FFF2-40B4-BE49-F238E27FC236}">
                <a16:creationId xmlns:a16="http://schemas.microsoft.com/office/drawing/2014/main" id="{DCB6F52A-AA96-FA65-6F15-F48903182299}"/>
              </a:ext>
            </a:extLst>
          </p:cNvPr>
          <p:cNvGrpSpPr/>
          <p:nvPr/>
        </p:nvGrpSpPr>
        <p:grpSpPr>
          <a:xfrm>
            <a:off x="3658207" y="4098372"/>
            <a:ext cx="747000" cy="504000"/>
            <a:chOff x="9573584" y="5165946"/>
            <a:chExt cx="74700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14:cNvPr>
                <p14:cNvContentPartPr/>
                <p14:nvPr/>
              </p14:nvContentPartPr>
              <p14:xfrm>
                <a:off x="9761504" y="5377626"/>
                <a:ext cx="126000" cy="196560"/>
              </p14:xfrm>
            </p:contentPart>
          </mc:Choice>
          <mc:Fallback xmlns="">
            <p:pic>
              <p:nvPicPr>
                <p:cNvPr id="27689" name="Ink 27688">
                  <a:extLst>
                    <a:ext uri="{FF2B5EF4-FFF2-40B4-BE49-F238E27FC236}">
                      <a16:creationId xmlns:a16="http://schemas.microsoft.com/office/drawing/2014/main" id="{7A63982B-B7EC-B812-0AA2-E2DD63FE4C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43504" y="5359626"/>
                  <a:ext cx="16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14:cNvPr>
                <p14:cNvContentPartPr/>
                <p14:nvPr/>
              </p14:nvContentPartPr>
              <p14:xfrm>
                <a:off x="9981464" y="5365386"/>
                <a:ext cx="10800" cy="172080"/>
              </p14:xfrm>
            </p:contentPart>
          </mc:Choice>
          <mc:Fallback xmlns="">
            <p:pic>
              <p:nvPicPr>
                <p:cNvPr id="27690" name="Ink 27689">
                  <a:extLst>
                    <a:ext uri="{FF2B5EF4-FFF2-40B4-BE49-F238E27FC236}">
                      <a16:creationId xmlns:a16="http://schemas.microsoft.com/office/drawing/2014/main" id="{1C33F7B3-9E32-DFA8-312F-F5D7E2EFF4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63464" y="5347386"/>
                  <a:ext cx="46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14:cNvPr>
                <p14:cNvContentPartPr/>
                <p14:nvPr/>
              </p14:nvContentPartPr>
              <p14:xfrm>
                <a:off x="9996944" y="5306346"/>
                <a:ext cx="142200" cy="172080"/>
              </p14:xfrm>
            </p:contentPart>
          </mc:Choice>
          <mc:Fallback xmlns="">
            <p:pic>
              <p:nvPicPr>
                <p:cNvPr id="27691" name="Ink 27690">
                  <a:extLst>
                    <a:ext uri="{FF2B5EF4-FFF2-40B4-BE49-F238E27FC236}">
                      <a16:creationId xmlns:a16="http://schemas.microsoft.com/office/drawing/2014/main" id="{0F38EDF3-E05A-0669-A5B9-608DCAD7A81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78944" y="5288346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14:cNvPr>
                <p14:cNvContentPartPr/>
                <p14:nvPr/>
              </p14:nvContentPartPr>
              <p14:xfrm>
                <a:off x="9611744" y="5215986"/>
                <a:ext cx="698040" cy="440280"/>
              </p14:xfrm>
            </p:contentPart>
          </mc:Choice>
          <mc:Fallback xmlns="">
            <p:pic>
              <p:nvPicPr>
                <p:cNvPr id="27692" name="Ink 27691">
                  <a:extLst>
                    <a:ext uri="{FF2B5EF4-FFF2-40B4-BE49-F238E27FC236}">
                      <a16:creationId xmlns:a16="http://schemas.microsoft.com/office/drawing/2014/main" id="{0FF7C86B-0382-CD4A-6EA4-EA6D240C4F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93744" y="5197986"/>
                  <a:ext cx="7336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14:cNvPr>
                <p14:cNvContentPartPr/>
                <p14:nvPr/>
              </p14:nvContentPartPr>
              <p14:xfrm>
                <a:off x="9600224" y="5262426"/>
                <a:ext cx="95040" cy="407520"/>
              </p14:xfrm>
            </p:contentPart>
          </mc:Choice>
          <mc:Fallback xmlns="">
            <p:pic>
              <p:nvPicPr>
                <p:cNvPr id="27693" name="Ink 27692">
                  <a:extLst>
                    <a:ext uri="{FF2B5EF4-FFF2-40B4-BE49-F238E27FC236}">
                      <a16:creationId xmlns:a16="http://schemas.microsoft.com/office/drawing/2014/main" id="{FC9C0626-32E6-E036-FC98-3FAF4467FF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582224" y="5244426"/>
                  <a:ext cx="1306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14:cNvPr>
                <p14:cNvContentPartPr/>
                <p14:nvPr/>
              </p14:nvContentPartPr>
              <p14:xfrm>
                <a:off x="9573584" y="5165946"/>
                <a:ext cx="747000" cy="112320"/>
              </p14:xfrm>
            </p:contentPart>
          </mc:Choice>
          <mc:Fallback xmlns="">
            <p:pic>
              <p:nvPicPr>
                <p:cNvPr id="27694" name="Ink 27693">
                  <a:extLst>
                    <a:ext uri="{FF2B5EF4-FFF2-40B4-BE49-F238E27FC236}">
                      <a16:creationId xmlns:a16="http://schemas.microsoft.com/office/drawing/2014/main" id="{C35674F8-DD8D-1A31-B3C9-21BD18C7088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55593" y="5147946"/>
                  <a:ext cx="782623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06" name="Group 27705">
            <a:extLst>
              <a:ext uri="{FF2B5EF4-FFF2-40B4-BE49-F238E27FC236}">
                <a16:creationId xmlns:a16="http://schemas.microsoft.com/office/drawing/2014/main" id="{B1C43D81-F0BF-3826-3364-C3A014DEFEF3}"/>
              </a:ext>
            </a:extLst>
          </p:cNvPr>
          <p:cNvGrpSpPr/>
          <p:nvPr/>
        </p:nvGrpSpPr>
        <p:grpSpPr>
          <a:xfrm>
            <a:off x="2437087" y="2772492"/>
            <a:ext cx="2006640" cy="694800"/>
            <a:chOff x="8352464" y="3840066"/>
            <a:chExt cx="200664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14:cNvPr>
                <p14:cNvContentPartPr/>
                <p14:nvPr/>
              </p14:nvContentPartPr>
              <p14:xfrm>
                <a:off x="8352464" y="4375026"/>
                <a:ext cx="62280" cy="159840"/>
              </p14:xfrm>
            </p:contentPart>
          </mc:Choice>
          <mc:Fallback xmlns="">
            <p:pic>
              <p:nvPicPr>
                <p:cNvPr id="27670" name="Ink 27669">
                  <a:extLst>
                    <a:ext uri="{FF2B5EF4-FFF2-40B4-BE49-F238E27FC236}">
                      <a16:creationId xmlns:a16="http://schemas.microsoft.com/office/drawing/2014/main" id="{5E39D7A9-7305-32FC-05E2-B6B92CB426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34464" y="4357026"/>
                  <a:ext cx="97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14:cNvPr>
                <p14:cNvContentPartPr/>
                <p14:nvPr/>
              </p14:nvContentPartPr>
              <p14:xfrm>
                <a:off x="8358584" y="4330026"/>
                <a:ext cx="135720" cy="119520"/>
              </p14:xfrm>
            </p:contentPart>
          </mc:Choice>
          <mc:Fallback xmlns="">
            <p:pic>
              <p:nvPicPr>
                <p:cNvPr id="27671" name="Ink 27670">
                  <a:extLst>
                    <a:ext uri="{FF2B5EF4-FFF2-40B4-BE49-F238E27FC236}">
                      <a16:creationId xmlns:a16="http://schemas.microsoft.com/office/drawing/2014/main" id="{B74D4828-7BD4-5D07-4EF1-DF9CD9F2EB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40584" y="4311972"/>
                  <a:ext cx="171360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14:cNvPr>
                <p14:cNvContentPartPr/>
                <p14:nvPr/>
              </p14:nvContentPartPr>
              <p14:xfrm>
                <a:off x="8579264" y="4362786"/>
                <a:ext cx="20160" cy="126360"/>
              </p14:xfrm>
            </p:contentPart>
          </mc:Choice>
          <mc:Fallback xmlns="">
            <p:pic>
              <p:nvPicPr>
                <p:cNvPr id="27672" name="Ink 27671">
                  <a:extLst>
                    <a:ext uri="{FF2B5EF4-FFF2-40B4-BE49-F238E27FC236}">
                      <a16:creationId xmlns:a16="http://schemas.microsoft.com/office/drawing/2014/main" id="{03BFD042-F0E4-537D-42DA-12BF985EC5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61264" y="4344786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14:cNvPr>
                <p14:cNvContentPartPr/>
                <p14:nvPr/>
              </p14:nvContentPartPr>
              <p14:xfrm>
                <a:off x="8621024" y="4305186"/>
                <a:ext cx="205560" cy="118080"/>
              </p14:xfrm>
            </p:contentPart>
          </mc:Choice>
          <mc:Fallback xmlns="">
            <p:pic>
              <p:nvPicPr>
                <p:cNvPr id="27673" name="Ink 27672">
                  <a:extLst>
                    <a:ext uri="{FF2B5EF4-FFF2-40B4-BE49-F238E27FC236}">
                      <a16:creationId xmlns:a16="http://schemas.microsoft.com/office/drawing/2014/main" id="{335C31CC-90CB-D833-09E0-1132915522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03024" y="4287186"/>
                  <a:ext cx="241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14:cNvPr>
                <p14:cNvContentPartPr/>
                <p14:nvPr/>
              </p14:nvContentPartPr>
              <p14:xfrm>
                <a:off x="8914064" y="4291506"/>
                <a:ext cx="83880" cy="123480"/>
              </p14:xfrm>
            </p:contentPart>
          </mc:Choice>
          <mc:Fallback xmlns="">
            <p:pic>
              <p:nvPicPr>
                <p:cNvPr id="27674" name="Ink 27673">
                  <a:extLst>
                    <a:ext uri="{FF2B5EF4-FFF2-40B4-BE49-F238E27FC236}">
                      <a16:creationId xmlns:a16="http://schemas.microsoft.com/office/drawing/2014/main" id="{BB823CB5-CFB2-32AD-8E72-4F7848FBAD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896064" y="4273506"/>
                  <a:ext cx="119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14:cNvPr>
                <p14:cNvContentPartPr/>
                <p14:nvPr/>
              </p14:nvContentPartPr>
              <p14:xfrm>
                <a:off x="9087944" y="4231026"/>
                <a:ext cx="96840" cy="214920"/>
              </p14:xfrm>
            </p:contentPart>
          </mc:Choice>
          <mc:Fallback xmlns="">
            <p:pic>
              <p:nvPicPr>
                <p:cNvPr id="27675" name="Ink 27674">
                  <a:extLst>
                    <a:ext uri="{FF2B5EF4-FFF2-40B4-BE49-F238E27FC236}">
                      <a16:creationId xmlns:a16="http://schemas.microsoft.com/office/drawing/2014/main" id="{76EB26AB-9793-9C46-A721-FC971E2A08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69944" y="4213026"/>
                  <a:ext cx="132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14:cNvPr>
                <p14:cNvContentPartPr/>
                <p14:nvPr/>
              </p14:nvContentPartPr>
              <p14:xfrm>
                <a:off x="9560984" y="4151466"/>
                <a:ext cx="134640" cy="195480"/>
              </p14:xfrm>
            </p:contentPart>
          </mc:Choice>
          <mc:Fallback xmlns="">
            <p:pic>
              <p:nvPicPr>
                <p:cNvPr id="27696" name="Ink 27695">
                  <a:extLst>
                    <a:ext uri="{FF2B5EF4-FFF2-40B4-BE49-F238E27FC236}">
                      <a16:creationId xmlns:a16="http://schemas.microsoft.com/office/drawing/2014/main" id="{03122F57-F589-14B3-C6D6-88ED720CA9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2984" y="4133466"/>
                  <a:ext cx="170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14:cNvPr>
                <p14:cNvContentPartPr/>
                <p14:nvPr/>
              </p14:nvContentPartPr>
              <p14:xfrm>
                <a:off x="9821624" y="4101066"/>
                <a:ext cx="53280" cy="192240"/>
              </p14:xfrm>
            </p:contentPart>
          </mc:Choice>
          <mc:Fallback xmlns="">
            <p:pic>
              <p:nvPicPr>
                <p:cNvPr id="27697" name="Ink 27696">
                  <a:extLst>
                    <a:ext uri="{FF2B5EF4-FFF2-40B4-BE49-F238E27FC236}">
                      <a16:creationId xmlns:a16="http://schemas.microsoft.com/office/drawing/2014/main" id="{DC36F67B-4310-D176-2739-62505A21F0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03745" y="4083066"/>
                  <a:ext cx="88681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14:cNvPr>
                <p14:cNvContentPartPr/>
                <p14:nvPr/>
              </p14:nvContentPartPr>
              <p14:xfrm>
                <a:off x="9806864" y="4065426"/>
                <a:ext cx="106920" cy="65880"/>
              </p14:xfrm>
            </p:contentPart>
          </mc:Choice>
          <mc:Fallback xmlns="">
            <p:pic>
              <p:nvPicPr>
                <p:cNvPr id="27698" name="Ink 27697">
                  <a:extLst>
                    <a:ext uri="{FF2B5EF4-FFF2-40B4-BE49-F238E27FC236}">
                      <a16:creationId xmlns:a16="http://schemas.microsoft.com/office/drawing/2014/main" id="{ACE379ED-B571-9B5A-8E9C-C604191C6E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88864" y="4047426"/>
                  <a:ext cx="142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14:cNvPr>
                <p14:cNvContentPartPr/>
                <p14:nvPr/>
              </p14:nvContentPartPr>
              <p14:xfrm>
                <a:off x="9878504" y="4151466"/>
                <a:ext cx="86400" cy="63720"/>
              </p14:xfrm>
            </p:contentPart>
          </mc:Choice>
          <mc:Fallback xmlns="">
            <p:pic>
              <p:nvPicPr>
                <p:cNvPr id="27699" name="Ink 27698">
                  <a:extLst>
                    <a:ext uri="{FF2B5EF4-FFF2-40B4-BE49-F238E27FC236}">
                      <a16:creationId xmlns:a16="http://schemas.microsoft.com/office/drawing/2014/main" id="{754FA273-6F1E-A128-C209-B765BD986A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860504" y="4133466"/>
                  <a:ext cx="122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14:cNvPr>
                <p14:cNvContentPartPr/>
                <p14:nvPr/>
              </p14:nvContentPartPr>
              <p14:xfrm>
                <a:off x="10038344" y="4071546"/>
                <a:ext cx="33480" cy="144000"/>
              </p14:xfrm>
            </p:contentPart>
          </mc:Choice>
          <mc:Fallback xmlns="">
            <p:pic>
              <p:nvPicPr>
                <p:cNvPr id="27700" name="Ink 27699">
                  <a:extLst>
                    <a:ext uri="{FF2B5EF4-FFF2-40B4-BE49-F238E27FC236}">
                      <a16:creationId xmlns:a16="http://schemas.microsoft.com/office/drawing/2014/main" id="{2FB68181-076A-227E-A3EA-1D235DA4BDF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20344" y="4053546"/>
                  <a:ext cx="69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14:cNvPr>
                <p14:cNvContentPartPr/>
                <p14:nvPr/>
              </p14:nvContentPartPr>
              <p14:xfrm>
                <a:off x="10031144" y="4022586"/>
                <a:ext cx="77040" cy="79560"/>
              </p14:xfrm>
            </p:contentPart>
          </mc:Choice>
          <mc:Fallback xmlns="">
            <p:pic>
              <p:nvPicPr>
                <p:cNvPr id="27701" name="Ink 27700">
                  <a:extLst>
                    <a:ext uri="{FF2B5EF4-FFF2-40B4-BE49-F238E27FC236}">
                      <a16:creationId xmlns:a16="http://schemas.microsoft.com/office/drawing/2014/main" id="{B620C449-5145-5C3E-C812-498ED58B491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13144" y="4004586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14:cNvPr>
                <p14:cNvContentPartPr/>
                <p14:nvPr/>
              </p14:nvContentPartPr>
              <p14:xfrm>
                <a:off x="10085504" y="4105026"/>
                <a:ext cx="69840" cy="33120"/>
              </p14:xfrm>
            </p:contentPart>
          </mc:Choice>
          <mc:Fallback xmlns="">
            <p:pic>
              <p:nvPicPr>
                <p:cNvPr id="27702" name="Ink 27701">
                  <a:extLst>
                    <a:ext uri="{FF2B5EF4-FFF2-40B4-BE49-F238E27FC236}">
                      <a16:creationId xmlns:a16="http://schemas.microsoft.com/office/drawing/2014/main" id="{07BAD0AA-291D-5D76-AFB7-43AD3040CC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67411" y="4087026"/>
                  <a:ext cx="105665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14:cNvPr>
                <p14:cNvContentPartPr/>
                <p14:nvPr/>
              </p14:nvContentPartPr>
              <p14:xfrm>
                <a:off x="9468824" y="3840066"/>
                <a:ext cx="890280" cy="601200"/>
              </p14:xfrm>
            </p:contentPart>
          </mc:Choice>
          <mc:Fallback xmlns="">
            <p:pic>
              <p:nvPicPr>
                <p:cNvPr id="27703" name="Ink 27702">
                  <a:extLst>
                    <a:ext uri="{FF2B5EF4-FFF2-40B4-BE49-F238E27FC236}">
                      <a16:creationId xmlns:a16="http://schemas.microsoft.com/office/drawing/2014/main" id="{075F0391-710A-224A-7D65-8798ACC4C13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50824" y="3822066"/>
                  <a:ext cx="9259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14:cNvPr>
                <p14:cNvContentPartPr/>
                <p14:nvPr/>
              </p14:nvContentPartPr>
              <p14:xfrm>
                <a:off x="9441824" y="4048146"/>
                <a:ext cx="85320" cy="392760"/>
              </p14:xfrm>
            </p:contentPart>
          </mc:Choice>
          <mc:Fallback xmlns="">
            <p:pic>
              <p:nvPicPr>
                <p:cNvPr id="27704" name="Ink 27703">
                  <a:extLst>
                    <a:ext uri="{FF2B5EF4-FFF2-40B4-BE49-F238E27FC236}">
                      <a16:creationId xmlns:a16="http://schemas.microsoft.com/office/drawing/2014/main" id="{252ADD5E-E8C0-53C4-7551-5DB24344A8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23900" y="4030146"/>
                  <a:ext cx="12081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14:cNvPr>
                <p14:cNvContentPartPr/>
                <p14:nvPr/>
              </p14:nvContentPartPr>
              <p14:xfrm>
                <a:off x="9374144" y="3854466"/>
                <a:ext cx="845280" cy="235800"/>
              </p14:xfrm>
            </p:contentPart>
          </mc:Choice>
          <mc:Fallback xmlns="">
            <p:pic>
              <p:nvPicPr>
                <p:cNvPr id="27705" name="Ink 27704">
                  <a:extLst>
                    <a:ext uri="{FF2B5EF4-FFF2-40B4-BE49-F238E27FC236}">
                      <a16:creationId xmlns:a16="http://schemas.microsoft.com/office/drawing/2014/main" id="{B9533CA5-262E-9492-CA26-6AE3FA8E84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356144" y="3836466"/>
                  <a:ext cx="88092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2" name="Group 27711">
            <a:extLst>
              <a:ext uri="{FF2B5EF4-FFF2-40B4-BE49-F238E27FC236}">
                <a16:creationId xmlns:a16="http://schemas.microsoft.com/office/drawing/2014/main" id="{B3AAEA54-FF2C-7C20-3B77-75799EBD72D3}"/>
              </a:ext>
            </a:extLst>
          </p:cNvPr>
          <p:cNvGrpSpPr/>
          <p:nvPr/>
        </p:nvGrpSpPr>
        <p:grpSpPr>
          <a:xfrm>
            <a:off x="2276527" y="2406012"/>
            <a:ext cx="541080" cy="198000"/>
            <a:chOff x="8191904" y="3473586"/>
            <a:chExt cx="5410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14:cNvPr>
                <p14:cNvContentPartPr/>
                <p14:nvPr/>
              </p14:nvContentPartPr>
              <p14:xfrm>
                <a:off x="8191904" y="3486906"/>
                <a:ext cx="151560" cy="165240"/>
              </p14:xfrm>
            </p:contentPart>
          </mc:Choice>
          <mc:Fallback xmlns="">
            <p:pic>
              <p:nvPicPr>
                <p:cNvPr id="27707" name="Ink 27706">
                  <a:extLst>
                    <a:ext uri="{FF2B5EF4-FFF2-40B4-BE49-F238E27FC236}">
                      <a16:creationId xmlns:a16="http://schemas.microsoft.com/office/drawing/2014/main" id="{78D84094-B373-B36C-F999-4F5AF0040CA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73947" y="3468867"/>
                  <a:ext cx="187116" cy="200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14:cNvPr>
                <p14:cNvContentPartPr/>
                <p14:nvPr/>
              </p14:nvContentPartPr>
              <p14:xfrm>
                <a:off x="8479184" y="3574386"/>
                <a:ext cx="36360" cy="97200"/>
              </p14:xfrm>
            </p:contentPart>
          </mc:Choice>
          <mc:Fallback xmlns="">
            <p:pic>
              <p:nvPicPr>
                <p:cNvPr id="27708" name="Ink 27707">
                  <a:extLst>
                    <a:ext uri="{FF2B5EF4-FFF2-40B4-BE49-F238E27FC236}">
                      <a16:creationId xmlns:a16="http://schemas.microsoft.com/office/drawing/2014/main" id="{8B7CDDC3-396D-0AE5-6FB7-E42ED0E23DA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61184" y="3556386"/>
                  <a:ext cx="72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14:cNvPr>
                <p14:cNvContentPartPr/>
                <p14:nvPr/>
              </p14:nvContentPartPr>
              <p14:xfrm>
                <a:off x="8458664" y="3535866"/>
                <a:ext cx="117720" cy="126000"/>
              </p14:xfrm>
            </p:contentPart>
          </mc:Choice>
          <mc:Fallback xmlns="">
            <p:pic>
              <p:nvPicPr>
                <p:cNvPr id="27709" name="Ink 27708">
                  <a:extLst>
                    <a:ext uri="{FF2B5EF4-FFF2-40B4-BE49-F238E27FC236}">
                      <a16:creationId xmlns:a16="http://schemas.microsoft.com/office/drawing/2014/main" id="{323F1DFE-D55A-CCE9-06E6-1EACCF182C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0664" y="3517866"/>
                  <a:ext cx="153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14:cNvPr>
                <p14:cNvContentPartPr/>
                <p14:nvPr/>
              </p14:nvContentPartPr>
              <p14:xfrm>
                <a:off x="8612024" y="3532266"/>
                <a:ext cx="70560" cy="104760"/>
              </p14:xfrm>
            </p:contentPart>
          </mc:Choice>
          <mc:Fallback xmlns="">
            <p:pic>
              <p:nvPicPr>
                <p:cNvPr id="27710" name="Ink 27709">
                  <a:extLst>
                    <a:ext uri="{FF2B5EF4-FFF2-40B4-BE49-F238E27FC236}">
                      <a16:creationId xmlns:a16="http://schemas.microsoft.com/office/drawing/2014/main" id="{3C47231C-D621-7894-B988-171CF4D1050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4024" y="3514266"/>
                  <a:ext cx="106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14:cNvPr>
                <p14:cNvContentPartPr/>
                <p14:nvPr/>
              </p14:nvContentPartPr>
              <p14:xfrm>
                <a:off x="8642624" y="3473586"/>
                <a:ext cx="90360" cy="145440"/>
              </p14:xfrm>
            </p:contentPart>
          </mc:Choice>
          <mc:Fallback xmlns="">
            <p:pic>
              <p:nvPicPr>
                <p:cNvPr id="27711" name="Ink 27710">
                  <a:extLst>
                    <a:ext uri="{FF2B5EF4-FFF2-40B4-BE49-F238E27FC236}">
                      <a16:creationId xmlns:a16="http://schemas.microsoft.com/office/drawing/2014/main" id="{1C88065E-763C-4918-CA84-3E1D79F6775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24624" y="3455586"/>
                  <a:ext cx="1260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A994460C-39CC-DCF8-4583-9B1E44580C1A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F1B7A947-3668-52D0-CE5D-8C3F556A32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A2E5042A-1DE5-BDE9-E8CC-738525E304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7E8B2BE1-AF63-7D0D-34EF-D1B941EFA4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2946EBBC-CF02-DD50-EB6B-6A913D7E6EA5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DBB62AEC-1BC5-5A0C-8A89-3F8F99544A5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32AB9326-1DAD-6C2C-16D4-1A90A62174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B78870-4F4F-9CBC-9FAE-6D6BE9D0F8B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621784" y="1361106"/>
                <a:ext cx="141840" cy="46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14:cNvPr>
              <p14:cNvContentPartPr/>
              <p14:nvPr/>
            </p14:nvContentPartPr>
            <p14:xfrm>
              <a:off x="2046704" y="2269026"/>
              <a:ext cx="1453680" cy="336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812EC9-7555-9CBB-94F5-AFBD641DF8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992704" y="2161026"/>
                <a:ext cx="1561320" cy="358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30" name="Group 27729">
            <a:extLst>
              <a:ext uri="{FF2B5EF4-FFF2-40B4-BE49-F238E27FC236}">
                <a16:creationId xmlns:a16="http://schemas.microsoft.com/office/drawing/2014/main" id="{385052EB-F2BE-2D7F-12A6-3400C9DA3BF5}"/>
              </a:ext>
            </a:extLst>
          </p:cNvPr>
          <p:cNvGrpSpPr/>
          <p:nvPr/>
        </p:nvGrpSpPr>
        <p:grpSpPr>
          <a:xfrm>
            <a:off x="5317664" y="1917306"/>
            <a:ext cx="648000" cy="692280"/>
            <a:chOff x="5317664" y="1917306"/>
            <a:chExt cx="648000" cy="69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14:cNvPr>
                <p14:cNvContentPartPr/>
                <p14:nvPr/>
              </p14:nvContentPartPr>
              <p14:xfrm>
                <a:off x="5438984" y="2346066"/>
                <a:ext cx="83160" cy="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9B9B0E-CF2B-323D-A124-2057D3D7D0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20984" y="2328066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14:cNvPr>
                <p14:cNvContentPartPr/>
                <p14:nvPr/>
              </p14:nvContentPartPr>
              <p14:xfrm>
                <a:off x="5317664" y="1917306"/>
                <a:ext cx="218160" cy="19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A3595AE-36D2-5725-2EA1-0B23ED3FBB5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00024" y="1899666"/>
                  <a:ext cx="253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14:cNvPr>
                <p14:cNvContentPartPr/>
                <p14:nvPr/>
              </p14:nvContentPartPr>
              <p14:xfrm>
                <a:off x="5660744" y="2060226"/>
                <a:ext cx="41040" cy="137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E6F544-348F-2E0B-B973-F015A5708B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42744" y="2042586"/>
                  <a:ext cx="76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14:cNvPr>
                <p14:cNvContentPartPr/>
                <p14:nvPr/>
              </p14:nvContentPartPr>
              <p14:xfrm>
                <a:off x="5693864" y="2067426"/>
                <a:ext cx="64440" cy="132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B4DD7B-7096-E958-86B4-EBEDFE4486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75864" y="2049426"/>
                  <a:ext cx="100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14:cNvPr>
                <p14:cNvContentPartPr/>
                <p14:nvPr/>
              </p14:nvContentPartPr>
              <p14:xfrm>
                <a:off x="5844344" y="2051586"/>
                <a:ext cx="18720" cy="155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2AECF0-7075-C0F7-8581-7269CC9FF4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26344" y="2033586"/>
                  <a:ext cx="5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14:cNvPr>
                <p14:cNvContentPartPr/>
                <p14:nvPr/>
              </p14:nvContentPartPr>
              <p14:xfrm>
                <a:off x="5859824" y="2042586"/>
                <a:ext cx="105840" cy="129240"/>
              </p14:xfrm>
            </p:contentPart>
          </mc:Choice>
          <mc:Fallback xmlns="">
            <p:pic>
              <p:nvPicPr>
                <p:cNvPr id="27649" name="Ink 27648">
                  <a:extLst>
                    <a:ext uri="{FF2B5EF4-FFF2-40B4-BE49-F238E27FC236}">
                      <a16:creationId xmlns:a16="http://schemas.microsoft.com/office/drawing/2014/main" id="{0E1CB464-BC20-4499-4C4E-C736ECF8556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841824" y="2024586"/>
                  <a:ext cx="14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14:cNvPr>
                <p14:cNvContentPartPr/>
                <p14:nvPr/>
              </p14:nvContentPartPr>
              <p14:xfrm>
                <a:off x="5467064" y="2410866"/>
                <a:ext cx="65160" cy="198720"/>
              </p14:xfrm>
            </p:contentPart>
          </mc:Choice>
          <mc:Fallback xmlns="">
            <p:pic>
              <p:nvPicPr>
                <p:cNvPr id="27720" name="Ink 27719">
                  <a:extLst>
                    <a:ext uri="{FF2B5EF4-FFF2-40B4-BE49-F238E27FC236}">
                      <a16:creationId xmlns:a16="http://schemas.microsoft.com/office/drawing/2014/main" id="{3CF345D0-78E9-8754-51B3-F1F9A28096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49064" y="2393226"/>
                  <a:ext cx="100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1" name="Group 27760">
            <a:extLst>
              <a:ext uri="{FF2B5EF4-FFF2-40B4-BE49-F238E27FC236}">
                <a16:creationId xmlns:a16="http://schemas.microsoft.com/office/drawing/2014/main" id="{679E1ECE-00FC-A7FF-4114-90CA78A9AB0F}"/>
              </a:ext>
            </a:extLst>
          </p:cNvPr>
          <p:cNvGrpSpPr/>
          <p:nvPr/>
        </p:nvGrpSpPr>
        <p:grpSpPr>
          <a:xfrm>
            <a:off x="5504144" y="3166866"/>
            <a:ext cx="1116720" cy="1803960"/>
            <a:chOff x="5504144" y="3166866"/>
            <a:chExt cx="1116720" cy="180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14:cNvPr>
                <p14:cNvContentPartPr/>
                <p14:nvPr/>
              </p14:nvContentPartPr>
              <p14:xfrm>
                <a:off x="5534384" y="3575466"/>
                <a:ext cx="49680" cy="45000"/>
              </p14:xfrm>
            </p:contentPart>
          </mc:Choice>
          <mc:Fallback xmlns="">
            <p:pic>
              <p:nvPicPr>
                <p:cNvPr id="27744" name="Ink 27743">
                  <a:extLst>
                    <a:ext uri="{FF2B5EF4-FFF2-40B4-BE49-F238E27FC236}">
                      <a16:creationId xmlns:a16="http://schemas.microsoft.com/office/drawing/2014/main" id="{E84908BA-EB8B-8C2F-0FAC-90EE5B311A0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16384" y="3557826"/>
                  <a:ext cx="85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14:cNvPr>
                <p14:cNvContentPartPr/>
                <p14:nvPr/>
              </p14:nvContentPartPr>
              <p14:xfrm>
                <a:off x="5504144" y="3551706"/>
                <a:ext cx="410400" cy="43920"/>
              </p14:xfrm>
            </p:contentPart>
          </mc:Choice>
          <mc:Fallback xmlns="">
            <p:pic>
              <p:nvPicPr>
                <p:cNvPr id="27745" name="Ink 27744">
                  <a:extLst>
                    <a:ext uri="{FF2B5EF4-FFF2-40B4-BE49-F238E27FC236}">
                      <a16:creationId xmlns:a16="http://schemas.microsoft.com/office/drawing/2014/main" id="{795D5322-7A54-5744-5E37-2303E74B8DC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144" y="3534066"/>
                  <a:ext cx="446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14:cNvPr>
                <p14:cNvContentPartPr/>
                <p14:nvPr/>
              </p14:nvContentPartPr>
              <p14:xfrm>
                <a:off x="5879264" y="3301506"/>
                <a:ext cx="121680" cy="151200"/>
              </p14:xfrm>
            </p:contentPart>
          </mc:Choice>
          <mc:Fallback xmlns="">
            <p:pic>
              <p:nvPicPr>
                <p:cNvPr id="27746" name="Ink 27745">
                  <a:extLst>
                    <a:ext uri="{FF2B5EF4-FFF2-40B4-BE49-F238E27FC236}">
                      <a16:creationId xmlns:a16="http://schemas.microsoft.com/office/drawing/2014/main" id="{B5D1B840-CA78-F30F-434E-C124AAA53D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1624" y="3283866"/>
                  <a:ext cx="157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14:cNvPr>
                <p14:cNvContentPartPr/>
                <p14:nvPr/>
              </p14:nvContentPartPr>
              <p14:xfrm>
                <a:off x="6073304" y="3316626"/>
                <a:ext cx="170640" cy="70920"/>
              </p14:xfrm>
            </p:contentPart>
          </mc:Choice>
          <mc:Fallback xmlns="">
            <p:pic>
              <p:nvPicPr>
                <p:cNvPr id="27747" name="Ink 27746">
                  <a:extLst>
                    <a:ext uri="{FF2B5EF4-FFF2-40B4-BE49-F238E27FC236}">
                      <a16:creationId xmlns:a16="http://schemas.microsoft.com/office/drawing/2014/main" id="{467D5CA0-2213-FA44-E028-F3DBF88FA25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55304" y="3298626"/>
                  <a:ext cx="206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14:cNvPr>
                <p14:cNvContentPartPr/>
                <p14:nvPr/>
              </p14:nvContentPartPr>
              <p14:xfrm>
                <a:off x="6289304" y="3166866"/>
                <a:ext cx="96840" cy="227160"/>
              </p14:xfrm>
            </p:contentPart>
          </mc:Choice>
          <mc:Fallback xmlns="">
            <p:pic>
              <p:nvPicPr>
                <p:cNvPr id="27748" name="Ink 27747">
                  <a:extLst>
                    <a:ext uri="{FF2B5EF4-FFF2-40B4-BE49-F238E27FC236}">
                      <a16:creationId xmlns:a16="http://schemas.microsoft.com/office/drawing/2014/main" id="{D99F8775-29B3-7BCB-472A-B0D9D680B6A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1664" y="3148866"/>
                  <a:ext cx="132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14:cNvPr>
                <p14:cNvContentPartPr/>
                <p14:nvPr/>
              </p14:nvContentPartPr>
              <p14:xfrm>
                <a:off x="6281024" y="3256146"/>
                <a:ext cx="83880" cy="48240"/>
              </p14:xfrm>
            </p:contentPart>
          </mc:Choice>
          <mc:Fallback xmlns="">
            <p:pic>
              <p:nvPicPr>
                <p:cNvPr id="27749" name="Ink 27748">
                  <a:extLst>
                    <a:ext uri="{FF2B5EF4-FFF2-40B4-BE49-F238E27FC236}">
                      <a16:creationId xmlns:a16="http://schemas.microsoft.com/office/drawing/2014/main" id="{A64D0E97-2FEB-0590-F67F-8C3D8175589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63384" y="3238146"/>
                  <a:ext cx="11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14:cNvPr>
                <p14:cNvContentPartPr/>
                <p14:nvPr/>
              </p14:nvContentPartPr>
              <p14:xfrm>
                <a:off x="5547344" y="3622986"/>
                <a:ext cx="128880" cy="1154160"/>
              </p14:xfrm>
            </p:contentPart>
          </mc:Choice>
          <mc:Fallback xmlns="">
            <p:pic>
              <p:nvPicPr>
                <p:cNvPr id="27751" name="Ink 27750">
                  <a:extLst>
                    <a:ext uri="{FF2B5EF4-FFF2-40B4-BE49-F238E27FC236}">
                      <a16:creationId xmlns:a16="http://schemas.microsoft.com/office/drawing/2014/main" id="{E392510C-4298-5FCD-3AF4-CE546F6E0F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29704" y="3604986"/>
                  <a:ext cx="164520" cy="11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14:cNvPr>
                <p14:cNvContentPartPr/>
                <p14:nvPr/>
              </p14:nvContentPartPr>
              <p14:xfrm>
                <a:off x="5535824" y="4756986"/>
                <a:ext cx="277920" cy="30240"/>
              </p14:xfrm>
            </p:contentPart>
          </mc:Choice>
          <mc:Fallback xmlns="">
            <p:pic>
              <p:nvPicPr>
                <p:cNvPr id="27752" name="Ink 27751">
                  <a:extLst>
                    <a:ext uri="{FF2B5EF4-FFF2-40B4-BE49-F238E27FC236}">
                      <a16:creationId xmlns:a16="http://schemas.microsoft.com/office/drawing/2014/main" id="{F3084EB1-61F3-3403-F58A-FA25AE35FA6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17824" y="4739346"/>
                  <a:ext cx="313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14:cNvPr>
                <p14:cNvContentPartPr/>
                <p14:nvPr/>
              </p14:nvContentPartPr>
              <p14:xfrm>
                <a:off x="5585144" y="4771026"/>
                <a:ext cx="135000" cy="163080"/>
              </p14:xfrm>
            </p:contentPart>
          </mc:Choice>
          <mc:Fallback xmlns="">
            <p:pic>
              <p:nvPicPr>
                <p:cNvPr id="27753" name="Ink 27752">
                  <a:extLst>
                    <a:ext uri="{FF2B5EF4-FFF2-40B4-BE49-F238E27FC236}">
                      <a16:creationId xmlns:a16="http://schemas.microsoft.com/office/drawing/2014/main" id="{3104DC2E-1234-4FD6-7F69-20FC7EF5459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67504" y="4753386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14:cNvPr>
                <p14:cNvContentPartPr/>
                <p14:nvPr/>
              </p14:nvContentPartPr>
              <p14:xfrm>
                <a:off x="5697464" y="4769226"/>
                <a:ext cx="105840" cy="142200"/>
              </p14:xfrm>
            </p:contentPart>
          </mc:Choice>
          <mc:Fallback xmlns="">
            <p:pic>
              <p:nvPicPr>
                <p:cNvPr id="27754" name="Ink 27753">
                  <a:extLst>
                    <a:ext uri="{FF2B5EF4-FFF2-40B4-BE49-F238E27FC236}">
                      <a16:creationId xmlns:a16="http://schemas.microsoft.com/office/drawing/2014/main" id="{AB590A07-2E4F-C92E-3206-5F9B0BDF05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79464" y="4751226"/>
                  <a:ext cx="141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14:cNvPr>
                <p14:cNvContentPartPr/>
                <p14:nvPr/>
              </p14:nvContentPartPr>
              <p14:xfrm>
                <a:off x="5990504" y="4744026"/>
                <a:ext cx="166680" cy="226800"/>
              </p14:xfrm>
            </p:contentPart>
          </mc:Choice>
          <mc:Fallback xmlns="">
            <p:pic>
              <p:nvPicPr>
                <p:cNvPr id="27755" name="Ink 27754">
                  <a:extLst>
                    <a:ext uri="{FF2B5EF4-FFF2-40B4-BE49-F238E27FC236}">
                      <a16:creationId xmlns:a16="http://schemas.microsoft.com/office/drawing/2014/main" id="{5B9E01D7-8023-42FD-1890-55050E66716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72504" y="4726026"/>
                  <a:ext cx="202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14:cNvPr>
                <p14:cNvContentPartPr/>
                <p14:nvPr/>
              </p14:nvContentPartPr>
              <p14:xfrm>
                <a:off x="6236744" y="4773906"/>
                <a:ext cx="30600" cy="153360"/>
              </p14:xfrm>
            </p:contentPart>
          </mc:Choice>
          <mc:Fallback xmlns="">
            <p:pic>
              <p:nvPicPr>
                <p:cNvPr id="27756" name="Ink 27755">
                  <a:extLst>
                    <a:ext uri="{FF2B5EF4-FFF2-40B4-BE49-F238E27FC236}">
                      <a16:creationId xmlns:a16="http://schemas.microsoft.com/office/drawing/2014/main" id="{3AAB20EC-CB9F-295C-737E-4BE63065C11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18744" y="4756266"/>
                  <a:ext cx="66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14:cNvPr>
                <p14:cNvContentPartPr/>
                <p14:nvPr/>
              </p14:nvContentPartPr>
              <p14:xfrm>
                <a:off x="6270224" y="4724586"/>
                <a:ext cx="118440" cy="109080"/>
              </p14:xfrm>
            </p:contentPart>
          </mc:Choice>
          <mc:Fallback xmlns="">
            <p:pic>
              <p:nvPicPr>
                <p:cNvPr id="27757" name="Ink 27756">
                  <a:extLst>
                    <a:ext uri="{FF2B5EF4-FFF2-40B4-BE49-F238E27FC236}">
                      <a16:creationId xmlns:a16="http://schemas.microsoft.com/office/drawing/2014/main" id="{D6BF2B64-1E10-0F09-0EC0-3F6858C3E7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52584" y="4706586"/>
                  <a:ext cx="154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14:cNvPr>
                <p14:cNvContentPartPr/>
                <p14:nvPr/>
              </p14:nvContentPartPr>
              <p14:xfrm>
                <a:off x="6460304" y="4707306"/>
                <a:ext cx="64440" cy="190800"/>
              </p14:xfrm>
            </p:contentPart>
          </mc:Choice>
          <mc:Fallback xmlns="">
            <p:pic>
              <p:nvPicPr>
                <p:cNvPr id="27758" name="Ink 27757">
                  <a:extLst>
                    <a:ext uri="{FF2B5EF4-FFF2-40B4-BE49-F238E27FC236}">
                      <a16:creationId xmlns:a16="http://schemas.microsoft.com/office/drawing/2014/main" id="{B96B9169-75D8-D5B9-EA4C-12ED41BC458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42304" y="4689666"/>
                  <a:ext cx="100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14:cNvPr>
                <p14:cNvContentPartPr/>
                <p14:nvPr/>
              </p14:nvContentPartPr>
              <p14:xfrm>
                <a:off x="6477224" y="4716666"/>
                <a:ext cx="143640" cy="217800"/>
              </p14:xfrm>
            </p:contentPart>
          </mc:Choice>
          <mc:Fallback xmlns="">
            <p:pic>
              <p:nvPicPr>
                <p:cNvPr id="27759" name="Ink 27758">
                  <a:extLst>
                    <a:ext uri="{FF2B5EF4-FFF2-40B4-BE49-F238E27FC236}">
                      <a16:creationId xmlns:a16="http://schemas.microsoft.com/office/drawing/2014/main" id="{1CAC0B2F-8277-441D-433D-70DBDF62AC7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59584" y="4699026"/>
                  <a:ext cx="1792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14:cNvPr>
              <p14:cNvContentPartPr/>
              <p14:nvPr/>
            </p14:nvContentPartPr>
            <p14:xfrm>
              <a:off x="6232064" y="3662946"/>
              <a:ext cx="153720" cy="232200"/>
            </p14:xfrm>
          </p:contentPart>
        </mc:Choice>
        <mc:Fallback xmlns="">
          <p:pic>
            <p:nvPicPr>
              <p:cNvPr id="27762" name="Ink 27761">
                <a:extLst>
                  <a:ext uri="{FF2B5EF4-FFF2-40B4-BE49-F238E27FC236}">
                    <a16:creationId xmlns:a16="http://schemas.microsoft.com/office/drawing/2014/main" id="{6AA723C6-15BC-8B6A-245C-C1A452D80EB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4064" y="3645306"/>
                <a:ext cx="18936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8B8FFF5B-74A7-53BF-CDC8-6980E2A62ECF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426C3CC-C456-63EB-251C-A61D26F5D33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984624" y="1707066"/>
                  <a:ext cx="212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6B41DD7D-FFD0-6C9A-5139-42510C78708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3230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7857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560B-1FB9-1ACD-7951-CC9ECD40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3A1DFF-B364-ECCA-2E87-64458DE82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DB1913-A638-3FDD-8049-B23247F243E0}"/>
              </a:ext>
            </a:extLst>
          </p:cNvPr>
          <p:cNvGrpSpPr/>
          <p:nvPr/>
        </p:nvGrpSpPr>
        <p:grpSpPr>
          <a:xfrm>
            <a:off x="6189584" y="559026"/>
            <a:ext cx="4192920" cy="2845800"/>
            <a:chOff x="6189584" y="559026"/>
            <a:chExt cx="4192920" cy="28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14:cNvPr>
                <p14:cNvContentPartPr/>
                <p14:nvPr/>
              </p14:nvContentPartPr>
              <p14:xfrm>
                <a:off x="8207744" y="559026"/>
                <a:ext cx="164520" cy="2431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E55936A-0317-6522-E223-7FEF95BEB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705" y="541026"/>
                  <a:ext cx="200238" cy="24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14:cNvPr>
                <p14:cNvContentPartPr/>
                <p14:nvPr/>
              </p14:nvContentPartPr>
              <p14:xfrm>
                <a:off x="6189584" y="1450386"/>
                <a:ext cx="4048560" cy="268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5B455D-6EE3-DC30-931E-BE002894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71584" y="1432386"/>
                  <a:ext cx="4084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14:cNvPr>
                <p14:cNvContentPartPr/>
                <p14:nvPr/>
              </p14:nvContentPartPr>
              <p14:xfrm>
                <a:off x="7214504" y="992466"/>
                <a:ext cx="4680" cy="280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608432-4B2B-7CBE-3B69-2611BE9FFD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96504" y="974443"/>
                  <a:ext cx="40320" cy="316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14:cNvPr>
                <p14:cNvContentPartPr/>
                <p14:nvPr/>
              </p14:nvContentPartPr>
              <p14:xfrm>
                <a:off x="7332584" y="1070586"/>
                <a:ext cx="2340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145BEE-0A88-C8FD-6708-3FB75A42FB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14584" y="1052586"/>
                  <a:ext cx="59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14:cNvPr>
                <p14:cNvContentPartPr/>
                <p14:nvPr/>
              </p14:nvContentPartPr>
              <p14:xfrm>
                <a:off x="7333304" y="978786"/>
                <a:ext cx="191160" cy="20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661D6E-FDE4-531D-3BE6-DC9C212E0B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5304" y="960786"/>
                  <a:ext cx="226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14:cNvPr>
                <p14:cNvContentPartPr/>
                <p14:nvPr/>
              </p14:nvContentPartPr>
              <p14:xfrm>
                <a:off x="8721824" y="1034946"/>
                <a:ext cx="152640" cy="20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01648E-4D16-2260-60E5-1EE0BC10F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03824" y="1016946"/>
                  <a:ext cx="188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14:cNvPr>
                <p14:cNvContentPartPr/>
                <p14:nvPr/>
              </p14:nvContentPartPr>
              <p14:xfrm>
                <a:off x="9021704" y="1045026"/>
                <a:ext cx="249480" cy="14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60AE327-6CDC-46F1-C8A5-A956A9660F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3704" y="1027071"/>
                  <a:ext cx="28512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14:cNvPr>
                <p14:cNvContentPartPr/>
                <p14:nvPr/>
              </p14:nvContentPartPr>
              <p14:xfrm>
                <a:off x="9424184" y="879426"/>
                <a:ext cx="78480" cy="328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8C4957-924E-7CD4-FB50-17B4242B8F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06184" y="861446"/>
                  <a:ext cx="114120" cy="3639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14:cNvPr>
                <p14:cNvContentPartPr/>
                <p14:nvPr/>
              </p14:nvContentPartPr>
              <p14:xfrm>
                <a:off x="9357944" y="1097586"/>
                <a:ext cx="100440" cy="4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05623-77D4-676B-DFF1-1FCA88ABA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39944" y="1079586"/>
                  <a:ext cx="13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14:cNvPr>
                <p14:cNvContentPartPr/>
                <p14:nvPr/>
              </p14:nvContentPartPr>
              <p14:xfrm>
                <a:off x="9708584" y="1080306"/>
                <a:ext cx="864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FC37A3-D8B3-70D1-CDB0-2E78CA62CE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90584" y="1062306"/>
                  <a:ext cx="44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14:cNvPr>
                <p14:cNvContentPartPr/>
                <p14:nvPr/>
              </p14:nvContentPartPr>
              <p14:xfrm>
                <a:off x="6452744" y="1622106"/>
                <a:ext cx="198360" cy="178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079C04-9C9D-02E5-AE74-37A5DE1CF7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4744" y="1604106"/>
                  <a:ext cx="234000" cy="18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14:cNvPr>
                <p14:cNvContentPartPr/>
                <p14:nvPr/>
              </p14:nvContentPartPr>
              <p14:xfrm>
                <a:off x="8351024" y="2939346"/>
                <a:ext cx="38880" cy="379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3A88D7-BDD1-FB8E-7754-99DA91E2C8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33024" y="2921346"/>
                  <a:ext cx="745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14:cNvPr>
                <p14:cNvContentPartPr/>
                <p14:nvPr/>
              </p14:nvContentPartPr>
              <p14:xfrm>
                <a:off x="6615824" y="3210066"/>
                <a:ext cx="3651480" cy="166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B29CD8-B93B-A483-7D2D-216BA9D5F1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97826" y="3192066"/>
                  <a:ext cx="368711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14:cNvPr>
                <p14:cNvContentPartPr/>
                <p14:nvPr/>
              </p14:nvContentPartPr>
              <p14:xfrm>
                <a:off x="10175864" y="1438506"/>
                <a:ext cx="206640" cy="1790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9988B1-E2FB-FA2B-8FF2-4F3D4860CE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57895" y="1420506"/>
                  <a:ext cx="242218" cy="18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14:cNvPr>
                <p14:cNvContentPartPr/>
                <p14:nvPr/>
              </p14:nvContentPartPr>
              <p14:xfrm>
                <a:off x="6388664" y="636426"/>
                <a:ext cx="3821040" cy="128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AE76CB-95F4-13F1-8260-B1C2D4F207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70664" y="618426"/>
                  <a:ext cx="3856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14:cNvPr>
                <p14:cNvContentPartPr/>
                <p14:nvPr/>
              </p14:nvContentPartPr>
              <p14:xfrm>
                <a:off x="10103504" y="745866"/>
                <a:ext cx="114120" cy="69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F613F3-F674-FF06-C280-3D84E3C4A6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85561" y="727866"/>
                  <a:ext cx="149648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14:cNvPr>
                <p14:cNvContentPartPr/>
                <p14:nvPr/>
              </p14:nvContentPartPr>
              <p14:xfrm>
                <a:off x="6359144" y="774306"/>
                <a:ext cx="50760" cy="754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C91A7B-49B8-5F21-457F-A6ADD8F5CA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1144" y="756306"/>
                  <a:ext cx="864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14:cNvPr>
                <p14:cNvContentPartPr/>
                <p14:nvPr/>
              </p14:nvContentPartPr>
              <p14:xfrm>
                <a:off x="6641744" y="2207826"/>
                <a:ext cx="3633480" cy="28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151F05-CA0A-2F85-9E15-F1FD22941B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23744" y="2189803"/>
                  <a:ext cx="3669120" cy="3233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14:cNvPr>
                <p14:cNvContentPartPr/>
                <p14:nvPr/>
              </p14:nvContentPartPr>
              <p14:xfrm>
                <a:off x="7008944" y="1785906"/>
                <a:ext cx="259560" cy="298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23954D-130F-3C9A-ED01-1480B93ED0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90944" y="1767928"/>
                  <a:ext cx="295200" cy="3340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14:cNvPr>
                <p14:cNvContentPartPr/>
                <p14:nvPr/>
              </p14:nvContentPartPr>
              <p14:xfrm>
                <a:off x="7402064" y="1992186"/>
                <a:ext cx="42840" cy="12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980C33-08A4-741F-0455-7F1FF1565C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4214" y="1974136"/>
                  <a:ext cx="78183" cy="16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14:cNvPr>
                <p14:cNvContentPartPr/>
                <p14:nvPr/>
              </p14:nvContentPartPr>
              <p14:xfrm>
                <a:off x="7407824" y="1956546"/>
                <a:ext cx="118440" cy="152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1920E2-59CB-1BD5-7ED2-76E401D77A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89824" y="1938546"/>
                  <a:ext cx="154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14:cNvPr>
                <p14:cNvContentPartPr/>
                <p14:nvPr/>
              </p14:nvContentPartPr>
              <p14:xfrm>
                <a:off x="7581704" y="1975266"/>
                <a:ext cx="77040" cy="134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884F45-C836-0415-7A84-D38C76FF58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63704" y="1957266"/>
                  <a:ext cx="11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14:cNvPr>
                <p14:cNvContentPartPr/>
                <p14:nvPr/>
              </p14:nvContentPartPr>
              <p14:xfrm>
                <a:off x="7645784" y="1939626"/>
                <a:ext cx="8784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3C58F-127A-9088-F352-A77AE6841F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7784" y="1921667"/>
                  <a:ext cx="123480" cy="191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14:cNvPr>
                <p14:cNvContentPartPr/>
                <p14:nvPr/>
              </p14:nvContentPartPr>
              <p14:xfrm>
                <a:off x="7342304" y="2683386"/>
                <a:ext cx="231480" cy="29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82BB966-9BB9-5040-6C2F-AAE3896A6B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4304" y="2665386"/>
                  <a:ext cx="2671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54B2C36B-1600-D2CA-3624-4677017DC606}"/>
              </a:ext>
            </a:extLst>
          </p:cNvPr>
          <p:cNvGrpSpPr/>
          <p:nvPr/>
        </p:nvGrpSpPr>
        <p:grpSpPr>
          <a:xfrm>
            <a:off x="6950984" y="1671066"/>
            <a:ext cx="973440" cy="648000"/>
            <a:chOff x="6950984" y="1671066"/>
            <a:chExt cx="97344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14:cNvPr>
                <p14:cNvContentPartPr/>
                <p14:nvPr/>
              </p14:nvContentPartPr>
              <p14:xfrm>
                <a:off x="6950984" y="1671066"/>
                <a:ext cx="973440" cy="648000"/>
              </p14:xfrm>
            </p:contentPart>
          </mc:Choice>
          <mc:Fallback xmlns="">
            <p:pic>
              <p:nvPicPr>
                <p:cNvPr id="27663" name="Ink 27662">
                  <a:extLst>
                    <a:ext uri="{FF2B5EF4-FFF2-40B4-BE49-F238E27FC236}">
                      <a16:creationId xmlns:a16="http://schemas.microsoft.com/office/drawing/2014/main" id="{FCA18E17-B5A8-9B14-5442-90D2BBA08EA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2984" y="1653066"/>
                  <a:ext cx="10090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14:cNvPr>
                <p14:cNvContentPartPr/>
                <p14:nvPr/>
              </p14:nvContentPartPr>
              <p14:xfrm>
                <a:off x="6980504" y="1851426"/>
                <a:ext cx="25560" cy="42336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43D9C585-8E44-8314-1978-261578AB15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2504" y="1833426"/>
                  <a:ext cx="61200" cy="45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0" name="Group 27739">
            <a:extLst>
              <a:ext uri="{FF2B5EF4-FFF2-40B4-BE49-F238E27FC236}">
                <a16:creationId xmlns:a16="http://schemas.microsoft.com/office/drawing/2014/main" id="{8EECB602-EB2C-C427-7035-AEC6B957A412}"/>
              </a:ext>
            </a:extLst>
          </p:cNvPr>
          <p:cNvGrpSpPr/>
          <p:nvPr/>
        </p:nvGrpSpPr>
        <p:grpSpPr>
          <a:xfrm>
            <a:off x="10646384" y="2911266"/>
            <a:ext cx="1416960" cy="3438720"/>
            <a:chOff x="10646384" y="2911266"/>
            <a:chExt cx="1416960" cy="34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14:cNvPr>
                <p14:cNvContentPartPr/>
                <p14:nvPr/>
              </p14:nvContentPartPr>
              <p14:xfrm>
                <a:off x="10672304" y="2911266"/>
                <a:ext cx="144000" cy="3386520"/>
              </p14:xfrm>
            </p:contentPart>
          </mc:Choice>
          <mc:Fallback xmlns="">
            <p:pic>
              <p:nvPicPr>
                <p:cNvPr id="27737" name="Ink 27736">
                  <a:extLst>
                    <a:ext uri="{FF2B5EF4-FFF2-40B4-BE49-F238E27FC236}">
                      <a16:creationId xmlns:a16="http://schemas.microsoft.com/office/drawing/2014/main" id="{1F2C2149-9581-C9B9-AFBE-5C82DA59A3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54304" y="2893266"/>
                  <a:ext cx="179640" cy="34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14:cNvPr>
                <p14:cNvContentPartPr/>
                <p14:nvPr/>
              </p14:nvContentPartPr>
              <p14:xfrm>
                <a:off x="10811264" y="3068946"/>
                <a:ext cx="1099080" cy="47160"/>
              </p14:xfrm>
            </p:contentPart>
          </mc:Choice>
          <mc:Fallback xmlns="">
            <p:pic>
              <p:nvPicPr>
                <p:cNvPr id="27738" name="Ink 27737">
                  <a:extLst>
                    <a:ext uri="{FF2B5EF4-FFF2-40B4-BE49-F238E27FC236}">
                      <a16:creationId xmlns:a16="http://schemas.microsoft.com/office/drawing/2014/main" id="{9307985E-C0B4-B958-1FFC-FD60CE0ACF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3264" y="3051082"/>
                  <a:ext cx="1134720" cy="82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14:cNvPr>
                <p14:cNvContentPartPr/>
                <p14:nvPr/>
              </p14:nvContentPartPr>
              <p14:xfrm>
                <a:off x="10646384" y="3102786"/>
                <a:ext cx="1416960" cy="3247200"/>
              </p14:xfrm>
            </p:contentPart>
          </mc:Choice>
          <mc:Fallback xmlns="">
            <p:pic>
              <p:nvPicPr>
                <p:cNvPr id="27739" name="Ink 27738">
                  <a:extLst>
                    <a:ext uri="{FF2B5EF4-FFF2-40B4-BE49-F238E27FC236}">
                      <a16:creationId xmlns:a16="http://schemas.microsoft.com/office/drawing/2014/main" id="{F6AF3704-EC35-8BE6-C757-86F32AC731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28384" y="3084786"/>
                  <a:ext cx="1452600" cy="32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43" name="Group 27742">
            <a:extLst>
              <a:ext uri="{FF2B5EF4-FFF2-40B4-BE49-F238E27FC236}">
                <a16:creationId xmlns:a16="http://schemas.microsoft.com/office/drawing/2014/main" id="{87686B95-772F-7581-6356-900989515F94}"/>
              </a:ext>
            </a:extLst>
          </p:cNvPr>
          <p:cNvGrpSpPr/>
          <p:nvPr/>
        </p:nvGrpSpPr>
        <p:grpSpPr>
          <a:xfrm>
            <a:off x="8972024" y="1690866"/>
            <a:ext cx="499680" cy="335520"/>
            <a:chOff x="8972024" y="1690866"/>
            <a:chExt cx="49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14:cNvPr>
                <p14:cNvContentPartPr/>
                <p14:nvPr/>
              </p14:nvContentPartPr>
              <p14:xfrm>
                <a:off x="8972024" y="1734426"/>
                <a:ext cx="232200" cy="291960"/>
              </p14:xfrm>
            </p:contentPart>
          </mc:Choice>
          <mc:Fallback xmlns="">
            <p:pic>
              <p:nvPicPr>
                <p:cNvPr id="27741" name="Ink 27740">
                  <a:extLst>
                    <a:ext uri="{FF2B5EF4-FFF2-40B4-BE49-F238E27FC236}">
                      <a16:creationId xmlns:a16="http://schemas.microsoft.com/office/drawing/2014/main" id="{81776136-2D05-120E-3A06-0E29BECF2B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53996" y="1716426"/>
                  <a:ext cx="267895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14:cNvPr>
                <p14:cNvContentPartPr/>
                <p14:nvPr/>
              </p14:nvContentPartPr>
              <p14:xfrm>
                <a:off x="9293504" y="1690866"/>
                <a:ext cx="178200" cy="261360"/>
              </p14:xfrm>
            </p:contentPart>
          </mc:Choice>
          <mc:Fallback xmlns="">
            <p:pic>
              <p:nvPicPr>
                <p:cNvPr id="27742" name="Ink 27741">
                  <a:extLst>
                    <a:ext uri="{FF2B5EF4-FFF2-40B4-BE49-F238E27FC236}">
                      <a16:creationId xmlns:a16="http://schemas.microsoft.com/office/drawing/2014/main" id="{C50E3771-7672-11D8-845A-0B50FF95A19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5468" y="1672866"/>
                  <a:ext cx="213912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14:cNvPr>
              <p14:cNvContentPartPr/>
              <p14:nvPr/>
            </p14:nvContentPartPr>
            <p14:xfrm>
              <a:off x="4639784" y="1378746"/>
              <a:ext cx="106200" cy="457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9A116B-1318-6550-8F0C-9C3D57E5440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21784" y="1360746"/>
                <a:ext cx="141840" cy="46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65" name="Group 27764">
            <a:extLst>
              <a:ext uri="{FF2B5EF4-FFF2-40B4-BE49-F238E27FC236}">
                <a16:creationId xmlns:a16="http://schemas.microsoft.com/office/drawing/2014/main" id="{09998AEF-EFAE-02D5-9A77-F4D0925547C9}"/>
              </a:ext>
            </a:extLst>
          </p:cNvPr>
          <p:cNvGrpSpPr/>
          <p:nvPr/>
        </p:nvGrpSpPr>
        <p:grpSpPr>
          <a:xfrm>
            <a:off x="9002264" y="1644426"/>
            <a:ext cx="458280" cy="363240"/>
            <a:chOff x="9002264" y="1644426"/>
            <a:chExt cx="4582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14:cNvPr>
                <p14:cNvContentPartPr/>
                <p14:nvPr/>
              </p14:nvContentPartPr>
              <p14:xfrm>
                <a:off x="9002264" y="1725066"/>
                <a:ext cx="176400" cy="282600"/>
              </p14:xfrm>
            </p:contentPart>
          </mc:Choice>
          <mc:Fallback xmlns="">
            <p:pic>
              <p:nvPicPr>
                <p:cNvPr id="27763" name="Ink 27762">
                  <a:extLst>
                    <a:ext uri="{FF2B5EF4-FFF2-40B4-BE49-F238E27FC236}">
                      <a16:creationId xmlns:a16="http://schemas.microsoft.com/office/drawing/2014/main" id="{533420F6-28AD-AB2A-E82E-B44F1CB031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84227" y="1707066"/>
                  <a:ext cx="212113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14:cNvPr>
                <p14:cNvContentPartPr/>
                <p14:nvPr/>
              </p14:nvContentPartPr>
              <p14:xfrm>
                <a:off x="9249944" y="1644426"/>
                <a:ext cx="210600" cy="250560"/>
              </p14:xfrm>
            </p:contentPart>
          </mc:Choice>
          <mc:Fallback xmlns="">
            <p:pic>
              <p:nvPicPr>
                <p:cNvPr id="27764" name="Ink 27763">
                  <a:extLst>
                    <a:ext uri="{FF2B5EF4-FFF2-40B4-BE49-F238E27FC236}">
                      <a16:creationId xmlns:a16="http://schemas.microsoft.com/office/drawing/2014/main" id="{A0D8F1C7-5F49-8868-3F69-3CF2F58B30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1944" y="1626426"/>
                  <a:ext cx="24624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18" name="Group 27717">
            <a:extLst>
              <a:ext uri="{FF2B5EF4-FFF2-40B4-BE49-F238E27FC236}">
                <a16:creationId xmlns:a16="http://schemas.microsoft.com/office/drawing/2014/main" id="{A3FE13DD-05AA-86FD-6A52-7B3485D8842F}"/>
              </a:ext>
            </a:extLst>
          </p:cNvPr>
          <p:cNvGrpSpPr/>
          <p:nvPr/>
        </p:nvGrpSpPr>
        <p:grpSpPr>
          <a:xfrm>
            <a:off x="314384" y="1912266"/>
            <a:ext cx="3354120" cy="2880720"/>
            <a:chOff x="314384" y="1912266"/>
            <a:chExt cx="3354120" cy="28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14:cNvPr>
                <p14:cNvContentPartPr/>
                <p14:nvPr/>
              </p14:nvContentPartPr>
              <p14:xfrm>
                <a:off x="1735304" y="1912266"/>
                <a:ext cx="876240" cy="28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0A62AD-E09E-2E67-3754-3D9332CF56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17304" y="1894626"/>
                  <a:ext cx="911880" cy="29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14:cNvPr>
                <p14:cNvContentPartPr/>
                <p14:nvPr/>
              </p14:nvContentPartPr>
              <p14:xfrm>
                <a:off x="1526864" y="2420946"/>
                <a:ext cx="79560" cy="49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A335B0-F702-EC0C-5837-8C56E8EA56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09224" y="2403306"/>
                  <a:ext cx="11520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14:cNvPr>
                <p14:cNvContentPartPr/>
                <p14:nvPr/>
              </p14:nvContentPartPr>
              <p14:xfrm>
                <a:off x="1466024" y="2595906"/>
                <a:ext cx="85680" cy="144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D66C20-47FC-E57C-6CCB-C76FAD37FD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8024" y="2577906"/>
                  <a:ext cx="121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14:cNvPr>
                <p14:cNvContentPartPr/>
                <p14:nvPr/>
              </p14:nvContentPartPr>
              <p14:xfrm>
                <a:off x="1131224" y="2683026"/>
                <a:ext cx="37836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B8D4F9-CC6A-04C7-D57D-D9CAB04737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224" y="2665026"/>
                  <a:ext cx="414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14:cNvPr>
                <p14:cNvContentPartPr/>
                <p14:nvPr/>
              </p14:nvContentPartPr>
              <p14:xfrm>
                <a:off x="1124024" y="2726946"/>
                <a:ext cx="598680" cy="1279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121411-F9D7-DD0F-13EE-39DD8780B2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6384" y="2708946"/>
                  <a:ext cx="63432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14:cNvPr>
                <p14:cNvContentPartPr/>
                <p14:nvPr/>
              </p14:nvContentPartPr>
              <p14:xfrm>
                <a:off x="1716584" y="3671226"/>
                <a:ext cx="91800" cy="38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D2449E-FA8E-7C55-0955-7F703BA08D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98944" y="3653586"/>
                  <a:ext cx="127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14:cNvPr>
                <p14:cNvContentPartPr/>
                <p14:nvPr/>
              </p14:nvContentPartPr>
              <p14:xfrm>
                <a:off x="435704" y="3334626"/>
                <a:ext cx="762840" cy="80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5F461E-BF7A-47C3-BD84-BB8AD60FBB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704" y="3316986"/>
                  <a:ext cx="798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14:cNvPr>
                <p14:cNvContentPartPr/>
                <p14:nvPr/>
              </p14:nvContentPartPr>
              <p14:xfrm>
                <a:off x="343184" y="3340026"/>
                <a:ext cx="107280" cy="111240"/>
              </p14:xfrm>
            </p:contentPart>
          </mc:Choice>
          <mc:Fallback xmlns="">
            <p:pic>
              <p:nvPicPr>
                <p:cNvPr id="27652" name="Ink 27651">
                  <a:extLst>
                    <a:ext uri="{FF2B5EF4-FFF2-40B4-BE49-F238E27FC236}">
                      <a16:creationId xmlns:a16="http://schemas.microsoft.com/office/drawing/2014/main" id="{DA1B46C0-4B60-5AEF-413D-35870627CE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5184" y="3322386"/>
                  <a:ext cx="142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14:cNvPr>
                <p14:cNvContentPartPr/>
                <p14:nvPr/>
              </p14:nvContentPartPr>
              <p14:xfrm>
                <a:off x="314384" y="3034026"/>
                <a:ext cx="79200" cy="228960"/>
              </p14:xfrm>
            </p:contentPart>
          </mc:Choice>
          <mc:Fallback xmlns="">
            <p:pic>
              <p:nvPicPr>
                <p:cNvPr id="27678" name="Ink 27677">
                  <a:extLst>
                    <a:ext uri="{FF2B5EF4-FFF2-40B4-BE49-F238E27FC236}">
                      <a16:creationId xmlns:a16="http://schemas.microsoft.com/office/drawing/2014/main" id="{4E3CD88C-4C50-40C1-DE5E-2943A00B26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744" y="3016386"/>
                  <a:ext cx="114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14:cNvPr>
                <p14:cNvContentPartPr/>
                <p14:nvPr/>
              </p14:nvContentPartPr>
              <p14:xfrm>
                <a:off x="410864" y="2925666"/>
                <a:ext cx="164160" cy="272880"/>
              </p14:xfrm>
            </p:contentPart>
          </mc:Choice>
          <mc:Fallback xmlns="">
            <p:pic>
              <p:nvPicPr>
                <p:cNvPr id="27679" name="Ink 27678">
                  <a:extLst>
                    <a:ext uri="{FF2B5EF4-FFF2-40B4-BE49-F238E27FC236}">
                      <a16:creationId xmlns:a16="http://schemas.microsoft.com/office/drawing/2014/main" id="{62E762D7-7E8D-A7E4-16E2-330C4D98AF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224" y="2907666"/>
                  <a:ext cx="199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14:cNvPr>
                <p14:cNvContentPartPr/>
                <p14:nvPr/>
              </p14:nvContentPartPr>
              <p14:xfrm>
                <a:off x="2364224" y="2998026"/>
                <a:ext cx="1039680" cy="127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D6C006-51A5-7951-760A-50B21F7B6E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6224" y="2980026"/>
                  <a:ext cx="1075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14:cNvPr>
                <p14:cNvContentPartPr/>
                <p14:nvPr/>
              </p14:nvContentPartPr>
              <p14:xfrm>
                <a:off x="3324704" y="2944026"/>
                <a:ext cx="78120" cy="37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C04F30-EC69-5055-0320-6A6E2DD272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7064" y="2926386"/>
                  <a:ext cx="113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14:cNvPr>
                <p14:cNvContentPartPr/>
                <p14:nvPr/>
              </p14:nvContentPartPr>
              <p14:xfrm>
                <a:off x="3047864" y="2666106"/>
                <a:ext cx="106920" cy="146880"/>
              </p14:xfrm>
            </p:contentPart>
          </mc:Choice>
          <mc:Fallback xmlns="">
            <p:pic>
              <p:nvPicPr>
                <p:cNvPr id="27713" name="Ink 27712">
                  <a:extLst>
                    <a:ext uri="{FF2B5EF4-FFF2-40B4-BE49-F238E27FC236}">
                      <a16:creationId xmlns:a16="http://schemas.microsoft.com/office/drawing/2014/main" id="{207D5C3F-E992-4402-25F5-B0D428808A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30224" y="2648466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14:cNvPr>
                <p14:cNvContentPartPr/>
                <p14:nvPr/>
              </p14:nvContentPartPr>
              <p14:xfrm>
                <a:off x="3246584" y="2595906"/>
                <a:ext cx="198360" cy="136800"/>
              </p14:xfrm>
            </p:contentPart>
          </mc:Choice>
          <mc:Fallback xmlns="">
            <p:pic>
              <p:nvPicPr>
                <p:cNvPr id="27714" name="Ink 27713">
                  <a:extLst>
                    <a:ext uri="{FF2B5EF4-FFF2-40B4-BE49-F238E27FC236}">
                      <a16:creationId xmlns:a16="http://schemas.microsoft.com/office/drawing/2014/main" id="{9C4D3F65-665A-4A45-3708-91A9C2BCEE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8584" y="2578266"/>
                  <a:ext cx="23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14:cNvPr>
                <p14:cNvContentPartPr/>
                <p14:nvPr/>
              </p14:nvContentPartPr>
              <p14:xfrm>
                <a:off x="3495704" y="2433906"/>
                <a:ext cx="145440" cy="311040"/>
              </p14:xfrm>
            </p:contentPart>
          </mc:Choice>
          <mc:Fallback xmlns="">
            <p:pic>
              <p:nvPicPr>
                <p:cNvPr id="27715" name="Ink 27714">
                  <a:extLst>
                    <a:ext uri="{FF2B5EF4-FFF2-40B4-BE49-F238E27FC236}">
                      <a16:creationId xmlns:a16="http://schemas.microsoft.com/office/drawing/2014/main" id="{0B7C34EE-7CB7-6343-915F-165FDC90E5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77704" y="2415906"/>
                  <a:ext cx="181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14:cNvPr>
                <p14:cNvContentPartPr/>
                <p14:nvPr/>
              </p14:nvContentPartPr>
              <p14:xfrm>
                <a:off x="3522344" y="2532906"/>
                <a:ext cx="146160" cy="111960"/>
              </p14:xfrm>
            </p:contentPart>
          </mc:Choice>
          <mc:Fallback xmlns="">
            <p:pic>
              <p:nvPicPr>
                <p:cNvPr id="27716" name="Ink 27715">
                  <a:extLst>
                    <a:ext uri="{FF2B5EF4-FFF2-40B4-BE49-F238E27FC236}">
                      <a16:creationId xmlns:a16="http://schemas.microsoft.com/office/drawing/2014/main" id="{C1AB0E82-5D5E-C31F-87AC-8F4E82FB7E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04344" y="2514906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14:cNvPr>
              <p14:cNvContentPartPr/>
              <p14:nvPr/>
            </p14:nvContentPartPr>
            <p14:xfrm>
              <a:off x="1817024" y="1816146"/>
              <a:ext cx="822600" cy="141120"/>
            </p14:xfrm>
          </p:contentPart>
        </mc:Choice>
        <mc:Fallback xmlns="">
          <p:pic>
            <p:nvPicPr>
              <p:cNvPr id="27719" name="Ink 27718">
                <a:extLst>
                  <a:ext uri="{FF2B5EF4-FFF2-40B4-BE49-F238E27FC236}">
                    <a16:creationId xmlns:a16="http://schemas.microsoft.com/office/drawing/2014/main" id="{2924F382-5078-2DF9-8ADE-C9D0D215762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799384" y="1798506"/>
                <a:ext cx="8582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25" name="Group 27724">
            <a:extLst>
              <a:ext uri="{FF2B5EF4-FFF2-40B4-BE49-F238E27FC236}">
                <a16:creationId xmlns:a16="http://schemas.microsoft.com/office/drawing/2014/main" id="{FA4783C3-F405-D349-089B-C72B6430CEB8}"/>
              </a:ext>
            </a:extLst>
          </p:cNvPr>
          <p:cNvGrpSpPr/>
          <p:nvPr/>
        </p:nvGrpSpPr>
        <p:grpSpPr>
          <a:xfrm>
            <a:off x="2397344" y="4747986"/>
            <a:ext cx="374040" cy="589680"/>
            <a:chOff x="2397344" y="4747986"/>
            <a:chExt cx="374040" cy="58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14:cNvPr>
                <p14:cNvContentPartPr/>
                <p14:nvPr/>
              </p14:nvContentPartPr>
              <p14:xfrm>
                <a:off x="2587424" y="4747986"/>
                <a:ext cx="35280" cy="265680"/>
              </p14:xfrm>
            </p:contentPart>
          </mc:Choice>
          <mc:Fallback xmlns="">
            <p:pic>
              <p:nvPicPr>
                <p:cNvPr id="27721" name="Ink 27720">
                  <a:extLst>
                    <a:ext uri="{FF2B5EF4-FFF2-40B4-BE49-F238E27FC236}">
                      <a16:creationId xmlns:a16="http://schemas.microsoft.com/office/drawing/2014/main" id="{96F0CE40-11DD-5934-3E04-0F12C3C472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69784" y="4729986"/>
                  <a:ext cx="709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14:cNvPr>
                <p14:cNvContentPartPr/>
                <p14:nvPr/>
              </p14:nvContentPartPr>
              <p14:xfrm>
                <a:off x="2397344" y="5045346"/>
                <a:ext cx="374040" cy="52560"/>
              </p14:xfrm>
            </p:contentPart>
          </mc:Choice>
          <mc:Fallback xmlns="">
            <p:pic>
              <p:nvPicPr>
                <p:cNvPr id="27722" name="Ink 27721">
                  <a:extLst>
                    <a:ext uri="{FF2B5EF4-FFF2-40B4-BE49-F238E27FC236}">
                      <a16:creationId xmlns:a16="http://schemas.microsoft.com/office/drawing/2014/main" id="{0A130F72-2109-2671-3977-90BEF86347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9344" y="5027346"/>
                  <a:ext cx="40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14:cNvPr>
                <p14:cNvContentPartPr/>
                <p14:nvPr/>
              </p14:nvContentPartPr>
              <p14:xfrm>
                <a:off x="2438744" y="5143986"/>
                <a:ext cx="222840" cy="126720"/>
              </p14:xfrm>
            </p:contentPart>
          </mc:Choice>
          <mc:Fallback xmlns="">
            <p:pic>
              <p:nvPicPr>
                <p:cNvPr id="27723" name="Ink 27722">
                  <a:extLst>
                    <a:ext uri="{FF2B5EF4-FFF2-40B4-BE49-F238E27FC236}">
                      <a16:creationId xmlns:a16="http://schemas.microsoft.com/office/drawing/2014/main" id="{D107118A-5753-0ACD-0674-797075261A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20744" y="5126346"/>
                  <a:ext cx="258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14:cNvPr>
                <p14:cNvContentPartPr/>
                <p14:nvPr/>
              </p14:nvContentPartPr>
              <p14:xfrm>
                <a:off x="2636744" y="5048586"/>
                <a:ext cx="90000" cy="289080"/>
              </p14:xfrm>
            </p:contentPart>
          </mc:Choice>
          <mc:Fallback xmlns="">
            <p:pic>
              <p:nvPicPr>
                <p:cNvPr id="27724" name="Ink 27723">
                  <a:extLst>
                    <a:ext uri="{FF2B5EF4-FFF2-40B4-BE49-F238E27FC236}">
                      <a16:creationId xmlns:a16="http://schemas.microsoft.com/office/drawing/2014/main" id="{5FC8A9F2-AB32-493C-B643-5DE07BFB31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19104" y="5030586"/>
                  <a:ext cx="1256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6" name="Group 27765">
            <a:extLst>
              <a:ext uri="{FF2B5EF4-FFF2-40B4-BE49-F238E27FC236}">
                <a16:creationId xmlns:a16="http://schemas.microsoft.com/office/drawing/2014/main" id="{6C5D9298-D686-842E-7A52-CA4809775BBB}"/>
              </a:ext>
            </a:extLst>
          </p:cNvPr>
          <p:cNvGrpSpPr/>
          <p:nvPr/>
        </p:nvGrpSpPr>
        <p:grpSpPr>
          <a:xfrm>
            <a:off x="2123384" y="2294226"/>
            <a:ext cx="727200" cy="408600"/>
            <a:chOff x="2123384" y="2294226"/>
            <a:chExt cx="7272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14:cNvPr>
                <p14:cNvContentPartPr/>
                <p14:nvPr/>
              </p14:nvContentPartPr>
              <p14:xfrm>
                <a:off x="2123384" y="2526066"/>
                <a:ext cx="62640" cy="176760"/>
              </p14:xfrm>
            </p:contentPart>
          </mc:Choice>
          <mc:Fallback xmlns="">
            <p:pic>
              <p:nvPicPr>
                <p:cNvPr id="27726" name="Ink 27725">
                  <a:extLst>
                    <a:ext uri="{FF2B5EF4-FFF2-40B4-BE49-F238E27FC236}">
                      <a16:creationId xmlns:a16="http://schemas.microsoft.com/office/drawing/2014/main" id="{42D058E9-0159-E76C-CCC7-A043BBD14F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05744" y="2508426"/>
                  <a:ext cx="98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14:cNvPr>
                <p14:cNvContentPartPr/>
                <p14:nvPr/>
              </p14:nvContentPartPr>
              <p14:xfrm>
                <a:off x="2129144" y="2468106"/>
                <a:ext cx="70560" cy="144000"/>
              </p14:xfrm>
            </p:contentPart>
          </mc:Choice>
          <mc:Fallback xmlns="">
            <p:pic>
              <p:nvPicPr>
                <p:cNvPr id="27727" name="Ink 27726">
                  <a:extLst>
                    <a:ext uri="{FF2B5EF4-FFF2-40B4-BE49-F238E27FC236}">
                      <a16:creationId xmlns:a16="http://schemas.microsoft.com/office/drawing/2014/main" id="{9C2C2EE9-8A33-B6F5-B0C5-9C323D0EEC8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11504" y="2450106"/>
                  <a:ext cx="1062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14:cNvPr>
                <p14:cNvContentPartPr/>
                <p14:nvPr/>
              </p14:nvContentPartPr>
              <p14:xfrm>
                <a:off x="2294384" y="2439666"/>
                <a:ext cx="248760" cy="168120"/>
              </p14:xfrm>
            </p:contentPart>
          </mc:Choice>
          <mc:Fallback xmlns="">
            <p:pic>
              <p:nvPicPr>
                <p:cNvPr id="27728" name="Ink 27727">
                  <a:extLst>
                    <a:ext uri="{FF2B5EF4-FFF2-40B4-BE49-F238E27FC236}">
                      <a16:creationId xmlns:a16="http://schemas.microsoft.com/office/drawing/2014/main" id="{4CEE1C15-5122-2AC2-785F-B52DBC8A56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76384" y="2421666"/>
                  <a:ext cx="284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14:cNvPr>
                <p14:cNvContentPartPr/>
                <p14:nvPr/>
              </p14:nvContentPartPr>
              <p14:xfrm>
                <a:off x="2576264" y="2367306"/>
                <a:ext cx="129600" cy="164160"/>
              </p14:xfrm>
            </p:contentPart>
          </mc:Choice>
          <mc:Fallback xmlns="">
            <p:pic>
              <p:nvPicPr>
                <p:cNvPr id="27729" name="Ink 27728">
                  <a:extLst>
                    <a:ext uri="{FF2B5EF4-FFF2-40B4-BE49-F238E27FC236}">
                      <a16:creationId xmlns:a16="http://schemas.microsoft.com/office/drawing/2014/main" id="{9A354937-834A-7BBC-2F20-EFBB73C4B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58624" y="2349666"/>
                  <a:ext cx="165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14:cNvPr>
                <p14:cNvContentPartPr/>
                <p14:nvPr/>
              </p14:nvContentPartPr>
              <p14:xfrm>
                <a:off x="2734664" y="2294226"/>
                <a:ext cx="115920" cy="252720"/>
              </p14:xfrm>
            </p:contentPart>
          </mc:Choice>
          <mc:Fallback xmlns="">
            <p:pic>
              <p:nvPicPr>
                <p:cNvPr id="27731" name="Ink 27730">
                  <a:extLst>
                    <a:ext uri="{FF2B5EF4-FFF2-40B4-BE49-F238E27FC236}">
                      <a16:creationId xmlns:a16="http://schemas.microsoft.com/office/drawing/2014/main" id="{BBA554CA-5261-CC65-1DF9-D0AA91E042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16664" y="2276586"/>
                  <a:ext cx="1515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60" name="Group 27759">
            <a:extLst>
              <a:ext uri="{FF2B5EF4-FFF2-40B4-BE49-F238E27FC236}">
                <a16:creationId xmlns:a16="http://schemas.microsoft.com/office/drawing/2014/main" id="{FCFD0C9A-4BF1-FF65-EAAC-F8B9B0CD964A}"/>
              </a:ext>
            </a:extLst>
          </p:cNvPr>
          <p:cNvGrpSpPr/>
          <p:nvPr/>
        </p:nvGrpSpPr>
        <p:grpSpPr>
          <a:xfrm>
            <a:off x="2471504" y="3574026"/>
            <a:ext cx="768600" cy="343800"/>
            <a:chOff x="2471504" y="3574026"/>
            <a:chExt cx="7686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14:cNvPr>
                <p14:cNvContentPartPr/>
                <p14:nvPr/>
              </p14:nvContentPartPr>
              <p14:xfrm>
                <a:off x="2471504" y="3730266"/>
                <a:ext cx="39600" cy="187560"/>
              </p14:xfrm>
            </p:contentPart>
          </mc:Choice>
          <mc:Fallback xmlns="">
            <p:pic>
              <p:nvPicPr>
                <p:cNvPr id="27732" name="Ink 27731">
                  <a:extLst>
                    <a:ext uri="{FF2B5EF4-FFF2-40B4-BE49-F238E27FC236}">
                      <a16:creationId xmlns:a16="http://schemas.microsoft.com/office/drawing/2014/main" id="{FBC21407-FE82-1C59-38C3-17A9A25EEF9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53504" y="3712626"/>
                  <a:ext cx="75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14:cNvPr>
                <p14:cNvContentPartPr/>
                <p14:nvPr/>
              </p14:nvContentPartPr>
              <p14:xfrm>
                <a:off x="2490224" y="3695706"/>
                <a:ext cx="98640" cy="130680"/>
              </p14:xfrm>
            </p:contentPart>
          </mc:Choice>
          <mc:Fallback xmlns="">
            <p:pic>
              <p:nvPicPr>
                <p:cNvPr id="27733" name="Ink 27732">
                  <a:extLst>
                    <a:ext uri="{FF2B5EF4-FFF2-40B4-BE49-F238E27FC236}">
                      <a16:creationId xmlns:a16="http://schemas.microsoft.com/office/drawing/2014/main" id="{62799C48-6F58-9830-0ADD-19D45070A21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72584" y="3678066"/>
                  <a:ext cx="134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14:cNvPr>
                <p14:cNvContentPartPr/>
                <p14:nvPr/>
              </p14:nvContentPartPr>
              <p14:xfrm>
                <a:off x="2694344" y="3682386"/>
                <a:ext cx="35280" cy="143640"/>
              </p14:xfrm>
            </p:contentPart>
          </mc:Choice>
          <mc:Fallback xmlns="">
            <p:pic>
              <p:nvPicPr>
                <p:cNvPr id="27734" name="Ink 27733">
                  <a:extLst>
                    <a:ext uri="{FF2B5EF4-FFF2-40B4-BE49-F238E27FC236}">
                      <a16:creationId xmlns:a16="http://schemas.microsoft.com/office/drawing/2014/main" id="{F1DDBE6C-67C8-1429-9455-8D59B924864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6704" y="3664746"/>
                  <a:ext cx="70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14:cNvPr>
                <p14:cNvContentPartPr/>
                <p14:nvPr/>
              </p14:nvContentPartPr>
              <p14:xfrm>
                <a:off x="2707304" y="3642426"/>
                <a:ext cx="188640" cy="140400"/>
              </p14:xfrm>
            </p:contentPart>
          </mc:Choice>
          <mc:Fallback xmlns="">
            <p:pic>
              <p:nvPicPr>
                <p:cNvPr id="27735" name="Ink 27734">
                  <a:extLst>
                    <a:ext uri="{FF2B5EF4-FFF2-40B4-BE49-F238E27FC236}">
                      <a16:creationId xmlns:a16="http://schemas.microsoft.com/office/drawing/2014/main" id="{3BD8C36B-EB1B-A1BE-33F3-934D8FAB7AA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89304" y="3624426"/>
                  <a:ext cx="224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14:cNvPr>
                <p14:cNvContentPartPr/>
                <p14:nvPr/>
              </p14:nvContentPartPr>
              <p14:xfrm>
                <a:off x="2972624" y="3623346"/>
                <a:ext cx="86400" cy="160920"/>
              </p14:xfrm>
            </p:contentPart>
          </mc:Choice>
          <mc:Fallback xmlns="">
            <p:pic>
              <p:nvPicPr>
                <p:cNvPr id="27736" name="Ink 27735">
                  <a:extLst>
                    <a:ext uri="{FF2B5EF4-FFF2-40B4-BE49-F238E27FC236}">
                      <a16:creationId xmlns:a16="http://schemas.microsoft.com/office/drawing/2014/main" id="{2AE50E8C-27BF-3CA8-12F3-B42C67E8EB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4984" y="3605346"/>
                  <a:ext cx="122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14:cNvPr>
                <p14:cNvContentPartPr/>
                <p14:nvPr/>
              </p14:nvContentPartPr>
              <p14:xfrm>
                <a:off x="3136064" y="3574026"/>
                <a:ext cx="104040" cy="243000"/>
              </p14:xfrm>
            </p:contentPart>
          </mc:Choice>
          <mc:Fallback xmlns="">
            <p:pic>
              <p:nvPicPr>
                <p:cNvPr id="27750" name="Ink 27749">
                  <a:extLst>
                    <a:ext uri="{FF2B5EF4-FFF2-40B4-BE49-F238E27FC236}">
                      <a16:creationId xmlns:a16="http://schemas.microsoft.com/office/drawing/2014/main" id="{1F3ABE3F-D8FD-33ED-7D54-94FDA5DA89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18424" y="3556026"/>
                  <a:ext cx="1396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2" name="Group 27771">
            <a:extLst>
              <a:ext uri="{FF2B5EF4-FFF2-40B4-BE49-F238E27FC236}">
                <a16:creationId xmlns:a16="http://schemas.microsoft.com/office/drawing/2014/main" id="{B670C1CE-8DE5-C724-910D-668551C93760}"/>
              </a:ext>
            </a:extLst>
          </p:cNvPr>
          <p:cNvGrpSpPr/>
          <p:nvPr/>
        </p:nvGrpSpPr>
        <p:grpSpPr>
          <a:xfrm>
            <a:off x="356504" y="2197386"/>
            <a:ext cx="758880" cy="623160"/>
            <a:chOff x="356504" y="2197386"/>
            <a:chExt cx="75888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14:cNvPr>
                <p14:cNvContentPartPr/>
                <p14:nvPr/>
              </p14:nvContentPartPr>
              <p14:xfrm>
                <a:off x="554864" y="2468826"/>
                <a:ext cx="155520" cy="228960"/>
              </p14:xfrm>
            </p:contentPart>
          </mc:Choice>
          <mc:Fallback xmlns="">
            <p:pic>
              <p:nvPicPr>
                <p:cNvPr id="27767" name="Ink 27766">
                  <a:extLst>
                    <a:ext uri="{FF2B5EF4-FFF2-40B4-BE49-F238E27FC236}">
                      <a16:creationId xmlns:a16="http://schemas.microsoft.com/office/drawing/2014/main" id="{8EC7A3A5-4BA3-8839-C97E-BAAC18C8A2B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7224" y="2450826"/>
                  <a:ext cx="191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14:cNvPr>
                <p14:cNvContentPartPr/>
                <p14:nvPr/>
              </p14:nvContentPartPr>
              <p14:xfrm>
                <a:off x="755744" y="2335626"/>
                <a:ext cx="138600" cy="218880"/>
              </p14:xfrm>
            </p:contentPart>
          </mc:Choice>
          <mc:Fallback xmlns="">
            <p:pic>
              <p:nvPicPr>
                <p:cNvPr id="27768" name="Ink 27767">
                  <a:extLst>
                    <a:ext uri="{FF2B5EF4-FFF2-40B4-BE49-F238E27FC236}">
                      <a16:creationId xmlns:a16="http://schemas.microsoft.com/office/drawing/2014/main" id="{50021967-9B38-3910-50B1-D2504F3FEB2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744" y="2317986"/>
                  <a:ext cx="174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14:cNvPr>
                <p14:cNvContentPartPr/>
                <p14:nvPr/>
              </p14:nvContentPartPr>
              <p14:xfrm>
                <a:off x="539384" y="2198826"/>
                <a:ext cx="576000" cy="621720"/>
              </p14:xfrm>
            </p:contentPart>
          </mc:Choice>
          <mc:Fallback xmlns="">
            <p:pic>
              <p:nvPicPr>
                <p:cNvPr id="27769" name="Ink 27768">
                  <a:extLst>
                    <a:ext uri="{FF2B5EF4-FFF2-40B4-BE49-F238E27FC236}">
                      <a16:creationId xmlns:a16="http://schemas.microsoft.com/office/drawing/2014/main" id="{2839AB11-BF36-20AA-A99E-471C1A3204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744" y="2180826"/>
                  <a:ext cx="6116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14:cNvPr>
                <p14:cNvContentPartPr/>
                <p14:nvPr/>
              </p14:nvContentPartPr>
              <p14:xfrm>
                <a:off x="356504" y="2418786"/>
                <a:ext cx="174240" cy="337320"/>
              </p14:xfrm>
            </p:contentPart>
          </mc:Choice>
          <mc:Fallback xmlns="">
            <p:pic>
              <p:nvPicPr>
                <p:cNvPr id="27770" name="Ink 27769">
                  <a:extLst>
                    <a:ext uri="{FF2B5EF4-FFF2-40B4-BE49-F238E27FC236}">
                      <a16:creationId xmlns:a16="http://schemas.microsoft.com/office/drawing/2014/main" id="{E25EAA6E-7B82-99FA-2878-3E64989608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8864" y="2400786"/>
                  <a:ext cx="209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14:cNvPr>
                <p14:cNvContentPartPr/>
                <p14:nvPr/>
              </p14:nvContentPartPr>
              <p14:xfrm>
                <a:off x="363704" y="2197386"/>
                <a:ext cx="659160" cy="216720"/>
              </p14:xfrm>
            </p:contentPart>
          </mc:Choice>
          <mc:Fallback xmlns="">
            <p:pic>
              <p:nvPicPr>
                <p:cNvPr id="27771" name="Ink 27770">
                  <a:extLst>
                    <a:ext uri="{FF2B5EF4-FFF2-40B4-BE49-F238E27FC236}">
                      <a16:creationId xmlns:a16="http://schemas.microsoft.com/office/drawing/2014/main" id="{7F8DADC5-673C-6D2F-BA20-3FCB9AD2CF2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064" y="2179746"/>
                  <a:ext cx="69480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77" name="Group 27776">
            <a:extLst>
              <a:ext uri="{FF2B5EF4-FFF2-40B4-BE49-F238E27FC236}">
                <a16:creationId xmlns:a16="http://schemas.microsoft.com/office/drawing/2014/main" id="{E3F30AD3-B754-9A8E-DB4C-5E0FFC202427}"/>
              </a:ext>
            </a:extLst>
          </p:cNvPr>
          <p:cNvGrpSpPr/>
          <p:nvPr/>
        </p:nvGrpSpPr>
        <p:grpSpPr>
          <a:xfrm>
            <a:off x="2955704" y="1796346"/>
            <a:ext cx="573840" cy="482040"/>
            <a:chOff x="2955704" y="1796346"/>
            <a:chExt cx="57384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14:cNvPr>
                <p14:cNvContentPartPr/>
                <p14:nvPr/>
              </p14:nvContentPartPr>
              <p14:xfrm>
                <a:off x="2955704" y="2184066"/>
                <a:ext cx="150480" cy="94320"/>
              </p14:xfrm>
            </p:contentPart>
          </mc:Choice>
          <mc:Fallback xmlns="">
            <p:pic>
              <p:nvPicPr>
                <p:cNvPr id="27773" name="Ink 27772">
                  <a:extLst>
                    <a:ext uri="{FF2B5EF4-FFF2-40B4-BE49-F238E27FC236}">
                      <a16:creationId xmlns:a16="http://schemas.microsoft.com/office/drawing/2014/main" id="{1ED88621-E71C-E02D-7CB7-561C8F89FB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38064" y="2166426"/>
                  <a:ext cx="186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14:cNvPr>
                <p14:cNvContentPartPr/>
                <p14:nvPr/>
              </p14:nvContentPartPr>
              <p14:xfrm>
                <a:off x="3223904" y="1985706"/>
                <a:ext cx="137880" cy="165240"/>
              </p14:xfrm>
            </p:contentPart>
          </mc:Choice>
          <mc:Fallback xmlns="">
            <p:pic>
              <p:nvPicPr>
                <p:cNvPr id="27774" name="Ink 27773">
                  <a:extLst>
                    <a:ext uri="{FF2B5EF4-FFF2-40B4-BE49-F238E27FC236}">
                      <a16:creationId xmlns:a16="http://schemas.microsoft.com/office/drawing/2014/main" id="{C961B852-4C94-79EB-460D-2157085B83D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06264" y="1968066"/>
                  <a:ext cx="173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14:cNvPr>
                <p14:cNvContentPartPr/>
                <p14:nvPr/>
              </p14:nvContentPartPr>
              <p14:xfrm>
                <a:off x="3378704" y="1917306"/>
                <a:ext cx="75960" cy="146160"/>
              </p14:xfrm>
            </p:contentPart>
          </mc:Choice>
          <mc:Fallback xmlns="">
            <p:pic>
              <p:nvPicPr>
                <p:cNvPr id="27775" name="Ink 27774">
                  <a:extLst>
                    <a:ext uri="{FF2B5EF4-FFF2-40B4-BE49-F238E27FC236}">
                      <a16:creationId xmlns:a16="http://schemas.microsoft.com/office/drawing/2014/main" id="{44F22E3B-4C34-6EE0-B2AD-847608149C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61064" y="1899306"/>
                  <a:ext cx="111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14:cNvPr>
                <p14:cNvContentPartPr/>
                <p14:nvPr/>
              </p14:nvContentPartPr>
              <p14:xfrm>
                <a:off x="3402824" y="1796346"/>
                <a:ext cx="126720" cy="170280"/>
              </p14:xfrm>
            </p:contentPart>
          </mc:Choice>
          <mc:Fallback xmlns="">
            <p:pic>
              <p:nvPicPr>
                <p:cNvPr id="27776" name="Ink 27775">
                  <a:extLst>
                    <a:ext uri="{FF2B5EF4-FFF2-40B4-BE49-F238E27FC236}">
                      <a16:creationId xmlns:a16="http://schemas.microsoft.com/office/drawing/2014/main" id="{E7A77EB0-BEC2-4371-C49E-20831FBE0D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5184" y="1778706"/>
                  <a:ext cx="16236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87" name="Group 27786">
            <a:extLst>
              <a:ext uri="{FF2B5EF4-FFF2-40B4-BE49-F238E27FC236}">
                <a16:creationId xmlns:a16="http://schemas.microsoft.com/office/drawing/2014/main" id="{A1B803ED-F53B-8050-B30B-DF84161D32C5}"/>
              </a:ext>
            </a:extLst>
          </p:cNvPr>
          <p:cNvGrpSpPr/>
          <p:nvPr/>
        </p:nvGrpSpPr>
        <p:grpSpPr>
          <a:xfrm>
            <a:off x="3458264" y="3458466"/>
            <a:ext cx="470880" cy="363240"/>
            <a:chOff x="3458264" y="3458466"/>
            <a:chExt cx="4708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14:cNvPr>
                <p14:cNvContentPartPr/>
                <p14:nvPr/>
              </p14:nvContentPartPr>
              <p14:xfrm>
                <a:off x="3458264" y="3667626"/>
                <a:ext cx="132480" cy="154080"/>
              </p14:xfrm>
            </p:contentPart>
          </mc:Choice>
          <mc:Fallback xmlns="">
            <p:pic>
              <p:nvPicPr>
                <p:cNvPr id="27778" name="Ink 27777">
                  <a:extLst>
                    <a:ext uri="{FF2B5EF4-FFF2-40B4-BE49-F238E27FC236}">
                      <a16:creationId xmlns:a16="http://schemas.microsoft.com/office/drawing/2014/main" id="{A9E45D36-30F3-B98A-2ACE-EA2EDEB9B03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40264" y="3649626"/>
                  <a:ext cx="168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14:cNvPr>
                <p14:cNvContentPartPr/>
                <p14:nvPr/>
              </p14:nvContentPartPr>
              <p14:xfrm>
                <a:off x="3618104" y="3615786"/>
                <a:ext cx="81720" cy="160920"/>
              </p14:xfrm>
            </p:contentPart>
          </mc:Choice>
          <mc:Fallback xmlns="">
            <p:pic>
              <p:nvPicPr>
                <p:cNvPr id="27779" name="Ink 27778">
                  <a:extLst>
                    <a:ext uri="{FF2B5EF4-FFF2-40B4-BE49-F238E27FC236}">
                      <a16:creationId xmlns:a16="http://schemas.microsoft.com/office/drawing/2014/main" id="{20857635-7EEE-88ED-6B4F-4DD0FDAF94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00464" y="3598146"/>
                  <a:ext cx="11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14:cNvPr>
                <p14:cNvContentPartPr/>
                <p14:nvPr/>
              </p14:nvContentPartPr>
              <p14:xfrm>
                <a:off x="3630704" y="3539466"/>
                <a:ext cx="51840" cy="78840"/>
              </p14:xfrm>
            </p:contentPart>
          </mc:Choice>
          <mc:Fallback xmlns="">
            <p:pic>
              <p:nvPicPr>
                <p:cNvPr id="27780" name="Ink 27779">
                  <a:extLst>
                    <a:ext uri="{FF2B5EF4-FFF2-40B4-BE49-F238E27FC236}">
                      <a16:creationId xmlns:a16="http://schemas.microsoft.com/office/drawing/2014/main" id="{9C51ADAF-9E7D-9D37-99F1-61B821F9FC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612704" y="3521826"/>
                  <a:ext cx="87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14:cNvPr>
                <p14:cNvContentPartPr/>
                <p14:nvPr/>
              </p14:nvContentPartPr>
              <p14:xfrm>
                <a:off x="3654824" y="3636306"/>
                <a:ext cx="88920" cy="75960"/>
              </p14:xfrm>
            </p:contentPart>
          </mc:Choice>
          <mc:Fallback xmlns="">
            <p:pic>
              <p:nvPicPr>
                <p:cNvPr id="27781" name="Ink 27780">
                  <a:extLst>
                    <a:ext uri="{FF2B5EF4-FFF2-40B4-BE49-F238E27FC236}">
                      <a16:creationId xmlns:a16="http://schemas.microsoft.com/office/drawing/2014/main" id="{AA9BEB3B-DFFC-4E33-FB76-3715FEB53F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36824" y="3618306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14:cNvPr>
                <p14:cNvContentPartPr/>
                <p14:nvPr/>
              </p14:nvContentPartPr>
              <p14:xfrm>
                <a:off x="3808544" y="3547746"/>
                <a:ext cx="65880" cy="144360"/>
              </p14:xfrm>
            </p:contentPart>
          </mc:Choice>
          <mc:Fallback xmlns="">
            <p:pic>
              <p:nvPicPr>
                <p:cNvPr id="27782" name="Ink 27781">
                  <a:extLst>
                    <a:ext uri="{FF2B5EF4-FFF2-40B4-BE49-F238E27FC236}">
                      <a16:creationId xmlns:a16="http://schemas.microsoft.com/office/drawing/2014/main" id="{8DF8C26F-018D-6254-019A-07A61A4EFDE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90544" y="3529746"/>
                  <a:ext cx="101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14:cNvPr>
                <p14:cNvContentPartPr/>
                <p14:nvPr/>
              </p14:nvContentPartPr>
              <p14:xfrm>
                <a:off x="3816824" y="3458466"/>
                <a:ext cx="39960" cy="53640"/>
              </p14:xfrm>
            </p:contentPart>
          </mc:Choice>
          <mc:Fallback xmlns="">
            <p:pic>
              <p:nvPicPr>
                <p:cNvPr id="27783" name="Ink 27782">
                  <a:extLst>
                    <a:ext uri="{FF2B5EF4-FFF2-40B4-BE49-F238E27FC236}">
                      <a16:creationId xmlns:a16="http://schemas.microsoft.com/office/drawing/2014/main" id="{512B3FB7-EE8C-061F-3E76-72F5EFF5B1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99184" y="3440466"/>
                  <a:ext cx="75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14:cNvPr>
                <p14:cNvContentPartPr/>
                <p14:nvPr/>
              </p14:nvContentPartPr>
              <p14:xfrm>
                <a:off x="3872984" y="3611466"/>
                <a:ext cx="44280" cy="50400"/>
              </p14:xfrm>
            </p:contentPart>
          </mc:Choice>
          <mc:Fallback xmlns="">
            <p:pic>
              <p:nvPicPr>
                <p:cNvPr id="27784" name="Ink 27783">
                  <a:extLst>
                    <a:ext uri="{FF2B5EF4-FFF2-40B4-BE49-F238E27FC236}">
                      <a16:creationId xmlns:a16="http://schemas.microsoft.com/office/drawing/2014/main" id="{DF0E278D-BDC8-DD98-60C1-351E26B1659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855344" y="3593826"/>
                  <a:ext cx="79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14:cNvPr>
                <p14:cNvContentPartPr/>
                <p14:nvPr/>
              </p14:nvContentPartPr>
              <p14:xfrm>
                <a:off x="3880184" y="3679866"/>
                <a:ext cx="48960" cy="124560"/>
              </p14:xfrm>
            </p:contentPart>
          </mc:Choice>
          <mc:Fallback xmlns="">
            <p:pic>
              <p:nvPicPr>
                <p:cNvPr id="27786" name="Ink 27785">
                  <a:extLst>
                    <a:ext uri="{FF2B5EF4-FFF2-40B4-BE49-F238E27FC236}">
                      <a16:creationId xmlns:a16="http://schemas.microsoft.com/office/drawing/2014/main" id="{44864939-8FE7-8B1E-C8A1-41B41397FB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862184" y="3662226"/>
                  <a:ext cx="846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14:cNvPr>
              <p14:cNvContentPartPr/>
              <p14:nvPr/>
            </p14:nvContentPartPr>
            <p14:xfrm>
              <a:off x="1698944" y="1492146"/>
              <a:ext cx="2266200" cy="3918960"/>
            </p14:xfrm>
          </p:contentPart>
        </mc:Choice>
        <mc:Fallback xmlns="">
          <p:pic>
            <p:nvPicPr>
              <p:cNvPr id="27789" name="Ink 27788">
                <a:extLst>
                  <a:ext uri="{FF2B5EF4-FFF2-40B4-BE49-F238E27FC236}">
                    <a16:creationId xmlns:a16="http://schemas.microsoft.com/office/drawing/2014/main" id="{0791C9C3-7A11-78BA-8A5F-ECA3F2AB99C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45304" y="1384506"/>
                <a:ext cx="2373840" cy="41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14:cNvPr>
              <p14:cNvContentPartPr/>
              <p14:nvPr/>
            </p14:nvContentPartPr>
            <p14:xfrm>
              <a:off x="5105264" y="1642266"/>
              <a:ext cx="241200" cy="55080"/>
            </p14:xfrm>
          </p:contentPart>
        </mc:Choice>
        <mc:Fallback xmlns="">
          <p:pic>
            <p:nvPicPr>
              <p:cNvPr id="27790" name="Ink 27789">
                <a:extLst>
                  <a:ext uri="{FF2B5EF4-FFF2-40B4-BE49-F238E27FC236}">
                    <a16:creationId xmlns:a16="http://schemas.microsoft.com/office/drawing/2014/main" id="{197532D4-3440-633F-6146-575ECC92F8D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087624" y="1624266"/>
                <a:ext cx="27684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96" name="Group 27795">
            <a:extLst>
              <a:ext uri="{FF2B5EF4-FFF2-40B4-BE49-F238E27FC236}">
                <a16:creationId xmlns:a16="http://schemas.microsoft.com/office/drawing/2014/main" id="{E99C3949-1065-0288-DC92-EE62CD137697}"/>
              </a:ext>
            </a:extLst>
          </p:cNvPr>
          <p:cNvGrpSpPr/>
          <p:nvPr/>
        </p:nvGrpSpPr>
        <p:grpSpPr>
          <a:xfrm>
            <a:off x="5091944" y="1273626"/>
            <a:ext cx="668880" cy="229320"/>
            <a:chOff x="5091944" y="1273626"/>
            <a:chExt cx="66888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14:cNvPr>
                <p14:cNvContentPartPr/>
                <p14:nvPr/>
              </p14:nvContentPartPr>
              <p14:xfrm>
                <a:off x="5091944" y="1273626"/>
                <a:ext cx="225360" cy="203400"/>
              </p14:xfrm>
            </p:contentPart>
          </mc:Choice>
          <mc:Fallback xmlns="">
            <p:pic>
              <p:nvPicPr>
                <p:cNvPr id="27791" name="Ink 27790">
                  <a:extLst>
                    <a:ext uri="{FF2B5EF4-FFF2-40B4-BE49-F238E27FC236}">
                      <a16:creationId xmlns:a16="http://schemas.microsoft.com/office/drawing/2014/main" id="{6591B07B-BE06-9A85-BD77-A4D8178C0BC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73944" y="1255626"/>
                  <a:ext cx="261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14:cNvPr>
                <p14:cNvContentPartPr/>
                <p14:nvPr/>
              </p14:nvContentPartPr>
              <p14:xfrm>
                <a:off x="5456984" y="1355706"/>
                <a:ext cx="30600" cy="147240"/>
              </p14:xfrm>
            </p:contentPart>
          </mc:Choice>
          <mc:Fallback xmlns="">
            <p:pic>
              <p:nvPicPr>
                <p:cNvPr id="27792" name="Ink 27791">
                  <a:extLst>
                    <a:ext uri="{FF2B5EF4-FFF2-40B4-BE49-F238E27FC236}">
                      <a16:creationId xmlns:a16="http://schemas.microsoft.com/office/drawing/2014/main" id="{BADA9FEF-E81B-C033-F3C0-36E44D14C0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38984" y="1337706"/>
                  <a:ext cx="66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14:cNvPr>
                <p14:cNvContentPartPr/>
                <p14:nvPr/>
              </p14:nvContentPartPr>
              <p14:xfrm>
                <a:off x="5460584" y="1348146"/>
                <a:ext cx="113760" cy="135360"/>
              </p14:xfrm>
            </p:contentPart>
          </mc:Choice>
          <mc:Fallback xmlns="">
            <p:pic>
              <p:nvPicPr>
                <p:cNvPr id="27793" name="Ink 27792">
                  <a:extLst>
                    <a:ext uri="{FF2B5EF4-FFF2-40B4-BE49-F238E27FC236}">
                      <a16:creationId xmlns:a16="http://schemas.microsoft.com/office/drawing/2014/main" id="{A4F58DBD-A6EC-BDBE-77A6-B2EA440895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42584" y="1330506"/>
                  <a:ext cx="149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14:cNvPr>
                <p14:cNvContentPartPr/>
                <p14:nvPr/>
              </p14:nvContentPartPr>
              <p14:xfrm>
                <a:off x="5646344" y="1331226"/>
                <a:ext cx="31320" cy="150480"/>
              </p14:xfrm>
            </p:contentPart>
          </mc:Choice>
          <mc:Fallback xmlns="">
            <p:pic>
              <p:nvPicPr>
                <p:cNvPr id="27794" name="Ink 27793">
                  <a:extLst>
                    <a:ext uri="{FF2B5EF4-FFF2-40B4-BE49-F238E27FC236}">
                      <a16:creationId xmlns:a16="http://schemas.microsoft.com/office/drawing/2014/main" id="{FE2DC4D2-3F47-46A4-FE76-12F2A145DA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28704" y="1313586"/>
                  <a:ext cx="66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14:cNvPr>
                <p14:cNvContentPartPr/>
                <p14:nvPr/>
              </p14:nvContentPartPr>
              <p14:xfrm>
                <a:off x="5650664" y="1321146"/>
                <a:ext cx="110160" cy="151200"/>
              </p14:xfrm>
            </p:contentPart>
          </mc:Choice>
          <mc:Fallback xmlns="">
            <p:pic>
              <p:nvPicPr>
                <p:cNvPr id="27795" name="Ink 27794">
                  <a:extLst>
                    <a:ext uri="{FF2B5EF4-FFF2-40B4-BE49-F238E27FC236}">
                      <a16:creationId xmlns:a16="http://schemas.microsoft.com/office/drawing/2014/main" id="{C9D771AE-AE09-48BC-E976-BF2908FFEDE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33024" y="1303146"/>
                  <a:ext cx="1458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0" name="Group 27809">
            <a:extLst>
              <a:ext uri="{FF2B5EF4-FFF2-40B4-BE49-F238E27FC236}">
                <a16:creationId xmlns:a16="http://schemas.microsoft.com/office/drawing/2014/main" id="{F6EDA228-933E-16F7-1B0D-2CC52D7C2B56}"/>
              </a:ext>
            </a:extLst>
          </p:cNvPr>
          <p:cNvGrpSpPr/>
          <p:nvPr/>
        </p:nvGrpSpPr>
        <p:grpSpPr>
          <a:xfrm>
            <a:off x="5266184" y="3898746"/>
            <a:ext cx="327960" cy="414000"/>
            <a:chOff x="5266184" y="3898746"/>
            <a:chExt cx="3279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14:cNvPr>
                <p14:cNvContentPartPr/>
                <p14:nvPr/>
              </p14:nvContentPartPr>
              <p14:xfrm>
                <a:off x="5410544" y="3964266"/>
                <a:ext cx="20520" cy="50400"/>
              </p14:xfrm>
            </p:contentPart>
          </mc:Choice>
          <mc:Fallback xmlns="">
            <p:pic>
              <p:nvPicPr>
                <p:cNvPr id="27804" name="Ink 27803">
                  <a:extLst>
                    <a:ext uri="{FF2B5EF4-FFF2-40B4-BE49-F238E27FC236}">
                      <a16:creationId xmlns:a16="http://schemas.microsoft.com/office/drawing/2014/main" id="{319511F1-8516-E604-F431-9746141404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92904" y="3946626"/>
                  <a:ext cx="56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14:cNvPr>
                <p14:cNvContentPartPr/>
                <p14:nvPr/>
              </p14:nvContentPartPr>
              <p14:xfrm>
                <a:off x="5266184" y="4049586"/>
                <a:ext cx="205200" cy="30960"/>
              </p14:xfrm>
            </p:contentPart>
          </mc:Choice>
          <mc:Fallback xmlns="">
            <p:pic>
              <p:nvPicPr>
                <p:cNvPr id="27805" name="Ink 27804">
                  <a:extLst>
                    <a:ext uri="{FF2B5EF4-FFF2-40B4-BE49-F238E27FC236}">
                      <a16:creationId xmlns:a16="http://schemas.microsoft.com/office/drawing/2014/main" id="{4C6CD8B2-A438-4550-0D56-9EA154456D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48544" y="4031946"/>
                  <a:ext cx="240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14:cNvPr>
                <p14:cNvContentPartPr/>
                <p14:nvPr/>
              </p14:nvContentPartPr>
              <p14:xfrm>
                <a:off x="5318024" y="4058226"/>
                <a:ext cx="237600" cy="221760"/>
              </p14:xfrm>
            </p:contentPart>
          </mc:Choice>
          <mc:Fallback xmlns="">
            <p:pic>
              <p:nvPicPr>
                <p:cNvPr id="27806" name="Ink 27805">
                  <a:extLst>
                    <a:ext uri="{FF2B5EF4-FFF2-40B4-BE49-F238E27FC236}">
                      <a16:creationId xmlns:a16="http://schemas.microsoft.com/office/drawing/2014/main" id="{96C83AD5-D4AB-3855-7EC4-87B09366EC0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300024" y="4040586"/>
                  <a:ext cx="273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14:cNvPr>
                <p14:cNvContentPartPr/>
                <p14:nvPr/>
              </p14:nvContentPartPr>
              <p14:xfrm>
                <a:off x="5480744" y="4017906"/>
                <a:ext cx="113400" cy="294840"/>
              </p14:xfrm>
            </p:contentPart>
          </mc:Choice>
          <mc:Fallback xmlns="">
            <p:pic>
              <p:nvPicPr>
                <p:cNvPr id="27807" name="Ink 27806">
                  <a:extLst>
                    <a:ext uri="{FF2B5EF4-FFF2-40B4-BE49-F238E27FC236}">
                      <a16:creationId xmlns:a16="http://schemas.microsoft.com/office/drawing/2014/main" id="{A54DC68C-4BCB-5A3C-A278-6A6587A9296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63104" y="3999906"/>
                  <a:ext cx="149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14:cNvPr>
                <p14:cNvContentPartPr/>
                <p14:nvPr/>
              </p14:nvContentPartPr>
              <p14:xfrm>
                <a:off x="5429264" y="4028346"/>
                <a:ext cx="125280" cy="18360"/>
              </p14:xfrm>
            </p:contentPart>
          </mc:Choice>
          <mc:Fallback xmlns="">
            <p:pic>
              <p:nvPicPr>
                <p:cNvPr id="27808" name="Ink 27807">
                  <a:extLst>
                    <a:ext uri="{FF2B5EF4-FFF2-40B4-BE49-F238E27FC236}">
                      <a16:creationId xmlns:a16="http://schemas.microsoft.com/office/drawing/2014/main" id="{BA8DF9E1-ECE2-8405-30AA-31EE66DAF0C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11624" y="4010346"/>
                  <a:ext cx="160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14:cNvPr>
                <p14:cNvContentPartPr/>
                <p14:nvPr/>
              </p14:nvContentPartPr>
              <p14:xfrm>
                <a:off x="5416664" y="3898746"/>
                <a:ext cx="41400" cy="108000"/>
              </p14:xfrm>
            </p:contentPart>
          </mc:Choice>
          <mc:Fallback xmlns="">
            <p:pic>
              <p:nvPicPr>
                <p:cNvPr id="27809" name="Ink 27808">
                  <a:extLst>
                    <a:ext uri="{FF2B5EF4-FFF2-40B4-BE49-F238E27FC236}">
                      <a16:creationId xmlns:a16="http://schemas.microsoft.com/office/drawing/2014/main" id="{256EA546-C66B-C037-5F97-74099495CD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98664" y="3881106"/>
                  <a:ext cx="77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3" name="Group 27812">
            <a:extLst>
              <a:ext uri="{FF2B5EF4-FFF2-40B4-BE49-F238E27FC236}">
                <a16:creationId xmlns:a16="http://schemas.microsoft.com/office/drawing/2014/main" id="{3591A934-1389-5F93-0236-9079FBBD2697}"/>
              </a:ext>
            </a:extLst>
          </p:cNvPr>
          <p:cNvGrpSpPr/>
          <p:nvPr/>
        </p:nvGrpSpPr>
        <p:grpSpPr>
          <a:xfrm>
            <a:off x="4937864" y="1668906"/>
            <a:ext cx="1173960" cy="1434960"/>
            <a:chOff x="4937864" y="1668906"/>
            <a:chExt cx="1173960" cy="14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14:cNvPr>
                <p14:cNvContentPartPr/>
                <p14:nvPr/>
              </p14:nvContentPartPr>
              <p14:xfrm>
                <a:off x="5228384" y="1668906"/>
                <a:ext cx="708120" cy="1117800"/>
              </p14:xfrm>
            </p:contentPart>
          </mc:Choice>
          <mc:Fallback xmlns="">
            <p:pic>
              <p:nvPicPr>
                <p:cNvPr id="27797" name="Ink 27796">
                  <a:extLst>
                    <a:ext uri="{FF2B5EF4-FFF2-40B4-BE49-F238E27FC236}">
                      <a16:creationId xmlns:a16="http://schemas.microsoft.com/office/drawing/2014/main" id="{DFEF9B91-E0C9-624F-6C33-912D4E37F34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10384" y="1651266"/>
                  <a:ext cx="743760" cy="11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14:cNvPr>
                <p14:cNvContentPartPr/>
                <p14:nvPr/>
              </p14:nvContentPartPr>
              <p14:xfrm>
                <a:off x="5630144" y="2374506"/>
                <a:ext cx="92520" cy="137880"/>
              </p14:xfrm>
            </p:contentPart>
          </mc:Choice>
          <mc:Fallback xmlns="">
            <p:pic>
              <p:nvPicPr>
                <p:cNvPr id="27798" name="Ink 27797">
                  <a:extLst>
                    <a:ext uri="{FF2B5EF4-FFF2-40B4-BE49-F238E27FC236}">
                      <a16:creationId xmlns:a16="http://schemas.microsoft.com/office/drawing/2014/main" id="{AC13CB63-0AFC-CB6B-A92D-219253D74F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612144" y="2356506"/>
                  <a:ext cx="128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14:cNvPr>
                <p14:cNvContentPartPr/>
                <p14:nvPr/>
              </p14:nvContentPartPr>
              <p14:xfrm>
                <a:off x="5788544" y="2378826"/>
                <a:ext cx="171720" cy="93240"/>
              </p14:xfrm>
            </p:contentPart>
          </mc:Choice>
          <mc:Fallback xmlns="">
            <p:pic>
              <p:nvPicPr>
                <p:cNvPr id="27799" name="Ink 27798">
                  <a:extLst>
                    <a:ext uri="{FF2B5EF4-FFF2-40B4-BE49-F238E27FC236}">
                      <a16:creationId xmlns:a16="http://schemas.microsoft.com/office/drawing/2014/main" id="{43BA5A7B-8AD1-726D-9ABA-265042EE50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770544" y="2361186"/>
                  <a:ext cx="207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14:cNvPr>
                <p14:cNvContentPartPr/>
                <p14:nvPr/>
              </p14:nvContentPartPr>
              <p14:xfrm>
                <a:off x="5999504" y="2247426"/>
                <a:ext cx="71280" cy="194040"/>
              </p14:xfrm>
            </p:contentPart>
          </mc:Choice>
          <mc:Fallback xmlns="">
            <p:pic>
              <p:nvPicPr>
                <p:cNvPr id="27800" name="Ink 27799">
                  <a:extLst>
                    <a:ext uri="{FF2B5EF4-FFF2-40B4-BE49-F238E27FC236}">
                      <a16:creationId xmlns:a16="http://schemas.microsoft.com/office/drawing/2014/main" id="{7DE7A0F4-0006-4BC1-E043-B677B72E4C5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81504" y="2229786"/>
                  <a:ext cx="106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14:cNvPr>
                <p14:cNvContentPartPr/>
                <p14:nvPr/>
              </p14:nvContentPartPr>
              <p14:xfrm>
                <a:off x="5981504" y="2292066"/>
                <a:ext cx="130320" cy="81000"/>
              </p14:xfrm>
            </p:contentPart>
          </mc:Choice>
          <mc:Fallback xmlns="">
            <p:pic>
              <p:nvPicPr>
                <p:cNvPr id="27801" name="Ink 27800">
                  <a:extLst>
                    <a:ext uri="{FF2B5EF4-FFF2-40B4-BE49-F238E27FC236}">
                      <a16:creationId xmlns:a16="http://schemas.microsoft.com/office/drawing/2014/main" id="{9A2FB6B1-30C4-653D-F7B6-D60F65097E2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63504" y="2274426"/>
                  <a:ext cx="16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14:cNvPr>
                <p14:cNvContentPartPr/>
                <p14:nvPr/>
              </p14:nvContentPartPr>
              <p14:xfrm>
                <a:off x="5267624" y="2774826"/>
                <a:ext cx="68400" cy="113040"/>
              </p14:xfrm>
            </p:contentPart>
          </mc:Choice>
          <mc:Fallback xmlns="">
            <p:pic>
              <p:nvPicPr>
                <p:cNvPr id="27803" name="Ink 27802">
                  <a:extLst>
                    <a:ext uri="{FF2B5EF4-FFF2-40B4-BE49-F238E27FC236}">
                      <a16:creationId xmlns:a16="http://schemas.microsoft.com/office/drawing/2014/main" id="{D594E129-4F72-8EDA-6DBE-AE15591D8F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49984" y="2756826"/>
                  <a:ext cx="104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14:cNvPr>
                <p14:cNvContentPartPr/>
                <p14:nvPr/>
              </p14:nvContentPartPr>
              <p14:xfrm>
                <a:off x="4937864" y="1889226"/>
                <a:ext cx="795240" cy="1214640"/>
              </p14:xfrm>
            </p:contentPart>
          </mc:Choice>
          <mc:Fallback xmlns="">
            <p:pic>
              <p:nvPicPr>
                <p:cNvPr id="27811" name="Ink 27810">
                  <a:extLst>
                    <a:ext uri="{FF2B5EF4-FFF2-40B4-BE49-F238E27FC236}">
                      <a16:creationId xmlns:a16="http://schemas.microsoft.com/office/drawing/2014/main" id="{93AE5A03-DC80-95E0-CB7E-8FB9F157FEF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20224" y="1871586"/>
                  <a:ext cx="830880" cy="12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14:cNvPr>
                <p14:cNvContentPartPr/>
                <p14:nvPr/>
              </p14:nvContentPartPr>
              <p14:xfrm>
                <a:off x="5627984" y="2903346"/>
                <a:ext cx="112680" cy="194760"/>
              </p14:xfrm>
            </p:contentPart>
          </mc:Choice>
          <mc:Fallback xmlns="">
            <p:pic>
              <p:nvPicPr>
                <p:cNvPr id="27812" name="Ink 27811">
                  <a:extLst>
                    <a:ext uri="{FF2B5EF4-FFF2-40B4-BE49-F238E27FC236}">
                      <a16:creationId xmlns:a16="http://schemas.microsoft.com/office/drawing/2014/main" id="{630082DA-9BF1-7787-6350-837A4951A68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09984" y="2885706"/>
                  <a:ext cx="14832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19" name="Group 27818">
            <a:extLst>
              <a:ext uri="{FF2B5EF4-FFF2-40B4-BE49-F238E27FC236}">
                <a16:creationId xmlns:a16="http://schemas.microsoft.com/office/drawing/2014/main" id="{3D51613E-8346-65EA-E199-F6B1A39D1F53}"/>
              </a:ext>
            </a:extLst>
          </p:cNvPr>
          <p:cNvGrpSpPr/>
          <p:nvPr/>
        </p:nvGrpSpPr>
        <p:grpSpPr>
          <a:xfrm>
            <a:off x="8957264" y="2598426"/>
            <a:ext cx="583560" cy="338760"/>
            <a:chOff x="8957264" y="2598426"/>
            <a:chExt cx="58356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14:cNvPr>
                <p14:cNvContentPartPr/>
                <p14:nvPr/>
              </p14:nvContentPartPr>
              <p14:xfrm>
                <a:off x="8957264" y="2598426"/>
                <a:ext cx="168120" cy="237960"/>
              </p14:xfrm>
            </p:contentPart>
          </mc:Choice>
          <mc:Fallback xmlns="">
            <p:pic>
              <p:nvPicPr>
                <p:cNvPr id="27814" name="Ink 27813">
                  <a:extLst>
                    <a:ext uri="{FF2B5EF4-FFF2-40B4-BE49-F238E27FC236}">
                      <a16:creationId xmlns:a16="http://schemas.microsoft.com/office/drawing/2014/main" id="{85FF972E-B979-1075-2904-5794A3C27E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39264" y="2580426"/>
                  <a:ext cx="203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14:cNvPr>
                <p14:cNvContentPartPr/>
                <p14:nvPr/>
              </p14:nvContentPartPr>
              <p14:xfrm>
                <a:off x="9186944" y="2775546"/>
                <a:ext cx="46800" cy="132480"/>
              </p14:xfrm>
            </p:contentPart>
          </mc:Choice>
          <mc:Fallback xmlns="">
            <p:pic>
              <p:nvPicPr>
                <p:cNvPr id="27815" name="Ink 27814">
                  <a:extLst>
                    <a:ext uri="{FF2B5EF4-FFF2-40B4-BE49-F238E27FC236}">
                      <a16:creationId xmlns:a16="http://schemas.microsoft.com/office/drawing/2014/main" id="{840DF764-8957-7CD2-0AB2-E0F0B2277C0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169304" y="2757906"/>
                  <a:ext cx="82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14:cNvPr>
                <p14:cNvContentPartPr/>
                <p14:nvPr/>
              </p14:nvContentPartPr>
              <p14:xfrm>
                <a:off x="9219344" y="2771946"/>
                <a:ext cx="122400" cy="162720"/>
              </p14:xfrm>
            </p:contentPart>
          </mc:Choice>
          <mc:Fallback xmlns="">
            <p:pic>
              <p:nvPicPr>
                <p:cNvPr id="27816" name="Ink 27815">
                  <a:extLst>
                    <a:ext uri="{FF2B5EF4-FFF2-40B4-BE49-F238E27FC236}">
                      <a16:creationId xmlns:a16="http://schemas.microsoft.com/office/drawing/2014/main" id="{31F38679-8496-7BB6-9E66-3E42564982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201344" y="2753946"/>
                  <a:ext cx="158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14:cNvPr>
                <p14:cNvContentPartPr/>
                <p14:nvPr/>
              </p14:nvContentPartPr>
              <p14:xfrm>
                <a:off x="9406184" y="2787066"/>
                <a:ext cx="53640" cy="150120"/>
              </p14:xfrm>
            </p:contentPart>
          </mc:Choice>
          <mc:Fallback xmlns="">
            <p:pic>
              <p:nvPicPr>
                <p:cNvPr id="27817" name="Ink 27816">
                  <a:extLst>
                    <a:ext uri="{FF2B5EF4-FFF2-40B4-BE49-F238E27FC236}">
                      <a16:creationId xmlns:a16="http://schemas.microsoft.com/office/drawing/2014/main" id="{0C61A7A5-ED2C-E873-AECC-5AA0E2B22A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88184" y="2769066"/>
                  <a:ext cx="8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14:cNvPr>
                <p14:cNvContentPartPr/>
                <p14:nvPr/>
              </p14:nvContentPartPr>
              <p14:xfrm>
                <a:off x="9443624" y="2779506"/>
                <a:ext cx="97200" cy="156240"/>
              </p14:xfrm>
            </p:contentPart>
          </mc:Choice>
          <mc:Fallback xmlns="">
            <p:pic>
              <p:nvPicPr>
                <p:cNvPr id="27818" name="Ink 27817">
                  <a:extLst>
                    <a:ext uri="{FF2B5EF4-FFF2-40B4-BE49-F238E27FC236}">
                      <a16:creationId xmlns:a16="http://schemas.microsoft.com/office/drawing/2014/main" id="{66503468-FF5F-5878-701B-8633B9EE974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25984" y="2761866"/>
                  <a:ext cx="132840" cy="19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5656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B00A0D-2389-B5F5-B52D-41D2D3C7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8" y="-4726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en-US" sz="4000" i="1" dirty="0"/>
              <a:t>Qualitative discussion: n-MOSFET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EEBA240-2A8B-DEA6-2003-66D07890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"/>
          <a:stretch>
            <a:fillRect/>
          </a:stretch>
        </p:blipFill>
        <p:spPr bwMode="auto">
          <a:xfrm>
            <a:off x="234950" y="856641"/>
            <a:ext cx="36385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19">
            <a:extLst>
              <a:ext uri="{FF2B5EF4-FFF2-40B4-BE49-F238E27FC236}">
                <a16:creationId xmlns:a16="http://schemas.microsoft.com/office/drawing/2014/main" id="{43B977F2-9295-8D41-CB46-1B52B131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079501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000" dirty="0">
                <a:solidFill>
                  <a:schemeClr val="accent2"/>
                </a:solidFill>
              </a:rPr>
              <a:t>&gt;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T </a:t>
            </a:r>
            <a:r>
              <a:rPr lang="en-US" altLang="en-US" sz="2000" dirty="0">
                <a:solidFill>
                  <a:schemeClr val="accent2"/>
                </a:solidFill>
              </a:rPr>
              <a:t>;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</a:t>
            </a:r>
            <a:r>
              <a:rPr lang="en-US" altLang="en-US" sz="2000" dirty="0">
                <a:solidFill>
                  <a:schemeClr val="accent2"/>
                </a:solidFill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chemeClr val="accent2"/>
                </a:solidFill>
              </a:rPr>
              <a:t>I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000" dirty="0">
                <a:solidFill>
                  <a:schemeClr val="accent2"/>
                </a:solidFill>
              </a:rPr>
              <a:t> increases with </a:t>
            </a:r>
            <a:r>
              <a:rPr lang="en-US" altLang="en-US" sz="2000" i="1" dirty="0">
                <a:solidFill>
                  <a:schemeClr val="accent2"/>
                </a:solidFill>
              </a:rPr>
              <a:t>V</a:t>
            </a:r>
            <a:r>
              <a:rPr lang="en-US" altLang="en-US" sz="2000" baseline="-25000" dirty="0">
                <a:solidFill>
                  <a:schemeClr val="accent2"/>
                </a:solidFill>
              </a:rPr>
              <a:t>DS</a:t>
            </a:r>
            <a:endParaRPr lang="en-US" altLang="en-US" sz="2000" dirty="0"/>
          </a:p>
        </p:txBody>
      </p:sp>
      <p:sp>
        <p:nvSpPr>
          <p:cNvPr id="28677" name="Text Box 20">
            <a:extLst>
              <a:ext uri="{FF2B5EF4-FFF2-40B4-BE49-F238E27FC236}">
                <a16:creationId xmlns:a16="http://schemas.microsoft.com/office/drawing/2014/main" id="{FBCA5694-6C6E-C0DC-D7DC-A3427763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298701"/>
            <a:ext cx="3216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small, &gt;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, but rate of increase decreases.</a:t>
            </a:r>
          </a:p>
        </p:txBody>
      </p:sp>
      <p:sp>
        <p:nvSpPr>
          <p:cNvPr id="28678" name="Text Box 21">
            <a:extLst>
              <a:ext uri="{FF2B5EF4-FFF2-40B4-BE49-F238E27FC236}">
                <a16:creationId xmlns:a16="http://schemas.microsoft.com/office/drawing/2014/main" id="{6E080F32-741D-B058-3D56-46C4D671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594101"/>
            <a:ext cx="365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</a:t>
            </a:r>
            <a:r>
              <a:rPr lang="en-US" altLang="en-US" sz="2000">
                <a:solidFill>
                  <a:schemeClr val="accent2"/>
                </a:solidFill>
              </a:rPr>
              <a:t> 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pinch-off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reaches a saturation value,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D,sat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The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value is called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DS,sat</a:t>
            </a:r>
            <a:endParaRPr lang="en-US" altLang="en-US" sz="2000">
              <a:solidFill>
                <a:schemeClr val="accent2"/>
              </a:solidFill>
            </a:endParaRPr>
          </a:p>
        </p:txBody>
      </p:sp>
      <p:sp>
        <p:nvSpPr>
          <p:cNvPr id="28679" name="Text Box 22">
            <a:extLst>
              <a:ext uri="{FF2B5EF4-FFF2-40B4-BE49-F238E27FC236}">
                <a16:creationId xmlns:a16="http://schemas.microsoft.com/office/drawing/2014/main" id="{DEB26D5B-FD93-DE64-CE3D-C74A280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60926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i="1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DS,sat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does not increase further, saturation region.</a:t>
            </a:r>
          </a:p>
        </p:txBody>
      </p:sp>
      <p:grpSp>
        <p:nvGrpSpPr>
          <p:cNvPr id="28689" name="Group 28688">
            <a:extLst>
              <a:ext uri="{FF2B5EF4-FFF2-40B4-BE49-F238E27FC236}">
                <a16:creationId xmlns:a16="http://schemas.microsoft.com/office/drawing/2014/main" id="{EEB4B630-1D74-6B0D-E288-DF0D9C497164}"/>
              </a:ext>
            </a:extLst>
          </p:cNvPr>
          <p:cNvGrpSpPr/>
          <p:nvPr/>
        </p:nvGrpSpPr>
        <p:grpSpPr>
          <a:xfrm>
            <a:off x="7725344" y="1944883"/>
            <a:ext cx="4246920" cy="660960"/>
            <a:chOff x="7725344" y="1944883"/>
            <a:chExt cx="4246920" cy="66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14:cNvPr>
                <p14:cNvContentPartPr/>
                <p14:nvPr/>
              </p14:nvContentPartPr>
              <p14:xfrm>
                <a:off x="7725344" y="2157283"/>
                <a:ext cx="282240" cy="2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46345E6-26B4-491A-BC2B-040EABAE7D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07704" y="2139643"/>
                  <a:ext cx="31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14:cNvPr>
                <p14:cNvContentPartPr/>
                <p14:nvPr/>
              </p14:nvContentPartPr>
              <p14:xfrm>
                <a:off x="7921184" y="2104003"/>
                <a:ext cx="107640" cy="150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A611F6-8623-209D-A5C5-D1998B471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03184" y="2086003"/>
                  <a:ext cx="143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14:cNvPr>
                <p14:cNvContentPartPr/>
                <p14:nvPr/>
              </p14:nvContentPartPr>
              <p14:xfrm>
                <a:off x="8138984" y="2090323"/>
                <a:ext cx="251280" cy="10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5EE36E-472A-1A62-E4AB-B91F97BAAC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21344" y="2072323"/>
                  <a:ext cx="28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14:cNvPr>
                <p14:cNvContentPartPr/>
                <p14:nvPr/>
              </p14:nvContentPartPr>
              <p14:xfrm>
                <a:off x="8473784" y="2077363"/>
                <a:ext cx="73800" cy="14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90B7C1-CD10-FF44-5C8A-667104A942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5784" y="2059723"/>
                  <a:ext cx="109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14:cNvPr>
                <p14:cNvContentPartPr/>
                <p14:nvPr/>
              </p14:nvContentPartPr>
              <p14:xfrm>
                <a:off x="8560904" y="2134603"/>
                <a:ext cx="5760" cy="12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1EEAD5-78BB-DF78-31CB-483AFB3A12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3264" y="2116963"/>
                  <a:ext cx="41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14:cNvPr>
                <p14:cNvContentPartPr/>
                <p14:nvPr/>
              </p14:nvContentPartPr>
              <p14:xfrm>
                <a:off x="8548304" y="2124883"/>
                <a:ext cx="50400" cy="9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2BEF8E-FBB7-C115-DD2E-122398C567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30304" y="2106883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14:cNvPr>
                <p14:cNvContentPartPr/>
                <p14:nvPr/>
              </p14:nvContentPartPr>
              <p14:xfrm>
                <a:off x="8640104" y="2121283"/>
                <a:ext cx="90360" cy="19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967BF6-F07C-5FF4-9D87-2FEC059057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22104" y="2103283"/>
                  <a:ext cx="126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14:cNvPr>
                <p14:cNvContentPartPr/>
                <p14:nvPr/>
              </p14:nvContentPartPr>
              <p14:xfrm>
                <a:off x="8648744" y="1983043"/>
                <a:ext cx="11880" cy="1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3585AA-218D-A141-D14E-2D1F842312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30744" y="1965403"/>
                  <a:ext cx="4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14:cNvPr>
                <p14:cNvContentPartPr/>
                <p14:nvPr/>
              </p14:nvContentPartPr>
              <p14:xfrm>
                <a:off x="8795264" y="2116243"/>
                <a:ext cx="79920" cy="86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F5304A-D831-C7E1-46B4-D36670A764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77264" y="2098243"/>
                  <a:ext cx="115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14:cNvPr>
                <p14:cNvContentPartPr/>
                <p14:nvPr/>
              </p14:nvContentPartPr>
              <p14:xfrm>
                <a:off x="8941784" y="2075203"/>
                <a:ext cx="52920" cy="116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547482-C41A-1A04-05B9-6F6B55F4E3A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24144" y="2057563"/>
                  <a:ext cx="88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14:cNvPr>
                <p14:cNvContentPartPr/>
                <p14:nvPr/>
              </p14:nvContentPartPr>
              <p14:xfrm>
                <a:off x="9133664" y="2111923"/>
                <a:ext cx="38160" cy="85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3FD2CD-19BA-B501-8763-BC54D9E4B0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15664" y="2093923"/>
                  <a:ext cx="73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14:cNvPr>
                <p14:cNvContentPartPr/>
                <p14:nvPr/>
              </p14:nvContentPartPr>
              <p14:xfrm>
                <a:off x="9163184" y="1944883"/>
                <a:ext cx="34200" cy="5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FE786A-D4EE-BEF9-1E3D-F6B10E3BE6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45184" y="1927243"/>
                  <a:ext cx="69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14:cNvPr>
                <p14:cNvContentPartPr/>
                <p14:nvPr/>
              </p14:nvContentPartPr>
              <p14:xfrm>
                <a:off x="9340304" y="1983043"/>
                <a:ext cx="4932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E9CE59-7F10-B67F-17B7-A19FEAFF43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22304" y="1965403"/>
                  <a:ext cx="84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14:cNvPr>
                <p14:cNvContentPartPr/>
                <p14:nvPr/>
              </p14:nvContentPartPr>
              <p14:xfrm>
                <a:off x="9326624" y="2119843"/>
                <a:ext cx="68040" cy="1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FFDB527-62B1-6EA0-EBF8-38382EC1FA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308624" y="2101843"/>
                  <a:ext cx="103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14:cNvPr>
                <p14:cNvContentPartPr/>
                <p14:nvPr/>
              </p14:nvContentPartPr>
              <p14:xfrm>
                <a:off x="9547664" y="2092123"/>
                <a:ext cx="107280" cy="193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BFE15C-B489-C29F-F7FC-1471C8F89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29664" y="2074123"/>
                  <a:ext cx="142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14:cNvPr>
                <p14:cNvContentPartPr/>
                <p14:nvPr/>
              </p14:nvContentPartPr>
              <p14:xfrm>
                <a:off x="9788504" y="2174203"/>
                <a:ext cx="56880" cy="12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D208FC-C22D-B769-6859-64E9C016B84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70504" y="2156563"/>
                  <a:ext cx="92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14:cNvPr>
                <p14:cNvContentPartPr/>
                <p14:nvPr/>
              </p14:nvContentPartPr>
              <p14:xfrm>
                <a:off x="9963824" y="2078083"/>
                <a:ext cx="102960" cy="119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E939DD-C3B1-E3CD-449C-CBE78F3FBD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45824" y="2060083"/>
                  <a:ext cx="138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14:cNvPr>
                <p14:cNvContentPartPr/>
                <p14:nvPr/>
              </p14:nvContentPartPr>
              <p14:xfrm>
                <a:off x="10150304" y="1994563"/>
                <a:ext cx="40320" cy="152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9327DD9-9F39-9792-90A2-D903E6AECE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2304" y="1976923"/>
                  <a:ext cx="75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14:cNvPr>
                <p14:cNvContentPartPr/>
                <p14:nvPr/>
              </p14:nvContentPartPr>
              <p14:xfrm>
                <a:off x="10256504" y="2085283"/>
                <a:ext cx="50040" cy="88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794766-8D2E-E1FB-E227-4B1D0C30A60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38504" y="2067283"/>
                  <a:ext cx="85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14:cNvPr>
                <p14:cNvContentPartPr/>
                <p14:nvPr/>
              </p14:nvContentPartPr>
              <p14:xfrm>
                <a:off x="10450544" y="2098603"/>
                <a:ext cx="46440" cy="82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5B032E9-387A-769B-EA4B-C1E3123BA44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32544" y="2080603"/>
                  <a:ext cx="82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14:cNvPr>
                <p14:cNvContentPartPr/>
                <p14:nvPr/>
              </p14:nvContentPartPr>
              <p14:xfrm>
                <a:off x="10608944" y="2037403"/>
                <a:ext cx="26280" cy="12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56ECD-0092-3BC8-BB34-1F7B5DD6513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591304" y="2019763"/>
                  <a:ext cx="61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14:cNvPr>
                <p14:cNvContentPartPr/>
                <p14:nvPr/>
              </p14:nvContentPartPr>
              <p14:xfrm>
                <a:off x="10574744" y="2066203"/>
                <a:ext cx="281520" cy="105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0791DD-CF54-FA35-0158-7D9948F4D4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557104" y="2048563"/>
                  <a:ext cx="317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14:cNvPr>
                <p14:cNvContentPartPr/>
                <p14:nvPr/>
              </p14:nvContentPartPr>
              <p14:xfrm>
                <a:off x="10880024" y="2068723"/>
                <a:ext cx="60120" cy="7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0EC06-8E82-6F92-6581-D05BECC253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62024" y="2051083"/>
                  <a:ext cx="9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14:cNvPr>
                <p14:cNvContentPartPr/>
                <p14:nvPr/>
              </p14:nvContentPartPr>
              <p14:xfrm>
                <a:off x="10966784" y="2074843"/>
                <a:ext cx="169920" cy="9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BCECE-6FDC-454B-AA5B-A890B7DED85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948784" y="2056843"/>
                  <a:ext cx="205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14:cNvPr>
                <p14:cNvContentPartPr/>
                <p14:nvPr/>
              </p14:nvContentPartPr>
              <p14:xfrm>
                <a:off x="11179184" y="2077363"/>
                <a:ext cx="113760" cy="12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571768A-7205-FAD0-44B0-AD0D84FDD5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61184" y="2059363"/>
                  <a:ext cx="149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14:cNvPr>
                <p14:cNvContentPartPr/>
                <p14:nvPr/>
              </p14:nvContentPartPr>
              <p14:xfrm>
                <a:off x="10295024" y="2458603"/>
                <a:ext cx="132840" cy="13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B22218-AC63-D62C-1D3D-48709079B9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77384" y="2440963"/>
                  <a:ext cx="1684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14:cNvPr>
                <p14:cNvContentPartPr/>
                <p14:nvPr/>
              </p14:nvContentPartPr>
              <p14:xfrm>
                <a:off x="10552064" y="2395963"/>
                <a:ext cx="215280" cy="10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50925-88ED-13D1-8621-7068592174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534424" y="2377963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14:cNvPr>
                <p14:cNvContentPartPr/>
                <p14:nvPr/>
              </p14:nvContentPartPr>
              <p14:xfrm>
                <a:off x="10759064" y="2395243"/>
                <a:ext cx="117720" cy="103680"/>
              </p14:xfrm>
            </p:contentPart>
          </mc:Choice>
          <mc:Fallback xmlns="">
            <p:pic>
              <p:nvPicPr>
                <p:cNvPr id="28672" name="Ink 28671">
                  <a:extLst>
                    <a:ext uri="{FF2B5EF4-FFF2-40B4-BE49-F238E27FC236}">
                      <a16:creationId xmlns:a16="http://schemas.microsoft.com/office/drawing/2014/main" id="{F6DCFFE2-B9B9-C1A4-5782-21656CF2940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41424" y="2377603"/>
                  <a:ext cx="153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14:cNvPr>
                <p14:cNvContentPartPr/>
                <p14:nvPr/>
              </p14:nvContentPartPr>
              <p14:xfrm>
                <a:off x="10961744" y="2399563"/>
                <a:ext cx="38880" cy="99000"/>
              </p14:xfrm>
            </p:contentPart>
          </mc:Choice>
          <mc:Fallback xmlns="">
            <p:pic>
              <p:nvPicPr>
                <p:cNvPr id="28673" name="Ink 28672">
                  <a:extLst>
                    <a:ext uri="{FF2B5EF4-FFF2-40B4-BE49-F238E27FC236}">
                      <a16:creationId xmlns:a16="http://schemas.microsoft.com/office/drawing/2014/main" id="{C6FB41D3-47C4-1F80-67C9-603F0F3E89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44104" y="2381923"/>
                  <a:ext cx="74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14:cNvPr>
                <p14:cNvContentPartPr/>
                <p14:nvPr/>
              </p14:nvContentPartPr>
              <p14:xfrm>
                <a:off x="10976144" y="2305603"/>
                <a:ext cx="2520" cy="30240"/>
              </p14:xfrm>
            </p:contentPart>
          </mc:Choice>
          <mc:Fallback xmlns="">
            <p:pic>
              <p:nvPicPr>
                <p:cNvPr id="28680" name="Ink 28679">
                  <a:extLst>
                    <a:ext uri="{FF2B5EF4-FFF2-40B4-BE49-F238E27FC236}">
                      <a16:creationId xmlns:a16="http://schemas.microsoft.com/office/drawing/2014/main" id="{B22709A4-6C52-AFFE-7E9D-B59B6CFE85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58144" y="2287603"/>
                  <a:ext cx="38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14:cNvPr>
                <p14:cNvContentPartPr/>
                <p14:nvPr/>
              </p14:nvContentPartPr>
              <p14:xfrm>
                <a:off x="11062904" y="2406043"/>
                <a:ext cx="123480" cy="64440"/>
              </p14:xfrm>
            </p:contentPart>
          </mc:Choice>
          <mc:Fallback xmlns="">
            <p:pic>
              <p:nvPicPr>
                <p:cNvPr id="28681" name="Ink 28680">
                  <a:extLst>
                    <a:ext uri="{FF2B5EF4-FFF2-40B4-BE49-F238E27FC236}">
                      <a16:creationId xmlns:a16="http://schemas.microsoft.com/office/drawing/2014/main" id="{30265311-3DAD-181C-C884-2887805B1B4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44904" y="2388043"/>
                  <a:ext cx="15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14:cNvPr>
                <p14:cNvContentPartPr/>
                <p14:nvPr/>
              </p14:nvContentPartPr>
              <p14:xfrm>
                <a:off x="11263064" y="2424043"/>
                <a:ext cx="77400" cy="59760"/>
              </p14:xfrm>
            </p:contentPart>
          </mc:Choice>
          <mc:Fallback xmlns="">
            <p:pic>
              <p:nvPicPr>
                <p:cNvPr id="28682" name="Ink 28681">
                  <a:extLst>
                    <a:ext uri="{FF2B5EF4-FFF2-40B4-BE49-F238E27FC236}">
                      <a16:creationId xmlns:a16="http://schemas.microsoft.com/office/drawing/2014/main" id="{0CE286AF-00DF-4BF8-C1AD-38F7E6BD66E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45064" y="2406043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14:cNvPr>
                <p14:cNvContentPartPr/>
                <p14:nvPr/>
              </p14:nvContentPartPr>
              <p14:xfrm>
                <a:off x="11384384" y="2413963"/>
                <a:ext cx="80640" cy="70200"/>
              </p14:xfrm>
            </p:contentPart>
          </mc:Choice>
          <mc:Fallback xmlns="">
            <p:pic>
              <p:nvPicPr>
                <p:cNvPr id="28683" name="Ink 28682">
                  <a:extLst>
                    <a:ext uri="{FF2B5EF4-FFF2-40B4-BE49-F238E27FC236}">
                      <a16:creationId xmlns:a16="http://schemas.microsoft.com/office/drawing/2014/main" id="{D56EBE2B-8B1E-1DB0-0961-256972BAD5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66384" y="2396323"/>
                  <a:ext cx="116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14:cNvPr>
                <p14:cNvContentPartPr/>
                <p14:nvPr/>
              </p14:nvContentPartPr>
              <p14:xfrm>
                <a:off x="11549264" y="2387323"/>
                <a:ext cx="6480" cy="73080"/>
              </p14:xfrm>
            </p:contentPart>
          </mc:Choice>
          <mc:Fallback xmlns="">
            <p:pic>
              <p:nvPicPr>
                <p:cNvPr id="28684" name="Ink 28683">
                  <a:extLst>
                    <a:ext uri="{FF2B5EF4-FFF2-40B4-BE49-F238E27FC236}">
                      <a16:creationId xmlns:a16="http://schemas.microsoft.com/office/drawing/2014/main" id="{90BECB3E-1F2D-1D34-A304-01125B9B45A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31624" y="2369323"/>
                  <a:ext cx="42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14:cNvPr>
                <p14:cNvContentPartPr/>
                <p14:nvPr/>
              </p14:nvContentPartPr>
              <p14:xfrm>
                <a:off x="11563664" y="2260603"/>
                <a:ext cx="13320" cy="31680"/>
              </p14:xfrm>
            </p:contentPart>
          </mc:Choice>
          <mc:Fallback xmlns="">
            <p:pic>
              <p:nvPicPr>
                <p:cNvPr id="28685" name="Ink 28684">
                  <a:extLst>
                    <a:ext uri="{FF2B5EF4-FFF2-40B4-BE49-F238E27FC236}">
                      <a16:creationId xmlns:a16="http://schemas.microsoft.com/office/drawing/2014/main" id="{2C42E13A-8DCC-328F-2013-64B6C11CDD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45664" y="2242603"/>
                  <a:ext cx="489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14:cNvPr>
                <p14:cNvContentPartPr/>
                <p14:nvPr/>
              </p14:nvContentPartPr>
              <p14:xfrm>
                <a:off x="11679224" y="2294443"/>
                <a:ext cx="54360" cy="161640"/>
              </p14:xfrm>
            </p:contentPart>
          </mc:Choice>
          <mc:Fallback xmlns="">
            <p:pic>
              <p:nvPicPr>
                <p:cNvPr id="28686" name="Ink 28685">
                  <a:extLst>
                    <a:ext uri="{FF2B5EF4-FFF2-40B4-BE49-F238E27FC236}">
                      <a16:creationId xmlns:a16="http://schemas.microsoft.com/office/drawing/2014/main" id="{E818AFD7-7A5D-DD2C-3E56-170D4906617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661584" y="2276443"/>
                  <a:ext cx="9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14:cNvPr>
                <p14:cNvContentPartPr/>
                <p14:nvPr/>
              </p14:nvContentPartPr>
              <p14:xfrm>
                <a:off x="11645024" y="2386963"/>
                <a:ext cx="327240" cy="218880"/>
              </p14:xfrm>
            </p:contentPart>
          </mc:Choice>
          <mc:Fallback xmlns="">
            <p:pic>
              <p:nvPicPr>
                <p:cNvPr id="28687" name="Ink 28686">
                  <a:extLst>
                    <a:ext uri="{FF2B5EF4-FFF2-40B4-BE49-F238E27FC236}">
                      <a16:creationId xmlns:a16="http://schemas.microsoft.com/office/drawing/2014/main" id="{E5DC13A0-2375-195C-263A-FAFE17FAAC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7024" y="2369323"/>
                  <a:ext cx="36288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18" name="Group 28717">
            <a:extLst>
              <a:ext uri="{FF2B5EF4-FFF2-40B4-BE49-F238E27FC236}">
                <a16:creationId xmlns:a16="http://schemas.microsoft.com/office/drawing/2014/main" id="{11B7074C-30C1-B949-97F5-332BBF8830A1}"/>
              </a:ext>
            </a:extLst>
          </p:cNvPr>
          <p:cNvGrpSpPr/>
          <p:nvPr/>
        </p:nvGrpSpPr>
        <p:grpSpPr>
          <a:xfrm>
            <a:off x="4167824" y="688483"/>
            <a:ext cx="3315240" cy="1793160"/>
            <a:chOff x="4167824" y="688483"/>
            <a:chExt cx="3315240" cy="179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14:cNvPr>
                <p14:cNvContentPartPr/>
                <p14:nvPr/>
              </p14:nvContentPartPr>
              <p14:xfrm>
                <a:off x="6084824" y="2107963"/>
                <a:ext cx="473040" cy="1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965881-6851-D80B-9769-C10B70C0378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6824" y="2089963"/>
                  <a:ext cx="508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14:cNvPr>
                <p14:cNvContentPartPr/>
                <p14:nvPr/>
              </p14:nvContentPartPr>
              <p14:xfrm>
                <a:off x="6716624" y="2046763"/>
                <a:ext cx="56160" cy="18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91857A-7B66-C386-23CA-8D74A8A8CC3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98624" y="2028763"/>
                  <a:ext cx="9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14:cNvPr>
                <p14:cNvContentPartPr/>
                <p14:nvPr/>
              </p14:nvContentPartPr>
              <p14:xfrm>
                <a:off x="6827864" y="2043883"/>
                <a:ext cx="57600" cy="24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5C59AE-5904-7588-306C-9F09DA7597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10224" y="2026243"/>
                  <a:ext cx="93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14:cNvPr>
                <p14:cNvContentPartPr/>
                <p14:nvPr/>
              </p14:nvContentPartPr>
              <p14:xfrm>
                <a:off x="6714464" y="2161243"/>
                <a:ext cx="110160" cy="16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749845-3255-7BAE-30AD-2AF6E7ACCB3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96824" y="2143603"/>
                  <a:ext cx="145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14:cNvPr>
                <p14:cNvContentPartPr/>
                <p14:nvPr/>
              </p14:nvContentPartPr>
              <p14:xfrm>
                <a:off x="6965384" y="2134603"/>
                <a:ext cx="85680" cy="71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C9F7D4-4464-E71A-99C5-FC63264326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47384" y="2116963"/>
                  <a:ext cx="121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14:cNvPr>
                <p14:cNvContentPartPr/>
                <p14:nvPr/>
              </p14:nvContentPartPr>
              <p14:xfrm>
                <a:off x="7151144" y="2045683"/>
                <a:ext cx="12240" cy="190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511B1E-E0E0-3E07-CD12-E97EB4DBF7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3504" y="2027683"/>
                  <a:ext cx="47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14:cNvPr>
                <p14:cNvContentPartPr/>
                <p14:nvPr/>
              </p14:nvContentPartPr>
              <p14:xfrm>
                <a:off x="7213064" y="2111563"/>
                <a:ext cx="84240" cy="13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0A45AB-C8F2-2C82-2100-54220256CF4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95424" y="2093923"/>
                  <a:ext cx="119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14:cNvPr>
                <p14:cNvContentPartPr/>
                <p14:nvPr/>
              </p14:nvContentPartPr>
              <p14:xfrm>
                <a:off x="7403504" y="2118403"/>
                <a:ext cx="79560" cy="145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4B266C-0039-4CA8-B6FD-33D3226D607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85864" y="2100403"/>
                  <a:ext cx="115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14:cNvPr>
                <p14:cNvContentPartPr/>
                <p14:nvPr/>
              </p14:nvContentPartPr>
              <p14:xfrm>
                <a:off x="4175024" y="1253323"/>
                <a:ext cx="66960" cy="10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C46865-5F73-C113-4392-36265D1699D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57024" y="1235323"/>
                  <a:ext cx="10260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14:cNvPr>
                <p14:cNvContentPartPr/>
                <p14:nvPr/>
              </p14:nvContentPartPr>
              <p14:xfrm>
                <a:off x="4167824" y="1191403"/>
                <a:ext cx="176040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3F1AF9-E430-66A9-4947-32D101D5184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49824" y="1173403"/>
                  <a:ext cx="179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14:cNvPr>
                <p14:cNvContentPartPr/>
                <p14:nvPr/>
              </p14:nvContentPartPr>
              <p14:xfrm>
                <a:off x="6112184" y="1162243"/>
                <a:ext cx="7200" cy="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B8E74D-8EEE-03F9-5295-A765660DBFC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94544" y="1144603"/>
                  <a:ext cx="42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14:cNvPr>
                <p14:cNvContentPartPr/>
                <p14:nvPr/>
              </p14:nvContentPartPr>
              <p14:xfrm>
                <a:off x="4268624" y="1159363"/>
                <a:ext cx="1953360" cy="1163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785797-9781-5299-A017-7AFEB849182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50624" y="1141363"/>
                  <a:ext cx="198900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14:cNvPr>
                <p14:cNvContentPartPr/>
                <p14:nvPr/>
              </p14:nvContentPartPr>
              <p14:xfrm>
                <a:off x="4204544" y="1255483"/>
                <a:ext cx="490320" cy="382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2F06D-9722-BB20-00D3-ADB413FFE4C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86544" y="1237843"/>
                  <a:ext cx="5259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14:cNvPr>
                <p14:cNvContentPartPr/>
                <p14:nvPr/>
              </p14:nvContentPartPr>
              <p14:xfrm>
                <a:off x="5456264" y="1210843"/>
                <a:ext cx="616320" cy="38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243BD-6CBA-7182-0FE1-5720E0185F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8624" y="1192843"/>
                  <a:ext cx="651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14:cNvPr>
                <p14:cNvContentPartPr/>
                <p14:nvPr/>
              </p14:nvContentPartPr>
              <p14:xfrm>
                <a:off x="5713664" y="1331443"/>
                <a:ext cx="18720" cy="171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9C2692-480F-1120-E062-9622CCF6C8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5664" y="1313443"/>
                  <a:ext cx="54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14:cNvPr>
                <p14:cNvContentPartPr/>
                <p14:nvPr/>
              </p14:nvContentPartPr>
              <p14:xfrm>
                <a:off x="5687744" y="1332163"/>
                <a:ext cx="194040" cy="13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7455AE-1B33-E523-2362-96C282533E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70104" y="1314523"/>
                  <a:ext cx="229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14:cNvPr>
                <p14:cNvContentPartPr/>
                <p14:nvPr/>
              </p14:nvContentPartPr>
              <p14:xfrm>
                <a:off x="5977544" y="1392283"/>
                <a:ext cx="96480" cy="24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9ACD0E-E100-E520-5275-4683032FBC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59904" y="1374283"/>
                  <a:ext cx="132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14:cNvPr>
                <p14:cNvContentPartPr/>
                <p14:nvPr/>
              </p14:nvContentPartPr>
              <p14:xfrm>
                <a:off x="6000584" y="1347283"/>
                <a:ext cx="208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8090DD-2819-77A8-35A1-60CB3A14CD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2944" y="1329283"/>
                  <a:ext cx="56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14:cNvPr>
                <p14:cNvContentPartPr/>
                <p14:nvPr/>
              </p14:nvContentPartPr>
              <p14:xfrm>
                <a:off x="4299944" y="1364563"/>
                <a:ext cx="16200" cy="217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32361-E3A5-F630-50BA-C96D8394071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82304" y="1346563"/>
                  <a:ext cx="5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14:cNvPr>
                <p14:cNvContentPartPr/>
                <p14:nvPr/>
              </p14:nvContentPartPr>
              <p14:xfrm>
                <a:off x="4283024" y="1315963"/>
                <a:ext cx="147600" cy="19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E20A09-8513-77D9-48A7-5910FA932D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65024" y="1298323"/>
                  <a:ext cx="183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14:cNvPr>
                <p14:cNvContentPartPr/>
                <p14:nvPr/>
              </p14:nvContentPartPr>
              <p14:xfrm>
                <a:off x="4520624" y="1395523"/>
                <a:ext cx="72000" cy="1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A8D3D3-1BA9-E7BE-6960-C164BD3818A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502624" y="1377523"/>
                  <a:ext cx="107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14:cNvPr>
                <p14:cNvContentPartPr/>
                <p14:nvPr/>
              </p14:nvContentPartPr>
              <p14:xfrm>
                <a:off x="4529264" y="1324243"/>
                <a:ext cx="2520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1BAD8-3B09-1143-F174-2FAA3913157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511624" y="1306603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14:cNvPr>
                <p14:cNvContentPartPr/>
                <p14:nvPr/>
              </p14:nvContentPartPr>
              <p14:xfrm>
                <a:off x="4767584" y="2080243"/>
                <a:ext cx="30960" cy="233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DBBD939-32AD-1FF5-2486-24DF18EBC98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749584" y="2062243"/>
                  <a:ext cx="66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14:cNvPr>
                <p14:cNvContentPartPr/>
                <p14:nvPr/>
              </p14:nvContentPartPr>
              <p14:xfrm>
                <a:off x="4754264" y="2072683"/>
                <a:ext cx="136800" cy="11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FBFBF2-06B9-9C28-16CF-FDB16BF3C8A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36264" y="2055043"/>
                  <a:ext cx="172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14:cNvPr>
                <p14:cNvContentPartPr/>
                <p14:nvPr/>
              </p14:nvContentPartPr>
              <p14:xfrm>
                <a:off x="4931384" y="2159443"/>
                <a:ext cx="11016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107-1A3D-D1F0-4DC2-AD1411C60B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13744" y="2141803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14:cNvPr>
                <p14:cNvContentPartPr/>
                <p14:nvPr/>
              </p14:nvContentPartPr>
              <p14:xfrm>
                <a:off x="5163224" y="2068363"/>
                <a:ext cx="83880" cy="175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E08280-AC11-1003-1AD1-CB3DDA01976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145224" y="2050363"/>
                  <a:ext cx="119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14:cNvPr>
                <p14:cNvContentPartPr/>
                <p14:nvPr/>
              </p14:nvContentPartPr>
              <p14:xfrm>
                <a:off x="5324144" y="2151883"/>
                <a:ext cx="7668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49A067-F404-EE99-6D9C-B2D35D20C5E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306144" y="2133883"/>
                  <a:ext cx="112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14:cNvPr>
                <p14:cNvContentPartPr/>
                <p14:nvPr/>
              </p14:nvContentPartPr>
              <p14:xfrm>
                <a:off x="5369504" y="2174923"/>
                <a:ext cx="40680" cy="10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1E3C38-9C07-ED7A-A394-9CC28D28D8E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51504" y="2156923"/>
                  <a:ext cx="76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14:cNvPr>
                <p14:cNvContentPartPr/>
                <p14:nvPr/>
              </p14:nvContentPartPr>
              <p14:xfrm>
                <a:off x="5464904" y="2048203"/>
                <a:ext cx="161640" cy="19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DF1038-29CD-96CA-AED8-3EEF3C542A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447264" y="2030203"/>
                  <a:ext cx="1972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14:cNvPr>
                <p14:cNvContentPartPr/>
                <p14:nvPr/>
              </p14:nvContentPartPr>
              <p14:xfrm>
                <a:off x="5691344" y="2129563"/>
                <a:ext cx="143640" cy="352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C2D78F-D95F-8A7B-2C48-CF91E3A3BA4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3344" y="2111563"/>
                  <a:ext cx="179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14:cNvPr>
                <p14:cNvContentPartPr/>
                <p14:nvPr/>
              </p14:nvContentPartPr>
              <p14:xfrm>
                <a:off x="4770464" y="1331443"/>
                <a:ext cx="63000" cy="7200"/>
              </p14:xfrm>
            </p:contentPart>
          </mc:Choice>
          <mc:Fallback xmlns="">
            <p:pic>
              <p:nvPicPr>
                <p:cNvPr id="28690" name="Ink 28689">
                  <a:extLst>
                    <a:ext uri="{FF2B5EF4-FFF2-40B4-BE49-F238E27FC236}">
                      <a16:creationId xmlns:a16="http://schemas.microsoft.com/office/drawing/2014/main" id="{1D6A0D8B-FE31-64B1-D9C8-CB86FA87A6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52464" y="1313443"/>
                  <a:ext cx="9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14:cNvPr>
                <p14:cNvContentPartPr/>
                <p14:nvPr/>
              </p14:nvContentPartPr>
              <p14:xfrm>
                <a:off x="4937504" y="1335403"/>
                <a:ext cx="41400" cy="10440"/>
              </p14:xfrm>
            </p:contentPart>
          </mc:Choice>
          <mc:Fallback xmlns="">
            <p:pic>
              <p:nvPicPr>
                <p:cNvPr id="28691" name="Ink 28690">
                  <a:extLst>
                    <a:ext uri="{FF2B5EF4-FFF2-40B4-BE49-F238E27FC236}">
                      <a16:creationId xmlns:a16="http://schemas.microsoft.com/office/drawing/2014/main" id="{D3DB112D-CCE6-53BD-5FE7-6640682695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919864" y="1317403"/>
                  <a:ext cx="77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14:cNvPr>
                <p14:cNvContentPartPr/>
                <p14:nvPr/>
              </p14:nvContentPartPr>
              <p14:xfrm>
                <a:off x="5086184" y="1311283"/>
                <a:ext cx="79200" cy="2520"/>
              </p14:xfrm>
            </p:contentPart>
          </mc:Choice>
          <mc:Fallback xmlns="">
            <p:pic>
              <p:nvPicPr>
                <p:cNvPr id="28692" name="Ink 28691">
                  <a:extLst>
                    <a:ext uri="{FF2B5EF4-FFF2-40B4-BE49-F238E27FC236}">
                      <a16:creationId xmlns:a16="http://schemas.microsoft.com/office/drawing/2014/main" id="{02FE84F0-0ECE-2A17-4A76-14F6EE4C67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68184" y="1293643"/>
                  <a:ext cx="114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14:cNvPr>
                <p14:cNvContentPartPr/>
                <p14:nvPr/>
              </p14:nvContentPartPr>
              <p14:xfrm>
                <a:off x="5287064" y="1311283"/>
                <a:ext cx="86040" cy="2520"/>
              </p14:xfrm>
            </p:contentPart>
          </mc:Choice>
          <mc:Fallback xmlns="">
            <p:pic>
              <p:nvPicPr>
                <p:cNvPr id="28693" name="Ink 28692">
                  <a:extLst>
                    <a:ext uri="{FF2B5EF4-FFF2-40B4-BE49-F238E27FC236}">
                      <a16:creationId xmlns:a16="http://schemas.microsoft.com/office/drawing/2014/main" id="{1DF82796-A4F9-B1A2-CAC9-5F2F41CBEB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269424" y="1293643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14:cNvPr>
                <p14:cNvContentPartPr/>
                <p14:nvPr/>
              </p14:nvContentPartPr>
              <p14:xfrm>
                <a:off x="4647704" y="1075123"/>
                <a:ext cx="21600" cy="138600"/>
              </p14:xfrm>
            </p:contentPart>
          </mc:Choice>
          <mc:Fallback xmlns="">
            <p:pic>
              <p:nvPicPr>
                <p:cNvPr id="28695" name="Ink 28694">
                  <a:extLst>
                    <a:ext uri="{FF2B5EF4-FFF2-40B4-BE49-F238E27FC236}">
                      <a16:creationId xmlns:a16="http://schemas.microsoft.com/office/drawing/2014/main" id="{D69156D3-CA39-FBE6-9AC6-B1D7CFA0B99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30064" y="1057483"/>
                  <a:ext cx="5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14:cNvPr>
                <p14:cNvContentPartPr/>
                <p14:nvPr/>
              </p14:nvContentPartPr>
              <p14:xfrm>
                <a:off x="4640144" y="968923"/>
                <a:ext cx="889920" cy="101880"/>
              </p14:xfrm>
            </p:contentPart>
          </mc:Choice>
          <mc:Fallback xmlns="">
            <p:pic>
              <p:nvPicPr>
                <p:cNvPr id="28696" name="Ink 28695">
                  <a:extLst>
                    <a:ext uri="{FF2B5EF4-FFF2-40B4-BE49-F238E27FC236}">
                      <a16:creationId xmlns:a16="http://schemas.microsoft.com/office/drawing/2014/main" id="{F3CBA685-C55C-9CBE-002D-E879461FCCE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22504" y="950923"/>
                  <a:ext cx="92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14:cNvPr>
                <p14:cNvContentPartPr/>
                <p14:nvPr/>
              </p14:nvContentPartPr>
              <p14:xfrm>
                <a:off x="5494784" y="1020403"/>
                <a:ext cx="17640" cy="167040"/>
              </p14:xfrm>
            </p:contentPart>
          </mc:Choice>
          <mc:Fallback xmlns="">
            <p:pic>
              <p:nvPicPr>
                <p:cNvPr id="28697" name="Ink 28696">
                  <a:extLst>
                    <a:ext uri="{FF2B5EF4-FFF2-40B4-BE49-F238E27FC236}">
                      <a16:creationId xmlns:a16="http://schemas.microsoft.com/office/drawing/2014/main" id="{F3D82CD2-9497-7F9B-B805-AE7A7D4B23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76784" y="1002763"/>
                  <a:ext cx="53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14:cNvPr>
                <p14:cNvContentPartPr/>
                <p14:nvPr/>
              </p14:nvContentPartPr>
              <p14:xfrm>
                <a:off x="5433584" y="896923"/>
                <a:ext cx="510840" cy="176760"/>
              </p14:xfrm>
            </p:contentPart>
          </mc:Choice>
          <mc:Fallback xmlns="">
            <p:pic>
              <p:nvPicPr>
                <p:cNvPr id="28699" name="Ink 28698">
                  <a:extLst>
                    <a:ext uri="{FF2B5EF4-FFF2-40B4-BE49-F238E27FC236}">
                      <a16:creationId xmlns:a16="http://schemas.microsoft.com/office/drawing/2014/main" id="{A2445882-083A-53BE-42B7-F42727479B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584" y="879283"/>
                  <a:ext cx="546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14:cNvPr>
                <p14:cNvContentPartPr/>
                <p14:nvPr/>
              </p14:nvContentPartPr>
              <p14:xfrm>
                <a:off x="5357624" y="1013923"/>
                <a:ext cx="84600" cy="134640"/>
              </p14:xfrm>
            </p:contentPart>
          </mc:Choice>
          <mc:Fallback xmlns="">
            <p:pic>
              <p:nvPicPr>
                <p:cNvPr id="28700" name="Ink 28699">
                  <a:extLst>
                    <a:ext uri="{FF2B5EF4-FFF2-40B4-BE49-F238E27FC236}">
                      <a16:creationId xmlns:a16="http://schemas.microsoft.com/office/drawing/2014/main" id="{8BB91645-5038-A345-E55C-396A23CA3F2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339984" y="996283"/>
                  <a:ext cx="120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14:cNvPr>
                <p14:cNvContentPartPr/>
                <p14:nvPr/>
              </p14:nvContentPartPr>
              <p14:xfrm>
                <a:off x="5993744" y="889363"/>
                <a:ext cx="103320" cy="115200"/>
              </p14:xfrm>
            </p:contentPart>
          </mc:Choice>
          <mc:Fallback xmlns="">
            <p:pic>
              <p:nvPicPr>
                <p:cNvPr id="28701" name="Ink 28700">
                  <a:extLst>
                    <a:ext uri="{FF2B5EF4-FFF2-40B4-BE49-F238E27FC236}">
                      <a16:creationId xmlns:a16="http://schemas.microsoft.com/office/drawing/2014/main" id="{7A3CA01E-77ED-4202-E833-E975DEE019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76104" y="871723"/>
                  <a:ext cx="138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14:cNvPr>
                <p14:cNvContentPartPr/>
                <p14:nvPr/>
              </p14:nvContentPartPr>
              <p14:xfrm>
                <a:off x="6119384" y="868843"/>
                <a:ext cx="141120" cy="81000"/>
              </p14:xfrm>
            </p:contentPart>
          </mc:Choice>
          <mc:Fallback xmlns="">
            <p:pic>
              <p:nvPicPr>
                <p:cNvPr id="28702" name="Ink 28701">
                  <a:extLst>
                    <a:ext uri="{FF2B5EF4-FFF2-40B4-BE49-F238E27FC236}">
                      <a16:creationId xmlns:a16="http://schemas.microsoft.com/office/drawing/2014/main" id="{21183FEC-6DDF-B233-085F-961E5C87FDF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01384" y="850843"/>
                  <a:ext cx="176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14:cNvPr>
                <p14:cNvContentPartPr/>
                <p14:nvPr/>
              </p14:nvContentPartPr>
              <p14:xfrm>
                <a:off x="6181664" y="799723"/>
                <a:ext cx="88200" cy="204480"/>
              </p14:xfrm>
            </p:contentPart>
          </mc:Choice>
          <mc:Fallback xmlns="">
            <p:pic>
              <p:nvPicPr>
                <p:cNvPr id="28703" name="Ink 28702">
                  <a:extLst>
                    <a:ext uri="{FF2B5EF4-FFF2-40B4-BE49-F238E27FC236}">
                      <a16:creationId xmlns:a16="http://schemas.microsoft.com/office/drawing/2014/main" id="{D1486E47-5A7E-716B-0C30-3B96F30B25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63664" y="782083"/>
                  <a:ext cx="123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14:cNvPr>
                <p14:cNvContentPartPr/>
                <p14:nvPr/>
              </p14:nvContentPartPr>
              <p14:xfrm>
                <a:off x="6326384" y="854443"/>
                <a:ext cx="32400" cy="101520"/>
              </p14:xfrm>
            </p:contentPart>
          </mc:Choice>
          <mc:Fallback xmlns="">
            <p:pic>
              <p:nvPicPr>
                <p:cNvPr id="28704" name="Ink 28703">
                  <a:extLst>
                    <a:ext uri="{FF2B5EF4-FFF2-40B4-BE49-F238E27FC236}">
                      <a16:creationId xmlns:a16="http://schemas.microsoft.com/office/drawing/2014/main" id="{B951C9A7-4E17-09AA-5794-19664231BCE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308744" y="836443"/>
                  <a:ext cx="68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14:cNvPr>
                <p14:cNvContentPartPr/>
                <p14:nvPr/>
              </p14:nvContentPartPr>
              <p14:xfrm>
                <a:off x="6333584" y="752923"/>
                <a:ext cx="32040" cy="47520"/>
              </p14:xfrm>
            </p:contentPart>
          </mc:Choice>
          <mc:Fallback xmlns="">
            <p:pic>
              <p:nvPicPr>
                <p:cNvPr id="28705" name="Ink 28704">
                  <a:extLst>
                    <a:ext uri="{FF2B5EF4-FFF2-40B4-BE49-F238E27FC236}">
                      <a16:creationId xmlns:a16="http://schemas.microsoft.com/office/drawing/2014/main" id="{6626F6C5-7F6E-FA55-85E4-50D2CCAE67E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315944" y="735283"/>
                  <a:ext cx="67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14:cNvPr>
                <p14:cNvContentPartPr/>
                <p14:nvPr/>
              </p14:nvContentPartPr>
              <p14:xfrm>
                <a:off x="6422864" y="802603"/>
                <a:ext cx="155880" cy="109440"/>
              </p14:xfrm>
            </p:contentPart>
          </mc:Choice>
          <mc:Fallback xmlns="">
            <p:pic>
              <p:nvPicPr>
                <p:cNvPr id="28706" name="Ink 28705">
                  <a:extLst>
                    <a:ext uri="{FF2B5EF4-FFF2-40B4-BE49-F238E27FC236}">
                      <a16:creationId xmlns:a16="http://schemas.microsoft.com/office/drawing/2014/main" id="{15806CF8-CBD9-258D-46E2-C8BB6D4AF1C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05224" y="784603"/>
                  <a:ext cx="19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14:cNvPr>
                <p14:cNvContentPartPr/>
                <p14:nvPr/>
              </p14:nvContentPartPr>
              <p14:xfrm>
                <a:off x="6477224" y="688483"/>
                <a:ext cx="110160" cy="231480"/>
              </p14:xfrm>
            </p:contentPart>
          </mc:Choice>
          <mc:Fallback xmlns="">
            <p:pic>
              <p:nvPicPr>
                <p:cNvPr id="28707" name="Ink 28706">
                  <a:extLst>
                    <a:ext uri="{FF2B5EF4-FFF2-40B4-BE49-F238E27FC236}">
                      <a16:creationId xmlns:a16="http://schemas.microsoft.com/office/drawing/2014/main" id="{257FA64E-4CDB-752E-0DF6-36E75DA711B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59224" y="670843"/>
                  <a:ext cx="145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14:cNvPr>
                <p14:cNvContentPartPr/>
                <p14:nvPr/>
              </p14:nvContentPartPr>
              <p14:xfrm>
                <a:off x="6677384" y="755443"/>
                <a:ext cx="142200" cy="136440"/>
              </p14:xfrm>
            </p:contentPart>
          </mc:Choice>
          <mc:Fallback xmlns="">
            <p:pic>
              <p:nvPicPr>
                <p:cNvPr id="28708" name="Ink 28707">
                  <a:extLst>
                    <a:ext uri="{FF2B5EF4-FFF2-40B4-BE49-F238E27FC236}">
                      <a16:creationId xmlns:a16="http://schemas.microsoft.com/office/drawing/2014/main" id="{8D5185DF-CA7E-054E-4513-FB46F5E4D98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59384" y="737803"/>
                  <a:ext cx="177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14:cNvPr>
                <p14:cNvContentPartPr/>
                <p14:nvPr/>
              </p14:nvContentPartPr>
              <p14:xfrm>
                <a:off x="4709624" y="1045963"/>
                <a:ext cx="9000" cy="10800"/>
              </p14:xfrm>
            </p:contentPart>
          </mc:Choice>
          <mc:Fallback xmlns="">
            <p:pic>
              <p:nvPicPr>
                <p:cNvPr id="28709" name="Ink 28708">
                  <a:extLst>
                    <a:ext uri="{FF2B5EF4-FFF2-40B4-BE49-F238E27FC236}">
                      <a16:creationId xmlns:a16="http://schemas.microsoft.com/office/drawing/2014/main" id="{D473FD97-706C-BE58-3DFC-AFA3F6FCE54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91984" y="1028323"/>
                  <a:ext cx="4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14:cNvPr>
                <p14:cNvContentPartPr/>
                <p14:nvPr/>
              </p14:nvContentPartPr>
              <p14:xfrm>
                <a:off x="4617464" y="766243"/>
                <a:ext cx="110880" cy="274680"/>
              </p14:xfrm>
            </p:contentPart>
          </mc:Choice>
          <mc:Fallback xmlns="">
            <p:pic>
              <p:nvPicPr>
                <p:cNvPr id="28710" name="Ink 28709">
                  <a:extLst>
                    <a:ext uri="{FF2B5EF4-FFF2-40B4-BE49-F238E27FC236}">
                      <a16:creationId xmlns:a16="http://schemas.microsoft.com/office/drawing/2014/main" id="{C453FB0C-2466-0AC2-A2DC-27BF216F005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99464" y="748603"/>
                  <a:ext cx="146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14:cNvPr>
                <p14:cNvContentPartPr/>
                <p14:nvPr/>
              </p14:nvContentPartPr>
              <p14:xfrm>
                <a:off x="4613504" y="691723"/>
                <a:ext cx="763200" cy="66960"/>
              </p14:xfrm>
            </p:contentPart>
          </mc:Choice>
          <mc:Fallback xmlns="">
            <p:pic>
              <p:nvPicPr>
                <p:cNvPr id="28711" name="Ink 28710">
                  <a:extLst>
                    <a:ext uri="{FF2B5EF4-FFF2-40B4-BE49-F238E27FC236}">
                      <a16:creationId xmlns:a16="http://schemas.microsoft.com/office/drawing/2014/main" id="{A6B5669B-3350-1BB2-C231-9E4550DE941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95864" y="673723"/>
                  <a:ext cx="798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14:cNvPr>
                <p14:cNvContentPartPr/>
                <p14:nvPr/>
              </p14:nvContentPartPr>
              <p14:xfrm>
                <a:off x="5406944" y="700723"/>
                <a:ext cx="112320" cy="257760"/>
              </p14:xfrm>
            </p:contentPart>
          </mc:Choice>
          <mc:Fallback xmlns="">
            <p:pic>
              <p:nvPicPr>
                <p:cNvPr id="28712" name="Ink 28711">
                  <a:extLst>
                    <a:ext uri="{FF2B5EF4-FFF2-40B4-BE49-F238E27FC236}">
                      <a16:creationId xmlns:a16="http://schemas.microsoft.com/office/drawing/2014/main" id="{508D8D2F-B5B5-5613-18C4-CDE12E3D3E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89304" y="683083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14:cNvPr>
                <p14:cNvContentPartPr/>
                <p14:nvPr/>
              </p14:nvContentPartPr>
              <p14:xfrm>
                <a:off x="4795304" y="791083"/>
                <a:ext cx="164880" cy="141120"/>
              </p14:xfrm>
            </p:contentPart>
          </mc:Choice>
          <mc:Fallback xmlns="">
            <p:pic>
              <p:nvPicPr>
                <p:cNvPr id="28713" name="Ink 28712">
                  <a:extLst>
                    <a:ext uri="{FF2B5EF4-FFF2-40B4-BE49-F238E27FC236}">
                      <a16:creationId xmlns:a16="http://schemas.microsoft.com/office/drawing/2014/main" id="{154F9695-D976-277B-1343-CA6C1F40BED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77664" y="773083"/>
                  <a:ext cx="200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14:cNvPr>
                <p14:cNvContentPartPr/>
                <p14:nvPr/>
              </p14:nvContentPartPr>
              <p14:xfrm>
                <a:off x="5023544" y="840763"/>
                <a:ext cx="97200" cy="91440"/>
              </p14:xfrm>
            </p:contentPart>
          </mc:Choice>
          <mc:Fallback xmlns="">
            <p:pic>
              <p:nvPicPr>
                <p:cNvPr id="28714" name="Ink 28713">
                  <a:extLst>
                    <a:ext uri="{FF2B5EF4-FFF2-40B4-BE49-F238E27FC236}">
                      <a16:creationId xmlns:a16="http://schemas.microsoft.com/office/drawing/2014/main" id="{06251FA4-C4FA-D293-EE7E-F459D251AEF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05544" y="822763"/>
                  <a:ext cx="132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14:cNvPr>
                <p14:cNvContentPartPr/>
                <p14:nvPr/>
              </p14:nvContentPartPr>
              <p14:xfrm>
                <a:off x="5185904" y="765523"/>
                <a:ext cx="39240" cy="173520"/>
              </p14:xfrm>
            </p:contentPart>
          </mc:Choice>
          <mc:Fallback xmlns="">
            <p:pic>
              <p:nvPicPr>
                <p:cNvPr id="28715" name="Ink 28714">
                  <a:extLst>
                    <a:ext uri="{FF2B5EF4-FFF2-40B4-BE49-F238E27FC236}">
                      <a16:creationId xmlns:a16="http://schemas.microsoft.com/office/drawing/2014/main" id="{26F332C8-89D2-6619-7BAF-44733EC02DD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67904" y="747883"/>
                  <a:ext cx="7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14:cNvPr>
                <p14:cNvContentPartPr/>
                <p14:nvPr/>
              </p14:nvContentPartPr>
              <p14:xfrm>
                <a:off x="5159264" y="856243"/>
                <a:ext cx="50400" cy="30240"/>
              </p14:xfrm>
            </p:contentPart>
          </mc:Choice>
          <mc:Fallback xmlns="">
            <p:pic>
              <p:nvPicPr>
                <p:cNvPr id="28716" name="Ink 28715">
                  <a:extLst>
                    <a:ext uri="{FF2B5EF4-FFF2-40B4-BE49-F238E27FC236}">
                      <a16:creationId xmlns:a16="http://schemas.microsoft.com/office/drawing/2014/main" id="{EDF3795F-BA8B-DD83-89C6-80D59C0CB8B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41624" y="838603"/>
                  <a:ext cx="86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14:cNvPr>
                <p14:cNvContentPartPr/>
                <p14:nvPr/>
              </p14:nvContentPartPr>
              <p14:xfrm>
                <a:off x="5291744" y="817723"/>
                <a:ext cx="91080" cy="96120"/>
              </p14:xfrm>
            </p:contentPart>
          </mc:Choice>
          <mc:Fallback xmlns="">
            <p:pic>
              <p:nvPicPr>
                <p:cNvPr id="28717" name="Ink 28716">
                  <a:extLst>
                    <a:ext uri="{FF2B5EF4-FFF2-40B4-BE49-F238E27FC236}">
                      <a16:creationId xmlns:a16="http://schemas.microsoft.com/office/drawing/2014/main" id="{B521ACA4-A573-8151-E48A-C61A79ADB2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73744" y="799723"/>
                  <a:ext cx="12672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24" name="Group 28723">
            <a:extLst>
              <a:ext uri="{FF2B5EF4-FFF2-40B4-BE49-F238E27FC236}">
                <a16:creationId xmlns:a16="http://schemas.microsoft.com/office/drawing/2014/main" id="{A1D922CF-9C3D-11F8-2545-AF8F43F1B354}"/>
              </a:ext>
            </a:extLst>
          </p:cNvPr>
          <p:cNvGrpSpPr/>
          <p:nvPr/>
        </p:nvGrpSpPr>
        <p:grpSpPr>
          <a:xfrm>
            <a:off x="3798104" y="701443"/>
            <a:ext cx="605520" cy="559080"/>
            <a:chOff x="3798104" y="701443"/>
            <a:chExt cx="60552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14:cNvPr>
                <p14:cNvContentPartPr/>
                <p14:nvPr/>
              </p14:nvContentPartPr>
              <p14:xfrm>
                <a:off x="4017704" y="860923"/>
                <a:ext cx="385920" cy="399600"/>
              </p14:xfrm>
            </p:contentPart>
          </mc:Choice>
          <mc:Fallback xmlns="">
            <p:pic>
              <p:nvPicPr>
                <p:cNvPr id="28719" name="Ink 28718">
                  <a:extLst>
                    <a:ext uri="{FF2B5EF4-FFF2-40B4-BE49-F238E27FC236}">
                      <a16:creationId xmlns:a16="http://schemas.microsoft.com/office/drawing/2014/main" id="{FE3A552A-AEC0-F819-8D2F-A233B7CC237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00064" y="842923"/>
                  <a:ext cx="4215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14:cNvPr>
                <p14:cNvContentPartPr/>
                <p14:nvPr/>
              </p14:nvContentPartPr>
              <p14:xfrm>
                <a:off x="3990704" y="767683"/>
                <a:ext cx="89640" cy="155880"/>
              </p14:xfrm>
            </p:contentPart>
          </mc:Choice>
          <mc:Fallback xmlns="">
            <p:pic>
              <p:nvPicPr>
                <p:cNvPr id="28720" name="Ink 28719">
                  <a:extLst>
                    <a:ext uri="{FF2B5EF4-FFF2-40B4-BE49-F238E27FC236}">
                      <a16:creationId xmlns:a16="http://schemas.microsoft.com/office/drawing/2014/main" id="{6328C755-BB58-30FB-CEBC-0E365D32483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73064" y="750043"/>
                  <a:ext cx="125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14:cNvPr>
                <p14:cNvContentPartPr/>
                <p14:nvPr/>
              </p14:nvContentPartPr>
              <p14:xfrm>
                <a:off x="3902144" y="795403"/>
                <a:ext cx="195120" cy="228600"/>
              </p14:xfrm>
            </p:contentPart>
          </mc:Choice>
          <mc:Fallback xmlns="">
            <p:pic>
              <p:nvPicPr>
                <p:cNvPr id="28722" name="Ink 28721">
                  <a:extLst>
                    <a:ext uri="{FF2B5EF4-FFF2-40B4-BE49-F238E27FC236}">
                      <a16:creationId xmlns:a16="http://schemas.microsoft.com/office/drawing/2014/main" id="{1A0F987B-2258-97CD-5B1E-B9C1D94DF52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884504" y="777763"/>
                  <a:ext cx="23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14:cNvPr>
                <p14:cNvContentPartPr/>
                <p14:nvPr/>
              </p14:nvContentPartPr>
              <p14:xfrm>
                <a:off x="3798104" y="701443"/>
                <a:ext cx="438480" cy="465120"/>
              </p14:xfrm>
            </p:contentPart>
          </mc:Choice>
          <mc:Fallback xmlns="">
            <p:pic>
              <p:nvPicPr>
                <p:cNvPr id="28723" name="Ink 28722">
                  <a:extLst>
                    <a:ext uri="{FF2B5EF4-FFF2-40B4-BE49-F238E27FC236}">
                      <a16:creationId xmlns:a16="http://schemas.microsoft.com/office/drawing/2014/main" id="{8CC0F419-AE3C-1835-26F5-FED48A7722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780104" y="683803"/>
                  <a:ext cx="474120" cy="50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3" name="Group 28732">
            <a:extLst>
              <a:ext uri="{FF2B5EF4-FFF2-40B4-BE49-F238E27FC236}">
                <a16:creationId xmlns:a16="http://schemas.microsoft.com/office/drawing/2014/main" id="{4FE57167-4691-02B3-A9D9-BED26C2792D5}"/>
              </a:ext>
            </a:extLst>
          </p:cNvPr>
          <p:cNvGrpSpPr/>
          <p:nvPr/>
        </p:nvGrpSpPr>
        <p:grpSpPr>
          <a:xfrm>
            <a:off x="5799344" y="410203"/>
            <a:ext cx="1632240" cy="828360"/>
            <a:chOff x="5799344" y="410203"/>
            <a:chExt cx="1632240" cy="82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14:cNvPr>
                <p14:cNvContentPartPr/>
                <p14:nvPr/>
              </p14:nvContentPartPr>
              <p14:xfrm>
                <a:off x="5818424" y="849403"/>
                <a:ext cx="79920" cy="389160"/>
              </p14:xfrm>
            </p:contentPart>
          </mc:Choice>
          <mc:Fallback xmlns="">
            <p:pic>
              <p:nvPicPr>
                <p:cNvPr id="28725" name="Ink 28724">
                  <a:extLst>
                    <a:ext uri="{FF2B5EF4-FFF2-40B4-BE49-F238E27FC236}">
                      <a16:creationId xmlns:a16="http://schemas.microsoft.com/office/drawing/2014/main" id="{78079F98-00EC-1D41-A116-183134C6E5D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00784" y="831403"/>
                  <a:ext cx="115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14:cNvPr>
                <p14:cNvContentPartPr/>
                <p14:nvPr/>
              </p14:nvContentPartPr>
              <p14:xfrm>
                <a:off x="5799344" y="610723"/>
                <a:ext cx="1164240" cy="189000"/>
              </p14:xfrm>
            </p:contentPart>
          </mc:Choice>
          <mc:Fallback xmlns="">
            <p:pic>
              <p:nvPicPr>
                <p:cNvPr id="28726" name="Ink 28725">
                  <a:extLst>
                    <a:ext uri="{FF2B5EF4-FFF2-40B4-BE49-F238E27FC236}">
                      <a16:creationId xmlns:a16="http://schemas.microsoft.com/office/drawing/2014/main" id="{F958B228-F2C1-5576-ADEA-4D511CDFC8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81344" y="592723"/>
                  <a:ext cx="1199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14:cNvPr>
                <p14:cNvContentPartPr/>
                <p14:nvPr/>
              </p14:nvContentPartPr>
              <p14:xfrm>
                <a:off x="6974744" y="538363"/>
                <a:ext cx="5400" cy="9720"/>
              </p14:xfrm>
            </p:contentPart>
          </mc:Choice>
          <mc:Fallback xmlns="">
            <p:pic>
              <p:nvPicPr>
                <p:cNvPr id="28727" name="Ink 28726">
                  <a:extLst>
                    <a:ext uri="{FF2B5EF4-FFF2-40B4-BE49-F238E27FC236}">
                      <a16:creationId xmlns:a16="http://schemas.microsoft.com/office/drawing/2014/main" id="{EF080DD9-ADB5-AB1D-3997-504B09FF049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56744" y="520363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14:cNvPr>
                <p14:cNvContentPartPr/>
                <p14:nvPr/>
              </p14:nvContentPartPr>
              <p14:xfrm>
                <a:off x="7090304" y="598483"/>
                <a:ext cx="72720" cy="167040"/>
              </p14:xfrm>
            </p:contentPart>
          </mc:Choice>
          <mc:Fallback xmlns="">
            <p:pic>
              <p:nvPicPr>
                <p:cNvPr id="28729" name="Ink 28728">
                  <a:extLst>
                    <a:ext uri="{FF2B5EF4-FFF2-40B4-BE49-F238E27FC236}">
                      <a16:creationId xmlns:a16="http://schemas.microsoft.com/office/drawing/2014/main" id="{62C6F565-0241-6C88-711C-FA40FEFC908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72304" y="580483"/>
                  <a:ext cx="108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14:cNvPr>
                <p14:cNvContentPartPr/>
                <p14:nvPr/>
              </p14:nvContentPartPr>
              <p14:xfrm>
                <a:off x="7112264" y="565363"/>
                <a:ext cx="152280" cy="198720"/>
              </p14:xfrm>
            </p:contentPart>
          </mc:Choice>
          <mc:Fallback xmlns="">
            <p:pic>
              <p:nvPicPr>
                <p:cNvPr id="28730" name="Ink 28729">
                  <a:extLst>
                    <a:ext uri="{FF2B5EF4-FFF2-40B4-BE49-F238E27FC236}">
                      <a16:creationId xmlns:a16="http://schemas.microsoft.com/office/drawing/2014/main" id="{5579B8AD-539E-D394-7E19-20F1B254AD3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94264" y="547363"/>
                  <a:ext cx="1879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14:cNvPr>
                <p14:cNvContentPartPr/>
                <p14:nvPr/>
              </p14:nvContentPartPr>
              <p14:xfrm>
                <a:off x="6916784" y="410203"/>
                <a:ext cx="514800" cy="464400"/>
              </p14:xfrm>
            </p:contentPart>
          </mc:Choice>
          <mc:Fallback xmlns="">
            <p:pic>
              <p:nvPicPr>
                <p:cNvPr id="28732" name="Ink 28731">
                  <a:extLst>
                    <a:ext uri="{FF2B5EF4-FFF2-40B4-BE49-F238E27FC236}">
                      <a16:creationId xmlns:a16="http://schemas.microsoft.com/office/drawing/2014/main" id="{547DC332-7DE7-B455-C0AE-2E7CB8D63E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898784" y="392203"/>
                  <a:ext cx="550440" cy="50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38" name="Group 28737">
            <a:extLst>
              <a:ext uri="{FF2B5EF4-FFF2-40B4-BE49-F238E27FC236}">
                <a16:creationId xmlns:a16="http://schemas.microsoft.com/office/drawing/2014/main" id="{C0AF85EF-BB3F-A9D3-F977-3BAB56909A32}"/>
              </a:ext>
            </a:extLst>
          </p:cNvPr>
          <p:cNvGrpSpPr/>
          <p:nvPr/>
        </p:nvGrpSpPr>
        <p:grpSpPr>
          <a:xfrm>
            <a:off x="7826864" y="206443"/>
            <a:ext cx="663120" cy="378720"/>
            <a:chOff x="7826864" y="206443"/>
            <a:chExt cx="663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14:cNvPr>
                <p14:cNvContentPartPr/>
                <p14:nvPr/>
              </p14:nvContentPartPr>
              <p14:xfrm>
                <a:off x="7826864" y="206443"/>
                <a:ext cx="214200" cy="257040"/>
              </p14:xfrm>
            </p:contentPart>
          </mc:Choice>
          <mc:Fallback xmlns="">
            <p:pic>
              <p:nvPicPr>
                <p:cNvPr id="28734" name="Ink 28733">
                  <a:extLst>
                    <a:ext uri="{FF2B5EF4-FFF2-40B4-BE49-F238E27FC236}">
                      <a16:creationId xmlns:a16="http://schemas.microsoft.com/office/drawing/2014/main" id="{C48B4EFE-BA74-AC26-0674-C96E3C59A8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808864" y="188803"/>
                  <a:ext cx="249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14:cNvPr>
                <p14:cNvContentPartPr/>
                <p14:nvPr/>
              </p14:nvContentPartPr>
              <p14:xfrm>
                <a:off x="8125304" y="412003"/>
                <a:ext cx="95400" cy="173160"/>
              </p14:xfrm>
            </p:contentPart>
          </mc:Choice>
          <mc:Fallback xmlns="">
            <p:pic>
              <p:nvPicPr>
                <p:cNvPr id="28735" name="Ink 28734">
                  <a:extLst>
                    <a:ext uri="{FF2B5EF4-FFF2-40B4-BE49-F238E27FC236}">
                      <a16:creationId xmlns:a16="http://schemas.microsoft.com/office/drawing/2014/main" id="{5F9D4E3A-930E-4566-0E25-B7233D0CF5F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107664" y="394363"/>
                  <a:ext cx="131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14:cNvPr>
                <p14:cNvContentPartPr/>
                <p14:nvPr/>
              </p14:nvContentPartPr>
              <p14:xfrm>
                <a:off x="8154464" y="412363"/>
                <a:ext cx="104400" cy="125280"/>
              </p14:xfrm>
            </p:contentPart>
          </mc:Choice>
          <mc:Fallback xmlns="">
            <p:pic>
              <p:nvPicPr>
                <p:cNvPr id="28736" name="Ink 28735">
                  <a:extLst>
                    <a:ext uri="{FF2B5EF4-FFF2-40B4-BE49-F238E27FC236}">
                      <a16:creationId xmlns:a16="http://schemas.microsoft.com/office/drawing/2014/main" id="{0242BB05-0708-2A4A-9691-AA83B1CD093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36464" y="394723"/>
                  <a:ext cx="14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14:cNvPr>
                <p14:cNvContentPartPr/>
                <p14:nvPr/>
              </p14:nvContentPartPr>
              <p14:xfrm>
                <a:off x="8383784" y="388243"/>
                <a:ext cx="106200" cy="182160"/>
              </p14:xfrm>
            </p:contentPart>
          </mc:Choice>
          <mc:Fallback xmlns="">
            <p:pic>
              <p:nvPicPr>
                <p:cNvPr id="28737" name="Ink 28736">
                  <a:extLst>
                    <a:ext uri="{FF2B5EF4-FFF2-40B4-BE49-F238E27FC236}">
                      <a16:creationId xmlns:a16="http://schemas.microsoft.com/office/drawing/2014/main" id="{C306EA25-3A21-2438-8113-6FAEC1465B9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66144" y="370603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9" name="Group 28748">
            <a:extLst>
              <a:ext uri="{FF2B5EF4-FFF2-40B4-BE49-F238E27FC236}">
                <a16:creationId xmlns:a16="http://schemas.microsoft.com/office/drawing/2014/main" id="{11A491C4-8B61-4239-C4B3-C7594AF47808}"/>
              </a:ext>
            </a:extLst>
          </p:cNvPr>
          <p:cNvGrpSpPr/>
          <p:nvPr/>
        </p:nvGrpSpPr>
        <p:grpSpPr>
          <a:xfrm>
            <a:off x="7410344" y="1022563"/>
            <a:ext cx="1070640" cy="511560"/>
            <a:chOff x="7410344" y="1022563"/>
            <a:chExt cx="107064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14:cNvPr>
                <p14:cNvContentPartPr/>
                <p14:nvPr/>
              </p14:nvContentPartPr>
              <p14:xfrm>
                <a:off x="7504664" y="1067563"/>
                <a:ext cx="59040" cy="328320"/>
              </p14:xfrm>
            </p:contentPart>
          </mc:Choice>
          <mc:Fallback xmlns="">
            <p:pic>
              <p:nvPicPr>
                <p:cNvPr id="28739" name="Ink 28738">
                  <a:extLst>
                    <a:ext uri="{FF2B5EF4-FFF2-40B4-BE49-F238E27FC236}">
                      <a16:creationId xmlns:a16="http://schemas.microsoft.com/office/drawing/2014/main" id="{6EBDF32C-FCCC-863A-E883-438DD5214FF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6664" y="1049563"/>
                  <a:ext cx="9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14:cNvPr>
                <p14:cNvContentPartPr/>
                <p14:nvPr/>
              </p14:nvContentPartPr>
              <p14:xfrm>
                <a:off x="7410344" y="1022563"/>
                <a:ext cx="1070640" cy="511560"/>
              </p14:xfrm>
            </p:contentPart>
          </mc:Choice>
          <mc:Fallback xmlns="">
            <p:pic>
              <p:nvPicPr>
                <p:cNvPr id="28740" name="Ink 28739">
                  <a:extLst>
                    <a:ext uri="{FF2B5EF4-FFF2-40B4-BE49-F238E27FC236}">
                      <a16:creationId xmlns:a16="http://schemas.microsoft.com/office/drawing/2014/main" id="{0DBED824-BD46-F749-60B0-AE98AB70FF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392704" y="1004923"/>
                  <a:ext cx="1106280" cy="54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48" name="Group 28747">
            <a:extLst>
              <a:ext uri="{FF2B5EF4-FFF2-40B4-BE49-F238E27FC236}">
                <a16:creationId xmlns:a16="http://schemas.microsoft.com/office/drawing/2014/main" id="{DE4387E0-4A76-66AD-57DC-A99846735FE9}"/>
              </a:ext>
            </a:extLst>
          </p:cNvPr>
          <p:cNvGrpSpPr/>
          <p:nvPr/>
        </p:nvGrpSpPr>
        <p:grpSpPr>
          <a:xfrm>
            <a:off x="8951864" y="1186363"/>
            <a:ext cx="1288440" cy="422280"/>
            <a:chOff x="8951864" y="1186363"/>
            <a:chExt cx="128844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14:cNvPr>
                <p14:cNvContentPartPr/>
                <p14:nvPr/>
              </p14:nvContentPartPr>
              <p14:xfrm>
                <a:off x="8951864" y="1186363"/>
                <a:ext cx="236160" cy="318600"/>
              </p14:xfrm>
            </p:contentPart>
          </mc:Choice>
          <mc:Fallback xmlns="">
            <p:pic>
              <p:nvPicPr>
                <p:cNvPr id="28741" name="Ink 28740">
                  <a:extLst>
                    <a:ext uri="{FF2B5EF4-FFF2-40B4-BE49-F238E27FC236}">
                      <a16:creationId xmlns:a16="http://schemas.microsoft.com/office/drawing/2014/main" id="{9B2FB28B-BD46-45AD-2C74-BEDEF8425F9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933864" y="1168723"/>
                  <a:ext cx="2718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14:cNvPr>
                <p14:cNvContentPartPr/>
                <p14:nvPr/>
              </p14:nvContentPartPr>
              <p14:xfrm>
                <a:off x="9297824" y="1409923"/>
                <a:ext cx="84600" cy="198720"/>
              </p14:xfrm>
            </p:contentPart>
          </mc:Choice>
          <mc:Fallback xmlns="">
            <p:pic>
              <p:nvPicPr>
                <p:cNvPr id="28742" name="Ink 28741">
                  <a:extLst>
                    <a:ext uri="{FF2B5EF4-FFF2-40B4-BE49-F238E27FC236}">
                      <a16:creationId xmlns:a16="http://schemas.microsoft.com/office/drawing/2014/main" id="{7ED4CCED-34DB-F0D6-7930-C195E1B8B8D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80184" y="1391923"/>
                  <a:ext cx="1202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14:cNvPr>
                <p14:cNvContentPartPr/>
                <p14:nvPr/>
              </p14:nvContentPartPr>
              <p14:xfrm>
                <a:off x="9310424" y="1417123"/>
                <a:ext cx="136080" cy="123840"/>
              </p14:xfrm>
            </p:contentPart>
          </mc:Choice>
          <mc:Fallback xmlns="">
            <p:pic>
              <p:nvPicPr>
                <p:cNvPr id="28743" name="Ink 28742">
                  <a:extLst>
                    <a:ext uri="{FF2B5EF4-FFF2-40B4-BE49-F238E27FC236}">
                      <a16:creationId xmlns:a16="http://schemas.microsoft.com/office/drawing/2014/main" id="{9335A971-08E2-C8A2-F9F5-B302C307229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292424" y="1399483"/>
                  <a:ext cx="171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14:cNvPr>
                <p14:cNvContentPartPr/>
                <p14:nvPr/>
              </p14:nvContentPartPr>
              <p14:xfrm>
                <a:off x="9564224" y="1382923"/>
                <a:ext cx="140040" cy="179640"/>
              </p14:xfrm>
            </p:contentPart>
          </mc:Choice>
          <mc:Fallback xmlns="">
            <p:pic>
              <p:nvPicPr>
                <p:cNvPr id="28744" name="Ink 28743">
                  <a:extLst>
                    <a:ext uri="{FF2B5EF4-FFF2-40B4-BE49-F238E27FC236}">
                      <a16:creationId xmlns:a16="http://schemas.microsoft.com/office/drawing/2014/main" id="{BBF836F1-9786-9728-06CE-785350FF7CC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6224" y="1364923"/>
                  <a:ext cx="175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14:cNvPr>
                <p14:cNvContentPartPr/>
                <p14:nvPr/>
              </p14:nvContentPartPr>
              <p14:xfrm>
                <a:off x="9808304" y="1391563"/>
                <a:ext cx="95400" cy="21240"/>
              </p14:xfrm>
            </p:contentPart>
          </mc:Choice>
          <mc:Fallback xmlns="">
            <p:pic>
              <p:nvPicPr>
                <p:cNvPr id="28745" name="Ink 28744">
                  <a:extLst>
                    <a:ext uri="{FF2B5EF4-FFF2-40B4-BE49-F238E27FC236}">
                      <a16:creationId xmlns:a16="http://schemas.microsoft.com/office/drawing/2014/main" id="{06E4B4C1-6396-927C-8E1D-DCCFA8001EB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90304" y="1373563"/>
                  <a:ext cx="131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14:cNvPr>
                <p14:cNvContentPartPr/>
                <p14:nvPr/>
              </p14:nvContentPartPr>
              <p14:xfrm>
                <a:off x="9847184" y="1449163"/>
                <a:ext cx="90360" cy="36360"/>
              </p14:xfrm>
            </p:contentPart>
          </mc:Choice>
          <mc:Fallback xmlns="">
            <p:pic>
              <p:nvPicPr>
                <p:cNvPr id="28746" name="Ink 28745">
                  <a:extLst>
                    <a:ext uri="{FF2B5EF4-FFF2-40B4-BE49-F238E27FC236}">
                      <a16:creationId xmlns:a16="http://schemas.microsoft.com/office/drawing/2014/main" id="{A14E44D8-E06D-D08C-D08E-88EC9A9783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829544" y="1431163"/>
                  <a:ext cx="126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14:cNvPr>
                <p14:cNvContentPartPr/>
                <p14:nvPr/>
              </p14:nvContentPartPr>
              <p14:xfrm>
                <a:off x="10087304" y="1262683"/>
                <a:ext cx="153000" cy="225720"/>
              </p14:xfrm>
            </p:contentPart>
          </mc:Choice>
          <mc:Fallback xmlns="">
            <p:pic>
              <p:nvPicPr>
                <p:cNvPr id="28747" name="Ink 28746">
                  <a:extLst>
                    <a:ext uri="{FF2B5EF4-FFF2-40B4-BE49-F238E27FC236}">
                      <a16:creationId xmlns:a16="http://schemas.microsoft.com/office/drawing/2014/main" id="{1F4BBD12-234F-7EC0-039E-704E7541F3F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69664" y="1245043"/>
                  <a:ext cx="18864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1" name="Group 28760">
            <a:extLst>
              <a:ext uri="{FF2B5EF4-FFF2-40B4-BE49-F238E27FC236}">
                <a16:creationId xmlns:a16="http://schemas.microsoft.com/office/drawing/2014/main" id="{A3D50B14-BD7D-7988-31AA-EA6D2BBE144B}"/>
              </a:ext>
            </a:extLst>
          </p:cNvPr>
          <p:cNvGrpSpPr/>
          <p:nvPr/>
        </p:nvGrpSpPr>
        <p:grpSpPr>
          <a:xfrm>
            <a:off x="9539384" y="2821123"/>
            <a:ext cx="749160" cy="447840"/>
            <a:chOff x="9539384" y="2821123"/>
            <a:chExt cx="74916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14:cNvPr>
                <p14:cNvContentPartPr/>
                <p14:nvPr/>
              </p14:nvContentPartPr>
              <p14:xfrm>
                <a:off x="9539384" y="2821123"/>
                <a:ext cx="229680" cy="283320"/>
              </p14:xfrm>
            </p:contentPart>
          </mc:Choice>
          <mc:Fallback xmlns="">
            <p:pic>
              <p:nvPicPr>
                <p:cNvPr id="28750" name="Ink 28749">
                  <a:extLst>
                    <a:ext uri="{FF2B5EF4-FFF2-40B4-BE49-F238E27FC236}">
                      <a16:creationId xmlns:a16="http://schemas.microsoft.com/office/drawing/2014/main" id="{3E317711-A0F9-8284-750C-91411B9CB88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521384" y="2803483"/>
                  <a:ext cx="265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14:cNvPr>
                <p14:cNvContentPartPr/>
                <p14:nvPr/>
              </p14:nvContentPartPr>
              <p14:xfrm>
                <a:off x="9886784" y="3005443"/>
                <a:ext cx="81720" cy="203400"/>
              </p14:xfrm>
            </p:contentPart>
          </mc:Choice>
          <mc:Fallback xmlns="">
            <p:pic>
              <p:nvPicPr>
                <p:cNvPr id="28751" name="Ink 28750">
                  <a:extLst>
                    <a:ext uri="{FF2B5EF4-FFF2-40B4-BE49-F238E27FC236}">
                      <a16:creationId xmlns:a16="http://schemas.microsoft.com/office/drawing/2014/main" id="{3116D260-F9B5-FE13-B886-7C81DFFBBE2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869144" y="2987803"/>
                  <a:ext cx="117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14:cNvPr>
                <p14:cNvContentPartPr/>
                <p14:nvPr/>
              </p14:nvContentPartPr>
              <p14:xfrm>
                <a:off x="9903344" y="3045043"/>
                <a:ext cx="70200" cy="223920"/>
              </p14:xfrm>
            </p:contentPart>
          </mc:Choice>
          <mc:Fallback xmlns="">
            <p:pic>
              <p:nvPicPr>
                <p:cNvPr id="28752" name="Ink 28751">
                  <a:extLst>
                    <a:ext uri="{FF2B5EF4-FFF2-40B4-BE49-F238E27FC236}">
                      <a16:creationId xmlns:a16="http://schemas.microsoft.com/office/drawing/2014/main" id="{232E2156-C6E6-636A-E8A1-E55F3B1490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885704" y="3027043"/>
                  <a:ext cx="105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14:cNvPr>
                <p14:cNvContentPartPr/>
                <p14:nvPr/>
              </p14:nvContentPartPr>
              <p14:xfrm>
                <a:off x="9940424" y="3029203"/>
                <a:ext cx="152640" cy="193320"/>
              </p14:xfrm>
            </p:contentPart>
          </mc:Choice>
          <mc:Fallback xmlns="">
            <p:pic>
              <p:nvPicPr>
                <p:cNvPr id="28753" name="Ink 28752">
                  <a:extLst>
                    <a:ext uri="{FF2B5EF4-FFF2-40B4-BE49-F238E27FC236}">
                      <a16:creationId xmlns:a16="http://schemas.microsoft.com/office/drawing/2014/main" id="{E0D83B47-7365-14CE-8B81-B66ED2E75F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22424" y="3011203"/>
                  <a:ext cx="18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14:cNvPr>
                <p14:cNvContentPartPr/>
                <p14:nvPr/>
              </p14:nvContentPartPr>
              <p14:xfrm>
                <a:off x="10193144" y="3045403"/>
                <a:ext cx="95400" cy="208080"/>
              </p14:xfrm>
            </p:contentPart>
          </mc:Choice>
          <mc:Fallback xmlns="">
            <p:pic>
              <p:nvPicPr>
                <p:cNvPr id="28754" name="Ink 28753">
                  <a:extLst>
                    <a:ext uri="{FF2B5EF4-FFF2-40B4-BE49-F238E27FC236}">
                      <a16:creationId xmlns:a16="http://schemas.microsoft.com/office/drawing/2014/main" id="{C0B3808C-CCE9-23DC-A30C-5F34AEA2AD1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175144" y="3027403"/>
                  <a:ext cx="13104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60" name="Group 28759">
            <a:extLst>
              <a:ext uri="{FF2B5EF4-FFF2-40B4-BE49-F238E27FC236}">
                <a16:creationId xmlns:a16="http://schemas.microsoft.com/office/drawing/2014/main" id="{6560FD41-CA9E-9978-CD44-55E73457DB07}"/>
              </a:ext>
            </a:extLst>
          </p:cNvPr>
          <p:cNvGrpSpPr/>
          <p:nvPr/>
        </p:nvGrpSpPr>
        <p:grpSpPr>
          <a:xfrm>
            <a:off x="10727384" y="2874763"/>
            <a:ext cx="981720" cy="284040"/>
            <a:chOff x="10727384" y="2874763"/>
            <a:chExt cx="9817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14:cNvPr>
                <p14:cNvContentPartPr/>
                <p14:nvPr/>
              </p14:nvContentPartPr>
              <p14:xfrm>
                <a:off x="10727384" y="2914363"/>
                <a:ext cx="117360" cy="190800"/>
              </p14:xfrm>
            </p:contentPart>
          </mc:Choice>
          <mc:Fallback xmlns="">
            <p:pic>
              <p:nvPicPr>
                <p:cNvPr id="28755" name="Ink 28754">
                  <a:extLst>
                    <a:ext uri="{FF2B5EF4-FFF2-40B4-BE49-F238E27FC236}">
                      <a16:creationId xmlns:a16="http://schemas.microsoft.com/office/drawing/2014/main" id="{61008437-D1FC-8524-5CCE-53C26FE01B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09744" y="2896363"/>
                  <a:ext cx="153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14:cNvPr>
                <p14:cNvContentPartPr/>
                <p14:nvPr/>
              </p14:nvContentPartPr>
              <p14:xfrm>
                <a:off x="10923944" y="2971603"/>
                <a:ext cx="275400" cy="117360"/>
              </p14:xfrm>
            </p:contentPart>
          </mc:Choice>
          <mc:Fallback xmlns="">
            <p:pic>
              <p:nvPicPr>
                <p:cNvPr id="28756" name="Ink 28755">
                  <a:extLst>
                    <a:ext uri="{FF2B5EF4-FFF2-40B4-BE49-F238E27FC236}">
                      <a16:creationId xmlns:a16="http://schemas.microsoft.com/office/drawing/2014/main" id="{48F026E5-128A-3B15-FCE9-6F244812C60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906304" y="2953963"/>
                  <a:ext cx="311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14:cNvPr>
                <p14:cNvContentPartPr/>
                <p14:nvPr/>
              </p14:nvContentPartPr>
              <p14:xfrm>
                <a:off x="11254424" y="3000763"/>
                <a:ext cx="129600" cy="140400"/>
              </p14:xfrm>
            </p:contentPart>
          </mc:Choice>
          <mc:Fallback xmlns="">
            <p:pic>
              <p:nvPicPr>
                <p:cNvPr id="28757" name="Ink 28756">
                  <a:extLst>
                    <a:ext uri="{FF2B5EF4-FFF2-40B4-BE49-F238E27FC236}">
                      <a16:creationId xmlns:a16="http://schemas.microsoft.com/office/drawing/2014/main" id="{B285D346-83F9-3273-AC47-38F9F521391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236784" y="2982763"/>
                  <a:ext cx="16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14:cNvPr>
                <p14:cNvContentPartPr/>
                <p14:nvPr/>
              </p14:nvContentPartPr>
              <p14:xfrm>
                <a:off x="11486264" y="2905363"/>
                <a:ext cx="61200" cy="253440"/>
              </p14:xfrm>
            </p:contentPart>
          </mc:Choice>
          <mc:Fallback xmlns="">
            <p:pic>
              <p:nvPicPr>
                <p:cNvPr id="28758" name="Ink 28757">
                  <a:extLst>
                    <a:ext uri="{FF2B5EF4-FFF2-40B4-BE49-F238E27FC236}">
                      <a16:creationId xmlns:a16="http://schemas.microsoft.com/office/drawing/2014/main" id="{53FA77C5-9D74-9281-0AAA-B7ECE887D53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468264" y="2887363"/>
                  <a:ext cx="96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14:cNvPr>
                <p14:cNvContentPartPr/>
                <p14:nvPr/>
              </p14:nvContentPartPr>
              <p14:xfrm>
                <a:off x="11648624" y="2874763"/>
                <a:ext cx="60480" cy="264960"/>
              </p14:xfrm>
            </p:contentPart>
          </mc:Choice>
          <mc:Fallback xmlns="">
            <p:pic>
              <p:nvPicPr>
                <p:cNvPr id="28759" name="Ink 28758">
                  <a:extLst>
                    <a:ext uri="{FF2B5EF4-FFF2-40B4-BE49-F238E27FC236}">
                      <a16:creationId xmlns:a16="http://schemas.microsoft.com/office/drawing/2014/main" id="{BC85BFF0-1DBD-FA11-2789-AC870BDDE54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630624" y="2856763"/>
                  <a:ext cx="961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0" name="Group 28779">
            <a:extLst>
              <a:ext uri="{FF2B5EF4-FFF2-40B4-BE49-F238E27FC236}">
                <a16:creationId xmlns:a16="http://schemas.microsoft.com/office/drawing/2014/main" id="{80EAA4F4-00BB-5E15-1ACE-7A21DC2113A7}"/>
              </a:ext>
            </a:extLst>
          </p:cNvPr>
          <p:cNvGrpSpPr/>
          <p:nvPr/>
        </p:nvGrpSpPr>
        <p:grpSpPr>
          <a:xfrm>
            <a:off x="10232024" y="3948283"/>
            <a:ext cx="636840" cy="450360"/>
            <a:chOff x="10232024" y="3948283"/>
            <a:chExt cx="6368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14:cNvPr>
                <p14:cNvContentPartPr/>
                <p14:nvPr/>
              </p14:nvContentPartPr>
              <p14:xfrm>
                <a:off x="10232024" y="3948283"/>
                <a:ext cx="228960" cy="272520"/>
              </p14:xfrm>
            </p:contentPart>
          </mc:Choice>
          <mc:Fallback xmlns="">
            <p:pic>
              <p:nvPicPr>
                <p:cNvPr id="28762" name="Ink 28761">
                  <a:extLst>
                    <a:ext uri="{FF2B5EF4-FFF2-40B4-BE49-F238E27FC236}">
                      <a16:creationId xmlns:a16="http://schemas.microsoft.com/office/drawing/2014/main" id="{1A576F04-1231-36CF-A826-581173DED85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214384" y="3930283"/>
                  <a:ext cx="2646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14:cNvPr>
                <p14:cNvContentPartPr/>
                <p14:nvPr/>
              </p14:nvContentPartPr>
              <p14:xfrm>
                <a:off x="10530824" y="4212163"/>
                <a:ext cx="82440" cy="186480"/>
              </p14:xfrm>
            </p:contentPart>
          </mc:Choice>
          <mc:Fallback xmlns="">
            <p:pic>
              <p:nvPicPr>
                <p:cNvPr id="28763" name="Ink 28762">
                  <a:extLst>
                    <a:ext uri="{FF2B5EF4-FFF2-40B4-BE49-F238E27FC236}">
                      <a16:creationId xmlns:a16="http://schemas.microsoft.com/office/drawing/2014/main" id="{CA96C6CE-E909-DE5D-0BDC-977A11E101F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13184" y="4194523"/>
                  <a:ext cx="118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14:cNvPr>
                <p14:cNvContentPartPr/>
                <p14:nvPr/>
              </p14:nvContentPartPr>
              <p14:xfrm>
                <a:off x="10536584" y="4202443"/>
                <a:ext cx="163440" cy="177480"/>
              </p14:xfrm>
            </p:contentPart>
          </mc:Choice>
          <mc:Fallback xmlns="">
            <p:pic>
              <p:nvPicPr>
                <p:cNvPr id="28764" name="Ink 28763">
                  <a:extLst>
                    <a:ext uri="{FF2B5EF4-FFF2-40B4-BE49-F238E27FC236}">
                      <a16:creationId xmlns:a16="http://schemas.microsoft.com/office/drawing/2014/main" id="{9618925E-E729-EACC-2429-AA9D3B1EE5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18944" y="4184443"/>
                  <a:ext cx="199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14:cNvPr>
                <p14:cNvContentPartPr/>
                <p14:nvPr/>
              </p14:nvContentPartPr>
              <p14:xfrm>
                <a:off x="10758704" y="4173643"/>
                <a:ext cx="110160" cy="192240"/>
              </p14:xfrm>
            </p:contentPart>
          </mc:Choice>
          <mc:Fallback xmlns="">
            <p:pic>
              <p:nvPicPr>
                <p:cNvPr id="28765" name="Ink 28764">
                  <a:extLst>
                    <a:ext uri="{FF2B5EF4-FFF2-40B4-BE49-F238E27FC236}">
                      <a16:creationId xmlns:a16="http://schemas.microsoft.com/office/drawing/2014/main" id="{9505E357-C3C4-F225-331A-E87C5DC1BD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40704" y="4155643"/>
                  <a:ext cx="14580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79" name="Group 28778">
            <a:extLst>
              <a:ext uri="{FF2B5EF4-FFF2-40B4-BE49-F238E27FC236}">
                <a16:creationId xmlns:a16="http://schemas.microsoft.com/office/drawing/2014/main" id="{97DF1733-AD1B-86B3-5CAF-B943BF7DB638}"/>
              </a:ext>
            </a:extLst>
          </p:cNvPr>
          <p:cNvGrpSpPr/>
          <p:nvPr/>
        </p:nvGrpSpPr>
        <p:grpSpPr>
          <a:xfrm>
            <a:off x="11303024" y="3886003"/>
            <a:ext cx="818280" cy="754920"/>
            <a:chOff x="11303024" y="3886003"/>
            <a:chExt cx="81828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14:cNvPr>
                <p14:cNvContentPartPr/>
                <p14:nvPr/>
              </p14:nvContentPartPr>
              <p14:xfrm>
                <a:off x="11316704" y="4113883"/>
                <a:ext cx="45360" cy="260640"/>
              </p14:xfrm>
            </p:contentPart>
          </mc:Choice>
          <mc:Fallback xmlns="">
            <p:pic>
              <p:nvPicPr>
                <p:cNvPr id="28766" name="Ink 28765">
                  <a:extLst>
                    <a:ext uri="{FF2B5EF4-FFF2-40B4-BE49-F238E27FC236}">
                      <a16:creationId xmlns:a16="http://schemas.microsoft.com/office/drawing/2014/main" id="{6FF556E6-D8F5-EBC8-C96A-84ABED18416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299064" y="4095883"/>
                  <a:ext cx="81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14:cNvPr>
                <p14:cNvContentPartPr/>
                <p14:nvPr/>
              </p14:nvContentPartPr>
              <p14:xfrm>
                <a:off x="11364944" y="4352563"/>
                <a:ext cx="360" cy="360"/>
              </p14:xfrm>
            </p:contentPart>
          </mc:Choice>
          <mc:Fallback xmlns="">
            <p:pic>
              <p:nvPicPr>
                <p:cNvPr id="28767" name="Ink 28766">
                  <a:extLst>
                    <a:ext uri="{FF2B5EF4-FFF2-40B4-BE49-F238E27FC236}">
                      <a16:creationId xmlns:a16="http://schemas.microsoft.com/office/drawing/2014/main" id="{97BAB85A-55EA-B010-0AC4-385416470BE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46944" y="43349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14:cNvPr>
                <p14:cNvContentPartPr/>
                <p14:nvPr/>
              </p14:nvContentPartPr>
              <p14:xfrm>
                <a:off x="11303024" y="4082923"/>
                <a:ext cx="161280" cy="94320"/>
              </p14:xfrm>
            </p:contentPart>
          </mc:Choice>
          <mc:Fallback xmlns="">
            <p:pic>
              <p:nvPicPr>
                <p:cNvPr id="28768" name="Ink 28767">
                  <a:extLst>
                    <a:ext uri="{FF2B5EF4-FFF2-40B4-BE49-F238E27FC236}">
                      <a16:creationId xmlns:a16="http://schemas.microsoft.com/office/drawing/2014/main" id="{D4F3B759-D472-0933-AD59-6D65F812CC8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285024" y="4064923"/>
                  <a:ext cx="196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14:cNvPr>
                <p14:cNvContentPartPr/>
                <p14:nvPr/>
              </p14:nvContentPartPr>
              <p14:xfrm>
                <a:off x="11504264" y="4090483"/>
                <a:ext cx="38160" cy="104760"/>
              </p14:xfrm>
            </p:contentPart>
          </mc:Choice>
          <mc:Fallback xmlns="">
            <p:pic>
              <p:nvPicPr>
                <p:cNvPr id="28769" name="Ink 28768">
                  <a:extLst>
                    <a:ext uri="{FF2B5EF4-FFF2-40B4-BE49-F238E27FC236}">
                      <a16:creationId xmlns:a16="http://schemas.microsoft.com/office/drawing/2014/main" id="{27D323C0-5501-F1E3-AF15-EB2AD2FF41E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486264" y="4072843"/>
                  <a:ext cx="73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14:cNvPr>
                <p14:cNvContentPartPr/>
                <p14:nvPr/>
              </p14:nvContentPartPr>
              <p14:xfrm>
                <a:off x="11548544" y="3990043"/>
                <a:ext cx="4680" cy="16560"/>
              </p14:xfrm>
            </p:contentPart>
          </mc:Choice>
          <mc:Fallback xmlns="">
            <p:pic>
              <p:nvPicPr>
                <p:cNvPr id="28770" name="Ink 28769">
                  <a:extLst>
                    <a:ext uri="{FF2B5EF4-FFF2-40B4-BE49-F238E27FC236}">
                      <a16:creationId xmlns:a16="http://schemas.microsoft.com/office/drawing/2014/main" id="{E90913CB-98B3-53FD-BCE2-6FB7B03216E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30904" y="3972043"/>
                  <a:ext cx="40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14:cNvPr>
                <p14:cNvContentPartPr/>
                <p14:nvPr/>
              </p14:nvContentPartPr>
              <p14:xfrm>
                <a:off x="11637464" y="4069963"/>
                <a:ext cx="99360" cy="97200"/>
              </p14:xfrm>
            </p:contentPart>
          </mc:Choice>
          <mc:Fallback xmlns="">
            <p:pic>
              <p:nvPicPr>
                <p:cNvPr id="28771" name="Ink 28770">
                  <a:extLst>
                    <a:ext uri="{FF2B5EF4-FFF2-40B4-BE49-F238E27FC236}">
                      <a16:creationId xmlns:a16="http://schemas.microsoft.com/office/drawing/2014/main" id="{8432B1E9-8021-723C-DB50-A39F56103B3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619464" y="4051963"/>
                  <a:ext cx="135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14:cNvPr>
                <p14:cNvContentPartPr/>
                <p14:nvPr/>
              </p14:nvContentPartPr>
              <p14:xfrm>
                <a:off x="11836904" y="3886003"/>
                <a:ext cx="284400" cy="262080"/>
              </p14:xfrm>
            </p:contentPart>
          </mc:Choice>
          <mc:Fallback xmlns="">
            <p:pic>
              <p:nvPicPr>
                <p:cNvPr id="28772" name="Ink 28771">
                  <a:extLst>
                    <a:ext uri="{FF2B5EF4-FFF2-40B4-BE49-F238E27FC236}">
                      <a16:creationId xmlns:a16="http://schemas.microsoft.com/office/drawing/2014/main" id="{7E4C933B-D1B3-5055-93B2-4841379E23B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18904" y="3868363"/>
                  <a:ext cx="320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14:cNvPr>
                <p14:cNvContentPartPr/>
                <p14:nvPr/>
              </p14:nvContentPartPr>
              <p14:xfrm>
                <a:off x="11618024" y="4426003"/>
                <a:ext cx="122760" cy="161640"/>
              </p14:xfrm>
            </p:contentPart>
          </mc:Choice>
          <mc:Fallback xmlns="">
            <p:pic>
              <p:nvPicPr>
                <p:cNvPr id="28773" name="Ink 28772">
                  <a:extLst>
                    <a:ext uri="{FF2B5EF4-FFF2-40B4-BE49-F238E27FC236}">
                      <a16:creationId xmlns:a16="http://schemas.microsoft.com/office/drawing/2014/main" id="{6020F76C-A845-4D8E-458E-9B701E867DE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600024" y="4408363"/>
                  <a:ext cx="158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14:cNvPr>
                <p14:cNvContentPartPr/>
                <p14:nvPr/>
              </p14:nvContentPartPr>
              <p14:xfrm>
                <a:off x="11869664" y="4353643"/>
                <a:ext cx="23400" cy="287280"/>
              </p14:xfrm>
            </p:contentPart>
          </mc:Choice>
          <mc:Fallback xmlns="">
            <p:pic>
              <p:nvPicPr>
                <p:cNvPr id="28774" name="Ink 28773">
                  <a:extLst>
                    <a:ext uri="{FF2B5EF4-FFF2-40B4-BE49-F238E27FC236}">
                      <a16:creationId xmlns:a16="http://schemas.microsoft.com/office/drawing/2014/main" id="{E97B47F8-4797-750B-5A7A-267D398BCC1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852024" y="4335643"/>
                  <a:ext cx="59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14:cNvPr>
                <p14:cNvContentPartPr/>
                <p14:nvPr/>
              </p14:nvContentPartPr>
              <p14:xfrm>
                <a:off x="11786144" y="4474963"/>
                <a:ext cx="129960" cy="56160"/>
              </p14:xfrm>
            </p:contentPart>
          </mc:Choice>
          <mc:Fallback xmlns="">
            <p:pic>
              <p:nvPicPr>
                <p:cNvPr id="28775" name="Ink 28774">
                  <a:extLst>
                    <a:ext uri="{FF2B5EF4-FFF2-40B4-BE49-F238E27FC236}">
                      <a16:creationId xmlns:a16="http://schemas.microsoft.com/office/drawing/2014/main" id="{91E18DC1-F732-40DE-6ED5-E5276C0AFC4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768144" y="4456963"/>
                  <a:ext cx="165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14:cNvPr>
                <p14:cNvContentPartPr/>
                <p14:nvPr/>
              </p14:nvContentPartPr>
              <p14:xfrm>
                <a:off x="11980544" y="4395043"/>
                <a:ext cx="28440" cy="237600"/>
              </p14:xfrm>
            </p:contentPart>
          </mc:Choice>
          <mc:Fallback xmlns="">
            <p:pic>
              <p:nvPicPr>
                <p:cNvPr id="28776" name="Ink 28775">
                  <a:extLst>
                    <a:ext uri="{FF2B5EF4-FFF2-40B4-BE49-F238E27FC236}">
                      <a16:creationId xmlns:a16="http://schemas.microsoft.com/office/drawing/2014/main" id="{23353C50-4CCA-6D59-6404-51328878BFE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962904" y="4377403"/>
                  <a:ext cx="640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14:cNvPr>
                <p14:cNvContentPartPr/>
                <p14:nvPr/>
              </p14:nvContentPartPr>
              <p14:xfrm>
                <a:off x="11971544" y="4506283"/>
                <a:ext cx="37440" cy="54360"/>
              </p14:xfrm>
            </p:contentPart>
          </mc:Choice>
          <mc:Fallback xmlns="">
            <p:pic>
              <p:nvPicPr>
                <p:cNvPr id="28777" name="Ink 28776">
                  <a:extLst>
                    <a:ext uri="{FF2B5EF4-FFF2-40B4-BE49-F238E27FC236}">
                      <a16:creationId xmlns:a16="http://schemas.microsoft.com/office/drawing/2014/main" id="{79B5A8E2-5E8C-CC7E-00B8-FD3D4C42C00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953904" y="4488283"/>
                  <a:ext cx="730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86" name="Group 28785">
            <a:extLst>
              <a:ext uri="{FF2B5EF4-FFF2-40B4-BE49-F238E27FC236}">
                <a16:creationId xmlns:a16="http://schemas.microsoft.com/office/drawing/2014/main" id="{0E152445-6246-75A6-DD23-B4EAFC7460F6}"/>
              </a:ext>
            </a:extLst>
          </p:cNvPr>
          <p:cNvGrpSpPr/>
          <p:nvPr/>
        </p:nvGrpSpPr>
        <p:grpSpPr>
          <a:xfrm>
            <a:off x="9954464" y="5421763"/>
            <a:ext cx="623160" cy="383760"/>
            <a:chOff x="9954464" y="5421763"/>
            <a:chExt cx="62316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14:cNvPr>
                <p14:cNvContentPartPr/>
                <p14:nvPr/>
              </p14:nvContentPartPr>
              <p14:xfrm>
                <a:off x="9954464" y="5421763"/>
                <a:ext cx="221400" cy="233640"/>
              </p14:xfrm>
            </p:contentPart>
          </mc:Choice>
          <mc:Fallback xmlns="">
            <p:pic>
              <p:nvPicPr>
                <p:cNvPr id="28781" name="Ink 28780">
                  <a:extLst>
                    <a:ext uri="{FF2B5EF4-FFF2-40B4-BE49-F238E27FC236}">
                      <a16:creationId xmlns:a16="http://schemas.microsoft.com/office/drawing/2014/main" id="{68AE52BD-5D10-93A1-076E-5ECB5226B58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36464" y="5403763"/>
                  <a:ext cx="257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14:cNvPr>
                <p14:cNvContentPartPr/>
                <p14:nvPr/>
              </p14:nvContentPartPr>
              <p14:xfrm>
                <a:off x="10259024" y="5679523"/>
                <a:ext cx="6840" cy="8640"/>
              </p14:xfrm>
            </p:contentPart>
          </mc:Choice>
          <mc:Fallback xmlns="">
            <p:pic>
              <p:nvPicPr>
                <p:cNvPr id="28782" name="Ink 28781">
                  <a:extLst>
                    <a:ext uri="{FF2B5EF4-FFF2-40B4-BE49-F238E27FC236}">
                      <a16:creationId xmlns:a16="http://schemas.microsoft.com/office/drawing/2014/main" id="{7ABF087D-1B5D-2697-C56C-F2E0776CCDE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241024" y="5661523"/>
                  <a:ext cx="42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14:cNvPr>
                <p14:cNvContentPartPr/>
                <p14:nvPr/>
              </p14:nvContentPartPr>
              <p14:xfrm>
                <a:off x="10251464" y="5599603"/>
                <a:ext cx="26640" cy="205920"/>
              </p14:xfrm>
            </p:contentPart>
          </mc:Choice>
          <mc:Fallback xmlns="">
            <p:pic>
              <p:nvPicPr>
                <p:cNvPr id="28783" name="Ink 28782">
                  <a:extLst>
                    <a:ext uri="{FF2B5EF4-FFF2-40B4-BE49-F238E27FC236}">
                      <a16:creationId xmlns:a16="http://schemas.microsoft.com/office/drawing/2014/main" id="{2788D282-688F-1246-3739-FC196514EF2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33824" y="5581963"/>
                  <a:ext cx="62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14:cNvPr>
                <p14:cNvContentPartPr/>
                <p14:nvPr/>
              </p14:nvContentPartPr>
              <p14:xfrm>
                <a:off x="10224464" y="5620123"/>
                <a:ext cx="149760" cy="116640"/>
              </p14:xfrm>
            </p:contentPart>
          </mc:Choice>
          <mc:Fallback xmlns="">
            <p:pic>
              <p:nvPicPr>
                <p:cNvPr id="28784" name="Ink 28783">
                  <a:extLst>
                    <a:ext uri="{FF2B5EF4-FFF2-40B4-BE49-F238E27FC236}">
                      <a16:creationId xmlns:a16="http://schemas.microsoft.com/office/drawing/2014/main" id="{E0E3BAD6-3A22-45F8-44EB-BCBF9A3B36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206824" y="5602123"/>
                  <a:ext cx="185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14:cNvPr>
                <p14:cNvContentPartPr/>
                <p14:nvPr/>
              </p14:nvContentPartPr>
              <p14:xfrm>
                <a:off x="10493384" y="5585203"/>
                <a:ext cx="84240" cy="169560"/>
              </p14:xfrm>
            </p:contentPart>
          </mc:Choice>
          <mc:Fallback xmlns="">
            <p:pic>
              <p:nvPicPr>
                <p:cNvPr id="28785" name="Ink 28784">
                  <a:extLst>
                    <a:ext uri="{FF2B5EF4-FFF2-40B4-BE49-F238E27FC236}">
                      <a16:creationId xmlns:a16="http://schemas.microsoft.com/office/drawing/2014/main" id="{C3DCE5E2-614B-28B0-515A-D9D86EA45FF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475384" y="5567203"/>
                  <a:ext cx="1198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05" name="Group 28804">
            <a:extLst>
              <a:ext uri="{FF2B5EF4-FFF2-40B4-BE49-F238E27FC236}">
                <a16:creationId xmlns:a16="http://schemas.microsoft.com/office/drawing/2014/main" id="{377FFB88-C1C5-3006-9634-0A967BA07CB9}"/>
              </a:ext>
            </a:extLst>
          </p:cNvPr>
          <p:cNvGrpSpPr/>
          <p:nvPr/>
        </p:nvGrpSpPr>
        <p:grpSpPr>
          <a:xfrm>
            <a:off x="11372864" y="6012883"/>
            <a:ext cx="651600" cy="257400"/>
            <a:chOff x="11372864" y="6012883"/>
            <a:chExt cx="65160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14:cNvPr>
                <p14:cNvContentPartPr/>
                <p14:nvPr/>
              </p14:nvContentPartPr>
              <p14:xfrm>
                <a:off x="11372864" y="6072283"/>
                <a:ext cx="172800" cy="187200"/>
              </p14:xfrm>
            </p:contentPart>
          </mc:Choice>
          <mc:Fallback xmlns="">
            <p:pic>
              <p:nvPicPr>
                <p:cNvPr id="28800" name="Ink 28799">
                  <a:extLst>
                    <a:ext uri="{FF2B5EF4-FFF2-40B4-BE49-F238E27FC236}">
                      <a16:creationId xmlns:a16="http://schemas.microsoft.com/office/drawing/2014/main" id="{6BD7935F-9C2C-9F91-967F-7665AB59733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355224" y="6054643"/>
                  <a:ext cx="208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14:cNvPr>
                <p14:cNvContentPartPr/>
                <p14:nvPr/>
              </p14:nvContentPartPr>
              <p14:xfrm>
                <a:off x="11630984" y="6146443"/>
                <a:ext cx="59760" cy="123840"/>
              </p14:xfrm>
            </p:contentPart>
          </mc:Choice>
          <mc:Fallback xmlns="">
            <p:pic>
              <p:nvPicPr>
                <p:cNvPr id="28801" name="Ink 28800">
                  <a:extLst>
                    <a:ext uri="{FF2B5EF4-FFF2-40B4-BE49-F238E27FC236}">
                      <a16:creationId xmlns:a16="http://schemas.microsoft.com/office/drawing/2014/main" id="{0DB02C38-5C74-1F09-8EAA-902C6C62001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613344" y="6128443"/>
                  <a:ext cx="95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14:cNvPr>
                <p14:cNvContentPartPr/>
                <p14:nvPr/>
              </p14:nvContentPartPr>
              <p14:xfrm>
                <a:off x="11819264" y="6047803"/>
                <a:ext cx="37440" cy="166680"/>
              </p14:xfrm>
            </p:contentPart>
          </mc:Choice>
          <mc:Fallback xmlns="">
            <p:pic>
              <p:nvPicPr>
                <p:cNvPr id="28802" name="Ink 28801">
                  <a:extLst>
                    <a:ext uri="{FF2B5EF4-FFF2-40B4-BE49-F238E27FC236}">
                      <a16:creationId xmlns:a16="http://schemas.microsoft.com/office/drawing/2014/main" id="{6EC76C4B-06D8-090E-48F7-69DF35AA79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801624" y="6030163"/>
                  <a:ext cx="73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14:cNvPr>
                <p14:cNvContentPartPr/>
                <p14:nvPr/>
              </p14:nvContentPartPr>
              <p14:xfrm>
                <a:off x="11957144" y="6012883"/>
                <a:ext cx="51480" cy="214200"/>
              </p14:xfrm>
            </p:contentPart>
          </mc:Choice>
          <mc:Fallback xmlns="">
            <p:pic>
              <p:nvPicPr>
                <p:cNvPr id="28803" name="Ink 28802">
                  <a:extLst>
                    <a:ext uri="{FF2B5EF4-FFF2-40B4-BE49-F238E27FC236}">
                      <a16:creationId xmlns:a16="http://schemas.microsoft.com/office/drawing/2014/main" id="{22B3A77A-E958-55FE-0A7A-7DD331B807F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939144" y="5995243"/>
                  <a:ext cx="87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14:cNvPr>
                <p14:cNvContentPartPr/>
                <p14:nvPr/>
              </p14:nvContentPartPr>
              <p14:xfrm>
                <a:off x="11905664" y="6081283"/>
                <a:ext cx="118800" cy="31680"/>
              </p14:xfrm>
            </p:contentPart>
          </mc:Choice>
          <mc:Fallback xmlns="">
            <p:pic>
              <p:nvPicPr>
                <p:cNvPr id="28804" name="Ink 28803">
                  <a:extLst>
                    <a:ext uri="{FF2B5EF4-FFF2-40B4-BE49-F238E27FC236}">
                      <a16:creationId xmlns:a16="http://schemas.microsoft.com/office/drawing/2014/main" id="{2D2EC6DC-E70B-0176-203D-2BBCE5F873B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888024" y="6063643"/>
                  <a:ext cx="1544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16" name="Group 28815">
            <a:extLst>
              <a:ext uri="{FF2B5EF4-FFF2-40B4-BE49-F238E27FC236}">
                <a16:creationId xmlns:a16="http://schemas.microsoft.com/office/drawing/2014/main" id="{38DC3B6C-ED7C-9BE7-06BA-3B67167A027C}"/>
              </a:ext>
            </a:extLst>
          </p:cNvPr>
          <p:cNvGrpSpPr/>
          <p:nvPr/>
        </p:nvGrpSpPr>
        <p:grpSpPr>
          <a:xfrm>
            <a:off x="10840784" y="4918483"/>
            <a:ext cx="1325160" cy="991080"/>
            <a:chOff x="10840784" y="4918483"/>
            <a:chExt cx="132516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14:cNvPr>
                <p14:cNvContentPartPr/>
                <p14:nvPr/>
              </p14:nvContentPartPr>
              <p14:xfrm>
                <a:off x="10840784" y="5355523"/>
                <a:ext cx="293760" cy="371160"/>
              </p14:xfrm>
            </p:contentPart>
          </mc:Choice>
          <mc:Fallback xmlns="">
            <p:pic>
              <p:nvPicPr>
                <p:cNvPr id="28787" name="Ink 28786">
                  <a:extLst>
                    <a:ext uri="{FF2B5EF4-FFF2-40B4-BE49-F238E27FC236}">
                      <a16:creationId xmlns:a16="http://schemas.microsoft.com/office/drawing/2014/main" id="{6B51416A-126B-8569-05C3-FC0D05A676C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22784" y="5337523"/>
                  <a:ext cx="329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14:cNvPr>
                <p14:cNvContentPartPr/>
                <p14:nvPr/>
              </p14:nvContentPartPr>
              <p14:xfrm>
                <a:off x="11428664" y="5441563"/>
                <a:ext cx="12600" cy="165960"/>
              </p14:xfrm>
            </p:contentPart>
          </mc:Choice>
          <mc:Fallback xmlns="">
            <p:pic>
              <p:nvPicPr>
                <p:cNvPr id="28788" name="Ink 28787">
                  <a:extLst>
                    <a:ext uri="{FF2B5EF4-FFF2-40B4-BE49-F238E27FC236}">
                      <a16:creationId xmlns:a16="http://schemas.microsoft.com/office/drawing/2014/main" id="{27E2245A-93F3-6DFD-5800-70D41381E82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411024" y="5423563"/>
                  <a:ext cx="48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14:cNvPr>
                <p14:cNvContentPartPr/>
                <p14:nvPr/>
              </p14:nvContentPartPr>
              <p14:xfrm>
                <a:off x="11400584" y="5388643"/>
                <a:ext cx="103680" cy="110520"/>
              </p14:xfrm>
            </p:contentPart>
          </mc:Choice>
          <mc:Fallback xmlns="">
            <p:pic>
              <p:nvPicPr>
                <p:cNvPr id="28789" name="Ink 28788">
                  <a:extLst>
                    <a:ext uri="{FF2B5EF4-FFF2-40B4-BE49-F238E27FC236}">
                      <a16:creationId xmlns:a16="http://schemas.microsoft.com/office/drawing/2014/main" id="{DDC82242-9962-1E51-58EE-4F7DF2AADD6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382584" y="5370643"/>
                  <a:ext cx="139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14:cNvPr>
                <p14:cNvContentPartPr/>
                <p14:nvPr/>
              </p14:nvContentPartPr>
              <p14:xfrm>
                <a:off x="11575544" y="5439403"/>
                <a:ext cx="41040" cy="98640"/>
              </p14:xfrm>
            </p:contentPart>
          </mc:Choice>
          <mc:Fallback xmlns="">
            <p:pic>
              <p:nvPicPr>
                <p:cNvPr id="28790" name="Ink 28789">
                  <a:extLst>
                    <a:ext uri="{FF2B5EF4-FFF2-40B4-BE49-F238E27FC236}">
                      <a16:creationId xmlns:a16="http://schemas.microsoft.com/office/drawing/2014/main" id="{AF99136A-86A9-3C80-8D5A-46C3880F84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57544" y="5421403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14:cNvPr>
                <p14:cNvContentPartPr/>
                <p14:nvPr/>
              </p14:nvContentPartPr>
              <p14:xfrm>
                <a:off x="11545304" y="5323483"/>
                <a:ext cx="41040" cy="20160"/>
              </p14:xfrm>
            </p:contentPart>
          </mc:Choice>
          <mc:Fallback xmlns="">
            <p:pic>
              <p:nvPicPr>
                <p:cNvPr id="28791" name="Ink 28790">
                  <a:extLst>
                    <a:ext uri="{FF2B5EF4-FFF2-40B4-BE49-F238E27FC236}">
                      <a16:creationId xmlns:a16="http://schemas.microsoft.com/office/drawing/2014/main" id="{012580A7-3CD7-08C8-9C37-5125187810C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527304" y="5305483"/>
                  <a:ext cx="76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14:cNvPr>
                <p14:cNvContentPartPr/>
                <p14:nvPr/>
              </p14:nvContentPartPr>
              <p14:xfrm>
                <a:off x="11680304" y="5386123"/>
                <a:ext cx="119880" cy="101880"/>
              </p14:xfrm>
            </p:contentPart>
          </mc:Choice>
          <mc:Fallback xmlns="">
            <p:pic>
              <p:nvPicPr>
                <p:cNvPr id="28792" name="Ink 28791">
                  <a:extLst>
                    <a:ext uri="{FF2B5EF4-FFF2-40B4-BE49-F238E27FC236}">
                      <a16:creationId xmlns:a16="http://schemas.microsoft.com/office/drawing/2014/main" id="{43ED7F15-55CC-6FAA-FBC0-1F2A55063C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662664" y="5368483"/>
                  <a:ext cx="15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14:cNvPr>
                <p14:cNvContentPartPr/>
                <p14:nvPr/>
              </p14:nvContentPartPr>
              <p14:xfrm>
                <a:off x="11875784" y="5329963"/>
                <a:ext cx="211680" cy="161280"/>
              </p14:xfrm>
            </p:contentPart>
          </mc:Choice>
          <mc:Fallback xmlns="">
            <p:pic>
              <p:nvPicPr>
                <p:cNvPr id="28793" name="Ink 28792">
                  <a:extLst>
                    <a:ext uri="{FF2B5EF4-FFF2-40B4-BE49-F238E27FC236}">
                      <a16:creationId xmlns:a16="http://schemas.microsoft.com/office/drawing/2014/main" id="{2B41548D-1097-79E1-F461-3594BB7E8B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857784" y="5311963"/>
                  <a:ext cx="247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14:cNvPr>
                <p14:cNvContentPartPr/>
                <p14:nvPr/>
              </p14:nvContentPartPr>
              <p14:xfrm>
                <a:off x="12135704" y="5395843"/>
                <a:ext cx="30240" cy="31320"/>
              </p14:xfrm>
            </p:contentPart>
          </mc:Choice>
          <mc:Fallback xmlns="">
            <p:pic>
              <p:nvPicPr>
                <p:cNvPr id="28794" name="Ink 28793">
                  <a:extLst>
                    <a:ext uri="{FF2B5EF4-FFF2-40B4-BE49-F238E27FC236}">
                      <a16:creationId xmlns:a16="http://schemas.microsoft.com/office/drawing/2014/main" id="{4CBC6D06-3803-29AC-4748-476DB4A6E16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2117704" y="5377843"/>
                  <a:ext cx="65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14:cNvPr>
                <p14:cNvContentPartPr/>
                <p14:nvPr/>
              </p14:nvContentPartPr>
              <p14:xfrm>
                <a:off x="11592464" y="5745403"/>
                <a:ext cx="95400" cy="164160"/>
              </p14:xfrm>
            </p:contentPart>
          </mc:Choice>
          <mc:Fallback xmlns="">
            <p:pic>
              <p:nvPicPr>
                <p:cNvPr id="28795" name="Ink 28794">
                  <a:extLst>
                    <a:ext uri="{FF2B5EF4-FFF2-40B4-BE49-F238E27FC236}">
                      <a16:creationId xmlns:a16="http://schemas.microsoft.com/office/drawing/2014/main" id="{212379BD-AB25-EEA6-914C-1EF7F1D3ACA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574464" y="5727763"/>
                  <a:ext cx="131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14:cNvPr>
                <p14:cNvContentPartPr/>
                <p14:nvPr/>
              </p14:nvContentPartPr>
              <p14:xfrm>
                <a:off x="11810984" y="5667283"/>
                <a:ext cx="37800" cy="209520"/>
              </p14:xfrm>
            </p:contentPart>
          </mc:Choice>
          <mc:Fallback xmlns="">
            <p:pic>
              <p:nvPicPr>
                <p:cNvPr id="28796" name="Ink 28795">
                  <a:extLst>
                    <a:ext uri="{FF2B5EF4-FFF2-40B4-BE49-F238E27FC236}">
                      <a16:creationId xmlns:a16="http://schemas.microsoft.com/office/drawing/2014/main" id="{E7D408F9-E554-BACD-8877-6AFBB631BC0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793344" y="5649643"/>
                  <a:ext cx="73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14:cNvPr>
                <p14:cNvContentPartPr/>
                <p14:nvPr/>
              </p14:nvContentPartPr>
              <p14:xfrm>
                <a:off x="11781104" y="5788603"/>
                <a:ext cx="30600" cy="37080"/>
              </p14:xfrm>
            </p:contentPart>
          </mc:Choice>
          <mc:Fallback xmlns="">
            <p:pic>
              <p:nvPicPr>
                <p:cNvPr id="28797" name="Ink 28796">
                  <a:extLst>
                    <a:ext uri="{FF2B5EF4-FFF2-40B4-BE49-F238E27FC236}">
                      <a16:creationId xmlns:a16="http://schemas.microsoft.com/office/drawing/2014/main" id="{39674C7D-5301-89EE-CE0E-C9EB354A092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763104" y="5770963"/>
                  <a:ext cx="66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14:cNvPr>
                <p14:cNvContentPartPr/>
                <p14:nvPr/>
              </p14:nvContentPartPr>
              <p14:xfrm>
                <a:off x="11934104" y="5661163"/>
                <a:ext cx="72720" cy="222840"/>
              </p14:xfrm>
            </p:contentPart>
          </mc:Choice>
          <mc:Fallback xmlns="">
            <p:pic>
              <p:nvPicPr>
                <p:cNvPr id="28798" name="Ink 28797">
                  <a:extLst>
                    <a:ext uri="{FF2B5EF4-FFF2-40B4-BE49-F238E27FC236}">
                      <a16:creationId xmlns:a16="http://schemas.microsoft.com/office/drawing/2014/main" id="{C42B8053-8258-C715-F113-EACC0E85A0B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916104" y="5643523"/>
                  <a:ext cx="108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14:cNvPr>
                <p14:cNvContentPartPr/>
                <p14:nvPr/>
              </p14:nvContentPartPr>
              <p14:xfrm>
                <a:off x="11949944" y="5777083"/>
                <a:ext cx="60480" cy="42120"/>
              </p14:xfrm>
            </p:contentPart>
          </mc:Choice>
          <mc:Fallback xmlns="">
            <p:pic>
              <p:nvPicPr>
                <p:cNvPr id="28799" name="Ink 28798">
                  <a:extLst>
                    <a:ext uri="{FF2B5EF4-FFF2-40B4-BE49-F238E27FC236}">
                      <a16:creationId xmlns:a16="http://schemas.microsoft.com/office/drawing/2014/main" id="{67B7AC3D-1C79-1D3B-27D9-4A3CA43719F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32304" y="5759443"/>
                  <a:ext cx="96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14:cNvPr>
                <p14:cNvContentPartPr/>
                <p14:nvPr/>
              </p14:nvContentPartPr>
              <p14:xfrm>
                <a:off x="11052104" y="4940443"/>
                <a:ext cx="181080" cy="298800"/>
              </p14:xfrm>
            </p:contentPart>
          </mc:Choice>
          <mc:Fallback xmlns="">
            <p:pic>
              <p:nvPicPr>
                <p:cNvPr id="28808" name="Ink 28807">
                  <a:extLst>
                    <a:ext uri="{FF2B5EF4-FFF2-40B4-BE49-F238E27FC236}">
                      <a16:creationId xmlns:a16="http://schemas.microsoft.com/office/drawing/2014/main" id="{5E060EAD-4B6E-A08F-5AF1-F01656932B6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034104" y="4922443"/>
                  <a:ext cx="216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14:cNvPr>
                <p14:cNvContentPartPr/>
                <p14:nvPr/>
              </p14:nvContentPartPr>
              <p14:xfrm>
                <a:off x="11335064" y="5162563"/>
                <a:ext cx="59040" cy="87120"/>
              </p14:xfrm>
            </p:contentPart>
          </mc:Choice>
          <mc:Fallback xmlns="">
            <p:pic>
              <p:nvPicPr>
                <p:cNvPr id="28809" name="Ink 28808">
                  <a:extLst>
                    <a:ext uri="{FF2B5EF4-FFF2-40B4-BE49-F238E27FC236}">
                      <a16:creationId xmlns:a16="http://schemas.microsoft.com/office/drawing/2014/main" id="{057993C0-AC4E-4B23-03C4-B12BEA67B6E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317424" y="5144563"/>
                  <a:ext cx="94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14:cNvPr>
                <p14:cNvContentPartPr/>
                <p14:nvPr/>
              </p14:nvContentPartPr>
              <p14:xfrm>
                <a:off x="11336144" y="5104963"/>
                <a:ext cx="86400" cy="130320"/>
              </p14:xfrm>
            </p:contentPart>
          </mc:Choice>
          <mc:Fallback xmlns="">
            <p:pic>
              <p:nvPicPr>
                <p:cNvPr id="28810" name="Ink 28809">
                  <a:extLst>
                    <a:ext uri="{FF2B5EF4-FFF2-40B4-BE49-F238E27FC236}">
                      <a16:creationId xmlns:a16="http://schemas.microsoft.com/office/drawing/2014/main" id="{C362818E-9BE9-356E-0255-89871CF99ED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318504" y="5086963"/>
                  <a:ext cx="122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14:cNvPr>
                <p14:cNvContentPartPr/>
                <p14:nvPr/>
              </p14:nvContentPartPr>
              <p14:xfrm>
                <a:off x="11519744" y="5054563"/>
                <a:ext cx="95040" cy="145440"/>
              </p14:xfrm>
            </p:contentPart>
          </mc:Choice>
          <mc:Fallback xmlns="">
            <p:pic>
              <p:nvPicPr>
                <p:cNvPr id="28811" name="Ink 28810">
                  <a:extLst>
                    <a:ext uri="{FF2B5EF4-FFF2-40B4-BE49-F238E27FC236}">
                      <a16:creationId xmlns:a16="http://schemas.microsoft.com/office/drawing/2014/main" id="{0B597E16-59CA-DCD3-AD0C-0EF26126953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501744" y="5036923"/>
                  <a:ext cx="130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14:cNvPr>
                <p14:cNvContentPartPr/>
                <p14:nvPr/>
              </p14:nvContentPartPr>
              <p14:xfrm>
                <a:off x="11673464" y="5079403"/>
                <a:ext cx="105120" cy="117720"/>
              </p14:xfrm>
            </p:contentPart>
          </mc:Choice>
          <mc:Fallback xmlns="">
            <p:pic>
              <p:nvPicPr>
                <p:cNvPr id="28812" name="Ink 28811">
                  <a:extLst>
                    <a:ext uri="{FF2B5EF4-FFF2-40B4-BE49-F238E27FC236}">
                      <a16:creationId xmlns:a16="http://schemas.microsoft.com/office/drawing/2014/main" id="{1497DC4E-7C61-9882-CA6D-62C8DAF277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655464" y="5061403"/>
                  <a:ext cx="140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14:cNvPr>
                <p14:cNvContentPartPr/>
                <p14:nvPr/>
              </p14:nvContentPartPr>
              <p14:xfrm>
                <a:off x="11877584" y="4918483"/>
                <a:ext cx="72720" cy="250200"/>
              </p14:xfrm>
            </p:contentPart>
          </mc:Choice>
          <mc:Fallback xmlns="">
            <p:pic>
              <p:nvPicPr>
                <p:cNvPr id="28813" name="Ink 28812">
                  <a:extLst>
                    <a:ext uri="{FF2B5EF4-FFF2-40B4-BE49-F238E27FC236}">
                      <a16:creationId xmlns:a16="http://schemas.microsoft.com/office/drawing/2014/main" id="{CDA36576-CBE1-CF44-1B12-F3C5F05A7AC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859584" y="4900843"/>
                  <a:ext cx="108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14:cNvPr>
                <p14:cNvContentPartPr/>
                <p14:nvPr/>
              </p14:nvContentPartPr>
              <p14:xfrm>
                <a:off x="11846264" y="5025043"/>
                <a:ext cx="128880" cy="64080"/>
              </p14:xfrm>
            </p:contentPart>
          </mc:Choice>
          <mc:Fallback xmlns="">
            <p:pic>
              <p:nvPicPr>
                <p:cNvPr id="28814" name="Ink 28813">
                  <a:extLst>
                    <a:ext uri="{FF2B5EF4-FFF2-40B4-BE49-F238E27FC236}">
                      <a16:creationId xmlns:a16="http://schemas.microsoft.com/office/drawing/2014/main" id="{47EF8A63-C015-A5E9-C4F8-66EC4E5CFFE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828264" y="5007043"/>
                  <a:ext cx="164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14:cNvPr>
                <p14:cNvContentPartPr/>
                <p14:nvPr/>
              </p14:nvContentPartPr>
              <p14:xfrm>
                <a:off x="11485904" y="5245723"/>
                <a:ext cx="15840" cy="114840"/>
              </p14:xfrm>
            </p:contentPart>
          </mc:Choice>
          <mc:Fallback xmlns="">
            <p:pic>
              <p:nvPicPr>
                <p:cNvPr id="28815" name="Ink 28814">
                  <a:extLst>
                    <a:ext uri="{FF2B5EF4-FFF2-40B4-BE49-F238E27FC236}">
                      <a16:creationId xmlns:a16="http://schemas.microsoft.com/office/drawing/2014/main" id="{3E5204A8-CF87-C0CF-0033-43FFEA67E5A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67904" y="5228083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21" name="Group 28820">
            <a:extLst>
              <a:ext uri="{FF2B5EF4-FFF2-40B4-BE49-F238E27FC236}">
                <a16:creationId xmlns:a16="http://schemas.microsoft.com/office/drawing/2014/main" id="{8792BCEE-7428-1C70-6D76-2949445160E4}"/>
              </a:ext>
            </a:extLst>
          </p:cNvPr>
          <p:cNvGrpSpPr/>
          <p:nvPr/>
        </p:nvGrpSpPr>
        <p:grpSpPr>
          <a:xfrm>
            <a:off x="1495184" y="1382563"/>
            <a:ext cx="420840" cy="808200"/>
            <a:chOff x="1495184" y="1382563"/>
            <a:chExt cx="42084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14:cNvPr>
                <p14:cNvContentPartPr/>
                <p14:nvPr/>
              </p14:nvContentPartPr>
              <p14:xfrm>
                <a:off x="1495184" y="1393723"/>
                <a:ext cx="318960" cy="501480"/>
              </p14:xfrm>
            </p:contentPart>
          </mc:Choice>
          <mc:Fallback xmlns="">
            <p:pic>
              <p:nvPicPr>
                <p:cNvPr id="28817" name="Ink 28816">
                  <a:extLst>
                    <a:ext uri="{FF2B5EF4-FFF2-40B4-BE49-F238E27FC236}">
                      <a16:creationId xmlns:a16="http://schemas.microsoft.com/office/drawing/2014/main" id="{A1193C0C-93B5-5E46-74F4-B400BBFC5D5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77544" y="1376083"/>
                  <a:ext cx="35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14:cNvPr>
                <p14:cNvContentPartPr/>
                <p14:nvPr/>
              </p14:nvContentPartPr>
              <p14:xfrm>
                <a:off x="1689944" y="1382563"/>
                <a:ext cx="226080" cy="163800"/>
              </p14:xfrm>
            </p:contentPart>
          </mc:Choice>
          <mc:Fallback xmlns="">
            <p:pic>
              <p:nvPicPr>
                <p:cNvPr id="28818" name="Ink 28817">
                  <a:extLst>
                    <a:ext uri="{FF2B5EF4-FFF2-40B4-BE49-F238E27FC236}">
                      <a16:creationId xmlns:a16="http://schemas.microsoft.com/office/drawing/2014/main" id="{1F924EF8-0AC6-E1A5-5CAE-A55A2C74B7A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671944" y="1364563"/>
                  <a:ext cx="261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14:cNvPr>
                <p14:cNvContentPartPr/>
                <p14:nvPr/>
              </p14:nvContentPartPr>
              <p14:xfrm>
                <a:off x="1526504" y="2018683"/>
                <a:ext cx="183240" cy="172080"/>
              </p14:xfrm>
            </p:contentPart>
          </mc:Choice>
          <mc:Fallback xmlns="">
            <p:pic>
              <p:nvPicPr>
                <p:cNvPr id="28819" name="Ink 28818">
                  <a:extLst>
                    <a:ext uri="{FF2B5EF4-FFF2-40B4-BE49-F238E27FC236}">
                      <a16:creationId xmlns:a16="http://schemas.microsoft.com/office/drawing/2014/main" id="{184FECDD-4BC5-F591-C85E-FD6E8F70AD2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08864" y="2001043"/>
                  <a:ext cx="218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14:cNvPr>
                <p14:cNvContentPartPr/>
                <p14:nvPr/>
              </p14:nvContentPartPr>
              <p14:xfrm>
                <a:off x="1746104" y="1904923"/>
                <a:ext cx="74160" cy="21240"/>
              </p14:xfrm>
            </p:contentPart>
          </mc:Choice>
          <mc:Fallback xmlns="">
            <p:pic>
              <p:nvPicPr>
                <p:cNvPr id="28820" name="Ink 28819">
                  <a:extLst>
                    <a:ext uri="{FF2B5EF4-FFF2-40B4-BE49-F238E27FC236}">
                      <a16:creationId xmlns:a16="http://schemas.microsoft.com/office/drawing/2014/main" id="{8D3AC3FF-7364-280B-BFB9-3FA4CE9E25F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728464" y="1887283"/>
                  <a:ext cx="1098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3" name="Group 28832">
            <a:extLst>
              <a:ext uri="{FF2B5EF4-FFF2-40B4-BE49-F238E27FC236}">
                <a16:creationId xmlns:a16="http://schemas.microsoft.com/office/drawing/2014/main" id="{3A46613E-84FA-D840-3BA5-029EE0915CEA}"/>
              </a:ext>
            </a:extLst>
          </p:cNvPr>
          <p:cNvGrpSpPr/>
          <p:nvPr/>
        </p:nvGrpSpPr>
        <p:grpSpPr>
          <a:xfrm>
            <a:off x="2495264" y="2268163"/>
            <a:ext cx="580320" cy="640440"/>
            <a:chOff x="2495264" y="2268163"/>
            <a:chExt cx="580320" cy="64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14:cNvPr>
                <p14:cNvContentPartPr/>
                <p14:nvPr/>
              </p14:nvContentPartPr>
              <p14:xfrm>
                <a:off x="2500304" y="2268163"/>
                <a:ext cx="134640" cy="582120"/>
              </p14:xfrm>
            </p:contentPart>
          </mc:Choice>
          <mc:Fallback xmlns="">
            <p:pic>
              <p:nvPicPr>
                <p:cNvPr id="28822" name="Ink 28821">
                  <a:extLst>
                    <a:ext uri="{FF2B5EF4-FFF2-40B4-BE49-F238E27FC236}">
                      <a16:creationId xmlns:a16="http://schemas.microsoft.com/office/drawing/2014/main" id="{AB06CA8C-CC94-3C0E-CE3F-A6DF4EF0DCA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482664" y="2250163"/>
                  <a:ext cx="1702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14:cNvPr>
                <p14:cNvContentPartPr/>
                <p14:nvPr/>
              </p14:nvContentPartPr>
              <p14:xfrm>
                <a:off x="2495264" y="2316043"/>
                <a:ext cx="580320" cy="592560"/>
              </p14:xfrm>
            </p:contentPart>
          </mc:Choice>
          <mc:Fallback xmlns="">
            <p:pic>
              <p:nvPicPr>
                <p:cNvPr id="28823" name="Ink 28822">
                  <a:extLst>
                    <a:ext uri="{FF2B5EF4-FFF2-40B4-BE49-F238E27FC236}">
                      <a16:creationId xmlns:a16="http://schemas.microsoft.com/office/drawing/2014/main" id="{0AC5C87F-3BB3-2353-7366-69769BC074E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477264" y="2298403"/>
                  <a:ext cx="615960" cy="62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2" name="Group 28831">
            <a:extLst>
              <a:ext uri="{FF2B5EF4-FFF2-40B4-BE49-F238E27FC236}">
                <a16:creationId xmlns:a16="http://schemas.microsoft.com/office/drawing/2014/main" id="{1262D1D5-E14E-4664-D43F-59E500B8D972}"/>
              </a:ext>
            </a:extLst>
          </p:cNvPr>
          <p:cNvGrpSpPr/>
          <p:nvPr/>
        </p:nvGrpSpPr>
        <p:grpSpPr>
          <a:xfrm>
            <a:off x="2511104" y="1065763"/>
            <a:ext cx="595440" cy="624240"/>
            <a:chOff x="2511104" y="1065763"/>
            <a:chExt cx="59544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14:cNvPr>
                <p14:cNvContentPartPr/>
                <p14:nvPr/>
              </p14:nvContentPartPr>
              <p14:xfrm>
                <a:off x="2511104" y="1171603"/>
                <a:ext cx="87840" cy="518400"/>
              </p14:xfrm>
            </p:contentPart>
          </mc:Choice>
          <mc:Fallback xmlns="">
            <p:pic>
              <p:nvPicPr>
                <p:cNvPr id="28824" name="Ink 28823">
                  <a:extLst>
                    <a:ext uri="{FF2B5EF4-FFF2-40B4-BE49-F238E27FC236}">
                      <a16:creationId xmlns:a16="http://schemas.microsoft.com/office/drawing/2014/main" id="{939174E5-BE48-D35D-B2DE-8843FF2BBDB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493464" y="1153603"/>
                  <a:ext cx="123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14:cNvPr>
                <p14:cNvContentPartPr/>
                <p14:nvPr/>
              </p14:nvContentPartPr>
              <p14:xfrm>
                <a:off x="2549624" y="1065763"/>
                <a:ext cx="556920" cy="572040"/>
              </p14:xfrm>
            </p:contentPart>
          </mc:Choice>
          <mc:Fallback xmlns="">
            <p:pic>
              <p:nvPicPr>
                <p:cNvPr id="28825" name="Ink 28824">
                  <a:extLst>
                    <a:ext uri="{FF2B5EF4-FFF2-40B4-BE49-F238E27FC236}">
                      <a16:creationId xmlns:a16="http://schemas.microsoft.com/office/drawing/2014/main" id="{359AE895-AD2F-1360-6211-4D981322724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531984" y="1048123"/>
                  <a:ext cx="592560" cy="60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1" name="Group 28830">
            <a:extLst>
              <a:ext uri="{FF2B5EF4-FFF2-40B4-BE49-F238E27FC236}">
                <a16:creationId xmlns:a16="http://schemas.microsoft.com/office/drawing/2014/main" id="{F7C52CC5-98C8-ECA2-84C2-E4750C5C43F0}"/>
              </a:ext>
            </a:extLst>
          </p:cNvPr>
          <p:cNvGrpSpPr/>
          <p:nvPr/>
        </p:nvGrpSpPr>
        <p:grpSpPr>
          <a:xfrm>
            <a:off x="2605064" y="3572443"/>
            <a:ext cx="498600" cy="659520"/>
            <a:chOff x="2605064" y="3572443"/>
            <a:chExt cx="49860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14:cNvPr>
                <p14:cNvContentPartPr/>
                <p14:nvPr/>
              </p14:nvContentPartPr>
              <p14:xfrm>
                <a:off x="2605064" y="3572443"/>
                <a:ext cx="104400" cy="599400"/>
              </p14:xfrm>
            </p:contentPart>
          </mc:Choice>
          <mc:Fallback xmlns="">
            <p:pic>
              <p:nvPicPr>
                <p:cNvPr id="28826" name="Ink 28825">
                  <a:extLst>
                    <a:ext uri="{FF2B5EF4-FFF2-40B4-BE49-F238E27FC236}">
                      <a16:creationId xmlns:a16="http://schemas.microsoft.com/office/drawing/2014/main" id="{91BA6795-C4AA-7383-62ED-77C0A7A8852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587064" y="3554443"/>
                  <a:ext cx="1400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14:cNvPr>
                <p14:cNvContentPartPr/>
                <p14:nvPr/>
              </p14:nvContentPartPr>
              <p14:xfrm>
                <a:off x="2609384" y="3594763"/>
                <a:ext cx="494280" cy="637200"/>
              </p14:xfrm>
            </p:contentPart>
          </mc:Choice>
          <mc:Fallback xmlns="">
            <p:pic>
              <p:nvPicPr>
                <p:cNvPr id="28827" name="Ink 28826">
                  <a:extLst>
                    <a:ext uri="{FF2B5EF4-FFF2-40B4-BE49-F238E27FC236}">
                      <a16:creationId xmlns:a16="http://schemas.microsoft.com/office/drawing/2014/main" id="{2EC17637-3C16-B51D-B6F9-49D38CA9316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591744" y="3577123"/>
                  <a:ext cx="529920" cy="67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30" name="Group 28829">
            <a:extLst>
              <a:ext uri="{FF2B5EF4-FFF2-40B4-BE49-F238E27FC236}">
                <a16:creationId xmlns:a16="http://schemas.microsoft.com/office/drawing/2014/main" id="{E9A69E12-99CD-7E2D-2135-5081074C0D77}"/>
              </a:ext>
            </a:extLst>
          </p:cNvPr>
          <p:cNvGrpSpPr/>
          <p:nvPr/>
        </p:nvGrpSpPr>
        <p:grpSpPr>
          <a:xfrm>
            <a:off x="2429744" y="4840363"/>
            <a:ext cx="731520" cy="743040"/>
            <a:chOff x="2429744" y="4840363"/>
            <a:chExt cx="731520" cy="74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14:cNvPr>
                <p14:cNvContentPartPr/>
                <p14:nvPr/>
              </p14:nvContentPartPr>
              <p14:xfrm>
                <a:off x="2441264" y="4916683"/>
                <a:ext cx="101160" cy="603360"/>
              </p14:xfrm>
            </p:contentPart>
          </mc:Choice>
          <mc:Fallback xmlns="">
            <p:pic>
              <p:nvPicPr>
                <p:cNvPr id="28828" name="Ink 28827">
                  <a:extLst>
                    <a:ext uri="{FF2B5EF4-FFF2-40B4-BE49-F238E27FC236}">
                      <a16:creationId xmlns:a16="http://schemas.microsoft.com/office/drawing/2014/main" id="{7E3AF44B-0FA9-6377-ADDB-53FAC693D32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423264" y="4898683"/>
                  <a:ext cx="13680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14:cNvPr>
                <p14:cNvContentPartPr/>
                <p14:nvPr/>
              </p14:nvContentPartPr>
              <p14:xfrm>
                <a:off x="2429744" y="4840363"/>
                <a:ext cx="731520" cy="743040"/>
              </p14:xfrm>
            </p:contentPart>
          </mc:Choice>
          <mc:Fallback xmlns="">
            <p:pic>
              <p:nvPicPr>
                <p:cNvPr id="28829" name="Ink 28828">
                  <a:extLst>
                    <a:ext uri="{FF2B5EF4-FFF2-40B4-BE49-F238E27FC236}">
                      <a16:creationId xmlns:a16="http://schemas.microsoft.com/office/drawing/2014/main" id="{472FE4D9-3205-D843-0524-B53C323A0CD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412104" y="4822363"/>
                  <a:ext cx="767160" cy="778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4030C0-9075-34B2-6C72-9C130E9B0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4" y="29009"/>
            <a:ext cx="8826500" cy="86793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800" i="1" dirty="0"/>
              <a:t>Quantitative I</a:t>
            </a:r>
            <a:r>
              <a:rPr lang="en-US" altLang="en-US" sz="2800" i="1" baseline="-25000" dirty="0"/>
              <a:t>D</a:t>
            </a:r>
            <a:r>
              <a:rPr lang="en-US" altLang="en-US" sz="2800" i="1" dirty="0"/>
              <a:t>-V</a:t>
            </a:r>
            <a:r>
              <a:rPr lang="en-US" altLang="en-US" sz="2800" i="1" baseline="-25000" dirty="0"/>
              <a:t>DS</a:t>
            </a:r>
            <a:r>
              <a:rPr lang="en-US" altLang="en-US" sz="2800" i="1" dirty="0"/>
              <a:t> Relationships – 1</a:t>
            </a:r>
            <a:r>
              <a:rPr lang="en-US" altLang="en-US" sz="2800" i="1" baseline="30000" dirty="0"/>
              <a:t>st</a:t>
            </a:r>
            <a:r>
              <a:rPr lang="en-US" altLang="en-US" sz="2800" i="1" dirty="0"/>
              <a:t> attempt</a:t>
            </a:r>
            <a:br>
              <a:rPr lang="en-US" altLang="en-US" sz="2800" i="1" dirty="0"/>
            </a:br>
            <a:r>
              <a:rPr lang="en-US" altLang="en-US" sz="2800" i="1" dirty="0"/>
              <a:t>“Square Law”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64BD821-277C-C71A-06FC-673612FA4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6225" y="1727200"/>
          <a:ext cx="1955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3">
                  <p:embed/>
                </p:oleObj>
              </mc:Choice>
              <mc:Fallback>
                <p:oleObj name="Equation" r:id="rId2" imgW="1091726" imgH="24119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564BD821-277C-C71A-06FC-673612FA4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1727200"/>
                        <a:ext cx="1955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B733361-6245-88A3-E066-E6B2F9C25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1727200"/>
          <a:ext cx="9239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228501" progId="Equation.3">
                  <p:embed/>
                </p:oleObj>
              </mc:Choice>
              <mc:Fallback>
                <p:oleObj name="Equation" r:id="rId4" imgW="545863" imgH="228501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9B733361-6245-88A3-E066-E6B2F9C25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1727200"/>
                        <a:ext cx="9239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356E2B5E-0679-990B-F472-6524292E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1651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86137D6-9045-BC3F-3944-C9C4C009B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2298700"/>
            <a:ext cx="843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400" dirty="0">
                <a:solidFill>
                  <a:schemeClr val="accent2"/>
                </a:solidFill>
              </a:rPr>
              <a:t> will increase as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increased, but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, pinch-off occurs, and current saturates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 further. This value of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i.e.,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and the current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</a:t>
            </a:r>
          </a:p>
        </p:txBody>
      </p:sp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C267D642-00B9-CFD0-93F9-BE3284630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4578350"/>
          <a:ext cx="1535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753" imgH="241195" progId="Equation.3">
                  <p:embed/>
                </p:oleObj>
              </mc:Choice>
              <mc:Fallback>
                <p:oleObj name="Equation" r:id="rId6" imgW="799753" imgH="241195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267D642-00B9-CFD0-93F9-BE3284630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578350"/>
                        <a:ext cx="1535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E9B3FDA-991A-6111-9591-1FAB9FC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4613" y="4546600"/>
          <a:ext cx="1087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863" imgH="228501" progId="Equation.3">
                  <p:embed/>
                </p:oleObj>
              </mc:Choice>
              <mc:Fallback>
                <p:oleObj name="Equation" r:id="rId8" imgW="545863" imgH="228501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8E9B3FDA-991A-6111-9591-1FAB9FC8D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613" y="4546600"/>
                        <a:ext cx="1087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5031D5A-B52F-91AA-B2A2-9C90B75D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9" y="450532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1BEF5884-3087-0773-BED3-7D924F21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4" y="5470525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Here,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</a:t>
            </a:r>
            <a:r>
              <a:rPr lang="en-US" altLang="en-US" sz="2400">
                <a:solidFill>
                  <a:schemeClr val="accent2"/>
                </a:solidFill>
              </a:rPr>
              <a:t> is the oxide capacitance per unit area,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 </a:t>
            </a:r>
            <a:r>
              <a:rPr lang="en-US" altLang="en-US" sz="2400">
                <a:solidFill>
                  <a:schemeClr val="accent2"/>
                </a:solidFill>
              </a:rPr>
              <a:t>=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/ </a:t>
            </a:r>
            <a:r>
              <a:rPr lang="en-US" altLang="en-US" sz="2400" i="1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</a:t>
            </a:r>
            <a:endParaRPr lang="en-US" altLang="en-US" sz="2400"/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1B1F43D-AE23-D849-0BEA-508DEEE10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4" t="60496" r="29705" b="16430"/>
          <a:stretch>
            <a:fillRect/>
          </a:stretch>
        </p:blipFill>
        <p:spPr>
          <a:xfrm>
            <a:off x="2570530" y="4272325"/>
            <a:ext cx="3679091" cy="983887"/>
          </a:xfrm>
          <a:prstGeom prst="rect">
            <a:avLst/>
          </a:prstGeom>
        </p:spPr>
      </p:pic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2D7BE50-5440-88C1-6061-68CD44B1C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1" t="22716" r="24669" b="58675"/>
          <a:stretch>
            <a:fillRect/>
          </a:stretch>
        </p:blipFill>
        <p:spPr>
          <a:xfrm>
            <a:off x="2408556" y="1539028"/>
            <a:ext cx="4003040" cy="6811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B56528-E789-9EB0-6FB6-327E583A8C0F}"/>
              </a:ext>
            </a:extLst>
          </p:cNvPr>
          <p:cNvGrpSpPr/>
          <p:nvPr/>
        </p:nvGrpSpPr>
        <p:grpSpPr>
          <a:xfrm>
            <a:off x="7583144" y="2231803"/>
            <a:ext cx="1837440" cy="627840"/>
            <a:chOff x="7583144" y="2231803"/>
            <a:chExt cx="1837440" cy="62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14:cNvPr>
                <p14:cNvContentPartPr/>
                <p14:nvPr/>
              </p14:nvContentPartPr>
              <p14:xfrm>
                <a:off x="7583144" y="2266723"/>
                <a:ext cx="112320" cy="538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F1F609-8870-3E54-32D8-2D494E269A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65504" y="2248723"/>
                  <a:ext cx="147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14:cNvPr>
                <p14:cNvContentPartPr/>
                <p14:nvPr/>
              </p14:nvContentPartPr>
              <p14:xfrm>
                <a:off x="7594664" y="2231803"/>
                <a:ext cx="1825920" cy="627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6794F1-C0CC-A442-EF2F-F2489DB5BB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77024" y="2214163"/>
                  <a:ext cx="1861560" cy="66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5B93EB-91F3-3888-B124-9F455714B54D}"/>
              </a:ext>
            </a:extLst>
          </p:cNvPr>
          <p:cNvGrpSpPr/>
          <p:nvPr/>
        </p:nvGrpSpPr>
        <p:grpSpPr>
          <a:xfrm>
            <a:off x="4309304" y="632683"/>
            <a:ext cx="4164480" cy="1150560"/>
            <a:chOff x="4309304" y="632683"/>
            <a:chExt cx="416448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14:cNvPr>
                <p14:cNvContentPartPr/>
                <p14:nvPr/>
              </p14:nvContentPartPr>
              <p14:xfrm>
                <a:off x="4828064" y="963163"/>
                <a:ext cx="297000" cy="51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FA0AAD-5E71-A185-D5BC-69CA2E6430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0064" y="945163"/>
                  <a:ext cx="33264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14:cNvPr>
                <p14:cNvContentPartPr/>
                <p14:nvPr/>
              </p14:nvContentPartPr>
              <p14:xfrm>
                <a:off x="5279144" y="1321363"/>
                <a:ext cx="226800" cy="272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A25CEF-352B-DF21-6CE3-F1332C5DBB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61144" y="1303363"/>
                  <a:ext cx="2624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14:cNvPr>
                <p14:cNvContentPartPr/>
                <p14:nvPr/>
              </p14:nvContentPartPr>
              <p14:xfrm>
                <a:off x="5643824" y="1310203"/>
                <a:ext cx="14112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E08E5C-3A00-35BC-E852-6A2073347A5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25824" y="1292203"/>
                  <a:ext cx="17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14:cNvPr>
                <p14:cNvContentPartPr/>
                <p14:nvPr/>
              </p14:nvContentPartPr>
              <p14:xfrm>
                <a:off x="5930384" y="1343683"/>
                <a:ext cx="169920" cy="38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A62652-4C90-0E4D-A527-A8A7A6475A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12744" y="1325683"/>
                  <a:ext cx="205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14:cNvPr>
                <p14:cNvContentPartPr/>
                <p14:nvPr/>
              </p14:nvContentPartPr>
              <p14:xfrm>
                <a:off x="6193544" y="1040923"/>
                <a:ext cx="265680" cy="385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0ABA66-ACB9-9C4A-C589-C205A13A34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5904" y="1023283"/>
                  <a:ext cx="301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14:cNvPr>
                <p14:cNvContentPartPr/>
                <p14:nvPr/>
              </p14:nvContentPartPr>
              <p14:xfrm>
                <a:off x="6628784" y="1301203"/>
                <a:ext cx="45720" cy="19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ABB393F-8624-95BE-D758-134E9C6246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10784" y="1283563"/>
                  <a:ext cx="81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14:cNvPr>
                <p14:cNvContentPartPr/>
                <p14:nvPr/>
              </p14:nvContentPartPr>
              <p14:xfrm>
                <a:off x="6642104" y="1302643"/>
                <a:ext cx="139320" cy="22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E16095-8201-D991-77AD-278B32AACF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24464" y="1284643"/>
                  <a:ext cx="174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14:cNvPr>
                <p14:cNvContentPartPr/>
                <p14:nvPr/>
              </p14:nvContentPartPr>
              <p14:xfrm>
                <a:off x="6968264" y="1267003"/>
                <a:ext cx="43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2CF018C-01DC-10B8-B647-17C48E73376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0264" y="1249003"/>
                  <a:ext cx="3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14:cNvPr>
                <p14:cNvContentPartPr/>
                <p14:nvPr/>
              </p14:nvContentPartPr>
              <p14:xfrm>
                <a:off x="6893024" y="1290043"/>
                <a:ext cx="140040" cy="172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3503B8-CE4D-2F9B-9E75-C16A31052F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5024" y="1272403"/>
                  <a:ext cx="175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14:cNvPr>
                <p14:cNvContentPartPr/>
                <p14:nvPr/>
              </p14:nvContentPartPr>
              <p14:xfrm>
                <a:off x="7223864" y="1256563"/>
                <a:ext cx="80280" cy="23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4DB444-553B-A715-ADC9-FE9C25E30C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05864" y="1238923"/>
                  <a:ext cx="115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14:cNvPr>
                <p14:cNvContentPartPr/>
                <p14:nvPr/>
              </p14:nvContentPartPr>
              <p14:xfrm>
                <a:off x="7235024" y="1325323"/>
                <a:ext cx="88200" cy="3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D240E3-BA8A-D0AA-2FDF-CD32948CEB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17384" y="1307683"/>
                  <a:ext cx="123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14:cNvPr>
                <p14:cNvContentPartPr/>
                <p14:nvPr/>
              </p14:nvContentPartPr>
              <p14:xfrm>
                <a:off x="7497464" y="914563"/>
                <a:ext cx="198000" cy="384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620E0A-77C3-750A-284B-9B3E5489DA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79824" y="896923"/>
                  <a:ext cx="2336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14:cNvPr>
                <p14:cNvContentPartPr/>
                <p14:nvPr/>
              </p14:nvContentPartPr>
              <p14:xfrm>
                <a:off x="7816064" y="1173403"/>
                <a:ext cx="13284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F70B4F-5978-3872-B93A-BE7D1A98CAB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98424" y="1155403"/>
                  <a:ext cx="16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14:cNvPr>
                <p14:cNvContentPartPr/>
                <p14:nvPr/>
              </p14:nvContentPartPr>
              <p14:xfrm>
                <a:off x="7862144" y="1197883"/>
                <a:ext cx="34920" cy="114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45EF9E-11B4-2688-EC2F-FF71FFAC3D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44504" y="1180243"/>
                  <a:ext cx="70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14:cNvPr>
                <p14:cNvContentPartPr/>
                <p14:nvPr/>
              </p14:nvContentPartPr>
              <p14:xfrm>
                <a:off x="4309304" y="632683"/>
                <a:ext cx="4164480" cy="109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A6880B-5B50-7B24-E44B-6194A09D42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91664" y="614683"/>
                  <a:ext cx="4200120" cy="11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14:cNvPr>
                <p14:cNvContentPartPr/>
                <p14:nvPr/>
              </p14:nvContentPartPr>
              <p14:xfrm>
                <a:off x="4634384" y="923203"/>
                <a:ext cx="154080" cy="86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A42C3D-EF1F-3792-5B7B-8764A34DE6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16384" y="905563"/>
                  <a:ext cx="189720" cy="89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079780-1E60-9A6B-DE5D-DC910A03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90931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3600" i="1" dirty="0"/>
              <a:t>I</a:t>
            </a:r>
            <a:r>
              <a:rPr lang="en-US" altLang="en-US" sz="3600" i="1" baseline="-25000" dirty="0"/>
              <a:t>D</a:t>
            </a:r>
            <a:r>
              <a:rPr lang="en-US" altLang="en-US" sz="3600" i="1" dirty="0"/>
              <a:t>-V</a:t>
            </a:r>
            <a:r>
              <a:rPr lang="en-US" altLang="en-US" sz="3600" i="1" baseline="-25000" dirty="0"/>
              <a:t>DS </a:t>
            </a:r>
            <a:r>
              <a:rPr lang="en-US" altLang="en-US" sz="3600" i="1" dirty="0"/>
              <a:t> characteristics for n-MOSFET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A7F44B8-310D-CE04-59E2-586F5149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4289" b="14951"/>
          <a:stretch>
            <a:fillRect/>
          </a:stretch>
        </p:blipFill>
        <p:spPr bwMode="auto">
          <a:xfrm>
            <a:off x="2895600" y="1470026"/>
            <a:ext cx="6324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AutoShape 4">
            <a:extLst>
              <a:ext uri="{FF2B5EF4-FFF2-40B4-BE49-F238E27FC236}">
                <a16:creationId xmlns:a16="http://schemas.microsoft.com/office/drawing/2014/main" id="{84B1BA75-81F5-EF6A-9395-EE4DB770F733}"/>
              </a:ext>
            </a:extLst>
          </p:cNvPr>
          <p:cNvSpPr>
            <a:spLocks/>
          </p:cNvSpPr>
          <p:nvPr/>
        </p:nvSpPr>
        <p:spPr bwMode="auto">
          <a:xfrm rot="16200000">
            <a:off x="6019800" y="117475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A406EB6D-41E3-58D2-DAF1-3AA8772362A5}"/>
              </a:ext>
            </a:extLst>
          </p:cNvPr>
          <p:cNvSpPr>
            <a:spLocks/>
          </p:cNvSpPr>
          <p:nvPr/>
        </p:nvSpPr>
        <p:spPr bwMode="auto">
          <a:xfrm rot="16200000">
            <a:off x="4076700" y="17462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313BA47-C8CA-1D61-C271-07AF8E4AB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470026"/>
            <a:ext cx="1225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Saturation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000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D1EF211-A8E4-028C-3CA4-EC7BE39D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555751"/>
            <a:ext cx="846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Linear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15869A-97DC-E579-63D9-E5F70106B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P-MOSFET N-MOSFET IV Characteristics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24968BE-B807-CE41-2E7D-D698A917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4533901"/>
            <a:ext cx="709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PMOS IV is qualitatively similar to the NMOS IV, but the current is about half as large. Why?</a:t>
            </a:r>
            <a:endParaRPr lang="en-US" altLang="en-US" sz="2400" b="1" i="1">
              <a:cs typeface="Arial" panose="020B0604020202020204" pitchFamily="34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E561DF4-78C0-CF34-66C8-63FAB73A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76313"/>
            <a:ext cx="4286250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B78E75-96C9-7DF6-990C-7515550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76521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Threshold and Subthreshold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3E42FA63-5221-4B36-0353-1E561454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64" y="1270000"/>
            <a:ext cx="7800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3716E91-FC1D-59E2-A236-CC8F38DD7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466867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Subthreshold Current</a:t>
            </a: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7F6BC703-B72D-7B31-393A-451024134BEB}"/>
              </a:ext>
            </a:extLst>
          </p:cNvPr>
          <p:cNvGrpSpPr>
            <a:grpSpLocks/>
          </p:cNvGrpSpPr>
          <p:nvPr/>
        </p:nvGrpSpPr>
        <p:grpSpPr bwMode="auto">
          <a:xfrm>
            <a:off x="3302001" y="2055814"/>
            <a:ext cx="4691063" cy="3278187"/>
            <a:chOff x="1120" y="1223"/>
            <a:chExt cx="2955" cy="2065"/>
          </a:xfrm>
        </p:grpSpPr>
        <p:pic>
          <p:nvPicPr>
            <p:cNvPr id="48136" name="Picture 4">
              <a:extLst>
                <a:ext uri="{FF2B5EF4-FFF2-40B4-BE49-F238E27FC236}">
                  <a16:creationId xmlns:a16="http://schemas.microsoft.com/office/drawing/2014/main" id="{ABBCA3F9-EEF9-D292-D10C-4A2F1B21F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" y="1223"/>
              <a:ext cx="2955" cy="1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Rectangle 5">
              <a:extLst>
                <a:ext uri="{FF2B5EF4-FFF2-40B4-BE49-F238E27FC236}">
                  <a16:creationId xmlns:a16="http://schemas.microsoft.com/office/drawing/2014/main" id="{892611B2-2D96-033C-42C7-957EA801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" y="1840"/>
              <a:ext cx="144" cy="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48138" name="Group 6">
              <a:extLst>
                <a:ext uri="{FF2B5EF4-FFF2-40B4-BE49-F238E27FC236}">
                  <a16:creationId xmlns:a16="http://schemas.microsoft.com/office/drawing/2014/main" id="{5C73C4D9-63F6-6F27-6411-E5B3278B6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6" y="1591"/>
              <a:ext cx="254" cy="917"/>
              <a:chOff x="190" y="1327"/>
              <a:chExt cx="211" cy="869"/>
            </a:xfrm>
          </p:grpSpPr>
          <p:sp>
            <p:nvSpPr>
              <p:cNvPr id="48140" name="Rectangle 7">
                <a:extLst>
                  <a:ext uri="{FF2B5EF4-FFF2-40B4-BE49-F238E27FC236}">
                    <a16:creationId xmlns:a16="http://schemas.microsoft.com/office/drawing/2014/main" id="{8D2F7338-2CF3-E03B-A731-22AC7DF43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67" y="2081"/>
                <a:ext cx="6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I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1" name="Rectangle 8">
                <a:extLst>
                  <a:ext uri="{FF2B5EF4-FFF2-40B4-BE49-F238E27FC236}">
                    <a16:creationId xmlns:a16="http://schemas.microsoft.com/office/drawing/2014/main" id="{4717C16E-8E63-870D-6175-CA745308D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06" y="2032"/>
                <a:ext cx="61" cy="1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d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2" name="Rectangle 9">
                <a:extLst>
                  <a:ext uri="{FF2B5EF4-FFF2-40B4-BE49-F238E27FC236}">
                    <a16:creationId xmlns:a16="http://schemas.microsoft.com/office/drawing/2014/main" id="{C29D13BE-3441-EA0A-4B84-3D047B4A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3" y="1979"/>
                <a:ext cx="4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s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3" name="Rectangle 10">
                <a:extLst>
                  <a:ext uri="{FF2B5EF4-FFF2-40B4-BE49-F238E27FC236}">
                    <a16:creationId xmlns:a16="http://schemas.microsoft.com/office/drawing/2014/main" id="{36704DA9-9DFA-92F6-57C0-C267715DE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7" y="1903"/>
                <a:ext cx="4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 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4" name="Rectangle 11">
                <a:extLst>
                  <a:ext uri="{FF2B5EF4-FFF2-40B4-BE49-F238E27FC236}">
                    <a16:creationId xmlns:a16="http://schemas.microsoft.com/office/drawing/2014/main" id="{067332FA-3887-151A-B948-29F9015EC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861"/>
                <a:ext cx="5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(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5" name="Rectangle 12">
                <a:extLst>
                  <a:ext uri="{FF2B5EF4-FFF2-40B4-BE49-F238E27FC236}">
                    <a16:creationId xmlns:a16="http://schemas.microsoft.com/office/drawing/2014/main" id="{A362E8CB-8B42-D93B-C391-7F0B2FE7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51" y="1783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latin typeface="Symbol" panose="05050102010706020507" pitchFamily="18" charset="2"/>
                  <a:ea typeface="PMingLiU" panose="02020500000000000000" pitchFamily="18" charset="-120"/>
                </a:endParaRPr>
              </a:p>
            </p:txBody>
          </p:sp>
          <p:sp>
            <p:nvSpPr>
              <p:cNvPr id="48146" name="Rectangle 13">
                <a:extLst>
                  <a:ext uri="{FF2B5EF4-FFF2-40B4-BE49-F238E27FC236}">
                    <a16:creationId xmlns:a16="http://schemas.microsoft.com/office/drawing/2014/main" id="{DB4A4914-41B5-498F-34D1-781C3A26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0" y="1641"/>
                <a:ext cx="115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A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7" name="Rectangle 14">
                <a:extLst>
                  <a:ext uri="{FF2B5EF4-FFF2-40B4-BE49-F238E27FC236}">
                    <a16:creationId xmlns:a16="http://schemas.microsoft.com/office/drawing/2014/main" id="{67049BCA-ACDF-E43E-A81F-2F0EE7DFB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6" y="1544"/>
                <a:ext cx="4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/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8" name="Rectangle 15">
                <a:extLst>
                  <a:ext uri="{FF2B5EF4-FFF2-40B4-BE49-F238E27FC236}">
                    <a16:creationId xmlns:a16="http://schemas.microsoft.com/office/drawing/2014/main" id="{968CFACF-5E0E-846E-318C-AECD042D1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8" y="1487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9" name="Rectangle 16">
                <a:extLst>
                  <a:ext uri="{FF2B5EF4-FFF2-40B4-BE49-F238E27FC236}">
                    <a16:creationId xmlns:a16="http://schemas.microsoft.com/office/drawing/2014/main" id="{211A65DA-8692-22F6-1842-5CBF74597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31" y="1371"/>
                <a:ext cx="13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50" name="Rectangle 17">
                <a:extLst>
                  <a:ext uri="{FF2B5EF4-FFF2-40B4-BE49-F238E27FC236}">
                    <a16:creationId xmlns:a16="http://schemas.microsoft.com/office/drawing/2014/main" id="{B5913287-B2E4-D9F2-300A-AEEE480B5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269"/>
                <a:ext cx="5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)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8139" name="Text Box 18">
              <a:extLst>
                <a:ext uri="{FF2B5EF4-FFF2-40B4-BE49-F238E27FC236}">
                  <a16:creationId xmlns:a16="http://schemas.microsoft.com/office/drawing/2014/main" id="{56B17907-AF9C-22FD-2B09-8D8E69DEB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00"/>
              <a:ext cx="56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TW" sz="2400" b="1" i="1">
                  <a:ea typeface="PMingLiU" panose="02020500000000000000" pitchFamily="18" charset="-120"/>
                  <a:cs typeface="Arial" panose="020B0604020202020204" pitchFamily="34" charset="0"/>
                </a:rPr>
                <a:t>V</a:t>
              </a:r>
              <a:r>
                <a:rPr lang="en-US" altLang="zh-TW" sz="2400" b="1" i="1" baseline="-25000">
                  <a:ea typeface="PMingLiU" panose="02020500000000000000" pitchFamily="18" charset="-120"/>
                  <a:cs typeface="Arial" panose="020B0604020202020204" pitchFamily="34" charset="0"/>
                </a:rPr>
                <a:t>gs</a:t>
              </a:r>
            </a:p>
          </p:txBody>
        </p:sp>
      </p:grpSp>
      <p:sp>
        <p:nvSpPr>
          <p:cNvPr id="48132" name="Text Box 19">
            <a:extLst>
              <a:ext uri="{FF2B5EF4-FFF2-40B4-BE49-F238E27FC236}">
                <a16:creationId xmlns:a16="http://schemas.microsoft.com/office/drawing/2014/main" id="{D799D99C-CAA4-138B-51DD-9C7FB35A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104900"/>
            <a:ext cx="7772400" cy="49149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ea typeface="PMingLiU" panose="02020500000000000000" pitchFamily="18" charset="-120"/>
              </a:rPr>
              <a:t>The leakage current that flows at V</a:t>
            </a:r>
            <a:r>
              <a:rPr lang="en-US" altLang="zh-TW" sz="2400" baseline="-25000">
                <a:ea typeface="PMingLiU" panose="02020500000000000000" pitchFamily="18" charset="-120"/>
              </a:rPr>
              <a:t>g</a:t>
            </a:r>
            <a:r>
              <a:rPr lang="en-US" altLang="zh-TW" sz="2400">
                <a:ea typeface="PMingLiU" panose="02020500000000000000" pitchFamily="18" charset="-120"/>
              </a:rPr>
              <a:t>&lt;V</a:t>
            </a:r>
            <a:r>
              <a:rPr lang="en-US" altLang="zh-TW" sz="2400" baseline="-25000">
                <a:ea typeface="PMingLiU" panose="02020500000000000000" pitchFamily="18" charset="-120"/>
              </a:rPr>
              <a:t>t</a:t>
            </a:r>
            <a:r>
              <a:rPr lang="en-US" altLang="zh-TW" sz="2400">
                <a:ea typeface="PMingLiU" panose="02020500000000000000" pitchFamily="18" charset="-120"/>
              </a:rPr>
              <a:t> is called the subthreshold current. Previously we had assumed that current is zero, but in reality that’s not the case.</a:t>
            </a:r>
            <a:endParaRPr lang="en-US" altLang="zh-TW" baseline="-25000">
              <a:ea typeface="PMingLiU" panose="02020500000000000000" pitchFamily="18" charset="-120"/>
            </a:endParaRPr>
          </a:p>
        </p:txBody>
      </p:sp>
      <p:sp>
        <p:nvSpPr>
          <p:cNvPr id="48133" name="Text Box 20">
            <a:extLst>
              <a:ext uri="{FF2B5EF4-FFF2-40B4-BE49-F238E27FC236}">
                <a16:creationId xmlns:a16="http://schemas.microsoft.com/office/drawing/2014/main" id="{7A42A629-6D98-AB45-1F37-994A2AB8B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9" y="3121026"/>
            <a:ext cx="22812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800">
                <a:ea typeface="PMingLiU" panose="02020500000000000000" pitchFamily="18" charset="-120"/>
                <a:cs typeface="Arial" panose="020B0604020202020204" pitchFamily="34" charset="0"/>
              </a:rPr>
              <a:t>90nm technology. Gate length: 45nm for NMOS, 50nm for PMOS</a:t>
            </a:r>
            <a:endParaRPr lang="zh-TW" altLang="en-US" sz="1600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4" name="Text Box 21">
            <a:extLst>
              <a:ext uri="{FF2B5EF4-FFF2-40B4-BE49-F238E27FC236}">
                <a16:creationId xmlns:a16="http://schemas.microsoft.com/office/drawing/2014/main" id="{5856545C-DDEF-EAF0-D10C-633E4E12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5414963"/>
            <a:ext cx="70183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The current at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gs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=0 and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dd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 is called I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off.</a:t>
            </a:r>
            <a:endParaRPr lang="en-US" altLang="zh-TW" sz="2000" baseline="-25000"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zh-TW" altLang="en-US" sz="2800" b="1" i="1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5" name="Text Box 22">
            <a:extLst>
              <a:ext uri="{FF2B5EF4-FFF2-40B4-BE49-F238E27FC236}">
                <a16:creationId xmlns:a16="http://schemas.microsoft.com/office/drawing/2014/main" id="{E9FB1BFD-DE7E-4571-E80F-44FAB9D2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2882900"/>
            <a:ext cx="2362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200" b="1" i="1">
                <a:ea typeface="PMingLiU" panose="02020500000000000000" pitchFamily="18" charset="-120"/>
                <a:cs typeface="Arial" panose="020B0604020202020204" pitchFamily="34" charset="0"/>
              </a:rPr>
              <a:t>Intel, T. Ghani et al., IEDM 2003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23136</TotalTime>
  <Words>705</Words>
  <Application>Microsoft Office PowerPoint</Application>
  <PresentationFormat>Widescreen</PresentationFormat>
  <Paragraphs>112</Paragraphs>
  <Slides>44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PMingLiU</vt:lpstr>
      <vt:lpstr>Arial</vt:lpstr>
      <vt:lpstr>Calibri</vt:lpstr>
      <vt:lpstr>Cambria Math</vt:lpstr>
      <vt:lpstr>PT Sans</vt:lpstr>
      <vt:lpstr>Symbol</vt:lpstr>
      <vt:lpstr>Times New Roman</vt:lpstr>
      <vt:lpstr>Office Theme</vt:lpstr>
      <vt:lpstr>Bitmap Image</vt:lpstr>
      <vt:lpstr>Equation</vt:lpstr>
      <vt:lpstr>ECE 105: Introduction to Electrical Engineering</vt:lpstr>
      <vt:lpstr>PowerPoint Presentation</vt:lpstr>
      <vt:lpstr>What is a diode</vt:lpstr>
      <vt:lpstr>PowerPoint Presentation</vt:lpstr>
      <vt:lpstr>Forward biasing a diode </vt:lpstr>
      <vt:lpstr>PowerPoint Presentation</vt:lpstr>
      <vt:lpstr>PowerPoint Presentation</vt:lpstr>
      <vt:lpstr>PowerPoint Presentation</vt:lpstr>
      <vt:lpstr>Reverse biasing a diode</vt:lpstr>
      <vt:lpstr>Reverse biasing a diode</vt:lpstr>
      <vt:lpstr>Diode characterization</vt:lpstr>
      <vt:lpstr>Water analogy</vt:lpstr>
      <vt:lpstr>Diode Current Equation</vt:lpstr>
      <vt:lpstr>Diode Current Equation</vt:lpstr>
      <vt:lpstr>PowerPoint Presentation</vt:lpstr>
      <vt:lpstr>Diode Current Equation</vt:lpstr>
      <vt:lpstr>The First Transistor</vt:lpstr>
      <vt:lpstr>Transistor amplification</vt:lpstr>
      <vt:lpstr>1956 Physics Nobel Prize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MOSFETs (CMOS)</vt:lpstr>
      <vt:lpstr>ID-VDS  characteristics expected from a long channel  (L &lt;&lt; L) MOSFET (n-channel), for various values of VG</vt:lpstr>
      <vt:lpstr>MOSFET current equations </vt:lpstr>
      <vt:lpstr>MOSFET current equations </vt:lpstr>
      <vt:lpstr>MOSFET current equations </vt:lpstr>
      <vt:lpstr>PowerPoint Presentation</vt:lpstr>
      <vt:lpstr>PowerPoint Presentation</vt:lpstr>
      <vt:lpstr>PowerPoint Presentation</vt:lpstr>
      <vt:lpstr>PowerPoint Presentation</vt:lpstr>
      <vt:lpstr>Qualitative discussion: n-MOSFET</vt:lpstr>
      <vt:lpstr>Quantitative ID-VDS Relationships – 1st attempt “Square Law”</vt:lpstr>
      <vt:lpstr>ID-VDS  characteristics for n-MOSFET</vt:lpstr>
      <vt:lpstr>P-MOSFET N-MOSFET IV Characteristics</vt:lpstr>
      <vt:lpstr>Threshold and Subthreshold</vt:lpstr>
      <vt:lpstr>Subthreshold Current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933</cp:revision>
  <cp:lastPrinted>2017-03-30T23:40:26Z</cp:lastPrinted>
  <dcterms:created xsi:type="dcterms:W3CDTF">2014-02-24T21:19:39Z</dcterms:created>
  <dcterms:modified xsi:type="dcterms:W3CDTF">2026-02-17T23:52:35Z</dcterms:modified>
</cp:coreProperties>
</file>